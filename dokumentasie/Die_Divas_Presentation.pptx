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5" r:id="rId5"/>
    <p:sldMasterId id="2147483686"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y="5143500" cx="9144000"/>
  <p:notesSz cx="6858000" cy="9144000"/>
  <p:embeddedFontLst>
    <p:embeddedFont>
      <p:font typeface="Inknut Antiqua"/>
      <p:regular r:id="rId35"/>
      <p:bold r:id="rId36"/>
    </p:embeddedFont>
    <p:embeddedFont>
      <p:font typeface="Work Sans"/>
      <p:regular r:id="rId37"/>
      <p:bold r:id="rId38"/>
      <p:italic r:id="rId39"/>
      <p:boldItalic r:id="rId4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A036F78-B195-4D2E-B46D-90CB9A700597}">
  <a:tblStyle styleId="{BA036F78-B195-4D2E-B46D-90CB9A700597}"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7E7"/>
          </a:solidFill>
        </a:fill>
      </a:tcStyle>
    </a:wholeTbl>
    <a:band1H>
      <a:tcTxStyle/>
      <a:tcStyle>
        <a:fill>
          <a:solidFill>
            <a:srgbClr val="CACCCA"/>
          </a:solidFill>
        </a:fill>
      </a:tcStyle>
    </a:band1H>
    <a:band2H>
      <a:tcTxStyle/>
    </a:band2H>
    <a:band1V>
      <a:tcTxStyle/>
      <a:tcStyle>
        <a:fill>
          <a:solidFill>
            <a:srgbClr val="CACCCA"/>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WorkSans-boldItalic.fntdata"/><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font" Target="fonts/InknutAntiqua-regular.fntdata"/><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37" Type="http://schemas.openxmlformats.org/officeDocument/2006/relationships/font" Target="fonts/WorkSans-regular.fntdata"/><Relationship Id="rId14" Type="http://schemas.openxmlformats.org/officeDocument/2006/relationships/slide" Target="slides/slide7.xml"/><Relationship Id="rId36" Type="http://schemas.openxmlformats.org/officeDocument/2006/relationships/font" Target="fonts/InknutAntiqua-bold.fntdata"/><Relationship Id="rId17" Type="http://schemas.openxmlformats.org/officeDocument/2006/relationships/slide" Target="slides/slide10.xml"/><Relationship Id="rId39" Type="http://schemas.openxmlformats.org/officeDocument/2006/relationships/font" Target="fonts/WorkSans-italic.fntdata"/><Relationship Id="rId16" Type="http://schemas.openxmlformats.org/officeDocument/2006/relationships/slide" Target="slides/slide9.xml"/><Relationship Id="rId38" Type="http://schemas.openxmlformats.org/officeDocument/2006/relationships/font" Target="fonts/WorkSans-bold.fntdata"/><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h7269542766ddce19_8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6" name="Google Shape;276;h7269542766ddce19_8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h7269542766ddce19_8_17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53" name="Google Shape;453;h7269542766ddce19_8_17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h7269542766ddce19_8_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82" name="Google Shape;482;h7269542766ddce19_8_20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h7269542766ddce19_8_20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03" name="Google Shape;503;h7269542766ddce19_8_20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h7269542766ddce19_8_4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81" name="Google Shape;681;h7269542766ddce19_8_40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h7269542766ddce19_8_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88" name="Google Shape;688;h7269542766ddce19_8_20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5" name="Shape 865"/>
        <p:cNvGrpSpPr/>
        <p:nvPr/>
      </p:nvGrpSpPr>
      <p:grpSpPr>
        <a:xfrm>
          <a:off x="0" y="0"/>
          <a:ext cx="0" cy="0"/>
          <a:chOff x="0" y="0"/>
          <a:chExt cx="0" cy="0"/>
        </a:xfrm>
      </p:grpSpPr>
      <p:sp>
        <p:nvSpPr>
          <p:cNvPr id="866" name="Google Shape;866;h7269542766ddce19_8_5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67" name="Google Shape;867;h7269542766ddce19_8_58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9" name="Shape 899"/>
        <p:cNvGrpSpPr/>
        <p:nvPr/>
      </p:nvGrpSpPr>
      <p:grpSpPr>
        <a:xfrm>
          <a:off x="0" y="0"/>
          <a:ext cx="0" cy="0"/>
          <a:chOff x="0" y="0"/>
          <a:chExt cx="0" cy="0"/>
        </a:xfrm>
      </p:grpSpPr>
      <p:sp>
        <p:nvSpPr>
          <p:cNvPr id="900" name="Google Shape;900;h7269542766ddce19_8_20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01" name="Google Shape;901;h7269542766ddce19_8_2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7" name="Shape 1077"/>
        <p:cNvGrpSpPr/>
        <p:nvPr/>
      </p:nvGrpSpPr>
      <p:grpSpPr>
        <a:xfrm>
          <a:off x="0" y="0"/>
          <a:ext cx="0" cy="0"/>
          <a:chOff x="0" y="0"/>
          <a:chExt cx="0" cy="0"/>
        </a:xfrm>
      </p:grpSpPr>
      <p:sp>
        <p:nvSpPr>
          <p:cNvPr id="1078" name="Google Shape;1078;h7269542766ddce19_8_79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79" name="Google Shape;1079;h7269542766ddce19_8_79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6" name="Shape 1116"/>
        <p:cNvGrpSpPr/>
        <p:nvPr/>
      </p:nvGrpSpPr>
      <p:grpSpPr>
        <a:xfrm>
          <a:off x="0" y="0"/>
          <a:ext cx="0" cy="0"/>
          <a:chOff x="0" y="0"/>
          <a:chExt cx="0" cy="0"/>
        </a:xfrm>
      </p:grpSpPr>
      <p:sp>
        <p:nvSpPr>
          <p:cNvPr id="1117" name="Google Shape;1117;h7269542766ddce19_8_2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18" name="Google Shape;1118;h7269542766ddce19_8_20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h7269542766ddce19_8_10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97" name="Google Shape;1297;h7269542766ddce19_8_10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h7269542766ddce19_8_119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04" name="Google Shape;1304;h7269542766ddce19_8_119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8" name="Shape 1308"/>
        <p:cNvGrpSpPr/>
        <p:nvPr/>
      </p:nvGrpSpPr>
      <p:grpSpPr>
        <a:xfrm>
          <a:off x="0" y="0"/>
          <a:ext cx="0" cy="0"/>
          <a:chOff x="0" y="0"/>
          <a:chExt cx="0" cy="0"/>
        </a:xfrm>
      </p:grpSpPr>
      <p:sp>
        <p:nvSpPr>
          <p:cNvPr id="1309" name="Google Shape;1309;h758e733e78b29c6b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h758e733e78b29c6b_2_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7" name="Shape 1487"/>
        <p:cNvGrpSpPr/>
        <p:nvPr/>
      </p:nvGrpSpPr>
      <p:grpSpPr>
        <a:xfrm>
          <a:off x="0" y="0"/>
          <a:ext cx="0" cy="0"/>
          <a:chOff x="0" y="0"/>
          <a:chExt cx="0" cy="0"/>
        </a:xfrm>
      </p:grpSpPr>
      <p:sp>
        <p:nvSpPr>
          <p:cNvPr id="1488" name="Google Shape;1488;h7269542766ddce19_8_12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h7269542766ddce19_8_120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5" name="Shape 1495"/>
        <p:cNvGrpSpPr/>
        <p:nvPr/>
      </p:nvGrpSpPr>
      <p:grpSpPr>
        <a:xfrm>
          <a:off x="0" y="0"/>
          <a:ext cx="0" cy="0"/>
          <a:chOff x="0" y="0"/>
          <a:chExt cx="0" cy="0"/>
        </a:xfrm>
      </p:grpSpPr>
      <p:sp>
        <p:nvSpPr>
          <p:cNvPr id="1496" name="Google Shape;1496;h7269542766ddce19_8_12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97" name="Google Shape;1497;h7269542766ddce19_8_120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4" name="Shape 1674"/>
        <p:cNvGrpSpPr/>
        <p:nvPr/>
      </p:nvGrpSpPr>
      <p:grpSpPr>
        <a:xfrm>
          <a:off x="0" y="0"/>
          <a:ext cx="0" cy="0"/>
          <a:chOff x="0" y="0"/>
          <a:chExt cx="0" cy="0"/>
        </a:xfrm>
      </p:grpSpPr>
      <p:sp>
        <p:nvSpPr>
          <p:cNvPr id="1675" name="Google Shape;1675;h7269542766ddce19_8_138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76" name="Google Shape;1676;h7269542766ddce19_8_138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1" name="Shape 1851"/>
        <p:cNvGrpSpPr/>
        <p:nvPr/>
      </p:nvGrpSpPr>
      <p:grpSpPr>
        <a:xfrm>
          <a:off x="0" y="0"/>
          <a:ext cx="0" cy="0"/>
          <a:chOff x="0" y="0"/>
          <a:chExt cx="0" cy="0"/>
        </a:xfrm>
      </p:grpSpPr>
      <p:sp>
        <p:nvSpPr>
          <p:cNvPr id="1852" name="Google Shape;1852;h7269542766ddce19_8_156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53" name="Google Shape;1853;h7269542766ddce19_8_156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0" name="Shape 2030"/>
        <p:cNvGrpSpPr/>
        <p:nvPr/>
      </p:nvGrpSpPr>
      <p:grpSpPr>
        <a:xfrm>
          <a:off x="0" y="0"/>
          <a:ext cx="0" cy="0"/>
          <a:chOff x="0" y="0"/>
          <a:chExt cx="0" cy="0"/>
        </a:xfrm>
      </p:grpSpPr>
      <p:sp>
        <p:nvSpPr>
          <p:cNvPr id="2031" name="Google Shape;2031;h7269542766ddce19_8_17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32" name="Google Shape;2032;h7269542766ddce19_8_1739: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8" name="Shape 2038"/>
        <p:cNvGrpSpPr/>
        <p:nvPr/>
      </p:nvGrpSpPr>
      <p:grpSpPr>
        <a:xfrm>
          <a:off x="0" y="0"/>
          <a:ext cx="0" cy="0"/>
          <a:chOff x="0" y="0"/>
          <a:chExt cx="0" cy="0"/>
        </a:xfrm>
      </p:grpSpPr>
      <p:sp>
        <p:nvSpPr>
          <p:cNvPr id="2039" name="Google Shape;2039;h7269542766ddce19_8_174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40" name="Google Shape;2040;h7269542766ddce19_8_17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6" name="Shape 2216"/>
        <p:cNvGrpSpPr/>
        <p:nvPr/>
      </p:nvGrpSpPr>
      <p:grpSpPr>
        <a:xfrm>
          <a:off x="0" y="0"/>
          <a:ext cx="0" cy="0"/>
          <a:chOff x="0" y="0"/>
          <a:chExt cx="0" cy="0"/>
        </a:xfrm>
      </p:grpSpPr>
      <p:sp>
        <p:nvSpPr>
          <p:cNvPr id="2217" name="Google Shape;2217;h7269542766ddce19_8_19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18" name="Google Shape;2218;h7269542766ddce19_8_19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4" name="Shape 2394"/>
        <p:cNvGrpSpPr/>
        <p:nvPr/>
      </p:nvGrpSpPr>
      <p:grpSpPr>
        <a:xfrm>
          <a:off x="0" y="0"/>
          <a:ext cx="0" cy="0"/>
          <a:chOff x="0" y="0"/>
          <a:chExt cx="0" cy="0"/>
        </a:xfrm>
      </p:grpSpPr>
      <p:sp>
        <p:nvSpPr>
          <p:cNvPr id="2395" name="Google Shape;2395;h7269542766ddce19_8_210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96" name="Google Shape;2396;h7269542766ddce19_8_210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2" name="Shape 2572"/>
        <p:cNvGrpSpPr/>
        <p:nvPr/>
      </p:nvGrpSpPr>
      <p:grpSpPr>
        <a:xfrm>
          <a:off x="0" y="0"/>
          <a:ext cx="0" cy="0"/>
          <a:chOff x="0" y="0"/>
          <a:chExt cx="0" cy="0"/>
        </a:xfrm>
      </p:grpSpPr>
      <p:sp>
        <p:nvSpPr>
          <p:cNvPr id="2573" name="Google Shape;2573;h7269542766ddce19_8_227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74" name="Google Shape;2574;h7269542766ddce19_8_227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7" name="Shape 2577"/>
        <p:cNvGrpSpPr/>
        <p:nvPr/>
      </p:nvGrpSpPr>
      <p:grpSpPr>
        <a:xfrm>
          <a:off x="0" y="0"/>
          <a:ext cx="0" cy="0"/>
          <a:chOff x="0" y="0"/>
          <a:chExt cx="0" cy="0"/>
        </a:xfrm>
      </p:grpSpPr>
      <p:sp>
        <p:nvSpPr>
          <p:cNvPr id="2578" name="Google Shape;2578;h7269542766ddce19_8_228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79" name="Google Shape;2579;h7269542766ddce19_8_22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6" name="Shape 2756"/>
        <p:cNvGrpSpPr/>
        <p:nvPr/>
      </p:nvGrpSpPr>
      <p:grpSpPr>
        <a:xfrm>
          <a:off x="0" y="0"/>
          <a:ext cx="0" cy="0"/>
          <a:chOff x="0" y="0"/>
          <a:chExt cx="0" cy="0"/>
        </a:xfrm>
      </p:grpSpPr>
      <p:sp>
        <p:nvSpPr>
          <p:cNvPr id="2757" name="Google Shape;2757;h7269542766ddce19_8_245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58" name="Google Shape;2758;h7269542766ddce19_8_245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3" name="Shape 2933"/>
        <p:cNvGrpSpPr/>
        <p:nvPr/>
      </p:nvGrpSpPr>
      <p:grpSpPr>
        <a:xfrm>
          <a:off x="0" y="0"/>
          <a:ext cx="0" cy="0"/>
          <a:chOff x="0" y="0"/>
          <a:chExt cx="0" cy="0"/>
        </a:xfrm>
      </p:grpSpPr>
      <p:sp>
        <p:nvSpPr>
          <p:cNvPr id="2934" name="Google Shape;2934;h7269542766ddce19_8_26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935" name="Google Shape;2935;h7269542766ddce19_8_26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1" name="Shape 3111"/>
        <p:cNvGrpSpPr/>
        <p:nvPr/>
      </p:nvGrpSpPr>
      <p:grpSpPr>
        <a:xfrm>
          <a:off x="0" y="0"/>
          <a:ext cx="0" cy="0"/>
          <a:chOff x="0" y="0"/>
          <a:chExt cx="0" cy="0"/>
        </a:xfrm>
      </p:grpSpPr>
      <p:sp>
        <p:nvSpPr>
          <p:cNvPr id="3112" name="Google Shape;3112;h7269542766ddce19_8_28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13" name="Google Shape;3113;h7269542766ddce19_8_28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2" name="Shape 3172"/>
        <p:cNvGrpSpPr/>
        <p:nvPr/>
      </p:nvGrpSpPr>
      <p:grpSpPr>
        <a:xfrm>
          <a:off x="0" y="0"/>
          <a:ext cx="0" cy="0"/>
          <a:chOff x="0" y="0"/>
          <a:chExt cx="0" cy="0"/>
        </a:xfrm>
      </p:grpSpPr>
      <p:sp>
        <p:nvSpPr>
          <p:cNvPr id="3173" name="Google Shape;3173;h7269542766ddce19_8_287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74" name="Google Shape;3174;h7269542766ddce19_8_287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3" name="Shape 53"/>
        <p:cNvGrpSpPr/>
        <p:nvPr/>
      </p:nvGrpSpPr>
      <p:grpSpPr>
        <a:xfrm>
          <a:off x="0" y="0"/>
          <a:ext cx="0" cy="0"/>
          <a:chOff x="0" y="0"/>
          <a:chExt cx="0" cy="0"/>
        </a:xfrm>
      </p:grpSpPr>
      <p:pic>
        <p:nvPicPr>
          <p:cNvPr id="54" name="Google Shape;54;p14"/>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55" name="Google Shape;55;p14"/>
          <p:cNvPicPr preferRelativeResize="0"/>
          <p:nvPr/>
        </p:nvPicPr>
        <p:blipFill rotWithShape="1">
          <a:blip r:embed="rId3">
            <a:alphaModFix/>
          </a:blip>
          <a:srcRect b="0" l="0" r="0" t="0"/>
          <a:stretch/>
        </p:blipFill>
        <p:spPr>
          <a:xfrm>
            <a:off x="6347750" y="2363542"/>
            <a:ext cx="3696874" cy="3640451"/>
          </a:xfrm>
          <a:prstGeom prst="rect">
            <a:avLst/>
          </a:prstGeom>
          <a:noFill/>
          <a:ln>
            <a:noFill/>
          </a:ln>
        </p:spPr>
      </p:pic>
      <p:pic>
        <p:nvPicPr>
          <p:cNvPr id="56" name="Google Shape;56;p14"/>
          <p:cNvPicPr preferRelativeResize="0"/>
          <p:nvPr/>
        </p:nvPicPr>
        <p:blipFill rotWithShape="1">
          <a:blip r:embed="rId4">
            <a:alphaModFix amt="41000"/>
          </a:blip>
          <a:srcRect b="0" l="0" r="0" t="0"/>
          <a:stretch/>
        </p:blipFill>
        <p:spPr>
          <a:xfrm rot="773834">
            <a:off x="5174663" y="3339309"/>
            <a:ext cx="6063351" cy="3927530"/>
          </a:xfrm>
          <a:prstGeom prst="rect">
            <a:avLst/>
          </a:prstGeom>
          <a:noFill/>
          <a:ln>
            <a:noFill/>
          </a:ln>
        </p:spPr>
      </p:pic>
      <p:pic>
        <p:nvPicPr>
          <p:cNvPr id="57" name="Google Shape;57;p14"/>
          <p:cNvPicPr preferRelativeResize="0"/>
          <p:nvPr/>
        </p:nvPicPr>
        <p:blipFill rotWithShape="1">
          <a:blip r:embed="rId4">
            <a:alphaModFix amt="10000"/>
          </a:blip>
          <a:srcRect b="0" l="0" r="0" t="0"/>
          <a:stretch/>
        </p:blipFill>
        <p:spPr>
          <a:xfrm rot="3">
            <a:off x="320322" y="-1604954"/>
            <a:ext cx="4224734" cy="2736556"/>
          </a:xfrm>
          <a:prstGeom prst="rect">
            <a:avLst/>
          </a:prstGeom>
          <a:noFill/>
          <a:ln>
            <a:noFill/>
          </a:ln>
        </p:spPr>
      </p:pic>
      <p:pic>
        <p:nvPicPr>
          <p:cNvPr id="58" name="Google Shape;58;p14"/>
          <p:cNvPicPr preferRelativeResize="0"/>
          <p:nvPr/>
        </p:nvPicPr>
        <p:blipFill rotWithShape="1">
          <a:blip r:embed="rId4">
            <a:alphaModFix amt="10000"/>
          </a:blip>
          <a:srcRect b="0" l="0" r="0" t="0"/>
          <a:stretch/>
        </p:blipFill>
        <p:spPr>
          <a:xfrm rot="283620">
            <a:off x="2289433" y="566808"/>
            <a:ext cx="8629217" cy="5589583"/>
          </a:xfrm>
          <a:prstGeom prst="rect">
            <a:avLst/>
          </a:prstGeom>
          <a:noFill/>
          <a:ln>
            <a:noFill/>
          </a:ln>
        </p:spPr>
      </p:pic>
      <p:pic>
        <p:nvPicPr>
          <p:cNvPr id="59" name="Google Shape;59;p14"/>
          <p:cNvPicPr preferRelativeResize="0"/>
          <p:nvPr/>
        </p:nvPicPr>
        <p:blipFill rotWithShape="1">
          <a:blip r:embed="rId3">
            <a:alphaModFix/>
          </a:blip>
          <a:srcRect b="0" l="0" r="0" t="0"/>
          <a:stretch/>
        </p:blipFill>
        <p:spPr>
          <a:xfrm>
            <a:off x="-898052" y="-476298"/>
            <a:ext cx="2757475" cy="2715424"/>
          </a:xfrm>
          <a:prstGeom prst="rect">
            <a:avLst/>
          </a:prstGeom>
          <a:noFill/>
          <a:ln>
            <a:noFill/>
          </a:ln>
        </p:spPr>
      </p:pic>
      <p:sp>
        <p:nvSpPr>
          <p:cNvPr id="60" name="Google Shape;60;p14"/>
          <p:cNvSpPr txBox="1"/>
          <p:nvPr>
            <p:ph type="ctrTitle"/>
          </p:nvPr>
        </p:nvSpPr>
        <p:spPr>
          <a:xfrm>
            <a:off x="720000" y="1301025"/>
            <a:ext cx="5825400" cy="2154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5200"/>
              <a:buNone/>
              <a:defRPr sz="50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61" name="Google Shape;61;p14"/>
          <p:cNvSpPr txBox="1"/>
          <p:nvPr>
            <p:ph idx="1" type="subTitle"/>
          </p:nvPr>
        </p:nvSpPr>
        <p:spPr>
          <a:xfrm>
            <a:off x="720000" y="3717468"/>
            <a:ext cx="4344000" cy="475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1">
  <p:cSld name="BLANK_1_1_1_1_1_1_1_1">
    <p:spTree>
      <p:nvGrpSpPr>
        <p:cNvPr id="62" name="Shape 62"/>
        <p:cNvGrpSpPr/>
        <p:nvPr/>
      </p:nvGrpSpPr>
      <p:grpSpPr>
        <a:xfrm>
          <a:off x="0" y="0"/>
          <a:ext cx="0" cy="0"/>
          <a:chOff x="0" y="0"/>
          <a:chExt cx="0" cy="0"/>
        </a:xfrm>
      </p:grpSpPr>
      <p:pic>
        <p:nvPicPr>
          <p:cNvPr id="63" name="Google Shape;63;p15"/>
          <p:cNvPicPr preferRelativeResize="0"/>
          <p:nvPr/>
        </p:nvPicPr>
        <p:blipFill rotWithShape="1">
          <a:blip r:embed="rId2">
            <a:alphaModFix/>
          </a:blip>
          <a:srcRect b="0" l="0" r="0" t="0"/>
          <a:stretch/>
        </p:blipFill>
        <p:spPr>
          <a:xfrm flipH="1" rot="10800000">
            <a:off x="0" y="0"/>
            <a:ext cx="9144000" cy="5143500"/>
          </a:xfrm>
          <a:prstGeom prst="rect">
            <a:avLst/>
          </a:prstGeom>
          <a:noFill/>
          <a:ln>
            <a:noFill/>
          </a:ln>
        </p:spPr>
      </p:pic>
      <p:sp>
        <p:nvSpPr>
          <p:cNvPr id="64" name="Google Shape;64;p15"/>
          <p:cNvSpPr txBox="1"/>
          <p:nvPr>
            <p:ph type="title"/>
          </p:nvPr>
        </p:nvSpPr>
        <p:spPr>
          <a:xfrm>
            <a:off x="1927126" y="1283357"/>
            <a:ext cx="2479500" cy="3954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400"/>
              <a:buNone/>
              <a:defRPr sz="2000">
                <a:solidFill>
                  <a:schemeClr val="accent1"/>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5" name="Google Shape;65;p15"/>
          <p:cNvSpPr txBox="1"/>
          <p:nvPr>
            <p:ph idx="1" type="subTitle"/>
          </p:nvPr>
        </p:nvSpPr>
        <p:spPr>
          <a:xfrm>
            <a:off x="1927125" y="1678829"/>
            <a:ext cx="24795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6" name="Google Shape;66;p15"/>
          <p:cNvSpPr txBox="1"/>
          <p:nvPr>
            <p:ph idx="2" type="title"/>
          </p:nvPr>
        </p:nvSpPr>
        <p:spPr>
          <a:xfrm>
            <a:off x="5780473" y="1283357"/>
            <a:ext cx="2479500" cy="3954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400"/>
              <a:buNone/>
              <a:defRPr sz="2000">
                <a:solidFill>
                  <a:schemeClr val="accent1"/>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7" name="Google Shape;67;p15"/>
          <p:cNvSpPr txBox="1"/>
          <p:nvPr>
            <p:ph idx="3" type="subTitle"/>
          </p:nvPr>
        </p:nvSpPr>
        <p:spPr>
          <a:xfrm>
            <a:off x="5780475" y="1678829"/>
            <a:ext cx="24795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68" name="Google Shape;68;p15"/>
          <p:cNvSpPr txBox="1"/>
          <p:nvPr>
            <p:ph idx="4" type="title"/>
          </p:nvPr>
        </p:nvSpPr>
        <p:spPr>
          <a:xfrm>
            <a:off x="1927126" y="2392165"/>
            <a:ext cx="2479500" cy="3954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400"/>
              <a:buNone/>
              <a:defRPr sz="2000">
                <a:solidFill>
                  <a:schemeClr val="accent1"/>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69" name="Google Shape;69;p15"/>
          <p:cNvSpPr txBox="1"/>
          <p:nvPr>
            <p:ph idx="5" type="subTitle"/>
          </p:nvPr>
        </p:nvSpPr>
        <p:spPr>
          <a:xfrm>
            <a:off x="1927125" y="2787657"/>
            <a:ext cx="24795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70" name="Google Shape;70;p15"/>
          <p:cNvSpPr txBox="1"/>
          <p:nvPr>
            <p:ph idx="6" type="title"/>
          </p:nvPr>
        </p:nvSpPr>
        <p:spPr>
          <a:xfrm>
            <a:off x="5780473" y="2392165"/>
            <a:ext cx="2479500" cy="3954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400"/>
              <a:buNone/>
              <a:defRPr sz="2000">
                <a:solidFill>
                  <a:schemeClr val="accent1"/>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71" name="Google Shape;71;p15"/>
          <p:cNvSpPr txBox="1"/>
          <p:nvPr>
            <p:ph idx="7" type="subTitle"/>
          </p:nvPr>
        </p:nvSpPr>
        <p:spPr>
          <a:xfrm>
            <a:off x="5780475" y="2787657"/>
            <a:ext cx="24795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72" name="Google Shape;72;p15"/>
          <p:cNvSpPr txBox="1"/>
          <p:nvPr>
            <p:ph idx="8" type="title"/>
          </p:nvPr>
        </p:nvSpPr>
        <p:spPr>
          <a:xfrm>
            <a:off x="884025" y="1448300"/>
            <a:ext cx="1048200" cy="6675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6000"/>
              <a:buNone/>
              <a:defRPr sz="3000">
                <a:solidFill>
                  <a:schemeClr val="accent1"/>
                </a:solidFill>
              </a:defRPr>
            </a:lvl1pPr>
            <a:lvl2pPr lvl="1" algn="ctr">
              <a:lnSpc>
                <a:spcPct val="100000"/>
              </a:lnSpc>
              <a:spcBef>
                <a:spcPts val="0"/>
              </a:spcBef>
              <a:spcAft>
                <a:spcPts val="0"/>
              </a:spcAft>
              <a:buSzPts val="6000"/>
              <a:buNone/>
              <a:defRPr sz="6000"/>
            </a:lvl2pPr>
            <a:lvl3pPr lvl="2" algn="ctr">
              <a:lnSpc>
                <a:spcPct val="100000"/>
              </a:lnSpc>
              <a:spcBef>
                <a:spcPts val="0"/>
              </a:spcBef>
              <a:spcAft>
                <a:spcPts val="0"/>
              </a:spcAft>
              <a:buSzPts val="6000"/>
              <a:buNone/>
              <a:defRPr sz="6000"/>
            </a:lvl3pPr>
            <a:lvl4pPr lvl="3" algn="ctr">
              <a:lnSpc>
                <a:spcPct val="100000"/>
              </a:lnSpc>
              <a:spcBef>
                <a:spcPts val="0"/>
              </a:spcBef>
              <a:spcAft>
                <a:spcPts val="0"/>
              </a:spcAft>
              <a:buSzPts val="6000"/>
              <a:buNone/>
              <a:defRPr sz="6000"/>
            </a:lvl4pPr>
            <a:lvl5pPr lvl="4" algn="ctr">
              <a:lnSpc>
                <a:spcPct val="100000"/>
              </a:lnSpc>
              <a:spcBef>
                <a:spcPts val="0"/>
              </a:spcBef>
              <a:spcAft>
                <a:spcPts val="0"/>
              </a:spcAft>
              <a:buSzPts val="6000"/>
              <a:buNone/>
              <a:defRPr sz="6000"/>
            </a:lvl5pPr>
            <a:lvl6pPr lvl="5" algn="ctr">
              <a:lnSpc>
                <a:spcPct val="100000"/>
              </a:lnSpc>
              <a:spcBef>
                <a:spcPts val="0"/>
              </a:spcBef>
              <a:spcAft>
                <a:spcPts val="0"/>
              </a:spcAft>
              <a:buSzPts val="6000"/>
              <a:buNone/>
              <a:defRPr sz="6000"/>
            </a:lvl6pPr>
            <a:lvl7pPr lvl="6" algn="ctr">
              <a:lnSpc>
                <a:spcPct val="100000"/>
              </a:lnSpc>
              <a:spcBef>
                <a:spcPts val="0"/>
              </a:spcBef>
              <a:spcAft>
                <a:spcPts val="0"/>
              </a:spcAft>
              <a:buSzPts val="6000"/>
              <a:buNone/>
              <a:defRPr sz="6000"/>
            </a:lvl7pPr>
            <a:lvl8pPr lvl="7" algn="ctr">
              <a:lnSpc>
                <a:spcPct val="100000"/>
              </a:lnSpc>
              <a:spcBef>
                <a:spcPts val="0"/>
              </a:spcBef>
              <a:spcAft>
                <a:spcPts val="0"/>
              </a:spcAft>
              <a:buSzPts val="6000"/>
              <a:buNone/>
              <a:defRPr sz="6000"/>
            </a:lvl8pPr>
            <a:lvl9pPr lvl="8" algn="ctr">
              <a:lnSpc>
                <a:spcPct val="100000"/>
              </a:lnSpc>
              <a:spcBef>
                <a:spcPts val="0"/>
              </a:spcBef>
              <a:spcAft>
                <a:spcPts val="0"/>
              </a:spcAft>
              <a:buSzPts val="6000"/>
              <a:buNone/>
              <a:defRPr sz="6000"/>
            </a:lvl9pPr>
          </a:lstStyle>
          <a:p/>
        </p:txBody>
      </p:sp>
      <p:sp>
        <p:nvSpPr>
          <p:cNvPr id="73" name="Google Shape;73;p15"/>
          <p:cNvSpPr txBox="1"/>
          <p:nvPr>
            <p:ph idx="9" type="title"/>
          </p:nvPr>
        </p:nvSpPr>
        <p:spPr>
          <a:xfrm>
            <a:off x="884025" y="2557101"/>
            <a:ext cx="1048200" cy="6675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6000"/>
              <a:buNone/>
              <a:defRPr sz="3000">
                <a:solidFill>
                  <a:schemeClr val="accent1"/>
                </a:solidFill>
              </a:defRPr>
            </a:lvl1pPr>
            <a:lvl2pPr lvl="1" algn="ctr">
              <a:lnSpc>
                <a:spcPct val="100000"/>
              </a:lnSpc>
              <a:spcBef>
                <a:spcPts val="0"/>
              </a:spcBef>
              <a:spcAft>
                <a:spcPts val="0"/>
              </a:spcAft>
              <a:buSzPts val="6000"/>
              <a:buNone/>
              <a:defRPr sz="6000"/>
            </a:lvl2pPr>
            <a:lvl3pPr lvl="2" algn="ctr">
              <a:lnSpc>
                <a:spcPct val="100000"/>
              </a:lnSpc>
              <a:spcBef>
                <a:spcPts val="0"/>
              </a:spcBef>
              <a:spcAft>
                <a:spcPts val="0"/>
              </a:spcAft>
              <a:buSzPts val="6000"/>
              <a:buNone/>
              <a:defRPr sz="6000"/>
            </a:lvl3pPr>
            <a:lvl4pPr lvl="3" algn="ctr">
              <a:lnSpc>
                <a:spcPct val="100000"/>
              </a:lnSpc>
              <a:spcBef>
                <a:spcPts val="0"/>
              </a:spcBef>
              <a:spcAft>
                <a:spcPts val="0"/>
              </a:spcAft>
              <a:buSzPts val="6000"/>
              <a:buNone/>
              <a:defRPr sz="6000"/>
            </a:lvl4pPr>
            <a:lvl5pPr lvl="4" algn="ctr">
              <a:lnSpc>
                <a:spcPct val="100000"/>
              </a:lnSpc>
              <a:spcBef>
                <a:spcPts val="0"/>
              </a:spcBef>
              <a:spcAft>
                <a:spcPts val="0"/>
              </a:spcAft>
              <a:buSzPts val="6000"/>
              <a:buNone/>
              <a:defRPr sz="6000"/>
            </a:lvl5pPr>
            <a:lvl6pPr lvl="5" algn="ctr">
              <a:lnSpc>
                <a:spcPct val="100000"/>
              </a:lnSpc>
              <a:spcBef>
                <a:spcPts val="0"/>
              </a:spcBef>
              <a:spcAft>
                <a:spcPts val="0"/>
              </a:spcAft>
              <a:buSzPts val="6000"/>
              <a:buNone/>
              <a:defRPr sz="6000"/>
            </a:lvl6pPr>
            <a:lvl7pPr lvl="6" algn="ctr">
              <a:lnSpc>
                <a:spcPct val="100000"/>
              </a:lnSpc>
              <a:spcBef>
                <a:spcPts val="0"/>
              </a:spcBef>
              <a:spcAft>
                <a:spcPts val="0"/>
              </a:spcAft>
              <a:buSzPts val="6000"/>
              <a:buNone/>
              <a:defRPr sz="6000"/>
            </a:lvl7pPr>
            <a:lvl8pPr lvl="7" algn="ctr">
              <a:lnSpc>
                <a:spcPct val="100000"/>
              </a:lnSpc>
              <a:spcBef>
                <a:spcPts val="0"/>
              </a:spcBef>
              <a:spcAft>
                <a:spcPts val="0"/>
              </a:spcAft>
              <a:buSzPts val="6000"/>
              <a:buNone/>
              <a:defRPr sz="6000"/>
            </a:lvl8pPr>
            <a:lvl9pPr lvl="8" algn="ctr">
              <a:lnSpc>
                <a:spcPct val="100000"/>
              </a:lnSpc>
              <a:spcBef>
                <a:spcPts val="0"/>
              </a:spcBef>
              <a:spcAft>
                <a:spcPts val="0"/>
              </a:spcAft>
              <a:buSzPts val="6000"/>
              <a:buNone/>
              <a:defRPr sz="6000"/>
            </a:lvl9pPr>
          </a:lstStyle>
          <a:p/>
        </p:txBody>
      </p:sp>
      <p:sp>
        <p:nvSpPr>
          <p:cNvPr id="74" name="Google Shape;74;p15"/>
          <p:cNvSpPr txBox="1"/>
          <p:nvPr>
            <p:ph idx="13" type="title"/>
          </p:nvPr>
        </p:nvSpPr>
        <p:spPr>
          <a:xfrm>
            <a:off x="4734200" y="1448300"/>
            <a:ext cx="1048200" cy="6675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6000"/>
              <a:buNone/>
              <a:defRPr sz="3000">
                <a:solidFill>
                  <a:schemeClr val="accent1"/>
                </a:solidFill>
              </a:defRPr>
            </a:lvl1pPr>
            <a:lvl2pPr lvl="1" algn="ctr">
              <a:lnSpc>
                <a:spcPct val="100000"/>
              </a:lnSpc>
              <a:spcBef>
                <a:spcPts val="0"/>
              </a:spcBef>
              <a:spcAft>
                <a:spcPts val="0"/>
              </a:spcAft>
              <a:buSzPts val="6000"/>
              <a:buNone/>
              <a:defRPr sz="6000"/>
            </a:lvl2pPr>
            <a:lvl3pPr lvl="2" algn="ctr">
              <a:lnSpc>
                <a:spcPct val="100000"/>
              </a:lnSpc>
              <a:spcBef>
                <a:spcPts val="0"/>
              </a:spcBef>
              <a:spcAft>
                <a:spcPts val="0"/>
              </a:spcAft>
              <a:buSzPts val="6000"/>
              <a:buNone/>
              <a:defRPr sz="6000"/>
            </a:lvl3pPr>
            <a:lvl4pPr lvl="3" algn="ctr">
              <a:lnSpc>
                <a:spcPct val="100000"/>
              </a:lnSpc>
              <a:spcBef>
                <a:spcPts val="0"/>
              </a:spcBef>
              <a:spcAft>
                <a:spcPts val="0"/>
              </a:spcAft>
              <a:buSzPts val="6000"/>
              <a:buNone/>
              <a:defRPr sz="6000"/>
            </a:lvl4pPr>
            <a:lvl5pPr lvl="4" algn="ctr">
              <a:lnSpc>
                <a:spcPct val="100000"/>
              </a:lnSpc>
              <a:spcBef>
                <a:spcPts val="0"/>
              </a:spcBef>
              <a:spcAft>
                <a:spcPts val="0"/>
              </a:spcAft>
              <a:buSzPts val="6000"/>
              <a:buNone/>
              <a:defRPr sz="6000"/>
            </a:lvl5pPr>
            <a:lvl6pPr lvl="5" algn="ctr">
              <a:lnSpc>
                <a:spcPct val="100000"/>
              </a:lnSpc>
              <a:spcBef>
                <a:spcPts val="0"/>
              </a:spcBef>
              <a:spcAft>
                <a:spcPts val="0"/>
              </a:spcAft>
              <a:buSzPts val="6000"/>
              <a:buNone/>
              <a:defRPr sz="6000"/>
            </a:lvl6pPr>
            <a:lvl7pPr lvl="6" algn="ctr">
              <a:lnSpc>
                <a:spcPct val="100000"/>
              </a:lnSpc>
              <a:spcBef>
                <a:spcPts val="0"/>
              </a:spcBef>
              <a:spcAft>
                <a:spcPts val="0"/>
              </a:spcAft>
              <a:buSzPts val="6000"/>
              <a:buNone/>
              <a:defRPr sz="6000"/>
            </a:lvl7pPr>
            <a:lvl8pPr lvl="7" algn="ctr">
              <a:lnSpc>
                <a:spcPct val="100000"/>
              </a:lnSpc>
              <a:spcBef>
                <a:spcPts val="0"/>
              </a:spcBef>
              <a:spcAft>
                <a:spcPts val="0"/>
              </a:spcAft>
              <a:buSzPts val="6000"/>
              <a:buNone/>
              <a:defRPr sz="6000"/>
            </a:lvl8pPr>
            <a:lvl9pPr lvl="8" algn="ctr">
              <a:lnSpc>
                <a:spcPct val="100000"/>
              </a:lnSpc>
              <a:spcBef>
                <a:spcPts val="0"/>
              </a:spcBef>
              <a:spcAft>
                <a:spcPts val="0"/>
              </a:spcAft>
              <a:buSzPts val="6000"/>
              <a:buNone/>
              <a:defRPr sz="6000"/>
            </a:lvl9pPr>
          </a:lstStyle>
          <a:p/>
        </p:txBody>
      </p:sp>
      <p:sp>
        <p:nvSpPr>
          <p:cNvPr id="75" name="Google Shape;75;p15"/>
          <p:cNvSpPr txBox="1"/>
          <p:nvPr>
            <p:ph idx="14" type="title"/>
          </p:nvPr>
        </p:nvSpPr>
        <p:spPr>
          <a:xfrm>
            <a:off x="4734200" y="2557101"/>
            <a:ext cx="1048200" cy="6675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6000"/>
              <a:buNone/>
              <a:defRPr sz="3000">
                <a:solidFill>
                  <a:schemeClr val="accent1"/>
                </a:solidFill>
              </a:defRPr>
            </a:lvl1pPr>
            <a:lvl2pPr lvl="1" algn="ctr">
              <a:lnSpc>
                <a:spcPct val="100000"/>
              </a:lnSpc>
              <a:spcBef>
                <a:spcPts val="0"/>
              </a:spcBef>
              <a:spcAft>
                <a:spcPts val="0"/>
              </a:spcAft>
              <a:buSzPts val="6000"/>
              <a:buNone/>
              <a:defRPr sz="6000"/>
            </a:lvl2pPr>
            <a:lvl3pPr lvl="2" algn="ctr">
              <a:lnSpc>
                <a:spcPct val="100000"/>
              </a:lnSpc>
              <a:spcBef>
                <a:spcPts val="0"/>
              </a:spcBef>
              <a:spcAft>
                <a:spcPts val="0"/>
              </a:spcAft>
              <a:buSzPts val="6000"/>
              <a:buNone/>
              <a:defRPr sz="6000"/>
            </a:lvl3pPr>
            <a:lvl4pPr lvl="3" algn="ctr">
              <a:lnSpc>
                <a:spcPct val="100000"/>
              </a:lnSpc>
              <a:spcBef>
                <a:spcPts val="0"/>
              </a:spcBef>
              <a:spcAft>
                <a:spcPts val="0"/>
              </a:spcAft>
              <a:buSzPts val="6000"/>
              <a:buNone/>
              <a:defRPr sz="6000"/>
            </a:lvl4pPr>
            <a:lvl5pPr lvl="4" algn="ctr">
              <a:lnSpc>
                <a:spcPct val="100000"/>
              </a:lnSpc>
              <a:spcBef>
                <a:spcPts val="0"/>
              </a:spcBef>
              <a:spcAft>
                <a:spcPts val="0"/>
              </a:spcAft>
              <a:buSzPts val="6000"/>
              <a:buNone/>
              <a:defRPr sz="6000"/>
            </a:lvl5pPr>
            <a:lvl6pPr lvl="5" algn="ctr">
              <a:lnSpc>
                <a:spcPct val="100000"/>
              </a:lnSpc>
              <a:spcBef>
                <a:spcPts val="0"/>
              </a:spcBef>
              <a:spcAft>
                <a:spcPts val="0"/>
              </a:spcAft>
              <a:buSzPts val="6000"/>
              <a:buNone/>
              <a:defRPr sz="6000"/>
            </a:lvl6pPr>
            <a:lvl7pPr lvl="6" algn="ctr">
              <a:lnSpc>
                <a:spcPct val="100000"/>
              </a:lnSpc>
              <a:spcBef>
                <a:spcPts val="0"/>
              </a:spcBef>
              <a:spcAft>
                <a:spcPts val="0"/>
              </a:spcAft>
              <a:buSzPts val="6000"/>
              <a:buNone/>
              <a:defRPr sz="6000"/>
            </a:lvl7pPr>
            <a:lvl8pPr lvl="7" algn="ctr">
              <a:lnSpc>
                <a:spcPct val="100000"/>
              </a:lnSpc>
              <a:spcBef>
                <a:spcPts val="0"/>
              </a:spcBef>
              <a:spcAft>
                <a:spcPts val="0"/>
              </a:spcAft>
              <a:buSzPts val="6000"/>
              <a:buNone/>
              <a:defRPr sz="6000"/>
            </a:lvl8pPr>
            <a:lvl9pPr lvl="8" algn="ctr">
              <a:lnSpc>
                <a:spcPct val="100000"/>
              </a:lnSpc>
              <a:spcBef>
                <a:spcPts val="0"/>
              </a:spcBef>
              <a:spcAft>
                <a:spcPts val="0"/>
              </a:spcAft>
              <a:buSzPts val="6000"/>
              <a:buNone/>
              <a:defRPr sz="6000"/>
            </a:lvl9pPr>
          </a:lstStyle>
          <a:p/>
        </p:txBody>
      </p:sp>
      <p:sp>
        <p:nvSpPr>
          <p:cNvPr id="76" name="Google Shape;76;p15"/>
          <p:cNvSpPr txBox="1"/>
          <p:nvPr>
            <p:ph idx="15"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400"/>
              <a:buNone/>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
        <p:nvSpPr>
          <p:cNvPr id="77" name="Google Shape;77;p15"/>
          <p:cNvSpPr txBox="1"/>
          <p:nvPr>
            <p:ph idx="16" type="title"/>
          </p:nvPr>
        </p:nvSpPr>
        <p:spPr>
          <a:xfrm>
            <a:off x="1927126" y="3500990"/>
            <a:ext cx="2479500" cy="3954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400"/>
              <a:buNone/>
              <a:defRPr sz="2000">
                <a:solidFill>
                  <a:schemeClr val="accent1"/>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78" name="Google Shape;78;p15"/>
          <p:cNvSpPr txBox="1"/>
          <p:nvPr>
            <p:ph idx="17" type="subTitle"/>
          </p:nvPr>
        </p:nvSpPr>
        <p:spPr>
          <a:xfrm>
            <a:off x="1927125" y="3896483"/>
            <a:ext cx="24795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79" name="Google Shape;79;p15"/>
          <p:cNvSpPr txBox="1"/>
          <p:nvPr>
            <p:ph idx="18" type="title"/>
          </p:nvPr>
        </p:nvSpPr>
        <p:spPr>
          <a:xfrm>
            <a:off x="5780473" y="3500990"/>
            <a:ext cx="2479500" cy="3954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400"/>
              <a:buNone/>
              <a:defRPr sz="2000">
                <a:solidFill>
                  <a:schemeClr val="accent1"/>
                </a:solidFill>
              </a:defRPr>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80" name="Google Shape;80;p15"/>
          <p:cNvSpPr txBox="1"/>
          <p:nvPr>
            <p:ph idx="19" type="subTitle"/>
          </p:nvPr>
        </p:nvSpPr>
        <p:spPr>
          <a:xfrm>
            <a:off x="5780475" y="3896483"/>
            <a:ext cx="24795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81" name="Google Shape;81;p15"/>
          <p:cNvSpPr txBox="1"/>
          <p:nvPr>
            <p:ph idx="20" type="title"/>
          </p:nvPr>
        </p:nvSpPr>
        <p:spPr>
          <a:xfrm>
            <a:off x="884025" y="3665926"/>
            <a:ext cx="1048200" cy="6675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6000"/>
              <a:buNone/>
              <a:defRPr sz="3000">
                <a:solidFill>
                  <a:schemeClr val="accent1"/>
                </a:solidFill>
              </a:defRPr>
            </a:lvl1pPr>
            <a:lvl2pPr lvl="1" algn="ctr">
              <a:lnSpc>
                <a:spcPct val="100000"/>
              </a:lnSpc>
              <a:spcBef>
                <a:spcPts val="0"/>
              </a:spcBef>
              <a:spcAft>
                <a:spcPts val="0"/>
              </a:spcAft>
              <a:buSzPts val="6000"/>
              <a:buNone/>
              <a:defRPr sz="6000"/>
            </a:lvl2pPr>
            <a:lvl3pPr lvl="2" algn="ctr">
              <a:lnSpc>
                <a:spcPct val="100000"/>
              </a:lnSpc>
              <a:spcBef>
                <a:spcPts val="0"/>
              </a:spcBef>
              <a:spcAft>
                <a:spcPts val="0"/>
              </a:spcAft>
              <a:buSzPts val="6000"/>
              <a:buNone/>
              <a:defRPr sz="6000"/>
            </a:lvl3pPr>
            <a:lvl4pPr lvl="3" algn="ctr">
              <a:lnSpc>
                <a:spcPct val="100000"/>
              </a:lnSpc>
              <a:spcBef>
                <a:spcPts val="0"/>
              </a:spcBef>
              <a:spcAft>
                <a:spcPts val="0"/>
              </a:spcAft>
              <a:buSzPts val="6000"/>
              <a:buNone/>
              <a:defRPr sz="6000"/>
            </a:lvl4pPr>
            <a:lvl5pPr lvl="4" algn="ctr">
              <a:lnSpc>
                <a:spcPct val="100000"/>
              </a:lnSpc>
              <a:spcBef>
                <a:spcPts val="0"/>
              </a:spcBef>
              <a:spcAft>
                <a:spcPts val="0"/>
              </a:spcAft>
              <a:buSzPts val="6000"/>
              <a:buNone/>
              <a:defRPr sz="6000"/>
            </a:lvl5pPr>
            <a:lvl6pPr lvl="5" algn="ctr">
              <a:lnSpc>
                <a:spcPct val="100000"/>
              </a:lnSpc>
              <a:spcBef>
                <a:spcPts val="0"/>
              </a:spcBef>
              <a:spcAft>
                <a:spcPts val="0"/>
              </a:spcAft>
              <a:buSzPts val="6000"/>
              <a:buNone/>
              <a:defRPr sz="6000"/>
            </a:lvl6pPr>
            <a:lvl7pPr lvl="6" algn="ctr">
              <a:lnSpc>
                <a:spcPct val="100000"/>
              </a:lnSpc>
              <a:spcBef>
                <a:spcPts val="0"/>
              </a:spcBef>
              <a:spcAft>
                <a:spcPts val="0"/>
              </a:spcAft>
              <a:buSzPts val="6000"/>
              <a:buNone/>
              <a:defRPr sz="6000"/>
            </a:lvl7pPr>
            <a:lvl8pPr lvl="7" algn="ctr">
              <a:lnSpc>
                <a:spcPct val="100000"/>
              </a:lnSpc>
              <a:spcBef>
                <a:spcPts val="0"/>
              </a:spcBef>
              <a:spcAft>
                <a:spcPts val="0"/>
              </a:spcAft>
              <a:buSzPts val="6000"/>
              <a:buNone/>
              <a:defRPr sz="6000"/>
            </a:lvl8pPr>
            <a:lvl9pPr lvl="8" algn="ctr">
              <a:lnSpc>
                <a:spcPct val="100000"/>
              </a:lnSpc>
              <a:spcBef>
                <a:spcPts val="0"/>
              </a:spcBef>
              <a:spcAft>
                <a:spcPts val="0"/>
              </a:spcAft>
              <a:buSzPts val="6000"/>
              <a:buNone/>
              <a:defRPr sz="6000"/>
            </a:lvl9pPr>
          </a:lstStyle>
          <a:p/>
        </p:txBody>
      </p:sp>
      <p:sp>
        <p:nvSpPr>
          <p:cNvPr id="82" name="Google Shape;82;p15"/>
          <p:cNvSpPr txBox="1"/>
          <p:nvPr>
            <p:ph idx="21" type="title"/>
          </p:nvPr>
        </p:nvSpPr>
        <p:spPr>
          <a:xfrm>
            <a:off x="4734200" y="3665926"/>
            <a:ext cx="1048200" cy="6675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6000"/>
              <a:buNone/>
              <a:defRPr sz="3000">
                <a:solidFill>
                  <a:schemeClr val="accent1"/>
                </a:solidFill>
              </a:defRPr>
            </a:lvl1pPr>
            <a:lvl2pPr lvl="1" algn="ctr">
              <a:lnSpc>
                <a:spcPct val="100000"/>
              </a:lnSpc>
              <a:spcBef>
                <a:spcPts val="0"/>
              </a:spcBef>
              <a:spcAft>
                <a:spcPts val="0"/>
              </a:spcAft>
              <a:buSzPts val="6000"/>
              <a:buNone/>
              <a:defRPr sz="6000"/>
            </a:lvl2pPr>
            <a:lvl3pPr lvl="2" algn="ctr">
              <a:lnSpc>
                <a:spcPct val="100000"/>
              </a:lnSpc>
              <a:spcBef>
                <a:spcPts val="0"/>
              </a:spcBef>
              <a:spcAft>
                <a:spcPts val="0"/>
              </a:spcAft>
              <a:buSzPts val="6000"/>
              <a:buNone/>
              <a:defRPr sz="6000"/>
            </a:lvl3pPr>
            <a:lvl4pPr lvl="3" algn="ctr">
              <a:lnSpc>
                <a:spcPct val="100000"/>
              </a:lnSpc>
              <a:spcBef>
                <a:spcPts val="0"/>
              </a:spcBef>
              <a:spcAft>
                <a:spcPts val="0"/>
              </a:spcAft>
              <a:buSzPts val="6000"/>
              <a:buNone/>
              <a:defRPr sz="6000"/>
            </a:lvl4pPr>
            <a:lvl5pPr lvl="4" algn="ctr">
              <a:lnSpc>
                <a:spcPct val="100000"/>
              </a:lnSpc>
              <a:spcBef>
                <a:spcPts val="0"/>
              </a:spcBef>
              <a:spcAft>
                <a:spcPts val="0"/>
              </a:spcAft>
              <a:buSzPts val="6000"/>
              <a:buNone/>
              <a:defRPr sz="6000"/>
            </a:lvl5pPr>
            <a:lvl6pPr lvl="5" algn="ctr">
              <a:lnSpc>
                <a:spcPct val="100000"/>
              </a:lnSpc>
              <a:spcBef>
                <a:spcPts val="0"/>
              </a:spcBef>
              <a:spcAft>
                <a:spcPts val="0"/>
              </a:spcAft>
              <a:buSzPts val="6000"/>
              <a:buNone/>
              <a:defRPr sz="6000"/>
            </a:lvl6pPr>
            <a:lvl7pPr lvl="6" algn="ctr">
              <a:lnSpc>
                <a:spcPct val="100000"/>
              </a:lnSpc>
              <a:spcBef>
                <a:spcPts val="0"/>
              </a:spcBef>
              <a:spcAft>
                <a:spcPts val="0"/>
              </a:spcAft>
              <a:buSzPts val="6000"/>
              <a:buNone/>
              <a:defRPr sz="6000"/>
            </a:lvl7pPr>
            <a:lvl8pPr lvl="7" algn="ctr">
              <a:lnSpc>
                <a:spcPct val="100000"/>
              </a:lnSpc>
              <a:spcBef>
                <a:spcPts val="0"/>
              </a:spcBef>
              <a:spcAft>
                <a:spcPts val="0"/>
              </a:spcAft>
              <a:buSzPts val="6000"/>
              <a:buNone/>
              <a:defRPr sz="6000"/>
            </a:lvl8pPr>
            <a:lvl9pPr lvl="8" algn="ctr">
              <a:lnSpc>
                <a:spcPct val="100000"/>
              </a:lnSpc>
              <a:spcBef>
                <a:spcPts val="0"/>
              </a:spcBef>
              <a:spcAft>
                <a:spcPts val="0"/>
              </a:spcAft>
              <a:buSzPts val="6000"/>
              <a:buNone/>
              <a:defRPr sz="6000"/>
            </a:lvl9pPr>
          </a:lstStyle>
          <a:p/>
        </p:txBody>
      </p:sp>
      <p:pic>
        <p:nvPicPr>
          <p:cNvPr id="83" name="Google Shape;83;p15"/>
          <p:cNvPicPr preferRelativeResize="0"/>
          <p:nvPr/>
        </p:nvPicPr>
        <p:blipFill rotWithShape="1">
          <a:blip r:embed="rId3">
            <a:alphaModFix amt="41000"/>
          </a:blip>
          <a:srcRect b="0" l="0" r="0" t="0"/>
          <a:stretch/>
        </p:blipFill>
        <p:spPr>
          <a:xfrm flipH="1" rot="10106008">
            <a:off x="5496169" y="-2724263"/>
            <a:ext cx="5422212" cy="351222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84" name="Shape 84"/>
        <p:cNvGrpSpPr/>
        <p:nvPr/>
      </p:nvGrpSpPr>
      <p:grpSpPr>
        <a:xfrm>
          <a:off x="0" y="0"/>
          <a:ext cx="0" cy="0"/>
          <a:chOff x="0" y="0"/>
          <a:chExt cx="0" cy="0"/>
        </a:xfrm>
      </p:grpSpPr>
      <p:pic>
        <p:nvPicPr>
          <p:cNvPr id="85" name="Google Shape;85;p16"/>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86" name="Google Shape;86;p16"/>
          <p:cNvPicPr preferRelativeResize="0"/>
          <p:nvPr/>
        </p:nvPicPr>
        <p:blipFill rotWithShape="1">
          <a:blip r:embed="rId3">
            <a:alphaModFix amt="41000"/>
          </a:blip>
          <a:srcRect b="0" l="0" r="0" t="0"/>
          <a:stretch/>
        </p:blipFill>
        <p:spPr>
          <a:xfrm rot="316686">
            <a:off x="5454197" y="-74048"/>
            <a:ext cx="6700179" cy="4340021"/>
          </a:xfrm>
          <a:prstGeom prst="rect">
            <a:avLst/>
          </a:prstGeom>
          <a:noFill/>
          <a:ln>
            <a:noFill/>
          </a:ln>
        </p:spPr>
      </p:pic>
      <p:pic>
        <p:nvPicPr>
          <p:cNvPr id="87" name="Google Shape;87;p16"/>
          <p:cNvPicPr preferRelativeResize="0"/>
          <p:nvPr/>
        </p:nvPicPr>
        <p:blipFill rotWithShape="1">
          <a:blip r:embed="rId3">
            <a:alphaModFix amt="41000"/>
          </a:blip>
          <a:srcRect b="0" l="0" r="0" t="0"/>
          <a:stretch/>
        </p:blipFill>
        <p:spPr>
          <a:xfrm rot="316686">
            <a:off x="-1415378" y="-2760623"/>
            <a:ext cx="6700179" cy="4340021"/>
          </a:xfrm>
          <a:prstGeom prst="rect">
            <a:avLst/>
          </a:prstGeom>
          <a:noFill/>
          <a:ln>
            <a:noFill/>
          </a:ln>
        </p:spPr>
      </p:pic>
      <p:pic>
        <p:nvPicPr>
          <p:cNvPr id="88" name="Google Shape;88;p16"/>
          <p:cNvPicPr preferRelativeResize="0"/>
          <p:nvPr/>
        </p:nvPicPr>
        <p:blipFill rotWithShape="1">
          <a:blip r:embed="rId3">
            <a:alphaModFix amt="10000"/>
          </a:blip>
          <a:srcRect b="0" l="0" r="0" t="0"/>
          <a:stretch/>
        </p:blipFill>
        <p:spPr>
          <a:xfrm rot="761211">
            <a:off x="2441833" y="859383"/>
            <a:ext cx="8629218" cy="5589584"/>
          </a:xfrm>
          <a:prstGeom prst="rect">
            <a:avLst/>
          </a:prstGeom>
          <a:noFill/>
          <a:ln>
            <a:noFill/>
          </a:ln>
        </p:spPr>
      </p:pic>
      <p:pic>
        <p:nvPicPr>
          <p:cNvPr id="89" name="Google Shape;89;p16"/>
          <p:cNvPicPr preferRelativeResize="0"/>
          <p:nvPr/>
        </p:nvPicPr>
        <p:blipFill rotWithShape="1">
          <a:blip r:embed="rId4">
            <a:alphaModFix/>
          </a:blip>
          <a:srcRect b="0" l="0" r="0" t="0"/>
          <a:stretch/>
        </p:blipFill>
        <p:spPr>
          <a:xfrm>
            <a:off x="6359250" y="3109250"/>
            <a:ext cx="2931975" cy="2887250"/>
          </a:xfrm>
          <a:prstGeom prst="rect">
            <a:avLst/>
          </a:prstGeom>
          <a:noFill/>
          <a:ln>
            <a:noFill/>
          </a:ln>
        </p:spPr>
      </p:pic>
      <p:pic>
        <p:nvPicPr>
          <p:cNvPr id="90" name="Google Shape;90;p16"/>
          <p:cNvPicPr preferRelativeResize="0"/>
          <p:nvPr/>
        </p:nvPicPr>
        <p:blipFill rotWithShape="1">
          <a:blip r:embed="rId4">
            <a:alphaModFix/>
          </a:blip>
          <a:srcRect b="0" l="0" r="0" t="0"/>
          <a:stretch/>
        </p:blipFill>
        <p:spPr>
          <a:xfrm>
            <a:off x="5441550" y="374942"/>
            <a:ext cx="2540075" cy="2501324"/>
          </a:xfrm>
          <a:prstGeom prst="rect">
            <a:avLst/>
          </a:prstGeom>
          <a:noFill/>
          <a:ln>
            <a:noFill/>
          </a:ln>
        </p:spPr>
      </p:pic>
      <p:sp>
        <p:nvSpPr>
          <p:cNvPr id="91" name="Google Shape;91;p16"/>
          <p:cNvSpPr txBox="1"/>
          <p:nvPr>
            <p:ph type="title"/>
          </p:nvPr>
        </p:nvSpPr>
        <p:spPr>
          <a:xfrm>
            <a:off x="720000" y="2302100"/>
            <a:ext cx="3739200" cy="12957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3600"/>
              <a:buNone/>
              <a:defRPr sz="44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92" name="Google Shape;92;p16"/>
          <p:cNvSpPr txBox="1"/>
          <p:nvPr>
            <p:ph idx="2" type="title"/>
          </p:nvPr>
        </p:nvSpPr>
        <p:spPr>
          <a:xfrm>
            <a:off x="720000" y="1164975"/>
            <a:ext cx="1276800" cy="7134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6000"/>
              <a:buNone/>
              <a:defRPr sz="6600">
                <a:solidFill>
                  <a:schemeClr val="accent1"/>
                </a:solidFill>
              </a:defRPr>
            </a:lvl1pPr>
            <a:lvl2pPr lvl="1" algn="ctr">
              <a:lnSpc>
                <a:spcPct val="100000"/>
              </a:lnSpc>
              <a:spcBef>
                <a:spcPts val="0"/>
              </a:spcBef>
              <a:spcAft>
                <a:spcPts val="0"/>
              </a:spcAft>
              <a:buSzPts val="6000"/>
              <a:buNone/>
              <a:defRPr sz="6000"/>
            </a:lvl2pPr>
            <a:lvl3pPr lvl="2" algn="ctr">
              <a:lnSpc>
                <a:spcPct val="100000"/>
              </a:lnSpc>
              <a:spcBef>
                <a:spcPts val="0"/>
              </a:spcBef>
              <a:spcAft>
                <a:spcPts val="0"/>
              </a:spcAft>
              <a:buSzPts val="6000"/>
              <a:buNone/>
              <a:defRPr sz="6000"/>
            </a:lvl3pPr>
            <a:lvl4pPr lvl="3" algn="ctr">
              <a:lnSpc>
                <a:spcPct val="100000"/>
              </a:lnSpc>
              <a:spcBef>
                <a:spcPts val="0"/>
              </a:spcBef>
              <a:spcAft>
                <a:spcPts val="0"/>
              </a:spcAft>
              <a:buSzPts val="6000"/>
              <a:buNone/>
              <a:defRPr sz="6000"/>
            </a:lvl4pPr>
            <a:lvl5pPr lvl="4" algn="ctr">
              <a:lnSpc>
                <a:spcPct val="100000"/>
              </a:lnSpc>
              <a:spcBef>
                <a:spcPts val="0"/>
              </a:spcBef>
              <a:spcAft>
                <a:spcPts val="0"/>
              </a:spcAft>
              <a:buSzPts val="6000"/>
              <a:buNone/>
              <a:defRPr sz="6000"/>
            </a:lvl5pPr>
            <a:lvl6pPr lvl="5" algn="ctr">
              <a:lnSpc>
                <a:spcPct val="100000"/>
              </a:lnSpc>
              <a:spcBef>
                <a:spcPts val="0"/>
              </a:spcBef>
              <a:spcAft>
                <a:spcPts val="0"/>
              </a:spcAft>
              <a:buSzPts val="6000"/>
              <a:buNone/>
              <a:defRPr sz="6000"/>
            </a:lvl6pPr>
            <a:lvl7pPr lvl="6" algn="ctr">
              <a:lnSpc>
                <a:spcPct val="100000"/>
              </a:lnSpc>
              <a:spcBef>
                <a:spcPts val="0"/>
              </a:spcBef>
              <a:spcAft>
                <a:spcPts val="0"/>
              </a:spcAft>
              <a:buSzPts val="6000"/>
              <a:buNone/>
              <a:defRPr sz="6000"/>
            </a:lvl7pPr>
            <a:lvl8pPr lvl="7" algn="ctr">
              <a:lnSpc>
                <a:spcPct val="100000"/>
              </a:lnSpc>
              <a:spcBef>
                <a:spcPts val="0"/>
              </a:spcBef>
              <a:spcAft>
                <a:spcPts val="0"/>
              </a:spcAft>
              <a:buSzPts val="6000"/>
              <a:buNone/>
              <a:defRPr sz="6000"/>
            </a:lvl8pPr>
            <a:lvl9pPr lvl="8" algn="ctr">
              <a:lnSpc>
                <a:spcPct val="100000"/>
              </a:lnSpc>
              <a:spcBef>
                <a:spcPts val="0"/>
              </a:spcBef>
              <a:spcAft>
                <a:spcPts val="0"/>
              </a:spcAft>
              <a:buSzPts val="6000"/>
              <a:buNone/>
              <a:defRPr sz="6000"/>
            </a:lvl9pPr>
          </a:lstStyle>
          <a:p/>
        </p:txBody>
      </p:sp>
      <p:sp>
        <p:nvSpPr>
          <p:cNvPr id="93" name="Google Shape;93;p16"/>
          <p:cNvSpPr txBox="1"/>
          <p:nvPr>
            <p:ph idx="1" type="subTitle"/>
          </p:nvPr>
        </p:nvSpPr>
        <p:spPr>
          <a:xfrm>
            <a:off x="720000" y="3679125"/>
            <a:ext cx="3081000" cy="7134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sz="16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94" name="Shape 94"/>
        <p:cNvGrpSpPr/>
        <p:nvPr/>
      </p:nvGrpSpPr>
      <p:grpSpPr>
        <a:xfrm>
          <a:off x="0" y="0"/>
          <a:ext cx="0" cy="0"/>
          <a:chOff x="0" y="0"/>
          <a:chExt cx="0" cy="0"/>
        </a:xfrm>
      </p:grpSpPr>
      <p:pic>
        <p:nvPicPr>
          <p:cNvPr id="95" name="Google Shape;95;p17"/>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96" name="Google Shape;96;p17"/>
          <p:cNvPicPr preferRelativeResize="0"/>
          <p:nvPr/>
        </p:nvPicPr>
        <p:blipFill rotWithShape="1">
          <a:blip r:embed="rId3">
            <a:alphaModFix amt="10000"/>
          </a:blip>
          <a:srcRect b="0" l="0" r="0" t="0"/>
          <a:stretch/>
        </p:blipFill>
        <p:spPr>
          <a:xfrm rot="8">
            <a:off x="3514600" y="-971664"/>
            <a:ext cx="8832549" cy="5721254"/>
          </a:xfrm>
          <a:prstGeom prst="rect">
            <a:avLst/>
          </a:prstGeom>
          <a:noFill/>
          <a:ln>
            <a:noFill/>
          </a:ln>
        </p:spPr>
      </p:pic>
      <p:pic>
        <p:nvPicPr>
          <p:cNvPr id="97" name="Google Shape;97;p17"/>
          <p:cNvPicPr preferRelativeResize="0"/>
          <p:nvPr/>
        </p:nvPicPr>
        <p:blipFill rotWithShape="1">
          <a:blip r:embed="rId4">
            <a:alphaModFix/>
          </a:blip>
          <a:srcRect b="0" l="0" r="0" t="0"/>
          <a:stretch/>
        </p:blipFill>
        <p:spPr>
          <a:xfrm>
            <a:off x="6655550" y="3156925"/>
            <a:ext cx="2101000" cy="2068976"/>
          </a:xfrm>
          <a:prstGeom prst="rect">
            <a:avLst/>
          </a:prstGeom>
          <a:noFill/>
          <a:ln>
            <a:noFill/>
          </a:ln>
        </p:spPr>
      </p:pic>
      <p:pic>
        <p:nvPicPr>
          <p:cNvPr id="98" name="Google Shape;98;p17"/>
          <p:cNvPicPr preferRelativeResize="0"/>
          <p:nvPr/>
        </p:nvPicPr>
        <p:blipFill rotWithShape="1">
          <a:blip r:embed="rId4">
            <a:alphaModFix/>
          </a:blip>
          <a:srcRect b="0" l="0" r="0" t="0"/>
          <a:stretch/>
        </p:blipFill>
        <p:spPr>
          <a:xfrm>
            <a:off x="5981250" y="1159200"/>
            <a:ext cx="1814400" cy="1786725"/>
          </a:xfrm>
          <a:prstGeom prst="rect">
            <a:avLst/>
          </a:prstGeom>
          <a:noFill/>
          <a:ln>
            <a:noFill/>
          </a:ln>
        </p:spPr>
      </p:pic>
      <p:sp>
        <p:nvSpPr>
          <p:cNvPr id="99" name="Google Shape;99;p17"/>
          <p:cNvSpPr txBox="1"/>
          <p:nvPr>
            <p:ph type="title"/>
          </p:nvPr>
        </p:nvSpPr>
        <p:spPr>
          <a:xfrm>
            <a:off x="720000" y="445025"/>
            <a:ext cx="54207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400"/>
              <a:buNone/>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
        <p:nvSpPr>
          <p:cNvPr id="100" name="Google Shape;100;p17"/>
          <p:cNvSpPr txBox="1"/>
          <p:nvPr>
            <p:ph idx="1" type="body"/>
          </p:nvPr>
        </p:nvSpPr>
        <p:spPr>
          <a:xfrm>
            <a:off x="720000" y="1825350"/>
            <a:ext cx="4086900" cy="25791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Clr>
                <a:srgbClr val="434343"/>
              </a:buClr>
              <a:buSzPts val="1400"/>
              <a:buChar char="●"/>
              <a:defRPr>
                <a:solidFill>
                  <a:srgbClr val="434343"/>
                </a:solidFill>
              </a:defRPr>
            </a:lvl1pPr>
            <a:lvl2pPr indent="-317500" lvl="1" marL="914400" algn="l">
              <a:lnSpc>
                <a:spcPct val="115000"/>
              </a:lnSpc>
              <a:spcBef>
                <a:spcPts val="1600"/>
              </a:spcBef>
              <a:spcAft>
                <a:spcPts val="0"/>
              </a:spcAft>
              <a:buClr>
                <a:srgbClr val="434343"/>
              </a:buClr>
              <a:buSzPts val="1400"/>
              <a:buFont typeface="Roboto Condensed Light"/>
              <a:buChar char="○"/>
              <a:defRPr>
                <a:solidFill>
                  <a:srgbClr val="434343"/>
                </a:solidFill>
              </a:defRPr>
            </a:lvl2pPr>
            <a:lvl3pPr indent="-317500" lvl="2" marL="1371600" algn="l">
              <a:lnSpc>
                <a:spcPct val="115000"/>
              </a:lnSpc>
              <a:spcBef>
                <a:spcPts val="1600"/>
              </a:spcBef>
              <a:spcAft>
                <a:spcPts val="0"/>
              </a:spcAft>
              <a:buClr>
                <a:srgbClr val="434343"/>
              </a:buClr>
              <a:buSzPts val="1400"/>
              <a:buFont typeface="Roboto Condensed Light"/>
              <a:buChar char="■"/>
              <a:defRPr>
                <a:solidFill>
                  <a:srgbClr val="434343"/>
                </a:solidFill>
              </a:defRPr>
            </a:lvl3pPr>
            <a:lvl4pPr indent="-317500" lvl="3" marL="1828800" algn="l">
              <a:lnSpc>
                <a:spcPct val="115000"/>
              </a:lnSpc>
              <a:spcBef>
                <a:spcPts val="1600"/>
              </a:spcBef>
              <a:spcAft>
                <a:spcPts val="0"/>
              </a:spcAft>
              <a:buClr>
                <a:srgbClr val="434343"/>
              </a:buClr>
              <a:buSzPts val="1400"/>
              <a:buFont typeface="Roboto Condensed Light"/>
              <a:buChar char="●"/>
              <a:defRPr>
                <a:solidFill>
                  <a:srgbClr val="434343"/>
                </a:solidFill>
              </a:defRPr>
            </a:lvl4pPr>
            <a:lvl5pPr indent="-317500" lvl="4" marL="2286000" algn="l">
              <a:lnSpc>
                <a:spcPct val="115000"/>
              </a:lnSpc>
              <a:spcBef>
                <a:spcPts val="1600"/>
              </a:spcBef>
              <a:spcAft>
                <a:spcPts val="0"/>
              </a:spcAft>
              <a:buClr>
                <a:srgbClr val="434343"/>
              </a:buClr>
              <a:buSzPts val="1400"/>
              <a:buFont typeface="Roboto Condensed Light"/>
              <a:buChar char="○"/>
              <a:defRPr>
                <a:solidFill>
                  <a:srgbClr val="434343"/>
                </a:solidFill>
              </a:defRPr>
            </a:lvl5pPr>
            <a:lvl6pPr indent="-317500" lvl="5" marL="2743200" algn="l">
              <a:lnSpc>
                <a:spcPct val="115000"/>
              </a:lnSpc>
              <a:spcBef>
                <a:spcPts val="1600"/>
              </a:spcBef>
              <a:spcAft>
                <a:spcPts val="0"/>
              </a:spcAft>
              <a:buClr>
                <a:srgbClr val="434343"/>
              </a:buClr>
              <a:buSzPts val="1400"/>
              <a:buFont typeface="Roboto Condensed Light"/>
              <a:buChar char="■"/>
              <a:defRPr>
                <a:solidFill>
                  <a:srgbClr val="434343"/>
                </a:solidFill>
              </a:defRPr>
            </a:lvl6pPr>
            <a:lvl7pPr indent="-317500" lvl="6" marL="3200400" algn="l">
              <a:lnSpc>
                <a:spcPct val="115000"/>
              </a:lnSpc>
              <a:spcBef>
                <a:spcPts val="1600"/>
              </a:spcBef>
              <a:spcAft>
                <a:spcPts val="0"/>
              </a:spcAft>
              <a:buClr>
                <a:srgbClr val="434343"/>
              </a:buClr>
              <a:buSzPts val="1400"/>
              <a:buFont typeface="Roboto Condensed Light"/>
              <a:buChar char="●"/>
              <a:defRPr>
                <a:solidFill>
                  <a:srgbClr val="434343"/>
                </a:solidFill>
              </a:defRPr>
            </a:lvl7pPr>
            <a:lvl8pPr indent="-317500" lvl="7" marL="3657600" algn="l">
              <a:lnSpc>
                <a:spcPct val="115000"/>
              </a:lnSpc>
              <a:spcBef>
                <a:spcPts val="1600"/>
              </a:spcBef>
              <a:spcAft>
                <a:spcPts val="0"/>
              </a:spcAft>
              <a:buClr>
                <a:srgbClr val="434343"/>
              </a:buClr>
              <a:buSzPts val="1400"/>
              <a:buFont typeface="Roboto Condensed Light"/>
              <a:buChar char="○"/>
              <a:defRPr>
                <a:solidFill>
                  <a:srgbClr val="434343"/>
                </a:solidFill>
              </a:defRPr>
            </a:lvl8pPr>
            <a:lvl9pPr indent="-317500" lvl="8" marL="4114800" algn="l">
              <a:lnSpc>
                <a:spcPct val="115000"/>
              </a:lnSpc>
              <a:spcBef>
                <a:spcPts val="1600"/>
              </a:spcBef>
              <a:spcAft>
                <a:spcPts val="1600"/>
              </a:spcAft>
              <a:buClr>
                <a:srgbClr val="434343"/>
              </a:buClr>
              <a:buSzPts val="1400"/>
              <a:buFont typeface="Roboto Condensed Light"/>
              <a:buChar char="■"/>
              <a:defRPr>
                <a:solidFill>
                  <a:srgbClr val="434343"/>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spTree>
      <p:nvGrpSpPr>
        <p:cNvPr id="101" name="Shape 101"/>
        <p:cNvGrpSpPr/>
        <p:nvPr/>
      </p:nvGrpSpPr>
      <p:grpSpPr>
        <a:xfrm>
          <a:off x="0" y="0"/>
          <a:ext cx="0" cy="0"/>
          <a:chOff x="0" y="0"/>
          <a:chExt cx="0" cy="0"/>
        </a:xfrm>
      </p:grpSpPr>
      <p:pic>
        <p:nvPicPr>
          <p:cNvPr id="102" name="Google Shape;102;p18"/>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103" name="Google Shape;103;p18"/>
          <p:cNvPicPr preferRelativeResize="0"/>
          <p:nvPr/>
        </p:nvPicPr>
        <p:blipFill rotWithShape="1">
          <a:blip r:embed="rId3">
            <a:alphaModFix amt="41000"/>
          </a:blip>
          <a:srcRect b="0" l="0" r="0" t="0"/>
          <a:stretch/>
        </p:blipFill>
        <p:spPr>
          <a:xfrm rot="-136180">
            <a:off x="-4014720" y="-1268999"/>
            <a:ext cx="6073816" cy="3934297"/>
          </a:xfrm>
          <a:prstGeom prst="rect">
            <a:avLst/>
          </a:prstGeom>
          <a:noFill/>
          <a:ln>
            <a:noFill/>
          </a:ln>
        </p:spPr>
      </p:pic>
      <p:pic>
        <p:nvPicPr>
          <p:cNvPr id="104" name="Google Shape;104;p18"/>
          <p:cNvPicPr preferRelativeResize="0"/>
          <p:nvPr/>
        </p:nvPicPr>
        <p:blipFill rotWithShape="1">
          <a:blip r:embed="rId3">
            <a:alphaModFix amt="10000"/>
          </a:blip>
          <a:srcRect b="0" l="0" r="0" t="0"/>
          <a:stretch/>
        </p:blipFill>
        <p:spPr>
          <a:xfrm rot="192551">
            <a:off x="-80253" y="569262"/>
            <a:ext cx="8910555" cy="5771771"/>
          </a:xfrm>
          <a:prstGeom prst="rect">
            <a:avLst/>
          </a:prstGeom>
          <a:noFill/>
          <a:ln>
            <a:noFill/>
          </a:ln>
        </p:spPr>
      </p:pic>
      <p:sp>
        <p:nvSpPr>
          <p:cNvPr id="105" name="Google Shape;105;p18"/>
          <p:cNvSpPr txBox="1"/>
          <p:nvPr>
            <p:ph type="title"/>
          </p:nvPr>
        </p:nvSpPr>
        <p:spPr>
          <a:xfrm>
            <a:off x="4586325" y="2302100"/>
            <a:ext cx="3739200" cy="12957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3600"/>
              <a:buNone/>
              <a:defRPr sz="4400"/>
            </a:lvl1pPr>
            <a:lvl2pPr lvl="1" algn="r">
              <a:lnSpc>
                <a:spcPct val="100000"/>
              </a:lnSpc>
              <a:spcBef>
                <a:spcPts val="0"/>
              </a:spcBef>
              <a:spcAft>
                <a:spcPts val="0"/>
              </a:spcAft>
              <a:buSzPts val="3600"/>
              <a:buNone/>
              <a:defRPr sz="3600"/>
            </a:lvl2pPr>
            <a:lvl3pPr lvl="2" algn="r">
              <a:lnSpc>
                <a:spcPct val="100000"/>
              </a:lnSpc>
              <a:spcBef>
                <a:spcPts val="0"/>
              </a:spcBef>
              <a:spcAft>
                <a:spcPts val="0"/>
              </a:spcAft>
              <a:buSzPts val="3600"/>
              <a:buNone/>
              <a:defRPr sz="3600"/>
            </a:lvl3pPr>
            <a:lvl4pPr lvl="3" algn="r">
              <a:lnSpc>
                <a:spcPct val="100000"/>
              </a:lnSpc>
              <a:spcBef>
                <a:spcPts val="0"/>
              </a:spcBef>
              <a:spcAft>
                <a:spcPts val="0"/>
              </a:spcAft>
              <a:buSzPts val="3600"/>
              <a:buNone/>
              <a:defRPr sz="3600"/>
            </a:lvl4pPr>
            <a:lvl5pPr lvl="4" algn="r">
              <a:lnSpc>
                <a:spcPct val="100000"/>
              </a:lnSpc>
              <a:spcBef>
                <a:spcPts val="0"/>
              </a:spcBef>
              <a:spcAft>
                <a:spcPts val="0"/>
              </a:spcAft>
              <a:buSzPts val="3600"/>
              <a:buNone/>
              <a:defRPr sz="3600"/>
            </a:lvl5pPr>
            <a:lvl6pPr lvl="5" algn="r">
              <a:lnSpc>
                <a:spcPct val="100000"/>
              </a:lnSpc>
              <a:spcBef>
                <a:spcPts val="0"/>
              </a:spcBef>
              <a:spcAft>
                <a:spcPts val="0"/>
              </a:spcAft>
              <a:buSzPts val="3600"/>
              <a:buNone/>
              <a:defRPr sz="3600"/>
            </a:lvl6pPr>
            <a:lvl7pPr lvl="6" algn="r">
              <a:lnSpc>
                <a:spcPct val="100000"/>
              </a:lnSpc>
              <a:spcBef>
                <a:spcPts val="0"/>
              </a:spcBef>
              <a:spcAft>
                <a:spcPts val="0"/>
              </a:spcAft>
              <a:buSzPts val="3600"/>
              <a:buNone/>
              <a:defRPr sz="3600"/>
            </a:lvl7pPr>
            <a:lvl8pPr lvl="7" algn="r">
              <a:lnSpc>
                <a:spcPct val="100000"/>
              </a:lnSpc>
              <a:spcBef>
                <a:spcPts val="0"/>
              </a:spcBef>
              <a:spcAft>
                <a:spcPts val="0"/>
              </a:spcAft>
              <a:buSzPts val="3600"/>
              <a:buNone/>
              <a:defRPr sz="3600"/>
            </a:lvl8pPr>
            <a:lvl9pPr lvl="8" algn="r">
              <a:lnSpc>
                <a:spcPct val="100000"/>
              </a:lnSpc>
              <a:spcBef>
                <a:spcPts val="0"/>
              </a:spcBef>
              <a:spcAft>
                <a:spcPts val="0"/>
              </a:spcAft>
              <a:buSzPts val="3600"/>
              <a:buNone/>
              <a:defRPr sz="3600"/>
            </a:lvl9pPr>
          </a:lstStyle>
          <a:p/>
        </p:txBody>
      </p:sp>
      <p:sp>
        <p:nvSpPr>
          <p:cNvPr id="106" name="Google Shape;106;p18"/>
          <p:cNvSpPr txBox="1"/>
          <p:nvPr>
            <p:ph idx="2" type="title"/>
          </p:nvPr>
        </p:nvSpPr>
        <p:spPr>
          <a:xfrm>
            <a:off x="6562700" y="1241175"/>
            <a:ext cx="1762800" cy="7134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6000"/>
              <a:buNone/>
              <a:defRPr sz="6600">
                <a:solidFill>
                  <a:schemeClr val="accent1"/>
                </a:solidFill>
              </a:defRPr>
            </a:lvl1pPr>
            <a:lvl2pPr lvl="1" algn="r">
              <a:lnSpc>
                <a:spcPct val="100000"/>
              </a:lnSpc>
              <a:spcBef>
                <a:spcPts val="0"/>
              </a:spcBef>
              <a:spcAft>
                <a:spcPts val="0"/>
              </a:spcAft>
              <a:buSzPts val="6000"/>
              <a:buNone/>
              <a:defRPr sz="6000"/>
            </a:lvl2pPr>
            <a:lvl3pPr lvl="2" algn="r">
              <a:lnSpc>
                <a:spcPct val="100000"/>
              </a:lnSpc>
              <a:spcBef>
                <a:spcPts val="0"/>
              </a:spcBef>
              <a:spcAft>
                <a:spcPts val="0"/>
              </a:spcAft>
              <a:buSzPts val="6000"/>
              <a:buNone/>
              <a:defRPr sz="6000"/>
            </a:lvl3pPr>
            <a:lvl4pPr lvl="3" algn="r">
              <a:lnSpc>
                <a:spcPct val="100000"/>
              </a:lnSpc>
              <a:spcBef>
                <a:spcPts val="0"/>
              </a:spcBef>
              <a:spcAft>
                <a:spcPts val="0"/>
              </a:spcAft>
              <a:buSzPts val="6000"/>
              <a:buNone/>
              <a:defRPr sz="6000"/>
            </a:lvl4pPr>
            <a:lvl5pPr lvl="4" algn="r">
              <a:lnSpc>
                <a:spcPct val="100000"/>
              </a:lnSpc>
              <a:spcBef>
                <a:spcPts val="0"/>
              </a:spcBef>
              <a:spcAft>
                <a:spcPts val="0"/>
              </a:spcAft>
              <a:buSzPts val="6000"/>
              <a:buNone/>
              <a:defRPr sz="6000"/>
            </a:lvl5pPr>
            <a:lvl6pPr lvl="5" algn="r">
              <a:lnSpc>
                <a:spcPct val="100000"/>
              </a:lnSpc>
              <a:spcBef>
                <a:spcPts val="0"/>
              </a:spcBef>
              <a:spcAft>
                <a:spcPts val="0"/>
              </a:spcAft>
              <a:buSzPts val="6000"/>
              <a:buNone/>
              <a:defRPr sz="6000"/>
            </a:lvl6pPr>
            <a:lvl7pPr lvl="6" algn="r">
              <a:lnSpc>
                <a:spcPct val="100000"/>
              </a:lnSpc>
              <a:spcBef>
                <a:spcPts val="0"/>
              </a:spcBef>
              <a:spcAft>
                <a:spcPts val="0"/>
              </a:spcAft>
              <a:buSzPts val="6000"/>
              <a:buNone/>
              <a:defRPr sz="6000"/>
            </a:lvl7pPr>
            <a:lvl8pPr lvl="7" algn="r">
              <a:lnSpc>
                <a:spcPct val="100000"/>
              </a:lnSpc>
              <a:spcBef>
                <a:spcPts val="0"/>
              </a:spcBef>
              <a:spcAft>
                <a:spcPts val="0"/>
              </a:spcAft>
              <a:buSzPts val="6000"/>
              <a:buNone/>
              <a:defRPr sz="6000"/>
            </a:lvl8pPr>
            <a:lvl9pPr lvl="8" algn="r">
              <a:lnSpc>
                <a:spcPct val="100000"/>
              </a:lnSpc>
              <a:spcBef>
                <a:spcPts val="0"/>
              </a:spcBef>
              <a:spcAft>
                <a:spcPts val="0"/>
              </a:spcAft>
              <a:buSzPts val="6000"/>
              <a:buNone/>
              <a:defRPr sz="6000"/>
            </a:lvl9pPr>
          </a:lstStyle>
          <a:p/>
        </p:txBody>
      </p:sp>
      <p:sp>
        <p:nvSpPr>
          <p:cNvPr id="107" name="Google Shape;107;p18"/>
          <p:cNvSpPr txBox="1"/>
          <p:nvPr>
            <p:ph idx="1" type="subTitle"/>
          </p:nvPr>
        </p:nvSpPr>
        <p:spPr>
          <a:xfrm>
            <a:off x="5244525" y="3679125"/>
            <a:ext cx="3081000" cy="713400"/>
          </a:xfrm>
          <a:prstGeom prst="rect">
            <a:avLst/>
          </a:prstGeom>
          <a:noFill/>
          <a:ln>
            <a:noFill/>
          </a:ln>
        </p:spPr>
        <p:txBody>
          <a:bodyPr anchorCtr="0" anchor="t" bIns="91425" lIns="91425" spcFirstLastPara="1" rIns="91425" wrap="square" tIns="91425">
            <a:noAutofit/>
          </a:bodyPr>
          <a:lstStyle>
            <a:lvl1pPr lvl="0" algn="r">
              <a:lnSpc>
                <a:spcPct val="100000"/>
              </a:lnSpc>
              <a:spcBef>
                <a:spcPts val="0"/>
              </a:spcBef>
              <a:spcAft>
                <a:spcPts val="0"/>
              </a:spcAft>
              <a:buSzPts val="1400"/>
              <a:buNone/>
              <a:defRPr sz="1600"/>
            </a:lvl1pPr>
            <a:lvl2pPr lvl="1" algn="r">
              <a:lnSpc>
                <a:spcPct val="100000"/>
              </a:lnSpc>
              <a:spcBef>
                <a:spcPts val="1600"/>
              </a:spcBef>
              <a:spcAft>
                <a:spcPts val="0"/>
              </a:spcAft>
              <a:buSzPts val="1400"/>
              <a:buNone/>
              <a:defRPr/>
            </a:lvl2pPr>
            <a:lvl3pPr lvl="2" algn="r">
              <a:lnSpc>
                <a:spcPct val="100000"/>
              </a:lnSpc>
              <a:spcBef>
                <a:spcPts val="1600"/>
              </a:spcBef>
              <a:spcAft>
                <a:spcPts val="0"/>
              </a:spcAft>
              <a:buSzPts val="1400"/>
              <a:buNone/>
              <a:defRPr/>
            </a:lvl3pPr>
            <a:lvl4pPr lvl="3" algn="r">
              <a:lnSpc>
                <a:spcPct val="100000"/>
              </a:lnSpc>
              <a:spcBef>
                <a:spcPts val="1600"/>
              </a:spcBef>
              <a:spcAft>
                <a:spcPts val="0"/>
              </a:spcAft>
              <a:buSzPts val="1400"/>
              <a:buNone/>
              <a:defRPr/>
            </a:lvl4pPr>
            <a:lvl5pPr lvl="4" algn="r">
              <a:lnSpc>
                <a:spcPct val="100000"/>
              </a:lnSpc>
              <a:spcBef>
                <a:spcPts val="1600"/>
              </a:spcBef>
              <a:spcAft>
                <a:spcPts val="0"/>
              </a:spcAft>
              <a:buSzPts val="1400"/>
              <a:buNone/>
              <a:defRPr/>
            </a:lvl5pPr>
            <a:lvl6pPr lvl="5" algn="r">
              <a:lnSpc>
                <a:spcPct val="100000"/>
              </a:lnSpc>
              <a:spcBef>
                <a:spcPts val="1600"/>
              </a:spcBef>
              <a:spcAft>
                <a:spcPts val="0"/>
              </a:spcAft>
              <a:buSzPts val="1400"/>
              <a:buNone/>
              <a:defRPr/>
            </a:lvl6pPr>
            <a:lvl7pPr lvl="6" algn="r">
              <a:lnSpc>
                <a:spcPct val="100000"/>
              </a:lnSpc>
              <a:spcBef>
                <a:spcPts val="1600"/>
              </a:spcBef>
              <a:spcAft>
                <a:spcPts val="0"/>
              </a:spcAft>
              <a:buSzPts val="1400"/>
              <a:buNone/>
              <a:defRPr/>
            </a:lvl7pPr>
            <a:lvl8pPr lvl="7" algn="r">
              <a:lnSpc>
                <a:spcPct val="100000"/>
              </a:lnSpc>
              <a:spcBef>
                <a:spcPts val="1600"/>
              </a:spcBef>
              <a:spcAft>
                <a:spcPts val="0"/>
              </a:spcAft>
              <a:buSzPts val="1400"/>
              <a:buNone/>
              <a:defRPr/>
            </a:lvl8pPr>
            <a:lvl9pPr lvl="8" algn="r">
              <a:lnSpc>
                <a:spcPct val="100000"/>
              </a:lnSpc>
              <a:spcBef>
                <a:spcPts val="1600"/>
              </a:spcBef>
              <a:spcAft>
                <a:spcPts val="1600"/>
              </a:spcAft>
              <a:buSzPts val="14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6_1">
    <p:spTree>
      <p:nvGrpSpPr>
        <p:cNvPr id="108" name="Shape 108"/>
        <p:cNvGrpSpPr/>
        <p:nvPr/>
      </p:nvGrpSpPr>
      <p:grpSpPr>
        <a:xfrm>
          <a:off x="0" y="0"/>
          <a:ext cx="0" cy="0"/>
          <a:chOff x="0" y="0"/>
          <a:chExt cx="0" cy="0"/>
        </a:xfrm>
      </p:grpSpPr>
      <p:pic>
        <p:nvPicPr>
          <p:cNvPr id="109" name="Google Shape;109;p19"/>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110" name="Google Shape;110;p19"/>
          <p:cNvPicPr preferRelativeResize="0"/>
          <p:nvPr/>
        </p:nvPicPr>
        <p:blipFill rotWithShape="1">
          <a:blip r:embed="rId3">
            <a:alphaModFix/>
          </a:blip>
          <a:srcRect b="0" l="0" r="0" t="0"/>
          <a:stretch/>
        </p:blipFill>
        <p:spPr>
          <a:xfrm>
            <a:off x="-1519425" y="3665350"/>
            <a:ext cx="2889751" cy="2845625"/>
          </a:xfrm>
          <a:prstGeom prst="rect">
            <a:avLst/>
          </a:prstGeom>
          <a:noFill/>
          <a:ln>
            <a:noFill/>
          </a:ln>
        </p:spPr>
      </p:pic>
      <p:pic>
        <p:nvPicPr>
          <p:cNvPr id="111" name="Google Shape;111;p19"/>
          <p:cNvPicPr preferRelativeResize="0"/>
          <p:nvPr/>
        </p:nvPicPr>
        <p:blipFill rotWithShape="1">
          <a:blip r:embed="rId3">
            <a:alphaModFix/>
          </a:blip>
          <a:srcRect b="0" l="0" r="0" t="0"/>
          <a:stretch/>
        </p:blipFill>
        <p:spPr>
          <a:xfrm>
            <a:off x="7572126" y="-933675"/>
            <a:ext cx="2711474" cy="2670076"/>
          </a:xfrm>
          <a:prstGeom prst="rect">
            <a:avLst/>
          </a:prstGeom>
          <a:noFill/>
          <a:ln>
            <a:noFill/>
          </a:ln>
        </p:spPr>
      </p:pic>
      <p:pic>
        <p:nvPicPr>
          <p:cNvPr id="112" name="Google Shape;112;p19"/>
          <p:cNvPicPr preferRelativeResize="0"/>
          <p:nvPr/>
        </p:nvPicPr>
        <p:blipFill rotWithShape="1">
          <a:blip r:embed="rId4">
            <a:alphaModFix amt="41000"/>
          </a:blip>
          <a:srcRect b="0" l="0" r="0" t="0"/>
          <a:stretch/>
        </p:blipFill>
        <p:spPr>
          <a:xfrm rot="1290891">
            <a:off x="-4501079" y="-1825966"/>
            <a:ext cx="6376270" cy="4130236"/>
          </a:xfrm>
          <a:prstGeom prst="rect">
            <a:avLst/>
          </a:prstGeom>
          <a:noFill/>
          <a:ln>
            <a:noFill/>
          </a:ln>
        </p:spPr>
      </p:pic>
      <p:pic>
        <p:nvPicPr>
          <p:cNvPr id="113" name="Google Shape;113;p19"/>
          <p:cNvPicPr preferRelativeResize="0"/>
          <p:nvPr/>
        </p:nvPicPr>
        <p:blipFill rotWithShape="1">
          <a:blip r:embed="rId4">
            <a:alphaModFix amt="41000"/>
          </a:blip>
          <a:srcRect b="0" l="0" r="0" t="0"/>
          <a:stretch/>
        </p:blipFill>
        <p:spPr>
          <a:xfrm rot="-730118">
            <a:off x="6349350" y="4011064"/>
            <a:ext cx="5560051" cy="3601523"/>
          </a:xfrm>
          <a:prstGeom prst="rect">
            <a:avLst/>
          </a:prstGeom>
          <a:noFill/>
          <a:ln>
            <a:noFill/>
          </a:ln>
        </p:spPr>
      </p:pic>
      <p:sp>
        <p:nvSpPr>
          <p:cNvPr id="114" name="Google Shape;114;p19"/>
          <p:cNvSpPr txBox="1"/>
          <p:nvPr>
            <p:ph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400"/>
              <a:buNone/>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
        <p:nvSpPr>
          <p:cNvPr id="115" name="Google Shape;115;p19"/>
          <p:cNvSpPr txBox="1"/>
          <p:nvPr>
            <p:ph idx="2" type="title"/>
          </p:nvPr>
        </p:nvSpPr>
        <p:spPr>
          <a:xfrm>
            <a:off x="1090100" y="2712387"/>
            <a:ext cx="2175300" cy="527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500"/>
              <a:buNone/>
              <a:defRPr sz="2200">
                <a:solidFill>
                  <a:schemeClr val="accent1"/>
                </a:solidFill>
              </a:defRPr>
            </a:lvl1pPr>
            <a:lvl2pPr lvl="1" algn="ctr">
              <a:lnSpc>
                <a:spcPct val="100000"/>
              </a:lnSpc>
              <a:spcBef>
                <a:spcPts val="0"/>
              </a:spcBef>
              <a:spcAft>
                <a:spcPts val="0"/>
              </a:spcAft>
              <a:buSzPts val="2500"/>
              <a:buNone/>
              <a:defRPr sz="2500"/>
            </a:lvl2pPr>
            <a:lvl3pPr lvl="2" algn="ctr">
              <a:lnSpc>
                <a:spcPct val="100000"/>
              </a:lnSpc>
              <a:spcBef>
                <a:spcPts val="0"/>
              </a:spcBef>
              <a:spcAft>
                <a:spcPts val="0"/>
              </a:spcAft>
              <a:buSzPts val="2500"/>
              <a:buNone/>
              <a:defRPr sz="2500"/>
            </a:lvl3pPr>
            <a:lvl4pPr lvl="3" algn="ctr">
              <a:lnSpc>
                <a:spcPct val="100000"/>
              </a:lnSpc>
              <a:spcBef>
                <a:spcPts val="0"/>
              </a:spcBef>
              <a:spcAft>
                <a:spcPts val="0"/>
              </a:spcAft>
              <a:buSzPts val="2500"/>
              <a:buNone/>
              <a:defRPr sz="2500"/>
            </a:lvl4pPr>
            <a:lvl5pPr lvl="4" algn="ctr">
              <a:lnSpc>
                <a:spcPct val="100000"/>
              </a:lnSpc>
              <a:spcBef>
                <a:spcPts val="0"/>
              </a:spcBef>
              <a:spcAft>
                <a:spcPts val="0"/>
              </a:spcAft>
              <a:buSzPts val="2500"/>
              <a:buNone/>
              <a:defRPr sz="2500"/>
            </a:lvl5pPr>
            <a:lvl6pPr lvl="5" algn="ctr">
              <a:lnSpc>
                <a:spcPct val="100000"/>
              </a:lnSpc>
              <a:spcBef>
                <a:spcPts val="0"/>
              </a:spcBef>
              <a:spcAft>
                <a:spcPts val="0"/>
              </a:spcAft>
              <a:buSzPts val="2500"/>
              <a:buNone/>
              <a:defRPr sz="2500"/>
            </a:lvl6pPr>
            <a:lvl7pPr lvl="6" algn="ctr">
              <a:lnSpc>
                <a:spcPct val="100000"/>
              </a:lnSpc>
              <a:spcBef>
                <a:spcPts val="0"/>
              </a:spcBef>
              <a:spcAft>
                <a:spcPts val="0"/>
              </a:spcAft>
              <a:buSzPts val="2500"/>
              <a:buNone/>
              <a:defRPr sz="2500"/>
            </a:lvl7pPr>
            <a:lvl8pPr lvl="7" algn="ctr">
              <a:lnSpc>
                <a:spcPct val="100000"/>
              </a:lnSpc>
              <a:spcBef>
                <a:spcPts val="0"/>
              </a:spcBef>
              <a:spcAft>
                <a:spcPts val="0"/>
              </a:spcAft>
              <a:buSzPts val="2500"/>
              <a:buNone/>
              <a:defRPr sz="2500"/>
            </a:lvl8pPr>
            <a:lvl9pPr lvl="8" algn="ctr">
              <a:lnSpc>
                <a:spcPct val="100000"/>
              </a:lnSpc>
              <a:spcBef>
                <a:spcPts val="0"/>
              </a:spcBef>
              <a:spcAft>
                <a:spcPts val="0"/>
              </a:spcAft>
              <a:buSzPts val="2500"/>
              <a:buNone/>
              <a:defRPr sz="2500"/>
            </a:lvl9pPr>
          </a:lstStyle>
          <a:p/>
        </p:txBody>
      </p:sp>
      <p:sp>
        <p:nvSpPr>
          <p:cNvPr id="116" name="Google Shape;116;p19"/>
          <p:cNvSpPr txBox="1"/>
          <p:nvPr>
            <p:ph idx="1" type="subTitle"/>
          </p:nvPr>
        </p:nvSpPr>
        <p:spPr>
          <a:xfrm>
            <a:off x="1090100" y="3165308"/>
            <a:ext cx="2175300" cy="8694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117" name="Google Shape;117;p19"/>
          <p:cNvSpPr txBox="1"/>
          <p:nvPr>
            <p:ph idx="3" type="title"/>
          </p:nvPr>
        </p:nvSpPr>
        <p:spPr>
          <a:xfrm>
            <a:off x="3484423" y="2712387"/>
            <a:ext cx="2175300" cy="527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500"/>
              <a:buNone/>
              <a:defRPr sz="2200">
                <a:solidFill>
                  <a:schemeClr val="accent1"/>
                </a:solidFill>
              </a:defRPr>
            </a:lvl1pPr>
            <a:lvl2pPr lvl="1" algn="ctr">
              <a:lnSpc>
                <a:spcPct val="100000"/>
              </a:lnSpc>
              <a:spcBef>
                <a:spcPts val="0"/>
              </a:spcBef>
              <a:spcAft>
                <a:spcPts val="0"/>
              </a:spcAft>
              <a:buSzPts val="2500"/>
              <a:buNone/>
              <a:defRPr sz="2500"/>
            </a:lvl2pPr>
            <a:lvl3pPr lvl="2" algn="ctr">
              <a:lnSpc>
                <a:spcPct val="100000"/>
              </a:lnSpc>
              <a:spcBef>
                <a:spcPts val="0"/>
              </a:spcBef>
              <a:spcAft>
                <a:spcPts val="0"/>
              </a:spcAft>
              <a:buSzPts val="2500"/>
              <a:buNone/>
              <a:defRPr sz="2500"/>
            </a:lvl3pPr>
            <a:lvl4pPr lvl="3" algn="ctr">
              <a:lnSpc>
                <a:spcPct val="100000"/>
              </a:lnSpc>
              <a:spcBef>
                <a:spcPts val="0"/>
              </a:spcBef>
              <a:spcAft>
                <a:spcPts val="0"/>
              </a:spcAft>
              <a:buSzPts val="2500"/>
              <a:buNone/>
              <a:defRPr sz="2500"/>
            </a:lvl4pPr>
            <a:lvl5pPr lvl="4" algn="ctr">
              <a:lnSpc>
                <a:spcPct val="100000"/>
              </a:lnSpc>
              <a:spcBef>
                <a:spcPts val="0"/>
              </a:spcBef>
              <a:spcAft>
                <a:spcPts val="0"/>
              </a:spcAft>
              <a:buSzPts val="2500"/>
              <a:buNone/>
              <a:defRPr sz="2500"/>
            </a:lvl5pPr>
            <a:lvl6pPr lvl="5" algn="ctr">
              <a:lnSpc>
                <a:spcPct val="100000"/>
              </a:lnSpc>
              <a:spcBef>
                <a:spcPts val="0"/>
              </a:spcBef>
              <a:spcAft>
                <a:spcPts val="0"/>
              </a:spcAft>
              <a:buSzPts val="2500"/>
              <a:buNone/>
              <a:defRPr sz="2500"/>
            </a:lvl6pPr>
            <a:lvl7pPr lvl="6" algn="ctr">
              <a:lnSpc>
                <a:spcPct val="100000"/>
              </a:lnSpc>
              <a:spcBef>
                <a:spcPts val="0"/>
              </a:spcBef>
              <a:spcAft>
                <a:spcPts val="0"/>
              </a:spcAft>
              <a:buSzPts val="2500"/>
              <a:buNone/>
              <a:defRPr sz="2500"/>
            </a:lvl7pPr>
            <a:lvl8pPr lvl="7" algn="ctr">
              <a:lnSpc>
                <a:spcPct val="100000"/>
              </a:lnSpc>
              <a:spcBef>
                <a:spcPts val="0"/>
              </a:spcBef>
              <a:spcAft>
                <a:spcPts val="0"/>
              </a:spcAft>
              <a:buSzPts val="2500"/>
              <a:buNone/>
              <a:defRPr sz="2500"/>
            </a:lvl8pPr>
            <a:lvl9pPr lvl="8" algn="ctr">
              <a:lnSpc>
                <a:spcPct val="100000"/>
              </a:lnSpc>
              <a:spcBef>
                <a:spcPts val="0"/>
              </a:spcBef>
              <a:spcAft>
                <a:spcPts val="0"/>
              </a:spcAft>
              <a:buSzPts val="2500"/>
              <a:buNone/>
              <a:defRPr sz="2500"/>
            </a:lvl9pPr>
          </a:lstStyle>
          <a:p/>
        </p:txBody>
      </p:sp>
      <p:sp>
        <p:nvSpPr>
          <p:cNvPr id="118" name="Google Shape;118;p19"/>
          <p:cNvSpPr txBox="1"/>
          <p:nvPr>
            <p:ph idx="4" type="subTitle"/>
          </p:nvPr>
        </p:nvSpPr>
        <p:spPr>
          <a:xfrm>
            <a:off x="3484421" y="3165308"/>
            <a:ext cx="2175300" cy="8694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119" name="Google Shape;119;p19"/>
          <p:cNvSpPr txBox="1"/>
          <p:nvPr>
            <p:ph idx="5" type="title"/>
          </p:nvPr>
        </p:nvSpPr>
        <p:spPr>
          <a:xfrm>
            <a:off x="5878746" y="2712387"/>
            <a:ext cx="2175300" cy="527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500"/>
              <a:buNone/>
              <a:defRPr sz="2200">
                <a:solidFill>
                  <a:schemeClr val="accent1"/>
                </a:solidFill>
              </a:defRPr>
            </a:lvl1pPr>
            <a:lvl2pPr lvl="1" algn="ctr">
              <a:lnSpc>
                <a:spcPct val="100000"/>
              </a:lnSpc>
              <a:spcBef>
                <a:spcPts val="0"/>
              </a:spcBef>
              <a:spcAft>
                <a:spcPts val="0"/>
              </a:spcAft>
              <a:buSzPts val="2500"/>
              <a:buNone/>
              <a:defRPr sz="2500"/>
            </a:lvl2pPr>
            <a:lvl3pPr lvl="2" algn="ctr">
              <a:lnSpc>
                <a:spcPct val="100000"/>
              </a:lnSpc>
              <a:spcBef>
                <a:spcPts val="0"/>
              </a:spcBef>
              <a:spcAft>
                <a:spcPts val="0"/>
              </a:spcAft>
              <a:buSzPts val="2500"/>
              <a:buNone/>
              <a:defRPr sz="2500"/>
            </a:lvl3pPr>
            <a:lvl4pPr lvl="3" algn="ctr">
              <a:lnSpc>
                <a:spcPct val="100000"/>
              </a:lnSpc>
              <a:spcBef>
                <a:spcPts val="0"/>
              </a:spcBef>
              <a:spcAft>
                <a:spcPts val="0"/>
              </a:spcAft>
              <a:buSzPts val="2500"/>
              <a:buNone/>
              <a:defRPr sz="2500"/>
            </a:lvl4pPr>
            <a:lvl5pPr lvl="4" algn="ctr">
              <a:lnSpc>
                <a:spcPct val="100000"/>
              </a:lnSpc>
              <a:spcBef>
                <a:spcPts val="0"/>
              </a:spcBef>
              <a:spcAft>
                <a:spcPts val="0"/>
              </a:spcAft>
              <a:buSzPts val="2500"/>
              <a:buNone/>
              <a:defRPr sz="2500"/>
            </a:lvl5pPr>
            <a:lvl6pPr lvl="5" algn="ctr">
              <a:lnSpc>
                <a:spcPct val="100000"/>
              </a:lnSpc>
              <a:spcBef>
                <a:spcPts val="0"/>
              </a:spcBef>
              <a:spcAft>
                <a:spcPts val="0"/>
              </a:spcAft>
              <a:buSzPts val="2500"/>
              <a:buNone/>
              <a:defRPr sz="2500"/>
            </a:lvl6pPr>
            <a:lvl7pPr lvl="6" algn="ctr">
              <a:lnSpc>
                <a:spcPct val="100000"/>
              </a:lnSpc>
              <a:spcBef>
                <a:spcPts val="0"/>
              </a:spcBef>
              <a:spcAft>
                <a:spcPts val="0"/>
              </a:spcAft>
              <a:buSzPts val="2500"/>
              <a:buNone/>
              <a:defRPr sz="2500"/>
            </a:lvl7pPr>
            <a:lvl8pPr lvl="7" algn="ctr">
              <a:lnSpc>
                <a:spcPct val="100000"/>
              </a:lnSpc>
              <a:spcBef>
                <a:spcPts val="0"/>
              </a:spcBef>
              <a:spcAft>
                <a:spcPts val="0"/>
              </a:spcAft>
              <a:buSzPts val="2500"/>
              <a:buNone/>
              <a:defRPr sz="2500"/>
            </a:lvl8pPr>
            <a:lvl9pPr lvl="8" algn="ctr">
              <a:lnSpc>
                <a:spcPct val="100000"/>
              </a:lnSpc>
              <a:spcBef>
                <a:spcPts val="0"/>
              </a:spcBef>
              <a:spcAft>
                <a:spcPts val="0"/>
              </a:spcAft>
              <a:buSzPts val="2500"/>
              <a:buNone/>
              <a:defRPr sz="2500"/>
            </a:lvl9pPr>
          </a:lstStyle>
          <a:p/>
        </p:txBody>
      </p:sp>
      <p:sp>
        <p:nvSpPr>
          <p:cNvPr id="120" name="Google Shape;120;p19"/>
          <p:cNvSpPr txBox="1"/>
          <p:nvPr>
            <p:ph idx="6" type="subTitle"/>
          </p:nvPr>
        </p:nvSpPr>
        <p:spPr>
          <a:xfrm>
            <a:off x="5878749" y="3165308"/>
            <a:ext cx="2175300" cy="8694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400"/>
              <a:buNone/>
              <a:defRPr sz="14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2">
  <p:cSld name="SECTION_HEADER_2">
    <p:spTree>
      <p:nvGrpSpPr>
        <p:cNvPr id="121" name="Shape 121"/>
        <p:cNvGrpSpPr/>
        <p:nvPr/>
      </p:nvGrpSpPr>
      <p:grpSpPr>
        <a:xfrm>
          <a:off x="0" y="0"/>
          <a:ext cx="0" cy="0"/>
          <a:chOff x="0" y="0"/>
          <a:chExt cx="0" cy="0"/>
        </a:xfrm>
      </p:grpSpPr>
      <p:pic>
        <p:nvPicPr>
          <p:cNvPr id="122" name="Google Shape;122;p20"/>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123" name="Google Shape;123;p20"/>
          <p:cNvPicPr preferRelativeResize="0"/>
          <p:nvPr/>
        </p:nvPicPr>
        <p:blipFill rotWithShape="1">
          <a:blip r:embed="rId3">
            <a:alphaModFix amt="41000"/>
          </a:blip>
          <a:srcRect b="0" l="0" r="0" t="0"/>
          <a:stretch/>
        </p:blipFill>
        <p:spPr>
          <a:xfrm rot="-1518493">
            <a:off x="6417701" y="-2563773"/>
            <a:ext cx="6350276" cy="4113372"/>
          </a:xfrm>
          <a:prstGeom prst="rect">
            <a:avLst/>
          </a:prstGeom>
          <a:noFill/>
          <a:ln>
            <a:noFill/>
          </a:ln>
        </p:spPr>
      </p:pic>
      <p:pic>
        <p:nvPicPr>
          <p:cNvPr id="124" name="Google Shape;124;p20"/>
          <p:cNvPicPr preferRelativeResize="0"/>
          <p:nvPr/>
        </p:nvPicPr>
        <p:blipFill rotWithShape="1">
          <a:blip r:embed="rId3">
            <a:alphaModFix amt="41000"/>
          </a:blip>
          <a:srcRect b="0" l="0" r="0" t="0"/>
          <a:stretch/>
        </p:blipFill>
        <p:spPr>
          <a:xfrm rot="2228383">
            <a:off x="-3220550" y="3008378"/>
            <a:ext cx="6350276" cy="4113372"/>
          </a:xfrm>
          <a:prstGeom prst="rect">
            <a:avLst/>
          </a:prstGeom>
          <a:noFill/>
          <a:ln>
            <a:noFill/>
          </a:ln>
        </p:spPr>
      </p:pic>
      <p:pic>
        <p:nvPicPr>
          <p:cNvPr id="125" name="Google Shape;125;p20"/>
          <p:cNvPicPr preferRelativeResize="0"/>
          <p:nvPr/>
        </p:nvPicPr>
        <p:blipFill rotWithShape="1">
          <a:blip r:embed="rId4">
            <a:alphaModFix/>
          </a:blip>
          <a:srcRect b="0" l="0" r="0" t="0"/>
          <a:stretch/>
        </p:blipFill>
        <p:spPr>
          <a:xfrm>
            <a:off x="6404042" y="3216075"/>
            <a:ext cx="3640043" cy="3584500"/>
          </a:xfrm>
          <a:prstGeom prst="rect">
            <a:avLst/>
          </a:prstGeom>
          <a:noFill/>
          <a:ln>
            <a:noFill/>
          </a:ln>
        </p:spPr>
      </p:pic>
      <p:pic>
        <p:nvPicPr>
          <p:cNvPr id="126" name="Google Shape;126;p20"/>
          <p:cNvPicPr preferRelativeResize="0"/>
          <p:nvPr/>
        </p:nvPicPr>
        <p:blipFill rotWithShape="1">
          <a:blip r:embed="rId4">
            <a:alphaModFix/>
          </a:blip>
          <a:srcRect b="0" l="0" r="0" t="0"/>
          <a:stretch/>
        </p:blipFill>
        <p:spPr>
          <a:xfrm>
            <a:off x="-961501" y="-445259"/>
            <a:ext cx="2629649" cy="2589525"/>
          </a:xfrm>
          <a:prstGeom prst="rect">
            <a:avLst/>
          </a:prstGeom>
          <a:noFill/>
          <a:ln>
            <a:noFill/>
          </a:ln>
        </p:spPr>
      </p:pic>
      <p:pic>
        <p:nvPicPr>
          <p:cNvPr id="127" name="Google Shape;127;p20"/>
          <p:cNvPicPr preferRelativeResize="0"/>
          <p:nvPr/>
        </p:nvPicPr>
        <p:blipFill rotWithShape="1">
          <a:blip r:embed="rId3">
            <a:alphaModFix amt="10000"/>
          </a:blip>
          <a:srcRect b="0" l="0" r="0" t="0"/>
          <a:stretch/>
        </p:blipFill>
        <p:spPr>
          <a:xfrm rot="192551">
            <a:off x="1509934" y="-3561813"/>
            <a:ext cx="8910555" cy="5771771"/>
          </a:xfrm>
          <a:prstGeom prst="rect">
            <a:avLst/>
          </a:prstGeom>
          <a:noFill/>
          <a:ln>
            <a:noFill/>
          </a:ln>
        </p:spPr>
      </p:pic>
      <p:pic>
        <p:nvPicPr>
          <p:cNvPr id="128" name="Google Shape;128;p20"/>
          <p:cNvPicPr preferRelativeResize="0"/>
          <p:nvPr/>
        </p:nvPicPr>
        <p:blipFill rotWithShape="1">
          <a:blip r:embed="rId3">
            <a:alphaModFix amt="10000"/>
          </a:blip>
          <a:srcRect b="0" l="0" r="0" t="0"/>
          <a:stretch/>
        </p:blipFill>
        <p:spPr>
          <a:xfrm rot="1088216">
            <a:off x="2726309" y="4234513"/>
            <a:ext cx="8910557" cy="5771771"/>
          </a:xfrm>
          <a:prstGeom prst="rect">
            <a:avLst/>
          </a:prstGeom>
          <a:noFill/>
          <a:ln>
            <a:noFill/>
          </a:ln>
        </p:spPr>
      </p:pic>
      <p:sp>
        <p:nvSpPr>
          <p:cNvPr id="129" name="Google Shape;129;p20"/>
          <p:cNvSpPr txBox="1"/>
          <p:nvPr>
            <p:ph type="title"/>
          </p:nvPr>
        </p:nvSpPr>
        <p:spPr>
          <a:xfrm>
            <a:off x="994913" y="2302100"/>
            <a:ext cx="4530000" cy="1295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sz="44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30" name="Google Shape;130;p20"/>
          <p:cNvSpPr txBox="1"/>
          <p:nvPr>
            <p:ph idx="2" type="title"/>
          </p:nvPr>
        </p:nvSpPr>
        <p:spPr>
          <a:xfrm>
            <a:off x="2494438" y="1164975"/>
            <a:ext cx="1530900" cy="7134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6000"/>
              <a:buNone/>
              <a:defRPr sz="6600">
                <a:solidFill>
                  <a:schemeClr val="accent1"/>
                </a:solidFill>
              </a:defRPr>
            </a:lvl1pPr>
            <a:lvl2pPr lvl="1" algn="ctr">
              <a:lnSpc>
                <a:spcPct val="100000"/>
              </a:lnSpc>
              <a:spcBef>
                <a:spcPts val="0"/>
              </a:spcBef>
              <a:spcAft>
                <a:spcPts val="0"/>
              </a:spcAft>
              <a:buSzPts val="6000"/>
              <a:buNone/>
              <a:defRPr sz="6000"/>
            </a:lvl2pPr>
            <a:lvl3pPr lvl="2" algn="ctr">
              <a:lnSpc>
                <a:spcPct val="100000"/>
              </a:lnSpc>
              <a:spcBef>
                <a:spcPts val="0"/>
              </a:spcBef>
              <a:spcAft>
                <a:spcPts val="0"/>
              </a:spcAft>
              <a:buSzPts val="6000"/>
              <a:buNone/>
              <a:defRPr sz="6000"/>
            </a:lvl3pPr>
            <a:lvl4pPr lvl="3" algn="ctr">
              <a:lnSpc>
                <a:spcPct val="100000"/>
              </a:lnSpc>
              <a:spcBef>
                <a:spcPts val="0"/>
              </a:spcBef>
              <a:spcAft>
                <a:spcPts val="0"/>
              </a:spcAft>
              <a:buSzPts val="6000"/>
              <a:buNone/>
              <a:defRPr sz="6000"/>
            </a:lvl4pPr>
            <a:lvl5pPr lvl="4" algn="ctr">
              <a:lnSpc>
                <a:spcPct val="100000"/>
              </a:lnSpc>
              <a:spcBef>
                <a:spcPts val="0"/>
              </a:spcBef>
              <a:spcAft>
                <a:spcPts val="0"/>
              </a:spcAft>
              <a:buSzPts val="6000"/>
              <a:buNone/>
              <a:defRPr sz="6000"/>
            </a:lvl5pPr>
            <a:lvl6pPr lvl="5" algn="ctr">
              <a:lnSpc>
                <a:spcPct val="100000"/>
              </a:lnSpc>
              <a:spcBef>
                <a:spcPts val="0"/>
              </a:spcBef>
              <a:spcAft>
                <a:spcPts val="0"/>
              </a:spcAft>
              <a:buSzPts val="6000"/>
              <a:buNone/>
              <a:defRPr sz="6000"/>
            </a:lvl6pPr>
            <a:lvl7pPr lvl="6" algn="ctr">
              <a:lnSpc>
                <a:spcPct val="100000"/>
              </a:lnSpc>
              <a:spcBef>
                <a:spcPts val="0"/>
              </a:spcBef>
              <a:spcAft>
                <a:spcPts val="0"/>
              </a:spcAft>
              <a:buSzPts val="6000"/>
              <a:buNone/>
              <a:defRPr sz="6000"/>
            </a:lvl7pPr>
            <a:lvl8pPr lvl="7" algn="ctr">
              <a:lnSpc>
                <a:spcPct val="100000"/>
              </a:lnSpc>
              <a:spcBef>
                <a:spcPts val="0"/>
              </a:spcBef>
              <a:spcAft>
                <a:spcPts val="0"/>
              </a:spcAft>
              <a:buSzPts val="6000"/>
              <a:buNone/>
              <a:defRPr sz="6000"/>
            </a:lvl8pPr>
            <a:lvl9pPr lvl="8" algn="ctr">
              <a:lnSpc>
                <a:spcPct val="100000"/>
              </a:lnSpc>
              <a:spcBef>
                <a:spcPts val="0"/>
              </a:spcBef>
              <a:spcAft>
                <a:spcPts val="0"/>
              </a:spcAft>
              <a:buSzPts val="6000"/>
              <a:buNone/>
              <a:defRPr sz="6000"/>
            </a:lvl9pPr>
          </a:lstStyle>
          <a:p/>
        </p:txBody>
      </p:sp>
      <p:sp>
        <p:nvSpPr>
          <p:cNvPr id="131" name="Google Shape;131;p20"/>
          <p:cNvSpPr txBox="1"/>
          <p:nvPr>
            <p:ph idx="1" type="subTitle"/>
          </p:nvPr>
        </p:nvSpPr>
        <p:spPr>
          <a:xfrm>
            <a:off x="1719388" y="3679125"/>
            <a:ext cx="3081000" cy="7134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6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2">
  <p:cSld name="TITLE_AND_TWO_COLUMNS_1">
    <p:spTree>
      <p:nvGrpSpPr>
        <p:cNvPr id="132" name="Shape 132"/>
        <p:cNvGrpSpPr/>
        <p:nvPr/>
      </p:nvGrpSpPr>
      <p:grpSpPr>
        <a:xfrm>
          <a:off x="0" y="0"/>
          <a:ext cx="0" cy="0"/>
          <a:chOff x="0" y="0"/>
          <a:chExt cx="0" cy="0"/>
        </a:xfrm>
      </p:grpSpPr>
      <p:pic>
        <p:nvPicPr>
          <p:cNvPr id="133" name="Google Shape;133;p21"/>
          <p:cNvPicPr preferRelativeResize="0"/>
          <p:nvPr/>
        </p:nvPicPr>
        <p:blipFill rotWithShape="1">
          <a:blip r:embed="rId2">
            <a:alphaModFix/>
          </a:blip>
          <a:srcRect b="0" l="0" r="0" t="0"/>
          <a:stretch/>
        </p:blipFill>
        <p:spPr>
          <a:xfrm>
            <a:off x="6084" y="0"/>
            <a:ext cx="9144000" cy="5143500"/>
          </a:xfrm>
          <a:prstGeom prst="rect">
            <a:avLst/>
          </a:prstGeom>
          <a:noFill/>
          <a:ln>
            <a:noFill/>
          </a:ln>
        </p:spPr>
      </p:pic>
      <p:pic>
        <p:nvPicPr>
          <p:cNvPr id="134" name="Google Shape;134;p21"/>
          <p:cNvPicPr preferRelativeResize="0"/>
          <p:nvPr/>
        </p:nvPicPr>
        <p:blipFill rotWithShape="1">
          <a:blip r:embed="rId3">
            <a:alphaModFix amt="41000"/>
          </a:blip>
          <a:srcRect b="0" l="0" r="0" t="0"/>
          <a:stretch/>
        </p:blipFill>
        <p:spPr>
          <a:xfrm rot="3456447">
            <a:off x="-2586280" y="4488072"/>
            <a:ext cx="5645108" cy="3656580"/>
          </a:xfrm>
          <a:prstGeom prst="rect">
            <a:avLst/>
          </a:prstGeom>
          <a:noFill/>
          <a:ln>
            <a:noFill/>
          </a:ln>
        </p:spPr>
      </p:pic>
      <p:pic>
        <p:nvPicPr>
          <p:cNvPr id="135" name="Google Shape;135;p21"/>
          <p:cNvPicPr preferRelativeResize="0"/>
          <p:nvPr/>
        </p:nvPicPr>
        <p:blipFill rotWithShape="1">
          <a:blip r:embed="rId4">
            <a:alphaModFix/>
          </a:blip>
          <a:srcRect b="0" l="0" r="0" t="0"/>
          <a:stretch/>
        </p:blipFill>
        <p:spPr>
          <a:xfrm rot="-8526701">
            <a:off x="8080252" y="3477662"/>
            <a:ext cx="3447426" cy="3394828"/>
          </a:xfrm>
          <a:prstGeom prst="rect">
            <a:avLst/>
          </a:prstGeom>
          <a:noFill/>
          <a:ln>
            <a:noFill/>
          </a:ln>
        </p:spPr>
      </p:pic>
      <p:pic>
        <p:nvPicPr>
          <p:cNvPr id="136" name="Google Shape;136;p21"/>
          <p:cNvPicPr preferRelativeResize="0"/>
          <p:nvPr/>
        </p:nvPicPr>
        <p:blipFill rotWithShape="1">
          <a:blip r:embed="rId4">
            <a:alphaModFix/>
          </a:blip>
          <a:srcRect b="0" l="0" r="0" t="0"/>
          <a:stretch/>
        </p:blipFill>
        <p:spPr>
          <a:xfrm rot="8655129">
            <a:off x="-1455501" y="-859367"/>
            <a:ext cx="2764175" cy="2722003"/>
          </a:xfrm>
          <a:prstGeom prst="rect">
            <a:avLst/>
          </a:prstGeom>
          <a:noFill/>
          <a:ln>
            <a:noFill/>
          </a:ln>
        </p:spPr>
      </p:pic>
      <p:sp>
        <p:nvSpPr>
          <p:cNvPr id="137" name="Google Shape;137;p21"/>
          <p:cNvSpPr txBox="1"/>
          <p:nvPr>
            <p:ph idx="1" type="body"/>
          </p:nvPr>
        </p:nvSpPr>
        <p:spPr>
          <a:xfrm>
            <a:off x="1221500" y="2981450"/>
            <a:ext cx="3303000" cy="15033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SzPts val="1400"/>
              <a:buChar char="●"/>
              <a:defRPr/>
            </a:lvl1pPr>
            <a:lvl2pPr indent="-317500" lvl="1" marL="914400" algn="l">
              <a:lnSpc>
                <a:spcPct val="100000"/>
              </a:lnSpc>
              <a:spcBef>
                <a:spcPts val="1600"/>
              </a:spcBef>
              <a:spcAft>
                <a:spcPts val="0"/>
              </a:spcAft>
              <a:buSzPts val="1400"/>
              <a:buChar char="○"/>
              <a:defRPr/>
            </a:lvl2pPr>
            <a:lvl3pPr indent="-317500" lvl="2" marL="1371600" algn="l">
              <a:lnSpc>
                <a:spcPct val="100000"/>
              </a:lnSpc>
              <a:spcBef>
                <a:spcPts val="1600"/>
              </a:spcBef>
              <a:spcAft>
                <a:spcPts val="0"/>
              </a:spcAft>
              <a:buSzPts val="1400"/>
              <a:buChar char="■"/>
              <a:defRPr/>
            </a:lvl3pPr>
            <a:lvl4pPr indent="-317500" lvl="3" marL="1828800" algn="l">
              <a:lnSpc>
                <a:spcPct val="100000"/>
              </a:lnSpc>
              <a:spcBef>
                <a:spcPts val="1600"/>
              </a:spcBef>
              <a:spcAft>
                <a:spcPts val="0"/>
              </a:spcAft>
              <a:buSzPts val="1400"/>
              <a:buChar char="●"/>
              <a:defRPr/>
            </a:lvl4pPr>
            <a:lvl5pPr indent="-317500" lvl="4" marL="2286000" algn="l">
              <a:lnSpc>
                <a:spcPct val="100000"/>
              </a:lnSpc>
              <a:spcBef>
                <a:spcPts val="1600"/>
              </a:spcBef>
              <a:spcAft>
                <a:spcPts val="0"/>
              </a:spcAft>
              <a:buSzPts val="1400"/>
              <a:buChar char="○"/>
              <a:defRPr/>
            </a:lvl5pPr>
            <a:lvl6pPr indent="-317500" lvl="5" marL="2743200" algn="l">
              <a:lnSpc>
                <a:spcPct val="100000"/>
              </a:lnSpc>
              <a:spcBef>
                <a:spcPts val="1600"/>
              </a:spcBef>
              <a:spcAft>
                <a:spcPts val="0"/>
              </a:spcAft>
              <a:buSzPts val="1400"/>
              <a:buChar char="■"/>
              <a:defRPr/>
            </a:lvl6pPr>
            <a:lvl7pPr indent="-317500" lvl="6" marL="3200400" algn="l">
              <a:lnSpc>
                <a:spcPct val="100000"/>
              </a:lnSpc>
              <a:spcBef>
                <a:spcPts val="1600"/>
              </a:spcBef>
              <a:spcAft>
                <a:spcPts val="0"/>
              </a:spcAft>
              <a:buSzPts val="1400"/>
              <a:buChar char="●"/>
              <a:defRPr/>
            </a:lvl7pPr>
            <a:lvl8pPr indent="-317500" lvl="7" marL="3657600" algn="l">
              <a:lnSpc>
                <a:spcPct val="100000"/>
              </a:lnSpc>
              <a:spcBef>
                <a:spcPts val="1600"/>
              </a:spcBef>
              <a:spcAft>
                <a:spcPts val="0"/>
              </a:spcAft>
              <a:buSzPts val="1400"/>
              <a:buChar char="○"/>
              <a:defRPr/>
            </a:lvl8pPr>
            <a:lvl9pPr indent="-317500" lvl="8" marL="4114800" algn="l">
              <a:lnSpc>
                <a:spcPct val="100000"/>
              </a:lnSpc>
              <a:spcBef>
                <a:spcPts val="1600"/>
              </a:spcBef>
              <a:spcAft>
                <a:spcPts val="1600"/>
              </a:spcAft>
              <a:buSzPts val="1400"/>
              <a:buChar char="■"/>
              <a:defRPr/>
            </a:lvl9pPr>
          </a:lstStyle>
          <a:p/>
        </p:txBody>
      </p:sp>
      <p:sp>
        <p:nvSpPr>
          <p:cNvPr id="138" name="Google Shape;138;p21"/>
          <p:cNvSpPr txBox="1"/>
          <p:nvPr>
            <p:ph idx="2" type="body"/>
          </p:nvPr>
        </p:nvSpPr>
        <p:spPr>
          <a:xfrm>
            <a:off x="4619350" y="2981450"/>
            <a:ext cx="3303000" cy="15033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SzPts val="1400"/>
              <a:buChar char="●"/>
              <a:defRPr/>
            </a:lvl1pPr>
            <a:lvl2pPr indent="-317500" lvl="1" marL="914400" algn="l">
              <a:lnSpc>
                <a:spcPct val="100000"/>
              </a:lnSpc>
              <a:spcBef>
                <a:spcPts val="1600"/>
              </a:spcBef>
              <a:spcAft>
                <a:spcPts val="0"/>
              </a:spcAft>
              <a:buSzPts val="1400"/>
              <a:buChar char="○"/>
              <a:defRPr/>
            </a:lvl2pPr>
            <a:lvl3pPr indent="-317500" lvl="2" marL="1371600" algn="l">
              <a:lnSpc>
                <a:spcPct val="100000"/>
              </a:lnSpc>
              <a:spcBef>
                <a:spcPts val="1600"/>
              </a:spcBef>
              <a:spcAft>
                <a:spcPts val="0"/>
              </a:spcAft>
              <a:buSzPts val="1400"/>
              <a:buChar char="■"/>
              <a:defRPr/>
            </a:lvl3pPr>
            <a:lvl4pPr indent="-317500" lvl="3" marL="1828800" algn="l">
              <a:lnSpc>
                <a:spcPct val="100000"/>
              </a:lnSpc>
              <a:spcBef>
                <a:spcPts val="1600"/>
              </a:spcBef>
              <a:spcAft>
                <a:spcPts val="0"/>
              </a:spcAft>
              <a:buSzPts val="1400"/>
              <a:buChar char="●"/>
              <a:defRPr/>
            </a:lvl4pPr>
            <a:lvl5pPr indent="-317500" lvl="4" marL="2286000" algn="l">
              <a:lnSpc>
                <a:spcPct val="100000"/>
              </a:lnSpc>
              <a:spcBef>
                <a:spcPts val="1600"/>
              </a:spcBef>
              <a:spcAft>
                <a:spcPts val="0"/>
              </a:spcAft>
              <a:buSzPts val="1400"/>
              <a:buChar char="○"/>
              <a:defRPr/>
            </a:lvl5pPr>
            <a:lvl6pPr indent="-317500" lvl="5" marL="2743200" algn="l">
              <a:lnSpc>
                <a:spcPct val="100000"/>
              </a:lnSpc>
              <a:spcBef>
                <a:spcPts val="1600"/>
              </a:spcBef>
              <a:spcAft>
                <a:spcPts val="0"/>
              </a:spcAft>
              <a:buSzPts val="1400"/>
              <a:buChar char="■"/>
              <a:defRPr/>
            </a:lvl6pPr>
            <a:lvl7pPr indent="-317500" lvl="6" marL="3200400" algn="l">
              <a:lnSpc>
                <a:spcPct val="100000"/>
              </a:lnSpc>
              <a:spcBef>
                <a:spcPts val="1600"/>
              </a:spcBef>
              <a:spcAft>
                <a:spcPts val="0"/>
              </a:spcAft>
              <a:buSzPts val="1400"/>
              <a:buChar char="●"/>
              <a:defRPr/>
            </a:lvl7pPr>
            <a:lvl8pPr indent="-317500" lvl="7" marL="3657600" algn="l">
              <a:lnSpc>
                <a:spcPct val="100000"/>
              </a:lnSpc>
              <a:spcBef>
                <a:spcPts val="1600"/>
              </a:spcBef>
              <a:spcAft>
                <a:spcPts val="0"/>
              </a:spcAft>
              <a:buSzPts val="1400"/>
              <a:buChar char="○"/>
              <a:defRPr/>
            </a:lvl8pPr>
            <a:lvl9pPr indent="-317500" lvl="8" marL="4114800" algn="l">
              <a:lnSpc>
                <a:spcPct val="100000"/>
              </a:lnSpc>
              <a:spcBef>
                <a:spcPts val="1600"/>
              </a:spcBef>
              <a:spcAft>
                <a:spcPts val="1600"/>
              </a:spcAft>
              <a:buSzPts val="1400"/>
              <a:buChar char="■"/>
              <a:defRPr/>
            </a:lvl9pPr>
          </a:lstStyle>
          <a:p/>
        </p:txBody>
      </p:sp>
      <p:sp>
        <p:nvSpPr>
          <p:cNvPr id="139" name="Google Shape;139;p21"/>
          <p:cNvSpPr txBox="1"/>
          <p:nvPr>
            <p:ph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400"/>
              <a:buNone/>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
        <p:nvSpPr>
          <p:cNvPr id="140" name="Google Shape;140;p21"/>
          <p:cNvSpPr txBox="1"/>
          <p:nvPr>
            <p:ph idx="3" type="title"/>
          </p:nvPr>
        </p:nvSpPr>
        <p:spPr>
          <a:xfrm>
            <a:off x="1221500" y="2417625"/>
            <a:ext cx="3303000" cy="5589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400"/>
              <a:buNone/>
              <a:defRPr sz="2200">
                <a:solidFill>
                  <a:schemeClr val="accent1"/>
                </a:solidFill>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
        <p:nvSpPr>
          <p:cNvPr id="141" name="Google Shape;141;p21"/>
          <p:cNvSpPr txBox="1"/>
          <p:nvPr>
            <p:ph idx="4" type="title"/>
          </p:nvPr>
        </p:nvSpPr>
        <p:spPr>
          <a:xfrm>
            <a:off x="4619201" y="2417625"/>
            <a:ext cx="3303300" cy="5589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400"/>
              <a:buNone/>
              <a:defRPr sz="2200">
                <a:solidFill>
                  <a:schemeClr val="accent1"/>
                </a:solidFill>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3">
  <p:cSld name="Section header 3">
    <p:spTree>
      <p:nvGrpSpPr>
        <p:cNvPr id="142" name="Shape 142"/>
        <p:cNvGrpSpPr/>
        <p:nvPr/>
      </p:nvGrpSpPr>
      <p:grpSpPr>
        <a:xfrm>
          <a:off x="0" y="0"/>
          <a:ext cx="0" cy="0"/>
          <a:chOff x="0" y="0"/>
          <a:chExt cx="0" cy="0"/>
        </a:xfrm>
      </p:grpSpPr>
      <p:pic>
        <p:nvPicPr>
          <p:cNvPr id="143" name="Google Shape;143;p22"/>
          <p:cNvPicPr preferRelativeResize="0"/>
          <p:nvPr/>
        </p:nvPicPr>
        <p:blipFill rotWithShape="1">
          <a:blip r:embed="rId2">
            <a:alphaModFix/>
          </a:blip>
          <a:srcRect b="0" l="0" r="0" t="0"/>
          <a:stretch/>
        </p:blipFill>
        <p:spPr>
          <a:xfrm flipH="1">
            <a:off x="-17" y="0"/>
            <a:ext cx="9144000" cy="5143500"/>
          </a:xfrm>
          <a:prstGeom prst="rect">
            <a:avLst/>
          </a:prstGeom>
          <a:noFill/>
          <a:ln>
            <a:noFill/>
          </a:ln>
        </p:spPr>
      </p:pic>
      <p:pic>
        <p:nvPicPr>
          <p:cNvPr id="144" name="Google Shape;144;p22"/>
          <p:cNvPicPr preferRelativeResize="0"/>
          <p:nvPr/>
        </p:nvPicPr>
        <p:blipFill rotWithShape="1">
          <a:blip r:embed="rId3">
            <a:alphaModFix amt="41000"/>
          </a:blip>
          <a:srcRect b="0" l="0" r="0" t="0"/>
          <a:stretch/>
        </p:blipFill>
        <p:spPr>
          <a:xfrm flipH="1" rot="1798717">
            <a:off x="-3607626" y="-2568271"/>
            <a:ext cx="6350276" cy="4113372"/>
          </a:xfrm>
          <a:prstGeom prst="rect">
            <a:avLst/>
          </a:prstGeom>
          <a:noFill/>
          <a:ln>
            <a:noFill/>
          </a:ln>
        </p:spPr>
      </p:pic>
      <p:pic>
        <p:nvPicPr>
          <p:cNvPr id="145" name="Google Shape;145;p22"/>
          <p:cNvPicPr preferRelativeResize="0"/>
          <p:nvPr/>
        </p:nvPicPr>
        <p:blipFill rotWithShape="1">
          <a:blip r:embed="rId3">
            <a:alphaModFix amt="41000"/>
          </a:blip>
          <a:srcRect b="0" l="0" r="0" t="0"/>
          <a:stretch/>
        </p:blipFill>
        <p:spPr>
          <a:xfrm flipH="1" rot="-2014539">
            <a:off x="6097879" y="3066417"/>
            <a:ext cx="6189991" cy="4009540"/>
          </a:xfrm>
          <a:prstGeom prst="rect">
            <a:avLst/>
          </a:prstGeom>
          <a:noFill/>
          <a:ln>
            <a:noFill/>
          </a:ln>
        </p:spPr>
      </p:pic>
      <p:pic>
        <p:nvPicPr>
          <p:cNvPr id="146" name="Google Shape;146;p22"/>
          <p:cNvPicPr preferRelativeResize="0"/>
          <p:nvPr/>
        </p:nvPicPr>
        <p:blipFill rotWithShape="1">
          <a:blip r:embed="rId4">
            <a:alphaModFix/>
          </a:blip>
          <a:srcRect b="0" l="0" r="0" t="0"/>
          <a:stretch/>
        </p:blipFill>
        <p:spPr>
          <a:xfrm>
            <a:off x="-889296" y="3232597"/>
            <a:ext cx="3640043" cy="3584500"/>
          </a:xfrm>
          <a:prstGeom prst="rect">
            <a:avLst/>
          </a:prstGeom>
          <a:noFill/>
          <a:ln>
            <a:noFill/>
          </a:ln>
        </p:spPr>
      </p:pic>
      <p:pic>
        <p:nvPicPr>
          <p:cNvPr id="147" name="Google Shape;147;p22"/>
          <p:cNvPicPr preferRelativeResize="0"/>
          <p:nvPr/>
        </p:nvPicPr>
        <p:blipFill rotWithShape="1">
          <a:blip r:embed="rId4">
            <a:alphaModFix/>
          </a:blip>
          <a:srcRect b="0" l="0" r="0" t="0"/>
          <a:stretch/>
        </p:blipFill>
        <p:spPr>
          <a:xfrm>
            <a:off x="7473796" y="-445259"/>
            <a:ext cx="2629649" cy="2589525"/>
          </a:xfrm>
          <a:prstGeom prst="rect">
            <a:avLst/>
          </a:prstGeom>
          <a:noFill/>
          <a:ln>
            <a:noFill/>
          </a:ln>
        </p:spPr>
      </p:pic>
      <p:sp>
        <p:nvSpPr>
          <p:cNvPr id="148" name="Google Shape;148;p22"/>
          <p:cNvSpPr txBox="1"/>
          <p:nvPr>
            <p:ph type="title"/>
          </p:nvPr>
        </p:nvSpPr>
        <p:spPr>
          <a:xfrm>
            <a:off x="3842675" y="2428325"/>
            <a:ext cx="4530000" cy="9420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sz="44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49" name="Google Shape;149;p22"/>
          <p:cNvSpPr txBox="1"/>
          <p:nvPr>
            <p:ph idx="2" type="title"/>
          </p:nvPr>
        </p:nvSpPr>
        <p:spPr>
          <a:xfrm>
            <a:off x="5342188" y="1291200"/>
            <a:ext cx="1530900" cy="7134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6000"/>
              <a:buNone/>
              <a:defRPr sz="6600">
                <a:solidFill>
                  <a:schemeClr val="accent1"/>
                </a:solidFill>
              </a:defRPr>
            </a:lvl1pPr>
            <a:lvl2pPr lvl="1" algn="ctr">
              <a:lnSpc>
                <a:spcPct val="100000"/>
              </a:lnSpc>
              <a:spcBef>
                <a:spcPts val="0"/>
              </a:spcBef>
              <a:spcAft>
                <a:spcPts val="0"/>
              </a:spcAft>
              <a:buSzPts val="6000"/>
              <a:buNone/>
              <a:defRPr sz="6000"/>
            </a:lvl2pPr>
            <a:lvl3pPr lvl="2" algn="ctr">
              <a:lnSpc>
                <a:spcPct val="100000"/>
              </a:lnSpc>
              <a:spcBef>
                <a:spcPts val="0"/>
              </a:spcBef>
              <a:spcAft>
                <a:spcPts val="0"/>
              </a:spcAft>
              <a:buSzPts val="6000"/>
              <a:buNone/>
              <a:defRPr sz="6000"/>
            </a:lvl3pPr>
            <a:lvl4pPr lvl="3" algn="ctr">
              <a:lnSpc>
                <a:spcPct val="100000"/>
              </a:lnSpc>
              <a:spcBef>
                <a:spcPts val="0"/>
              </a:spcBef>
              <a:spcAft>
                <a:spcPts val="0"/>
              </a:spcAft>
              <a:buSzPts val="6000"/>
              <a:buNone/>
              <a:defRPr sz="6000"/>
            </a:lvl4pPr>
            <a:lvl5pPr lvl="4" algn="ctr">
              <a:lnSpc>
                <a:spcPct val="100000"/>
              </a:lnSpc>
              <a:spcBef>
                <a:spcPts val="0"/>
              </a:spcBef>
              <a:spcAft>
                <a:spcPts val="0"/>
              </a:spcAft>
              <a:buSzPts val="6000"/>
              <a:buNone/>
              <a:defRPr sz="6000"/>
            </a:lvl5pPr>
            <a:lvl6pPr lvl="5" algn="ctr">
              <a:lnSpc>
                <a:spcPct val="100000"/>
              </a:lnSpc>
              <a:spcBef>
                <a:spcPts val="0"/>
              </a:spcBef>
              <a:spcAft>
                <a:spcPts val="0"/>
              </a:spcAft>
              <a:buSzPts val="6000"/>
              <a:buNone/>
              <a:defRPr sz="6000"/>
            </a:lvl6pPr>
            <a:lvl7pPr lvl="6" algn="ctr">
              <a:lnSpc>
                <a:spcPct val="100000"/>
              </a:lnSpc>
              <a:spcBef>
                <a:spcPts val="0"/>
              </a:spcBef>
              <a:spcAft>
                <a:spcPts val="0"/>
              </a:spcAft>
              <a:buSzPts val="6000"/>
              <a:buNone/>
              <a:defRPr sz="6000"/>
            </a:lvl7pPr>
            <a:lvl8pPr lvl="7" algn="ctr">
              <a:lnSpc>
                <a:spcPct val="100000"/>
              </a:lnSpc>
              <a:spcBef>
                <a:spcPts val="0"/>
              </a:spcBef>
              <a:spcAft>
                <a:spcPts val="0"/>
              </a:spcAft>
              <a:buSzPts val="6000"/>
              <a:buNone/>
              <a:defRPr sz="6000"/>
            </a:lvl8pPr>
            <a:lvl9pPr lvl="8" algn="ctr">
              <a:lnSpc>
                <a:spcPct val="100000"/>
              </a:lnSpc>
              <a:spcBef>
                <a:spcPts val="0"/>
              </a:spcBef>
              <a:spcAft>
                <a:spcPts val="0"/>
              </a:spcAft>
              <a:buSzPts val="6000"/>
              <a:buNone/>
              <a:defRPr sz="6000"/>
            </a:lvl9pPr>
          </a:lstStyle>
          <a:p/>
        </p:txBody>
      </p:sp>
      <p:sp>
        <p:nvSpPr>
          <p:cNvPr id="150" name="Google Shape;150;p22"/>
          <p:cNvSpPr txBox="1"/>
          <p:nvPr>
            <p:ph idx="1" type="subTitle"/>
          </p:nvPr>
        </p:nvSpPr>
        <p:spPr>
          <a:xfrm>
            <a:off x="4567138" y="3370325"/>
            <a:ext cx="3081000" cy="7134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400"/>
              <a:buNone/>
              <a:defRPr sz="16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8">
  <p:cSld name="ONE_COLUMN_TEXT_3">
    <p:spTree>
      <p:nvGrpSpPr>
        <p:cNvPr id="151" name="Shape 151"/>
        <p:cNvGrpSpPr/>
        <p:nvPr/>
      </p:nvGrpSpPr>
      <p:grpSpPr>
        <a:xfrm>
          <a:off x="0" y="0"/>
          <a:ext cx="0" cy="0"/>
          <a:chOff x="0" y="0"/>
          <a:chExt cx="0" cy="0"/>
        </a:xfrm>
      </p:grpSpPr>
      <p:pic>
        <p:nvPicPr>
          <p:cNvPr id="152" name="Google Shape;152;p23"/>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153" name="Google Shape;153;p23"/>
          <p:cNvPicPr preferRelativeResize="0"/>
          <p:nvPr/>
        </p:nvPicPr>
        <p:blipFill rotWithShape="1">
          <a:blip r:embed="rId3">
            <a:alphaModFix amt="10000"/>
          </a:blip>
          <a:srcRect b="0" l="0" r="0" t="0"/>
          <a:stretch/>
        </p:blipFill>
        <p:spPr>
          <a:xfrm rot="-302706">
            <a:off x="3469179" y="-983456"/>
            <a:ext cx="8314292" cy="5385561"/>
          </a:xfrm>
          <a:prstGeom prst="rect">
            <a:avLst/>
          </a:prstGeom>
          <a:noFill/>
          <a:ln>
            <a:noFill/>
          </a:ln>
        </p:spPr>
      </p:pic>
      <p:pic>
        <p:nvPicPr>
          <p:cNvPr id="154" name="Google Shape;154;p23"/>
          <p:cNvPicPr preferRelativeResize="0"/>
          <p:nvPr/>
        </p:nvPicPr>
        <p:blipFill rotWithShape="1">
          <a:blip r:embed="rId3">
            <a:alphaModFix amt="41000"/>
          </a:blip>
          <a:srcRect b="0" l="0" r="0" t="0"/>
          <a:stretch/>
        </p:blipFill>
        <p:spPr>
          <a:xfrm rot="9">
            <a:off x="5218824" y="301509"/>
            <a:ext cx="6376274" cy="4130234"/>
          </a:xfrm>
          <a:prstGeom prst="rect">
            <a:avLst/>
          </a:prstGeom>
          <a:noFill/>
          <a:ln>
            <a:noFill/>
          </a:ln>
        </p:spPr>
      </p:pic>
      <p:pic>
        <p:nvPicPr>
          <p:cNvPr id="155" name="Google Shape;155;p23"/>
          <p:cNvPicPr preferRelativeResize="0"/>
          <p:nvPr/>
        </p:nvPicPr>
        <p:blipFill rotWithShape="1">
          <a:blip r:embed="rId4">
            <a:alphaModFix/>
          </a:blip>
          <a:srcRect b="0" l="0" r="0" t="0"/>
          <a:stretch/>
        </p:blipFill>
        <p:spPr>
          <a:xfrm>
            <a:off x="6645500" y="3137075"/>
            <a:ext cx="2123851" cy="2091451"/>
          </a:xfrm>
          <a:prstGeom prst="rect">
            <a:avLst/>
          </a:prstGeom>
          <a:noFill/>
          <a:ln>
            <a:noFill/>
          </a:ln>
        </p:spPr>
      </p:pic>
      <p:pic>
        <p:nvPicPr>
          <p:cNvPr id="156" name="Google Shape;156;p23"/>
          <p:cNvPicPr preferRelativeResize="0"/>
          <p:nvPr/>
        </p:nvPicPr>
        <p:blipFill rotWithShape="1">
          <a:blip r:embed="rId3">
            <a:alphaModFix amt="41000"/>
          </a:blip>
          <a:srcRect b="0" l="0" r="0" t="0"/>
          <a:stretch/>
        </p:blipFill>
        <p:spPr>
          <a:xfrm rot="-333559">
            <a:off x="-268451" y="3969935"/>
            <a:ext cx="6376274" cy="4130233"/>
          </a:xfrm>
          <a:prstGeom prst="rect">
            <a:avLst/>
          </a:prstGeom>
          <a:noFill/>
          <a:ln>
            <a:noFill/>
          </a:ln>
        </p:spPr>
      </p:pic>
      <p:sp>
        <p:nvSpPr>
          <p:cNvPr id="157" name="Google Shape;157;p23"/>
          <p:cNvSpPr txBox="1"/>
          <p:nvPr>
            <p:ph idx="1" type="body"/>
          </p:nvPr>
        </p:nvSpPr>
        <p:spPr>
          <a:xfrm>
            <a:off x="720000" y="1901250"/>
            <a:ext cx="3571500" cy="21879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Clr>
                <a:srgbClr val="434343"/>
              </a:buClr>
              <a:buSzPts val="1400"/>
              <a:buChar char="●"/>
              <a:defRPr>
                <a:solidFill>
                  <a:srgbClr val="434343"/>
                </a:solidFill>
              </a:defRPr>
            </a:lvl1pPr>
            <a:lvl2pPr indent="-317500" lvl="1" marL="914400" algn="l">
              <a:lnSpc>
                <a:spcPct val="115000"/>
              </a:lnSpc>
              <a:spcBef>
                <a:spcPts val="1600"/>
              </a:spcBef>
              <a:spcAft>
                <a:spcPts val="0"/>
              </a:spcAft>
              <a:buClr>
                <a:srgbClr val="434343"/>
              </a:buClr>
              <a:buSzPts val="1400"/>
              <a:buFont typeface="Roboto Condensed Light"/>
              <a:buChar char="○"/>
              <a:defRPr>
                <a:solidFill>
                  <a:srgbClr val="434343"/>
                </a:solidFill>
              </a:defRPr>
            </a:lvl2pPr>
            <a:lvl3pPr indent="-317500" lvl="2" marL="1371600" algn="l">
              <a:lnSpc>
                <a:spcPct val="115000"/>
              </a:lnSpc>
              <a:spcBef>
                <a:spcPts val="1600"/>
              </a:spcBef>
              <a:spcAft>
                <a:spcPts val="0"/>
              </a:spcAft>
              <a:buClr>
                <a:srgbClr val="434343"/>
              </a:buClr>
              <a:buSzPts val="1400"/>
              <a:buFont typeface="Roboto Condensed Light"/>
              <a:buChar char="■"/>
              <a:defRPr>
                <a:solidFill>
                  <a:srgbClr val="434343"/>
                </a:solidFill>
              </a:defRPr>
            </a:lvl3pPr>
            <a:lvl4pPr indent="-317500" lvl="3" marL="1828800" algn="l">
              <a:lnSpc>
                <a:spcPct val="115000"/>
              </a:lnSpc>
              <a:spcBef>
                <a:spcPts val="1600"/>
              </a:spcBef>
              <a:spcAft>
                <a:spcPts val="0"/>
              </a:spcAft>
              <a:buClr>
                <a:srgbClr val="434343"/>
              </a:buClr>
              <a:buSzPts val="1400"/>
              <a:buFont typeface="Roboto Condensed Light"/>
              <a:buChar char="●"/>
              <a:defRPr>
                <a:solidFill>
                  <a:srgbClr val="434343"/>
                </a:solidFill>
              </a:defRPr>
            </a:lvl4pPr>
            <a:lvl5pPr indent="-317500" lvl="4" marL="2286000" algn="l">
              <a:lnSpc>
                <a:spcPct val="115000"/>
              </a:lnSpc>
              <a:spcBef>
                <a:spcPts val="1600"/>
              </a:spcBef>
              <a:spcAft>
                <a:spcPts val="0"/>
              </a:spcAft>
              <a:buClr>
                <a:srgbClr val="434343"/>
              </a:buClr>
              <a:buSzPts val="1400"/>
              <a:buFont typeface="Roboto Condensed Light"/>
              <a:buChar char="○"/>
              <a:defRPr>
                <a:solidFill>
                  <a:srgbClr val="434343"/>
                </a:solidFill>
              </a:defRPr>
            </a:lvl5pPr>
            <a:lvl6pPr indent="-317500" lvl="5" marL="2743200" algn="l">
              <a:lnSpc>
                <a:spcPct val="115000"/>
              </a:lnSpc>
              <a:spcBef>
                <a:spcPts val="1600"/>
              </a:spcBef>
              <a:spcAft>
                <a:spcPts val="0"/>
              </a:spcAft>
              <a:buClr>
                <a:srgbClr val="434343"/>
              </a:buClr>
              <a:buSzPts val="1400"/>
              <a:buFont typeface="Roboto Condensed Light"/>
              <a:buChar char="■"/>
              <a:defRPr>
                <a:solidFill>
                  <a:srgbClr val="434343"/>
                </a:solidFill>
              </a:defRPr>
            </a:lvl6pPr>
            <a:lvl7pPr indent="-317500" lvl="6" marL="3200400" algn="l">
              <a:lnSpc>
                <a:spcPct val="115000"/>
              </a:lnSpc>
              <a:spcBef>
                <a:spcPts val="1600"/>
              </a:spcBef>
              <a:spcAft>
                <a:spcPts val="0"/>
              </a:spcAft>
              <a:buClr>
                <a:srgbClr val="434343"/>
              </a:buClr>
              <a:buSzPts val="1400"/>
              <a:buFont typeface="Roboto Condensed Light"/>
              <a:buChar char="●"/>
              <a:defRPr>
                <a:solidFill>
                  <a:srgbClr val="434343"/>
                </a:solidFill>
              </a:defRPr>
            </a:lvl7pPr>
            <a:lvl8pPr indent="-317500" lvl="7" marL="3657600" algn="l">
              <a:lnSpc>
                <a:spcPct val="115000"/>
              </a:lnSpc>
              <a:spcBef>
                <a:spcPts val="1600"/>
              </a:spcBef>
              <a:spcAft>
                <a:spcPts val="0"/>
              </a:spcAft>
              <a:buClr>
                <a:srgbClr val="434343"/>
              </a:buClr>
              <a:buSzPts val="1400"/>
              <a:buFont typeface="Roboto Condensed Light"/>
              <a:buChar char="○"/>
              <a:defRPr>
                <a:solidFill>
                  <a:srgbClr val="434343"/>
                </a:solidFill>
              </a:defRPr>
            </a:lvl8pPr>
            <a:lvl9pPr indent="-317500" lvl="8" marL="4114800" algn="l">
              <a:lnSpc>
                <a:spcPct val="115000"/>
              </a:lnSpc>
              <a:spcBef>
                <a:spcPts val="1600"/>
              </a:spcBef>
              <a:spcAft>
                <a:spcPts val="1600"/>
              </a:spcAft>
              <a:buClr>
                <a:srgbClr val="434343"/>
              </a:buClr>
              <a:buSzPts val="1400"/>
              <a:buFont typeface="Roboto Condensed Light"/>
              <a:buChar char="■"/>
              <a:defRPr>
                <a:solidFill>
                  <a:srgbClr val="434343"/>
                </a:solidFill>
              </a:defRPr>
            </a:lvl9pPr>
          </a:lstStyle>
          <a:p/>
        </p:txBody>
      </p:sp>
      <p:sp>
        <p:nvSpPr>
          <p:cNvPr id="158" name="Google Shape;158;p23"/>
          <p:cNvSpPr txBox="1"/>
          <p:nvPr>
            <p:ph type="title"/>
          </p:nvPr>
        </p:nvSpPr>
        <p:spPr>
          <a:xfrm>
            <a:off x="720000" y="445025"/>
            <a:ext cx="4739100" cy="1101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400"/>
              <a:buNone/>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2">
  <p:cSld name="CUSTOM_10">
    <p:spTree>
      <p:nvGrpSpPr>
        <p:cNvPr id="159" name="Shape 159"/>
        <p:cNvGrpSpPr/>
        <p:nvPr/>
      </p:nvGrpSpPr>
      <p:grpSpPr>
        <a:xfrm>
          <a:off x="0" y="0"/>
          <a:ext cx="0" cy="0"/>
          <a:chOff x="0" y="0"/>
          <a:chExt cx="0" cy="0"/>
        </a:xfrm>
      </p:grpSpPr>
      <p:pic>
        <p:nvPicPr>
          <p:cNvPr id="160" name="Google Shape;160;p24"/>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161" name="Google Shape;161;p24"/>
          <p:cNvPicPr preferRelativeResize="0"/>
          <p:nvPr/>
        </p:nvPicPr>
        <p:blipFill rotWithShape="1">
          <a:blip r:embed="rId3">
            <a:alphaModFix amt="10000"/>
          </a:blip>
          <a:srcRect b="0" l="0" r="0" t="0"/>
          <a:stretch/>
        </p:blipFill>
        <p:spPr>
          <a:xfrm rot="623217">
            <a:off x="2319062" y="521198"/>
            <a:ext cx="8614102" cy="5579779"/>
          </a:xfrm>
          <a:prstGeom prst="rect">
            <a:avLst/>
          </a:prstGeom>
          <a:noFill/>
          <a:ln>
            <a:noFill/>
          </a:ln>
        </p:spPr>
      </p:pic>
      <p:pic>
        <p:nvPicPr>
          <p:cNvPr id="162" name="Google Shape;162;p24"/>
          <p:cNvPicPr preferRelativeResize="0"/>
          <p:nvPr/>
        </p:nvPicPr>
        <p:blipFill rotWithShape="1">
          <a:blip r:embed="rId4">
            <a:alphaModFix/>
          </a:blip>
          <a:srcRect b="0" l="0" r="0" t="0"/>
          <a:stretch/>
        </p:blipFill>
        <p:spPr>
          <a:xfrm rot="-8526696">
            <a:off x="6344369" y="2345457"/>
            <a:ext cx="3731665" cy="3674735"/>
          </a:xfrm>
          <a:prstGeom prst="rect">
            <a:avLst/>
          </a:prstGeom>
          <a:noFill/>
          <a:ln>
            <a:noFill/>
          </a:ln>
        </p:spPr>
      </p:pic>
      <p:pic>
        <p:nvPicPr>
          <p:cNvPr id="163" name="Google Shape;163;p24"/>
          <p:cNvPicPr preferRelativeResize="0"/>
          <p:nvPr/>
        </p:nvPicPr>
        <p:blipFill rotWithShape="1">
          <a:blip r:embed="rId4">
            <a:alphaModFix/>
          </a:blip>
          <a:srcRect b="0" l="0" r="0" t="0"/>
          <a:stretch/>
        </p:blipFill>
        <p:spPr>
          <a:xfrm rot="-8526696">
            <a:off x="-1532015" y="-1020403"/>
            <a:ext cx="2756460" cy="2714406"/>
          </a:xfrm>
          <a:prstGeom prst="rect">
            <a:avLst/>
          </a:prstGeom>
          <a:noFill/>
          <a:ln>
            <a:noFill/>
          </a:ln>
        </p:spPr>
      </p:pic>
      <p:sp>
        <p:nvSpPr>
          <p:cNvPr id="164" name="Google Shape;164;p24"/>
          <p:cNvSpPr txBox="1"/>
          <p:nvPr>
            <p:ph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400"/>
              <a:buNone/>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
        <p:nvSpPr>
          <p:cNvPr id="165" name="Google Shape;165;p24"/>
          <p:cNvSpPr txBox="1"/>
          <p:nvPr>
            <p:ph idx="1" type="body"/>
          </p:nvPr>
        </p:nvSpPr>
        <p:spPr>
          <a:xfrm>
            <a:off x="878650" y="1424100"/>
            <a:ext cx="4462200" cy="31191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Clr>
                <a:schemeClr val="accent1"/>
              </a:buClr>
              <a:buSzPts val="14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BLANK_1_1">
    <p:spTree>
      <p:nvGrpSpPr>
        <p:cNvPr id="166" name="Shape 166"/>
        <p:cNvGrpSpPr/>
        <p:nvPr/>
      </p:nvGrpSpPr>
      <p:grpSpPr>
        <a:xfrm>
          <a:off x="0" y="0"/>
          <a:ext cx="0" cy="0"/>
          <a:chOff x="0" y="0"/>
          <a:chExt cx="0" cy="0"/>
        </a:xfrm>
      </p:grpSpPr>
      <p:pic>
        <p:nvPicPr>
          <p:cNvPr id="167" name="Google Shape;167;p25"/>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168" name="Google Shape;168;p25"/>
          <p:cNvPicPr preferRelativeResize="0"/>
          <p:nvPr/>
        </p:nvPicPr>
        <p:blipFill rotWithShape="1">
          <a:blip r:embed="rId3">
            <a:alphaModFix/>
          </a:blip>
          <a:srcRect b="0" l="0" r="0" t="0"/>
          <a:stretch/>
        </p:blipFill>
        <p:spPr>
          <a:xfrm>
            <a:off x="-961501" y="-445259"/>
            <a:ext cx="2629649" cy="2589525"/>
          </a:xfrm>
          <a:prstGeom prst="rect">
            <a:avLst/>
          </a:prstGeom>
          <a:noFill/>
          <a:ln>
            <a:noFill/>
          </a:ln>
        </p:spPr>
      </p:pic>
      <p:pic>
        <p:nvPicPr>
          <p:cNvPr id="169" name="Google Shape;169;p25"/>
          <p:cNvPicPr preferRelativeResize="0"/>
          <p:nvPr/>
        </p:nvPicPr>
        <p:blipFill rotWithShape="1">
          <a:blip r:embed="rId3">
            <a:alphaModFix/>
          </a:blip>
          <a:srcRect b="0" l="0" r="0" t="0"/>
          <a:stretch/>
        </p:blipFill>
        <p:spPr>
          <a:xfrm>
            <a:off x="6404042" y="3216075"/>
            <a:ext cx="3640043" cy="3584500"/>
          </a:xfrm>
          <a:prstGeom prst="rect">
            <a:avLst/>
          </a:prstGeom>
          <a:noFill/>
          <a:ln>
            <a:noFill/>
          </a:ln>
        </p:spPr>
      </p:pic>
      <p:pic>
        <p:nvPicPr>
          <p:cNvPr id="170" name="Google Shape;170;p25"/>
          <p:cNvPicPr preferRelativeResize="0"/>
          <p:nvPr/>
        </p:nvPicPr>
        <p:blipFill rotWithShape="1">
          <a:blip r:embed="rId4">
            <a:alphaModFix amt="41000"/>
          </a:blip>
          <a:srcRect b="0" l="0" r="0" t="0"/>
          <a:stretch/>
        </p:blipFill>
        <p:spPr>
          <a:xfrm rot="-1251575">
            <a:off x="6568494" y="-2463416"/>
            <a:ext cx="6463288" cy="4186585"/>
          </a:xfrm>
          <a:prstGeom prst="rect">
            <a:avLst/>
          </a:prstGeom>
          <a:noFill/>
          <a:ln>
            <a:noFill/>
          </a:ln>
        </p:spPr>
      </p:pic>
      <p:pic>
        <p:nvPicPr>
          <p:cNvPr id="171" name="Google Shape;171;p25"/>
          <p:cNvPicPr preferRelativeResize="0"/>
          <p:nvPr/>
        </p:nvPicPr>
        <p:blipFill rotWithShape="1">
          <a:blip r:embed="rId4">
            <a:alphaModFix amt="41000"/>
          </a:blip>
          <a:srcRect b="0" l="0" r="0" t="0"/>
          <a:stretch/>
        </p:blipFill>
        <p:spPr>
          <a:xfrm rot="2162573">
            <a:off x="-3047496" y="3075492"/>
            <a:ext cx="5967840" cy="3865667"/>
          </a:xfrm>
          <a:prstGeom prst="rect">
            <a:avLst/>
          </a:prstGeom>
          <a:noFill/>
          <a:ln>
            <a:noFill/>
          </a:ln>
        </p:spPr>
      </p:pic>
      <p:pic>
        <p:nvPicPr>
          <p:cNvPr id="172" name="Google Shape;172;p25"/>
          <p:cNvPicPr preferRelativeResize="0"/>
          <p:nvPr/>
        </p:nvPicPr>
        <p:blipFill rotWithShape="1">
          <a:blip r:embed="rId4">
            <a:alphaModFix amt="10000"/>
          </a:blip>
          <a:srcRect b="0" l="0" r="0" t="0"/>
          <a:stretch/>
        </p:blipFill>
        <p:spPr>
          <a:xfrm rot="192551">
            <a:off x="1509934" y="-3561813"/>
            <a:ext cx="8910555" cy="5771771"/>
          </a:xfrm>
          <a:prstGeom prst="rect">
            <a:avLst/>
          </a:prstGeom>
          <a:noFill/>
          <a:ln>
            <a:noFill/>
          </a:ln>
        </p:spPr>
      </p:pic>
      <p:sp>
        <p:nvSpPr>
          <p:cNvPr id="173" name="Google Shape;173;p25"/>
          <p:cNvSpPr txBox="1"/>
          <p:nvPr>
            <p:ph type="title"/>
          </p:nvPr>
        </p:nvSpPr>
        <p:spPr>
          <a:xfrm>
            <a:off x="2391900" y="3640013"/>
            <a:ext cx="4360200" cy="5319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sz="24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174" name="Google Shape;174;p25"/>
          <p:cNvSpPr txBox="1"/>
          <p:nvPr>
            <p:ph idx="1" type="subTitle"/>
          </p:nvPr>
        </p:nvSpPr>
        <p:spPr>
          <a:xfrm>
            <a:off x="1571900" y="1453575"/>
            <a:ext cx="6000300" cy="17625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400"/>
              <a:buNone/>
              <a:defRPr sz="28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rgbClr val="FFFFFF"/>
        </a:solidFill>
      </p:bgPr>
    </p:bg>
    <p:spTree>
      <p:nvGrpSpPr>
        <p:cNvPr id="175" name="Shape 175"/>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3">
  <p:cSld name="TITLE_AND_TWO_COLUMNS_1_1">
    <p:spTree>
      <p:nvGrpSpPr>
        <p:cNvPr id="176" name="Shape 176"/>
        <p:cNvGrpSpPr/>
        <p:nvPr/>
      </p:nvGrpSpPr>
      <p:grpSpPr>
        <a:xfrm>
          <a:off x="0" y="0"/>
          <a:ext cx="0" cy="0"/>
          <a:chOff x="0" y="0"/>
          <a:chExt cx="0" cy="0"/>
        </a:xfrm>
      </p:grpSpPr>
      <p:pic>
        <p:nvPicPr>
          <p:cNvPr id="177" name="Google Shape;177;p27"/>
          <p:cNvPicPr preferRelativeResize="0"/>
          <p:nvPr/>
        </p:nvPicPr>
        <p:blipFill rotWithShape="1">
          <a:blip r:embed="rId2">
            <a:alphaModFix/>
          </a:blip>
          <a:srcRect b="0" l="0" r="0" t="0"/>
          <a:stretch/>
        </p:blipFill>
        <p:spPr>
          <a:xfrm flipH="1" rot="10800000">
            <a:off x="10566" y="0"/>
            <a:ext cx="9144000" cy="5143500"/>
          </a:xfrm>
          <a:prstGeom prst="rect">
            <a:avLst/>
          </a:prstGeom>
          <a:noFill/>
          <a:ln>
            <a:noFill/>
          </a:ln>
        </p:spPr>
      </p:pic>
      <p:pic>
        <p:nvPicPr>
          <p:cNvPr id="178" name="Google Shape;178;p27"/>
          <p:cNvPicPr preferRelativeResize="0"/>
          <p:nvPr/>
        </p:nvPicPr>
        <p:blipFill rotWithShape="1">
          <a:blip r:embed="rId3">
            <a:alphaModFix amt="41000"/>
          </a:blip>
          <a:srcRect b="0" l="0" r="0" t="0"/>
          <a:stretch/>
        </p:blipFill>
        <p:spPr>
          <a:xfrm flipH="1" rot="7060367">
            <a:off x="-2615294" y="-2798389"/>
            <a:ext cx="5470711" cy="3543603"/>
          </a:xfrm>
          <a:prstGeom prst="rect">
            <a:avLst/>
          </a:prstGeom>
          <a:noFill/>
          <a:ln>
            <a:noFill/>
          </a:ln>
        </p:spPr>
      </p:pic>
      <p:pic>
        <p:nvPicPr>
          <p:cNvPr id="179" name="Google Shape;179;p27"/>
          <p:cNvPicPr preferRelativeResize="0"/>
          <p:nvPr/>
        </p:nvPicPr>
        <p:blipFill rotWithShape="1">
          <a:blip r:embed="rId4">
            <a:alphaModFix/>
          </a:blip>
          <a:srcRect b="0" l="0" r="0" t="0"/>
          <a:stretch/>
        </p:blipFill>
        <p:spPr>
          <a:xfrm rot="10635949">
            <a:off x="8089369" y="-1772807"/>
            <a:ext cx="3531675" cy="3477795"/>
          </a:xfrm>
          <a:prstGeom prst="rect">
            <a:avLst/>
          </a:prstGeom>
          <a:noFill/>
          <a:ln>
            <a:noFill/>
          </a:ln>
        </p:spPr>
      </p:pic>
      <p:pic>
        <p:nvPicPr>
          <p:cNvPr id="180" name="Google Shape;180;p27"/>
          <p:cNvPicPr preferRelativeResize="0"/>
          <p:nvPr/>
        </p:nvPicPr>
        <p:blipFill rotWithShape="1">
          <a:blip r:embed="rId4">
            <a:alphaModFix/>
          </a:blip>
          <a:srcRect b="0" l="0" r="0" t="0"/>
          <a:stretch/>
        </p:blipFill>
        <p:spPr>
          <a:xfrm rot="10635950">
            <a:off x="-1365795" y="3343884"/>
            <a:ext cx="2702139" cy="2660932"/>
          </a:xfrm>
          <a:prstGeom prst="rect">
            <a:avLst/>
          </a:prstGeom>
          <a:noFill/>
          <a:ln>
            <a:noFill/>
          </a:ln>
        </p:spPr>
      </p:pic>
      <p:sp>
        <p:nvSpPr>
          <p:cNvPr id="181" name="Google Shape;181;p27"/>
          <p:cNvSpPr txBox="1"/>
          <p:nvPr>
            <p:ph idx="1" type="body"/>
          </p:nvPr>
        </p:nvSpPr>
        <p:spPr>
          <a:xfrm>
            <a:off x="720000" y="3455725"/>
            <a:ext cx="2519700" cy="8940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SzPts val="1400"/>
              <a:buChar char="●"/>
              <a:defRPr/>
            </a:lvl1pPr>
            <a:lvl2pPr indent="-317500" lvl="1" marL="914400" algn="l">
              <a:lnSpc>
                <a:spcPct val="100000"/>
              </a:lnSpc>
              <a:spcBef>
                <a:spcPts val="1600"/>
              </a:spcBef>
              <a:spcAft>
                <a:spcPts val="0"/>
              </a:spcAft>
              <a:buSzPts val="1400"/>
              <a:buChar char="○"/>
              <a:defRPr/>
            </a:lvl2pPr>
            <a:lvl3pPr indent="-317500" lvl="2" marL="1371600" algn="l">
              <a:lnSpc>
                <a:spcPct val="100000"/>
              </a:lnSpc>
              <a:spcBef>
                <a:spcPts val="1600"/>
              </a:spcBef>
              <a:spcAft>
                <a:spcPts val="0"/>
              </a:spcAft>
              <a:buSzPts val="1400"/>
              <a:buChar char="■"/>
              <a:defRPr/>
            </a:lvl3pPr>
            <a:lvl4pPr indent="-317500" lvl="3" marL="1828800" algn="l">
              <a:lnSpc>
                <a:spcPct val="100000"/>
              </a:lnSpc>
              <a:spcBef>
                <a:spcPts val="1600"/>
              </a:spcBef>
              <a:spcAft>
                <a:spcPts val="0"/>
              </a:spcAft>
              <a:buSzPts val="1400"/>
              <a:buChar char="●"/>
              <a:defRPr/>
            </a:lvl4pPr>
            <a:lvl5pPr indent="-317500" lvl="4" marL="2286000" algn="l">
              <a:lnSpc>
                <a:spcPct val="100000"/>
              </a:lnSpc>
              <a:spcBef>
                <a:spcPts val="1600"/>
              </a:spcBef>
              <a:spcAft>
                <a:spcPts val="0"/>
              </a:spcAft>
              <a:buSzPts val="1400"/>
              <a:buChar char="○"/>
              <a:defRPr/>
            </a:lvl5pPr>
            <a:lvl6pPr indent="-317500" lvl="5" marL="2743200" algn="l">
              <a:lnSpc>
                <a:spcPct val="100000"/>
              </a:lnSpc>
              <a:spcBef>
                <a:spcPts val="1600"/>
              </a:spcBef>
              <a:spcAft>
                <a:spcPts val="0"/>
              </a:spcAft>
              <a:buSzPts val="1400"/>
              <a:buChar char="■"/>
              <a:defRPr/>
            </a:lvl6pPr>
            <a:lvl7pPr indent="-317500" lvl="6" marL="3200400" algn="l">
              <a:lnSpc>
                <a:spcPct val="100000"/>
              </a:lnSpc>
              <a:spcBef>
                <a:spcPts val="1600"/>
              </a:spcBef>
              <a:spcAft>
                <a:spcPts val="0"/>
              </a:spcAft>
              <a:buSzPts val="1400"/>
              <a:buChar char="●"/>
              <a:defRPr/>
            </a:lvl7pPr>
            <a:lvl8pPr indent="-317500" lvl="7" marL="3657600" algn="l">
              <a:lnSpc>
                <a:spcPct val="100000"/>
              </a:lnSpc>
              <a:spcBef>
                <a:spcPts val="1600"/>
              </a:spcBef>
              <a:spcAft>
                <a:spcPts val="0"/>
              </a:spcAft>
              <a:buSzPts val="1400"/>
              <a:buChar char="○"/>
              <a:defRPr/>
            </a:lvl8pPr>
            <a:lvl9pPr indent="-317500" lvl="8" marL="4114800" algn="l">
              <a:lnSpc>
                <a:spcPct val="100000"/>
              </a:lnSpc>
              <a:spcBef>
                <a:spcPts val="1600"/>
              </a:spcBef>
              <a:spcAft>
                <a:spcPts val="1600"/>
              </a:spcAft>
              <a:buSzPts val="1400"/>
              <a:buChar char="■"/>
              <a:defRPr/>
            </a:lvl9pPr>
          </a:lstStyle>
          <a:p/>
        </p:txBody>
      </p:sp>
      <p:sp>
        <p:nvSpPr>
          <p:cNvPr id="182" name="Google Shape;182;p27"/>
          <p:cNvSpPr txBox="1"/>
          <p:nvPr>
            <p:ph idx="2" type="body"/>
          </p:nvPr>
        </p:nvSpPr>
        <p:spPr>
          <a:xfrm>
            <a:off x="3312043" y="3455725"/>
            <a:ext cx="2519700" cy="8940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SzPts val="1400"/>
              <a:buChar char="●"/>
              <a:defRPr/>
            </a:lvl1pPr>
            <a:lvl2pPr indent="-317500" lvl="1" marL="914400" algn="l">
              <a:lnSpc>
                <a:spcPct val="100000"/>
              </a:lnSpc>
              <a:spcBef>
                <a:spcPts val="1600"/>
              </a:spcBef>
              <a:spcAft>
                <a:spcPts val="0"/>
              </a:spcAft>
              <a:buSzPts val="1400"/>
              <a:buChar char="○"/>
              <a:defRPr/>
            </a:lvl2pPr>
            <a:lvl3pPr indent="-317500" lvl="2" marL="1371600" algn="l">
              <a:lnSpc>
                <a:spcPct val="100000"/>
              </a:lnSpc>
              <a:spcBef>
                <a:spcPts val="1600"/>
              </a:spcBef>
              <a:spcAft>
                <a:spcPts val="0"/>
              </a:spcAft>
              <a:buSzPts val="1400"/>
              <a:buChar char="■"/>
              <a:defRPr/>
            </a:lvl3pPr>
            <a:lvl4pPr indent="-317500" lvl="3" marL="1828800" algn="l">
              <a:lnSpc>
                <a:spcPct val="100000"/>
              </a:lnSpc>
              <a:spcBef>
                <a:spcPts val="1600"/>
              </a:spcBef>
              <a:spcAft>
                <a:spcPts val="0"/>
              </a:spcAft>
              <a:buSzPts val="1400"/>
              <a:buChar char="●"/>
              <a:defRPr/>
            </a:lvl4pPr>
            <a:lvl5pPr indent="-317500" lvl="4" marL="2286000" algn="l">
              <a:lnSpc>
                <a:spcPct val="100000"/>
              </a:lnSpc>
              <a:spcBef>
                <a:spcPts val="1600"/>
              </a:spcBef>
              <a:spcAft>
                <a:spcPts val="0"/>
              </a:spcAft>
              <a:buSzPts val="1400"/>
              <a:buChar char="○"/>
              <a:defRPr/>
            </a:lvl5pPr>
            <a:lvl6pPr indent="-317500" lvl="5" marL="2743200" algn="l">
              <a:lnSpc>
                <a:spcPct val="100000"/>
              </a:lnSpc>
              <a:spcBef>
                <a:spcPts val="1600"/>
              </a:spcBef>
              <a:spcAft>
                <a:spcPts val="0"/>
              </a:spcAft>
              <a:buSzPts val="1400"/>
              <a:buChar char="■"/>
              <a:defRPr/>
            </a:lvl6pPr>
            <a:lvl7pPr indent="-317500" lvl="6" marL="3200400" algn="l">
              <a:lnSpc>
                <a:spcPct val="100000"/>
              </a:lnSpc>
              <a:spcBef>
                <a:spcPts val="1600"/>
              </a:spcBef>
              <a:spcAft>
                <a:spcPts val="0"/>
              </a:spcAft>
              <a:buSzPts val="1400"/>
              <a:buChar char="●"/>
              <a:defRPr/>
            </a:lvl7pPr>
            <a:lvl8pPr indent="-317500" lvl="7" marL="3657600" algn="l">
              <a:lnSpc>
                <a:spcPct val="100000"/>
              </a:lnSpc>
              <a:spcBef>
                <a:spcPts val="1600"/>
              </a:spcBef>
              <a:spcAft>
                <a:spcPts val="0"/>
              </a:spcAft>
              <a:buSzPts val="1400"/>
              <a:buChar char="○"/>
              <a:defRPr/>
            </a:lvl8pPr>
            <a:lvl9pPr indent="-317500" lvl="8" marL="4114800" algn="l">
              <a:lnSpc>
                <a:spcPct val="100000"/>
              </a:lnSpc>
              <a:spcBef>
                <a:spcPts val="1600"/>
              </a:spcBef>
              <a:spcAft>
                <a:spcPts val="1600"/>
              </a:spcAft>
              <a:buSzPts val="1400"/>
              <a:buChar char="■"/>
              <a:defRPr/>
            </a:lvl9pPr>
          </a:lstStyle>
          <a:p/>
        </p:txBody>
      </p:sp>
      <p:sp>
        <p:nvSpPr>
          <p:cNvPr id="183" name="Google Shape;183;p27"/>
          <p:cNvSpPr txBox="1"/>
          <p:nvPr>
            <p:ph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400"/>
              <a:buNone/>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
        <p:nvSpPr>
          <p:cNvPr id="184" name="Google Shape;184;p27"/>
          <p:cNvSpPr txBox="1"/>
          <p:nvPr>
            <p:ph idx="3" type="title"/>
          </p:nvPr>
        </p:nvSpPr>
        <p:spPr>
          <a:xfrm>
            <a:off x="720000" y="2556925"/>
            <a:ext cx="2519700" cy="8940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400"/>
              <a:buNone/>
              <a:defRPr sz="2200">
                <a:solidFill>
                  <a:schemeClr val="accent1"/>
                </a:solidFill>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
        <p:nvSpPr>
          <p:cNvPr id="185" name="Google Shape;185;p27"/>
          <p:cNvSpPr txBox="1"/>
          <p:nvPr>
            <p:ph idx="4" type="title"/>
          </p:nvPr>
        </p:nvSpPr>
        <p:spPr>
          <a:xfrm>
            <a:off x="3311924" y="2556925"/>
            <a:ext cx="2520000" cy="8940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400"/>
              <a:buNone/>
              <a:defRPr sz="2200">
                <a:solidFill>
                  <a:schemeClr val="accent1"/>
                </a:solidFill>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
        <p:nvSpPr>
          <p:cNvPr id="186" name="Google Shape;186;p27"/>
          <p:cNvSpPr txBox="1"/>
          <p:nvPr>
            <p:ph idx="5" type="body"/>
          </p:nvPr>
        </p:nvSpPr>
        <p:spPr>
          <a:xfrm>
            <a:off x="5904249" y="3455725"/>
            <a:ext cx="2519700" cy="8940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SzPts val="1400"/>
              <a:buChar char="●"/>
              <a:defRPr/>
            </a:lvl1pPr>
            <a:lvl2pPr indent="-317500" lvl="1" marL="914400" algn="l">
              <a:lnSpc>
                <a:spcPct val="100000"/>
              </a:lnSpc>
              <a:spcBef>
                <a:spcPts val="1600"/>
              </a:spcBef>
              <a:spcAft>
                <a:spcPts val="0"/>
              </a:spcAft>
              <a:buSzPts val="1400"/>
              <a:buChar char="○"/>
              <a:defRPr/>
            </a:lvl2pPr>
            <a:lvl3pPr indent="-317500" lvl="2" marL="1371600" algn="l">
              <a:lnSpc>
                <a:spcPct val="100000"/>
              </a:lnSpc>
              <a:spcBef>
                <a:spcPts val="1600"/>
              </a:spcBef>
              <a:spcAft>
                <a:spcPts val="0"/>
              </a:spcAft>
              <a:buSzPts val="1400"/>
              <a:buChar char="■"/>
              <a:defRPr/>
            </a:lvl3pPr>
            <a:lvl4pPr indent="-317500" lvl="3" marL="1828800" algn="l">
              <a:lnSpc>
                <a:spcPct val="100000"/>
              </a:lnSpc>
              <a:spcBef>
                <a:spcPts val="1600"/>
              </a:spcBef>
              <a:spcAft>
                <a:spcPts val="0"/>
              </a:spcAft>
              <a:buSzPts val="1400"/>
              <a:buChar char="●"/>
              <a:defRPr/>
            </a:lvl4pPr>
            <a:lvl5pPr indent="-317500" lvl="4" marL="2286000" algn="l">
              <a:lnSpc>
                <a:spcPct val="100000"/>
              </a:lnSpc>
              <a:spcBef>
                <a:spcPts val="1600"/>
              </a:spcBef>
              <a:spcAft>
                <a:spcPts val="0"/>
              </a:spcAft>
              <a:buSzPts val="1400"/>
              <a:buChar char="○"/>
              <a:defRPr/>
            </a:lvl5pPr>
            <a:lvl6pPr indent="-317500" lvl="5" marL="2743200" algn="l">
              <a:lnSpc>
                <a:spcPct val="100000"/>
              </a:lnSpc>
              <a:spcBef>
                <a:spcPts val="1600"/>
              </a:spcBef>
              <a:spcAft>
                <a:spcPts val="0"/>
              </a:spcAft>
              <a:buSzPts val="1400"/>
              <a:buChar char="■"/>
              <a:defRPr/>
            </a:lvl6pPr>
            <a:lvl7pPr indent="-317500" lvl="6" marL="3200400" algn="l">
              <a:lnSpc>
                <a:spcPct val="100000"/>
              </a:lnSpc>
              <a:spcBef>
                <a:spcPts val="1600"/>
              </a:spcBef>
              <a:spcAft>
                <a:spcPts val="0"/>
              </a:spcAft>
              <a:buSzPts val="1400"/>
              <a:buChar char="●"/>
              <a:defRPr/>
            </a:lvl7pPr>
            <a:lvl8pPr indent="-317500" lvl="7" marL="3657600" algn="l">
              <a:lnSpc>
                <a:spcPct val="100000"/>
              </a:lnSpc>
              <a:spcBef>
                <a:spcPts val="1600"/>
              </a:spcBef>
              <a:spcAft>
                <a:spcPts val="0"/>
              </a:spcAft>
              <a:buSzPts val="1400"/>
              <a:buChar char="○"/>
              <a:defRPr/>
            </a:lvl8pPr>
            <a:lvl9pPr indent="-317500" lvl="8" marL="4114800" algn="l">
              <a:lnSpc>
                <a:spcPct val="100000"/>
              </a:lnSpc>
              <a:spcBef>
                <a:spcPts val="1600"/>
              </a:spcBef>
              <a:spcAft>
                <a:spcPts val="1600"/>
              </a:spcAft>
              <a:buSzPts val="1400"/>
              <a:buChar char="■"/>
              <a:defRPr/>
            </a:lvl9pPr>
          </a:lstStyle>
          <a:p/>
        </p:txBody>
      </p:sp>
      <p:sp>
        <p:nvSpPr>
          <p:cNvPr id="187" name="Google Shape;187;p27"/>
          <p:cNvSpPr txBox="1"/>
          <p:nvPr>
            <p:ph idx="6" type="title"/>
          </p:nvPr>
        </p:nvSpPr>
        <p:spPr>
          <a:xfrm>
            <a:off x="5904125" y="2556925"/>
            <a:ext cx="2520000" cy="8940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400"/>
              <a:buNone/>
              <a:defRPr sz="2200">
                <a:solidFill>
                  <a:schemeClr val="accent1"/>
                </a:solidFill>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188" name="Shape 188"/>
        <p:cNvGrpSpPr/>
        <p:nvPr/>
      </p:nvGrpSpPr>
      <p:grpSpPr>
        <a:xfrm>
          <a:off x="0" y="0"/>
          <a:ext cx="0" cy="0"/>
          <a:chOff x="0" y="0"/>
          <a:chExt cx="0" cy="0"/>
        </a:xfrm>
      </p:grpSpPr>
      <p:pic>
        <p:nvPicPr>
          <p:cNvPr id="189" name="Google Shape;189;p28"/>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190" name="Google Shape;190;p28"/>
          <p:cNvPicPr preferRelativeResize="0"/>
          <p:nvPr/>
        </p:nvPicPr>
        <p:blipFill rotWithShape="1">
          <a:blip r:embed="rId3">
            <a:alphaModFix/>
          </a:blip>
          <a:srcRect b="0" l="0" r="0" t="0"/>
          <a:stretch/>
        </p:blipFill>
        <p:spPr>
          <a:xfrm>
            <a:off x="1171441" y="-1685482"/>
            <a:ext cx="2699301" cy="2658150"/>
          </a:xfrm>
          <a:prstGeom prst="rect">
            <a:avLst/>
          </a:prstGeom>
          <a:noFill/>
          <a:ln>
            <a:noFill/>
          </a:ln>
        </p:spPr>
      </p:pic>
      <p:pic>
        <p:nvPicPr>
          <p:cNvPr id="191" name="Google Shape;191;p28"/>
          <p:cNvPicPr preferRelativeResize="0"/>
          <p:nvPr/>
        </p:nvPicPr>
        <p:blipFill rotWithShape="1">
          <a:blip r:embed="rId4">
            <a:alphaModFix amt="41000"/>
          </a:blip>
          <a:srcRect b="0" l="0" r="0" t="0"/>
          <a:stretch/>
        </p:blipFill>
        <p:spPr>
          <a:xfrm rot="-1233946">
            <a:off x="5998659" y="-2285177"/>
            <a:ext cx="6700173" cy="4340020"/>
          </a:xfrm>
          <a:prstGeom prst="rect">
            <a:avLst/>
          </a:prstGeom>
          <a:noFill/>
          <a:ln>
            <a:noFill/>
          </a:ln>
        </p:spPr>
      </p:pic>
      <p:pic>
        <p:nvPicPr>
          <p:cNvPr id="192" name="Google Shape;192;p28"/>
          <p:cNvPicPr preferRelativeResize="0"/>
          <p:nvPr/>
        </p:nvPicPr>
        <p:blipFill rotWithShape="1">
          <a:blip r:embed="rId3">
            <a:alphaModFix/>
          </a:blip>
          <a:srcRect b="0" l="0" r="0" t="0"/>
          <a:stretch/>
        </p:blipFill>
        <p:spPr>
          <a:xfrm>
            <a:off x="5646800" y="4247867"/>
            <a:ext cx="3497201" cy="3443903"/>
          </a:xfrm>
          <a:prstGeom prst="rect">
            <a:avLst/>
          </a:prstGeom>
          <a:noFill/>
          <a:ln>
            <a:noFill/>
          </a:ln>
        </p:spPr>
      </p:pic>
      <p:pic>
        <p:nvPicPr>
          <p:cNvPr id="193" name="Google Shape;193;p28"/>
          <p:cNvPicPr preferRelativeResize="0"/>
          <p:nvPr/>
        </p:nvPicPr>
        <p:blipFill rotWithShape="1">
          <a:blip r:embed="rId4">
            <a:alphaModFix amt="41000"/>
          </a:blip>
          <a:srcRect b="0" l="0" r="0" t="0"/>
          <a:stretch/>
        </p:blipFill>
        <p:spPr>
          <a:xfrm rot="2496268">
            <a:off x="-2994134" y="2439937"/>
            <a:ext cx="6353368" cy="4115377"/>
          </a:xfrm>
          <a:prstGeom prst="rect">
            <a:avLst/>
          </a:prstGeom>
          <a:noFill/>
          <a:ln>
            <a:noFill/>
          </a:ln>
        </p:spPr>
      </p:pic>
      <p:sp>
        <p:nvSpPr>
          <p:cNvPr id="194" name="Google Shape;194;p28"/>
          <p:cNvSpPr txBox="1"/>
          <p:nvPr>
            <p:ph type="title"/>
          </p:nvPr>
        </p:nvSpPr>
        <p:spPr>
          <a:xfrm>
            <a:off x="816900" y="1459500"/>
            <a:ext cx="7510200" cy="2529300"/>
          </a:xfrm>
          <a:prstGeom prst="rect">
            <a:avLst/>
          </a:prstGeom>
          <a:noFill/>
          <a:ln>
            <a:noFill/>
          </a:ln>
        </p:spPr>
        <p:txBody>
          <a:bodyPr anchorCtr="0" anchor="ctr" bIns="91425" lIns="91425" spcFirstLastPara="1" rIns="91425" wrap="square" tIns="91425">
            <a:noAutofit/>
          </a:bodyPr>
          <a:lstStyle>
            <a:lvl1pPr lvl="0" algn="ctr">
              <a:lnSpc>
                <a:spcPct val="80000"/>
              </a:lnSpc>
              <a:spcBef>
                <a:spcPts val="0"/>
              </a:spcBef>
              <a:spcAft>
                <a:spcPts val="0"/>
              </a:spcAft>
              <a:buSzPts val="4800"/>
              <a:buNone/>
              <a:defRPr sz="8000">
                <a:solidFill>
                  <a:schemeClr val="accent1"/>
                </a:solidFill>
              </a:defRPr>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95" name="Shape 195"/>
        <p:cNvGrpSpPr/>
        <p:nvPr/>
      </p:nvGrpSpPr>
      <p:grpSpPr>
        <a:xfrm>
          <a:off x="0" y="0"/>
          <a:ext cx="0" cy="0"/>
          <a:chOff x="0" y="0"/>
          <a:chExt cx="0" cy="0"/>
        </a:xfrm>
      </p:grpSpPr>
      <p:sp>
        <p:nvSpPr>
          <p:cNvPr id="196" name="Google Shape;196;p29"/>
          <p:cNvSpPr/>
          <p:nvPr/>
        </p:nvSpPr>
        <p:spPr>
          <a:xfrm>
            <a:off x="-25" y="0"/>
            <a:ext cx="9144000" cy="5143500"/>
          </a:xfrm>
          <a:prstGeom prst="rect">
            <a:avLst/>
          </a:prstGeom>
          <a:solidFill>
            <a:srgbClr val="99C66D">
              <a:alpha val="13725"/>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id="197" name="Google Shape;197;p29"/>
          <p:cNvPicPr preferRelativeResize="0"/>
          <p:nvPr/>
        </p:nvPicPr>
        <p:blipFill rotWithShape="1">
          <a:blip r:embed="rId2">
            <a:alphaModFix amt="41000"/>
          </a:blip>
          <a:srcRect b="0" l="0" r="0" t="0"/>
          <a:stretch/>
        </p:blipFill>
        <p:spPr>
          <a:xfrm rot="-1662931">
            <a:off x="6968816" y="-2060863"/>
            <a:ext cx="6353367" cy="4115376"/>
          </a:xfrm>
          <a:prstGeom prst="rect">
            <a:avLst/>
          </a:prstGeom>
          <a:noFill/>
          <a:ln>
            <a:noFill/>
          </a:ln>
        </p:spPr>
      </p:pic>
      <p:pic>
        <p:nvPicPr>
          <p:cNvPr id="198" name="Google Shape;198;p29"/>
          <p:cNvPicPr preferRelativeResize="0"/>
          <p:nvPr/>
        </p:nvPicPr>
        <p:blipFill rotWithShape="1">
          <a:blip r:embed="rId2">
            <a:alphaModFix amt="10000"/>
          </a:blip>
          <a:srcRect b="0" l="0" r="0" t="0"/>
          <a:stretch/>
        </p:blipFill>
        <p:spPr>
          <a:xfrm rot="2495269">
            <a:off x="-3385088" y="2149509"/>
            <a:ext cx="6969777" cy="4514656"/>
          </a:xfrm>
          <a:prstGeom prst="rect">
            <a:avLst/>
          </a:prstGeom>
          <a:noFill/>
          <a:ln>
            <a:noFill/>
          </a:ln>
        </p:spPr>
      </p:pic>
      <p:pic>
        <p:nvPicPr>
          <p:cNvPr id="199" name="Google Shape;199;p29"/>
          <p:cNvPicPr preferRelativeResize="0"/>
          <p:nvPr/>
        </p:nvPicPr>
        <p:blipFill rotWithShape="1">
          <a:blip r:embed="rId3">
            <a:alphaModFix/>
          </a:blip>
          <a:srcRect b="0" l="0" r="0" t="0"/>
          <a:stretch/>
        </p:blipFill>
        <p:spPr>
          <a:xfrm>
            <a:off x="5650450" y="4238090"/>
            <a:ext cx="3493550" cy="3440295"/>
          </a:xfrm>
          <a:prstGeom prst="rect">
            <a:avLst/>
          </a:prstGeom>
          <a:noFill/>
          <a:ln>
            <a:noFill/>
          </a:ln>
        </p:spPr>
      </p:pic>
      <p:pic>
        <p:nvPicPr>
          <p:cNvPr id="200" name="Google Shape;200;p29"/>
          <p:cNvPicPr preferRelativeResize="0"/>
          <p:nvPr/>
        </p:nvPicPr>
        <p:blipFill rotWithShape="1">
          <a:blip r:embed="rId3">
            <a:alphaModFix/>
          </a:blip>
          <a:srcRect b="0" l="0" r="0" t="0"/>
          <a:stretch/>
        </p:blipFill>
        <p:spPr>
          <a:xfrm>
            <a:off x="7326150" y="3716550"/>
            <a:ext cx="2926025" cy="2881426"/>
          </a:xfrm>
          <a:prstGeom prst="rect">
            <a:avLst/>
          </a:prstGeom>
          <a:noFill/>
          <a:ln>
            <a:noFill/>
          </a:ln>
        </p:spPr>
      </p:pic>
      <p:pic>
        <p:nvPicPr>
          <p:cNvPr id="201" name="Google Shape;201;p29"/>
          <p:cNvPicPr preferRelativeResize="0"/>
          <p:nvPr/>
        </p:nvPicPr>
        <p:blipFill rotWithShape="1">
          <a:blip r:embed="rId3">
            <a:alphaModFix/>
          </a:blip>
          <a:srcRect b="0" l="0" r="0" t="0"/>
          <a:stretch/>
        </p:blipFill>
        <p:spPr>
          <a:xfrm>
            <a:off x="-556864" y="-1056325"/>
            <a:ext cx="2126226" cy="2093825"/>
          </a:xfrm>
          <a:prstGeom prst="rect">
            <a:avLst/>
          </a:prstGeom>
          <a:noFill/>
          <a:ln>
            <a:noFill/>
          </a:ln>
        </p:spPr>
      </p:pic>
      <p:sp>
        <p:nvSpPr>
          <p:cNvPr id="202" name="Google Shape;202;p29"/>
          <p:cNvSpPr txBox="1"/>
          <p:nvPr>
            <p:ph type="title"/>
          </p:nvPr>
        </p:nvSpPr>
        <p:spPr>
          <a:xfrm>
            <a:off x="2122200" y="2914850"/>
            <a:ext cx="4899600" cy="1284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400"/>
              <a:buNone/>
              <a:defRPr>
                <a:solidFill>
                  <a:schemeClr val="dk2"/>
                </a:solidFill>
              </a:defRPr>
            </a:lvl1pPr>
            <a:lvl2pPr lvl="1" algn="ctr">
              <a:lnSpc>
                <a:spcPct val="100000"/>
              </a:lnSpc>
              <a:spcBef>
                <a:spcPts val="0"/>
              </a:spcBef>
              <a:spcAft>
                <a:spcPts val="0"/>
              </a:spcAft>
              <a:buSzPts val="3400"/>
              <a:buNone/>
              <a:defRPr/>
            </a:lvl2pPr>
            <a:lvl3pPr lvl="2" algn="ctr">
              <a:lnSpc>
                <a:spcPct val="100000"/>
              </a:lnSpc>
              <a:spcBef>
                <a:spcPts val="0"/>
              </a:spcBef>
              <a:spcAft>
                <a:spcPts val="0"/>
              </a:spcAft>
              <a:buSzPts val="3400"/>
              <a:buNone/>
              <a:defRPr/>
            </a:lvl3pPr>
            <a:lvl4pPr lvl="3" algn="ctr">
              <a:lnSpc>
                <a:spcPct val="100000"/>
              </a:lnSpc>
              <a:spcBef>
                <a:spcPts val="0"/>
              </a:spcBef>
              <a:spcAft>
                <a:spcPts val="0"/>
              </a:spcAft>
              <a:buSzPts val="3400"/>
              <a:buNone/>
              <a:defRPr/>
            </a:lvl4pPr>
            <a:lvl5pPr lvl="4" algn="ctr">
              <a:lnSpc>
                <a:spcPct val="100000"/>
              </a:lnSpc>
              <a:spcBef>
                <a:spcPts val="0"/>
              </a:spcBef>
              <a:spcAft>
                <a:spcPts val="0"/>
              </a:spcAft>
              <a:buSzPts val="3400"/>
              <a:buNone/>
              <a:defRPr/>
            </a:lvl5pPr>
            <a:lvl6pPr lvl="5" algn="ctr">
              <a:lnSpc>
                <a:spcPct val="100000"/>
              </a:lnSpc>
              <a:spcBef>
                <a:spcPts val="0"/>
              </a:spcBef>
              <a:spcAft>
                <a:spcPts val="0"/>
              </a:spcAft>
              <a:buSzPts val="3400"/>
              <a:buNone/>
              <a:defRPr/>
            </a:lvl6pPr>
            <a:lvl7pPr lvl="6" algn="ctr">
              <a:lnSpc>
                <a:spcPct val="100000"/>
              </a:lnSpc>
              <a:spcBef>
                <a:spcPts val="0"/>
              </a:spcBef>
              <a:spcAft>
                <a:spcPts val="0"/>
              </a:spcAft>
              <a:buSzPts val="3400"/>
              <a:buNone/>
              <a:defRPr/>
            </a:lvl7pPr>
            <a:lvl8pPr lvl="7" algn="ctr">
              <a:lnSpc>
                <a:spcPct val="100000"/>
              </a:lnSpc>
              <a:spcBef>
                <a:spcPts val="0"/>
              </a:spcBef>
              <a:spcAft>
                <a:spcPts val="0"/>
              </a:spcAft>
              <a:buSzPts val="3400"/>
              <a:buNone/>
              <a:defRPr/>
            </a:lvl8pPr>
            <a:lvl9pPr lvl="8" algn="ctr">
              <a:lnSpc>
                <a:spcPct val="100000"/>
              </a:lnSpc>
              <a:spcBef>
                <a:spcPts val="0"/>
              </a:spcBef>
              <a:spcAft>
                <a:spcPts val="0"/>
              </a:spcAft>
              <a:buSzPts val="3400"/>
              <a:buNone/>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CUSTOM_11">
    <p:spTree>
      <p:nvGrpSpPr>
        <p:cNvPr id="203" name="Shape 203"/>
        <p:cNvGrpSpPr/>
        <p:nvPr/>
      </p:nvGrpSpPr>
      <p:grpSpPr>
        <a:xfrm>
          <a:off x="0" y="0"/>
          <a:ext cx="0" cy="0"/>
          <a:chOff x="0" y="0"/>
          <a:chExt cx="0" cy="0"/>
        </a:xfrm>
      </p:grpSpPr>
      <p:pic>
        <p:nvPicPr>
          <p:cNvPr id="204" name="Google Shape;204;p30"/>
          <p:cNvPicPr preferRelativeResize="0"/>
          <p:nvPr/>
        </p:nvPicPr>
        <p:blipFill rotWithShape="1">
          <a:blip r:embed="rId2">
            <a:alphaModFix/>
          </a:blip>
          <a:srcRect b="0" l="0" r="0" t="0"/>
          <a:stretch/>
        </p:blipFill>
        <p:spPr>
          <a:xfrm>
            <a:off x="6084" y="0"/>
            <a:ext cx="9144000" cy="5143500"/>
          </a:xfrm>
          <a:prstGeom prst="rect">
            <a:avLst/>
          </a:prstGeom>
          <a:noFill/>
          <a:ln>
            <a:noFill/>
          </a:ln>
        </p:spPr>
      </p:pic>
      <p:pic>
        <p:nvPicPr>
          <p:cNvPr id="205" name="Google Shape;205;p30"/>
          <p:cNvPicPr preferRelativeResize="0"/>
          <p:nvPr/>
        </p:nvPicPr>
        <p:blipFill rotWithShape="1">
          <a:blip r:embed="rId3">
            <a:alphaModFix/>
          </a:blip>
          <a:srcRect b="0" l="0" r="0" t="0"/>
          <a:stretch/>
        </p:blipFill>
        <p:spPr>
          <a:xfrm rot="-8526699">
            <a:off x="-2232414" y="254468"/>
            <a:ext cx="3531677" cy="3477795"/>
          </a:xfrm>
          <a:prstGeom prst="rect">
            <a:avLst/>
          </a:prstGeom>
          <a:noFill/>
          <a:ln>
            <a:noFill/>
          </a:ln>
        </p:spPr>
      </p:pic>
      <p:pic>
        <p:nvPicPr>
          <p:cNvPr id="206" name="Google Shape;206;p30"/>
          <p:cNvPicPr preferRelativeResize="0"/>
          <p:nvPr/>
        </p:nvPicPr>
        <p:blipFill rotWithShape="1">
          <a:blip r:embed="rId4">
            <a:alphaModFix amt="41000"/>
          </a:blip>
          <a:srcRect b="0" l="0" r="0" t="0"/>
          <a:stretch/>
        </p:blipFill>
        <p:spPr>
          <a:xfrm rot="697297">
            <a:off x="-4647653" y="-1563264"/>
            <a:ext cx="6296330" cy="4078402"/>
          </a:xfrm>
          <a:prstGeom prst="rect">
            <a:avLst/>
          </a:prstGeom>
          <a:noFill/>
          <a:ln>
            <a:noFill/>
          </a:ln>
        </p:spPr>
      </p:pic>
      <p:pic>
        <p:nvPicPr>
          <p:cNvPr id="207" name="Google Shape;207;p30"/>
          <p:cNvPicPr preferRelativeResize="0"/>
          <p:nvPr/>
        </p:nvPicPr>
        <p:blipFill rotWithShape="1">
          <a:blip r:embed="rId4">
            <a:alphaModFix amt="41000"/>
          </a:blip>
          <a:srcRect b="0" l="0" r="0" t="0"/>
          <a:stretch/>
        </p:blipFill>
        <p:spPr>
          <a:xfrm rot="697297">
            <a:off x="7643472" y="1755636"/>
            <a:ext cx="6296330" cy="4078402"/>
          </a:xfrm>
          <a:prstGeom prst="rect">
            <a:avLst/>
          </a:prstGeom>
          <a:noFill/>
          <a:ln>
            <a:noFill/>
          </a:ln>
        </p:spPr>
      </p:pic>
      <p:sp>
        <p:nvSpPr>
          <p:cNvPr id="208" name="Google Shape;208;p30"/>
          <p:cNvSpPr txBox="1"/>
          <p:nvPr>
            <p:ph type="title"/>
          </p:nvPr>
        </p:nvSpPr>
        <p:spPr>
          <a:xfrm>
            <a:off x="2919552" y="1539850"/>
            <a:ext cx="5050800" cy="426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400"/>
              <a:buNone/>
              <a:defRPr sz="2200">
                <a:solidFill>
                  <a:schemeClr val="accent1"/>
                </a:solidFill>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
        <p:nvSpPr>
          <p:cNvPr id="209" name="Google Shape;209;p30"/>
          <p:cNvSpPr txBox="1"/>
          <p:nvPr>
            <p:ph idx="2" type="title"/>
          </p:nvPr>
        </p:nvSpPr>
        <p:spPr>
          <a:xfrm>
            <a:off x="2919628" y="3052100"/>
            <a:ext cx="5050800" cy="426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400"/>
              <a:buNone/>
              <a:defRPr sz="2200">
                <a:solidFill>
                  <a:schemeClr val="accent1"/>
                </a:solidFill>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
        <p:nvSpPr>
          <p:cNvPr id="210" name="Google Shape;210;p30"/>
          <p:cNvSpPr txBox="1"/>
          <p:nvPr>
            <p:ph idx="1" type="subTitle"/>
          </p:nvPr>
        </p:nvSpPr>
        <p:spPr>
          <a:xfrm>
            <a:off x="2919775" y="3483025"/>
            <a:ext cx="4251000" cy="862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b="0" sz="14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211" name="Google Shape;211;p30"/>
          <p:cNvSpPr txBox="1"/>
          <p:nvPr>
            <p:ph idx="3" type="subTitle"/>
          </p:nvPr>
        </p:nvSpPr>
        <p:spPr>
          <a:xfrm>
            <a:off x="2919775" y="1969625"/>
            <a:ext cx="4251000" cy="862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b="0" sz="14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212" name="Google Shape;212;p30"/>
          <p:cNvSpPr txBox="1"/>
          <p:nvPr>
            <p:ph idx="4"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400"/>
              <a:buNone/>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3">
  <p:cSld name="TITLE_AND_TWO_COLUMNS_2">
    <p:spTree>
      <p:nvGrpSpPr>
        <p:cNvPr id="213" name="Shape 213"/>
        <p:cNvGrpSpPr/>
        <p:nvPr/>
      </p:nvGrpSpPr>
      <p:grpSpPr>
        <a:xfrm>
          <a:off x="0" y="0"/>
          <a:ext cx="0" cy="0"/>
          <a:chOff x="0" y="0"/>
          <a:chExt cx="0" cy="0"/>
        </a:xfrm>
      </p:grpSpPr>
      <p:pic>
        <p:nvPicPr>
          <p:cNvPr id="214" name="Google Shape;214;p31"/>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215" name="Google Shape;215;p31"/>
          <p:cNvSpPr txBox="1"/>
          <p:nvPr>
            <p:ph type="title"/>
          </p:nvPr>
        </p:nvSpPr>
        <p:spPr>
          <a:xfrm>
            <a:off x="720000" y="445025"/>
            <a:ext cx="4903200" cy="1155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400"/>
              <a:buNone/>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
        <p:nvSpPr>
          <p:cNvPr id="216" name="Google Shape;216;p31"/>
          <p:cNvSpPr txBox="1"/>
          <p:nvPr>
            <p:ph idx="2" type="title"/>
          </p:nvPr>
        </p:nvSpPr>
        <p:spPr>
          <a:xfrm>
            <a:off x="4539150" y="1738110"/>
            <a:ext cx="2813100" cy="693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400"/>
              <a:buNone/>
              <a:defRPr sz="2200">
                <a:solidFill>
                  <a:schemeClr val="accent1"/>
                </a:solidFill>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
        <p:nvSpPr>
          <p:cNvPr id="217" name="Google Shape;217;p31"/>
          <p:cNvSpPr txBox="1"/>
          <p:nvPr>
            <p:ph idx="3" type="title"/>
          </p:nvPr>
        </p:nvSpPr>
        <p:spPr>
          <a:xfrm>
            <a:off x="4538925" y="3217859"/>
            <a:ext cx="2813400" cy="693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400"/>
              <a:buNone/>
              <a:defRPr sz="2200">
                <a:solidFill>
                  <a:schemeClr val="accent1"/>
                </a:solidFill>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
        <p:nvSpPr>
          <p:cNvPr id="218" name="Google Shape;218;p31"/>
          <p:cNvSpPr txBox="1"/>
          <p:nvPr>
            <p:ph idx="1" type="subTitle"/>
          </p:nvPr>
        </p:nvSpPr>
        <p:spPr>
          <a:xfrm>
            <a:off x="4538925" y="3988035"/>
            <a:ext cx="28134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b="0" sz="14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219" name="Google Shape;219;p31"/>
          <p:cNvSpPr txBox="1"/>
          <p:nvPr>
            <p:ph idx="4" type="subTitle"/>
          </p:nvPr>
        </p:nvSpPr>
        <p:spPr>
          <a:xfrm>
            <a:off x="4539300" y="2508084"/>
            <a:ext cx="28131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b="0" sz="14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pic>
        <p:nvPicPr>
          <p:cNvPr id="220" name="Google Shape;220;p31"/>
          <p:cNvPicPr preferRelativeResize="0"/>
          <p:nvPr/>
        </p:nvPicPr>
        <p:blipFill rotWithShape="1">
          <a:blip r:embed="rId3">
            <a:alphaModFix amt="41000"/>
          </a:blip>
          <a:srcRect b="0" l="0" r="0" t="0"/>
          <a:stretch/>
        </p:blipFill>
        <p:spPr>
          <a:xfrm rot="-785722">
            <a:off x="6313773" y="-1918065"/>
            <a:ext cx="6376272" cy="4130234"/>
          </a:xfrm>
          <a:prstGeom prst="rect">
            <a:avLst/>
          </a:prstGeom>
          <a:noFill/>
          <a:ln>
            <a:noFill/>
          </a:ln>
        </p:spPr>
      </p:pic>
      <p:pic>
        <p:nvPicPr>
          <p:cNvPr id="221" name="Google Shape;221;p31"/>
          <p:cNvPicPr preferRelativeResize="0"/>
          <p:nvPr/>
        </p:nvPicPr>
        <p:blipFill rotWithShape="1">
          <a:blip r:embed="rId3">
            <a:alphaModFix amt="41000"/>
          </a:blip>
          <a:srcRect b="0" l="0" r="0" t="0"/>
          <a:stretch/>
        </p:blipFill>
        <p:spPr>
          <a:xfrm rot="-1281510">
            <a:off x="-3810027" y="2565110"/>
            <a:ext cx="6376272" cy="4130235"/>
          </a:xfrm>
          <a:prstGeom prst="rect">
            <a:avLst/>
          </a:prstGeom>
          <a:noFill/>
          <a:ln>
            <a:noFill/>
          </a:ln>
        </p:spPr>
      </p:pic>
      <p:pic>
        <p:nvPicPr>
          <p:cNvPr id="222" name="Google Shape;222;p31"/>
          <p:cNvPicPr preferRelativeResize="0"/>
          <p:nvPr/>
        </p:nvPicPr>
        <p:blipFill rotWithShape="1">
          <a:blip r:embed="rId4">
            <a:alphaModFix/>
          </a:blip>
          <a:srcRect b="0" l="0" r="0" t="0"/>
          <a:stretch/>
        </p:blipFill>
        <p:spPr>
          <a:xfrm>
            <a:off x="196750" y="2827325"/>
            <a:ext cx="2023575" cy="1992700"/>
          </a:xfrm>
          <a:prstGeom prst="rect">
            <a:avLst/>
          </a:prstGeom>
          <a:noFill/>
          <a:ln>
            <a:noFill/>
          </a:ln>
        </p:spPr>
      </p:pic>
      <p:pic>
        <p:nvPicPr>
          <p:cNvPr id="223" name="Google Shape;223;p31"/>
          <p:cNvPicPr preferRelativeResize="0"/>
          <p:nvPr/>
        </p:nvPicPr>
        <p:blipFill rotWithShape="1">
          <a:blip r:embed="rId4">
            <a:alphaModFix/>
          </a:blip>
          <a:srcRect b="0" l="0" r="0" t="0"/>
          <a:stretch/>
        </p:blipFill>
        <p:spPr>
          <a:xfrm>
            <a:off x="6377445" y="707362"/>
            <a:ext cx="2023575" cy="1992700"/>
          </a:xfrm>
          <a:prstGeom prst="rect">
            <a:avLst/>
          </a:prstGeom>
          <a:noFill/>
          <a:ln>
            <a:noFill/>
          </a:ln>
        </p:spPr>
      </p:pic>
      <p:pic>
        <p:nvPicPr>
          <p:cNvPr id="224" name="Google Shape;224;p31"/>
          <p:cNvPicPr preferRelativeResize="0"/>
          <p:nvPr/>
        </p:nvPicPr>
        <p:blipFill rotWithShape="1">
          <a:blip r:embed="rId4">
            <a:alphaModFix/>
          </a:blip>
          <a:srcRect b="0" l="0" r="0" t="0"/>
          <a:stretch/>
        </p:blipFill>
        <p:spPr>
          <a:xfrm>
            <a:off x="5363424" y="356303"/>
            <a:ext cx="1515426" cy="1492299"/>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25" name="Shape 225"/>
        <p:cNvGrpSpPr/>
        <p:nvPr/>
      </p:nvGrpSpPr>
      <p:grpSpPr>
        <a:xfrm>
          <a:off x="0" y="0"/>
          <a:ext cx="0" cy="0"/>
          <a:chOff x="0" y="0"/>
          <a:chExt cx="0" cy="0"/>
        </a:xfrm>
      </p:grpSpPr>
      <p:pic>
        <p:nvPicPr>
          <p:cNvPr id="226" name="Google Shape;226;p32"/>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227" name="Google Shape;227;p32"/>
          <p:cNvPicPr preferRelativeResize="0"/>
          <p:nvPr/>
        </p:nvPicPr>
        <p:blipFill rotWithShape="1">
          <a:blip r:embed="rId3">
            <a:alphaModFix/>
          </a:blip>
          <a:srcRect b="0" l="0" r="0" t="0"/>
          <a:stretch/>
        </p:blipFill>
        <p:spPr>
          <a:xfrm>
            <a:off x="-1228106" y="4421067"/>
            <a:ext cx="3545025" cy="3490951"/>
          </a:xfrm>
          <a:prstGeom prst="rect">
            <a:avLst/>
          </a:prstGeom>
          <a:noFill/>
          <a:ln>
            <a:noFill/>
          </a:ln>
        </p:spPr>
      </p:pic>
      <p:pic>
        <p:nvPicPr>
          <p:cNvPr id="228" name="Google Shape;228;p32"/>
          <p:cNvPicPr preferRelativeResize="0"/>
          <p:nvPr/>
        </p:nvPicPr>
        <p:blipFill rotWithShape="1">
          <a:blip r:embed="rId3">
            <a:alphaModFix/>
          </a:blip>
          <a:srcRect b="0" l="0" r="0" t="0"/>
          <a:stretch/>
        </p:blipFill>
        <p:spPr>
          <a:xfrm>
            <a:off x="8087347" y="-1431907"/>
            <a:ext cx="2699301" cy="2658150"/>
          </a:xfrm>
          <a:prstGeom prst="rect">
            <a:avLst/>
          </a:prstGeom>
          <a:noFill/>
          <a:ln>
            <a:noFill/>
          </a:ln>
        </p:spPr>
      </p:pic>
      <p:pic>
        <p:nvPicPr>
          <p:cNvPr id="229" name="Google Shape;229;p32"/>
          <p:cNvPicPr preferRelativeResize="0"/>
          <p:nvPr/>
        </p:nvPicPr>
        <p:blipFill rotWithShape="1">
          <a:blip r:embed="rId4">
            <a:alphaModFix amt="41000"/>
          </a:blip>
          <a:srcRect b="0" l="0" r="0" t="0"/>
          <a:stretch/>
        </p:blipFill>
        <p:spPr>
          <a:xfrm rot="-1042746">
            <a:off x="-2040990" y="-3537153"/>
            <a:ext cx="6700175" cy="4340020"/>
          </a:xfrm>
          <a:prstGeom prst="rect">
            <a:avLst/>
          </a:prstGeom>
          <a:noFill/>
          <a:ln>
            <a:noFill/>
          </a:ln>
        </p:spPr>
      </p:pic>
      <p:pic>
        <p:nvPicPr>
          <p:cNvPr id="230" name="Google Shape;230;p32"/>
          <p:cNvPicPr preferRelativeResize="0"/>
          <p:nvPr/>
        </p:nvPicPr>
        <p:blipFill rotWithShape="1">
          <a:blip r:embed="rId4">
            <a:alphaModFix amt="41000"/>
          </a:blip>
          <a:srcRect b="0" l="0" r="0" t="0"/>
          <a:stretch/>
        </p:blipFill>
        <p:spPr>
          <a:xfrm rot="2700007">
            <a:off x="7018109" y="4361722"/>
            <a:ext cx="6700173" cy="4340021"/>
          </a:xfrm>
          <a:prstGeom prst="rect">
            <a:avLst/>
          </a:prstGeom>
          <a:noFill/>
          <a:ln>
            <a:noFill/>
          </a:ln>
        </p:spPr>
      </p:pic>
      <p:sp>
        <p:nvSpPr>
          <p:cNvPr id="231" name="Google Shape;231;p32"/>
          <p:cNvSpPr txBox="1"/>
          <p:nvPr>
            <p:ph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400"/>
              <a:buNone/>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TITLE_ONLY_4">
    <p:spTree>
      <p:nvGrpSpPr>
        <p:cNvPr id="232" name="Shape 232"/>
        <p:cNvGrpSpPr/>
        <p:nvPr/>
      </p:nvGrpSpPr>
      <p:grpSpPr>
        <a:xfrm>
          <a:off x="0" y="0"/>
          <a:ext cx="0" cy="0"/>
          <a:chOff x="0" y="0"/>
          <a:chExt cx="0" cy="0"/>
        </a:xfrm>
      </p:grpSpPr>
      <p:pic>
        <p:nvPicPr>
          <p:cNvPr id="233" name="Google Shape;233;p33"/>
          <p:cNvPicPr preferRelativeResize="0"/>
          <p:nvPr/>
        </p:nvPicPr>
        <p:blipFill rotWithShape="1">
          <a:blip r:embed="rId2">
            <a:alphaModFix/>
          </a:blip>
          <a:srcRect b="0" l="0" r="0" t="0"/>
          <a:stretch/>
        </p:blipFill>
        <p:spPr>
          <a:xfrm rot="10800000">
            <a:off x="0" y="0"/>
            <a:ext cx="9144000" cy="5143500"/>
          </a:xfrm>
          <a:prstGeom prst="rect">
            <a:avLst/>
          </a:prstGeom>
          <a:noFill/>
          <a:ln>
            <a:noFill/>
          </a:ln>
        </p:spPr>
      </p:pic>
      <p:pic>
        <p:nvPicPr>
          <p:cNvPr id="234" name="Google Shape;234;p33"/>
          <p:cNvPicPr preferRelativeResize="0"/>
          <p:nvPr/>
        </p:nvPicPr>
        <p:blipFill rotWithShape="1">
          <a:blip r:embed="rId3">
            <a:alphaModFix/>
          </a:blip>
          <a:srcRect b="0" l="0" r="0" t="0"/>
          <a:stretch/>
        </p:blipFill>
        <p:spPr>
          <a:xfrm rot="2273299">
            <a:off x="-2431762" y="-1737928"/>
            <a:ext cx="3447426" cy="3394828"/>
          </a:xfrm>
          <a:prstGeom prst="rect">
            <a:avLst/>
          </a:prstGeom>
          <a:noFill/>
          <a:ln>
            <a:noFill/>
          </a:ln>
        </p:spPr>
      </p:pic>
      <p:pic>
        <p:nvPicPr>
          <p:cNvPr id="235" name="Google Shape;235;p33"/>
          <p:cNvPicPr preferRelativeResize="0"/>
          <p:nvPr/>
        </p:nvPicPr>
        <p:blipFill rotWithShape="1">
          <a:blip r:embed="rId3">
            <a:alphaModFix/>
          </a:blip>
          <a:srcRect b="0" l="0" r="0" t="0"/>
          <a:stretch/>
        </p:blipFill>
        <p:spPr>
          <a:xfrm rot="-2144871">
            <a:off x="7787241" y="3271926"/>
            <a:ext cx="2764175" cy="2722003"/>
          </a:xfrm>
          <a:prstGeom prst="rect">
            <a:avLst/>
          </a:prstGeom>
          <a:noFill/>
          <a:ln>
            <a:noFill/>
          </a:ln>
        </p:spPr>
      </p:pic>
      <p:pic>
        <p:nvPicPr>
          <p:cNvPr id="236" name="Google Shape;236;p33"/>
          <p:cNvPicPr preferRelativeResize="0"/>
          <p:nvPr/>
        </p:nvPicPr>
        <p:blipFill rotWithShape="1">
          <a:blip r:embed="rId4">
            <a:alphaModFix amt="41000"/>
          </a:blip>
          <a:srcRect b="0" l="0" r="0" t="0"/>
          <a:stretch/>
        </p:blipFill>
        <p:spPr>
          <a:xfrm rot="-6342320">
            <a:off x="6626448" y="-2833301"/>
            <a:ext cx="5645107" cy="3656579"/>
          </a:xfrm>
          <a:prstGeom prst="rect">
            <a:avLst/>
          </a:prstGeom>
          <a:noFill/>
          <a:ln>
            <a:noFill/>
          </a:ln>
        </p:spPr>
      </p:pic>
      <p:sp>
        <p:nvSpPr>
          <p:cNvPr id="237" name="Google Shape;237;p33"/>
          <p:cNvSpPr txBox="1"/>
          <p:nvPr>
            <p:ph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400"/>
              <a:buNone/>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238" name="Shape 238"/>
        <p:cNvGrpSpPr/>
        <p:nvPr/>
      </p:nvGrpSpPr>
      <p:grpSpPr>
        <a:xfrm>
          <a:off x="0" y="0"/>
          <a:ext cx="0" cy="0"/>
          <a:chOff x="0" y="0"/>
          <a:chExt cx="0" cy="0"/>
        </a:xfrm>
      </p:grpSpPr>
      <p:pic>
        <p:nvPicPr>
          <p:cNvPr id="239" name="Google Shape;239;p34"/>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240" name="Google Shape;240;p34"/>
          <p:cNvPicPr preferRelativeResize="0"/>
          <p:nvPr/>
        </p:nvPicPr>
        <p:blipFill rotWithShape="1">
          <a:blip r:embed="rId3">
            <a:alphaModFix amt="41000"/>
          </a:blip>
          <a:srcRect b="0" l="0" r="0" t="0"/>
          <a:stretch/>
        </p:blipFill>
        <p:spPr>
          <a:xfrm rot="509854">
            <a:off x="1564072" y="4504261"/>
            <a:ext cx="5645107" cy="3656577"/>
          </a:xfrm>
          <a:prstGeom prst="rect">
            <a:avLst/>
          </a:prstGeom>
          <a:noFill/>
          <a:ln>
            <a:noFill/>
          </a:ln>
        </p:spPr>
      </p:pic>
      <p:pic>
        <p:nvPicPr>
          <p:cNvPr id="241" name="Google Shape;241;p34"/>
          <p:cNvPicPr preferRelativeResize="0"/>
          <p:nvPr/>
        </p:nvPicPr>
        <p:blipFill rotWithShape="1">
          <a:blip r:embed="rId4">
            <a:alphaModFix/>
          </a:blip>
          <a:srcRect b="0" l="0" r="0" t="0"/>
          <a:stretch/>
        </p:blipFill>
        <p:spPr>
          <a:xfrm>
            <a:off x="7191556" y="-991139"/>
            <a:ext cx="2764175" cy="2722003"/>
          </a:xfrm>
          <a:prstGeom prst="rect">
            <a:avLst/>
          </a:prstGeom>
          <a:noFill/>
          <a:ln>
            <a:noFill/>
          </a:ln>
        </p:spPr>
      </p:pic>
      <p:sp>
        <p:nvSpPr>
          <p:cNvPr id="242" name="Google Shape;242;p34"/>
          <p:cNvSpPr txBox="1"/>
          <p:nvPr>
            <p:ph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400"/>
              <a:buNone/>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5">
  <p:cSld name="TITLE_ONLY_2_1_1">
    <p:spTree>
      <p:nvGrpSpPr>
        <p:cNvPr id="243" name="Shape 243"/>
        <p:cNvGrpSpPr/>
        <p:nvPr/>
      </p:nvGrpSpPr>
      <p:grpSpPr>
        <a:xfrm>
          <a:off x="0" y="0"/>
          <a:ext cx="0" cy="0"/>
          <a:chOff x="0" y="0"/>
          <a:chExt cx="0" cy="0"/>
        </a:xfrm>
      </p:grpSpPr>
      <p:pic>
        <p:nvPicPr>
          <p:cNvPr id="244" name="Google Shape;244;p35"/>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245" name="Google Shape;245;p35"/>
          <p:cNvPicPr preferRelativeResize="0"/>
          <p:nvPr/>
        </p:nvPicPr>
        <p:blipFill rotWithShape="1">
          <a:blip r:embed="rId3">
            <a:alphaModFix amt="41000"/>
          </a:blip>
          <a:srcRect b="0" l="0" r="0" t="0"/>
          <a:stretch/>
        </p:blipFill>
        <p:spPr>
          <a:xfrm rot="3456447">
            <a:off x="-2586280" y="4488072"/>
            <a:ext cx="5645108" cy="3656580"/>
          </a:xfrm>
          <a:prstGeom prst="rect">
            <a:avLst/>
          </a:prstGeom>
          <a:noFill/>
          <a:ln>
            <a:noFill/>
          </a:ln>
        </p:spPr>
      </p:pic>
      <p:pic>
        <p:nvPicPr>
          <p:cNvPr id="246" name="Google Shape;246;p35"/>
          <p:cNvPicPr preferRelativeResize="0"/>
          <p:nvPr/>
        </p:nvPicPr>
        <p:blipFill rotWithShape="1">
          <a:blip r:embed="rId4">
            <a:alphaModFix/>
          </a:blip>
          <a:srcRect b="0" l="0" r="0" t="0"/>
          <a:stretch/>
        </p:blipFill>
        <p:spPr>
          <a:xfrm rot="-8526701">
            <a:off x="8080252" y="3477662"/>
            <a:ext cx="3447426" cy="3394828"/>
          </a:xfrm>
          <a:prstGeom prst="rect">
            <a:avLst/>
          </a:prstGeom>
          <a:noFill/>
          <a:ln>
            <a:noFill/>
          </a:ln>
        </p:spPr>
      </p:pic>
      <p:pic>
        <p:nvPicPr>
          <p:cNvPr id="247" name="Google Shape;247;p35"/>
          <p:cNvPicPr preferRelativeResize="0"/>
          <p:nvPr/>
        </p:nvPicPr>
        <p:blipFill rotWithShape="1">
          <a:blip r:embed="rId4">
            <a:alphaModFix/>
          </a:blip>
          <a:srcRect b="0" l="0" r="0" t="0"/>
          <a:stretch/>
        </p:blipFill>
        <p:spPr>
          <a:xfrm rot="8655129">
            <a:off x="-1455501" y="-859367"/>
            <a:ext cx="2764175" cy="2722003"/>
          </a:xfrm>
          <a:prstGeom prst="rect">
            <a:avLst/>
          </a:prstGeom>
          <a:noFill/>
          <a:ln>
            <a:noFill/>
          </a:ln>
        </p:spPr>
      </p:pic>
      <p:sp>
        <p:nvSpPr>
          <p:cNvPr id="248" name="Google Shape;248;p35"/>
          <p:cNvSpPr txBox="1"/>
          <p:nvPr>
            <p:ph type="title"/>
          </p:nvPr>
        </p:nvSpPr>
        <p:spPr>
          <a:xfrm>
            <a:off x="720000" y="445025"/>
            <a:ext cx="7704000" cy="11853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400"/>
              <a:buNone/>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9" name="Shape 249"/>
        <p:cNvGrpSpPr/>
        <p:nvPr/>
      </p:nvGrpSpPr>
      <p:grpSpPr>
        <a:xfrm>
          <a:off x="0" y="0"/>
          <a:ext cx="0" cy="0"/>
          <a:chOff x="0" y="0"/>
          <a:chExt cx="0" cy="0"/>
        </a:xfrm>
      </p:grpSpPr>
      <p:pic>
        <p:nvPicPr>
          <p:cNvPr id="250" name="Google Shape;250;p36"/>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251" name="Google Shape;251;p36"/>
          <p:cNvPicPr preferRelativeResize="0"/>
          <p:nvPr/>
        </p:nvPicPr>
        <p:blipFill rotWithShape="1">
          <a:blip r:embed="rId3">
            <a:alphaModFix amt="41000"/>
          </a:blip>
          <a:srcRect b="0" l="0" r="0" t="0"/>
          <a:stretch/>
        </p:blipFill>
        <p:spPr>
          <a:xfrm rot="-702946">
            <a:off x="-5180353" y="2567827"/>
            <a:ext cx="6700181" cy="4340020"/>
          </a:xfrm>
          <a:prstGeom prst="rect">
            <a:avLst/>
          </a:prstGeom>
          <a:noFill/>
          <a:ln>
            <a:noFill/>
          </a:ln>
        </p:spPr>
      </p:pic>
      <p:pic>
        <p:nvPicPr>
          <p:cNvPr id="252" name="Google Shape;252;p36"/>
          <p:cNvPicPr preferRelativeResize="0"/>
          <p:nvPr/>
        </p:nvPicPr>
        <p:blipFill rotWithShape="1">
          <a:blip r:embed="rId3">
            <a:alphaModFix amt="41000"/>
          </a:blip>
          <a:srcRect b="0" l="0" r="0" t="0"/>
          <a:stretch/>
        </p:blipFill>
        <p:spPr>
          <a:xfrm rot="-250562">
            <a:off x="6855910" y="-2193354"/>
            <a:ext cx="6700179" cy="4340020"/>
          </a:xfrm>
          <a:prstGeom prst="rect">
            <a:avLst/>
          </a:prstGeom>
          <a:noFill/>
          <a:ln>
            <a:noFill/>
          </a:ln>
        </p:spPr>
      </p:pic>
      <p:pic>
        <p:nvPicPr>
          <p:cNvPr id="253" name="Google Shape;253;p36"/>
          <p:cNvPicPr preferRelativeResize="0"/>
          <p:nvPr/>
        </p:nvPicPr>
        <p:blipFill rotWithShape="1">
          <a:blip r:embed="rId3">
            <a:alphaModFix amt="10000"/>
          </a:blip>
          <a:srcRect b="0" l="0" r="0" t="0"/>
          <a:stretch/>
        </p:blipFill>
        <p:spPr>
          <a:xfrm rot="761210">
            <a:off x="5362333" y="3205449"/>
            <a:ext cx="4731408" cy="3064777"/>
          </a:xfrm>
          <a:prstGeom prst="rect">
            <a:avLst/>
          </a:prstGeom>
          <a:noFill/>
          <a:ln>
            <a:noFill/>
          </a:ln>
        </p:spPr>
      </p:pic>
      <p:pic>
        <p:nvPicPr>
          <p:cNvPr id="254" name="Google Shape;254;p36"/>
          <p:cNvPicPr preferRelativeResize="0"/>
          <p:nvPr/>
        </p:nvPicPr>
        <p:blipFill rotWithShape="1">
          <a:blip r:embed="rId4">
            <a:alphaModFix/>
          </a:blip>
          <a:srcRect b="0" l="0" r="0" t="0"/>
          <a:stretch/>
        </p:blipFill>
        <p:spPr>
          <a:xfrm>
            <a:off x="6545228" y="4325609"/>
            <a:ext cx="3128274" cy="3080551"/>
          </a:xfrm>
          <a:prstGeom prst="rect">
            <a:avLst/>
          </a:prstGeom>
          <a:noFill/>
          <a:ln>
            <a:noFill/>
          </a:ln>
        </p:spPr>
      </p:pic>
      <p:pic>
        <p:nvPicPr>
          <p:cNvPr id="255" name="Google Shape;255;p36"/>
          <p:cNvPicPr preferRelativeResize="0"/>
          <p:nvPr/>
        </p:nvPicPr>
        <p:blipFill rotWithShape="1">
          <a:blip r:embed="rId4">
            <a:alphaModFix/>
          </a:blip>
          <a:srcRect b="0" l="0" r="0" t="0"/>
          <a:stretch/>
        </p:blipFill>
        <p:spPr>
          <a:xfrm>
            <a:off x="-1378725" y="-870525"/>
            <a:ext cx="3182801" cy="3134274"/>
          </a:xfrm>
          <a:prstGeom prst="rect">
            <a:avLst/>
          </a:prstGeom>
          <a:noFill/>
          <a:ln>
            <a:noFill/>
          </a:ln>
        </p:spPr>
      </p:pic>
      <p:sp>
        <p:nvSpPr>
          <p:cNvPr id="256" name="Google Shape;256;p36"/>
          <p:cNvSpPr txBox="1"/>
          <p:nvPr>
            <p:ph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3400"/>
              <a:buNone/>
              <a:defRPr/>
            </a:lvl1pPr>
            <a:lvl2pPr lvl="1" algn="l">
              <a:lnSpc>
                <a:spcPct val="100000"/>
              </a:lnSpc>
              <a:spcBef>
                <a:spcPts val="0"/>
              </a:spcBef>
              <a:spcAft>
                <a:spcPts val="0"/>
              </a:spcAft>
              <a:buSzPts val="3400"/>
              <a:buNone/>
              <a:defRPr/>
            </a:lvl2pPr>
            <a:lvl3pPr lvl="2" algn="l">
              <a:lnSpc>
                <a:spcPct val="100000"/>
              </a:lnSpc>
              <a:spcBef>
                <a:spcPts val="0"/>
              </a:spcBef>
              <a:spcAft>
                <a:spcPts val="0"/>
              </a:spcAft>
              <a:buSzPts val="3400"/>
              <a:buNone/>
              <a:defRPr/>
            </a:lvl3pPr>
            <a:lvl4pPr lvl="3" algn="l">
              <a:lnSpc>
                <a:spcPct val="100000"/>
              </a:lnSpc>
              <a:spcBef>
                <a:spcPts val="0"/>
              </a:spcBef>
              <a:spcAft>
                <a:spcPts val="0"/>
              </a:spcAft>
              <a:buSzPts val="3400"/>
              <a:buNone/>
              <a:defRPr/>
            </a:lvl4pPr>
            <a:lvl5pPr lvl="4" algn="l">
              <a:lnSpc>
                <a:spcPct val="100000"/>
              </a:lnSpc>
              <a:spcBef>
                <a:spcPts val="0"/>
              </a:spcBef>
              <a:spcAft>
                <a:spcPts val="0"/>
              </a:spcAft>
              <a:buSzPts val="3400"/>
              <a:buNone/>
              <a:defRPr/>
            </a:lvl5pPr>
            <a:lvl6pPr lvl="5" algn="l">
              <a:lnSpc>
                <a:spcPct val="100000"/>
              </a:lnSpc>
              <a:spcBef>
                <a:spcPts val="0"/>
              </a:spcBef>
              <a:spcAft>
                <a:spcPts val="0"/>
              </a:spcAft>
              <a:buSzPts val="3400"/>
              <a:buNone/>
              <a:defRPr/>
            </a:lvl6pPr>
            <a:lvl7pPr lvl="6" algn="l">
              <a:lnSpc>
                <a:spcPct val="100000"/>
              </a:lnSpc>
              <a:spcBef>
                <a:spcPts val="0"/>
              </a:spcBef>
              <a:spcAft>
                <a:spcPts val="0"/>
              </a:spcAft>
              <a:buSzPts val="3400"/>
              <a:buNone/>
              <a:defRPr/>
            </a:lvl7pPr>
            <a:lvl8pPr lvl="7" algn="l">
              <a:lnSpc>
                <a:spcPct val="100000"/>
              </a:lnSpc>
              <a:spcBef>
                <a:spcPts val="0"/>
              </a:spcBef>
              <a:spcAft>
                <a:spcPts val="0"/>
              </a:spcAft>
              <a:buSzPts val="3400"/>
              <a:buNone/>
              <a:defRPr/>
            </a:lvl8pPr>
            <a:lvl9pPr lvl="8" algn="l">
              <a:lnSpc>
                <a:spcPct val="100000"/>
              </a:lnSpc>
              <a:spcBef>
                <a:spcPts val="0"/>
              </a:spcBef>
              <a:spcAft>
                <a:spcPts val="0"/>
              </a:spcAft>
              <a:buSzPts val="3400"/>
              <a:buNone/>
              <a:defRPr/>
            </a:lvl9pPr>
          </a:lstStyle>
          <a:p/>
        </p:txBody>
      </p:sp>
      <p:sp>
        <p:nvSpPr>
          <p:cNvPr id="257" name="Google Shape;257;p36"/>
          <p:cNvSpPr txBox="1"/>
          <p:nvPr>
            <p:ph idx="1" type="body"/>
          </p:nvPr>
        </p:nvSpPr>
        <p:spPr>
          <a:xfrm>
            <a:off x="720000" y="1139550"/>
            <a:ext cx="7704000" cy="3526500"/>
          </a:xfrm>
          <a:prstGeom prst="rect">
            <a:avLst/>
          </a:prstGeom>
          <a:noFill/>
          <a:ln>
            <a:noFill/>
          </a:ln>
        </p:spPr>
        <p:txBody>
          <a:bodyPr anchorCtr="0" anchor="t" bIns="91425" lIns="91425" spcFirstLastPara="1" rIns="91425" wrap="square" tIns="91425">
            <a:noAutofit/>
          </a:bodyPr>
          <a:lstStyle>
            <a:lvl1pPr indent="-304800" lvl="0" marL="457200" algn="l">
              <a:lnSpc>
                <a:spcPct val="100000"/>
              </a:lnSpc>
              <a:spcBef>
                <a:spcPts val="0"/>
              </a:spcBef>
              <a:spcAft>
                <a:spcPts val="0"/>
              </a:spcAft>
              <a:buClr>
                <a:srgbClr val="434343"/>
              </a:buClr>
              <a:buSzPts val="1200"/>
              <a:buAutoNum type="arabicPeriod"/>
              <a:defRPr sz="1150">
                <a:solidFill>
                  <a:srgbClr val="434343"/>
                </a:solidFill>
              </a:defRPr>
            </a:lvl1pPr>
            <a:lvl2pPr indent="-304800" lvl="1" marL="914400" algn="l">
              <a:lnSpc>
                <a:spcPct val="115000"/>
              </a:lnSpc>
              <a:spcBef>
                <a:spcPts val="1600"/>
              </a:spcBef>
              <a:spcAft>
                <a:spcPts val="0"/>
              </a:spcAft>
              <a:buClr>
                <a:srgbClr val="434343"/>
              </a:buClr>
              <a:buSzPts val="1200"/>
              <a:buFont typeface="Roboto Condensed Light"/>
              <a:buChar char="○"/>
              <a:defRPr>
                <a:solidFill>
                  <a:srgbClr val="434343"/>
                </a:solidFill>
              </a:defRPr>
            </a:lvl2pPr>
            <a:lvl3pPr indent="-304800" lvl="2" marL="1371600" algn="l">
              <a:lnSpc>
                <a:spcPct val="115000"/>
              </a:lnSpc>
              <a:spcBef>
                <a:spcPts val="1600"/>
              </a:spcBef>
              <a:spcAft>
                <a:spcPts val="0"/>
              </a:spcAft>
              <a:buClr>
                <a:srgbClr val="434343"/>
              </a:buClr>
              <a:buSzPts val="1200"/>
              <a:buFont typeface="Roboto Condensed Light"/>
              <a:buChar char="■"/>
              <a:defRPr>
                <a:solidFill>
                  <a:srgbClr val="434343"/>
                </a:solidFill>
              </a:defRPr>
            </a:lvl3pPr>
            <a:lvl4pPr indent="-304800" lvl="3" marL="1828800" algn="l">
              <a:lnSpc>
                <a:spcPct val="115000"/>
              </a:lnSpc>
              <a:spcBef>
                <a:spcPts val="1600"/>
              </a:spcBef>
              <a:spcAft>
                <a:spcPts val="0"/>
              </a:spcAft>
              <a:buClr>
                <a:srgbClr val="434343"/>
              </a:buClr>
              <a:buSzPts val="1200"/>
              <a:buFont typeface="Roboto Condensed Light"/>
              <a:buChar char="●"/>
              <a:defRPr>
                <a:solidFill>
                  <a:srgbClr val="434343"/>
                </a:solidFill>
              </a:defRPr>
            </a:lvl4pPr>
            <a:lvl5pPr indent="-304800" lvl="4" marL="2286000" algn="l">
              <a:lnSpc>
                <a:spcPct val="115000"/>
              </a:lnSpc>
              <a:spcBef>
                <a:spcPts val="1600"/>
              </a:spcBef>
              <a:spcAft>
                <a:spcPts val="0"/>
              </a:spcAft>
              <a:buClr>
                <a:srgbClr val="434343"/>
              </a:buClr>
              <a:buSzPts val="1200"/>
              <a:buFont typeface="Roboto Condensed Light"/>
              <a:buChar char="○"/>
              <a:defRPr>
                <a:solidFill>
                  <a:srgbClr val="434343"/>
                </a:solidFill>
              </a:defRPr>
            </a:lvl5pPr>
            <a:lvl6pPr indent="-304800" lvl="5" marL="2743200" algn="l">
              <a:lnSpc>
                <a:spcPct val="115000"/>
              </a:lnSpc>
              <a:spcBef>
                <a:spcPts val="1600"/>
              </a:spcBef>
              <a:spcAft>
                <a:spcPts val="0"/>
              </a:spcAft>
              <a:buClr>
                <a:srgbClr val="434343"/>
              </a:buClr>
              <a:buSzPts val="1200"/>
              <a:buFont typeface="Roboto Condensed Light"/>
              <a:buChar char="■"/>
              <a:defRPr>
                <a:solidFill>
                  <a:srgbClr val="434343"/>
                </a:solidFill>
              </a:defRPr>
            </a:lvl6pPr>
            <a:lvl7pPr indent="-304800" lvl="6" marL="3200400" algn="l">
              <a:lnSpc>
                <a:spcPct val="115000"/>
              </a:lnSpc>
              <a:spcBef>
                <a:spcPts val="1600"/>
              </a:spcBef>
              <a:spcAft>
                <a:spcPts val="0"/>
              </a:spcAft>
              <a:buClr>
                <a:srgbClr val="434343"/>
              </a:buClr>
              <a:buSzPts val="1200"/>
              <a:buFont typeface="Roboto Condensed Light"/>
              <a:buChar char="●"/>
              <a:defRPr>
                <a:solidFill>
                  <a:srgbClr val="434343"/>
                </a:solidFill>
              </a:defRPr>
            </a:lvl7pPr>
            <a:lvl8pPr indent="-304800" lvl="7" marL="3657600" algn="l">
              <a:lnSpc>
                <a:spcPct val="115000"/>
              </a:lnSpc>
              <a:spcBef>
                <a:spcPts val="1600"/>
              </a:spcBef>
              <a:spcAft>
                <a:spcPts val="0"/>
              </a:spcAft>
              <a:buClr>
                <a:srgbClr val="434343"/>
              </a:buClr>
              <a:buSzPts val="1200"/>
              <a:buFont typeface="Roboto Condensed Light"/>
              <a:buChar char="○"/>
              <a:defRPr>
                <a:solidFill>
                  <a:srgbClr val="434343"/>
                </a:solidFill>
              </a:defRPr>
            </a:lvl8pPr>
            <a:lvl9pPr indent="-304800" lvl="8" marL="4114800" algn="l">
              <a:lnSpc>
                <a:spcPct val="115000"/>
              </a:lnSpc>
              <a:spcBef>
                <a:spcPts val="1600"/>
              </a:spcBef>
              <a:spcAft>
                <a:spcPts val="1600"/>
              </a:spcAft>
              <a:buClr>
                <a:srgbClr val="434343"/>
              </a:buClr>
              <a:buSzPts val="1200"/>
              <a:buFont typeface="Roboto Condensed Light"/>
              <a:buChar char="■"/>
              <a:defRPr>
                <a:solidFill>
                  <a:srgbClr val="434343"/>
                </a:solidFill>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58" name="Shape 258"/>
        <p:cNvGrpSpPr/>
        <p:nvPr/>
      </p:nvGrpSpPr>
      <p:grpSpPr>
        <a:xfrm>
          <a:off x="0" y="0"/>
          <a:ext cx="0" cy="0"/>
          <a:chOff x="0" y="0"/>
          <a:chExt cx="0" cy="0"/>
        </a:xfrm>
      </p:grpSpPr>
      <p:pic>
        <p:nvPicPr>
          <p:cNvPr id="259" name="Google Shape;259;p37"/>
          <p:cNvPicPr preferRelativeResize="0"/>
          <p:nvPr/>
        </p:nvPicPr>
        <p:blipFill rotWithShape="1">
          <a:blip r:embed="rId2">
            <a:alphaModFix/>
          </a:blip>
          <a:srcRect b="0" l="0" r="0" t="0"/>
          <a:stretch/>
        </p:blipFill>
        <p:spPr>
          <a:xfrm>
            <a:off x="0" y="0"/>
            <a:ext cx="9144000" cy="5143500"/>
          </a:xfrm>
          <a:prstGeom prst="rect">
            <a:avLst/>
          </a:prstGeom>
          <a:noFill/>
          <a:ln>
            <a:noFill/>
          </a:ln>
        </p:spPr>
      </p:pic>
      <p:pic>
        <p:nvPicPr>
          <p:cNvPr id="260" name="Google Shape;260;p37"/>
          <p:cNvPicPr preferRelativeResize="0"/>
          <p:nvPr/>
        </p:nvPicPr>
        <p:blipFill rotWithShape="1">
          <a:blip r:embed="rId3">
            <a:alphaModFix amt="10000"/>
          </a:blip>
          <a:srcRect b="0" l="0" r="0" t="0"/>
          <a:stretch/>
        </p:blipFill>
        <p:spPr>
          <a:xfrm rot="8">
            <a:off x="1962275" y="-2775114"/>
            <a:ext cx="8832549" cy="5721254"/>
          </a:xfrm>
          <a:prstGeom prst="rect">
            <a:avLst/>
          </a:prstGeom>
          <a:noFill/>
          <a:ln>
            <a:noFill/>
          </a:ln>
        </p:spPr>
      </p:pic>
      <p:pic>
        <p:nvPicPr>
          <p:cNvPr id="261" name="Google Shape;261;p37"/>
          <p:cNvPicPr preferRelativeResize="0"/>
          <p:nvPr/>
        </p:nvPicPr>
        <p:blipFill rotWithShape="1">
          <a:blip r:embed="rId4">
            <a:alphaModFix/>
          </a:blip>
          <a:srcRect b="0" l="0" r="0" t="0"/>
          <a:stretch/>
        </p:blipFill>
        <p:spPr>
          <a:xfrm>
            <a:off x="-894450" y="2342300"/>
            <a:ext cx="3744150" cy="3687075"/>
          </a:xfrm>
          <a:prstGeom prst="rect">
            <a:avLst/>
          </a:prstGeom>
          <a:noFill/>
          <a:ln>
            <a:noFill/>
          </a:ln>
        </p:spPr>
      </p:pic>
      <p:pic>
        <p:nvPicPr>
          <p:cNvPr id="262" name="Google Shape;262;p37"/>
          <p:cNvPicPr preferRelativeResize="0"/>
          <p:nvPr/>
        </p:nvPicPr>
        <p:blipFill rotWithShape="1">
          <a:blip r:embed="rId4">
            <a:alphaModFix/>
          </a:blip>
          <a:srcRect b="0" l="0" r="0" t="0"/>
          <a:stretch/>
        </p:blipFill>
        <p:spPr>
          <a:xfrm>
            <a:off x="-1624325" y="846550"/>
            <a:ext cx="2787924" cy="2745399"/>
          </a:xfrm>
          <a:prstGeom prst="rect">
            <a:avLst/>
          </a:prstGeom>
          <a:noFill/>
          <a:ln>
            <a:noFill/>
          </a:ln>
        </p:spPr>
      </p:pic>
      <p:pic>
        <p:nvPicPr>
          <p:cNvPr id="263" name="Google Shape;263;p37"/>
          <p:cNvPicPr preferRelativeResize="0"/>
          <p:nvPr/>
        </p:nvPicPr>
        <p:blipFill rotWithShape="1">
          <a:blip r:embed="rId4">
            <a:alphaModFix/>
          </a:blip>
          <a:srcRect b="0" l="0" r="0" t="0"/>
          <a:stretch/>
        </p:blipFill>
        <p:spPr>
          <a:xfrm>
            <a:off x="-3325390" y="2078947"/>
            <a:ext cx="3744150" cy="3687075"/>
          </a:xfrm>
          <a:prstGeom prst="rect">
            <a:avLst/>
          </a:prstGeom>
          <a:noFill/>
          <a:ln>
            <a:noFill/>
          </a:ln>
        </p:spPr>
      </p:pic>
      <p:sp>
        <p:nvSpPr>
          <p:cNvPr id="264" name="Google Shape;264;p37"/>
          <p:cNvSpPr txBox="1"/>
          <p:nvPr>
            <p:ph idx="1" type="subTitle"/>
          </p:nvPr>
        </p:nvSpPr>
        <p:spPr>
          <a:xfrm>
            <a:off x="3681475" y="2399950"/>
            <a:ext cx="4196700" cy="1322400"/>
          </a:xfrm>
          <a:prstGeom prst="rect">
            <a:avLst/>
          </a:prstGeom>
          <a:noFill/>
          <a:ln>
            <a:noFill/>
          </a:ln>
        </p:spPr>
        <p:txBody>
          <a:bodyPr anchorCtr="0" anchor="t" bIns="91425" lIns="91425" spcFirstLastPara="1" rIns="91425" wrap="square" tIns="91425">
            <a:noAutofit/>
          </a:bodyPr>
          <a:lstStyle>
            <a:lvl1pPr lvl="0" algn="r">
              <a:lnSpc>
                <a:spcPct val="100000"/>
              </a:lnSpc>
              <a:spcBef>
                <a:spcPts val="0"/>
              </a:spcBef>
              <a:spcAft>
                <a:spcPts val="0"/>
              </a:spcAft>
              <a:buSzPts val="1900"/>
              <a:buNone/>
              <a:defRPr sz="1500"/>
            </a:lvl1pPr>
            <a:lvl2pPr lvl="1" algn="ctr">
              <a:lnSpc>
                <a:spcPct val="100000"/>
              </a:lnSpc>
              <a:spcBef>
                <a:spcPts val="1600"/>
              </a:spcBef>
              <a:spcAft>
                <a:spcPts val="0"/>
              </a:spcAft>
              <a:buSzPts val="1900"/>
              <a:buNone/>
              <a:defRPr sz="1900"/>
            </a:lvl2pPr>
            <a:lvl3pPr lvl="2" algn="ctr">
              <a:lnSpc>
                <a:spcPct val="100000"/>
              </a:lnSpc>
              <a:spcBef>
                <a:spcPts val="1600"/>
              </a:spcBef>
              <a:spcAft>
                <a:spcPts val="0"/>
              </a:spcAft>
              <a:buSzPts val="1900"/>
              <a:buNone/>
              <a:defRPr sz="1900"/>
            </a:lvl3pPr>
            <a:lvl4pPr lvl="3" algn="ctr">
              <a:lnSpc>
                <a:spcPct val="100000"/>
              </a:lnSpc>
              <a:spcBef>
                <a:spcPts val="1600"/>
              </a:spcBef>
              <a:spcAft>
                <a:spcPts val="0"/>
              </a:spcAft>
              <a:buSzPts val="1900"/>
              <a:buNone/>
              <a:defRPr sz="1900"/>
            </a:lvl4pPr>
            <a:lvl5pPr lvl="4" algn="ctr">
              <a:lnSpc>
                <a:spcPct val="100000"/>
              </a:lnSpc>
              <a:spcBef>
                <a:spcPts val="1600"/>
              </a:spcBef>
              <a:spcAft>
                <a:spcPts val="0"/>
              </a:spcAft>
              <a:buSzPts val="1900"/>
              <a:buNone/>
              <a:defRPr sz="1900"/>
            </a:lvl5pPr>
            <a:lvl6pPr lvl="5" algn="ctr">
              <a:lnSpc>
                <a:spcPct val="100000"/>
              </a:lnSpc>
              <a:spcBef>
                <a:spcPts val="1600"/>
              </a:spcBef>
              <a:spcAft>
                <a:spcPts val="0"/>
              </a:spcAft>
              <a:buSzPts val="1900"/>
              <a:buNone/>
              <a:defRPr sz="1900"/>
            </a:lvl6pPr>
            <a:lvl7pPr lvl="6" algn="ctr">
              <a:lnSpc>
                <a:spcPct val="100000"/>
              </a:lnSpc>
              <a:spcBef>
                <a:spcPts val="1600"/>
              </a:spcBef>
              <a:spcAft>
                <a:spcPts val="0"/>
              </a:spcAft>
              <a:buSzPts val="1900"/>
              <a:buNone/>
              <a:defRPr sz="1900"/>
            </a:lvl7pPr>
            <a:lvl8pPr lvl="7" algn="ctr">
              <a:lnSpc>
                <a:spcPct val="100000"/>
              </a:lnSpc>
              <a:spcBef>
                <a:spcPts val="1600"/>
              </a:spcBef>
              <a:spcAft>
                <a:spcPts val="0"/>
              </a:spcAft>
              <a:buSzPts val="1900"/>
              <a:buNone/>
              <a:defRPr sz="1900"/>
            </a:lvl8pPr>
            <a:lvl9pPr lvl="8" algn="ctr">
              <a:lnSpc>
                <a:spcPct val="100000"/>
              </a:lnSpc>
              <a:spcBef>
                <a:spcPts val="1600"/>
              </a:spcBef>
              <a:spcAft>
                <a:spcPts val="1600"/>
              </a:spcAft>
              <a:buSzPts val="1900"/>
              <a:buNone/>
              <a:defRPr sz="1900"/>
            </a:lvl9pPr>
          </a:lstStyle>
          <a:p/>
        </p:txBody>
      </p:sp>
      <p:sp>
        <p:nvSpPr>
          <p:cNvPr id="265" name="Google Shape;265;p37"/>
          <p:cNvSpPr txBox="1"/>
          <p:nvPr>
            <p:ph type="title"/>
          </p:nvPr>
        </p:nvSpPr>
        <p:spPr>
          <a:xfrm>
            <a:off x="3681498" y="1637375"/>
            <a:ext cx="4196700" cy="572700"/>
          </a:xfrm>
          <a:prstGeom prst="rect">
            <a:avLst/>
          </a:prstGeom>
          <a:noFill/>
          <a:ln>
            <a:noFill/>
          </a:ln>
        </p:spPr>
        <p:txBody>
          <a:bodyPr anchorCtr="0" anchor="t" bIns="91425" lIns="91425" spcFirstLastPara="1" rIns="91425" wrap="square" tIns="91425">
            <a:noAutofit/>
          </a:bodyPr>
          <a:lstStyle>
            <a:lvl1pPr lvl="0" algn="r">
              <a:lnSpc>
                <a:spcPct val="100000"/>
              </a:lnSpc>
              <a:spcBef>
                <a:spcPts val="0"/>
              </a:spcBef>
              <a:spcAft>
                <a:spcPts val="0"/>
              </a:spcAft>
              <a:buSzPts val="3900"/>
              <a:buNone/>
              <a:defRPr sz="3900"/>
            </a:lvl1pPr>
            <a:lvl2pPr lvl="1" algn="l">
              <a:lnSpc>
                <a:spcPct val="100000"/>
              </a:lnSpc>
              <a:spcBef>
                <a:spcPts val="0"/>
              </a:spcBef>
              <a:spcAft>
                <a:spcPts val="0"/>
              </a:spcAft>
              <a:buSzPts val="3900"/>
              <a:buNone/>
              <a:defRPr sz="3900"/>
            </a:lvl2pPr>
            <a:lvl3pPr lvl="2" algn="l">
              <a:lnSpc>
                <a:spcPct val="100000"/>
              </a:lnSpc>
              <a:spcBef>
                <a:spcPts val="0"/>
              </a:spcBef>
              <a:spcAft>
                <a:spcPts val="0"/>
              </a:spcAft>
              <a:buSzPts val="3900"/>
              <a:buNone/>
              <a:defRPr sz="3900"/>
            </a:lvl3pPr>
            <a:lvl4pPr lvl="3" algn="l">
              <a:lnSpc>
                <a:spcPct val="100000"/>
              </a:lnSpc>
              <a:spcBef>
                <a:spcPts val="0"/>
              </a:spcBef>
              <a:spcAft>
                <a:spcPts val="0"/>
              </a:spcAft>
              <a:buSzPts val="3900"/>
              <a:buNone/>
              <a:defRPr sz="3900"/>
            </a:lvl4pPr>
            <a:lvl5pPr lvl="4" algn="l">
              <a:lnSpc>
                <a:spcPct val="100000"/>
              </a:lnSpc>
              <a:spcBef>
                <a:spcPts val="0"/>
              </a:spcBef>
              <a:spcAft>
                <a:spcPts val="0"/>
              </a:spcAft>
              <a:buSzPts val="3900"/>
              <a:buNone/>
              <a:defRPr sz="3900"/>
            </a:lvl5pPr>
            <a:lvl6pPr lvl="5" algn="l">
              <a:lnSpc>
                <a:spcPct val="100000"/>
              </a:lnSpc>
              <a:spcBef>
                <a:spcPts val="0"/>
              </a:spcBef>
              <a:spcAft>
                <a:spcPts val="0"/>
              </a:spcAft>
              <a:buSzPts val="3900"/>
              <a:buNone/>
              <a:defRPr sz="3900"/>
            </a:lvl6pPr>
            <a:lvl7pPr lvl="6" algn="l">
              <a:lnSpc>
                <a:spcPct val="100000"/>
              </a:lnSpc>
              <a:spcBef>
                <a:spcPts val="0"/>
              </a:spcBef>
              <a:spcAft>
                <a:spcPts val="0"/>
              </a:spcAft>
              <a:buSzPts val="3900"/>
              <a:buNone/>
              <a:defRPr sz="3900"/>
            </a:lvl7pPr>
            <a:lvl8pPr lvl="7" algn="l">
              <a:lnSpc>
                <a:spcPct val="100000"/>
              </a:lnSpc>
              <a:spcBef>
                <a:spcPts val="0"/>
              </a:spcBef>
              <a:spcAft>
                <a:spcPts val="0"/>
              </a:spcAft>
              <a:buSzPts val="3900"/>
              <a:buNone/>
              <a:defRPr sz="3900"/>
            </a:lvl8pPr>
            <a:lvl9pPr lvl="8" algn="l">
              <a:lnSpc>
                <a:spcPct val="100000"/>
              </a:lnSpc>
              <a:spcBef>
                <a:spcPts val="0"/>
              </a:spcBef>
              <a:spcAft>
                <a:spcPts val="0"/>
              </a:spcAft>
              <a:buSzPts val="3900"/>
              <a:buNone/>
              <a:defRPr sz="39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
  <p:cSld name="CUSTOM_12">
    <p:spTree>
      <p:nvGrpSpPr>
        <p:cNvPr id="266" name="Shape 266"/>
        <p:cNvGrpSpPr/>
        <p:nvPr/>
      </p:nvGrpSpPr>
      <p:grpSpPr>
        <a:xfrm>
          <a:off x="0" y="0"/>
          <a:ext cx="0" cy="0"/>
          <a:chOff x="0" y="0"/>
          <a:chExt cx="0" cy="0"/>
        </a:xfrm>
      </p:grpSpPr>
      <p:pic>
        <p:nvPicPr>
          <p:cNvPr id="267" name="Google Shape;267;p38"/>
          <p:cNvPicPr preferRelativeResize="0"/>
          <p:nvPr/>
        </p:nvPicPr>
        <p:blipFill rotWithShape="1">
          <a:blip r:embed="rId2">
            <a:alphaModFix/>
          </a:blip>
          <a:srcRect b="0" l="0" r="0" t="0"/>
          <a:stretch/>
        </p:blipFill>
        <p:spPr>
          <a:xfrm>
            <a:off x="6084" y="0"/>
            <a:ext cx="9144000" cy="51435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12_1">
    <p:spTree>
      <p:nvGrpSpPr>
        <p:cNvPr id="268" name="Shape 268"/>
        <p:cNvGrpSpPr/>
        <p:nvPr/>
      </p:nvGrpSpPr>
      <p:grpSpPr>
        <a:xfrm>
          <a:off x="0" y="0"/>
          <a:ext cx="0" cy="0"/>
          <a:chOff x="0" y="0"/>
          <a:chExt cx="0" cy="0"/>
        </a:xfrm>
      </p:grpSpPr>
      <p:pic>
        <p:nvPicPr>
          <p:cNvPr id="269" name="Google Shape;269;p39"/>
          <p:cNvPicPr preferRelativeResize="0"/>
          <p:nvPr/>
        </p:nvPicPr>
        <p:blipFill rotWithShape="1">
          <a:blip r:embed="rId2">
            <a:alphaModFix/>
          </a:blip>
          <a:srcRect b="0" l="0" r="0" t="0"/>
          <a:stretch/>
        </p:blipFill>
        <p:spPr>
          <a:xfrm>
            <a:off x="6084" y="0"/>
            <a:ext cx="9144000" cy="5143500"/>
          </a:xfrm>
          <a:prstGeom prst="rect">
            <a:avLst/>
          </a:prstGeom>
          <a:noFill/>
          <a:ln>
            <a:noFill/>
          </a:ln>
        </p:spPr>
      </p:pic>
      <p:pic>
        <p:nvPicPr>
          <p:cNvPr id="270" name="Google Shape;270;p39"/>
          <p:cNvPicPr preferRelativeResize="0"/>
          <p:nvPr/>
        </p:nvPicPr>
        <p:blipFill rotWithShape="1">
          <a:blip r:embed="rId3">
            <a:alphaModFix/>
          </a:blip>
          <a:srcRect b="0" l="0" r="0" t="0"/>
          <a:stretch/>
        </p:blipFill>
        <p:spPr>
          <a:xfrm rot="8707701">
            <a:off x="4858922" y="4131517"/>
            <a:ext cx="3750629" cy="3693405"/>
          </a:xfrm>
          <a:prstGeom prst="rect">
            <a:avLst/>
          </a:prstGeom>
          <a:noFill/>
          <a:ln>
            <a:noFill/>
          </a:ln>
        </p:spPr>
      </p:pic>
      <p:pic>
        <p:nvPicPr>
          <p:cNvPr id="271" name="Google Shape;271;p39"/>
          <p:cNvPicPr preferRelativeResize="0"/>
          <p:nvPr/>
        </p:nvPicPr>
        <p:blipFill rotWithShape="1">
          <a:blip r:embed="rId4">
            <a:alphaModFix amt="41000"/>
          </a:blip>
          <a:srcRect b="0" l="38916" r="0" t="0"/>
          <a:stretch/>
        </p:blipFill>
        <p:spPr>
          <a:xfrm rot="280174">
            <a:off x="-3052599" y="-1580383"/>
            <a:ext cx="4522125" cy="4795197"/>
          </a:xfrm>
          <a:prstGeom prst="rect">
            <a:avLst/>
          </a:prstGeom>
          <a:noFill/>
          <a:ln>
            <a:noFill/>
          </a:ln>
        </p:spPr>
      </p:pic>
      <p:pic>
        <p:nvPicPr>
          <p:cNvPr id="272" name="Google Shape;272;p39"/>
          <p:cNvPicPr preferRelativeResize="0"/>
          <p:nvPr/>
        </p:nvPicPr>
        <p:blipFill rotWithShape="1">
          <a:blip r:embed="rId4">
            <a:alphaModFix amt="41000"/>
          </a:blip>
          <a:srcRect b="0" l="-523" r="0" t="0"/>
          <a:stretch/>
        </p:blipFill>
        <p:spPr>
          <a:xfrm rot="627373">
            <a:off x="7493578" y="1532813"/>
            <a:ext cx="7441918" cy="4795198"/>
          </a:xfrm>
          <a:prstGeom prst="rect">
            <a:avLst/>
          </a:prstGeom>
          <a:noFill/>
          <a:ln>
            <a:noFill/>
          </a:ln>
        </p:spPr>
      </p:pic>
      <p:pic>
        <p:nvPicPr>
          <p:cNvPr id="273" name="Google Shape;273;p39"/>
          <p:cNvPicPr preferRelativeResize="0"/>
          <p:nvPr/>
        </p:nvPicPr>
        <p:blipFill rotWithShape="1">
          <a:blip r:embed="rId3">
            <a:alphaModFix/>
          </a:blip>
          <a:srcRect b="0" l="0" r="0" t="0"/>
          <a:stretch/>
        </p:blipFill>
        <p:spPr>
          <a:xfrm rot="8707701">
            <a:off x="-2430228" y="158735"/>
            <a:ext cx="3750629" cy="369340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22" Type="http://schemas.openxmlformats.org/officeDocument/2006/relationships/slideLayout" Target="../slideLayouts/slideLayout33.xml"/><Relationship Id="rId21" Type="http://schemas.openxmlformats.org/officeDocument/2006/relationships/slideLayout" Target="../slideLayouts/slideLayout32.xml"/><Relationship Id="rId24" Type="http://schemas.openxmlformats.org/officeDocument/2006/relationships/slideLayout" Target="../slideLayouts/slideLayout35.xml"/><Relationship Id="rId23" Type="http://schemas.openxmlformats.org/officeDocument/2006/relationships/slideLayout" Target="../slideLayouts/slideLayout34.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26" Type="http://schemas.openxmlformats.org/officeDocument/2006/relationships/slideLayout" Target="../slideLayouts/slideLayout37.xml"/><Relationship Id="rId25" Type="http://schemas.openxmlformats.org/officeDocument/2006/relationships/slideLayout" Target="../slideLayouts/slideLayout36.xml"/><Relationship Id="rId27" Type="http://schemas.openxmlformats.org/officeDocument/2006/relationships/theme" Target="../theme/theme3.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19" Type="http://schemas.openxmlformats.org/officeDocument/2006/relationships/slideLayout" Target="../slideLayouts/slideLayout30.xml"/><Relationship Id="rId18"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2"/>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587425" y="445025"/>
            <a:ext cx="7969200" cy="5727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400"/>
              <a:buFont typeface="Inknut Antiqua"/>
              <a:buNone/>
              <a:defRPr b="1" i="0" spc="0" sz="3400" u="none" cap="none" strike="noStrike">
                <a:solidFill>
                  <a:schemeClr val="dk1"/>
                </a:solidFill>
                <a:latin typeface="Inknut Antiqua"/>
                <a:ea typeface="Inknut Antiqua"/>
                <a:cs typeface="Inknut Antiqua"/>
                <a:sym typeface="Inknut Antiqua"/>
              </a:defRPr>
            </a:lvl1pPr>
            <a:lvl2pPr lvl="1" marR="0" rtl="0" algn="l">
              <a:lnSpc>
                <a:spcPct val="100000"/>
              </a:lnSpc>
              <a:spcBef>
                <a:spcPts val="0"/>
              </a:spcBef>
              <a:spcAft>
                <a:spcPts val="0"/>
              </a:spcAft>
              <a:buClr>
                <a:schemeClr val="dk1"/>
              </a:buClr>
              <a:buSzPts val="3400"/>
              <a:buFont typeface="Inknut Antiqua"/>
              <a:buNone/>
              <a:defRPr b="1" i="0" spc="0" sz="3400" u="none" cap="none" strike="noStrike">
                <a:solidFill>
                  <a:schemeClr val="dk1"/>
                </a:solidFill>
                <a:latin typeface="Inknut Antiqua"/>
                <a:ea typeface="Inknut Antiqua"/>
                <a:cs typeface="Inknut Antiqua"/>
                <a:sym typeface="Inknut Antiqua"/>
              </a:defRPr>
            </a:lvl2pPr>
            <a:lvl3pPr lvl="2" marR="0" rtl="0" algn="l">
              <a:lnSpc>
                <a:spcPct val="100000"/>
              </a:lnSpc>
              <a:spcBef>
                <a:spcPts val="0"/>
              </a:spcBef>
              <a:spcAft>
                <a:spcPts val="0"/>
              </a:spcAft>
              <a:buClr>
                <a:schemeClr val="dk1"/>
              </a:buClr>
              <a:buSzPts val="3400"/>
              <a:buFont typeface="Inknut Antiqua"/>
              <a:buNone/>
              <a:defRPr b="1" i="0" spc="0" sz="3400" u="none" cap="none" strike="noStrike">
                <a:solidFill>
                  <a:schemeClr val="dk1"/>
                </a:solidFill>
                <a:latin typeface="Inknut Antiqua"/>
                <a:ea typeface="Inknut Antiqua"/>
                <a:cs typeface="Inknut Antiqua"/>
                <a:sym typeface="Inknut Antiqua"/>
              </a:defRPr>
            </a:lvl3pPr>
            <a:lvl4pPr lvl="3" marR="0" rtl="0" algn="l">
              <a:lnSpc>
                <a:spcPct val="100000"/>
              </a:lnSpc>
              <a:spcBef>
                <a:spcPts val="0"/>
              </a:spcBef>
              <a:spcAft>
                <a:spcPts val="0"/>
              </a:spcAft>
              <a:buClr>
                <a:schemeClr val="dk1"/>
              </a:buClr>
              <a:buSzPts val="3400"/>
              <a:buFont typeface="Inknut Antiqua"/>
              <a:buNone/>
              <a:defRPr b="1" i="0" spc="0" sz="3400" u="none" cap="none" strike="noStrike">
                <a:solidFill>
                  <a:schemeClr val="dk1"/>
                </a:solidFill>
                <a:latin typeface="Inknut Antiqua"/>
                <a:ea typeface="Inknut Antiqua"/>
                <a:cs typeface="Inknut Antiqua"/>
                <a:sym typeface="Inknut Antiqua"/>
              </a:defRPr>
            </a:lvl4pPr>
            <a:lvl5pPr lvl="4" marR="0" rtl="0" algn="l">
              <a:lnSpc>
                <a:spcPct val="100000"/>
              </a:lnSpc>
              <a:spcBef>
                <a:spcPts val="0"/>
              </a:spcBef>
              <a:spcAft>
                <a:spcPts val="0"/>
              </a:spcAft>
              <a:buClr>
                <a:schemeClr val="dk1"/>
              </a:buClr>
              <a:buSzPts val="3400"/>
              <a:buFont typeface="Inknut Antiqua"/>
              <a:buNone/>
              <a:defRPr b="1" i="0" spc="0" sz="3400" u="none" cap="none" strike="noStrike">
                <a:solidFill>
                  <a:schemeClr val="dk1"/>
                </a:solidFill>
                <a:latin typeface="Inknut Antiqua"/>
                <a:ea typeface="Inknut Antiqua"/>
                <a:cs typeface="Inknut Antiqua"/>
                <a:sym typeface="Inknut Antiqua"/>
              </a:defRPr>
            </a:lvl5pPr>
            <a:lvl6pPr lvl="5" marR="0" rtl="0" algn="l">
              <a:lnSpc>
                <a:spcPct val="100000"/>
              </a:lnSpc>
              <a:spcBef>
                <a:spcPts val="0"/>
              </a:spcBef>
              <a:spcAft>
                <a:spcPts val="0"/>
              </a:spcAft>
              <a:buClr>
                <a:schemeClr val="dk1"/>
              </a:buClr>
              <a:buSzPts val="3400"/>
              <a:buFont typeface="Inknut Antiqua"/>
              <a:buNone/>
              <a:defRPr b="1" i="0" spc="0" sz="3400" u="none" cap="none" strike="noStrike">
                <a:solidFill>
                  <a:schemeClr val="dk1"/>
                </a:solidFill>
                <a:latin typeface="Inknut Antiqua"/>
                <a:ea typeface="Inknut Antiqua"/>
                <a:cs typeface="Inknut Antiqua"/>
                <a:sym typeface="Inknut Antiqua"/>
              </a:defRPr>
            </a:lvl6pPr>
            <a:lvl7pPr lvl="6" marR="0" rtl="0" algn="l">
              <a:lnSpc>
                <a:spcPct val="100000"/>
              </a:lnSpc>
              <a:spcBef>
                <a:spcPts val="0"/>
              </a:spcBef>
              <a:spcAft>
                <a:spcPts val="0"/>
              </a:spcAft>
              <a:buClr>
                <a:schemeClr val="dk1"/>
              </a:buClr>
              <a:buSzPts val="3400"/>
              <a:buFont typeface="Inknut Antiqua"/>
              <a:buNone/>
              <a:defRPr b="1" i="0" spc="0" sz="3400" u="none" cap="none" strike="noStrike">
                <a:solidFill>
                  <a:schemeClr val="dk1"/>
                </a:solidFill>
                <a:latin typeface="Inknut Antiqua"/>
                <a:ea typeface="Inknut Antiqua"/>
                <a:cs typeface="Inknut Antiqua"/>
                <a:sym typeface="Inknut Antiqua"/>
              </a:defRPr>
            </a:lvl7pPr>
            <a:lvl8pPr lvl="7" marR="0" rtl="0" algn="l">
              <a:lnSpc>
                <a:spcPct val="100000"/>
              </a:lnSpc>
              <a:spcBef>
                <a:spcPts val="0"/>
              </a:spcBef>
              <a:spcAft>
                <a:spcPts val="0"/>
              </a:spcAft>
              <a:buClr>
                <a:schemeClr val="dk1"/>
              </a:buClr>
              <a:buSzPts val="3400"/>
              <a:buFont typeface="Inknut Antiqua"/>
              <a:buNone/>
              <a:defRPr b="1" i="0" spc="0" sz="3400" u="none" cap="none" strike="noStrike">
                <a:solidFill>
                  <a:schemeClr val="dk1"/>
                </a:solidFill>
                <a:latin typeface="Inknut Antiqua"/>
                <a:ea typeface="Inknut Antiqua"/>
                <a:cs typeface="Inknut Antiqua"/>
                <a:sym typeface="Inknut Antiqua"/>
              </a:defRPr>
            </a:lvl8pPr>
            <a:lvl9pPr lvl="8" marR="0" rtl="0" algn="l">
              <a:lnSpc>
                <a:spcPct val="100000"/>
              </a:lnSpc>
              <a:spcBef>
                <a:spcPts val="0"/>
              </a:spcBef>
              <a:spcAft>
                <a:spcPts val="0"/>
              </a:spcAft>
              <a:buClr>
                <a:schemeClr val="dk1"/>
              </a:buClr>
              <a:buSzPts val="3400"/>
              <a:buFont typeface="Inknut Antiqua"/>
              <a:buNone/>
              <a:defRPr b="1" i="0" spc="0" sz="3400" u="none" cap="none" strike="noStrike">
                <a:solidFill>
                  <a:schemeClr val="dk1"/>
                </a:solidFill>
                <a:latin typeface="Inknut Antiqua"/>
                <a:ea typeface="Inknut Antiqua"/>
                <a:cs typeface="Inknut Antiqua"/>
                <a:sym typeface="Inknut Antiqua"/>
              </a:defRPr>
            </a:lvl9pPr>
          </a:lstStyle>
          <a:p/>
        </p:txBody>
      </p:sp>
      <p:sp>
        <p:nvSpPr>
          <p:cNvPr id="52" name="Google Shape;52;p13"/>
          <p:cNvSpPr txBox="1"/>
          <p:nvPr>
            <p:ph idx="1" type="body"/>
          </p:nvPr>
        </p:nvSpPr>
        <p:spPr>
          <a:xfrm>
            <a:off x="587425" y="1152475"/>
            <a:ext cx="7969200" cy="3416400"/>
          </a:xfrm>
          <a:prstGeom prst="rect">
            <a:avLst/>
          </a:prstGeom>
          <a:noFill/>
          <a:ln>
            <a:noFill/>
          </a:ln>
        </p:spPr>
        <p:txBody>
          <a:bodyPr anchorCtr="0" anchor="t" bIns="91425" lIns="91425" spcFirstLastPara="1" rIns="91425" wrap="square" tIns="91425">
            <a:noAutofit/>
          </a:bodyPr>
          <a:lstStyle>
            <a:lvl1pPr indent="-317500" lvl="0" marL="457200" marR="0" rtl="0" algn="l">
              <a:lnSpc>
                <a:spcPct val="100000"/>
              </a:lnSpc>
              <a:spcBef>
                <a:spcPts val="0"/>
              </a:spcBef>
              <a:spcAft>
                <a:spcPts val="0"/>
              </a:spcAft>
              <a:buClr>
                <a:schemeClr val="accent1"/>
              </a:buClr>
              <a:buSzPts val="1400"/>
              <a:buFont typeface="Work Sans"/>
              <a:buChar char="●"/>
              <a:defRPr b="0" i="0" spc="0" sz="1400" u="none" cap="none" strike="noStrike">
                <a:solidFill>
                  <a:schemeClr val="accent1"/>
                </a:solidFill>
                <a:latin typeface="Work Sans"/>
                <a:ea typeface="Work Sans"/>
                <a:cs typeface="Work Sans"/>
                <a:sym typeface="Work Sans"/>
              </a:defRPr>
            </a:lvl1pPr>
            <a:lvl2pPr indent="-317500" lvl="1" marL="914400" marR="0" rtl="0" algn="l">
              <a:lnSpc>
                <a:spcPct val="100000"/>
              </a:lnSpc>
              <a:spcBef>
                <a:spcPts val="1600"/>
              </a:spcBef>
              <a:spcAft>
                <a:spcPts val="0"/>
              </a:spcAft>
              <a:buClr>
                <a:schemeClr val="accent1"/>
              </a:buClr>
              <a:buSzPts val="1400"/>
              <a:buFont typeface="Work Sans"/>
              <a:buChar char="○"/>
              <a:defRPr b="0" i="0" spc="0" sz="1400" u="none" cap="none" strike="noStrike">
                <a:solidFill>
                  <a:schemeClr val="accent1"/>
                </a:solidFill>
                <a:latin typeface="Work Sans"/>
                <a:ea typeface="Work Sans"/>
                <a:cs typeface="Work Sans"/>
                <a:sym typeface="Work Sans"/>
              </a:defRPr>
            </a:lvl2pPr>
            <a:lvl3pPr indent="-317500" lvl="2" marL="1371600" marR="0" rtl="0" algn="l">
              <a:lnSpc>
                <a:spcPct val="100000"/>
              </a:lnSpc>
              <a:spcBef>
                <a:spcPts val="1600"/>
              </a:spcBef>
              <a:spcAft>
                <a:spcPts val="0"/>
              </a:spcAft>
              <a:buClr>
                <a:schemeClr val="accent1"/>
              </a:buClr>
              <a:buSzPts val="1400"/>
              <a:buFont typeface="Work Sans"/>
              <a:buChar char="■"/>
              <a:defRPr b="0" i="0" spc="0" sz="1400" u="none" cap="none" strike="noStrike">
                <a:solidFill>
                  <a:schemeClr val="accent1"/>
                </a:solidFill>
                <a:latin typeface="Work Sans"/>
                <a:ea typeface="Work Sans"/>
                <a:cs typeface="Work Sans"/>
                <a:sym typeface="Work Sans"/>
              </a:defRPr>
            </a:lvl3pPr>
            <a:lvl4pPr indent="-317500" lvl="3" marL="1828800" marR="0" rtl="0" algn="l">
              <a:lnSpc>
                <a:spcPct val="100000"/>
              </a:lnSpc>
              <a:spcBef>
                <a:spcPts val="1600"/>
              </a:spcBef>
              <a:spcAft>
                <a:spcPts val="0"/>
              </a:spcAft>
              <a:buClr>
                <a:schemeClr val="accent1"/>
              </a:buClr>
              <a:buSzPts val="1400"/>
              <a:buFont typeface="Work Sans"/>
              <a:buChar char="●"/>
              <a:defRPr b="0" i="0" spc="0" sz="1400" u="none" cap="none" strike="noStrike">
                <a:solidFill>
                  <a:schemeClr val="accent1"/>
                </a:solidFill>
                <a:latin typeface="Work Sans"/>
                <a:ea typeface="Work Sans"/>
                <a:cs typeface="Work Sans"/>
                <a:sym typeface="Work Sans"/>
              </a:defRPr>
            </a:lvl4pPr>
            <a:lvl5pPr indent="-317500" lvl="4" marL="2286000" marR="0" rtl="0" algn="l">
              <a:lnSpc>
                <a:spcPct val="100000"/>
              </a:lnSpc>
              <a:spcBef>
                <a:spcPts val="1600"/>
              </a:spcBef>
              <a:spcAft>
                <a:spcPts val="0"/>
              </a:spcAft>
              <a:buClr>
                <a:schemeClr val="accent1"/>
              </a:buClr>
              <a:buSzPts val="1400"/>
              <a:buFont typeface="Work Sans"/>
              <a:buChar char="○"/>
              <a:defRPr b="0" i="0" spc="0" sz="1400" u="none" cap="none" strike="noStrike">
                <a:solidFill>
                  <a:schemeClr val="accent1"/>
                </a:solidFill>
                <a:latin typeface="Work Sans"/>
                <a:ea typeface="Work Sans"/>
                <a:cs typeface="Work Sans"/>
                <a:sym typeface="Work Sans"/>
              </a:defRPr>
            </a:lvl5pPr>
            <a:lvl6pPr indent="-317500" lvl="5" marL="2743200" marR="0" rtl="0" algn="l">
              <a:lnSpc>
                <a:spcPct val="100000"/>
              </a:lnSpc>
              <a:spcBef>
                <a:spcPts val="1600"/>
              </a:spcBef>
              <a:spcAft>
                <a:spcPts val="0"/>
              </a:spcAft>
              <a:buClr>
                <a:schemeClr val="accent1"/>
              </a:buClr>
              <a:buSzPts val="1400"/>
              <a:buFont typeface="Work Sans"/>
              <a:buChar char="■"/>
              <a:defRPr b="0" i="0" spc="0" sz="1400" u="none" cap="none" strike="noStrike">
                <a:solidFill>
                  <a:schemeClr val="accent1"/>
                </a:solidFill>
                <a:latin typeface="Work Sans"/>
                <a:ea typeface="Work Sans"/>
                <a:cs typeface="Work Sans"/>
                <a:sym typeface="Work Sans"/>
              </a:defRPr>
            </a:lvl6pPr>
            <a:lvl7pPr indent="-317500" lvl="6" marL="3200400" marR="0" rtl="0" algn="l">
              <a:lnSpc>
                <a:spcPct val="100000"/>
              </a:lnSpc>
              <a:spcBef>
                <a:spcPts val="1600"/>
              </a:spcBef>
              <a:spcAft>
                <a:spcPts val="0"/>
              </a:spcAft>
              <a:buClr>
                <a:schemeClr val="accent1"/>
              </a:buClr>
              <a:buSzPts val="1400"/>
              <a:buFont typeface="Work Sans"/>
              <a:buChar char="●"/>
              <a:defRPr b="0" i="0" spc="0" sz="1400" u="none" cap="none" strike="noStrike">
                <a:solidFill>
                  <a:schemeClr val="accent1"/>
                </a:solidFill>
                <a:latin typeface="Work Sans"/>
                <a:ea typeface="Work Sans"/>
                <a:cs typeface="Work Sans"/>
                <a:sym typeface="Work Sans"/>
              </a:defRPr>
            </a:lvl7pPr>
            <a:lvl8pPr indent="-317500" lvl="7" marL="3657600" marR="0" rtl="0" algn="l">
              <a:lnSpc>
                <a:spcPct val="100000"/>
              </a:lnSpc>
              <a:spcBef>
                <a:spcPts val="1600"/>
              </a:spcBef>
              <a:spcAft>
                <a:spcPts val="0"/>
              </a:spcAft>
              <a:buClr>
                <a:schemeClr val="accent1"/>
              </a:buClr>
              <a:buSzPts val="1400"/>
              <a:buFont typeface="Work Sans"/>
              <a:buChar char="○"/>
              <a:defRPr b="0" i="0" spc="0" sz="1400" u="none" cap="none" strike="noStrike">
                <a:solidFill>
                  <a:schemeClr val="accent1"/>
                </a:solidFill>
                <a:latin typeface="Work Sans"/>
                <a:ea typeface="Work Sans"/>
                <a:cs typeface="Work Sans"/>
                <a:sym typeface="Work Sans"/>
              </a:defRPr>
            </a:lvl8pPr>
            <a:lvl9pPr indent="-317500" lvl="8" marL="4114800" marR="0" rtl="0" algn="l">
              <a:lnSpc>
                <a:spcPct val="100000"/>
              </a:lnSpc>
              <a:spcBef>
                <a:spcPts val="1600"/>
              </a:spcBef>
              <a:spcAft>
                <a:spcPts val="1600"/>
              </a:spcAft>
              <a:buClr>
                <a:schemeClr val="accent1"/>
              </a:buClr>
              <a:buSzPts val="1400"/>
              <a:buFont typeface="Work Sans"/>
              <a:buChar char="■"/>
              <a:defRPr b="0" i="0" spc="0" sz="1400" u="none" cap="none" strike="noStrike">
                <a:solidFill>
                  <a:schemeClr val="accent1"/>
                </a:solidFill>
                <a:latin typeface="Work Sans"/>
                <a:ea typeface="Work Sans"/>
                <a:cs typeface="Work Sans"/>
                <a:sym typeface="Work Sans"/>
              </a:defRPr>
            </a:lvl9pPr>
          </a:lstStyle>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slide" Target="/ppt/slides/slide8.xml"/><Relationship Id="rId4" Type="http://schemas.openxmlformats.org/officeDocument/2006/relationships/slide" Target="/ppt/slides/slide8.xml"/><Relationship Id="rId9" Type="http://schemas.openxmlformats.org/officeDocument/2006/relationships/slide" Target="/ppt/slides/slide10.xml"/><Relationship Id="rId5" Type="http://schemas.openxmlformats.org/officeDocument/2006/relationships/slide" Target="/ppt/slides/slide6.xml"/><Relationship Id="rId6" Type="http://schemas.openxmlformats.org/officeDocument/2006/relationships/slide" Target="/ppt/slides/slide4.xml"/><Relationship Id="rId7" Type="http://schemas.openxmlformats.org/officeDocument/2006/relationships/slide" Target="/ppt/slides/slide10.xml"/><Relationship Id="rId8" Type="http://schemas.openxmlformats.org/officeDocument/2006/relationships/slide" Target="/ppt/slides/slide4.xml"/><Relationship Id="rId10" Type="http://schemas.openxmlformats.org/officeDocument/2006/relationships/slide" Target="/ppt/slides/slide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slide" Target="/ppt/slides/slide6.xml"/><Relationship Id="rId4" Type="http://schemas.openxmlformats.org/officeDocument/2006/relationships/slide" Target="/ppt/slides/slide4.xml"/><Relationship Id="rId9" Type="http://schemas.openxmlformats.org/officeDocument/2006/relationships/slide" Target="/ppt/slides/slide4.xml"/><Relationship Id="rId5" Type="http://schemas.openxmlformats.org/officeDocument/2006/relationships/slide" Target="/ppt/slides/slide4.xml"/><Relationship Id="rId6" Type="http://schemas.openxmlformats.org/officeDocument/2006/relationships/slide" Target="/ppt/slides/slide6.xml"/><Relationship Id="rId7" Type="http://schemas.openxmlformats.org/officeDocument/2006/relationships/slide" Target="/ppt/slides/slide4.xml"/><Relationship Id="rId8" Type="http://schemas.openxmlformats.org/officeDocument/2006/relationships/slide" Target="/ppt/slides/slide4.xml"/><Relationship Id="rId10" Type="http://schemas.openxmlformats.org/officeDocument/2006/relationships/slide" Target="/ppt/slid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hyperlink" Target="http://drive.google.com/file/d/1iDztkLpRDbbMx5i1MTF-rrWOaSKEhFNL/view" TargetMode="External"/><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2.xml"/><Relationship Id="rId3" Type="http://schemas.openxmlformats.org/officeDocument/2006/relationships/image" Target="../media/image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cxnSp>
        <p:nvCxnSpPr>
          <p:cNvPr id="278" name="Google Shape;278;p40"/>
          <p:cNvCxnSpPr/>
          <p:nvPr/>
        </p:nvCxnSpPr>
        <p:spPr>
          <a:xfrm>
            <a:off x="898375" y="3589228"/>
            <a:ext cx="2300400" cy="0"/>
          </a:xfrm>
          <a:prstGeom prst="straightConnector1">
            <a:avLst/>
          </a:prstGeom>
          <a:noFill/>
          <a:ln cap="flat" cmpd="sng" w="9525">
            <a:solidFill>
              <a:schemeClr val="dk1"/>
            </a:solidFill>
            <a:prstDash val="solid"/>
            <a:round/>
            <a:headEnd len="sm" w="sm" type="none"/>
            <a:tailEnd len="sm" w="sm" type="none"/>
          </a:ln>
        </p:spPr>
      </p:cxnSp>
      <p:sp>
        <p:nvSpPr>
          <p:cNvPr id="279" name="Google Shape;279;p40"/>
          <p:cNvSpPr txBox="1"/>
          <p:nvPr>
            <p:ph idx="1" type="subTitle"/>
          </p:nvPr>
        </p:nvSpPr>
        <p:spPr>
          <a:xfrm>
            <a:off x="720000" y="3717468"/>
            <a:ext cx="4344000" cy="475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t>Kortpad - Pad Na Sukses</a:t>
            </a:r>
            <a:endParaRPr/>
          </a:p>
        </p:txBody>
      </p:sp>
      <p:sp>
        <p:nvSpPr>
          <p:cNvPr id="280" name="Google Shape;280;p40"/>
          <p:cNvSpPr txBox="1"/>
          <p:nvPr>
            <p:ph type="ctrTitle"/>
          </p:nvPr>
        </p:nvSpPr>
        <p:spPr>
          <a:xfrm>
            <a:off x="720000" y="1301025"/>
            <a:ext cx="5825400" cy="2154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5200"/>
              <a:buNone/>
            </a:pPr>
            <a:r>
              <a:rPr lang="en" sz="2400">
                <a:solidFill>
                  <a:schemeClr val="accent1"/>
                </a:solidFill>
              </a:rPr>
              <a:t>NNGRW262 Groeps Projek:</a:t>
            </a:r>
            <a:endParaRPr sz="2400">
              <a:solidFill>
                <a:schemeClr val="accent1"/>
              </a:solidFill>
            </a:endParaRPr>
          </a:p>
          <a:p>
            <a:pPr indent="0" lvl="0" marL="0" rtl="0" algn="l">
              <a:lnSpc>
                <a:spcPct val="100000"/>
              </a:lnSpc>
              <a:spcBef>
                <a:spcPts val="0"/>
              </a:spcBef>
              <a:spcAft>
                <a:spcPts val="0"/>
              </a:spcAft>
              <a:buSzPts val="5200"/>
              <a:buNone/>
            </a:pPr>
            <a:r>
              <a:rPr lang="en" sz="4400"/>
              <a:t>Vind Die Naaste Beskikbare Studieruimte</a:t>
            </a:r>
            <a:endParaRPr sz="4400"/>
          </a:p>
        </p:txBody>
      </p:sp>
      <p:grpSp>
        <p:nvGrpSpPr>
          <p:cNvPr id="281" name="Google Shape;281;p40"/>
          <p:cNvGrpSpPr/>
          <p:nvPr/>
        </p:nvGrpSpPr>
        <p:grpSpPr>
          <a:xfrm>
            <a:off x="6027022" y="1005766"/>
            <a:ext cx="2287695" cy="2289334"/>
            <a:chOff x="1192500" y="238125"/>
            <a:chExt cx="5235000" cy="5238750"/>
          </a:xfrm>
        </p:grpSpPr>
        <p:sp>
          <p:nvSpPr>
            <p:cNvPr id="282" name="Google Shape;282;p40"/>
            <p:cNvSpPr/>
            <p:nvPr/>
          </p:nvSpPr>
          <p:spPr>
            <a:xfrm>
              <a:off x="4141150" y="2266250"/>
              <a:ext cx="123500" cy="123525"/>
            </a:xfrm>
            <a:custGeom>
              <a:rect b="b" l="l" r="r" t="t"/>
              <a:pathLst>
                <a:path extrusionOk="0" h="4941" w="4940">
                  <a:moveTo>
                    <a:pt x="1" y="1"/>
                  </a:moveTo>
                  <a:lnTo>
                    <a:pt x="1" y="150"/>
                  </a:lnTo>
                  <a:lnTo>
                    <a:pt x="1048" y="1348"/>
                  </a:lnTo>
                  <a:lnTo>
                    <a:pt x="2246" y="2545"/>
                  </a:lnTo>
                  <a:lnTo>
                    <a:pt x="4790" y="4940"/>
                  </a:lnTo>
                  <a:lnTo>
                    <a:pt x="4940" y="4940"/>
                  </a:lnTo>
                  <a:lnTo>
                    <a:pt x="4940" y="4791"/>
                  </a:lnTo>
                  <a:lnTo>
                    <a:pt x="2545" y="23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3" name="Google Shape;283;p40"/>
            <p:cNvSpPr/>
            <p:nvPr/>
          </p:nvSpPr>
          <p:spPr>
            <a:xfrm>
              <a:off x="4189800" y="2221350"/>
              <a:ext cx="123500" cy="131000"/>
            </a:xfrm>
            <a:custGeom>
              <a:rect b="b" l="l" r="r" t="t"/>
              <a:pathLst>
                <a:path extrusionOk="0" h="5240" w="4940">
                  <a:moveTo>
                    <a:pt x="150" y="1"/>
                  </a:moveTo>
                  <a:lnTo>
                    <a:pt x="0" y="150"/>
                  </a:lnTo>
                  <a:lnTo>
                    <a:pt x="1048" y="1497"/>
                  </a:lnTo>
                  <a:lnTo>
                    <a:pt x="2246" y="2695"/>
                  </a:lnTo>
                  <a:lnTo>
                    <a:pt x="3443" y="3892"/>
                  </a:lnTo>
                  <a:lnTo>
                    <a:pt x="4790" y="5239"/>
                  </a:lnTo>
                  <a:lnTo>
                    <a:pt x="4940" y="5239"/>
                  </a:lnTo>
                  <a:lnTo>
                    <a:pt x="4940" y="5090"/>
                  </a:lnTo>
                  <a:lnTo>
                    <a:pt x="2545" y="2396"/>
                  </a:lnTo>
                  <a:lnTo>
                    <a:pt x="1347" y="1198"/>
                  </a:lnTo>
                  <a:lnTo>
                    <a:pt x="749" y="5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 name="Google Shape;284;p40"/>
            <p:cNvSpPr/>
            <p:nvPr/>
          </p:nvSpPr>
          <p:spPr>
            <a:xfrm>
              <a:off x="4242175" y="2187675"/>
              <a:ext cx="108550" cy="112275"/>
            </a:xfrm>
            <a:custGeom>
              <a:rect b="b" l="l" r="r" t="t"/>
              <a:pathLst>
                <a:path extrusionOk="0" h="4491" w="4342">
                  <a:moveTo>
                    <a:pt x="1" y="1"/>
                  </a:moveTo>
                  <a:lnTo>
                    <a:pt x="1" y="150"/>
                  </a:lnTo>
                  <a:lnTo>
                    <a:pt x="1947" y="2395"/>
                  </a:lnTo>
                  <a:lnTo>
                    <a:pt x="4042" y="4491"/>
                  </a:lnTo>
                  <a:lnTo>
                    <a:pt x="4342" y="4491"/>
                  </a:lnTo>
                  <a:lnTo>
                    <a:pt x="4342" y="4341"/>
                  </a:lnTo>
                  <a:lnTo>
                    <a:pt x="2246" y="20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40"/>
            <p:cNvSpPr/>
            <p:nvPr/>
          </p:nvSpPr>
          <p:spPr>
            <a:xfrm>
              <a:off x="4290825" y="2154000"/>
              <a:ext cx="131000" cy="131000"/>
            </a:xfrm>
            <a:custGeom>
              <a:rect b="b" l="l" r="r" t="t"/>
              <a:pathLst>
                <a:path extrusionOk="0" h="5240" w="5240">
                  <a:moveTo>
                    <a:pt x="1" y="0"/>
                  </a:moveTo>
                  <a:lnTo>
                    <a:pt x="1" y="150"/>
                  </a:lnTo>
                  <a:lnTo>
                    <a:pt x="1198" y="1348"/>
                  </a:lnTo>
                  <a:lnTo>
                    <a:pt x="2396" y="2695"/>
                  </a:lnTo>
                  <a:lnTo>
                    <a:pt x="3743" y="4042"/>
                  </a:lnTo>
                  <a:lnTo>
                    <a:pt x="5090" y="5239"/>
                  </a:lnTo>
                  <a:lnTo>
                    <a:pt x="5239" y="5239"/>
                  </a:lnTo>
                  <a:lnTo>
                    <a:pt x="5239" y="5090"/>
                  </a:lnTo>
                  <a:lnTo>
                    <a:pt x="4042" y="3742"/>
                  </a:lnTo>
                  <a:lnTo>
                    <a:pt x="2695" y="2395"/>
                  </a:lnTo>
                  <a:lnTo>
                    <a:pt x="149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 name="Google Shape;286;p40"/>
            <p:cNvSpPr/>
            <p:nvPr/>
          </p:nvSpPr>
          <p:spPr>
            <a:xfrm>
              <a:off x="4339475" y="2112825"/>
              <a:ext cx="104800" cy="104800"/>
            </a:xfrm>
            <a:custGeom>
              <a:rect b="b" l="l" r="r" t="t"/>
              <a:pathLst>
                <a:path extrusionOk="0" h="4192" w="4192">
                  <a:moveTo>
                    <a:pt x="0" y="1"/>
                  </a:moveTo>
                  <a:lnTo>
                    <a:pt x="0" y="151"/>
                  </a:lnTo>
                  <a:lnTo>
                    <a:pt x="899" y="1198"/>
                  </a:lnTo>
                  <a:lnTo>
                    <a:pt x="1946" y="2246"/>
                  </a:lnTo>
                  <a:lnTo>
                    <a:pt x="4042" y="4192"/>
                  </a:lnTo>
                  <a:lnTo>
                    <a:pt x="4191" y="4192"/>
                  </a:lnTo>
                  <a:lnTo>
                    <a:pt x="4191" y="4042"/>
                  </a:lnTo>
                  <a:lnTo>
                    <a:pt x="2246" y="1947"/>
                  </a:lnTo>
                  <a:lnTo>
                    <a:pt x="1198" y="10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7" name="Google Shape;287;p40"/>
            <p:cNvSpPr/>
            <p:nvPr/>
          </p:nvSpPr>
          <p:spPr>
            <a:xfrm>
              <a:off x="4436775" y="2041750"/>
              <a:ext cx="89825" cy="86075"/>
            </a:xfrm>
            <a:custGeom>
              <a:rect b="b" l="l" r="r" t="t"/>
              <a:pathLst>
                <a:path extrusionOk="0" h="3443" w="3593">
                  <a:moveTo>
                    <a:pt x="0" y="0"/>
                  </a:moveTo>
                  <a:lnTo>
                    <a:pt x="1647" y="1796"/>
                  </a:lnTo>
                  <a:lnTo>
                    <a:pt x="3443" y="3443"/>
                  </a:lnTo>
                  <a:lnTo>
                    <a:pt x="3592" y="3443"/>
                  </a:lnTo>
                  <a:lnTo>
                    <a:pt x="3592" y="3293"/>
                  </a:lnTo>
                  <a:lnTo>
                    <a:pt x="2844" y="2395"/>
                  </a:lnTo>
                  <a:lnTo>
                    <a:pt x="1946"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 name="Google Shape;288;p40"/>
            <p:cNvSpPr/>
            <p:nvPr/>
          </p:nvSpPr>
          <p:spPr>
            <a:xfrm>
              <a:off x="4388125" y="2079150"/>
              <a:ext cx="93575" cy="89850"/>
            </a:xfrm>
            <a:custGeom>
              <a:rect b="b" l="l" r="r" t="t"/>
              <a:pathLst>
                <a:path extrusionOk="0" h="3594" w="3743">
                  <a:moveTo>
                    <a:pt x="0" y="1"/>
                  </a:moveTo>
                  <a:lnTo>
                    <a:pt x="1647" y="1947"/>
                  </a:lnTo>
                  <a:lnTo>
                    <a:pt x="3443" y="3593"/>
                  </a:lnTo>
                  <a:lnTo>
                    <a:pt x="3742" y="3593"/>
                  </a:lnTo>
                  <a:lnTo>
                    <a:pt x="3742" y="3443"/>
                  </a:lnTo>
                  <a:lnTo>
                    <a:pt x="1946" y="16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 name="Google Shape;289;p40"/>
            <p:cNvSpPr/>
            <p:nvPr/>
          </p:nvSpPr>
          <p:spPr>
            <a:xfrm>
              <a:off x="4485400" y="2000575"/>
              <a:ext cx="82350" cy="78600"/>
            </a:xfrm>
            <a:custGeom>
              <a:rect b="b" l="l" r="r" t="t"/>
              <a:pathLst>
                <a:path extrusionOk="0" h="3144" w="3294">
                  <a:moveTo>
                    <a:pt x="1" y="1"/>
                  </a:moveTo>
                  <a:lnTo>
                    <a:pt x="1" y="150"/>
                  </a:lnTo>
                  <a:lnTo>
                    <a:pt x="1498" y="1797"/>
                  </a:lnTo>
                  <a:lnTo>
                    <a:pt x="2246" y="2545"/>
                  </a:lnTo>
                  <a:lnTo>
                    <a:pt x="3144" y="3144"/>
                  </a:lnTo>
                  <a:lnTo>
                    <a:pt x="3294" y="3144"/>
                  </a:lnTo>
                  <a:lnTo>
                    <a:pt x="3294" y="2994"/>
                  </a:lnTo>
                  <a:lnTo>
                    <a:pt x="2545" y="2246"/>
                  </a:lnTo>
                  <a:lnTo>
                    <a:pt x="1797" y="1497"/>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40"/>
            <p:cNvSpPr/>
            <p:nvPr/>
          </p:nvSpPr>
          <p:spPr>
            <a:xfrm>
              <a:off x="4537800" y="1966900"/>
              <a:ext cx="71125" cy="67375"/>
            </a:xfrm>
            <a:custGeom>
              <a:rect b="b" l="l" r="r" t="t"/>
              <a:pathLst>
                <a:path extrusionOk="0" h="2695" w="2845">
                  <a:moveTo>
                    <a:pt x="0" y="1"/>
                  </a:moveTo>
                  <a:lnTo>
                    <a:pt x="0" y="150"/>
                  </a:lnTo>
                  <a:lnTo>
                    <a:pt x="1198" y="1497"/>
                  </a:lnTo>
                  <a:lnTo>
                    <a:pt x="2695" y="2695"/>
                  </a:lnTo>
                  <a:lnTo>
                    <a:pt x="2844" y="2695"/>
                  </a:lnTo>
                  <a:lnTo>
                    <a:pt x="2844" y="2545"/>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 name="Google Shape;291;p40"/>
            <p:cNvSpPr/>
            <p:nvPr/>
          </p:nvSpPr>
          <p:spPr>
            <a:xfrm>
              <a:off x="4586450" y="1925750"/>
              <a:ext cx="74850" cy="74850"/>
            </a:xfrm>
            <a:custGeom>
              <a:rect b="b" l="l" r="r" t="t"/>
              <a:pathLst>
                <a:path extrusionOk="0" h="2994" w="2994">
                  <a:moveTo>
                    <a:pt x="0" y="0"/>
                  </a:moveTo>
                  <a:lnTo>
                    <a:pt x="0" y="150"/>
                  </a:lnTo>
                  <a:lnTo>
                    <a:pt x="1347" y="1796"/>
                  </a:lnTo>
                  <a:lnTo>
                    <a:pt x="2096" y="2395"/>
                  </a:lnTo>
                  <a:lnTo>
                    <a:pt x="2994" y="2994"/>
                  </a:lnTo>
                  <a:lnTo>
                    <a:pt x="2994" y="2994"/>
                  </a:lnTo>
                  <a:lnTo>
                    <a:pt x="2395" y="2096"/>
                  </a:lnTo>
                  <a:lnTo>
                    <a:pt x="1647"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2" name="Google Shape;292;p40"/>
            <p:cNvSpPr/>
            <p:nvPr/>
          </p:nvSpPr>
          <p:spPr>
            <a:xfrm>
              <a:off x="4635100" y="1888325"/>
              <a:ext cx="74850" cy="71125"/>
            </a:xfrm>
            <a:custGeom>
              <a:rect b="b" l="l" r="r" t="t"/>
              <a:pathLst>
                <a:path extrusionOk="0" h="2845" w="2994">
                  <a:moveTo>
                    <a:pt x="150" y="0"/>
                  </a:moveTo>
                  <a:lnTo>
                    <a:pt x="150" y="150"/>
                  </a:lnTo>
                  <a:lnTo>
                    <a:pt x="0" y="150"/>
                  </a:lnTo>
                  <a:lnTo>
                    <a:pt x="1347" y="1647"/>
                  </a:lnTo>
                  <a:lnTo>
                    <a:pt x="2096" y="2245"/>
                  </a:lnTo>
                  <a:lnTo>
                    <a:pt x="2844" y="2844"/>
                  </a:lnTo>
                  <a:lnTo>
                    <a:pt x="2994" y="2844"/>
                  </a:lnTo>
                  <a:lnTo>
                    <a:pt x="2395" y="1946"/>
                  </a:lnTo>
                  <a:lnTo>
                    <a:pt x="1647" y="13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3" name="Google Shape;293;p40"/>
            <p:cNvSpPr/>
            <p:nvPr/>
          </p:nvSpPr>
          <p:spPr>
            <a:xfrm>
              <a:off x="4683725" y="1847150"/>
              <a:ext cx="71125" cy="71125"/>
            </a:xfrm>
            <a:custGeom>
              <a:rect b="b" l="l" r="r" t="t"/>
              <a:pathLst>
                <a:path extrusionOk="0" h="2845" w="2845">
                  <a:moveTo>
                    <a:pt x="1" y="1"/>
                  </a:moveTo>
                  <a:lnTo>
                    <a:pt x="1" y="150"/>
                  </a:lnTo>
                  <a:lnTo>
                    <a:pt x="1348" y="1647"/>
                  </a:lnTo>
                  <a:lnTo>
                    <a:pt x="1947" y="2246"/>
                  </a:lnTo>
                  <a:lnTo>
                    <a:pt x="2695" y="2845"/>
                  </a:lnTo>
                  <a:lnTo>
                    <a:pt x="2845" y="2845"/>
                  </a:lnTo>
                  <a:lnTo>
                    <a:pt x="2845" y="2695"/>
                  </a:lnTo>
                  <a:lnTo>
                    <a:pt x="2246" y="1947"/>
                  </a:lnTo>
                  <a:lnTo>
                    <a:pt x="1647" y="1348"/>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40"/>
            <p:cNvSpPr/>
            <p:nvPr/>
          </p:nvSpPr>
          <p:spPr>
            <a:xfrm>
              <a:off x="4736125" y="1813475"/>
              <a:ext cx="71125" cy="71125"/>
            </a:xfrm>
            <a:custGeom>
              <a:rect b="b" l="l" r="r" t="t"/>
              <a:pathLst>
                <a:path extrusionOk="0" h="2845" w="2845">
                  <a:moveTo>
                    <a:pt x="0" y="1"/>
                  </a:moveTo>
                  <a:lnTo>
                    <a:pt x="1348" y="1497"/>
                  </a:lnTo>
                  <a:lnTo>
                    <a:pt x="1946" y="2246"/>
                  </a:lnTo>
                  <a:lnTo>
                    <a:pt x="2695" y="2845"/>
                  </a:lnTo>
                  <a:lnTo>
                    <a:pt x="2844" y="2845"/>
                  </a:lnTo>
                  <a:lnTo>
                    <a:pt x="2844" y="2695"/>
                  </a:lnTo>
                  <a:lnTo>
                    <a:pt x="2246" y="1947"/>
                  </a:lnTo>
                  <a:lnTo>
                    <a:pt x="1647" y="134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40"/>
            <p:cNvSpPr/>
            <p:nvPr/>
          </p:nvSpPr>
          <p:spPr>
            <a:xfrm>
              <a:off x="4784775" y="1776050"/>
              <a:ext cx="56150" cy="56175"/>
            </a:xfrm>
            <a:custGeom>
              <a:rect b="b" l="l" r="r" t="t"/>
              <a:pathLst>
                <a:path extrusionOk="0" h="2247" w="2246">
                  <a:moveTo>
                    <a:pt x="0" y="1"/>
                  </a:moveTo>
                  <a:lnTo>
                    <a:pt x="898" y="1198"/>
                  </a:lnTo>
                  <a:lnTo>
                    <a:pt x="1497" y="1797"/>
                  </a:lnTo>
                  <a:lnTo>
                    <a:pt x="2096" y="2246"/>
                  </a:lnTo>
                  <a:lnTo>
                    <a:pt x="2245" y="2246"/>
                  </a:lnTo>
                  <a:lnTo>
                    <a:pt x="2245" y="2096"/>
                  </a:lnTo>
                  <a:lnTo>
                    <a:pt x="1796" y="1498"/>
                  </a:lnTo>
                  <a:lnTo>
                    <a:pt x="1198" y="8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 name="Google Shape;296;p40"/>
            <p:cNvSpPr/>
            <p:nvPr/>
          </p:nvSpPr>
          <p:spPr>
            <a:xfrm>
              <a:off x="4833425" y="1738650"/>
              <a:ext cx="41175" cy="41175"/>
            </a:xfrm>
            <a:custGeom>
              <a:rect b="b" l="l" r="r" t="t"/>
              <a:pathLst>
                <a:path extrusionOk="0" h="1647" w="1647">
                  <a:moveTo>
                    <a:pt x="0" y="0"/>
                  </a:moveTo>
                  <a:lnTo>
                    <a:pt x="748" y="898"/>
                  </a:lnTo>
                  <a:lnTo>
                    <a:pt x="1497" y="1647"/>
                  </a:lnTo>
                  <a:lnTo>
                    <a:pt x="1646" y="1647"/>
                  </a:lnTo>
                  <a:lnTo>
                    <a:pt x="1646" y="149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7" name="Google Shape;297;p40"/>
            <p:cNvSpPr/>
            <p:nvPr/>
          </p:nvSpPr>
          <p:spPr>
            <a:xfrm>
              <a:off x="4882050" y="1697475"/>
              <a:ext cx="33700" cy="33700"/>
            </a:xfrm>
            <a:custGeom>
              <a:rect b="b" l="l" r="r" t="t"/>
              <a:pathLst>
                <a:path extrusionOk="0" h="1348" w="1348">
                  <a:moveTo>
                    <a:pt x="1" y="1"/>
                  </a:moveTo>
                  <a:lnTo>
                    <a:pt x="450" y="749"/>
                  </a:lnTo>
                  <a:lnTo>
                    <a:pt x="1198" y="1348"/>
                  </a:lnTo>
                  <a:lnTo>
                    <a:pt x="1348" y="1348"/>
                  </a:lnTo>
                  <a:lnTo>
                    <a:pt x="1348" y="1198"/>
                  </a:lnTo>
                  <a:lnTo>
                    <a:pt x="749" y="45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8" name="Google Shape;298;p40"/>
            <p:cNvSpPr/>
            <p:nvPr/>
          </p:nvSpPr>
          <p:spPr>
            <a:xfrm>
              <a:off x="4930700" y="1660050"/>
              <a:ext cx="37450" cy="33700"/>
            </a:xfrm>
            <a:custGeom>
              <a:rect b="b" l="l" r="r" t="t"/>
              <a:pathLst>
                <a:path extrusionOk="0" h="1348" w="1498">
                  <a:moveTo>
                    <a:pt x="1" y="1"/>
                  </a:moveTo>
                  <a:lnTo>
                    <a:pt x="1" y="151"/>
                  </a:lnTo>
                  <a:lnTo>
                    <a:pt x="599" y="899"/>
                  </a:lnTo>
                  <a:lnTo>
                    <a:pt x="899" y="1198"/>
                  </a:lnTo>
                  <a:lnTo>
                    <a:pt x="1348" y="1348"/>
                  </a:lnTo>
                  <a:lnTo>
                    <a:pt x="1497" y="1348"/>
                  </a:lnTo>
                  <a:lnTo>
                    <a:pt x="1497" y="1198"/>
                  </a:lnTo>
                  <a:lnTo>
                    <a:pt x="1198" y="899"/>
                  </a:lnTo>
                  <a:lnTo>
                    <a:pt x="899"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 name="Google Shape;299;p40"/>
            <p:cNvSpPr/>
            <p:nvPr/>
          </p:nvSpPr>
          <p:spPr>
            <a:xfrm>
              <a:off x="4979350" y="1618900"/>
              <a:ext cx="29950" cy="29950"/>
            </a:xfrm>
            <a:custGeom>
              <a:rect b="b" l="l" r="r" t="t"/>
              <a:pathLst>
                <a:path extrusionOk="0" h="1198" w="1198">
                  <a:moveTo>
                    <a:pt x="0" y="0"/>
                  </a:moveTo>
                  <a:lnTo>
                    <a:pt x="0" y="150"/>
                  </a:lnTo>
                  <a:lnTo>
                    <a:pt x="450" y="749"/>
                  </a:lnTo>
                  <a:lnTo>
                    <a:pt x="1048" y="1198"/>
                  </a:lnTo>
                  <a:lnTo>
                    <a:pt x="1198" y="1198"/>
                  </a:lnTo>
                  <a:lnTo>
                    <a:pt x="1198" y="1048"/>
                  </a:lnTo>
                  <a:lnTo>
                    <a:pt x="599" y="449"/>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 name="Google Shape;300;p40"/>
            <p:cNvSpPr/>
            <p:nvPr/>
          </p:nvSpPr>
          <p:spPr>
            <a:xfrm>
              <a:off x="3228125" y="2386000"/>
              <a:ext cx="123500" cy="127250"/>
            </a:xfrm>
            <a:custGeom>
              <a:rect b="b" l="l" r="r" t="t"/>
              <a:pathLst>
                <a:path extrusionOk="0" h="5090" w="4940">
                  <a:moveTo>
                    <a:pt x="4790" y="1"/>
                  </a:moveTo>
                  <a:lnTo>
                    <a:pt x="2395" y="2395"/>
                  </a:lnTo>
                  <a:lnTo>
                    <a:pt x="0" y="4940"/>
                  </a:lnTo>
                  <a:lnTo>
                    <a:pt x="0" y="5090"/>
                  </a:lnTo>
                  <a:lnTo>
                    <a:pt x="150" y="5090"/>
                  </a:lnTo>
                  <a:lnTo>
                    <a:pt x="1347" y="3892"/>
                  </a:lnTo>
                  <a:lnTo>
                    <a:pt x="2545" y="2695"/>
                  </a:lnTo>
                  <a:lnTo>
                    <a:pt x="4939" y="150"/>
                  </a:lnTo>
                  <a:lnTo>
                    <a:pt x="49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1" name="Google Shape;301;p40"/>
            <p:cNvSpPr/>
            <p:nvPr/>
          </p:nvSpPr>
          <p:spPr>
            <a:xfrm>
              <a:off x="3183200" y="2337350"/>
              <a:ext cx="131000" cy="123525"/>
            </a:xfrm>
            <a:custGeom>
              <a:rect b="b" l="l" r="r" t="t"/>
              <a:pathLst>
                <a:path extrusionOk="0" h="4941" w="5240">
                  <a:moveTo>
                    <a:pt x="5090" y="1"/>
                  </a:moveTo>
                  <a:lnTo>
                    <a:pt x="2396" y="2545"/>
                  </a:lnTo>
                  <a:lnTo>
                    <a:pt x="1198" y="3593"/>
                  </a:lnTo>
                  <a:lnTo>
                    <a:pt x="600" y="4192"/>
                  </a:lnTo>
                  <a:lnTo>
                    <a:pt x="1" y="4940"/>
                  </a:lnTo>
                  <a:lnTo>
                    <a:pt x="151" y="4940"/>
                  </a:lnTo>
                  <a:lnTo>
                    <a:pt x="1498" y="3892"/>
                  </a:lnTo>
                  <a:lnTo>
                    <a:pt x="2695" y="2845"/>
                  </a:lnTo>
                  <a:lnTo>
                    <a:pt x="3893" y="1497"/>
                  </a:lnTo>
                  <a:lnTo>
                    <a:pt x="5240" y="150"/>
                  </a:lnTo>
                  <a:lnTo>
                    <a:pt x="52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2" name="Google Shape;302;p40"/>
            <p:cNvSpPr/>
            <p:nvPr/>
          </p:nvSpPr>
          <p:spPr>
            <a:xfrm>
              <a:off x="3149525" y="2303675"/>
              <a:ext cx="112300" cy="108550"/>
            </a:xfrm>
            <a:custGeom>
              <a:rect b="b" l="l" r="r" t="t"/>
              <a:pathLst>
                <a:path extrusionOk="0" h="4342" w="4492">
                  <a:moveTo>
                    <a:pt x="4341" y="1"/>
                  </a:moveTo>
                  <a:lnTo>
                    <a:pt x="2096" y="1946"/>
                  </a:lnTo>
                  <a:lnTo>
                    <a:pt x="1" y="4192"/>
                  </a:lnTo>
                  <a:lnTo>
                    <a:pt x="1" y="4341"/>
                  </a:lnTo>
                  <a:lnTo>
                    <a:pt x="150" y="4341"/>
                  </a:lnTo>
                  <a:lnTo>
                    <a:pt x="2396" y="2246"/>
                  </a:lnTo>
                  <a:lnTo>
                    <a:pt x="4491" y="150"/>
                  </a:lnTo>
                  <a:lnTo>
                    <a:pt x="44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3" name="Google Shape;303;p40"/>
            <p:cNvSpPr/>
            <p:nvPr/>
          </p:nvSpPr>
          <p:spPr>
            <a:xfrm>
              <a:off x="3115850" y="2228850"/>
              <a:ext cx="131000" cy="130975"/>
            </a:xfrm>
            <a:custGeom>
              <a:rect b="b" l="l" r="r" t="t"/>
              <a:pathLst>
                <a:path extrusionOk="0" h="5239" w="5240">
                  <a:moveTo>
                    <a:pt x="5090" y="0"/>
                  </a:moveTo>
                  <a:lnTo>
                    <a:pt x="3743" y="1197"/>
                  </a:lnTo>
                  <a:lnTo>
                    <a:pt x="2396" y="2545"/>
                  </a:lnTo>
                  <a:lnTo>
                    <a:pt x="1198" y="3892"/>
                  </a:lnTo>
                  <a:lnTo>
                    <a:pt x="1" y="5089"/>
                  </a:lnTo>
                  <a:lnTo>
                    <a:pt x="1" y="5239"/>
                  </a:lnTo>
                  <a:lnTo>
                    <a:pt x="150" y="5239"/>
                  </a:lnTo>
                  <a:lnTo>
                    <a:pt x="1497" y="4041"/>
                  </a:lnTo>
                  <a:lnTo>
                    <a:pt x="2695" y="2844"/>
                  </a:lnTo>
                  <a:lnTo>
                    <a:pt x="4042" y="1497"/>
                  </a:lnTo>
                  <a:lnTo>
                    <a:pt x="5239" y="150"/>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 name="Google Shape;304;p40"/>
            <p:cNvSpPr/>
            <p:nvPr/>
          </p:nvSpPr>
          <p:spPr>
            <a:xfrm>
              <a:off x="3074700" y="2210125"/>
              <a:ext cx="104800" cy="101050"/>
            </a:xfrm>
            <a:custGeom>
              <a:rect b="b" l="l" r="r" t="t"/>
              <a:pathLst>
                <a:path extrusionOk="0" h="4042" w="4192">
                  <a:moveTo>
                    <a:pt x="4042" y="1"/>
                  </a:moveTo>
                  <a:lnTo>
                    <a:pt x="1946" y="1797"/>
                  </a:lnTo>
                  <a:lnTo>
                    <a:pt x="1048" y="2845"/>
                  </a:lnTo>
                  <a:lnTo>
                    <a:pt x="0" y="4042"/>
                  </a:lnTo>
                  <a:lnTo>
                    <a:pt x="150" y="4042"/>
                  </a:lnTo>
                  <a:lnTo>
                    <a:pt x="1198" y="3144"/>
                  </a:lnTo>
                  <a:lnTo>
                    <a:pt x="2245" y="2096"/>
                  </a:lnTo>
                  <a:lnTo>
                    <a:pt x="4191" y="150"/>
                  </a:lnTo>
                  <a:lnTo>
                    <a:pt x="41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 name="Google Shape;305;p40"/>
            <p:cNvSpPr/>
            <p:nvPr/>
          </p:nvSpPr>
          <p:spPr>
            <a:xfrm>
              <a:off x="3003600" y="2127800"/>
              <a:ext cx="86075" cy="86100"/>
            </a:xfrm>
            <a:custGeom>
              <a:rect b="b" l="l" r="r" t="t"/>
              <a:pathLst>
                <a:path extrusionOk="0" h="3444" w="3443">
                  <a:moveTo>
                    <a:pt x="3293" y="1"/>
                  </a:moveTo>
                  <a:lnTo>
                    <a:pt x="2395" y="749"/>
                  </a:lnTo>
                  <a:lnTo>
                    <a:pt x="1497" y="1497"/>
                  </a:lnTo>
                  <a:lnTo>
                    <a:pt x="0" y="3294"/>
                  </a:lnTo>
                  <a:lnTo>
                    <a:pt x="0" y="3443"/>
                  </a:lnTo>
                  <a:lnTo>
                    <a:pt x="1796"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6" name="Google Shape;306;p40"/>
            <p:cNvSpPr/>
            <p:nvPr/>
          </p:nvSpPr>
          <p:spPr>
            <a:xfrm>
              <a:off x="3041025" y="2172700"/>
              <a:ext cx="89825" cy="89850"/>
            </a:xfrm>
            <a:custGeom>
              <a:rect b="b" l="l" r="r" t="t"/>
              <a:pathLst>
                <a:path extrusionOk="0" h="3594" w="3593">
                  <a:moveTo>
                    <a:pt x="3443" y="1"/>
                  </a:moveTo>
                  <a:lnTo>
                    <a:pt x="1647" y="1647"/>
                  </a:lnTo>
                  <a:lnTo>
                    <a:pt x="0" y="3443"/>
                  </a:lnTo>
                  <a:lnTo>
                    <a:pt x="0" y="3593"/>
                  </a:lnTo>
                  <a:lnTo>
                    <a:pt x="1946" y="1947"/>
                  </a:lnTo>
                  <a:lnTo>
                    <a:pt x="3592" y="151"/>
                  </a:lnTo>
                  <a:lnTo>
                    <a:pt x="35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7" name="Google Shape;307;p40"/>
            <p:cNvSpPr/>
            <p:nvPr/>
          </p:nvSpPr>
          <p:spPr>
            <a:xfrm>
              <a:off x="2962425" y="2086650"/>
              <a:ext cx="78625" cy="78600"/>
            </a:xfrm>
            <a:custGeom>
              <a:rect b="b" l="l" r="r" t="t"/>
              <a:pathLst>
                <a:path extrusionOk="0" h="3144" w="3145">
                  <a:moveTo>
                    <a:pt x="2994" y="0"/>
                  </a:moveTo>
                  <a:lnTo>
                    <a:pt x="2246" y="599"/>
                  </a:lnTo>
                  <a:lnTo>
                    <a:pt x="1049" y="1796"/>
                  </a:lnTo>
                  <a:lnTo>
                    <a:pt x="1" y="2994"/>
                  </a:lnTo>
                  <a:lnTo>
                    <a:pt x="1" y="3143"/>
                  </a:lnTo>
                  <a:lnTo>
                    <a:pt x="151" y="3143"/>
                  </a:lnTo>
                  <a:lnTo>
                    <a:pt x="1797" y="1647"/>
                  </a:lnTo>
                  <a:lnTo>
                    <a:pt x="2545" y="898"/>
                  </a:lnTo>
                  <a:lnTo>
                    <a:pt x="3144" y="150"/>
                  </a:lnTo>
                  <a:lnTo>
                    <a:pt x="31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8" name="Google Shape;308;p40"/>
            <p:cNvSpPr/>
            <p:nvPr/>
          </p:nvSpPr>
          <p:spPr>
            <a:xfrm>
              <a:off x="2928750" y="2041750"/>
              <a:ext cx="67375" cy="71100"/>
            </a:xfrm>
            <a:custGeom>
              <a:rect b="b" l="l" r="r" t="t"/>
              <a:pathLst>
                <a:path extrusionOk="0" h="2844" w="2695">
                  <a:moveTo>
                    <a:pt x="2545" y="0"/>
                  </a:moveTo>
                  <a:lnTo>
                    <a:pt x="1198" y="1347"/>
                  </a:lnTo>
                  <a:lnTo>
                    <a:pt x="1" y="2694"/>
                  </a:lnTo>
                  <a:lnTo>
                    <a:pt x="1" y="2844"/>
                  </a:lnTo>
                  <a:lnTo>
                    <a:pt x="150" y="2844"/>
                  </a:lnTo>
                  <a:lnTo>
                    <a:pt x="1498" y="1647"/>
                  </a:lnTo>
                  <a:lnTo>
                    <a:pt x="2695" y="150"/>
                  </a:lnTo>
                  <a:lnTo>
                    <a:pt x="269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9" name="Google Shape;309;p40"/>
            <p:cNvSpPr/>
            <p:nvPr/>
          </p:nvSpPr>
          <p:spPr>
            <a:xfrm>
              <a:off x="2887600" y="1989350"/>
              <a:ext cx="74850" cy="74875"/>
            </a:xfrm>
            <a:custGeom>
              <a:rect b="b" l="l" r="r" t="t"/>
              <a:pathLst>
                <a:path extrusionOk="0" h="2995" w="2994">
                  <a:moveTo>
                    <a:pt x="2994" y="1"/>
                  </a:moveTo>
                  <a:lnTo>
                    <a:pt x="2096" y="599"/>
                  </a:lnTo>
                  <a:lnTo>
                    <a:pt x="1497" y="1348"/>
                  </a:lnTo>
                  <a:lnTo>
                    <a:pt x="0" y="2994"/>
                  </a:lnTo>
                  <a:lnTo>
                    <a:pt x="150" y="2994"/>
                  </a:lnTo>
                  <a:lnTo>
                    <a:pt x="1796" y="1647"/>
                  </a:lnTo>
                  <a:lnTo>
                    <a:pt x="2395" y="899"/>
                  </a:lnTo>
                  <a:lnTo>
                    <a:pt x="2994" y="150"/>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0" name="Google Shape;310;p40"/>
            <p:cNvSpPr/>
            <p:nvPr/>
          </p:nvSpPr>
          <p:spPr>
            <a:xfrm>
              <a:off x="2853925" y="1944450"/>
              <a:ext cx="67375" cy="71125"/>
            </a:xfrm>
            <a:custGeom>
              <a:rect b="b" l="l" r="r" t="t"/>
              <a:pathLst>
                <a:path extrusionOk="0" h="2845" w="2695">
                  <a:moveTo>
                    <a:pt x="2694" y="0"/>
                  </a:moveTo>
                  <a:lnTo>
                    <a:pt x="1946" y="599"/>
                  </a:lnTo>
                  <a:lnTo>
                    <a:pt x="1198" y="1198"/>
                  </a:lnTo>
                  <a:lnTo>
                    <a:pt x="0" y="2695"/>
                  </a:lnTo>
                  <a:lnTo>
                    <a:pt x="0" y="2844"/>
                  </a:lnTo>
                  <a:lnTo>
                    <a:pt x="1497" y="1497"/>
                  </a:lnTo>
                  <a:lnTo>
                    <a:pt x="2245" y="749"/>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1" name="Google Shape;311;p40"/>
            <p:cNvSpPr/>
            <p:nvPr/>
          </p:nvSpPr>
          <p:spPr>
            <a:xfrm>
              <a:off x="2809025" y="1899550"/>
              <a:ext cx="71100" cy="71125"/>
            </a:xfrm>
            <a:custGeom>
              <a:rect b="b" l="l" r="r" t="t"/>
              <a:pathLst>
                <a:path extrusionOk="0" h="2845" w="2844">
                  <a:moveTo>
                    <a:pt x="2694" y="0"/>
                  </a:moveTo>
                  <a:lnTo>
                    <a:pt x="1946" y="449"/>
                  </a:lnTo>
                  <a:lnTo>
                    <a:pt x="1347" y="1198"/>
                  </a:lnTo>
                  <a:lnTo>
                    <a:pt x="0" y="2695"/>
                  </a:lnTo>
                  <a:lnTo>
                    <a:pt x="0" y="2844"/>
                  </a:lnTo>
                  <a:lnTo>
                    <a:pt x="150" y="2844"/>
                  </a:lnTo>
                  <a:lnTo>
                    <a:pt x="1647" y="1497"/>
                  </a:lnTo>
                  <a:lnTo>
                    <a:pt x="2245" y="749"/>
                  </a:lnTo>
                  <a:lnTo>
                    <a:pt x="2844" y="150"/>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2" name="Google Shape;312;p40"/>
            <p:cNvSpPr/>
            <p:nvPr/>
          </p:nvSpPr>
          <p:spPr>
            <a:xfrm>
              <a:off x="2775325" y="1847150"/>
              <a:ext cx="71125" cy="67375"/>
            </a:xfrm>
            <a:custGeom>
              <a:rect b="b" l="l" r="r" t="t"/>
              <a:pathLst>
                <a:path extrusionOk="0" h="2695" w="2845">
                  <a:moveTo>
                    <a:pt x="2695" y="1"/>
                  </a:moveTo>
                  <a:lnTo>
                    <a:pt x="1947" y="450"/>
                  </a:lnTo>
                  <a:lnTo>
                    <a:pt x="1348" y="1198"/>
                  </a:lnTo>
                  <a:lnTo>
                    <a:pt x="1" y="2695"/>
                  </a:lnTo>
                  <a:lnTo>
                    <a:pt x="151" y="2695"/>
                  </a:lnTo>
                  <a:lnTo>
                    <a:pt x="1647" y="1498"/>
                  </a:lnTo>
                  <a:lnTo>
                    <a:pt x="2246" y="749"/>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3" name="Google Shape;313;p40"/>
            <p:cNvSpPr/>
            <p:nvPr/>
          </p:nvSpPr>
          <p:spPr>
            <a:xfrm>
              <a:off x="2737925" y="1809750"/>
              <a:ext cx="56150" cy="56150"/>
            </a:xfrm>
            <a:custGeom>
              <a:rect b="b" l="l" r="r" t="t"/>
              <a:pathLst>
                <a:path extrusionOk="0" h="2246" w="2246">
                  <a:moveTo>
                    <a:pt x="2096" y="0"/>
                  </a:moveTo>
                  <a:lnTo>
                    <a:pt x="1497" y="449"/>
                  </a:lnTo>
                  <a:lnTo>
                    <a:pt x="898" y="1048"/>
                  </a:lnTo>
                  <a:lnTo>
                    <a:pt x="0" y="2245"/>
                  </a:lnTo>
                  <a:lnTo>
                    <a:pt x="1198" y="1347"/>
                  </a:lnTo>
                  <a:lnTo>
                    <a:pt x="1796" y="748"/>
                  </a:lnTo>
                  <a:lnTo>
                    <a:pt x="2245" y="150"/>
                  </a:lnTo>
                  <a:lnTo>
                    <a:pt x="22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4" name="Google Shape;314;p40"/>
            <p:cNvSpPr/>
            <p:nvPr/>
          </p:nvSpPr>
          <p:spPr>
            <a:xfrm>
              <a:off x="2700500" y="1776050"/>
              <a:ext cx="41175" cy="41200"/>
            </a:xfrm>
            <a:custGeom>
              <a:rect b="b" l="l" r="r" t="t"/>
              <a:pathLst>
                <a:path extrusionOk="0" h="1648" w="1647">
                  <a:moveTo>
                    <a:pt x="1497" y="1"/>
                  </a:moveTo>
                  <a:lnTo>
                    <a:pt x="599" y="749"/>
                  </a:lnTo>
                  <a:lnTo>
                    <a:pt x="0" y="1647"/>
                  </a:lnTo>
                  <a:lnTo>
                    <a:pt x="0" y="1647"/>
                  </a:lnTo>
                  <a:lnTo>
                    <a:pt x="898" y="1049"/>
                  </a:lnTo>
                  <a:lnTo>
                    <a:pt x="1647" y="151"/>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5" name="Google Shape;315;p40"/>
            <p:cNvSpPr/>
            <p:nvPr/>
          </p:nvSpPr>
          <p:spPr>
            <a:xfrm>
              <a:off x="2659325" y="1734900"/>
              <a:ext cx="33725" cy="37450"/>
            </a:xfrm>
            <a:custGeom>
              <a:rect b="b" l="l" r="r" t="t"/>
              <a:pathLst>
                <a:path extrusionOk="0" h="1498" w="1349">
                  <a:moveTo>
                    <a:pt x="1198" y="0"/>
                  </a:moveTo>
                  <a:lnTo>
                    <a:pt x="450" y="599"/>
                  </a:lnTo>
                  <a:lnTo>
                    <a:pt x="1" y="1348"/>
                  </a:lnTo>
                  <a:lnTo>
                    <a:pt x="1" y="1497"/>
                  </a:lnTo>
                  <a:lnTo>
                    <a:pt x="151" y="1497"/>
                  </a:lnTo>
                  <a:lnTo>
                    <a:pt x="749" y="899"/>
                  </a:lnTo>
                  <a:lnTo>
                    <a:pt x="134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6" name="Google Shape;316;p40"/>
            <p:cNvSpPr/>
            <p:nvPr/>
          </p:nvSpPr>
          <p:spPr>
            <a:xfrm>
              <a:off x="2621925" y="1686250"/>
              <a:ext cx="37425" cy="33700"/>
            </a:xfrm>
            <a:custGeom>
              <a:rect b="b" l="l" r="r" t="t"/>
              <a:pathLst>
                <a:path extrusionOk="0" h="1348" w="1497">
                  <a:moveTo>
                    <a:pt x="1347" y="1"/>
                  </a:moveTo>
                  <a:lnTo>
                    <a:pt x="898" y="150"/>
                  </a:lnTo>
                  <a:lnTo>
                    <a:pt x="599" y="450"/>
                  </a:lnTo>
                  <a:lnTo>
                    <a:pt x="0" y="1198"/>
                  </a:lnTo>
                  <a:lnTo>
                    <a:pt x="0" y="1348"/>
                  </a:lnTo>
                  <a:lnTo>
                    <a:pt x="150" y="1348"/>
                  </a:lnTo>
                  <a:lnTo>
                    <a:pt x="898" y="749"/>
                  </a:lnTo>
                  <a:lnTo>
                    <a:pt x="1198" y="450"/>
                  </a:lnTo>
                  <a:lnTo>
                    <a:pt x="14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7" name="Google Shape;317;p40"/>
            <p:cNvSpPr/>
            <p:nvPr/>
          </p:nvSpPr>
          <p:spPr>
            <a:xfrm>
              <a:off x="2580750" y="1641350"/>
              <a:ext cx="29975" cy="33700"/>
            </a:xfrm>
            <a:custGeom>
              <a:rect b="b" l="l" r="r" t="t"/>
              <a:pathLst>
                <a:path extrusionOk="0" h="1348" w="1199">
                  <a:moveTo>
                    <a:pt x="1048" y="0"/>
                  </a:moveTo>
                  <a:lnTo>
                    <a:pt x="450" y="599"/>
                  </a:lnTo>
                  <a:lnTo>
                    <a:pt x="1" y="1198"/>
                  </a:lnTo>
                  <a:lnTo>
                    <a:pt x="1" y="1348"/>
                  </a:lnTo>
                  <a:lnTo>
                    <a:pt x="150" y="1348"/>
                  </a:lnTo>
                  <a:lnTo>
                    <a:pt x="749" y="749"/>
                  </a:lnTo>
                  <a:lnTo>
                    <a:pt x="119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8" name="Google Shape;318;p40"/>
            <p:cNvSpPr/>
            <p:nvPr/>
          </p:nvSpPr>
          <p:spPr>
            <a:xfrm>
              <a:off x="4268375" y="3201750"/>
              <a:ext cx="123500" cy="127250"/>
            </a:xfrm>
            <a:custGeom>
              <a:rect b="b" l="l" r="r" t="t"/>
              <a:pathLst>
                <a:path extrusionOk="0" h="5090" w="4940">
                  <a:moveTo>
                    <a:pt x="4940" y="0"/>
                  </a:moveTo>
                  <a:lnTo>
                    <a:pt x="3593" y="1198"/>
                  </a:lnTo>
                  <a:lnTo>
                    <a:pt x="2395" y="2395"/>
                  </a:lnTo>
                  <a:lnTo>
                    <a:pt x="1" y="4940"/>
                  </a:lnTo>
                  <a:lnTo>
                    <a:pt x="1" y="5090"/>
                  </a:lnTo>
                  <a:lnTo>
                    <a:pt x="150" y="5090"/>
                  </a:lnTo>
                  <a:lnTo>
                    <a:pt x="2695" y="2695"/>
                  </a:lnTo>
                  <a:lnTo>
                    <a:pt x="4940" y="150"/>
                  </a:lnTo>
                  <a:lnTo>
                    <a:pt x="49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9" name="Google Shape;319;p40"/>
            <p:cNvSpPr/>
            <p:nvPr/>
          </p:nvSpPr>
          <p:spPr>
            <a:xfrm>
              <a:off x="4309550" y="3250400"/>
              <a:ext cx="127250" cy="127250"/>
            </a:xfrm>
            <a:custGeom>
              <a:rect b="b" l="l" r="r" t="t"/>
              <a:pathLst>
                <a:path extrusionOk="0" h="5090" w="5090">
                  <a:moveTo>
                    <a:pt x="4939" y="0"/>
                  </a:moveTo>
                  <a:lnTo>
                    <a:pt x="3742" y="1048"/>
                  </a:lnTo>
                  <a:lnTo>
                    <a:pt x="2545" y="2245"/>
                  </a:lnTo>
                  <a:lnTo>
                    <a:pt x="1197" y="3593"/>
                  </a:lnTo>
                  <a:lnTo>
                    <a:pt x="0" y="4940"/>
                  </a:lnTo>
                  <a:lnTo>
                    <a:pt x="0" y="5089"/>
                  </a:lnTo>
                  <a:lnTo>
                    <a:pt x="150" y="5089"/>
                  </a:lnTo>
                  <a:lnTo>
                    <a:pt x="2844" y="2545"/>
                  </a:lnTo>
                  <a:lnTo>
                    <a:pt x="4041" y="1497"/>
                  </a:lnTo>
                  <a:lnTo>
                    <a:pt x="4640" y="898"/>
                  </a:lnTo>
                  <a:lnTo>
                    <a:pt x="5089" y="1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0" name="Google Shape;320;p40"/>
            <p:cNvSpPr/>
            <p:nvPr/>
          </p:nvSpPr>
          <p:spPr>
            <a:xfrm>
              <a:off x="4361925" y="3302775"/>
              <a:ext cx="108550" cy="108550"/>
            </a:xfrm>
            <a:custGeom>
              <a:rect b="b" l="l" r="r" t="t"/>
              <a:pathLst>
                <a:path extrusionOk="0" h="4342" w="4342">
                  <a:moveTo>
                    <a:pt x="4341" y="1"/>
                  </a:moveTo>
                  <a:lnTo>
                    <a:pt x="2096" y="2096"/>
                  </a:lnTo>
                  <a:lnTo>
                    <a:pt x="1" y="4192"/>
                  </a:lnTo>
                  <a:lnTo>
                    <a:pt x="1" y="4341"/>
                  </a:lnTo>
                  <a:lnTo>
                    <a:pt x="150" y="4341"/>
                  </a:lnTo>
                  <a:lnTo>
                    <a:pt x="2246" y="2396"/>
                  </a:lnTo>
                  <a:lnTo>
                    <a:pt x="4341" y="150"/>
                  </a:lnTo>
                  <a:lnTo>
                    <a:pt x="434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1" name="Google Shape;321;p40"/>
            <p:cNvSpPr/>
            <p:nvPr/>
          </p:nvSpPr>
          <p:spPr>
            <a:xfrm>
              <a:off x="4376900" y="3355175"/>
              <a:ext cx="131000" cy="127250"/>
            </a:xfrm>
            <a:custGeom>
              <a:rect b="b" l="l" r="r" t="t"/>
              <a:pathLst>
                <a:path extrusionOk="0" h="5090" w="5240">
                  <a:moveTo>
                    <a:pt x="5089" y="0"/>
                  </a:moveTo>
                  <a:lnTo>
                    <a:pt x="3742" y="1198"/>
                  </a:lnTo>
                  <a:lnTo>
                    <a:pt x="2395" y="2395"/>
                  </a:lnTo>
                  <a:lnTo>
                    <a:pt x="1198" y="3593"/>
                  </a:lnTo>
                  <a:lnTo>
                    <a:pt x="0" y="4940"/>
                  </a:lnTo>
                  <a:lnTo>
                    <a:pt x="0" y="5089"/>
                  </a:lnTo>
                  <a:lnTo>
                    <a:pt x="150" y="5089"/>
                  </a:lnTo>
                  <a:lnTo>
                    <a:pt x="1497" y="3892"/>
                  </a:lnTo>
                  <a:lnTo>
                    <a:pt x="2694" y="2694"/>
                  </a:lnTo>
                  <a:lnTo>
                    <a:pt x="4042" y="1347"/>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2" name="Google Shape;322;p40"/>
            <p:cNvSpPr/>
            <p:nvPr/>
          </p:nvSpPr>
          <p:spPr>
            <a:xfrm>
              <a:off x="4440500" y="3403825"/>
              <a:ext cx="104800" cy="101050"/>
            </a:xfrm>
            <a:custGeom>
              <a:rect b="b" l="l" r="r" t="t"/>
              <a:pathLst>
                <a:path extrusionOk="0" h="4042" w="4192">
                  <a:moveTo>
                    <a:pt x="4042" y="0"/>
                  </a:moveTo>
                  <a:lnTo>
                    <a:pt x="2994" y="898"/>
                  </a:lnTo>
                  <a:lnTo>
                    <a:pt x="1947" y="1796"/>
                  </a:lnTo>
                  <a:lnTo>
                    <a:pt x="1" y="3892"/>
                  </a:lnTo>
                  <a:lnTo>
                    <a:pt x="1" y="4041"/>
                  </a:lnTo>
                  <a:lnTo>
                    <a:pt x="150" y="4041"/>
                  </a:lnTo>
                  <a:lnTo>
                    <a:pt x="2246" y="2096"/>
                  </a:lnTo>
                  <a:lnTo>
                    <a:pt x="3294" y="1048"/>
                  </a:lnTo>
                  <a:lnTo>
                    <a:pt x="41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3" name="Google Shape;323;p40"/>
            <p:cNvSpPr/>
            <p:nvPr/>
          </p:nvSpPr>
          <p:spPr>
            <a:xfrm>
              <a:off x="4534050" y="3501100"/>
              <a:ext cx="86100" cy="86100"/>
            </a:xfrm>
            <a:custGeom>
              <a:rect b="b" l="l" r="r" t="t"/>
              <a:pathLst>
                <a:path extrusionOk="0" h="3444" w="3444">
                  <a:moveTo>
                    <a:pt x="3294" y="1"/>
                  </a:moveTo>
                  <a:lnTo>
                    <a:pt x="1498" y="1498"/>
                  </a:lnTo>
                  <a:lnTo>
                    <a:pt x="1" y="3294"/>
                  </a:lnTo>
                  <a:lnTo>
                    <a:pt x="1" y="3443"/>
                  </a:lnTo>
                  <a:lnTo>
                    <a:pt x="150" y="3443"/>
                  </a:lnTo>
                  <a:lnTo>
                    <a:pt x="1049" y="2695"/>
                  </a:lnTo>
                  <a:lnTo>
                    <a:pt x="1947"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4" name="Google Shape;324;p40"/>
            <p:cNvSpPr/>
            <p:nvPr/>
          </p:nvSpPr>
          <p:spPr>
            <a:xfrm>
              <a:off x="4492900" y="3452450"/>
              <a:ext cx="89825" cy="89850"/>
            </a:xfrm>
            <a:custGeom>
              <a:rect b="b" l="l" r="r" t="t"/>
              <a:pathLst>
                <a:path extrusionOk="0" h="3594" w="3593">
                  <a:moveTo>
                    <a:pt x="3443" y="1"/>
                  </a:moveTo>
                  <a:lnTo>
                    <a:pt x="1647" y="1647"/>
                  </a:lnTo>
                  <a:lnTo>
                    <a:pt x="0" y="3444"/>
                  </a:lnTo>
                  <a:lnTo>
                    <a:pt x="0" y="3593"/>
                  </a:lnTo>
                  <a:lnTo>
                    <a:pt x="150" y="3593"/>
                  </a:lnTo>
                  <a:lnTo>
                    <a:pt x="1946" y="1947"/>
                  </a:lnTo>
                  <a:lnTo>
                    <a:pt x="3593" y="151"/>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5" name="Google Shape;325;p40"/>
            <p:cNvSpPr/>
            <p:nvPr/>
          </p:nvSpPr>
          <p:spPr>
            <a:xfrm>
              <a:off x="4578950" y="3549750"/>
              <a:ext cx="78625" cy="78600"/>
            </a:xfrm>
            <a:custGeom>
              <a:rect b="b" l="l" r="r" t="t"/>
              <a:pathLst>
                <a:path extrusionOk="0" h="3144" w="3145">
                  <a:moveTo>
                    <a:pt x="3144" y="1"/>
                  </a:moveTo>
                  <a:lnTo>
                    <a:pt x="1498" y="1497"/>
                  </a:lnTo>
                  <a:lnTo>
                    <a:pt x="749" y="2246"/>
                  </a:lnTo>
                  <a:lnTo>
                    <a:pt x="1" y="2994"/>
                  </a:lnTo>
                  <a:lnTo>
                    <a:pt x="1" y="3144"/>
                  </a:lnTo>
                  <a:lnTo>
                    <a:pt x="151" y="3144"/>
                  </a:lnTo>
                  <a:lnTo>
                    <a:pt x="450" y="2994"/>
                  </a:lnTo>
                  <a:lnTo>
                    <a:pt x="1947" y="1647"/>
                  </a:lnTo>
                  <a:lnTo>
                    <a:pt x="3144" y="150"/>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6" name="Google Shape;326;p40"/>
            <p:cNvSpPr/>
            <p:nvPr/>
          </p:nvSpPr>
          <p:spPr>
            <a:xfrm>
              <a:off x="4623875" y="3598400"/>
              <a:ext cx="71100" cy="74850"/>
            </a:xfrm>
            <a:custGeom>
              <a:rect b="b" l="l" r="r" t="t"/>
              <a:pathLst>
                <a:path extrusionOk="0" h="2994" w="2844">
                  <a:moveTo>
                    <a:pt x="2694" y="0"/>
                  </a:moveTo>
                  <a:lnTo>
                    <a:pt x="1197" y="1347"/>
                  </a:lnTo>
                  <a:lnTo>
                    <a:pt x="0" y="2695"/>
                  </a:lnTo>
                  <a:lnTo>
                    <a:pt x="0" y="2994"/>
                  </a:lnTo>
                  <a:lnTo>
                    <a:pt x="150" y="2994"/>
                  </a:lnTo>
                  <a:lnTo>
                    <a:pt x="1647" y="1647"/>
                  </a:lnTo>
                  <a:lnTo>
                    <a:pt x="2844"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7" name="Google Shape;327;p40"/>
            <p:cNvSpPr/>
            <p:nvPr/>
          </p:nvSpPr>
          <p:spPr>
            <a:xfrm>
              <a:off x="4657550" y="3650775"/>
              <a:ext cx="74850" cy="74875"/>
            </a:xfrm>
            <a:custGeom>
              <a:rect b="b" l="l" r="r" t="t"/>
              <a:pathLst>
                <a:path extrusionOk="0" h="2995" w="2994">
                  <a:moveTo>
                    <a:pt x="2844" y="1"/>
                  </a:moveTo>
                  <a:lnTo>
                    <a:pt x="1347" y="1348"/>
                  </a:lnTo>
                  <a:lnTo>
                    <a:pt x="599" y="2096"/>
                  </a:lnTo>
                  <a:lnTo>
                    <a:pt x="0" y="2845"/>
                  </a:lnTo>
                  <a:lnTo>
                    <a:pt x="0" y="2994"/>
                  </a:lnTo>
                  <a:lnTo>
                    <a:pt x="150" y="2994"/>
                  </a:lnTo>
                  <a:lnTo>
                    <a:pt x="898" y="2396"/>
                  </a:lnTo>
                  <a:lnTo>
                    <a:pt x="1647" y="1647"/>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40"/>
            <p:cNvSpPr/>
            <p:nvPr/>
          </p:nvSpPr>
          <p:spPr>
            <a:xfrm>
              <a:off x="4698700" y="3699425"/>
              <a:ext cx="71125" cy="71125"/>
            </a:xfrm>
            <a:custGeom>
              <a:rect b="b" l="l" r="r" t="t"/>
              <a:pathLst>
                <a:path extrusionOk="0" h="2845" w="2845">
                  <a:moveTo>
                    <a:pt x="2695" y="1"/>
                  </a:moveTo>
                  <a:lnTo>
                    <a:pt x="1348" y="1348"/>
                  </a:lnTo>
                  <a:lnTo>
                    <a:pt x="599" y="1947"/>
                  </a:lnTo>
                  <a:lnTo>
                    <a:pt x="1" y="2845"/>
                  </a:lnTo>
                  <a:lnTo>
                    <a:pt x="150" y="2845"/>
                  </a:lnTo>
                  <a:lnTo>
                    <a:pt x="899" y="2246"/>
                  </a:lnTo>
                  <a:lnTo>
                    <a:pt x="1497" y="1647"/>
                  </a:lnTo>
                  <a:lnTo>
                    <a:pt x="2845" y="150"/>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40"/>
            <p:cNvSpPr/>
            <p:nvPr/>
          </p:nvSpPr>
          <p:spPr>
            <a:xfrm>
              <a:off x="4739875" y="3744325"/>
              <a:ext cx="74850" cy="71125"/>
            </a:xfrm>
            <a:custGeom>
              <a:rect b="b" l="l" r="r" t="t"/>
              <a:pathLst>
                <a:path extrusionOk="0" h="2845" w="2994">
                  <a:moveTo>
                    <a:pt x="2844" y="1"/>
                  </a:moveTo>
                  <a:lnTo>
                    <a:pt x="1347" y="1348"/>
                  </a:lnTo>
                  <a:lnTo>
                    <a:pt x="599" y="1947"/>
                  </a:lnTo>
                  <a:lnTo>
                    <a:pt x="0" y="2695"/>
                  </a:lnTo>
                  <a:lnTo>
                    <a:pt x="150" y="2845"/>
                  </a:lnTo>
                  <a:lnTo>
                    <a:pt x="898" y="2396"/>
                  </a:lnTo>
                  <a:lnTo>
                    <a:pt x="1647" y="1647"/>
                  </a:lnTo>
                  <a:lnTo>
                    <a:pt x="2994" y="151"/>
                  </a:lnTo>
                  <a:lnTo>
                    <a:pt x="28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40"/>
            <p:cNvSpPr/>
            <p:nvPr/>
          </p:nvSpPr>
          <p:spPr>
            <a:xfrm>
              <a:off x="4777275" y="3800475"/>
              <a:ext cx="71125" cy="67375"/>
            </a:xfrm>
            <a:custGeom>
              <a:rect b="b" l="l" r="r" t="t"/>
              <a:pathLst>
                <a:path extrusionOk="0" h="2695" w="2845">
                  <a:moveTo>
                    <a:pt x="2695" y="0"/>
                  </a:moveTo>
                  <a:lnTo>
                    <a:pt x="1198" y="1197"/>
                  </a:lnTo>
                  <a:lnTo>
                    <a:pt x="600" y="1946"/>
                  </a:lnTo>
                  <a:lnTo>
                    <a:pt x="1" y="2545"/>
                  </a:lnTo>
                  <a:lnTo>
                    <a:pt x="1" y="2694"/>
                  </a:lnTo>
                  <a:lnTo>
                    <a:pt x="151" y="2694"/>
                  </a:lnTo>
                  <a:lnTo>
                    <a:pt x="749" y="2245"/>
                  </a:lnTo>
                  <a:lnTo>
                    <a:pt x="1498" y="149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40"/>
            <p:cNvSpPr/>
            <p:nvPr/>
          </p:nvSpPr>
          <p:spPr>
            <a:xfrm>
              <a:off x="4829675" y="3845375"/>
              <a:ext cx="56150" cy="59875"/>
            </a:xfrm>
            <a:custGeom>
              <a:rect b="b" l="l" r="r" t="t"/>
              <a:pathLst>
                <a:path extrusionOk="0" h="2395" w="2246">
                  <a:moveTo>
                    <a:pt x="2096" y="0"/>
                  </a:moveTo>
                  <a:lnTo>
                    <a:pt x="898" y="1048"/>
                  </a:lnTo>
                  <a:lnTo>
                    <a:pt x="449" y="1647"/>
                  </a:lnTo>
                  <a:lnTo>
                    <a:pt x="0" y="2245"/>
                  </a:lnTo>
                  <a:lnTo>
                    <a:pt x="0" y="2395"/>
                  </a:lnTo>
                  <a:lnTo>
                    <a:pt x="749" y="1946"/>
                  </a:lnTo>
                  <a:lnTo>
                    <a:pt x="1198" y="1347"/>
                  </a:lnTo>
                  <a:lnTo>
                    <a:pt x="2246" y="150"/>
                  </a:lnTo>
                  <a:lnTo>
                    <a:pt x="22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40"/>
            <p:cNvSpPr/>
            <p:nvPr/>
          </p:nvSpPr>
          <p:spPr>
            <a:xfrm>
              <a:off x="4882050" y="3897750"/>
              <a:ext cx="41200" cy="41200"/>
            </a:xfrm>
            <a:custGeom>
              <a:rect b="b" l="l" r="r" t="t"/>
              <a:pathLst>
                <a:path extrusionOk="0" h="1648" w="1648">
                  <a:moveTo>
                    <a:pt x="1498" y="1"/>
                  </a:moveTo>
                  <a:lnTo>
                    <a:pt x="749" y="599"/>
                  </a:lnTo>
                  <a:lnTo>
                    <a:pt x="1" y="1497"/>
                  </a:lnTo>
                  <a:lnTo>
                    <a:pt x="1" y="1647"/>
                  </a:lnTo>
                  <a:lnTo>
                    <a:pt x="151" y="1647"/>
                  </a:lnTo>
                  <a:lnTo>
                    <a:pt x="899" y="899"/>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3" name="Google Shape;333;p40"/>
            <p:cNvSpPr/>
            <p:nvPr/>
          </p:nvSpPr>
          <p:spPr>
            <a:xfrm>
              <a:off x="4926950" y="3942650"/>
              <a:ext cx="37450" cy="37450"/>
            </a:xfrm>
            <a:custGeom>
              <a:rect b="b" l="l" r="r" t="t"/>
              <a:pathLst>
                <a:path extrusionOk="0" h="1498" w="1498">
                  <a:moveTo>
                    <a:pt x="1348" y="1"/>
                  </a:moveTo>
                  <a:lnTo>
                    <a:pt x="600" y="600"/>
                  </a:lnTo>
                  <a:lnTo>
                    <a:pt x="1" y="1348"/>
                  </a:lnTo>
                  <a:lnTo>
                    <a:pt x="151" y="1348"/>
                  </a:lnTo>
                  <a:lnTo>
                    <a:pt x="300" y="1498"/>
                  </a:lnTo>
                  <a:lnTo>
                    <a:pt x="899" y="899"/>
                  </a:lnTo>
                  <a:lnTo>
                    <a:pt x="1498" y="150"/>
                  </a:lnTo>
                  <a:lnTo>
                    <a:pt x="149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4" name="Google Shape;334;p40"/>
            <p:cNvSpPr/>
            <p:nvPr/>
          </p:nvSpPr>
          <p:spPr>
            <a:xfrm>
              <a:off x="4964375" y="3995050"/>
              <a:ext cx="37450" cy="33700"/>
            </a:xfrm>
            <a:custGeom>
              <a:rect b="b" l="l" r="r" t="t"/>
              <a:pathLst>
                <a:path extrusionOk="0" h="1348" w="1498">
                  <a:moveTo>
                    <a:pt x="1348" y="0"/>
                  </a:moveTo>
                  <a:lnTo>
                    <a:pt x="599" y="599"/>
                  </a:lnTo>
                  <a:lnTo>
                    <a:pt x="300" y="898"/>
                  </a:lnTo>
                  <a:lnTo>
                    <a:pt x="1" y="1198"/>
                  </a:lnTo>
                  <a:lnTo>
                    <a:pt x="1" y="1347"/>
                  </a:lnTo>
                  <a:lnTo>
                    <a:pt x="150" y="1347"/>
                  </a:lnTo>
                  <a:lnTo>
                    <a:pt x="599" y="1198"/>
                  </a:lnTo>
                  <a:lnTo>
                    <a:pt x="899" y="749"/>
                  </a:lnTo>
                  <a:lnTo>
                    <a:pt x="149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5" name="Google Shape;335;p40"/>
            <p:cNvSpPr/>
            <p:nvPr/>
          </p:nvSpPr>
          <p:spPr>
            <a:xfrm>
              <a:off x="5009275" y="4039950"/>
              <a:ext cx="33725" cy="29950"/>
            </a:xfrm>
            <a:custGeom>
              <a:rect b="b" l="l" r="r" t="t"/>
              <a:pathLst>
                <a:path extrusionOk="0" h="1198" w="1349">
                  <a:moveTo>
                    <a:pt x="1198" y="0"/>
                  </a:moveTo>
                  <a:lnTo>
                    <a:pt x="600" y="599"/>
                  </a:lnTo>
                  <a:lnTo>
                    <a:pt x="1" y="1048"/>
                  </a:lnTo>
                  <a:lnTo>
                    <a:pt x="1" y="1198"/>
                  </a:lnTo>
                  <a:lnTo>
                    <a:pt x="151" y="1198"/>
                  </a:lnTo>
                  <a:lnTo>
                    <a:pt x="749" y="749"/>
                  </a:lnTo>
                  <a:lnTo>
                    <a:pt x="134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6" name="Google Shape;336;p40"/>
            <p:cNvSpPr/>
            <p:nvPr/>
          </p:nvSpPr>
          <p:spPr>
            <a:xfrm>
              <a:off x="3344125" y="3328975"/>
              <a:ext cx="127250" cy="123500"/>
            </a:xfrm>
            <a:custGeom>
              <a:rect b="b" l="l" r="r" t="t"/>
              <a:pathLst>
                <a:path extrusionOk="0" h="4940" w="5090">
                  <a:moveTo>
                    <a:pt x="0" y="1"/>
                  </a:moveTo>
                  <a:lnTo>
                    <a:pt x="0" y="150"/>
                  </a:lnTo>
                  <a:lnTo>
                    <a:pt x="2395" y="2695"/>
                  </a:lnTo>
                  <a:lnTo>
                    <a:pt x="4939" y="4940"/>
                  </a:lnTo>
                  <a:lnTo>
                    <a:pt x="5089" y="4940"/>
                  </a:lnTo>
                  <a:lnTo>
                    <a:pt x="3892" y="3593"/>
                  </a:lnTo>
                  <a:lnTo>
                    <a:pt x="2694" y="2395"/>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7" name="Google Shape;337;p40"/>
            <p:cNvSpPr/>
            <p:nvPr/>
          </p:nvSpPr>
          <p:spPr>
            <a:xfrm>
              <a:off x="3295475" y="3370125"/>
              <a:ext cx="123500" cy="127275"/>
            </a:xfrm>
            <a:custGeom>
              <a:rect b="b" l="l" r="r" t="t"/>
              <a:pathLst>
                <a:path extrusionOk="0" h="5091" w="4940">
                  <a:moveTo>
                    <a:pt x="0" y="1"/>
                  </a:moveTo>
                  <a:lnTo>
                    <a:pt x="0" y="151"/>
                  </a:lnTo>
                  <a:lnTo>
                    <a:pt x="2545" y="2845"/>
                  </a:lnTo>
                  <a:lnTo>
                    <a:pt x="3593" y="4042"/>
                  </a:lnTo>
                  <a:lnTo>
                    <a:pt x="4191" y="4641"/>
                  </a:lnTo>
                  <a:lnTo>
                    <a:pt x="4940" y="5090"/>
                  </a:lnTo>
                  <a:lnTo>
                    <a:pt x="4940" y="4940"/>
                  </a:lnTo>
                  <a:lnTo>
                    <a:pt x="3892" y="3743"/>
                  </a:lnTo>
                  <a:lnTo>
                    <a:pt x="2844" y="2546"/>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8" name="Google Shape;338;p40"/>
            <p:cNvSpPr/>
            <p:nvPr/>
          </p:nvSpPr>
          <p:spPr>
            <a:xfrm>
              <a:off x="3261800" y="3422525"/>
              <a:ext cx="108525" cy="108550"/>
            </a:xfrm>
            <a:custGeom>
              <a:rect b="b" l="l" r="r" t="t"/>
              <a:pathLst>
                <a:path extrusionOk="0" h="4342" w="4341">
                  <a:moveTo>
                    <a:pt x="0" y="0"/>
                  </a:moveTo>
                  <a:lnTo>
                    <a:pt x="0" y="150"/>
                  </a:lnTo>
                  <a:lnTo>
                    <a:pt x="1946" y="2246"/>
                  </a:lnTo>
                  <a:lnTo>
                    <a:pt x="4191" y="4341"/>
                  </a:lnTo>
                  <a:lnTo>
                    <a:pt x="4341" y="4341"/>
                  </a:lnTo>
                  <a:lnTo>
                    <a:pt x="4341" y="4191"/>
                  </a:lnTo>
                  <a:lnTo>
                    <a:pt x="2245" y="2096"/>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9" name="Google Shape;339;p40"/>
            <p:cNvSpPr/>
            <p:nvPr/>
          </p:nvSpPr>
          <p:spPr>
            <a:xfrm>
              <a:off x="3190700" y="3437500"/>
              <a:ext cx="127250" cy="130975"/>
            </a:xfrm>
            <a:custGeom>
              <a:rect b="b" l="l" r="r" t="t"/>
              <a:pathLst>
                <a:path extrusionOk="0" h="5239" w="5090">
                  <a:moveTo>
                    <a:pt x="0" y="0"/>
                  </a:moveTo>
                  <a:lnTo>
                    <a:pt x="0" y="150"/>
                  </a:lnTo>
                  <a:lnTo>
                    <a:pt x="1198" y="1497"/>
                  </a:lnTo>
                  <a:lnTo>
                    <a:pt x="2395" y="2694"/>
                  </a:lnTo>
                  <a:lnTo>
                    <a:pt x="3742" y="4042"/>
                  </a:lnTo>
                  <a:lnTo>
                    <a:pt x="5089" y="5239"/>
                  </a:lnTo>
                  <a:lnTo>
                    <a:pt x="5089" y="5089"/>
                  </a:lnTo>
                  <a:lnTo>
                    <a:pt x="3892" y="3742"/>
                  </a:lnTo>
                  <a:lnTo>
                    <a:pt x="2694" y="2395"/>
                  </a:lnTo>
                  <a:lnTo>
                    <a:pt x="134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0" name="Google Shape;340;p40"/>
            <p:cNvSpPr/>
            <p:nvPr/>
          </p:nvSpPr>
          <p:spPr>
            <a:xfrm>
              <a:off x="3168250" y="3501100"/>
              <a:ext cx="101050" cy="104800"/>
            </a:xfrm>
            <a:custGeom>
              <a:rect b="b" l="l" r="r" t="t"/>
              <a:pathLst>
                <a:path extrusionOk="0" h="4192" w="4042">
                  <a:moveTo>
                    <a:pt x="0" y="1"/>
                  </a:moveTo>
                  <a:lnTo>
                    <a:pt x="0" y="150"/>
                  </a:lnTo>
                  <a:lnTo>
                    <a:pt x="1946" y="2246"/>
                  </a:lnTo>
                  <a:lnTo>
                    <a:pt x="2844" y="3294"/>
                  </a:lnTo>
                  <a:lnTo>
                    <a:pt x="4041" y="4192"/>
                  </a:lnTo>
                  <a:lnTo>
                    <a:pt x="4041" y="4042"/>
                  </a:lnTo>
                  <a:lnTo>
                    <a:pt x="3143" y="2994"/>
                  </a:lnTo>
                  <a:lnTo>
                    <a:pt x="2245" y="19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1" name="Google Shape;341;p40"/>
            <p:cNvSpPr/>
            <p:nvPr/>
          </p:nvSpPr>
          <p:spPr>
            <a:xfrm>
              <a:off x="3085925" y="3594650"/>
              <a:ext cx="86075" cy="86100"/>
            </a:xfrm>
            <a:custGeom>
              <a:rect b="b" l="l" r="r" t="t"/>
              <a:pathLst>
                <a:path extrusionOk="0" h="3444" w="3443">
                  <a:moveTo>
                    <a:pt x="0" y="1"/>
                  </a:moveTo>
                  <a:lnTo>
                    <a:pt x="0" y="150"/>
                  </a:lnTo>
                  <a:lnTo>
                    <a:pt x="749" y="1048"/>
                  </a:lnTo>
                  <a:lnTo>
                    <a:pt x="1497" y="1947"/>
                  </a:lnTo>
                  <a:lnTo>
                    <a:pt x="3443" y="3443"/>
                  </a:lnTo>
                  <a:lnTo>
                    <a:pt x="3443" y="3294"/>
                  </a:lnTo>
                  <a:lnTo>
                    <a:pt x="1946" y="149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40"/>
            <p:cNvSpPr/>
            <p:nvPr/>
          </p:nvSpPr>
          <p:spPr>
            <a:xfrm>
              <a:off x="3130825" y="3553500"/>
              <a:ext cx="89825" cy="89825"/>
            </a:xfrm>
            <a:custGeom>
              <a:rect b="b" l="l" r="r" t="t"/>
              <a:pathLst>
                <a:path extrusionOk="0" h="3593" w="3593">
                  <a:moveTo>
                    <a:pt x="0" y="0"/>
                  </a:moveTo>
                  <a:lnTo>
                    <a:pt x="0" y="150"/>
                  </a:lnTo>
                  <a:lnTo>
                    <a:pt x="1647" y="1946"/>
                  </a:lnTo>
                  <a:lnTo>
                    <a:pt x="3443" y="3593"/>
                  </a:lnTo>
                  <a:lnTo>
                    <a:pt x="3593" y="3593"/>
                  </a:lnTo>
                  <a:lnTo>
                    <a:pt x="3593" y="3443"/>
                  </a:lnTo>
                  <a:lnTo>
                    <a:pt x="1946" y="16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3" name="Google Shape;343;p40"/>
            <p:cNvSpPr/>
            <p:nvPr/>
          </p:nvSpPr>
          <p:spPr>
            <a:xfrm>
              <a:off x="3044750" y="3639550"/>
              <a:ext cx="78625" cy="78625"/>
            </a:xfrm>
            <a:custGeom>
              <a:rect b="b" l="l" r="r" t="t"/>
              <a:pathLst>
                <a:path extrusionOk="0" h="3145" w="3145">
                  <a:moveTo>
                    <a:pt x="1" y="1"/>
                  </a:moveTo>
                  <a:lnTo>
                    <a:pt x="1" y="151"/>
                  </a:lnTo>
                  <a:lnTo>
                    <a:pt x="599" y="1049"/>
                  </a:lnTo>
                  <a:lnTo>
                    <a:pt x="1348" y="1797"/>
                  </a:lnTo>
                  <a:lnTo>
                    <a:pt x="2994" y="3144"/>
                  </a:lnTo>
                  <a:lnTo>
                    <a:pt x="3144" y="3144"/>
                  </a:lnTo>
                  <a:lnTo>
                    <a:pt x="2096" y="1797"/>
                  </a:lnTo>
                  <a:lnTo>
                    <a:pt x="1049" y="8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4" name="Google Shape;344;p40"/>
            <p:cNvSpPr/>
            <p:nvPr/>
          </p:nvSpPr>
          <p:spPr>
            <a:xfrm>
              <a:off x="2999850" y="3684450"/>
              <a:ext cx="71125" cy="71125"/>
            </a:xfrm>
            <a:custGeom>
              <a:rect b="b" l="l" r="r" t="t"/>
              <a:pathLst>
                <a:path extrusionOk="0" h="2845" w="2845">
                  <a:moveTo>
                    <a:pt x="1" y="1"/>
                  </a:moveTo>
                  <a:lnTo>
                    <a:pt x="1" y="151"/>
                  </a:lnTo>
                  <a:lnTo>
                    <a:pt x="1348" y="1647"/>
                  </a:lnTo>
                  <a:lnTo>
                    <a:pt x="2845" y="2845"/>
                  </a:lnTo>
                  <a:lnTo>
                    <a:pt x="2845" y="2695"/>
                  </a:lnTo>
                  <a:lnTo>
                    <a:pt x="164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40"/>
            <p:cNvSpPr/>
            <p:nvPr/>
          </p:nvSpPr>
          <p:spPr>
            <a:xfrm>
              <a:off x="2947475" y="3718150"/>
              <a:ext cx="74850" cy="74850"/>
            </a:xfrm>
            <a:custGeom>
              <a:rect b="b" l="l" r="r" t="t"/>
              <a:pathLst>
                <a:path extrusionOk="0" h="2994" w="2994">
                  <a:moveTo>
                    <a:pt x="0" y="0"/>
                  </a:moveTo>
                  <a:lnTo>
                    <a:pt x="0" y="150"/>
                  </a:lnTo>
                  <a:lnTo>
                    <a:pt x="599" y="898"/>
                  </a:lnTo>
                  <a:lnTo>
                    <a:pt x="1347" y="1647"/>
                  </a:lnTo>
                  <a:lnTo>
                    <a:pt x="2994" y="2994"/>
                  </a:lnTo>
                  <a:lnTo>
                    <a:pt x="2994" y="2844"/>
                  </a:lnTo>
                  <a:lnTo>
                    <a:pt x="1647" y="134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6" name="Google Shape;346;p40"/>
            <p:cNvSpPr/>
            <p:nvPr/>
          </p:nvSpPr>
          <p:spPr>
            <a:xfrm>
              <a:off x="2902575" y="3759300"/>
              <a:ext cx="71100" cy="71125"/>
            </a:xfrm>
            <a:custGeom>
              <a:rect b="b" l="l" r="r" t="t"/>
              <a:pathLst>
                <a:path extrusionOk="0" h="2845" w="2844">
                  <a:moveTo>
                    <a:pt x="0" y="1"/>
                  </a:moveTo>
                  <a:lnTo>
                    <a:pt x="0" y="150"/>
                  </a:lnTo>
                  <a:lnTo>
                    <a:pt x="599" y="899"/>
                  </a:lnTo>
                  <a:lnTo>
                    <a:pt x="1197" y="1497"/>
                  </a:lnTo>
                  <a:lnTo>
                    <a:pt x="2694" y="2844"/>
                  </a:lnTo>
                  <a:lnTo>
                    <a:pt x="2844" y="2844"/>
                  </a:lnTo>
                  <a:lnTo>
                    <a:pt x="2844" y="2695"/>
                  </a:lnTo>
                  <a:lnTo>
                    <a:pt x="1497" y="1348"/>
                  </a:lnTo>
                  <a:lnTo>
                    <a:pt x="898" y="5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7" name="Google Shape;347;p40"/>
            <p:cNvSpPr/>
            <p:nvPr/>
          </p:nvSpPr>
          <p:spPr>
            <a:xfrm>
              <a:off x="2857650" y="3800475"/>
              <a:ext cx="71125" cy="71100"/>
            </a:xfrm>
            <a:custGeom>
              <a:rect b="b" l="l" r="r" t="t"/>
              <a:pathLst>
                <a:path extrusionOk="0" h="2844" w="2845">
                  <a:moveTo>
                    <a:pt x="151" y="0"/>
                  </a:moveTo>
                  <a:lnTo>
                    <a:pt x="1" y="150"/>
                  </a:lnTo>
                  <a:lnTo>
                    <a:pt x="1" y="449"/>
                  </a:lnTo>
                  <a:lnTo>
                    <a:pt x="600" y="1048"/>
                  </a:lnTo>
                  <a:lnTo>
                    <a:pt x="1198" y="1646"/>
                  </a:lnTo>
                  <a:lnTo>
                    <a:pt x="2695" y="2844"/>
                  </a:lnTo>
                  <a:lnTo>
                    <a:pt x="2845" y="2844"/>
                  </a:lnTo>
                  <a:lnTo>
                    <a:pt x="1498" y="1347"/>
                  </a:lnTo>
                  <a:lnTo>
                    <a:pt x="749" y="599"/>
                  </a:lnTo>
                  <a:lnTo>
                    <a:pt x="15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8" name="Google Shape;348;p40"/>
            <p:cNvSpPr/>
            <p:nvPr/>
          </p:nvSpPr>
          <p:spPr>
            <a:xfrm>
              <a:off x="2805275" y="3837875"/>
              <a:ext cx="67375" cy="71125"/>
            </a:xfrm>
            <a:custGeom>
              <a:rect b="b" l="l" r="r" t="t"/>
              <a:pathLst>
                <a:path extrusionOk="0" h="2845" w="2695">
                  <a:moveTo>
                    <a:pt x="0" y="1"/>
                  </a:moveTo>
                  <a:lnTo>
                    <a:pt x="0" y="150"/>
                  </a:lnTo>
                  <a:lnTo>
                    <a:pt x="449" y="749"/>
                  </a:lnTo>
                  <a:lnTo>
                    <a:pt x="1198" y="1498"/>
                  </a:lnTo>
                  <a:lnTo>
                    <a:pt x="2695" y="2845"/>
                  </a:lnTo>
                  <a:lnTo>
                    <a:pt x="2695" y="2695"/>
                  </a:lnTo>
                  <a:lnTo>
                    <a:pt x="1497" y="1198"/>
                  </a:lnTo>
                  <a:lnTo>
                    <a:pt x="749" y="600"/>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9" name="Google Shape;349;p40"/>
            <p:cNvSpPr/>
            <p:nvPr/>
          </p:nvSpPr>
          <p:spPr>
            <a:xfrm>
              <a:off x="2767850" y="3890275"/>
              <a:ext cx="59900" cy="56150"/>
            </a:xfrm>
            <a:custGeom>
              <a:rect b="b" l="l" r="r" t="t"/>
              <a:pathLst>
                <a:path extrusionOk="0" h="2246" w="2396">
                  <a:moveTo>
                    <a:pt x="1" y="0"/>
                  </a:moveTo>
                  <a:lnTo>
                    <a:pt x="450" y="749"/>
                  </a:lnTo>
                  <a:lnTo>
                    <a:pt x="1048" y="1198"/>
                  </a:lnTo>
                  <a:lnTo>
                    <a:pt x="2246" y="2245"/>
                  </a:lnTo>
                  <a:lnTo>
                    <a:pt x="2395" y="2096"/>
                  </a:lnTo>
                  <a:lnTo>
                    <a:pt x="1348" y="898"/>
                  </a:lnTo>
                  <a:lnTo>
                    <a:pt x="749" y="44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0" name="Google Shape;350;p40"/>
            <p:cNvSpPr/>
            <p:nvPr/>
          </p:nvSpPr>
          <p:spPr>
            <a:xfrm>
              <a:off x="2734175" y="3942650"/>
              <a:ext cx="41175" cy="41200"/>
            </a:xfrm>
            <a:custGeom>
              <a:rect b="b" l="l" r="r" t="t"/>
              <a:pathLst>
                <a:path extrusionOk="0" h="1648" w="1647">
                  <a:moveTo>
                    <a:pt x="0" y="1"/>
                  </a:moveTo>
                  <a:lnTo>
                    <a:pt x="0" y="150"/>
                  </a:lnTo>
                  <a:lnTo>
                    <a:pt x="749" y="899"/>
                  </a:lnTo>
                  <a:lnTo>
                    <a:pt x="1647" y="1647"/>
                  </a:lnTo>
                  <a:lnTo>
                    <a:pt x="1647" y="1498"/>
                  </a:lnTo>
                  <a:lnTo>
                    <a:pt x="1048" y="7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1" name="Google Shape;351;p40"/>
            <p:cNvSpPr/>
            <p:nvPr/>
          </p:nvSpPr>
          <p:spPr>
            <a:xfrm>
              <a:off x="2693025" y="3987550"/>
              <a:ext cx="37425" cy="37450"/>
            </a:xfrm>
            <a:custGeom>
              <a:rect b="b" l="l" r="r" t="t"/>
              <a:pathLst>
                <a:path extrusionOk="0" h="1498" w="1497">
                  <a:moveTo>
                    <a:pt x="150" y="1"/>
                  </a:moveTo>
                  <a:lnTo>
                    <a:pt x="0" y="151"/>
                  </a:lnTo>
                  <a:lnTo>
                    <a:pt x="0" y="300"/>
                  </a:lnTo>
                  <a:lnTo>
                    <a:pt x="599" y="899"/>
                  </a:lnTo>
                  <a:lnTo>
                    <a:pt x="1347" y="1498"/>
                  </a:lnTo>
                  <a:lnTo>
                    <a:pt x="1497" y="1498"/>
                  </a:lnTo>
                  <a:lnTo>
                    <a:pt x="1497" y="1348"/>
                  </a:lnTo>
                  <a:lnTo>
                    <a:pt x="89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2" name="Google Shape;352;p40"/>
            <p:cNvSpPr/>
            <p:nvPr/>
          </p:nvSpPr>
          <p:spPr>
            <a:xfrm>
              <a:off x="2644375" y="4024975"/>
              <a:ext cx="33700" cy="37450"/>
            </a:xfrm>
            <a:custGeom>
              <a:rect b="b" l="l" r="r" t="t"/>
              <a:pathLst>
                <a:path extrusionOk="0" h="1498" w="1348">
                  <a:moveTo>
                    <a:pt x="0" y="1"/>
                  </a:moveTo>
                  <a:lnTo>
                    <a:pt x="0" y="150"/>
                  </a:lnTo>
                  <a:lnTo>
                    <a:pt x="150" y="599"/>
                  </a:lnTo>
                  <a:lnTo>
                    <a:pt x="449" y="899"/>
                  </a:lnTo>
                  <a:lnTo>
                    <a:pt x="1198" y="1498"/>
                  </a:lnTo>
                  <a:lnTo>
                    <a:pt x="1347" y="1348"/>
                  </a:lnTo>
                  <a:lnTo>
                    <a:pt x="749" y="599"/>
                  </a:lnTo>
                  <a:lnTo>
                    <a:pt x="449" y="3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40"/>
            <p:cNvSpPr/>
            <p:nvPr/>
          </p:nvSpPr>
          <p:spPr>
            <a:xfrm>
              <a:off x="2599475" y="4069875"/>
              <a:ext cx="33700" cy="33700"/>
            </a:xfrm>
            <a:custGeom>
              <a:rect b="b" l="l" r="r" t="t"/>
              <a:pathLst>
                <a:path extrusionOk="0" h="1348" w="1348">
                  <a:moveTo>
                    <a:pt x="0" y="1"/>
                  </a:moveTo>
                  <a:lnTo>
                    <a:pt x="0" y="151"/>
                  </a:lnTo>
                  <a:lnTo>
                    <a:pt x="599" y="749"/>
                  </a:lnTo>
                  <a:lnTo>
                    <a:pt x="1197" y="1348"/>
                  </a:lnTo>
                  <a:lnTo>
                    <a:pt x="1347" y="1198"/>
                  </a:lnTo>
                  <a:lnTo>
                    <a:pt x="74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4" name="Google Shape;354;p40"/>
            <p:cNvSpPr/>
            <p:nvPr/>
          </p:nvSpPr>
          <p:spPr>
            <a:xfrm>
              <a:off x="3546175" y="2558125"/>
              <a:ext cx="291900" cy="18750"/>
            </a:xfrm>
            <a:custGeom>
              <a:rect b="b" l="l" r="r" t="t"/>
              <a:pathLst>
                <a:path extrusionOk="0" h="750" w="11676">
                  <a:moveTo>
                    <a:pt x="4641" y="1"/>
                  </a:moveTo>
                  <a:lnTo>
                    <a:pt x="150" y="150"/>
                  </a:lnTo>
                  <a:lnTo>
                    <a:pt x="1" y="300"/>
                  </a:lnTo>
                  <a:lnTo>
                    <a:pt x="1" y="450"/>
                  </a:lnTo>
                  <a:lnTo>
                    <a:pt x="150" y="450"/>
                  </a:lnTo>
                  <a:lnTo>
                    <a:pt x="4641" y="749"/>
                  </a:lnTo>
                  <a:lnTo>
                    <a:pt x="9131" y="749"/>
                  </a:lnTo>
                  <a:lnTo>
                    <a:pt x="9730" y="599"/>
                  </a:lnTo>
                  <a:lnTo>
                    <a:pt x="11526" y="599"/>
                  </a:lnTo>
                  <a:lnTo>
                    <a:pt x="11676" y="450"/>
                  </a:lnTo>
                  <a:lnTo>
                    <a:pt x="11676" y="300"/>
                  </a:lnTo>
                  <a:lnTo>
                    <a:pt x="11526" y="150"/>
                  </a:lnTo>
                  <a:lnTo>
                    <a:pt x="9580" y="150"/>
                  </a:lnTo>
                  <a:lnTo>
                    <a:pt x="913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5" name="Google Shape;355;p40"/>
            <p:cNvSpPr/>
            <p:nvPr/>
          </p:nvSpPr>
          <p:spPr>
            <a:xfrm>
              <a:off x="3534950" y="2397225"/>
              <a:ext cx="280675" cy="18725"/>
            </a:xfrm>
            <a:custGeom>
              <a:rect b="b" l="l" r="r" t="t"/>
              <a:pathLst>
                <a:path extrusionOk="0" h="749" w="11227">
                  <a:moveTo>
                    <a:pt x="2396" y="1"/>
                  </a:moveTo>
                  <a:lnTo>
                    <a:pt x="150" y="300"/>
                  </a:lnTo>
                  <a:lnTo>
                    <a:pt x="1" y="300"/>
                  </a:lnTo>
                  <a:lnTo>
                    <a:pt x="150" y="450"/>
                  </a:lnTo>
                  <a:lnTo>
                    <a:pt x="2845" y="749"/>
                  </a:lnTo>
                  <a:lnTo>
                    <a:pt x="6586" y="749"/>
                  </a:lnTo>
                  <a:lnTo>
                    <a:pt x="7634" y="599"/>
                  </a:lnTo>
                  <a:lnTo>
                    <a:pt x="11077" y="599"/>
                  </a:lnTo>
                  <a:lnTo>
                    <a:pt x="11227" y="450"/>
                  </a:lnTo>
                  <a:lnTo>
                    <a:pt x="11227" y="300"/>
                  </a:lnTo>
                  <a:lnTo>
                    <a:pt x="11077" y="150"/>
                  </a:lnTo>
                  <a:lnTo>
                    <a:pt x="673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6" name="Google Shape;356;p40"/>
            <p:cNvSpPr/>
            <p:nvPr/>
          </p:nvSpPr>
          <p:spPr>
            <a:xfrm>
              <a:off x="3546175" y="2311150"/>
              <a:ext cx="273200" cy="26225"/>
            </a:xfrm>
            <a:custGeom>
              <a:rect b="b" l="l" r="r" t="t"/>
              <a:pathLst>
                <a:path extrusionOk="0" h="1049" w="10928">
                  <a:moveTo>
                    <a:pt x="4192" y="1"/>
                  </a:moveTo>
                  <a:lnTo>
                    <a:pt x="1797" y="151"/>
                  </a:lnTo>
                  <a:lnTo>
                    <a:pt x="899" y="300"/>
                  </a:lnTo>
                  <a:lnTo>
                    <a:pt x="150" y="450"/>
                  </a:lnTo>
                  <a:lnTo>
                    <a:pt x="1" y="600"/>
                  </a:lnTo>
                  <a:lnTo>
                    <a:pt x="150" y="600"/>
                  </a:lnTo>
                  <a:lnTo>
                    <a:pt x="450" y="749"/>
                  </a:lnTo>
                  <a:lnTo>
                    <a:pt x="1647" y="899"/>
                  </a:lnTo>
                  <a:lnTo>
                    <a:pt x="2845" y="899"/>
                  </a:lnTo>
                  <a:lnTo>
                    <a:pt x="4940" y="1049"/>
                  </a:lnTo>
                  <a:lnTo>
                    <a:pt x="7036" y="1049"/>
                  </a:lnTo>
                  <a:lnTo>
                    <a:pt x="8981" y="899"/>
                  </a:lnTo>
                  <a:lnTo>
                    <a:pt x="10927" y="600"/>
                  </a:lnTo>
                  <a:lnTo>
                    <a:pt x="10927" y="450"/>
                  </a:lnTo>
                  <a:lnTo>
                    <a:pt x="8682" y="151"/>
                  </a:lnTo>
                  <a:lnTo>
                    <a:pt x="643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40"/>
            <p:cNvSpPr/>
            <p:nvPr/>
          </p:nvSpPr>
          <p:spPr>
            <a:xfrm>
              <a:off x="3549925" y="2232575"/>
              <a:ext cx="261950" cy="22475"/>
            </a:xfrm>
            <a:custGeom>
              <a:rect b="b" l="l" r="r" t="t"/>
              <a:pathLst>
                <a:path extrusionOk="0" h="899" w="10478">
                  <a:moveTo>
                    <a:pt x="5688" y="1"/>
                  </a:moveTo>
                  <a:lnTo>
                    <a:pt x="2994" y="150"/>
                  </a:lnTo>
                  <a:lnTo>
                    <a:pt x="150" y="300"/>
                  </a:lnTo>
                  <a:lnTo>
                    <a:pt x="0" y="450"/>
                  </a:lnTo>
                  <a:lnTo>
                    <a:pt x="150" y="599"/>
                  </a:lnTo>
                  <a:lnTo>
                    <a:pt x="2994" y="899"/>
                  </a:lnTo>
                  <a:lnTo>
                    <a:pt x="8083" y="899"/>
                  </a:lnTo>
                  <a:lnTo>
                    <a:pt x="9280" y="749"/>
                  </a:lnTo>
                  <a:lnTo>
                    <a:pt x="10478" y="599"/>
                  </a:lnTo>
                  <a:lnTo>
                    <a:pt x="10478" y="450"/>
                  </a:lnTo>
                  <a:lnTo>
                    <a:pt x="9280" y="150"/>
                  </a:lnTo>
                  <a:lnTo>
                    <a:pt x="808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8" name="Google Shape;358;p40"/>
            <p:cNvSpPr/>
            <p:nvPr/>
          </p:nvSpPr>
          <p:spPr>
            <a:xfrm>
              <a:off x="3564900" y="2150250"/>
              <a:ext cx="246975" cy="26225"/>
            </a:xfrm>
            <a:custGeom>
              <a:rect b="b" l="l" r="r" t="t"/>
              <a:pathLst>
                <a:path extrusionOk="0" h="1049" w="9879">
                  <a:moveTo>
                    <a:pt x="4939" y="1"/>
                  </a:moveTo>
                  <a:lnTo>
                    <a:pt x="2545" y="150"/>
                  </a:lnTo>
                  <a:lnTo>
                    <a:pt x="150" y="300"/>
                  </a:lnTo>
                  <a:lnTo>
                    <a:pt x="0" y="450"/>
                  </a:lnTo>
                  <a:lnTo>
                    <a:pt x="150" y="599"/>
                  </a:lnTo>
                  <a:lnTo>
                    <a:pt x="2545" y="899"/>
                  </a:lnTo>
                  <a:lnTo>
                    <a:pt x="4939" y="1049"/>
                  </a:lnTo>
                  <a:lnTo>
                    <a:pt x="7484" y="1049"/>
                  </a:lnTo>
                  <a:lnTo>
                    <a:pt x="8532" y="899"/>
                  </a:lnTo>
                  <a:lnTo>
                    <a:pt x="9729" y="749"/>
                  </a:lnTo>
                  <a:lnTo>
                    <a:pt x="9879" y="599"/>
                  </a:lnTo>
                  <a:lnTo>
                    <a:pt x="9729" y="450"/>
                  </a:lnTo>
                  <a:lnTo>
                    <a:pt x="8532" y="150"/>
                  </a:lnTo>
                  <a:lnTo>
                    <a:pt x="748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9" name="Google Shape;359;p40"/>
            <p:cNvSpPr/>
            <p:nvPr/>
          </p:nvSpPr>
          <p:spPr>
            <a:xfrm>
              <a:off x="3576125" y="2071675"/>
              <a:ext cx="243250" cy="22475"/>
            </a:xfrm>
            <a:custGeom>
              <a:rect b="b" l="l" r="r" t="t"/>
              <a:pathLst>
                <a:path extrusionOk="0" h="899" w="9730">
                  <a:moveTo>
                    <a:pt x="5239" y="1"/>
                  </a:moveTo>
                  <a:lnTo>
                    <a:pt x="2694" y="150"/>
                  </a:lnTo>
                  <a:lnTo>
                    <a:pt x="150" y="300"/>
                  </a:lnTo>
                  <a:lnTo>
                    <a:pt x="0" y="300"/>
                  </a:lnTo>
                  <a:lnTo>
                    <a:pt x="0" y="450"/>
                  </a:lnTo>
                  <a:lnTo>
                    <a:pt x="0" y="599"/>
                  </a:lnTo>
                  <a:lnTo>
                    <a:pt x="150" y="599"/>
                  </a:lnTo>
                  <a:lnTo>
                    <a:pt x="2694" y="749"/>
                  </a:lnTo>
                  <a:lnTo>
                    <a:pt x="5239" y="899"/>
                  </a:lnTo>
                  <a:lnTo>
                    <a:pt x="8532" y="899"/>
                  </a:lnTo>
                  <a:lnTo>
                    <a:pt x="9580" y="599"/>
                  </a:lnTo>
                  <a:lnTo>
                    <a:pt x="9729" y="450"/>
                  </a:lnTo>
                  <a:lnTo>
                    <a:pt x="9580" y="300"/>
                  </a:lnTo>
                  <a:lnTo>
                    <a:pt x="8532" y="150"/>
                  </a:lnTo>
                  <a:lnTo>
                    <a:pt x="733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0" name="Google Shape;360;p40"/>
            <p:cNvSpPr/>
            <p:nvPr/>
          </p:nvSpPr>
          <p:spPr>
            <a:xfrm>
              <a:off x="3587350" y="1993100"/>
              <a:ext cx="235750" cy="22475"/>
            </a:xfrm>
            <a:custGeom>
              <a:rect b="b" l="l" r="r" t="t"/>
              <a:pathLst>
                <a:path extrusionOk="0" h="899" w="9430">
                  <a:moveTo>
                    <a:pt x="2395" y="0"/>
                  </a:moveTo>
                  <a:lnTo>
                    <a:pt x="150" y="300"/>
                  </a:lnTo>
                  <a:lnTo>
                    <a:pt x="0" y="449"/>
                  </a:lnTo>
                  <a:lnTo>
                    <a:pt x="150" y="599"/>
                  </a:lnTo>
                  <a:lnTo>
                    <a:pt x="2395" y="749"/>
                  </a:lnTo>
                  <a:lnTo>
                    <a:pt x="4640" y="898"/>
                  </a:lnTo>
                  <a:lnTo>
                    <a:pt x="9131" y="599"/>
                  </a:lnTo>
                  <a:lnTo>
                    <a:pt x="9280" y="599"/>
                  </a:lnTo>
                  <a:lnTo>
                    <a:pt x="9430" y="449"/>
                  </a:lnTo>
                  <a:lnTo>
                    <a:pt x="9280" y="150"/>
                  </a:lnTo>
                  <a:lnTo>
                    <a:pt x="9131" y="150"/>
                  </a:lnTo>
                  <a:lnTo>
                    <a:pt x="46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1" name="Google Shape;361;p40"/>
            <p:cNvSpPr/>
            <p:nvPr/>
          </p:nvSpPr>
          <p:spPr>
            <a:xfrm>
              <a:off x="3594825" y="1907025"/>
              <a:ext cx="235775" cy="22475"/>
            </a:xfrm>
            <a:custGeom>
              <a:rect b="b" l="l" r="r" t="t"/>
              <a:pathLst>
                <a:path extrusionOk="0" h="899" w="9431">
                  <a:moveTo>
                    <a:pt x="1198" y="1"/>
                  </a:moveTo>
                  <a:lnTo>
                    <a:pt x="150" y="300"/>
                  </a:lnTo>
                  <a:lnTo>
                    <a:pt x="1" y="300"/>
                  </a:lnTo>
                  <a:lnTo>
                    <a:pt x="1" y="450"/>
                  </a:lnTo>
                  <a:lnTo>
                    <a:pt x="1" y="599"/>
                  </a:lnTo>
                  <a:lnTo>
                    <a:pt x="150" y="599"/>
                  </a:lnTo>
                  <a:lnTo>
                    <a:pt x="1198" y="899"/>
                  </a:lnTo>
                  <a:lnTo>
                    <a:pt x="6736" y="899"/>
                  </a:lnTo>
                  <a:lnTo>
                    <a:pt x="9281" y="749"/>
                  </a:lnTo>
                  <a:lnTo>
                    <a:pt x="9430" y="749"/>
                  </a:lnTo>
                  <a:lnTo>
                    <a:pt x="9430" y="599"/>
                  </a:lnTo>
                  <a:lnTo>
                    <a:pt x="9430" y="450"/>
                  </a:lnTo>
                  <a:lnTo>
                    <a:pt x="9281" y="450"/>
                  </a:lnTo>
                  <a:lnTo>
                    <a:pt x="6736" y="150"/>
                  </a:lnTo>
                  <a:lnTo>
                    <a:pt x="4341" y="150"/>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2" name="Google Shape;362;p40"/>
            <p:cNvSpPr/>
            <p:nvPr/>
          </p:nvSpPr>
          <p:spPr>
            <a:xfrm>
              <a:off x="3609800" y="1828450"/>
              <a:ext cx="205825" cy="22475"/>
            </a:xfrm>
            <a:custGeom>
              <a:rect b="b" l="l" r="r" t="t"/>
              <a:pathLst>
                <a:path extrusionOk="0" h="899" w="8233">
                  <a:moveTo>
                    <a:pt x="4042" y="0"/>
                  </a:moveTo>
                  <a:lnTo>
                    <a:pt x="2096" y="150"/>
                  </a:lnTo>
                  <a:lnTo>
                    <a:pt x="150" y="300"/>
                  </a:lnTo>
                  <a:lnTo>
                    <a:pt x="0" y="449"/>
                  </a:lnTo>
                  <a:lnTo>
                    <a:pt x="150" y="599"/>
                  </a:lnTo>
                  <a:lnTo>
                    <a:pt x="4042" y="898"/>
                  </a:lnTo>
                  <a:lnTo>
                    <a:pt x="5987" y="898"/>
                  </a:lnTo>
                  <a:lnTo>
                    <a:pt x="7933" y="749"/>
                  </a:lnTo>
                  <a:lnTo>
                    <a:pt x="8233" y="749"/>
                  </a:lnTo>
                  <a:lnTo>
                    <a:pt x="8233" y="449"/>
                  </a:lnTo>
                  <a:lnTo>
                    <a:pt x="8233" y="300"/>
                  </a:lnTo>
                  <a:lnTo>
                    <a:pt x="7933" y="300"/>
                  </a:lnTo>
                  <a:lnTo>
                    <a:pt x="598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3" name="Google Shape;363;p40"/>
            <p:cNvSpPr/>
            <p:nvPr/>
          </p:nvSpPr>
          <p:spPr>
            <a:xfrm>
              <a:off x="3624750" y="1746125"/>
              <a:ext cx="243275" cy="26225"/>
            </a:xfrm>
            <a:custGeom>
              <a:rect b="b" l="l" r="r" t="t"/>
              <a:pathLst>
                <a:path extrusionOk="0" h="1049" w="9731">
                  <a:moveTo>
                    <a:pt x="4791" y="0"/>
                  </a:moveTo>
                  <a:lnTo>
                    <a:pt x="2396" y="150"/>
                  </a:lnTo>
                  <a:lnTo>
                    <a:pt x="151" y="450"/>
                  </a:lnTo>
                  <a:lnTo>
                    <a:pt x="1" y="599"/>
                  </a:lnTo>
                  <a:lnTo>
                    <a:pt x="151" y="749"/>
                  </a:lnTo>
                  <a:lnTo>
                    <a:pt x="2096" y="899"/>
                  </a:lnTo>
                  <a:lnTo>
                    <a:pt x="4042" y="1048"/>
                  </a:lnTo>
                  <a:lnTo>
                    <a:pt x="7784" y="1048"/>
                  </a:lnTo>
                  <a:lnTo>
                    <a:pt x="9580" y="749"/>
                  </a:lnTo>
                  <a:lnTo>
                    <a:pt x="9730" y="749"/>
                  </a:lnTo>
                  <a:lnTo>
                    <a:pt x="9730" y="450"/>
                  </a:lnTo>
                  <a:lnTo>
                    <a:pt x="9580" y="30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4" name="Google Shape;364;p40"/>
            <p:cNvSpPr/>
            <p:nvPr/>
          </p:nvSpPr>
          <p:spPr>
            <a:xfrm>
              <a:off x="3632250" y="1667550"/>
              <a:ext cx="198350" cy="22475"/>
            </a:xfrm>
            <a:custGeom>
              <a:rect b="b" l="l" r="r" t="t"/>
              <a:pathLst>
                <a:path extrusionOk="0" h="899" w="7934">
                  <a:moveTo>
                    <a:pt x="1946" y="0"/>
                  </a:moveTo>
                  <a:lnTo>
                    <a:pt x="150" y="300"/>
                  </a:lnTo>
                  <a:lnTo>
                    <a:pt x="0" y="449"/>
                  </a:lnTo>
                  <a:lnTo>
                    <a:pt x="150" y="599"/>
                  </a:lnTo>
                  <a:lnTo>
                    <a:pt x="1946" y="898"/>
                  </a:lnTo>
                  <a:lnTo>
                    <a:pt x="5838" y="898"/>
                  </a:lnTo>
                  <a:lnTo>
                    <a:pt x="7634" y="749"/>
                  </a:lnTo>
                  <a:lnTo>
                    <a:pt x="7784" y="599"/>
                  </a:lnTo>
                  <a:lnTo>
                    <a:pt x="7933" y="449"/>
                  </a:lnTo>
                  <a:lnTo>
                    <a:pt x="7784" y="300"/>
                  </a:lnTo>
                  <a:lnTo>
                    <a:pt x="7634" y="300"/>
                  </a:lnTo>
                  <a:lnTo>
                    <a:pt x="5838"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5" name="Google Shape;365;p40"/>
            <p:cNvSpPr/>
            <p:nvPr/>
          </p:nvSpPr>
          <p:spPr>
            <a:xfrm>
              <a:off x="3654700" y="1506650"/>
              <a:ext cx="164675" cy="26200"/>
            </a:xfrm>
            <a:custGeom>
              <a:rect b="b" l="l" r="r" t="t"/>
              <a:pathLst>
                <a:path extrusionOk="0" h="1048" w="6587">
                  <a:moveTo>
                    <a:pt x="2994" y="0"/>
                  </a:moveTo>
                  <a:lnTo>
                    <a:pt x="1497" y="150"/>
                  </a:lnTo>
                  <a:lnTo>
                    <a:pt x="150" y="449"/>
                  </a:lnTo>
                  <a:lnTo>
                    <a:pt x="0" y="449"/>
                  </a:lnTo>
                  <a:lnTo>
                    <a:pt x="0" y="599"/>
                  </a:lnTo>
                  <a:lnTo>
                    <a:pt x="150" y="748"/>
                  </a:lnTo>
                  <a:lnTo>
                    <a:pt x="1647" y="898"/>
                  </a:lnTo>
                  <a:lnTo>
                    <a:pt x="3293" y="1048"/>
                  </a:lnTo>
                  <a:lnTo>
                    <a:pt x="4790" y="898"/>
                  </a:lnTo>
                  <a:lnTo>
                    <a:pt x="6437" y="748"/>
                  </a:lnTo>
                  <a:lnTo>
                    <a:pt x="6586" y="599"/>
                  </a:lnTo>
                  <a:lnTo>
                    <a:pt x="6586" y="449"/>
                  </a:lnTo>
                  <a:lnTo>
                    <a:pt x="6586" y="299"/>
                  </a:lnTo>
                  <a:lnTo>
                    <a:pt x="6437" y="299"/>
                  </a:lnTo>
                  <a:lnTo>
                    <a:pt x="5838" y="150"/>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6" name="Google Shape;366;p40"/>
            <p:cNvSpPr/>
            <p:nvPr/>
          </p:nvSpPr>
          <p:spPr>
            <a:xfrm>
              <a:off x="3643475" y="1588950"/>
              <a:ext cx="172150" cy="22500"/>
            </a:xfrm>
            <a:custGeom>
              <a:rect b="b" l="l" r="r" t="t"/>
              <a:pathLst>
                <a:path extrusionOk="0" h="900" w="6886">
                  <a:moveTo>
                    <a:pt x="1796" y="1"/>
                  </a:moveTo>
                  <a:lnTo>
                    <a:pt x="150" y="300"/>
                  </a:lnTo>
                  <a:lnTo>
                    <a:pt x="0" y="300"/>
                  </a:lnTo>
                  <a:lnTo>
                    <a:pt x="0" y="450"/>
                  </a:lnTo>
                  <a:lnTo>
                    <a:pt x="150" y="600"/>
                  </a:lnTo>
                  <a:lnTo>
                    <a:pt x="1796" y="749"/>
                  </a:lnTo>
                  <a:lnTo>
                    <a:pt x="3443" y="899"/>
                  </a:lnTo>
                  <a:lnTo>
                    <a:pt x="5089" y="899"/>
                  </a:lnTo>
                  <a:lnTo>
                    <a:pt x="6736" y="600"/>
                  </a:lnTo>
                  <a:lnTo>
                    <a:pt x="6886" y="600"/>
                  </a:lnTo>
                  <a:lnTo>
                    <a:pt x="6886" y="450"/>
                  </a:lnTo>
                  <a:lnTo>
                    <a:pt x="6886" y="300"/>
                  </a:lnTo>
                  <a:lnTo>
                    <a:pt x="6736" y="151"/>
                  </a:lnTo>
                  <a:lnTo>
                    <a:pt x="508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7" name="Google Shape;367;p40"/>
            <p:cNvSpPr/>
            <p:nvPr/>
          </p:nvSpPr>
          <p:spPr>
            <a:xfrm>
              <a:off x="3665925" y="1424325"/>
              <a:ext cx="149700" cy="26200"/>
            </a:xfrm>
            <a:custGeom>
              <a:rect b="b" l="l" r="r" t="t"/>
              <a:pathLst>
                <a:path extrusionOk="0" h="1048" w="5988">
                  <a:moveTo>
                    <a:pt x="2844" y="0"/>
                  </a:moveTo>
                  <a:lnTo>
                    <a:pt x="1497" y="150"/>
                  </a:lnTo>
                  <a:lnTo>
                    <a:pt x="0" y="299"/>
                  </a:lnTo>
                  <a:lnTo>
                    <a:pt x="0" y="599"/>
                  </a:lnTo>
                  <a:lnTo>
                    <a:pt x="0" y="749"/>
                  </a:lnTo>
                  <a:lnTo>
                    <a:pt x="1497" y="898"/>
                  </a:lnTo>
                  <a:lnTo>
                    <a:pt x="2844" y="1048"/>
                  </a:lnTo>
                  <a:lnTo>
                    <a:pt x="4341" y="1048"/>
                  </a:lnTo>
                  <a:lnTo>
                    <a:pt x="5688" y="749"/>
                  </a:lnTo>
                  <a:lnTo>
                    <a:pt x="5838" y="599"/>
                  </a:lnTo>
                  <a:lnTo>
                    <a:pt x="5988" y="599"/>
                  </a:lnTo>
                  <a:lnTo>
                    <a:pt x="5838" y="449"/>
                  </a:lnTo>
                  <a:lnTo>
                    <a:pt x="5688" y="299"/>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8" name="Google Shape;368;p40"/>
            <p:cNvSpPr/>
            <p:nvPr/>
          </p:nvSpPr>
          <p:spPr>
            <a:xfrm>
              <a:off x="3677150" y="1345725"/>
              <a:ext cx="134725" cy="26225"/>
            </a:xfrm>
            <a:custGeom>
              <a:rect b="b" l="l" r="r" t="t"/>
              <a:pathLst>
                <a:path extrusionOk="0" h="1049" w="5389">
                  <a:moveTo>
                    <a:pt x="1497" y="1"/>
                  </a:moveTo>
                  <a:lnTo>
                    <a:pt x="150" y="300"/>
                  </a:lnTo>
                  <a:lnTo>
                    <a:pt x="150" y="450"/>
                  </a:lnTo>
                  <a:lnTo>
                    <a:pt x="0" y="450"/>
                  </a:lnTo>
                  <a:lnTo>
                    <a:pt x="150" y="600"/>
                  </a:lnTo>
                  <a:lnTo>
                    <a:pt x="150" y="749"/>
                  </a:lnTo>
                  <a:lnTo>
                    <a:pt x="1497" y="899"/>
                  </a:lnTo>
                  <a:lnTo>
                    <a:pt x="2695" y="1049"/>
                  </a:lnTo>
                  <a:lnTo>
                    <a:pt x="4042" y="899"/>
                  </a:lnTo>
                  <a:lnTo>
                    <a:pt x="5239" y="749"/>
                  </a:lnTo>
                  <a:lnTo>
                    <a:pt x="5389" y="600"/>
                  </a:lnTo>
                  <a:lnTo>
                    <a:pt x="5389" y="450"/>
                  </a:lnTo>
                  <a:lnTo>
                    <a:pt x="5389" y="300"/>
                  </a:lnTo>
                  <a:lnTo>
                    <a:pt x="5239" y="151"/>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69" name="Google Shape;369;p40"/>
            <p:cNvSpPr/>
            <p:nvPr/>
          </p:nvSpPr>
          <p:spPr>
            <a:xfrm>
              <a:off x="3688375" y="1267150"/>
              <a:ext cx="142225" cy="18725"/>
            </a:xfrm>
            <a:custGeom>
              <a:rect b="b" l="l" r="r" t="t"/>
              <a:pathLst>
                <a:path extrusionOk="0" h="749" w="5689">
                  <a:moveTo>
                    <a:pt x="1497" y="1"/>
                  </a:moveTo>
                  <a:lnTo>
                    <a:pt x="150" y="300"/>
                  </a:lnTo>
                  <a:lnTo>
                    <a:pt x="0" y="450"/>
                  </a:lnTo>
                  <a:lnTo>
                    <a:pt x="150" y="599"/>
                  </a:lnTo>
                  <a:lnTo>
                    <a:pt x="1497" y="749"/>
                  </a:lnTo>
                  <a:lnTo>
                    <a:pt x="4940" y="749"/>
                  </a:lnTo>
                  <a:lnTo>
                    <a:pt x="5539" y="450"/>
                  </a:lnTo>
                  <a:lnTo>
                    <a:pt x="5688" y="300"/>
                  </a:lnTo>
                  <a:lnTo>
                    <a:pt x="5539" y="150"/>
                  </a:lnTo>
                  <a:lnTo>
                    <a:pt x="49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0" name="Google Shape;370;p40"/>
            <p:cNvSpPr/>
            <p:nvPr/>
          </p:nvSpPr>
          <p:spPr>
            <a:xfrm>
              <a:off x="3699600" y="1184825"/>
              <a:ext cx="134725" cy="22475"/>
            </a:xfrm>
            <a:custGeom>
              <a:rect b="b" l="l" r="r" t="t"/>
              <a:pathLst>
                <a:path extrusionOk="0" h="899" w="5389">
                  <a:moveTo>
                    <a:pt x="2844" y="1"/>
                  </a:moveTo>
                  <a:lnTo>
                    <a:pt x="1497" y="150"/>
                  </a:lnTo>
                  <a:lnTo>
                    <a:pt x="150" y="300"/>
                  </a:lnTo>
                  <a:lnTo>
                    <a:pt x="0" y="300"/>
                  </a:lnTo>
                  <a:lnTo>
                    <a:pt x="0" y="450"/>
                  </a:lnTo>
                  <a:lnTo>
                    <a:pt x="0" y="599"/>
                  </a:lnTo>
                  <a:lnTo>
                    <a:pt x="150" y="749"/>
                  </a:lnTo>
                  <a:lnTo>
                    <a:pt x="1497" y="899"/>
                  </a:lnTo>
                  <a:lnTo>
                    <a:pt x="4042" y="899"/>
                  </a:lnTo>
                  <a:lnTo>
                    <a:pt x="4790" y="749"/>
                  </a:lnTo>
                  <a:lnTo>
                    <a:pt x="5239" y="599"/>
                  </a:lnTo>
                  <a:lnTo>
                    <a:pt x="5389" y="450"/>
                  </a:lnTo>
                  <a:lnTo>
                    <a:pt x="5239" y="300"/>
                  </a:lnTo>
                  <a:lnTo>
                    <a:pt x="4790" y="15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1" name="Google Shape;371;p40"/>
            <p:cNvSpPr/>
            <p:nvPr/>
          </p:nvSpPr>
          <p:spPr>
            <a:xfrm>
              <a:off x="3703350" y="1098775"/>
              <a:ext cx="134725" cy="29950"/>
            </a:xfrm>
            <a:custGeom>
              <a:rect b="b" l="l" r="r" t="t"/>
              <a:pathLst>
                <a:path extrusionOk="0" h="1198" w="5389">
                  <a:moveTo>
                    <a:pt x="2694" y="0"/>
                  </a:moveTo>
                  <a:lnTo>
                    <a:pt x="1347" y="150"/>
                  </a:lnTo>
                  <a:lnTo>
                    <a:pt x="150" y="449"/>
                  </a:lnTo>
                  <a:lnTo>
                    <a:pt x="0" y="449"/>
                  </a:lnTo>
                  <a:lnTo>
                    <a:pt x="0" y="599"/>
                  </a:lnTo>
                  <a:lnTo>
                    <a:pt x="0" y="748"/>
                  </a:lnTo>
                  <a:lnTo>
                    <a:pt x="150" y="898"/>
                  </a:lnTo>
                  <a:lnTo>
                    <a:pt x="1347" y="1048"/>
                  </a:lnTo>
                  <a:lnTo>
                    <a:pt x="2694" y="1198"/>
                  </a:lnTo>
                  <a:lnTo>
                    <a:pt x="4041" y="1198"/>
                  </a:lnTo>
                  <a:lnTo>
                    <a:pt x="4640" y="1048"/>
                  </a:lnTo>
                  <a:lnTo>
                    <a:pt x="5239" y="898"/>
                  </a:lnTo>
                  <a:lnTo>
                    <a:pt x="5389" y="748"/>
                  </a:lnTo>
                  <a:lnTo>
                    <a:pt x="5389" y="449"/>
                  </a:lnTo>
                  <a:lnTo>
                    <a:pt x="5239" y="449"/>
                  </a:lnTo>
                  <a:lnTo>
                    <a:pt x="4640" y="299"/>
                  </a:lnTo>
                  <a:lnTo>
                    <a:pt x="4041"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2" name="Google Shape;372;p40"/>
            <p:cNvSpPr/>
            <p:nvPr/>
          </p:nvSpPr>
          <p:spPr>
            <a:xfrm>
              <a:off x="3718300" y="1020175"/>
              <a:ext cx="134750" cy="26225"/>
            </a:xfrm>
            <a:custGeom>
              <a:rect b="b" l="l" r="r" t="t"/>
              <a:pathLst>
                <a:path extrusionOk="0" h="1049" w="5390">
                  <a:moveTo>
                    <a:pt x="2695" y="1"/>
                  </a:moveTo>
                  <a:lnTo>
                    <a:pt x="1348" y="151"/>
                  </a:lnTo>
                  <a:lnTo>
                    <a:pt x="151" y="300"/>
                  </a:lnTo>
                  <a:lnTo>
                    <a:pt x="1" y="600"/>
                  </a:lnTo>
                  <a:lnTo>
                    <a:pt x="151" y="749"/>
                  </a:lnTo>
                  <a:lnTo>
                    <a:pt x="1348" y="899"/>
                  </a:lnTo>
                  <a:lnTo>
                    <a:pt x="2695" y="1049"/>
                  </a:lnTo>
                  <a:lnTo>
                    <a:pt x="4042" y="1049"/>
                  </a:lnTo>
                  <a:lnTo>
                    <a:pt x="5240" y="749"/>
                  </a:lnTo>
                  <a:lnTo>
                    <a:pt x="5389" y="600"/>
                  </a:lnTo>
                  <a:lnTo>
                    <a:pt x="5240" y="30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3" name="Google Shape;373;p40"/>
            <p:cNvSpPr/>
            <p:nvPr/>
          </p:nvSpPr>
          <p:spPr>
            <a:xfrm>
              <a:off x="3729525" y="941600"/>
              <a:ext cx="108550" cy="22475"/>
            </a:xfrm>
            <a:custGeom>
              <a:rect b="b" l="l" r="r" t="t"/>
              <a:pathLst>
                <a:path extrusionOk="0" h="899" w="4342">
                  <a:moveTo>
                    <a:pt x="2246" y="1"/>
                  </a:moveTo>
                  <a:lnTo>
                    <a:pt x="1198" y="150"/>
                  </a:lnTo>
                  <a:lnTo>
                    <a:pt x="151" y="300"/>
                  </a:lnTo>
                  <a:lnTo>
                    <a:pt x="1" y="450"/>
                  </a:lnTo>
                  <a:lnTo>
                    <a:pt x="151" y="599"/>
                  </a:lnTo>
                  <a:lnTo>
                    <a:pt x="1198" y="899"/>
                  </a:lnTo>
                  <a:lnTo>
                    <a:pt x="3743" y="899"/>
                  </a:lnTo>
                  <a:lnTo>
                    <a:pt x="4342" y="599"/>
                  </a:lnTo>
                  <a:lnTo>
                    <a:pt x="4342" y="450"/>
                  </a:lnTo>
                  <a:lnTo>
                    <a:pt x="4342" y="300"/>
                  </a:lnTo>
                  <a:lnTo>
                    <a:pt x="3743" y="150"/>
                  </a:lnTo>
                  <a:lnTo>
                    <a:pt x="3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4" name="Google Shape;374;p40"/>
            <p:cNvSpPr/>
            <p:nvPr/>
          </p:nvSpPr>
          <p:spPr>
            <a:xfrm>
              <a:off x="3740750" y="863025"/>
              <a:ext cx="82350" cy="18725"/>
            </a:xfrm>
            <a:custGeom>
              <a:rect b="b" l="l" r="r" t="t"/>
              <a:pathLst>
                <a:path extrusionOk="0" h="749" w="3294">
                  <a:moveTo>
                    <a:pt x="1498" y="0"/>
                  </a:moveTo>
                  <a:lnTo>
                    <a:pt x="151" y="300"/>
                  </a:lnTo>
                  <a:lnTo>
                    <a:pt x="1" y="449"/>
                  </a:lnTo>
                  <a:lnTo>
                    <a:pt x="151" y="599"/>
                  </a:lnTo>
                  <a:lnTo>
                    <a:pt x="1647" y="749"/>
                  </a:lnTo>
                  <a:lnTo>
                    <a:pt x="2396" y="749"/>
                  </a:lnTo>
                  <a:lnTo>
                    <a:pt x="2995" y="599"/>
                  </a:lnTo>
                  <a:lnTo>
                    <a:pt x="3144" y="599"/>
                  </a:lnTo>
                  <a:lnTo>
                    <a:pt x="3294" y="449"/>
                  </a:lnTo>
                  <a:lnTo>
                    <a:pt x="3144" y="150"/>
                  </a:lnTo>
                  <a:lnTo>
                    <a:pt x="2995" y="150"/>
                  </a:lnTo>
                  <a:lnTo>
                    <a:pt x="23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5" name="Google Shape;375;p40"/>
            <p:cNvSpPr/>
            <p:nvPr/>
          </p:nvSpPr>
          <p:spPr>
            <a:xfrm>
              <a:off x="3744500" y="780700"/>
              <a:ext cx="71125" cy="22475"/>
            </a:xfrm>
            <a:custGeom>
              <a:rect b="b" l="l" r="r" t="t"/>
              <a:pathLst>
                <a:path extrusionOk="0" h="899" w="2845">
                  <a:moveTo>
                    <a:pt x="1348" y="0"/>
                  </a:moveTo>
                  <a:lnTo>
                    <a:pt x="749" y="150"/>
                  </a:lnTo>
                  <a:lnTo>
                    <a:pt x="150" y="300"/>
                  </a:lnTo>
                  <a:lnTo>
                    <a:pt x="1" y="449"/>
                  </a:lnTo>
                  <a:lnTo>
                    <a:pt x="150" y="599"/>
                  </a:lnTo>
                  <a:lnTo>
                    <a:pt x="749" y="898"/>
                  </a:lnTo>
                  <a:lnTo>
                    <a:pt x="1946" y="898"/>
                  </a:lnTo>
                  <a:lnTo>
                    <a:pt x="2545" y="749"/>
                  </a:lnTo>
                  <a:lnTo>
                    <a:pt x="2695" y="599"/>
                  </a:lnTo>
                  <a:lnTo>
                    <a:pt x="2845" y="449"/>
                  </a:lnTo>
                  <a:lnTo>
                    <a:pt x="2695" y="300"/>
                  </a:lnTo>
                  <a:lnTo>
                    <a:pt x="2545" y="150"/>
                  </a:lnTo>
                  <a:lnTo>
                    <a:pt x="19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6" name="Google Shape;376;p40"/>
            <p:cNvSpPr/>
            <p:nvPr/>
          </p:nvSpPr>
          <p:spPr>
            <a:xfrm>
              <a:off x="3759475" y="698375"/>
              <a:ext cx="67375" cy="26225"/>
            </a:xfrm>
            <a:custGeom>
              <a:rect b="b" l="l" r="r" t="t"/>
              <a:pathLst>
                <a:path extrusionOk="0" h="1049" w="2695">
                  <a:moveTo>
                    <a:pt x="1497" y="0"/>
                  </a:moveTo>
                  <a:lnTo>
                    <a:pt x="150" y="300"/>
                  </a:lnTo>
                  <a:lnTo>
                    <a:pt x="0" y="450"/>
                  </a:lnTo>
                  <a:lnTo>
                    <a:pt x="150" y="749"/>
                  </a:lnTo>
                  <a:lnTo>
                    <a:pt x="749" y="899"/>
                  </a:lnTo>
                  <a:lnTo>
                    <a:pt x="1497" y="1048"/>
                  </a:lnTo>
                  <a:lnTo>
                    <a:pt x="2096" y="899"/>
                  </a:lnTo>
                  <a:lnTo>
                    <a:pt x="2395" y="899"/>
                  </a:lnTo>
                  <a:lnTo>
                    <a:pt x="2695" y="749"/>
                  </a:lnTo>
                  <a:lnTo>
                    <a:pt x="2695" y="450"/>
                  </a:lnTo>
                  <a:lnTo>
                    <a:pt x="26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7" name="Google Shape;377;p40"/>
            <p:cNvSpPr/>
            <p:nvPr/>
          </p:nvSpPr>
          <p:spPr>
            <a:xfrm>
              <a:off x="3766950" y="623525"/>
              <a:ext cx="59900" cy="15000"/>
            </a:xfrm>
            <a:custGeom>
              <a:rect b="b" l="l" r="r" t="t"/>
              <a:pathLst>
                <a:path extrusionOk="0" h="600" w="2396">
                  <a:moveTo>
                    <a:pt x="1048" y="1"/>
                  </a:moveTo>
                  <a:lnTo>
                    <a:pt x="1" y="151"/>
                  </a:lnTo>
                  <a:lnTo>
                    <a:pt x="1" y="300"/>
                  </a:lnTo>
                  <a:lnTo>
                    <a:pt x="1" y="450"/>
                  </a:lnTo>
                  <a:lnTo>
                    <a:pt x="1048" y="600"/>
                  </a:lnTo>
                  <a:lnTo>
                    <a:pt x="2246" y="450"/>
                  </a:lnTo>
                  <a:lnTo>
                    <a:pt x="2396" y="300"/>
                  </a:lnTo>
                  <a:lnTo>
                    <a:pt x="2246" y="151"/>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8" name="Google Shape;378;p40"/>
            <p:cNvSpPr/>
            <p:nvPr/>
          </p:nvSpPr>
          <p:spPr>
            <a:xfrm>
              <a:off x="3512500" y="2827550"/>
              <a:ext cx="18725" cy="295650"/>
            </a:xfrm>
            <a:custGeom>
              <a:rect b="b" l="l" r="r" t="t"/>
              <a:pathLst>
                <a:path extrusionOk="0" h="11826" w="749">
                  <a:moveTo>
                    <a:pt x="300" y="1"/>
                  </a:moveTo>
                  <a:lnTo>
                    <a:pt x="150" y="150"/>
                  </a:lnTo>
                  <a:lnTo>
                    <a:pt x="150" y="300"/>
                  </a:lnTo>
                  <a:lnTo>
                    <a:pt x="150" y="749"/>
                  </a:lnTo>
                  <a:lnTo>
                    <a:pt x="1" y="1497"/>
                  </a:lnTo>
                  <a:lnTo>
                    <a:pt x="1" y="2096"/>
                  </a:lnTo>
                  <a:lnTo>
                    <a:pt x="1" y="2695"/>
                  </a:lnTo>
                  <a:lnTo>
                    <a:pt x="1" y="7185"/>
                  </a:lnTo>
                  <a:lnTo>
                    <a:pt x="150" y="11676"/>
                  </a:lnTo>
                  <a:lnTo>
                    <a:pt x="300" y="11825"/>
                  </a:lnTo>
                  <a:lnTo>
                    <a:pt x="450" y="11676"/>
                  </a:lnTo>
                  <a:lnTo>
                    <a:pt x="749" y="7185"/>
                  </a:lnTo>
                  <a:lnTo>
                    <a:pt x="599" y="2695"/>
                  </a:lnTo>
                  <a:lnTo>
                    <a:pt x="599" y="2096"/>
                  </a:lnTo>
                  <a:lnTo>
                    <a:pt x="599" y="1497"/>
                  </a:lnTo>
                  <a:lnTo>
                    <a:pt x="599" y="1348"/>
                  </a:lnTo>
                  <a:lnTo>
                    <a:pt x="599" y="749"/>
                  </a:lnTo>
                  <a:lnTo>
                    <a:pt x="450" y="30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40"/>
            <p:cNvSpPr/>
            <p:nvPr/>
          </p:nvSpPr>
          <p:spPr>
            <a:xfrm>
              <a:off x="3351600" y="2850000"/>
              <a:ext cx="15000" cy="280675"/>
            </a:xfrm>
            <a:custGeom>
              <a:rect b="b" l="l" r="r" t="t"/>
              <a:pathLst>
                <a:path extrusionOk="0" h="11227" w="600">
                  <a:moveTo>
                    <a:pt x="300" y="1"/>
                  </a:moveTo>
                  <a:lnTo>
                    <a:pt x="150" y="150"/>
                  </a:lnTo>
                  <a:lnTo>
                    <a:pt x="0" y="5539"/>
                  </a:lnTo>
                  <a:lnTo>
                    <a:pt x="0" y="6587"/>
                  </a:lnTo>
                  <a:lnTo>
                    <a:pt x="0" y="7634"/>
                  </a:lnTo>
                  <a:lnTo>
                    <a:pt x="0" y="9430"/>
                  </a:lnTo>
                  <a:lnTo>
                    <a:pt x="150" y="11077"/>
                  </a:lnTo>
                  <a:lnTo>
                    <a:pt x="300" y="11227"/>
                  </a:lnTo>
                  <a:lnTo>
                    <a:pt x="449" y="11077"/>
                  </a:lnTo>
                  <a:lnTo>
                    <a:pt x="599" y="8832"/>
                  </a:lnTo>
                  <a:lnTo>
                    <a:pt x="599" y="6587"/>
                  </a:lnTo>
                  <a:lnTo>
                    <a:pt x="599" y="5539"/>
                  </a:lnTo>
                  <a:lnTo>
                    <a:pt x="599" y="4641"/>
                  </a:lnTo>
                  <a:lnTo>
                    <a:pt x="449" y="15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0" name="Google Shape;380;p40"/>
            <p:cNvSpPr/>
            <p:nvPr/>
          </p:nvSpPr>
          <p:spPr>
            <a:xfrm>
              <a:off x="3265525" y="2846250"/>
              <a:ext cx="26225" cy="273200"/>
            </a:xfrm>
            <a:custGeom>
              <a:rect b="b" l="l" r="r" t="t"/>
              <a:pathLst>
                <a:path extrusionOk="0" h="10928" w="1049">
                  <a:moveTo>
                    <a:pt x="450" y="1"/>
                  </a:moveTo>
                  <a:lnTo>
                    <a:pt x="150" y="2396"/>
                  </a:lnTo>
                  <a:lnTo>
                    <a:pt x="1" y="4940"/>
                  </a:lnTo>
                  <a:lnTo>
                    <a:pt x="1" y="7485"/>
                  </a:lnTo>
                  <a:lnTo>
                    <a:pt x="300" y="9880"/>
                  </a:lnTo>
                  <a:lnTo>
                    <a:pt x="300" y="10778"/>
                  </a:lnTo>
                  <a:lnTo>
                    <a:pt x="450" y="10928"/>
                  </a:lnTo>
                  <a:lnTo>
                    <a:pt x="600" y="10778"/>
                  </a:lnTo>
                  <a:lnTo>
                    <a:pt x="600" y="10478"/>
                  </a:lnTo>
                  <a:lnTo>
                    <a:pt x="749" y="9131"/>
                  </a:lnTo>
                  <a:lnTo>
                    <a:pt x="1049" y="6886"/>
                  </a:lnTo>
                  <a:lnTo>
                    <a:pt x="1049" y="4491"/>
                  </a:lnTo>
                  <a:lnTo>
                    <a:pt x="899" y="2246"/>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1" name="Google Shape;381;p40"/>
            <p:cNvSpPr/>
            <p:nvPr/>
          </p:nvSpPr>
          <p:spPr>
            <a:xfrm>
              <a:off x="3186950" y="2857500"/>
              <a:ext cx="22475" cy="258200"/>
            </a:xfrm>
            <a:custGeom>
              <a:rect b="b" l="l" r="r" t="t"/>
              <a:pathLst>
                <a:path extrusionOk="0" h="10328" w="899">
                  <a:moveTo>
                    <a:pt x="300" y="0"/>
                  </a:moveTo>
                  <a:lnTo>
                    <a:pt x="150" y="1048"/>
                  </a:lnTo>
                  <a:lnTo>
                    <a:pt x="1" y="2245"/>
                  </a:lnTo>
                  <a:lnTo>
                    <a:pt x="1" y="4640"/>
                  </a:lnTo>
                  <a:lnTo>
                    <a:pt x="1" y="7484"/>
                  </a:lnTo>
                  <a:lnTo>
                    <a:pt x="300" y="10178"/>
                  </a:lnTo>
                  <a:lnTo>
                    <a:pt x="300" y="10328"/>
                  </a:lnTo>
                  <a:lnTo>
                    <a:pt x="599" y="10328"/>
                  </a:lnTo>
                  <a:lnTo>
                    <a:pt x="599" y="10178"/>
                  </a:lnTo>
                  <a:lnTo>
                    <a:pt x="749" y="7484"/>
                  </a:lnTo>
                  <a:lnTo>
                    <a:pt x="899" y="4640"/>
                  </a:lnTo>
                  <a:lnTo>
                    <a:pt x="899" y="2245"/>
                  </a:lnTo>
                  <a:lnTo>
                    <a:pt x="749" y="1048"/>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2" name="Google Shape;382;p40"/>
            <p:cNvSpPr/>
            <p:nvPr/>
          </p:nvSpPr>
          <p:spPr>
            <a:xfrm>
              <a:off x="3100875" y="2857500"/>
              <a:ext cx="29975" cy="243250"/>
            </a:xfrm>
            <a:custGeom>
              <a:rect b="b" l="l" r="r" t="t"/>
              <a:pathLst>
                <a:path extrusionOk="0" h="9730" w="1199">
                  <a:moveTo>
                    <a:pt x="450" y="0"/>
                  </a:moveTo>
                  <a:lnTo>
                    <a:pt x="300" y="1197"/>
                  </a:lnTo>
                  <a:lnTo>
                    <a:pt x="151" y="2395"/>
                  </a:lnTo>
                  <a:lnTo>
                    <a:pt x="1" y="4790"/>
                  </a:lnTo>
                  <a:lnTo>
                    <a:pt x="300" y="7334"/>
                  </a:lnTo>
                  <a:lnTo>
                    <a:pt x="450" y="9579"/>
                  </a:lnTo>
                  <a:lnTo>
                    <a:pt x="600" y="9729"/>
                  </a:lnTo>
                  <a:lnTo>
                    <a:pt x="749" y="9579"/>
                  </a:lnTo>
                  <a:lnTo>
                    <a:pt x="899" y="7334"/>
                  </a:lnTo>
                  <a:lnTo>
                    <a:pt x="1198" y="4790"/>
                  </a:lnTo>
                  <a:lnTo>
                    <a:pt x="1198" y="2395"/>
                  </a:lnTo>
                  <a:lnTo>
                    <a:pt x="1049" y="1197"/>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3" name="Google Shape;383;p40"/>
            <p:cNvSpPr/>
            <p:nvPr/>
          </p:nvSpPr>
          <p:spPr>
            <a:xfrm>
              <a:off x="3026050" y="2846250"/>
              <a:ext cx="22475" cy="243275"/>
            </a:xfrm>
            <a:custGeom>
              <a:rect b="b" l="l" r="r" t="t"/>
              <a:pathLst>
                <a:path extrusionOk="0" h="9731" w="899">
                  <a:moveTo>
                    <a:pt x="449" y="1"/>
                  </a:moveTo>
                  <a:lnTo>
                    <a:pt x="300" y="151"/>
                  </a:lnTo>
                  <a:lnTo>
                    <a:pt x="0" y="1198"/>
                  </a:lnTo>
                  <a:lnTo>
                    <a:pt x="0" y="2396"/>
                  </a:lnTo>
                  <a:lnTo>
                    <a:pt x="0" y="4641"/>
                  </a:lnTo>
                  <a:lnTo>
                    <a:pt x="0" y="7036"/>
                  </a:lnTo>
                  <a:lnTo>
                    <a:pt x="300" y="9580"/>
                  </a:lnTo>
                  <a:lnTo>
                    <a:pt x="300" y="9730"/>
                  </a:lnTo>
                  <a:lnTo>
                    <a:pt x="599" y="9730"/>
                  </a:lnTo>
                  <a:lnTo>
                    <a:pt x="599" y="9580"/>
                  </a:lnTo>
                  <a:lnTo>
                    <a:pt x="749" y="7036"/>
                  </a:lnTo>
                  <a:lnTo>
                    <a:pt x="749" y="4641"/>
                  </a:lnTo>
                  <a:lnTo>
                    <a:pt x="898" y="239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4" name="Google Shape;384;p40"/>
            <p:cNvSpPr/>
            <p:nvPr/>
          </p:nvSpPr>
          <p:spPr>
            <a:xfrm>
              <a:off x="2943725" y="2846250"/>
              <a:ext cx="22475" cy="232050"/>
            </a:xfrm>
            <a:custGeom>
              <a:rect b="b" l="l" r="r" t="t"/>
              <a:pathLst>
                <a:path extrusionOk="0" h="9282" w="899">
                  <a:moveTo>
                    <a:pt x="300" y="1"/>
                  </a:moveTo>
                  <a:lnTo>
                    <a:pt x="300" y="151"/>
                  </a:lnTo>
                  <a:lnTo>
                    <a:pt x="0" y="4641"/>
                  </a:lnTo>
                  <a:lnTo>
                    <a:pt x="150" y="6886"/>
                  </a:lnTo>
                  <a:lnTo>
                    <a:pt x="300" y="9131"/>
                  </a:lnTo>
                  <a:lnTo>
                    <a:pt x="599" y="9281"/>
                  </a:lnTo>
                  <a:lnTo>
                    <a:pt x="749" y="9131"/>
                  </a:lnTo>
                  <a:lnTo>
                    <a:pt x="899" y="6886"/>
                  </a:lnTo>
                  <a:lnTo>
                    <a:pt x="899" y="4641"/>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5" name="Google Shape;385;p40"/>
            <p:cNvSpPr/>
            <p:nvPr/>
          </p:nvSpPr>
          <p:spPr>
            <a:xfrm>
              <a:off x="2861400" y="2835025"/>
              <a:ext cx="22475" cy="235775"/>
            </a:xfrm>
            <a:custGeom>
              <a:rect b="b" l="l" r="r" t="t"/>
              <a:pathLst>
                <a:path extrusionOk="0" h="9431" w="899">
                  <a:moveTo>
                    <a:pt x="599" y="1"/>
                  </a:moveTo>
                  <a:lnTo>
                    <a:pt x="450" y="151"/>
                  </a:lnTo>
                  <a:lnTo>
                    <a:pt x="300" y="300"/>
                  </a:lnTo>
                  <a:lnTo>
                    <a:pt x="150" y="2695"/>
                  </a:lnTo>
                  <a:lnTo>
                    <a:pt x="1" y="5090"/>
                  </a:lnTo>
                  <a:lnTo>
                    <a:pt x="1" y="7186"/>
                  </a:lnTo>
                  <a:lnTo>
                    <a:pt x="1" y="8383"/>
                  </a:lnTo>
                  <a:lnTo>
                    <a:pt x="150" y="9431"/>
                  </a:lnTo>
                  <a:lnTo>
                    <a:pt x="599" y="9431"/>
                  </a:lnTo>
                  <a:lnTo>
                    <a:pt x="749" y="8383"/>
                  </a:lnTo>
                  <a:lnTo>
                    <a:pt x="899" y="7186"/>
                  </a:lnTo>
                  <a:lnTo>
                    <a:pt x="899" y="5090"/>
                  </a:lnTo>
                  <a:lnTo>
                    <a:pt x="899" y="2695"/>
                  </a:lnTo>
                  <a:lnTo>
                    <a:pt x="749" y="300"/>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6" name="Google Shape;386;p40"/>
            <p:cNvSpPr/>
            <p:nvPr/>
          </p:nvSpPr>
          <p:spPr>
            <a:xfrm>
              <a:off x="2782825" y="2850000"/>
              <a:ext cx="22475" cy="205825"/>
            </a:xfrm>
            <a:custGeom>
              <a:rect b="b" l="l" r="r" t="t"/>
              <a:pathLst>
                <a:path extrusionOk="0" h="8233" w="899">
                  <a:moveTo>
                    <a:pt x="449" y="1"/>
                  </a:moveTo>
                  <a:lnTo>
                    <a:pt x="300" y="150"/>
                  </a:lnTo>
                  <a:lnTo>
                    <a:pt x="150" y="300"/>
                  </a:lnTo>
                  <a:lnTo>
                    <a:pt x="0" y="2246"/>
                  </a:lnTo>
                  <a:lnTo>
                    <a:pt x="0" y="4192"/>
                  </a:lnTo>
                  <a:lnTo>
                    <a:pt x="0" y="6137"/>
                  </a:lnTo>
                  <a:lnTo>
                    <a:pt x="300" y="8083"/>
                  </a:lnTo>
                  <a:lnTo>
                    <a:pt x="300" y="8233"/>
                  </a:lnTo>
                  <a:lnTo>
                    <a:pt x="449" y="8083"/>
                  </a:lnTo>
                  <a:lnTo>
                    <a:pt x="898" y="4192"/>
                  </a:lnTo>
                  <a:lnTo>
                    <a:pt x="898" y="2246"/>
                  </a:lnTo>
                  <a:lnTo>
                    <a:pt x="749" y="300"/>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7" name="Google Shape;387;p40"/>
            <p:cNvSpPr/>
            <p:nvPr/>
          </p:nvSpPr>
          <p:spPr>
            <a:xfrm>
              <a:off x="2696750" y="2797625"/>
              <a:ext cx="29975" cy="246975"/>
            </a:xfrm>
            <a:custGeom>
              <a:rect b="b" l="l" r="r" t="t"/>
              <a:pathLst>
                <a:path extrusionOk="0" h="9879" w="1199">
                  <a:moveTo>
                    <a:pt x="599" y="0"/>
                  </a:moveTo>
                  <a:lnTo>
                    <a:pt x="450" y="150"/>
                  </a:lnTo>
                  <a:lnTo>
                    <a:pt x="150" y="2545"/>
                  </a:lnTo>
                  <a:lnTo>
                    <a:pt x="1" y="4940"/>
                  </a:lnTo>
                  <a:lnTo>
                    <a:pt x="150" y="7334"/>
                  </a:lnTo>
                  <a:lnTo>
                    <a:pt x="450" y="9729"/>
                  </a:lnTo>
                  <a:lnTo>
                    <a:pt x="599" y="9879"/>
                  </a:lnTo>
                  <a:lnTo>
                    <a:pt x="749" y="9729"/>
                  </a:lnTo>
                  <a:lnTo>
                    <a:pt x="1048" y="7634"/>
                  </a:lnTo>
                  <a:lnTo>
                    <a:pt x="1198" y="5688"/>
                  </a:lnTo>
                  <a:lnTo>
                    <a:pt x="1198" y="3892"/>
                  </a:lnTo>
                  <a:lnTo>
                    <a:pt x="1048" y="1946"/>
                  </a:lnTo>
                  <a:lnTo>
                    <a:pt x="899" y="150"/>
                  </a:lnTo>
                  <a:lnTo>
                    <a:pt x="74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8" name="Google Shape;388;p40"/>
            <p:cNvSpPr/>
            <p:nvPr/>
          </p:nvSpPr>
          <p:spPr>
            <a:xfrm>
              <a:off x="2621925" y="2838775"/>
              <a:ext cx="22475" cy="194600"/>
            </a:xfrm>
            <a:custGeom>
              <a:rect b="b" l="l" r="r" t="t"/>
              <a:pathLst>
                <a:path extrusionOk="0" h="7784" w="899">
                  <a:moveTo>
                    <a:pt x="299" y="1"/>
                  </a:moveTo>
                  <a:lnTo>
                    <a:pt x="150" y="150"/>
                  </a:lnTo>
                  <a:lnTo>
                    <a:pt x="0" y="2096"/>
                  </a:lnTo>
                  <a:lnTo>
                    <a:pt x="0" y="3892"/>
                  </a:lnTo>
                  <a:lnTo>
                    <a:pt x="0" y="5838"/>
                  </a:lnTo>
                  <a:lnTo>
                    <a:pt x="299" y="7634"/>
                  </a:lnTo>
                  <a:lnTo>
                    <a:pt x="449" y="7784"/>
                  </a:lnTo>
                  <a:lnTo>
                    <a:pt x="599" y="7634"/>
                  </a:lnTo>
                  <a:lnTo>
                    <a:pt x="749" y="5838"/>
                  </a:lnTo>
                  <a:lnTo>
                    <a:pt x="898" y="3892"/>
                  </a:lnTo>
                  <a:lnTo>
                    <a:pt x="749" y="2096"/>
                  </a:lnTo>
                  <a:lnTo>
                    <a:pt x="59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89" name="Google Shape;389;p40"/>
            <p:cNvSpPr/>
            <p:nvPr/>
          </p:nvSpPr>
          <p:spPr>
            <a:xfrm>
              <a:off x="2461000" y="2846250"/>
              <a:ext cx="22500" cy="164675"/>
            </a:xfrm>
            <a:custGeom>
              <a:rect b="b" l="l" r="r" t="t"/>
              <a:pathLst>
                <a:path extrusionOk="0" h="6587" w="900">
                  <a:moveTo>
                    <a:pt x="450" y="1"/>
                  </a:moveTo>
                  <a:lnTo>
                    <a:pt x="300" y="151"/>
                  </a:lnTo>
                  <a:lnTo>
                    <a:pt x="151" y="300"/>
                  </a:lnTo>
                  <a:lnTo>
                    <a:pt x="151" y="899"/>
                  </a:lnTo>
                  <a:lnTo>
                    <a:pt x="1" y="2246"/>
                  </a:lnTo>
                  <a:lnTo>
                    <a:pt x="1" y="3743"/>
                  </a:lnTo>
                  <a:lnTo>
                    <a:pt x="151" y="5090"/>
                  </a:lnTo>
                  <a:lnTo>
                    <a:pt x="300" y="6587"/>
                  </a:lnTo>
                  <a:lnTo>
                    <a:pt x="600" y="6587"/>
                  </a:lnTo>
                  <a:lnTo>
                    <a:pt x="899" y="4940"/>
                  </a:lnTo>
                  <a:lnTo>
                    <a:pt x="899" y="3444"/>
                  </a:lnTo>
                  <a:lnTo>
                    <a:pt x="899" y="1797"/>
                  </a:lnTo>
                  <a:lnTo>
                    <a:pt x="600" y="300"/>
                  </a:lnTo>
                  <a:lnTo>
                    <a:pt x="600"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0" name="Google Shape;390;p40"/>
            <p:cNvSpPr/>
            <p:nvPr/>
          </p:nvSpPr>
          <p:spPr>
            <a:xfrm>
              <a:off x="2539600" y="2850000"/>
              <a:ext cx="22475" cy="172150"/>
            </a:xfrm>
            <a:custGeom>
              <a:rect b="b" l="l" r="r" t="t"/>
              <a:pathLst>
                <a:path extrusionOk="0" h="6886" w="899">
                  <a:moveTo>
                    <a:pt x="300" y="1"/>
                  </a:moveTo>
                  <a:lnTo>
                    <a:pt x="300" y="150"/>
                  </a:lnTo>
                  <a:lnTo>
                    <a:pt x="0" y="1797"/>
                  </a:lnTo>
                  <a:lnTo>
                    <a:pt x="0" y="3443"/>
                  </a:lnTo>
                  <a:lnTo>
                    <a:pt x="150" y="5090"/>
                  </a:lnTo>
                  <a:lnTo>
                    <a:pt x="300" y="6736"/>
                  </a:lnTo>
                  <a:lnTo>
                    <a:pt x="449" y="6886"/>
                  </a:lnTo>
                  <a:lnTo>
                    <a:pt x="599" y="6886"/>
                  </a:lnTo>
                  <a:lnTo>
                    <a:pt x="599" y="6736"/>
                  </a:lnTo>
                  <a:lnTo>
                    <a:pt x="898" y="5090"/>
                  </a:lnTo>
                  <a:lnTo>
                    <a:pt x="898" y="3443"/>
                  </a:lnTo>
                  <a:lnTo>
                    <a:pt x="898" y="1797"/>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1" name="Google Shape;391;p40"/>
            <p:cNvSpPr/>
            <p:nvPr/>
          </p:nvSpPr>
          <p:spPr>
            <a:xfrm>
              <a:off x="2378700" y="2853750"/>
              <a:ext cx="22475" cy="149700"/>
            </a:xfrm>
            <a:custGeom>
              <a:rect b="b" l="l" r="r" t="t"/>
              <a:pathLst>
                <a:path extrusionOk="0" h="5988" w="899">
                  <a:moveTo>
                    <a:pt x="299" y="0"/>
                  </a:moveTo>
                  <a:lnTo>
                    <a:pt x="299" y="150"/>
                  </a:lnTo>
                  <a:lnTo>
                    <a:pt x="0" y="1497"/>
                  </a:lnTo>
                  <a:lnTo>
                    <a:pt x="0" y="2994"/>
                  </a:lnTo>
                  <a:lnTo>
                    <a:pt x="150" y="4491"/>
                  </a:lnTo>
                  <a:lnTo>
                    <a:pt x="299" y="5838"/>
                  </a:lnTo>
                  <a:lnTo>
                    <a:pt x="449" y="5987"/>
                  </a:lnTo>
                  <a:lnTo>
                    <a:pt x="599" y="5838"/>
                  </a:lnTo>
                  <a:lnTo>
                    <a:pt x="898" y="4491"/>
                  </a:lnTo>
                  <a:lnTo>
                    <a:pt x="898" y="2994"/>
                  </a:lnTo>
                  <a:lnTo>
                    <a:pt x="898" y="1497"/>
                  </a:lnTo>
                  <a:lnTo>
                    <a:pt x="748"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2" name="Google Shape;392;p40"/>
            <p:cNvSpPr/>
            <p:nvPr/>
          </p:nvSpPr>
          <p:spPr>
            <a:xfrm>
              <a:off x="2296375" y="2853750"/>
              <a:ext cx="26200" cy="134725"/>
            </a:xfrm>
            <a:custGeom>
              <a:rect b="b" l="l" r="r" t="t"/>
              <a:pathLst>
                <a:path extrusionOk="0" h="5389" w="1048">
                  <a:moveTo>
                    <a:pt x="449" y="0"/>
                  </a:moveTo>
                  <a:lnTo>
                    <a:pt x="299" y="150"/>
                  </a:lnTo>
                  <a:lnTo>
                    <a:pt x="150" y="1497"/>
                  </a:lnTo>
                  <a:lnTo>
                    <a:pt x="0" y="2695"/>
                  </a:lnTo>
                  <a:lnTo>
                    <a:pt x="150" y="4042"/>
                  </a:lnTo>
                  <a:lnTo>
                    <a:pt x="449" y="5239"/>
                  </a:lnTo>
                  <a:lnTo>
                    <a:pt x="449" y="5389"/>
                  </a:lnTo>
                  <a:lnTo>
                    <a:pt x="749" y="5389"/>
                  </a:lnTo>
                  <a:lnTo>
                    <a:pt x="749" y="5239"/>
                  </a:lnTo>
                  <a:lnTo>
                    <a:pt x="1048" y="4042"/>
                  </a:lnTo>
                  <a:lnTo>
                    <a:pt x="1048" y="2695"/>
                  </a:lnTo>
                  <a:lnTo>
                    <a:pt x="1048" y="149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3" name="Google Shape;393;p40"/>
            <p:cNvSpPr/>
            <p:nvPr/>
          </p:nvSpPr>
          <p:spPr>
            <a:xfrm>
              <a:off x="2217775" y="2838775"/>
              <a:ext cx="22475" cy="142225"/>
            </a:xfrm>
            <a:custGeom>
              <a:rect b="b" l="l" r="r" t="t"/>
              <a:pathLst>
                <a:path extrusionOk="0" h="5689" w="899">
                  <a:moveTo>
                    <a:pt x="300" y="1"/>
                  </a:moveTo>
                  <a:lnTo>
                    <a:pt x="151" y="599"/>
                  </a:lnTo>
                  <a:lnTo>
                    <a:pt x="1" y="1348"/>
                  </a:lnTo>
                  <a:lnTo>
                    <a:pt x="1" y="2695"/>
                  </a:lnTo>
                  <a:lnTo>
                    <a:pt x="151" y="4042"/>
                  </a:lnTo>
                  <a:lnTo>
                    <a:pt x="300" y="5539"/>
                  </a:lnTo>
                  <a:lnTo>
                    <a:pt x="450" y="5688"/>
                  </a:lnTo>
                  <a:lnTo>
                    <a:pt x="749" y="5539"/>
                  </a:lnTo>
                  <a:lnTo>
                    <a:pt x="899" y="4042"/>
                  </a:lnTo>
                  <a:lnTo>
                    <a:pt x="899" y="2695"/>
                  </a:lnTo>
                  <a:lnTo>
                    <a:pt x="899" y="1348"/>
                  </a:lnTo>
                  <a:lnTo>
                    <a:pt x="749" y="599"/>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4" name="Google Shape;394;p40"/>
            <p:cNvSpPr/>
            <p:nvPr/>
          </p:nvSpPr>
          <p:spPr>
            <a:xfrm>
              <a:off x="2139200" y="2831300"/>
              <a:ext cx="22475" cy="134725"/>
            </a:xfrm>
            <a:custGeom>
              <a:rect b="b" l="l" r="r" t="t"/>
              <a:pathLst>
                <a:path extrusionOk="0" h="5389" w="899">
                  <a:moveTo>
                    <a:pt x="300" y="0"/>
                  </a:moveTo>
                  <a:lnTo>
                    <a:pt x="150" y="150"/>
                  </a:lnTo>
                  <a:lnTo>
                    <a:pt x="1" y="749"/>
                  </a:lnTo>
                  <a:lnTo>
                    <a:pt x="1" y="1347"/>
                  </a:lnTo>
                  <a:lnTo>
                    <a:pt x="1" y="2545"/>
                  </a:lnTo>
                  <a:lnTo>
                    <a:pt x="1" y="3892"/>
                  </a:lnTo>
                  <a:lnTo>
                    <a:pt x="150" y="5239"/>
                  </a:lnTo>
                  <a:lnTo>
                    <a:pt x="300" y="5389"/>
                  </a:lnTo>
                  <a:lnTo>
                    <a:pt x="599" y="5389"/>
                  </a:lnTo>
                  <a:lnTo>
                    <a:pt x="599" y="5239"/>
                  </a:lnTo>
                  <a:lnTo>
                    <a:pt x="749" y="3892"/>
                  </a:lnTo>
                  <a:lnTo>
                    <a:pt x="899" y="2545"/>
                  </a:lnTo>
                  <a:lnTo>
                    <a:pt x="749" y="1347"/>
                  </a:lnTo>
                  <a:lnTo>
                    <a:pt x="749" y="749"/>
                  </a:lnTo>
                  <a:lnTo>
                    <a:pt x="450" y="150"/>
                  </a:lnTo>
                  <a:lnTo>
                    <a:pt x="3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40"/>
            <p:cNvSpPr/>
            <p:nvPr/>
          </p:nvSpPr>
          <p:spPr>
            <a:xfrm>
              <a:off x="2053150" y="2827550"/>
              <a:ext cx="29950" cy="138475"/>
            </a:xfrm>
            <a:custGeom>
              <a:rect b="b" l="l" r="r" t="t"/>
              <a:pathLst>
                <a:path extrusionOk="0" h="5539" w="1198">
                  <a:moveTo>
                    <a:pt x="599" y="1"/>
                  </a:moveTo>
                  <a:lnTo>
                    <a:pt x="449" y="150"/>
                  </a:lnTo>
                  <a:lnTo>
                    <a:pt x="150" y="749"/>
                  </a:lnTo>
                  <a:lnTo>
                    <a:pt x="0" y="1348"/>
                  </a:lnTo>
                  <a:lnTo>
                    <a:pt x="0" y="2695"/>
                  </a:lnTo>
                  <a:lnTo>
                    <a:pt x="150" y="4042"/>
                  </a:lnTo>
                  <a:lnTo>
                    <a:pt x="449" y="5389"/>
                  </a:lnTo>
                  <a:lnTo>
                    <a:pt x="599" y="5539"/>
                  </a:lnTo>
                  <a:lnTo>
                    <a:pt x="748" y="5389"/>
                  </a:lnTo>
                  <a:lnTo>
                    <a:pt x="1048" y="4042"/>
                  </a:lnTo>
                  <a:lnTo>
                    <a:pt x="1197" y="2695"/>
                  </a:lnTo>
                  <a:lnTo>
                    <a:pt x="1048" y="1348"/>
                  </a:lnTo>
                  <a:lnTo>
                    <a:pt x="1048" y="749"/>
                  </a:lnTo>
                  <a:lnTo>
                    <a:pt x="748"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6" name="Google Shape;396;p40"/>
            <p:cNvSpPr/>
            <p:nvPr/>
          </p:nvSpPr>
          <p:spPr>
            <a:xfrm>
              <a:off x="1974550" y="2812575"/>
              <a:ext cx="26225" cy="134750"/>
            </a:xfrm>
            <a:custGeom>
              <a:rect b="b" l="l" r="r" t="t"/>
              <a:pathLst>
                <a:path extrusionOk="0" h="5390" w="1049">
                  <a:moveTo>
                    <a:pt x="450" y="1"/>
                  </a:moveTo>
                  <a:lnTo>
                    <a:pt x="300" y="151"/>
                  </a:lnTo>
                  <a:lnTo>
                    <a:pt x="1" y="1348"/>
                  </a:lnTo>
                  <a:lnTo>
                    <a:pt x="1" y="2695"/>
                  </a:lnTo>
                  <a:lnTo>
                    <a:pt x="150" y="4042"/>
                  </a:lnTo>
                  <a:lnTo>
                    <a:pt x="300" y="5240"/>
                  </a:lnTo>
                  <a:lnTo>
                    <a:pt x="450" y="5389"/>
                  </a:lnTo>
                  <a:lnTo>
                    <a:pt x="599" y="5240"/>
                  </a:lnTo>
                  <a:lnTo>
                    <a:pt x="899" y="4042"/>
                  </a:lnTo>
                  <a:lnTo>
                    <a:pt x="1049" y="2695"/>
                  </a:lnTo>
                  <a:lnTo>
                    <a:pt x="899" y="1348"/>
                  </a:lnTo>
                  <a:lnTo>
                    <a:pt x="749"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7" name="Google Shape;397;p40"/>
            <p:cNvSpPr/>
            <p:nvPr/>
          </p:nvSpPr>
          <p:spPr>
            <a:xfrm>
              <a:off x="1895975" y="2827550"/>
              <a:ext cx="22475" cy="108550"/>
            </a:xfrm>
            <a:custGeom>
              <a:rect b="b" l="l" r="r" t="t"/>
              <a:pathLst>
                <a:path extrusionOk="0" h="4342" w="899">
                  <a:moveTo>
                    <a:pt x="450" y="1"/>
                  </a:moveTo>
                  <a:lnTo>
                    <a:pt x="150" y="150"/>
                  </a:lnTo>
                  <a:lnTo>
                    <a:pt x="1" y="599"/>
                  </a:lnTo>
                  <a:lnTo>
                    <a:pt x="1" y="1048"/>
                  </a:lnTo>
                  <a:lnTo>
                    <a:pt x="1" y="2096"/>
                  </a:lnTo>
                  <a:lnTo>
                    <a:pt x="1" y="3144"/>
                  </a:lnTo>
                  <a:lnTo>
                    <a:pt x="300" y="4192"/>
                  </a:lnTo>
                  <a:lnTo>
                    <a:pt x="450" y="4341"/>
                  </a:lnTo>
                  <a:lnTo>
                    <a:pt x="599" y="4192"/>
                  </a:lnTo>
                  <a:lnTo>
                    <a:pt x="899" y="3144"/>
                  </a:lnTo>
                  <a:lnTo>
                    <a:pt x="899" y="2096"/>
                  </a:lnTo>
                  <a:lnTo>
                    <a:pt x="899" y="1048"/>
                  </a:lnTo>
                  <a:lnTo>
                    <a:pt x="749" y="599"/>
                  </a:lnTo>
                  <a:lnTo>
                    <a:pt x="599"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40"/>
            <p:cNvSpPr/>
            <p:nvPr/>
          </p:nvSpPr>
          <p:spPr>
            <a:xfrm>
              <a:off x="1813650" y="2846250"/>
              <a:ext cx="22475" cy="78625"/>
            </a:xfrm>
            <a:custGeom>
              <a:rect b="b" l="l" r="r" t="t"/>
              <a:pathLst>
                <a:path extrusionOk="0" h="3145" w="899">
                  <a:moveTo>
                    <a:pt x="300" y="1"/>
                  </a:moveTo>
                  <a:lnTo>
                    <a:pt x="150" y="151"/>
                  </a:lnTo>
                  <a:lnTo>
                    <a:pt x="1" y="899"/>
                  </a:lnTo>
                  <a:lnTo>
                    <a:pt x="150" y="1647"/>
                  </a:lnTo>
                  <a:lnTo>
                    <a:pt x="300" y="3144"/>
                  </a:lnTo>
                  <a:lnTo>
                    <a:pt x="599" y="3144"/>
                  </a:lnTo>
                  <a:lnTo>
                    <a:pt x="899" y="1647"/>
                  </a:lnTo>
                  <a:lnTo>
                    <a:pt x="899" y="899"/>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9" name="Google Shape;399;p40"/>
            <p:cNvSpPr/>
            <p:nvPr/>
          </p:nvSpPr>
          <p:spPr>
            <a:xfrm>
              <a:off x="1735075" y="2853750"/>
              <a:ext cx="22475" cy="67375"/>
            </a:xfrm>
            <a:custGeom>
              <a:rect b="b" l="l" r="r" t="t"/>
              <a:pathLst>
                <a:path extrusionOk="0" h="2695" w="899">
                  <a:moveTo>
                    <a:pt x="300" y="0"/>
                  </a:moveTo>
                  <a:lnTo>
                    <a:pt x="150" y="150"/>
                  </a:lnTo>
                  <a:lnTo>
                    <a:pt x="0" y="749"/>
                  </a:lnTo>
                  <a:lnTo>
                    <a:pt x="0" y="1347"/>
                  </a:lnTo>
                  <a:lnTo>
                    <a:pt x="0" y="1946"/>
                  </a:lnTo>
                  <a:lnTo>
                    <a:pt x="300" y="2545"/>
                  </a:lnTo>
                  <a:lnTo>
                    <a:pt x="449" y="2695"/>
                  </a:lnTo>
                  <a:lnTo>
                    <a:pt x="599" y="2545"/>
                  </a:lnTo>
                  <a:lnTo>
                    <a:pt x="749" y="1946"/>
                  </a:lnTo>
                  <a:lnTo>
                    <a:pt x="898" y="1347"/>
                  </a:lnTo>
                  <a:lnTo>
                    <a:pt x="749" y="749"/>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0" name="Google Shape;400;p40"/>
            <p:cNvSpPr/>
            <p:nvPr/>
          </p:nvSpPr>
          <p:spPr>
            <a:xfrm>
              <a:off x="1652750" y="2838775"/>
              <a:ext cx="22475" cy="67375"/>
            </a:xfrm>
            <a:custGeom>
              <a:rect b="b" l="l" r="r" t="t"/>
              <a:pathLst>
                <a:path extrusionOk="0" h="2695" w="899">
                  <a:moveTo>
                    <a:pt x="300" y="1"/>
                  </a:moveTo>
                  <a:lnTo>
                    <a:pt x="150" y="300"/>
                  </a:lnTo>
                  <a:lnTo>
                    <a:pt x="0" y="599"/>
                  </a:lnTo>
                  <a:lnTo>
                    <a:pt x="0" y="1348"/>
                  </a:lnTo>
                  <a:lnTo>
                    <a:pt x="300" y="2545"/>
                  </a:lnTo>
                  <a:lnTo>
                    <a:pt x="449" y="2695"/>
                  </a:lnTo>
                  <a:lnTo>
                    <a:pt x="599" y="2545"/>
                  </a:lnTo>
                  <a:lnTo>
                    <a:pt x="749" y="1946"/>
                  </a:lnTo>
                  <a:lnTo>
                    <a:pt x="899" y="1348"/>
                  </a:lnTo>
                  <a:lnTo>
                    <a:pt x="899" y="599"/>
                  </a:lnTo>
                  <a:lnTo>
                    <a:pt x="749" y="30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1" name="Google Shape;401;p40"/>
            <p:cNvSpPr/>
            <p:nvPr/>
          </p:nvSpPr>
          <p:spPr>
            <a:xfrm>
              <a:off x="1574175" y="2842525"/>
              <a:ext cx="18725" cy="59900"/>
            </a:xfrm>
            <a:custGeom>
              <a:rect b="b" l="l" r="r" t="t"/>
              <a:pathLst>
                <a:path extrusionOk="0" h="2396" w="749">
                  <a:moveTo>
                    <a:pt x="300" y="0"/>
                  </a:moveTo>
                  <a:lnTo>
                    <a:pt x="150" y="150"/>
                  </a:lnTo>
                  <a:lnTo>
                    <a:pt x="0" y="1198"/>
                  </a:lnTo>
                  <a:lnTo>
                    <a:pt x="150" y="2245"/>
                  </a:lnTo>
                  <a:lnTo>
                    <a:pt x="300" y="2395"/>
                  </a:lnTo>
                  <a:lnTo>
                    <a:pt x="449" y="2395"/>
                  </a:lnTo>
                  <a:lnTo>
                    <a:pt x="599" y="2245"/>
                  </a:lnTo>
                  <a:lnTo>
                    <a:pt x="749" y="1198"/>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2" name="Google Shape;402;p40"/>
            <p:cNvSpPr/>
            <p:nvPr/>
          </p:nvSpPr>
          <p:spPr>
            <a:xfrm>
              <a:off x="3781925" y="3138125"/>
              <a:ext cx="291900" cy="18750"/>
            </a:xfrm>
            <a:custGeom>
              <a:rect b="b" l="l" r="r" t="t"/>
              <a:pathLst>
                <a:path extrusionOk="0" h="750" w="11676">
                  <a:moveTo>
                    <a:pt x="2096" y="1"/>
                  </a:moveTo>
                  <a:lnTo>
                    <a:pt x="898" y="151"/>
                  </a:lnTo>
                  <a:lnTo>
                    <a:pt x="0" y="151"/>
                  </a:lnTo>
                  <a:lnTo>
                    <a:pt x="0" y="300"/>
                  </a:lnTo>
                  <a:lnTo>
                    <a:pt x="0" y="450"/>
                  </a:lnTo>
                  <a:lnTo>
                    <a:pt x="150" y="450"/>
                  </a:lnTo>
                  <a:lnTo>
                    <a:pt x="898" y="600"/>
                  </a:lnTo>
                  <a:lnTo>
                    <a:pt x="2246" y="600"/>
                  </a:lnTo>
                  <a:lnTo>
                    <a:pt x="6886" y="749"/>
                  </a:lnTo>
                  <a:lnTo>
                    <a:pt x="9280" y="600"/>
                  </a:lnTo>
                  <a:lnTo>
                    <a:pt x="11526" y="450"/>
                  </a:lnTo>
                  <a:lnTo>
                    <a:pt x="11675" y="450"/>
                  </a:lnTo>
                  <a:lnTo>
                    <a:pt x="11675" y="300"/>
                  </a:lnTo>
                  <a:lnTo>
                    <a:pt x="11526" y="151"/>
                  </a:lnTo>
                  <a:lnTo>
                    <a:pt x="928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40"/>
            <p:cNvSpPr/>
            <p:nvPr/>
          </p:nvSpPr>
          <p:spPr>
            <a:xfrm>
              <a:off x="3804375" y="3299050"/>
              <a:ext cx="280675" cy="18725"/>
            </a:xfrm>
            <a:custGeom>
              <a:rect b="b" l="l" r="r" t="t"/>
              <a:pathLst>
                <a:path extrusionOk="0" h="749" w="11227">
                  <a:moveTo>
                    <a:pt x="3742" y="0"/>
                  </a:moveTo>
                  <a:lnTo>
                    <a:pt x="150" y="150"/>
                  </a:lnTo>
                  <a:lnTo>
                    <a:pt x="0" y="299"/>
                  </a:lnTo>
                  <a:lnTo>
                    <a:pt x="0" y="449"/>
                  </a:lnTo>
                  <a:lnTo>
                    <a:pt x="150" y="599"/>
                  </a:lnTo>
                  <a:lnTo>
                    <a:pt x="4491" y="748"/>
                  </a:lnTo>
                  <a:lnTo>
                    <a:pt x="8682" y="748"/>
                  </a:lnTo>
                  <a:lnTo>
                    <a:pt x="10478" y="599"/>
                  </a:lnTo>
                  <a:lnTo>
                    <a:pt x="11077" y="449"/>
                  </a:lnTo>
                  <a:lnTo>
                    <a:pt x="11226" y="299"/>
                  </a:lnTo>
                  <a:lnTo>
                    <a:pt x="11077" y="299"/>
                  </a:lnTo>
                  <a:lnTo>
                    <a:pt x="10628"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4" name="Google Shape;404;p40"/>
            <p:cNvSpPr/>
            <p:nvPr/>
          </p:nvSpPr>
          <p:spPr>
            <a:xfrm>
              <a:off x="3800625" y="3377625"/>
              <a:ext cx="273200" cy="26225"/>
            </a:xfrm>
            <a:custGeom>
              <a:rect b="b" l="l" r="r" t="t"/>
              <a:pathLst>
                <a:path extrusionOk="0" h="1049" w="10928">
                  <a:moveTo>
                    <a:pt x="1947" y="0"/>
                  </a:moveTo>
                  <a:lnTo>
                    <a:pt x="1" y="300"/>
                  </a:lnTo>
                  <a:lnTo>
                    <a:pt x="1" y="449"/>
                  </a:lnTo>
                  <a:lnTo>
                    <a:pt x="2246" y="898"/>
                  </a:lnTo>
                  <a:lnTo>
                    <a:pt x="4491" y="1048"/>
                  </a:lnTo>
                  <a:lnTo>
                    <a:pt x="6886" y="898"/>
                  </a:lnTo>
                  <a:lnTo>
                    <a:pt x="9131" y="749"/>
                  </a:lnTo>
                  <a:lnTo>
                    <a:pt x="10029" y="749"/>
                  </a:lnTo>
                  <a:lnTo>
                    <a:pt x="10179" y="599"/>
                  </a:lnTo>
                  <a:lnTo>
                    <a:pt x="10927" y="599"/>
                  </a:lnTo>
                  <a:lnTo>
                    <a:pt x="10927" y="449"/>
                  </a:lnTo>
                  <a:lnTo>
                    <a:pt x="10778" y="300"/>
                  </a:lnTo>
                  <a:lnTo>
                    <a:pt x="10329" y="300"/>
                  </a:lnTo>
                  <a:lnTo>
                    <a:pt x="9281"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5" name="Google Shape;405;p40"/>
            <p:cNvSpPr/>
            <p:nvPr/>
          </p:nvSpPr>
          <p:spPr>
            <a:xfrm>
              <a:off x="3808125" y="3459950"/>
              <a:ext cx="261950" cy="18725"/>
            </a:xfrm>
            <a:custGeom>
              <a:rect b="b" l="l" r="r" t="t"/>
              <a:pathLst>
                <a:path extrusionOk="0" h="749" w="10478">
                  <a:moveTo>
                    <a:pt x="1198" y="0"/>
                  </a:moveTo>
                  <a:lnTo>
                    <a:pt x="0" y="300"/>
                  </a:lnTo>
                  <a:lnTo>
                    <a:pt x="0" y="449"/>
                  </a:lnTo>
                  <a:lnTo>
                    <a:pt x="1198" y="749"/>
                  </a:lnTo>
                  <a:lnTo>
                    <a:pt x="7185" y="749"/>
                  </a:lnTo>
                  <a:lnTo>
                    <a:pt x="9430" y="599"/>
                  </a:lnTo>
                  <a:lnTo>
                    <a:pt x="10178" y="599"/>
                  </a:lnTo>
                  <a:lnTo>
                    <a:pt x="10328" y="449"/>
                  </a:lnTo>
                  <a:lnTo>
                    <a:pt x="10478" y="449"/>
                  </a:lnTo>
                  <a:lnTo>
                    <a:pt x="10328" y="150"/>
                  </a:lnTo>
                  <a:lnTo>
                    <a:pt x="9580" y="15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6" name="Google Shape;406;p40"/>
            <p:cNvSpPr/>
            <p:nvPr/>
          </p:nvSpPr>
          <p:spPr>
            <a:xfrm>
              <a:off x="3808125" y="3534775"/>
              <a:ext cx="246975" cy="29975"/>
            </a:xfrm>
            <a:custGeom>
              <a:rect b="b" l="l" r="r" t="t"/>
              <a:pathLst>
                <a:path extrusionOk="0" h="1199" w="9879">
                  <a:moveTo>
                    <a:pt x="4640" y="1"/>
                  </a:moveTo>
                  <a:lnTo>
                    <a:pt x="2245" y="151"/>
                  </a:lnTo>
                  <a:lnTo>
                    <a:pt x="1198" y="300"/>
                  </a:lnTo>
                  <a:lnTo>
                    <a:pt x="150" y="450"/>
                  </a:lnTo>
                  <a:lnTo>
                    <a:pt x="0" y="600"/>
                  </a:lnTo>
                  <a:lnTo>
                    <a:pt x="150" y="749"/>
                  </a:lnTo>
                  <a:lnTo>
                    <a:pt x="898" y="899"/>
                  </a:lnTo>
                  <a:lnTo>
                    <a:pt x="2395" y="1198"/>
                  </a:lnTo>
                  <a:lnTo>
                    <a:pt x="4341" y="1198"/>
                  </a:lnTo>
                  <a:lnTo>
                    <a:pt x="6287" y="1049"/>
                  </a:lnTo>
                  <a:lnTo>
                    <a:pt x="7933" y="899"/>
                  </a:lnTo>
                  <a:lnTo>
                    <a:pt x="8981" y="899"/>
                  </a:lnTo>
                  <a:lnTo>
                    <a:pt x="9729" y="749"/>
                  </a:lnTo>
                  <a:lnTo>
                    <a:pt x="9879" y="600"/>
                  </a:lnTo>
                  <a:lnTo>
                    <a:pt x="9729" y="600"/>
                  </a:lnTo>
                  <a:lnTo>
                    <a:pt x="9131" y="450"/>
                  </a:lnTo>
                  <a:lnTo>
                    <a:pt x="6885" y="300"/>
                  </a:lnTo>
                  <a:lnTo>
                    <a:pt x="46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7" name="Google Shape;407;p40"/>
            <p:cNvSpPr/>
            <p:nvPr/>
          </p:nvSpPr>
          <p:spPr>
            <a:xfrm>
              <a:off x="3800625" y="3620850"/>
              <a:ext cx="243250" cy="18725"/>
            </a:xfrm>
            <a:custGeom>
              <a:rect b="b" l="l" r="r" t="t"/>
              <a:pathLst>
                <a:path extrusionOk="0" h="749" w="9730">
                  <a:moveTo>
                    <a:pt x="1198" y="0"/>
                  </a:moveTo>
                  <a:lnTo>
                    <a:pt x="150" y="300"/>
                  </a:lnTo>
                  <a:lnTo>
                    <a:pt x="1" y="449"/>
                  </a:lnTo>
                  <a:lnTo>
                    <a:pt x="150" y="599"/>
                  </a:lnTo>
                  <a:lnTo>
                    <a:pt x="1198" y="749"/>
                  </a:lnTo>
                  <a:lnTo>
                    <a:pt x="4491" y="749"/>
                  </a:lnTo>
                  <a:lnTo>
                    <a:pt x="8832" y="599"/>
                  </a:lnTo>
                  <a:lnTo>
                    <a:pt x="9580" y="599"/>
                  </a:lnTo>
                  <a:lnTo>
                    <a:pt x="9730" y="449"/>
                  </a:lnTo>
                  <a:lnTo>
                    <a:pt x="9730" y="300"/>
                  </a:lnTo>
                  <a:lnTo>
                    <a:pt x="9580" y="150"/>
                  </a:lnTo>
                  <a:lnTo>
                    <a:pt x="8982" y="150"/>
                  </a:lnTo>
                  <a:lnTo>
                    <a:pt x="67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8" name="Google Shape;408;p40"/>
            <p:cNvSpPr/>
            <p:nvPr/>
          </p:nvSpPr>
          <p:spPr>
            <a:xfrm>
              <a:off x="3796900" y="3699425"/>
              <a:ext cx="235750" cy="22475"/>
            </a:xfrm>
            <a:custGeom>
              <a:rect b="b" l="l" r="r" t="t"/>
              <a:pathLst>
                <a:path extrusionOk="0" h="899" w="9430">
                  <a:moveTo>
                    <a:pt x="4490" y="1"/>
                  </a:moveTo>
                  <a:lnTo>
                    <a:pt x="299" y="300"/>
                  </a:lnTo>
                  <a:lnTo>
                    <a:pt x="0" y="300"/>
                  </a:lnTo>
                  <a:lnTo>
                    <a:pt x="0" y="599"/>
                  </a:lnTo>
                  <a:lnTo>
                    <a:pt x="299" y="749"/>
                  </a:lnTo>
                  <a:lnTo>
                    <a:pt x="4490" y="899"/>
                  </a:lnTo>
                  <a:lnTo>
                    <a:pt x="6586" y="899"/>
                  </a:lnTo>
                  <a:lnTo>
                    <a:pt x="8681" y="599"/>
                  </a:lnTo>
                  <a:lnTo>
                    <a:pt x="9280" y="599"/>
                  </a:lnTo>
                  <a:lnTo>
                    <a:pt x="9430" y="450"/>
                  </a:lnTo>
                  <a:lnTo>
                    <a:pt x="9280" y="300"/>
                  </a:lnTo>
                  <a:lnTo>
                    <a:pt x="8681" y="150"/>
                  </a:lnTo>
                  <a:lnTo>
                    <a:pt x="658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9" name="Google Shape;409;p40"/>
            <p:cNvSpPr/>
            <p:nvPr/>
          </p:nvSpPr>
          <p:spPr>
            <a:xfrm>
              <a:off x="3789400" y="3781750"/>
              <a:ext cx="235775" cy="26225"/>
            </a:xfrm>
            <a:custGeom>
              <a:rect b="b" l="l" r="r" t="t"/>
              <a:pathLst>
                <a:path extrusionOk="0" h="1049" w="9431">
                  <a:moveTo>
                    <a:pt x="3593" y="1"/>
                  </a:moveTo>
                  <a:lnTo>
                    <a:pt x="1947" y="150"/>
                  </a:lnTo>
                  <a:lnTo>
                    <a:pt x="150" y="150"/>
                  </a:lnTo>
                  <a:lnTo>
                    <a:pt x="1" y="300"/>
                  </a:lnTo>
                  <a:lnTo>
                    <a:pt x="1" y="450"/>
                  </a:lnTo>
                  <a:lnTo>
                    <a:pt x="1" y="599"/>
                  </a:lnTo>
                  <a:lnTo>
                    <a:pt x="150" y="599"/>
                  </a:lnTo>
                  <a:lnTo>
                    <a:pt x="2695" y="749"/>
                  </a:lnTo>
                  <a:lnTo>
                    <a:pt x="5090" y="899"/>
                  </a:lnTo>
                  <a:lnTo>
                    <a:pt x="6736" y="1048"/>
                  </a:lnTo>
                  <a:lnTo>
                    <a:pt x="8383" y="899"/>
                  </a:lnTo>
                  <a:lnTo>
                    <a:pt x="9131" y="749"/>
                  </a:lnTo>
                  <a:lnTo>
                    <a:pt x="9431" y="749"/>
                  </a:lnTo>
                  <a:lnTo>
                    <a:pt x="9431" y="599"/>
                  </a:lnTo>
                  <a:lnTo>
                    <a:pt x="9431" y="450"/>
                  </a:lnTo>
                  <a:lnTo>
                    <a:pt x="9281" y="300"/>
                  </a:lnTo>
                  <a:lnTo>
                    <a:pt x="8532" y="150"/>
                  </a:lnTo>
                  <a:lnTo>
                    <a:pt x="7185" y="150"/>
                  </a:lnTo>
                  <a:lnTo>
                    <a:pt x="59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0" name="Google Shape;410;p40"/>
            <p:cNvSpPr/>
            <p:nvPr/>
          </p:nvSpPr>
          <p:spPr>
            <a:xfrm>
              <a:off x="3804375" y="3864075"/>
              <a:ext cx="205825" cy="22475"/>
            </a:xfrm>
            <a:custGeom>
              <a:rect b="b" l="l" r="r" t="t"/>
              <a:pathLst>
                <a:path extrusionOk="0" h="899" w="8233">
                  <a:moveTo>
                    <a:pt x="2096" y="1"/>
                  </a:moveTo>
                  <a:lnTo>
                    <a:pt x="150" y="150"/>
                  </a:lnTo>
                  <a:lnTo>
                    <a:pt x="0" y="150"/>
                  </a:lnTo>
                  <a:lnTo>
                    <a:pt x="0" y="300"/>
                  </a:lnTo>
                  <a:lnTo>
                    <a:pt x="0" y="599"/>
                  </a:lnTo>
                  <a:lnTo>
                    <a:pt x="150" y="599"/>
                  </a:lnTo>
                  <a:lnTo>
                    <a:pt x="2096" y="749"/>
                  </a:lnTo>
                  <a:lnTo>
                    <a:pt x="3892" y="899"/>
                  </a:lnTo>
                  <a:lnTo>
                    <a:pt x="7484" y="599"/>
                  </a:lnTo>
                  <a:lnTo>
                    <a:pt x="8083" y="599"/>
                  </a:lnTo>
                  <a:lnTo>
                    <a:pt x="8233" y="450"/>
                  </a:lnTo>
                  <a:lnTo>
                    <a:pt x="8083" y="300"/>
                  </a:lnTo>
                  <a:lnTo>
                    <a:pt x="7484" y="300"/>
                  </a:lnTo>
                  <a:lnTo>
                    <a:pt x="38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1" name="Google Shape;411;p40"/>
            <p:cNvSpPr/>
            <p:nvPr/>
          </p:nvSpPr>
          <p:spPr>
            <a:xfrm>
              <a:off x="3751975" y="3938925"/>
              <a:ext cx="243275" cy="29950"/>
            </a:xfrm>
            <a:custGeom>
              <a:rect b="b" l="l" r="r" t="t"/>
              <a:pathLst>
                <a:path extrusionOk="0" h="1198" w="9731">
                  <a:moveTo>
                    <a:pt x="3743" y="0"/>
                  </a:moveTo>
                  <a:lnTo>
                    <a:pt x="1947" y="150"/>
                  </a:lnTo>
                  <a:lnTo>
                    <a:pt x="151" y="449"/>
                  </a:lnTo>
                  <a:lnTo>
                    <a:pt x="1" y="449"/>
                  </a:lnTo>
                  <a:lnTo>
                    <a:pt x="1" y="599"/>
                  </a:lnTo>
                  <a:lnTo>
                    <a:pt x="151" y="898"/>
                  </a:lnTo>
                  <a:lnTo>
                    <a:pt x="2246" y="1048"/>
                  </a:lnTo>
                  <a:lnTo>
                    <a:pt x="4641" y="1198"/>
                  </a:lnTo>
                  <a:lnTo>
                    <a:pt x="6886" y="1048"/>
                  </a:lnTo>
                  <a:lnTo>
                    <a:pt x="9131" y="898"/>
                  </a:lnTo>
                  <a:lnTo>
                    <a:pt x="9580" y="749"/>
                  </a:lnTo>
                  <a:lnTo>
                    <a:pt x="9730" y="599"/>
                  </a:lnTo>
                  <a:lnTo>
                    <a:pt x="9580" y="449"/>
                  </a:lnTo>
                  <a:lnTo>
                    <a:pt x="9131" y="299"/>
                  </a:lnTo>
                  <a:lnTo>
                    <a:pt x="7635" y="150"/>
                  </a:lnTo>
                  <a:lnTo>
                    <a:pt x="568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2" name="Google Shape;412;p40"/>
            <p:cNvSpPr/>
            <p:nvPr/>
          </p:nvSpPr>
          <p:spPr>
            <a:xfrm>
              <a:off x="3789400" y="4021250"/>
              <a:ext cx="198350" cy="26200"/>
            </a:xfrm>
            <a:custGeom>
              <a:rect b="b" l="l" r="r" t="t"/>
              <a:pathLst>
                <a:path extrusionOk="0" h="1048" w="7934">
                  <a:moveTo>
                    <a:pt x="3743" y="0"/>
                  </a:moveTo>
                  <a:lnTo>
                    <a:pt x="1947" y="150"/>
                  </a:lnTo>
                  <a:lnTo>
                    <a:pt x="300" y="299"/>
                  </a:lnTo>
                  <a:lnTo>
                    <a:pt x="150" y="299"/>
                  </a:lnTo>
                  <a:lnTo>
                    <a:pt x="1" y="449"/>
                  </a:lnTo>
                  <a:lnTo>
                    <a:pt x="150" y="599"/>
                  </a:lnTo>
                  <a:lnTo>
                    <a:pt x="300" y="748"/>
                  </a:lnTo>
                  <a:lnTo>
                    <a:pt x="3743" y="1048"/>
                  </a:lnTo>
                  <a:lnTo>
                    <a:pt x="5389" y="1048"/>
                  </a:lnTo>
                  <a:lnTo>
                    <a:pt x="7185" y="748"/>
                  </a:lnTo>
                  <a:lnTo>
                    <a:pt x="7784" y="748"/>
                  </a:lnTo>
                  <a:lnTo>
                    <a:pt x="7934" y="599"/>
                  </a:lnTo>
                  <a:lnTo>
                    <a:pt x="7784" y="449"/>
                  </a:lnTo>
                  <a:lnTo>
                    <a:pt x="7185" y="299"/>
                  </a:lnTo>
                  <a:lnTo>
                    <a:pt x="5539" y="150"/>
                  </a:lnTo>
                  <a:lnTo>
                    <a:pt x="37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3" name="Google Shape;413;p40"/>
            <p:cNvSpPr/>
            <p:nvPr/>
          </p:nvSpPr>
          <p:spPr>
            <a:xfrm>
              <a:off x="3800625" y="4182150"/>
              <a:ext cx="164675" cy="26200"/>
            </a:xfrm>
            <a:custGeom>
              <a:rect b="b" l="l" r="r" t="t"/>
              <a:pathLst>
                <a:path extrusionOk="0" h="1048" w="6587">
                  <a:moveTo>
                    <a:pt x="2994" y="0"/>
                  </a:moveTo>
                  <a:lnTo>
                    <a:pt x="1498" y="150"/>
                  </a:lnTo>
                  <a:lnTo>
                    <a:pt x="150" y="300"/>
                  </a:lnTo>
                  <a:lnTo>
                    <a:pt x="1" y="449"/>
                  </a:lnTo>
                  <a:lnTo>
                    <a:pt x="1" y="599"/>
                  </a:lnTo>
                  <a:lnTo>
                    <a:pt x="1" y="749"/>
                  </a:lnTo>
                  <a:lnTo>
                    <a:pt x="150" y="749"/>
                  </a:lnTo>
                  <a:lnTo>
                    <a:pt x="749" y="898"/>
                  </a:lnTo>
                  <a:lnTo>
                    <a:pt x="2096" y="1048"/>
                  </a:lnTo>
                  <a:lnTo>
                    <a:pt x="3294" y="1048"/>
                  </a:lnTo>
                  <a:lnTo>
                    <a:pt x="5838" y="749"/>
                  </a:lnTo>
                  <a:lnTo>
                    <a:pt x="6437" y="599"/>
                  </a:lnTo>
                  <a:lnTo>
                    <a:pt x="6587" y="599"/>
                  </a:lnTo>
                  <a:lnTo>
                    <a:pt x="6587" y="449"/>
                  </a:lnTo>
                  <a:lnTo>
                    <a:pt x="6587" y="300"/>
                  </a:lnTo>
                  <a:lnTo>
                    <a:pt x="6437" y="300"/>
                  </a:lnTo>
                  <a:lnTo>
                    <a:pt x="5838" y="150"/>
                  </a:lnTo>
                  <a:lnTo>
                    <a:pt x="449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4" name="Google Shape;414;p40"/>
            <p:cNvSpPr/>
            <p:nvPr/>
          </p:nvSpPr>
          <p:spPr>
            <a:xfrm>
              <a:off x="3804375" y="4103550"/>
              <a:ext cx="172150" cy="22500"/>
            </a:xfrm>
            <a:custGeom>
              <a:rect b="b" l="l" r="r" t="t"/>
              <a:pathLst>
                <a:path extrusionOk="0" h="900" w="6886">
                  <a:moveTo>
                    <a:pt x="1647" y="1"/>
                  </a:moveTo>
                  <a:lnTo>
                    <a:pt x="150" y="151"/>
                  </a:lnTo>
                  <a:lnTo>
                    <a:pt x="0" y="300"/>
                  </a:lnTo>
                  <a:lnTo>
                    <a:pt x="0" y="450"/>
                  </a:lnTo>
                  <a:lnTo>
                    <a:pt x="0" y="600"/>
                  </a:lnTo>
                  <a:lnTo>
                    <a:pt x="150" y="749"/>
                  </a:lnTo>
                  <a:lnTo>
                    <a:pt x="1647" y="899"/>
                  </a:lnTo>
                  <a:lnTo>
                    <a:pt x="3144" y="899"/>
                  </a:lnTo>
                  <a:lnTo>
                    <a:pt x="6137" y="749"/>
                  </a:lnTo>
                  <a:lnTo>
                    <a:pt x="6736" y="600"/>
                  </a:lnTo>
                  <a:lnTo>
                    <a:pt x="6886" y="600"/>
                  </a:lnTo>
                  <a:lnTo>
                    <a:pt x="6886" y="450"/>
                  </a:lnTo>
                  <a:lnTo>
                    <a:pt x="6886" y="300"/>
                  </a:lnTo>
                  <a:lnTo>
                    <a:pt x="6736" y="300"/>
                  </a:lnTo>
                  <a:lnTo>
                    <a:pt x="6137" y="151"/>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40"/>
            <p:cNvSpPr/>
            <p:nvPr/>
          </p:nvSpPr>
          <p:spPr>
            <a:xfrm>
              <a:off x="3804375" y="4264475"/>
              <a:ext cx="149700" cy="22475"/>
            </a:xfrm>
            <a:custGeom>
              <a:rect b="b" l="l" r="r" t="t"/>
              <a:pathLst>
                <a:path extrusionOk="0" h="899" w="5988">
                  <a:moveTo>
                    <a:pt x="1497" y="0"/>
                  </a:moveTo>
                  <a:lnTo>
                    <a:pt x="150" y="300"/>
                  </a:lnTo>
                  <a:lnTo>
                    <a:pt x="0" y="449"/>
                  </a:lnTo>
                  <a:lnTo>
                    <a:pt x="150" y="599"/>
                  </a:lnTo>
                  <a:lnTo>
                    <a:pt x="150" y="749"/>
                  </a:lnTo>
                  <a:lnTo>
                    <a:pt x="1497" y="898"/>
                  </a:lnTo>
                  <a:lnTo>
                    <a:pt x="3892" y="898"/>
                  </a:lnTo>
                  <a:lnTo>
                    <a:pt x="5239" y="749"/>
                  </a:lnTo>
                  <a:lnTo>
                    <a:pt x="5988" y="599"/>
                  </a:lnTo>
                  <a:lnTo>
                    <a:pt x="5988" y="449"/>
                  </a:lnTo>
                  <a:lnTo>
                    <a:pt x="5988" y="300"/>
                  </a:lnTo>
                  <a:lnTo>
                    <a:pt x="5239" y="150"/>
                  </a:lnTo>
                  <a:lnTo>
                    <a:pt x="404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40"/>
            <p:cNvSpPr/>
            <p:nvPr/>
          </p:nvSpPr>
          <p:spPr>
            <a:xfrm>
              <a:off x="3808125" y="4343050"/>
              <a:ext cx="134725" cy="26225"/>
            </a:xfrm>
            <a:custGeom>
              <a:rect b="b" l="l" r="r" t="t"/>
              <a:pathLst>
                <a:path extrusionOk="0" h="1049" w="5389">
                  <a:moveTo>
                    <a:pt x="2395" y="0"/>
                  </a:moveTo>
                  <a:lnTo>
                    <a:pt x="1198" y="150"/>
                  </a:lnTo>
                  <a:lnTo>
                    <a:pt x="150" y="300"/>
                  </a:lnTo>
                  <a:lnTo>
                    <a:pt x="0" y="449"/>
                  </a:lnTo>
                  <a:lnTo>
                    <a:pt x="0" y="599"/>
                  </a:lnTo>
                  <a:lnTo>
                    <a:pt x="0" y="749"/>
                  </a:lnTo>
                  <a:lnTo>
                    <a:pt x="150" y="749"/>
                  </a:lnTo>
                  <a:lnTo>
                    <a:pt x="300" y="898"/>
                  </a:lnTo>
                  <a:lnTo>
                    <a:pt x="1347" y="1048"/>
                  </a:lnTo>
                  <a:lnTo>
                    <a:pt x="2395" y="1048"/>
                  </a:lnTo>
                  <a:lnTo>
                    <a:pt x="3892" y="898"/>
                  </a:lnTo>
                  <a:lnTo>
                    <a:pt x="4640" y="749"/>
                  </a:lnTo>
                  <a:lnTo>
                    <a:pt x="5239" y="749"/>
                  </a:lnTo>
                  <a:lnTo>
                    <a:pt x="5239" y="599"/>
                  </a:lnTo>
                  <a:lnTo>
                    <a:pt x="5389" y="449"/>
                  </a:lnTo>
                  <a:lnTo>
                    <a:pt x="5239" y="30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7" name="Google Shape;417;p40"/>
            <p:cNvSpPr/>
            <p:nvPr/>
          </p:nvSpPr>
          <p:spPr>
            <a:xfrm>
              <a:off x="3789400" y="4425375"/>
              <a:ext cx="142225" cy="22475"/>
            </a:xfrm>
            <a:custGeom>
              <a:rect b="b" l="l" r="r" t="t"/>
              <a:pathLst>
                <a:path extrusionOk="0" h="899" w="5689">
                  <a:moveTo>
                    <a:pt x="1348" y="0"/>
                  </a:moveTo>
                  <a:lnTo>
                    <a:pt x="749" y="150"/>
                  </a:lnTo>
                  <a:lnTo>
                    <a:pt x="150" y="300"/>
                  </a:lnTo>
                  <a:lnTo>
                    <a:pt x="1" y="599"/>
                  </a:lnTo>
                  <a:lnTo>
                    <a:pt x="150" y="599"/>
                  </a:lnTo>
                  <a:lnTo>
                    <a:pt x="749" y="898"/>
                  </a:lnTo>
                  <a:lnTo>
                    <a:pt x="2695" y="898"/>
                  </a:lnTo>
                  <a:lnTo>
                    <a:pt x="4940" y="749"/>
                  </a:lnTo>
                  <a:lnTo>
                    <a:pt x="5539" y="599"/>
                  </a:lnTo>
                  <a:lnTo>
                    <a:pt x="5689" y="599"/>
                  </a:lnTo>
                  <a:lnTo>
                    <a:pt x="5689" y="449"/>
                  </a:lnTo>
                  <a:lnTo>
                    <a:pt x="5539" y="300"/>
                  </a:lnTo>
                  <a:lnTo>
                    <a:pt x="4940"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8" name="Google Shape;418;p40"/>
            <p:cNvSpPr/>
            <p:nvPr/>
          </p:nvSpPr>
          <p:spPr>
            <a:xfrm>
              <a:off x="3785675" y="4507700"/>
              <a:ext cx="134725" cy="22475"/>
            </a:xfrm>
            <a:custGeom>
              <a:rect b="b" l="l" r="r" t="t"/>
              <a:pathLst>
                <a:path extrusionOk="0" h="899" w="5389">
                  <a:moveTo>
                    <a:pt x="1497" y="0"/>
                  </a:moveTo>
                  <a:lnTo>
                    <a:pt x="449" y="150"/>
                  </a:lnTo>
                  <a:lnTo>
                    <a:pt x="150" y="300"/>
                  </a:lnTo>
                  <a:lnTo>
                    <a:pt x="0" y="300"/>
                  </a:lnTo>
                  <a:lnTo>
                    <a:pt x="0" y="449"/>
                  </a:lnTo>
                  <a:lnTo>
                    <a:pt x="150" y="599"/>
                  </a:lnTo>
                  <a:lnTo>
                    <a:pt x="599" y="749"/>
                  </a:lnTo>
                  <a:lnTo>
                    <a:pt x="1198" y="898"/>
                  </a:lnTo>
                  <a:lnTo>
                    <a:pt x="2545" y="898"/>
                  </a:lnTo>
                  <a:lnTo>
                    <a:pt x="4640" y="749"/>
                  </a:lnTo>
                  <a:lnTo>
                    <a:pt x="5239" y="599"/>
                  </a:lnTo>
                  <a:lnTo>
                    <a:pt x="5389" y="449"/>
                  </a:lnTo>
                  <a:lnTo>
                    <a:pt x="5389" y="300"/>
                  </a:lnTo>
                  <a:lnTo>
                    <a:pt x="5239" y="15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40"/>
            <p:cNvSpPr/>
            <p:nvPr/>
          </p:nvSpPr>
          <p:spPr>
            <a:xfrm>
              <a:off x="3781925" y="4586275"/>
              <a:ext cx="134725" cy="26225"/>
            </a:xfrm>
            <a:custGeom>
              <a:rect b="b" l="l" r="r" t="t"/>
              <a:pathLst>
                <a:path extrusionOk="0" h="1049" w="5389">
                  <a:moveTo>
                    <a:pt x="1348" y="1"/>
                  </a:moveTo>
                  <a:lnTo>
                    <a:pt x="749" y="150"/>
                  </a:lnTo>
                  <a:lnTo>
                    <a:pt x="150" y="300"/>
                  </a:lnTo>
                  <a:lnTo>
                    <a:pt x="0" y="450"/>
                  </a:lnTo>
                  <a:lnTo>
                    <a:pt x="0" y="599"/>
                  </a:lnTo>
                  <a:lnTo>
                    <a:pt x="150" y="749"/>
                  </a:lnTo>
                  <a:lnTo>
                    <a:pt x="1048" y="1048"/>
                  </a:lnTo>
                  <a:lnTo>
                    <a:pt x="3293" y="1048"/>
                  </a:lnTo>
                  <a:lnTo>
                    <a:pt x="4341" y="899"/>
                  </a:lnTo>
                  <a:lnTo>
                    <a:pt x="5089" y="749"/>
                  </a:lnTo>
                  <a:lnTo>
                    <a:pt x="5239" y="749"/>
                  </a:lnTo>
                  <a:lnTo>
                    <a:pt x="5389" y="599"/>
                  </a:lnTo>
                  <a:lnTo>
                    <a:pt x="5389" y="450"/>
                  </a:lnTo>
                  <a:lnTo>
                    <a:pt x="5239" y="300"/>
                  </a:lnTo>
                  <a:lnTo>
                    <a:pt x="5089" y="300"/>
                  </a:lnTo>
                  <a:lnTo>
                    <a:pt x="4341" y="150"/>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0" name="Google Shape;420;p40"/>
            <p:cNvSpPr/>
            <p:nvPr/>
          </p:nvSpPr>
          <p:spPr>
            <a:xfrm>
              <a:off x="3766950" y="4668600"/>
              <a:ext cx="134750" cy="26225"/>
            </a:xfrm>
            <a:custGeom>
              <a:rect b="b" l="l" r="r" t="t"/>
              <a:pathLst>
                <a:path extrusionOk="0" h="1049" w="5390">
                  <a:moveTo>
                    <a:pt x="1198" y="0"/>
                  </a:moveTo>
                  <a:lnTo>
                    <a:pt x="150" y="300"/>
                  </a:lnTo>
                  <a:lnTo>
                    <a:pt x="1" y="449"/>
                  </a:lnTo>
                  <a:lnTo>
                    <a:pt x="150" y="599"/>
                  </a:lnTo>
                  <a:lnTo>
                    <a:pt x="1198" y="899"/>
                  </a:lnTo>
                  <a:lnTo>
                    <a:pt x="2246" y="1048"/>
                  </a:lnTo>
                  <a:lnTo>
                    <a:pt x="3294" y="899"/>
                  </a:lnTo>
                  <a:lnTo>
                    <a:pt x="4491" y="749"/>
                  </a:lnTo>
                  <a:lnTo>
                    <a:pt x="5239" y="599"/>
                  </a:lnTo>
                  <a:lnTo>
                    <a:pt x="5389" y="449"/>
                  </a:lnTo>
                  <a:lnTo>
                    <a:pt x="5239" y="300"/>
                  </a:lnTo>
                  <a:lnTo>
                    <a:pt x="4491" y="150"/>
                  </a:lnTo>
                  <a:lnTo>
                    <a:pt x="34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1" name="Google Shape;421;p40"/>
            <p:cNvSpPr/>
            <p:nvPr/>
          </p:nvSpPr>
          <p:spPr>
            <a:xfrm>
              <a:off x="3781925" y="4750925"/>
              <a:ext cx="108550" cy="18725"/>
            </a:xfrm>
            <a:custGeom>
              <a:rect b="b" l="l" r="r" t="t"/>
              <a:pathLst>
                <a:path extrusionOk="0" h="749" w="4342">
                  <a:moveTo>
                    <a:pt x="599" y="0"/>
                  </a:moveTo>
                  <a:lnTo>
                    <a:pt x="0" y="150"/>
                  </a:lnTo>
                  <a:lnTo>
                    <a:pt x="0" y="449"/>
                  </a:lnTo>
                  <a:lnTo>
                    <a:pt x="0" y="599"/>
                  </a:lnTo>
                  <a:lnTo>
                    <a:pt x="599" y="749"/>
                  </a:lnTo>
                  <a:lnTo>
                    <a:pt x="3443" y="749"/>
                  </a:lnTo>
                  <a:lnTo>
                    <a:pt x="4191" y="449"/>
                  </a:lnTo>
                  <a:lnTo>
                    <a:pt x="4341" y="449"/>
                  </a:lnTo>
                  <a:lnTo>
                    <a:pt x="4191" y="300"/>
                  </a:lnTo>
                  <a:lnTo>
                    <a:pt x="4191" y="150"/>
                  </a:lnTo>
                  <a:lnTo>
                    <a:pt x="35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2" name="Google Shape;422;p40"/>
            <p:cNvSpPr/>
            <p:nvPr/>
          </p:nvSpPr>
          <p:spPr>
            <a:xfrm>
              <a:off x="3796900" y="4829500"/>
              <a:ext cx="82350" cy="22475"/>
            </a:xfrm>
            <a:custGeom>
              <a:rect b="b" l="l" r="r" t="t"/>
              <a:pathLst>
                <a:path extrusionOk="0" h="899" w="3294">
                  <a:moveTo>
                    <a:pt x="749" y="1"/>
                  </a:moveTo>
                  <a:lnTo>
                    <a:pt x="299" y="150"/>
                  </a:lnTo>
                  <a:lnTo>
                    <a:pt x="150" y="300"/>
                  </a:lnTo>
                  <a:lnTo>
                    <a:pt x="0" y="450"/>
                  </a:lnTo>
                  <a:lnTo>
                    <a:pt x="150" y="599"/>
                  </a:lnTo>
                  <a:lnTo>
                    <a:pt x="299" y="749"/>
                  </a:lnTo>
                  <a:lnTo>
                    <a:pt x="749" y="899"/>
                  </a:lnTo>
                  <a:lnTo>
                    <a:pt x="1347" y="899"/>
                  </a:lnTo>
                  <a:lnTo>
                    <a:pt x="2395" y="749"/>
                  </a:lnTo>
                  <a:lnTo>
                    <a:pt x="3143" y="599"/>
                  </a:lnTo>
                  <a:lnTo>
                    <a:pt x="3293" y="450"/>
                  </a:lnTo>
                  <a:lnTo>
                    <a:pt x="3143" y="300"/>
                  </a:lnTo>
                  <a:lnTo>
                    <a:pt x="2545" y="150"/>
                  </a:lnTo>
                  <a:lnTo>
                    <a:pt x="13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3" name="Google Shape;423;p40"/>
            <p:cNvSpPr/>
            <p:nvPr/>
          </p:nvSpPr>
          <p:spPr>
            <a:xfrm>
              <a:off x="3804375" y="4911825"/>
              <a:ext cx="71125" cy="18725"/>
            </a:xfrm>
            <a:custGeom>
              <a:rect b="b" l="l" r="r" t="t"/>
              <a:pathLst>
                <a:path extrusionOk="0" h="749" w="2845">
                  <a:moveTo>
                    <a:pt x="899" y="1"/>
                  </a:moveTo>
                  <a:lnTo>
                    <a:pt x="150" y="150"/>
                  </a:lnTo>
                  <a:lnTo>
                    <a:pt x="150" y="300"/>
                  </a:lnTo>
                  <a:lnTo>
                    <a:pt x="0" y="450"/>
                  </a:lnTo>
                  <a:lnTo>
                    <a:pt x="150" y="599"/>
                  </a:lnTo>
                  <a:lnTo>
                    <a:pt x="899" y="749"/>
                  </a:lnTo>
                  <a:lnTo>
                    <a:pt x="1647" y="749"/>
                  </a:lnTo>
                  <a:lnTo>
                    <a:pt x="2395" y="599"/>
                  </a:lnTo>
                  <a:lnTo>
                    <a:pt x="2695" y="599"/>
                  </a:lnTo>
                  <a:lnTo>
                    <a:pt x="2844" y="450"/>
                  </a:lnTo>
                  <a:lnTo>
                    <a:pt x="2695" y="150"/>
                  </a:lnTo>
                  <a:lnTo>
                    <a:pt x="2395" y="150"/>
                  </a:lnTo>
                  <a:lnTo>
                    <a:pt x="17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40"/>
            <p:cNvSpPr/>
            <p:nvPr/>
          </p:nvSpPr>
          <p:spPr>
            <a:xfrm>
              <a:off x="3793150" y="4990400"/>
              <a:ext cx="67375" cy="22475"/>
            </a:xfrm>
            <a:custGeom>
              <a:rect b="b" l="l" r="r" t="t"/>
              <a:pathLst>
                <a:path extrusionOk="0" h="899" w="2695">
                  <a:moveTo>
                    <a:pt x="1048" y="1"/>
                  </a:moveTo>
                  <a:lnTo>
                    <a:pt x="449" y="150"/>
                  </a:lnTo>
                  <a:lnTo>
                    <a:pt x="0" y="300"/>
                  </a:lnTo>
                  <a:lnTo>
                    <a:pt x="0" y="450"/>
                  </a:lnTo>
                  <a:lnTo>
                    <a:pt x="0" y="749"/>
                  </a:lnTo>
                  <a:lnTo>
                    <a:pt x="300" y="899"/>
                  </a:lnTo>
                  <a:lnTo>
                    <a:pt x="1647" y="899"/>
                  </a:lnTo>
                  <a:lnTo>
                    <a:pt x="2395" y="749"/>
                  </a:lnTo>
                  <a:lnTo>
                    <a:pt x="2545" y="600"/>
                  </a:lnTo>
                  <a:lnTo>
                    <a:pt x="2695" y="450"/>
                  </a:lnTo>
                  <a:lnTo>
                    <a:pt x="2545" y="300"/>
                  </a:lnTo>
                  <a:lnTo>
                    <a:pt x="2395" y="300"/>
                  </a:lnTo>
                  <a:lnTo>
                    <a:pt x="1797" y="150"/>
                  </a:lnTo>
                  <a:lnTo>
                    <a:pt x="104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5" name="Google Shape;425;p40"/>
            <p:cNvSpPr/>
            <p:nvPr/>
          </p:nvSpPr>
          <p:spPr>
            <a:xfrm>
              <a:off x="3793150" y="5076475"/>
              <a:ext cx="59900" cy="15000"/>
            </a:xfrm>
            <a:custGeom>
              <a:rect b="b" l="l" r="r" t="t"/>
              <a:pathLst>
                <a:path extrusionOk="0" h="600" w="2396">
                  <a:moveTo>
                    <a:pt x="150" y="0"/>
                  </a:moveTo>
                  <a:lnTo>
                    <a:pt x="150" y="150"/>
                  </a:lnTo>
                  <a:lnTo>
                    <a:pt x="0" y="300"/>
                  </a:lnTo>
                  <a:lnTo>
                    <a:pt x="0" y="449"/>
                  </a:lnTo>
                  <a:lnTo>
                    <a:pt x="300" y="449"/>
                  </a:lnTo>
                  <a:lnTo>
                    <a:pt x="1048" y="599"/>
                  </a:lnTo>
                  <a:lnTo>
                    <a:pt x="1946" y="599"/>
                  </a:lnTo>
                  <a:lnTo>
                    <a:pt x="2395" y="449"/>
                  </a:lnTo>
                  <a:lnTo>
                    <a:pt x="23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6" name="Google Shape;426;p40"/>
            <p:cNvSpPr/>
            <p:nvPr/>
          </p:nvSpPr>
          <p:spPr>
            <a:xfrm>
              <a:off x="1192500" y="238125"/>
              <a:ext cx="5235000" cy="5238750"/>
            </a:xfrm>
            <a:custGeom>
              <a:rect b="b" l="l" r="r" t="t"/>
              <a:pathLst>
                <a:path extrusionOk="0" h="209550" w="209400">
                  <a:moveTo>
                    <a:pt x="100135" y="23200"/>
                  </a:moveTo>
                  <a:lnTo>
                    <a:pt x="98638" y="34276"/>
                  </a:lnTo>
                  <a:lnTo>
                    <a:pt x="94597" y="34725"/>
                  </a:lnTo>
                  <a:lnTo>
                    <a:pt x="90555" y="35324"/>
                  </a:lnTo>
                  <a:lnTo>
                    <a:pt x="90555" y="35324"/>
                  </a:lnTo>
                  <a:lnTo>
                    <a:pt x="90705" y="24248"/>
                  </a:lnTo>
                  <a:lnTo>
                    <a:pt x="95345" y="23649"/>
                  </a:lnTo>
                  <a:lnTo>
                    <a:pt x="100135" y="23200"/>
                  </a:lnTo>
                  <a:close/>
                  <a:moveTo>
                    <a:pt x="108517" y="23200"/>
                  </a:moveTo>
                  <a:lnTo>
                    <a:pt x="113606" y="23500"/>
                  </a:lnTo>
                  <a:lnTo>
                    <a:pt x="118845" y="24248"/>
                  </a:lnTo>
                  <a:lnTo>
                    <a:pt x="118845" y="35324"/>
                  </a:lnTo>
                  <a:lnTo>
                    <a:pt x="114504" y="34576"/>
                  </a:lnTo>
                  <a:lnTo>
                    <a:pt x="110163" y="34127"/>
                  </a:lnTo>
                  <a:lnTo>
                    <a:pt x="108517" y="23200"/>
                  </a:lnTo>
                  <a:close/>
                  <a:moveTo>
                    <a:pt x="89657" y="24398"/>
                  </a:moveTo>
                  <a:lnTo>
                    <a:pt x="89657" y="24547"/>
                  </a:lnTo>
                  <a:lnTo>
                    <a:pt x="88310" y="24996"/>
                  </a:lnTo>
                  <a:lnTo>
                    <a:pt x="87262" y="25146"/>
                  </a:lnTo>
                  <a:lnTo>
                    <a:pt x="86215" y="25595"/>
                  </a:lnTo>
                  <a:lnTo>
                    <a:pt x="86215" y="25745"/>
                  </a:lnTo>
                  <a:lnTo>
                    <a:pt x="88011" y="25296"/>
                  </a:lnTo>
                  <a:lnTo>
                    <a:pt x="88909" y="25146"/>
                  </a:lnTo>
                  <a:lnTo>
                    <a:pt x="89657" y="24996"/>
                  </a:lnTo>
                  <a:lnTo>
                    <a:pt x="89657" y="25745"/>
                  </a:lnTo>
                  <a:lnTo>
                    <a:pt x="88310" y="26194"/>
                  </a:lnTo>
                  <a:lnTo>
                    <a:pt x="87412" y="26493"/>
                  </a:lnTo>
                  <a:lnTo>
                    <a:pt x="86514" y="26792"/>
                  </a:lnTo>
                  <a:lnTo>
                    <a:pt x="86364" y="26942"/>
                  </a:lnTo>
                  <a:lnTo>
                    <a:pt x="86514" y="26942"/>
                  </a:lnTo>
                  <a:lnTo>
                    <a:pt x="88460" y="26493"/>
                  </a:lnTo>
                  <a:lnTo>
                    <a:pt x="89657" y="26194"/>
                  </a:lnTo>
                  <a:lnTo>
                    <a:pt x="89657" y="27092"/>
                  </a:lnTo>
                  <a:lnTo>
                    <a:pt x="88310" y="27541"/>
                  </a:lnTo>
                  <a:lnTo>
                    <a:pt x="87412" y="27691"/>
                  </a:lnTo>
                  <a:lnTo>
                    <a:pt x="86514" y="28140"/>
                  </a:lnTo>
                  <a:lnTo>
                    <a:pt x="86514" y="28289"/>
                  </a:lnTo>
                  <a:lnTo>
                    <a:pt x="87412" y="27990"/>
                  </a:lnTo>
                  <a:lnTo>
                    <a:pt x="88310" y="27840"/>
                  </a:lnTo>
                  <a:lnTo>
                    <a:pt x="89657" y="27391"/>
                  </a:lnTo>
                  <a:lnTo>
                    <a:pt x="89657" y="28289"/>
                  </a:lnTo>
                  <a:lnTo>
                    <a:pt x="88310" y="28589"/>
                  </a:lnTo>
                  <a:lnTo>
                    <a:pt x="87562" y="28888"/>
                  </a:lnTo>
                  <a:lnTo>
                    <a:pt x="86963" y="29187"/>
                  </a:lnTo>
                  <a:lnTo>
                    <a:pt x="86963" y="29337"/>
                  </a:lnTo>
                  <a:lnTo>
                    <a:pt x="87113" y="29337"/>
                  </a:lnTo>
                  <a:lnTo>
                    <a:pt x="88759" y="28738"/>
                  </a:lnTo>
                  <a:lnTo>
                    <a:pt x="89657" y="28589"/>
                  </a:lnTo>
                  <a:lnTo>
                    <a:pt x="89657" y="29786"/>
                  </a:lnTo>
                  <a:lnTo>
                    <a:pt x="88610" y="30085"/>
                  </a:lnTo>
                  <a:lnTo>
                    <a:pt x="87712" y="30385"/>
                  </a:lnTo>
                  <a:lnTo>
                    <a:pt x="86963" y="30684"/>
                  </a:lnTo>
                  <a:lnTo>
                    <a:pt x="86963" y="30834"/>
                  </a:lnTo>
                  <a:lnTo>
                    <a:pt x="87861" y="30534"/>
                  </a:lnTo>
                  <a:lnTo>
                    <a:pt x="88610" y="30385"/>
                  </a:lnTo>
                  <a:lnTo>
                    <a:pt x="89657" y="30085"/>
                  </a:lnTo>
                  <a:lnTo>
                    <a:pt x="89657" y="30983"/>
                  </a:lnTo>
                  <a:lnTo>
                    <a:pt x="88759" y="31133"/>
                  </a:lnTo>
                  <a:lnTo>
                    <a:pt x="88011" y="31433"/>
                  </a:lnTo>
                  <a:lnTo>
                    <a:pt x="87262" y="31732"/>
                  </a:lnTo>
                  <a:lnTo>
                    <a:pt x="87262" y="31882"/>
                  </a:lnTo>
                  <a:lnTo>
                    <a:pt x="89208" y="31283"/>
                  </a:lnTo>
                  <a:lnTo>
                    <a:pt x="89657" y="31283"/>
                  </a:lnTo>
                  <a:lnTo>
                    <a:pt x="89657" y="32031"/>
                  </a:lnTo>
                  <a:lnTo>
                    <a:pt x="89059" y="32181"/>
                  </a:lnTo>
                  <a:lnTo>
                    <a:pt x="87562" y="32780"/>
                  </a:lnTo>
                  <a:lnTo>
                    <a:pt x="87562" y="32929"/>
                  </a:lnTo>
                  <a:lnTo>
                    <a:pt x="87712" y="32929"/>
                  </a:lnTo>
                  <a:lnTo>
                    <a:pt x="89059" y="32480"/>
                  </a:lnTo>
                  <a:lnTo>
                    <a:pt x="89657" y="32331"/>
                  </a:lnTo>
                  <a:lnTo>
                    <a:pt x="89657" y="32331"/>
                  </a:lnTo>
                  <a:lnTo>
                    <a:pt x="89508" y="33229"/>
                  </a:lnTo>
                  <a:lnTo>
                    <a:pt x="88759" y="33378"/>
                  </a:lnTo>
                  <a:lnTo>
                    <a:pt x="87861" y="33678"/>
                  </a:lnTo>
                  <a:lnTo>
                    <a:pt x="87861" y="33827"/>
                  </a:lnTo>
                  <a:lnTo>
                    <a:pt x="88759" y="33678"/>
                  </a:lnTo>
                  <a:lnTo>
                    <a:pt x="89508" y="33378"/>
                  </a:lnTo>
                  <a:lnTo>
                    <a:pt x="89508" y="34276"/>
                  </a:lnTo>
                  <a:lnTo>
                    <a:pt x="89208" y="34276"/>
                  </a:lnTo>
                  <a:lnTo>
                    <a:pt x="88759" y="34576"/>
                  </a:lnTo>
                  <a:lnTo>
                    <a:pt x="88161" y="34725"/>
                  </a:lnTo>
                  <a:lnTo>
                    <a:pt x="88161" y="34875"/>
                  </a:lnTo>
                  <a:lnTo>
                    <a:pt x="89358" y="34576"/>
                  </a:lnTo>
                  <a:lnTo>
                    <a:pt x="89508" y="34426"/>
                  </a:lnTo>
                  <a:lnTo>
                    <a:pt x="89508" y="35174"/>
                  </a:lnTo>
                  <a:lnTo>
                    <a:pt x="88310" y="35773"/>
                  </a:lnTo>
                  <a:lnTo>
                    <a:pt x="88310" y="35923"/>
                  </a:lnTo>
                  <a:lnTo>
                    <a:pt x="88460" y="35923"/>
                  </a:lnTo>
                  <a:lnTo>
                    <a:pt x="89059" y="35624"/>
                  </a:lnTo>
                  <a:lnTo>
                    <a:pt x="89508" y="35474"/>
                  </a:lnTo>
                  <a:lnTo>
                    <a:pt x="89508" y="35624"/>
                  </a:lnTo>
                  <a:lnTo>
                    <a:pt x="89508" y="36222"/>
                  </a:lnTo>
                  <a:lnTo>
                    <a:pt x="89358" y="36222"/>
                  </a:lnTo>
                  <a:lnTo>
                    <a:pt x="88909" y="36522"/>
                  </a:lnTo>
                  <a:lnTo>
                    <a:pt x="88460" y="36821"/>
                  </a:lnTo>
                  <a:lnTo>
                    <a:pt x="88610" y="36821"/>
                  </a:lnTo>
                  <a:lnTo>
                    <a:pt x="88909" y="36671"/>
                  </a:lnTo>
                  <a:lnTo>
                    <a:pt x="89358" y="36522"/>
                  </a:lnTo>
                  <a:lnTo>
                    <a:pt x="89508" y="36522"/>
                  </a:lnTo>
                  <a:lnTo>
                    <a:pt x="89508" y="37120"/>
                  </a:lnTo>
                  <a:lnTo>
                    <a:pt x="89508" y="37270"/>
                  </a:lnTo>
                  <a:lnTo>
                    <a:pt x="88909" y="37569"/>
                  </a:lnTo>
                  <a:lnTo>
                    <a:pt x="88909" y="37719"/>
                  </a:lnTo>
                  <a:lnTo>
                    <a:pt x="89508" y="37420"/>
                  </a:lnTo>
                  <a:lnTo>
                    <a:pt x="89508" y="38318"/>
                  </a:lnTo>
                  <a:lnTo>
                    <a:pt x="88909" y="38617"/>
                  </a:lnTo>
                  <a:lnTo>
                    <a:pt x="88011" y="36971"/>
                  </a:lnTo>
                  <a:lnTo>
                    <a:pt x="87412" y="36073"/>
                  </a:lnTo>
                  <a:lnTo>
                    <a:pt x="82024" y="26343"/>
                  </a:lnTo>
                  <a:lnTo>
                    <a:pt x="85766" y="25296"/>
                  </a:lnTo>
                  <a:lnTo>
                    <a:pt x="89657" y="24398"/>
                  </a:lnTo>
                  <a:close/>
                  <a:moveTo>
                    <a:pt x="119743" y="24398"/>
                  </a:moveTo>
                  <a:lnTo>
                    <a:pt x="123634" y="25296"/>
                  </a:lnTo>
                  <a:lnTo>
                    <a:pt x="127526" y="26343"/>
                  </a:lnTo>
                  <a:lnTo>
                    <a:pt x="121988" y="36073"/>
                  </a:lnTo>
                  <a:lnTo>
                    <a:pt x="121389" y="36971"/>
                  </a:lnTo>
                  <a:lnTo>
                    <a:pt x="120491" y="38617"/>
                  </a:lnTo>
                  <a:lnTo>
                    <a:pt x="120042" y="38318"/>
                  </a:lnTo>
                  <a:lnTo>
                    <a:pt x="119892" y="38318"/>
                  </a:lnTo>
                  <a:lnTo>
                    <a:pt x="119892" y="37420"/>
                  </a:lnTo>
                  <a:lnTo>
                    <a:pt x="120491" y="37719"/>
                  </a:lnTo>
                  <a:lnTo>
                    <a:pt x="120641" y="37569"/>
                  </a:lnTo>
                  <a:lnTo>
                    <a:pt x="119892" y="37270"/>
                  </a:lnTo>
                  <a:lnTo>
                    <a:pt x="119892" y="37120"/>
                  </a:lnTo>
                  <a:lnTo>
                    <a:pt x="119892" y="36671"/>
                  </a:lnTo>
                  <a:lnTo>
                    <a:pt x="119892" y="36522"/>
                  </a:lnTo>
                  <a:lnTo>
                    <a:pt x="120042" y="36522"/>
                  </a:lnTo>
                  <a:lnTo>
                    <a:pt x="120491" y="36821"/>
                  </a:lnTo>
                  <a:lnTo>
                    <a:pt x="120940" y="36821"/>
                  </a:lnTo>
                  <a:lnTo>
                    <a:pt x="120491" y="36522"/>
                  </a:lnTo>
                  <a:lnTo>
                    <a:pt x="120042" y="36222"/>
                  </a:lnTo>
                  <a:lnTo>
                    <a:pt x="119892" y="36222"/>
                  </a:lnTo>
                  <a:lnTo>
                    <a:pt x="119892" y="35624"/>
                  </a:lnTo>
                  <a:lnTo>
                    <a:pt x="119892" y="35474"/>
                  </a:lnTo>
                  <a:lnTo>
                    <a:pt x="120491" y="35773"/>
                  </a:lnTo>
                  <a:lnTo>
                    <a:pt x="120940" y="35923"/>
                  </a:lnTo>
                  <a:lnTo>
                    <a:pt x="121090" y="35923"/>
                  </a:lnTo>
                  <a:lnTo>
                    <a:pt x="121090" y="35773"/>
                  </a:lnTo>
                  <a:lnTo>
                    <a:pt x="119892" y="35174"/>
                  </a:lnTo>
                  <a:lnTo>
                    <a:pt x="119892" y="34426"/>
                  </a:lnTo>
                  <a:lnTo>
                    <a:pt x="120042" y="34576"/>
                  </a:lnTo>
                  <a:lnTo>
                    <a:pt x="121239" y="34875"/>
                  </a:lnTo>
                  <a:lnTo>
                    <a:pt x="121239" y="34725"/>
                  </a:lnTo>
                  <a:lnTo>
                    <a:pt x="120790" y="34576"/>
                  </a:lnTo>
                  <a:lnTo>
                    <a:pt x="120192" y="34276"/>
                  </a:lnTo>
                  <a:lnTo>
                    <a:pt x="119892" y="34276"/>
                  </a:lnTo>
                  <a:lnTo>
                    <a:pt x="119892" y="33378"/>
                  </a:lnTo>
                  <a:lnTo>
                    <a:pt x="120641" y="33678"/>
                  </a:lnTo>
                  <a:lnTo>
                    <a:pt x="121539" y="33827"/>
                  </a:lnTo>
                  <a:lnTo>
                    <a:pt x="121539" y="33678"/>
                  </a:lnTo>
                  <a:lnTo>
                    <a:pt x="120790" y="33378"/>
                  </a:lnTo>
                  <a:lnTo>
                    <a:pt x="119892" y="33229"/>
                  </a:lnTo>
                  <a:lnTo>
                    <a:pt x="119892" y="32331"/>
                  </a:lnTo>
                  <a:lnTo>
                    <a:pt x="120491" y="32480"/>
                  </a:lnTo>
                  <a:lnTo>
                    <a:pt x="121838" y="32929"/>
                  </a:lnTo>
                  <a:lnTo>
                    <a:pt x="121838" y="32780"/>
                  </a:lnTo>
                  <a:lnTo>
                    <a:pt x="120341" y="32181"/>
                  </a:lnTo>
                  <a:lnTo>
                    <a:pt x="119892" y="32031"/>
                  </a:lnTo>
                  <a:lnTo>
                    <a:pt x="119892" y="31283"/>
                  </a:lnTo>
                  <a:lnTo>
                    <a:pt x="120192" y="31283"/>
                  </a:lnTo>
                  <a:lnTo>
                    <a:pt x="122138" y="31882"/>
                  </a:lnTo>
                  <a:lnTo>
                    <a:pt x="122138" y="31732"/>
                  </a:lnTo>
                  <a:lnTo>
                    <a:pt x="121539" y="31433"/>
                  </a:lnTo>
                  <a:lnTo>
                    <a:pt x="120641" y="31133"/>
                  </a:lnTo>
                  <a:lnTo>
                    <a:pt x="119892" y="30983"/>
                  </a:lnTo>
                  <a:lnTo>
                    <a:pt x="119892" y="30085"/>
                  </a:lnTo>
                  <a:lnTo>
                    <a:pt x="120790" y="30385"/>
                  </a:lnTo>
                  <a:lnTo>
                    <a:pt x="121688" y="30534"/>
                  </a:lnTo>
                  <a:lnTo>
                    <a:pt x="122437" y="30834"/>
                  </a:lnTo>
                  <a:lnTo>
                    <a:pt x="122437" y="30684"/>
                  </a:lnTo>
                  <a:lnTo>
                    <a:pt x="121688" y="30385"/>
                  </a:lnTo>
                  <a:lnTo>
                    <a:pt x="120940" y="30085"/>
                  </a:lnTo>
                  <a:lnTo>
                    <a:pt x="119892" y="29786"/>
                  </a:lnTo>
                  <a:lnTo>
                    <a:pt x="119743" y="28589"/>
                  </a:lnTo>
                  <a:lnTo>
                    <a:pt x="120790" y="28738"/>
                  </a:lnTo>
                  <a:lnTo>
                    <a:pt x="122437" y="29337"/>
                  </a:lnTo>
                  <a:lnTo>
                    <a:pt x="122437" y="29187"/>
                  </a:lnTo>
                  <a:lnTo>
                    <a:pt x="121838" y="28888"/>
                  </a:lnTo>
                  <a:lnTo>
                    <a:pt x="121239" y="28589"/>
                  </a:lnTo>
                  <a:lnTo>
                    <a:pt x="119743" y="28289"/>
                  </a:lnTo>
                  <a:lnTo>
                    <a:pt x="119743" y="27391"/>
                  </a:lnTo>
                  <a:lnTo>
                    <a:pt x="121090" y="27840"/>
                  </a:lnTo>
                  <a:lnTo>
                    <a:pt x="121988" y="27990"/>
                  </a:lnTo>
                  <a:lnTo>
                    <a:pt x="122886" y="28289"/>
                  </a:lnTo>
                  <a:lnTo>
                    <a:pt x="122886" y="28140"/>
                  </a:lnTo>
                  <a:lnTo>
                    <a:pt x="121988" y="27691"/>
                  </a:lnTo>
                  <a:lnTo>
                    <a:pt x="121090" y="27541"/>
                  </a:lnTo>
                  <a:lnTo>
                    <a:pt x="119743" y="27092"/>
                  </a:lnTo>
                  <a:lnTo>
                    <a:pt x="119743" y="26194"/>
                  </a:lnTo>
                  <a:lnTo>
                    <a:pt x="120940" y="26493"/>
                  </a:lnTo>
                  <a:lnTo>
                    <a:pt x="122886" y="26942"/>
                  </a:lnTo>
                  <a:lnTo>
                    <a:pt x="123036" y="26942"/>
                  </a:lnTo>
                  <a:lnTo>
                    <a:pt x="123036" y="26792"/>
                  </a:lnTo>
                  <a:lnTo>
                    <a:pt x="122138" y="26493"/>
                  </a:lnTo>
                  <a:lnTo>
                    <a:pt x="121239" y="26194"/>
                  </a:lnTo>
                  <a:lnTo>
                    <a:pt x="119743" y="25745"/>
                  </a:lnTo>
                  <a:lnTo>
                    <a:pt x="119743" y="24996"/>
                  </a:lnTo>
                  <a:lnTo>
                    <a:pt x="120641" y="25146"/>
                  </a:lnTo>
                  <a:lnTo>
                    <a:pt x="121539" y="25296"/>
                  </a:lnTo>
                  <a:lnTo>
                    <a:pt x="123185" y="25745"/>
                  </a:lnTo>
                  <a:lnTo>
                    <a:pt x="123335" y="25595"/>
                  </a:lnTo>
                  <a:lnTo>
                    <a:pt x="123185" y="25595"/>
                  </a:lnTo>
                  <a:lnTo>
                    <a:pt x="122287" y="25146"/>
                  </a:lnTo>
                  <a:lnTo>
                    <a:pt x="121090" y="24996"/>
                  </a:lnTo>
                  <a:lnTo>
                    <a:pt x="119743" y="24547"/>
                  </a:lnTo>
                  <a:lnTo>
                    <a:pt x="119743" y="24398"/>
                  </a:lnTo>
                  <a:close/>
                  <a:moveTo>
                    <a:pt x="89508" y="38467"/>
                  </a:moveTo>
                  <a:lnTo>
                    <a:pt x="89508" y="39665"/>
                  </a:lnTo>
                  <a:lnTo>
                    <a:pt x="89059" y="38767"/>
                  </a:lnTo>
                  <a:lnTo>
                    <a:pt x="89508" y="38467"/>
                  </a:lnTo>
                  <a:close/>
                  <a:moveTo>
                    <a:pt x="119892" y="38467"/>
                  </a:moveTo>
                  <a:lnTo>
                    <a:pt x="120491" y="38767"/>
                  </a:lnTo>
                  <a:lnTo>
                    <a:pt x="119892" y="39665"/>
                  </a:lnTo>
                  <a:lnTo>
                    <a:pt x="119892" y="38467"/>
                  </a:lnTo>
                  <a:close/>
                  <a:moveTo>
                    <a:pt x="80976" y="26643"/>
                  </a:moveTo>
                  <a:lnTo>
                    <a:pt x="86514" y="36372"/>
                  </a:lnTo>
                  <a:lnTo>
                    <a:pt x="81874" y="37719"/>
                  </a:lnTo>
                  <a:lnTo>
                    <a:pt x="77384" y="39515"/>
                  </a:lnTo>
                  <a:lnTo>
                    <a:pt x="73043" y="41461"/>
                  </a:lnTo>
                  <a:lnTo>
                    <a:pt x="68702" y="43706"/>
                  </a:lnTo>
                  <a:lnTo>
                    <a:pt x="65260" y="33229"/>
                  </a:lnTo>
                  <a:lnTo>
                    <a:pt x="69002" y="31283"/>
                  </a:lnTo>
                  <a:lnTo>
                    <a:pt x="72893" y="29487"/>
                  </a:lnTo>
                  <a:lnTo>
                    <a:pt x="76935" y="27990"/>
                  </a:lnTo>
                  <a:lnTo>
                    <a:pt x="80976" y="26643"/>
                  </a:lnTo>
                  <a:close/>
                  <a:moveTo>
                    <a:pt x="128424" y="26643"/>
                  </a:moveTo>
                  <a:lnTo>
                    <a:pt x="132465" y="27990"/>
                  </a:lnTo>
                  <a:lnTo>
                    <a:pt x="136507" y="29487"/>
                  </a:lnTo>
                  <a:lnTo>
                    <a:pt x="140398" y="31283"/>
                  </a:lnTo>
                  <a:lnTo>
                    <a:pt x="144140" y="33229"/>
                  </a:lnTo>
                  <a:lnTo>
                    <a:pt x="140698" y="43706"/>
                  </a:lnTo>
                  <a:lnTo>
                    <a:pt x="136507" y="41461"/>
                  </a:lnTo>
                  <a:lnTo>
                    <a:pt x="132166" y="39515"/>
                  </a:lnTo>
                  <a:lnTo>
                    <a:pt x="127526" y="37719"/>
                  </a:lnTo>
                  <a:lnTo>
                    <a:pt x="122886" y="36372"/>
                  </a:lnTo>
                  <a:lnTo>
                    <a:pt x="128424" y="26643"/>
                  </a:lnTo>
                  <a:close/>
                  <a:moveTo>
                    <a:pt x="64511" y="33678"/>
                  </a:moveTo>
                  <a:lnTo>
                    <a:pt x="64511" y="33827"/>
                  </a:lnTo>
                  <a:lnTo>
                    <a:pt x="63314" y="34576"/>
                  </a:lnTo>
                  <a:lnTo>
                    <a:pt x="62416" y="35174"/>
                  </a:lnTo>
                  <a:lnTo>
                    <a:pt x="61518" y="35923"/>
                  </a:lnTo>
                  <a:lnTo>
                    <a:pt x="61667" y="35923"/>
                  </a:lnTo>
                  <a:lnTo>
                    <a:pt x="63613" y="34725"/>
                  </a:lnTo>
                  <a:lnTo>
                    <a:pt x="64511" y="34127"/>
                  </a:lnTo>
                  <a:lnTo>
                    <a:pt x="64811" y="35025"/>
                  </a:lnTo>
                  <a:lnTo>
                    <a:pt x="63613" y="35923"/>
                  </a:lnTo>
                  <a:lnTo>
                    <a:pt x="62865" y="36372"/>
                  </a:lnTo>
                  <a:lnTo>
                    <a:pt x="62117" y="36971"/>
                  </a:lnTo>
                  <a:lnTo>
                    <a:pt x="62117" y="37120"/>
                  </a:lnTo>
                  <a:lnTo>
                    <a:pt x="62266" y="37120"/>
                  </a:lnTo>
                  <a:lnTo>
                    <a:pt x="63913" y="36073"/>
                  </a:lnTo>
                  <a:lnTo>
                    <a:pt x="64960" y="35324"/>
                  </a:lnTo>
                  <a:lnTo>
                    <a:pt x="65260" y="36222"/>
                  </a:lnTo>
                  <a:lnTo>
                    <a:pt x="64062" y="36971"/>
                  </a:lnTo>
                  <a:lnTo>
                    <a:pt x="63314" y="37569"/>
                  </a:lnTo>
                  <a:lnTo>
                    <a:pt x="62566" y="38168"/>
                  </a:lnTo>
                  <a:lnTo>
                    <a:pt x="62566" y="38318"/>
                  </a:lnTo>
                  <a:lnTo>
                    <a:pt x="62715" y="38318"/>
                  </a:lnTo>
                  <a:lnTo>
                    <a:pt x="63464" y="37869"/>
                  </a:lnTo>
                  <a:lnTo>
                    <a:pt x="64212" y="37270"/>
                  </a:lnTo>
                  <a:lnTo>
                    <a:pt x="65409" y="36372"/>
                  </a:lnTo>
                  <a:lnTo>
                    <a:pt x="65559" y="37270"/>
                  </a:lnTo>
                  <a:lnTo>
                    <a:pt x="64661" y="38018"/>
                  </a:lnTo>
                  <a:lnTo>
                    <a:pt x="63913" y="38467"/>
                  </a:lnTo>
                  <a:lnTo>
                    <a:pt x="63464" y="39066"/>
                  </a:lnTo>
                  <a:lnTo>
                    <a:pt x="63464" y="39216"/>
                  </a:lnTo>
                  <a:lnTo>
                    <a:pt x="63613" y="39216"/>
                  </a:lnTo>
                  <a:lnTo>
                    <a:pt x="64960" y="38168"/>
                  </a:lnTo>
                  <a:lnTo>
                    <a:pt x="65709" y="37569"/>
                  </a:lnTo>
                  <a:lnTo>
                    <a:pt x="66158" y="38767"/>
                  </a:lnTo>
                  <a:lnTo>
                    <a:pt x="65260" y="39365"/>
                  </a:lnTo>
                  <a:lnTo>
                    <a:pt x="64511" y="39815"/>
                  </a:lnTo>
                  <a:lnTo>
                    <a:pt x="63913" y="40413"/>
                  </a:lnTo>
                  <a:lnTo>
                    <a:pt x="63913" y="40563"/>
                  </a:lnTo>
                  <a:lnTo>
                    <a:pt x="64661" y="40114"/>
                  </a:lnTo>
                  <a:lnTo>
                    <a:pt x="65409" y="39515"/>
                  </a:lnTo>
                  <a:lnTo>
                    <a:pt x="66158" y="39066"/>
                  </a:lnTo>
                  <a:lnTo>
                    <a:pt x="66457" y="39964"/>
                  </a:lnTo>
                  <a:lnTo>
                    <a:pt x="65709" y="40264"/>
                  </a:lnTo>
                  <a:lnTo>
                    <a:pt x="65110" y="40862"/>
                  </a:lnTo>
                  <a:lnTo>
                    <a:pt x="64511" y="41461"/>
                  </a:lnTo>
                  <a:lnTo>
                    <a:pt x="64511" y="41461"/>
                  </a:lnTo>
                  <a:lnTo>
                    <a:pt x="66308" y="40264"/>
                  </a:lnTo>
                  <a:lnTo>
                    <a:pt x="66607" y="40114"/>
                  </a:lnTo>
                  <a:lnTo>
                    <a:pt x="66757" y="40862"/>
                  </a:lnTo>
                  <a:lnTo>
                    <a:pt x="66457" y="41162"/>
                  </a:lnTo>
                  <a:lnTo>
                    <a:pt x="65858" y="41611"/>
                  </a:lnTo>
                  <a:lnTo>
                    <a:pt x="65110" y="42209"/>
                  </a:lnTo>
                  <a:lnTo>
                    <a:pt x="65110" y="42359"/>
                  </a:lnTo>
                  <a:lnTo>
                    <a:pt x="65260" y="42359"/>
                  </a:lnTo>
                  <a:lnTo>
                    <a:pt x="66457" y="41461"/>
                  </a:lnTo>
                  <a:lnTo>
                    <a:pt x="66906" y="41162"/>
                  </a:lnTo>
                  <a:lnTo>
                    <a:pt x="67206" y="41910"/>
                  </a:lnTo>
                  <a:lnTo>
                    <a:pt x="66607" y="42359"/>
                  </a:lnTo>
                  <a:lnTo>
                    <a:pt x="65709" y="43107"/>
                  </a:lnTo>
                  <a:lnTo>
                    <a:pt x="65858" y="43107"/>
                  </a:lnTo>
                  <a:lnTo>
                    <a:pt x="66308" y="42808"/>
                  </a:lnTo>
                  <a:lnTo>
                    <a:pt x="66757" y="42509"/>
                  </a:lnTo>
                  <a:lnTo>
                    <a:pt x="67206" y="42209"/>
                  </a:lnTo>
                  <a:lnTo>
                    <a:pt x="67505" y="42958"/>
                  </a:lnTo>
                  <a:lnTo>
                    <a:pt x="67206" y="43257"/>
                  </a:lnTo>
                  <a:lnTo>
                    <a:pt x="66757" y="43556"/>
                  </a:lnTo>
                  <a:lnTo>
                    <a:pt x="66308" y="44006"/>
                  </a:lnTo>
                  <a:lnTo>
                    <a:pt x="66457" y="44006"/>
                  </a:lnTo>
                  <a:lnTo>
                    <a:pt x="67505" y="43257"/>
                  </a:lnTo>
                  <a:lnTo>
                    <a:pt x="67804" y="43856"/>
                  </a:lnTo>
                  <a:lnTo>
                    <a:pt x="66906" y="44754"/>
                  </a:lnTo>
                  <a:lnTo>
                    <a:pt x="66906" y="44904"/>
                  </a:lnTo>
                  <a:lnTo>
                    <a:pt x="67505" y="44455"/>
                  </a:lnTo>
                  <a:lnTo>
                    <a:pt x="67954" y="44155"/>
                  </a:lnTo>
                  <a:lnTo>
                    <a:pt x="67954" y="44305"/>
                  </a:lnTo>
                  <a:lnTo>
                    <a:pt x="68104" y="44754"/>
                  </a:lnTo>
                  <a:lnTo>
                    <a:pt x="67954" y="45053"/>
                  </a:lnTo>
                  <a:lnTo>
                    <a:pt x="67505" y="45353"/>
                  </a:lnTo>
                  <a:lnTo>
                    <a:pt x="67355" y="45652"/>
                  </a:lnTo>
                  <a:lnTo>
                    <a:pt x="67355" y="45802"/>
                  </a:lnTo>
                  <a:lnTo>
                    <a:pt x="67804" y="45502"/>
                  </a:lnTo>
                  <a:lnTo>
                    <a:pt x="68104" y="45203"/>
                  </a:lnTo>
                  <a:lnTo>
                    <a:pt x="68253" y="45053"/>
                  </a:lnTo>
                  <a:lnTo>
                    <a:pt x="68253" y="45203"/>
                  </a:lnTo>
                  <a:lnTo>
                    <a:pt x="68403" y="45802"/>
                  </a:lnTo>
                  <a:lnTo>
                    <a:pt x="67954" y="46400"/>
                  </a:lnTo>
                  <a:lnTo>
                    <a:pt x="68553" y="46101"/>
                  </a:lnTo>
                  <a:lnTo>
                    <a:pt x="68702" y="46849"/>
                  </a:lnTo>
                  <a:lnTo>
                    <a:pt x="68403" y="47298"/>
                  </a:lnTo>
                  <a:lnTo>
                    <a:pt x="66906" y="46101"/>
                  </a:lnTo>
                  <a:lnTo>
                    <a:pt x="66158" y="45353"/>
                  </a:lnTo>
                  <a:lnTo>
                    <a:pt x="57776" y="38018"/>
                  </a:lnTo>
                  <a:lnTo>
                    <a:pt x="61069" y="35773"/>
                  </a:lnTo>
                  <a:lnTo>
                    <a:pt x="64511" y="33678"/>
                  </a:lnTo>
                  <a:close/>
                  <a:moveTo>
                    <a:pt x="145038" y="33678"/>
                  </a:moveTo>
                  <a:lnTo>
                    <a:pt x="148331" y="35773"/>
                  </a:lnTo>
                  <a:lnTo>
                    <a:pt x="151624" y="38018"/>
                  </a:lnTo>
                  <a:lnTo>
                    <a:pt x="143242" y="45353"/>
                  </a:lnTo>
                  <a:lnTo>
                    <a:pt x="142494" y="46101"/>
                  </a:lnTo>
                  <a:lnTo>
                    <a:pt x="141147" y="47298"/>
                  </a:lnTo>
                  <a:lnTo>
                    <a:pt x="140698" y="46849"/>
                  </a:lnTo>
                  <a:lnTo>
                    <a:pt x="140997" y="46101"/>
                  </a:lnTo>
                  <a:lnTo>
                    <a:pt x="141446" y="46400"/>
                  </a:lnTo>
                  <a:lnTo>
                    <a:pt x="140997" y="45802"/>
                  </a:lnTo>
                  <a:lnTo>
                    <a:pt x="141147" y="45203"/>
                  </a:lnTo>
                  <a:lnTo>
                    <a:pt x="141296" y="45053"/>
                  </a:lnTo>
                  <a:lnTo>
                    <a:pt x="141296" y="45203"/>
                  </a:lnTo>
                  <a:lnTo>
                    <a:pt x="141895" y="45652"/>
                  </a:lnTo>
                  <a:lnTo>
                    <a:pt x="142045" y="45802"/>
                  </a:lnTo>
                  <a:lnTo>
                    <a:pt x="142194" y="45652"/>
                  </a:lnTo>
                  <a:lnTo>
                    <a:pt x="141895" y="45353"/>
                  </a:lnTo>
                  <a:lnTo>
                    <a:pt x="141446" y="45053"/>
                  </a:lnTo>
                  <a:lnTo>
                    <a:pt x="141296" y="44754"/>
                  </a:lnTo>
                  <a:lnTo>
                    <a:pt x="141596" y="44305"/>
                  </a:lnTo>
                  <a:lnTo>
                    <a:pt x="141596" y="44155"/>
                  </a:lnTo>
                  <a:lnTo>
                    <a:pt x="142194" y="44754"/>
                  </a:lnTo>
                  <a:lnTo>
                    <a:pt x="142494" y="44904"/>
                  </a:lnTo>
                  <a:lnTo>
                    <a:pt x="142643" y="44754"/>
                  </a:lnTo>
                  <a:lnTo>
                    <a:pt x="141596" y="43856"/>
                  </a:lnTo>
                  <a:lnTo>
                    <a:pt x="141895" y="43257"/>
                  </a:lnTo>
                  <a:lnTo>
                    <a:pt x="142045" y="43257"/>
                  </a:lnTo>
                  <a:lnTo>
                    <a:pt x="143093" y="44006"/>
                  </a:lnTo>
                  <a:lnTo>
                    <a:pt x="143093" y="44006"/>
                  </a:lnTo>
                  <a:lnTo>
                    <a:pt x="142643" y="43556"/>
                  </a:lnTo>
                  <a:lnTo>
                    <a:pt x="142344" y="43257"/>
                  </a:lnTo>
                  <a:lnTo>
                    <a:pt x="141895" y="42958"/>
                  </a:lnTo>
                  <a:lnTo>
                    <a:pt x="142194" y="42209"/>
                  </a:lnTo>
                  <a:lnTo>
                    <a:pt x="142643" y="42509"/>
                  </a:lnTo>
                  <a:lnTo>
                    <a:pt x="143093" y="42808"/>
                  </a:lnTo>
                  <a:lnTo>
                    <a:pt x="143691" y="43107"/>
                  </a:lnTo>
                  <a:lnTo>
                    <a:pt x="142793" y="42359"/>
                  </a:lnTo>
                  <a:lnTo>
                    <a:pt x="142344" y="41910"/>
                  </a:lnTo>
                  <a:lnTo>
                    <a:pt x="142494" y="41162"/>
                  </a:lnTo>
                  <a:lnTo>
                    <a:pt x="143093" y="41461"/>
                  </a:lnTo>
                  <a:lnTo>
                    <a:pt x="144140" y="42359"/>
                  </a:lnTo>
                  <a:lnTo>
                    <a:pt x="144290" y="42359"/>
                  </a:lnTo>
                  <a:lnTo>
                    <a:pt x="144290" y="42209"/>
                  </a:lnTo>
                  <a:lnTo>
                    <a:pt x="143691" y="41611"/>
                  </a:lnTo>
                  <a:lnTo>
                    <a:pt x="142943" y="41162"/>
                  </a:lnTo>
                  <a:lnTo>
                    <a:pt x="142643" y="40862"/>
                  </a:lnTo>
                  <a:lnTo>
                    <a:pt x="142943" y="40114"/>
                  </a:lnTo>
                  <a:lnTo>
                    <a:pt x="143093" y="40264"/>
                  </a:lnTo>
                  <a:lnTo>
                    <a:pt x="144889" y="41461"/>
                  </a:lnTo>
                  <a:lnTo>
                    <a:pt x="144290" y="40862"/>
                  </a:lnTo>
                  <a:lnTo>
                    <a:pt x="143691" y="40264"/>
                  </a:lnTo>
                  <a:lnTo>
                    <a:pt x="142943" y="39964"/>
                  </a:lnTo>
                  <a:lnTo>
                    <a:pt x="143242" y="39066"/>
                  </a:lnTo>
                  <a:lnTo>
                    <a:pt x="143991" y="39515"/>
                  </a:lnTo>
                  <a:lnTo>
                    <a:pt x="144739" y="40114"/>
                  </a:lnTo>
                  <a:lnTo>
                    <a:pt x="145487" y="40563"/>
                  </a:lnTo>
                  <a:lnTo>
                    <a:pt x="145487" y="40413"/>
                  </a:lnTo>
                  <a:lnTo>
                    <a:pt x="144889" y="39815"/>
                  </a:lnTo>
                  <a:lnTo>
                    <a:pt x="144290" y="39365"/>
                  </a:lnTo>
                  <a:lnTo>
                    <a:pt x="143392" y="38767"/>
                  </a:lnTo>
                  <a:lnTo>
                    <a:pt x="143691" y="37569"/>
                  </a:lnTo>
                  <a:lnTo>
                    <a:pt x="144589" y="38168"/>
                  </a:lnTo>
                  <a:lnTo>
                    <a:pt x="145936" y="39216"/>
                  </a:lnTo>
                  <a:lnTo>
                    <a:pt x="145936" y="39066"/>
                  </a:lnTo>
                  <a:lnTo>
                    <a:pt x="145487" y="38467"/>
                  </a:lnTo>
                  <a:lnTo>
                    <a:pt x="144889" y="38018"/>
                  </a:lnTo>
                  <a:lnTo>
                    <a:pt x="143841" y="37270"/>
                  </a:lnTo>
                  <a:lnTo>
                    <a:pt x="144140" y="36372"/>
                  </a:lnTo>
                  <a:lnTo>
                    <a:pt x="145188" y="37270"/>
                  </a:lnTo>
                  <a:lnTo>
                    <a:pt x="145936" y="37869"/>
                  </a:lnTo>
                  <a:lnTo>
                    <a:pt x="146834" y="38318"/>
                  </a:lnTo>
                  <a:lnTo>
                    <a:pt x="146834" y="38168"/>
                  </a:lnTo>
                  <a:lnTo>
                    <a:pt x="146086" y="37569"/>
                  </a:lnTo>
                  <a:lnTo>
                    <a:pt x="145338" y="36971"/>
                  </a:lnTo>
                  <a:lnTo>
                    <a:pt x="144140" y="36222"/>
                  </a:lnTo>
                  <a:lnTo>
                    <a:pt x="144440" y="35324"/>
                  </a:lnTo>
                  <a:lnTo>
                    <a:pt x="145487" y="36073"/>
                  </a:lnTo>
                  <a:lnTo>
                    <a:pt x="147134" y="37120"/>
                  </a:lnTo>
                  <a:lnTo>
                    <a:pt x="147283" y="37120"/>
                  </a:lnTo>
                  <a:lnTo>
                    <a:pt x="147283" y="36971"/>
                  </a:lnTo>
                  <a:lnTo>
                    <a:pt x="146535" y="36372"/>
                  </a:lnTo>
                  <a:lnTo>
                    <a:pt x="145936" y="35923"/>
                  </a:lnTo>
                  <a:lnTo>
                    <a:pt x="144589" y="35025"/>
                  </a:lnTo>
                  <a:lnTo>
                    <a:pt x="144889" y="34127"/>
                  </a:lnTo>
                  <a:lnTo>
                    <a:pt x="145787" y="34725"/>
                  </a:lnTo>
                  <a:lnTo>
                    <a:pt x="147882" y="35923"/>
                  </a:lnTo>
                  <a:lnTo>
                    <a:pt x="147134" y="35174"/>
                  </a:lnTo>
                  <a:lnTo>
                    <a:pt x="146236" y="34576"/>
                  </a:lnTo>
                  <a:lnTo>
                    <a:pt x="145038" y="33827"/>
                  </a:lnTo>
                  <a:lnTo>
                    <a:pt x="145038" y="33678"/>
                  </a:lnTo>
                  <a:close/>
                  <a:moveTo>
                    <a:pt x="140548" y="46999"/>
                  </a:moveTo>
                  <a:lnTo>
                    <a:pt x="140997" y="47448"/>
                  </a:lnTo>
                  <a:lnTo>
                    <a:pt x="140249" y="48047"/>
                  </a:lnTo>
                  <a:lnTo>
                    <a:pt x="140249" y="48047"/>
                  </a:lnTo>
                  <a:lnTo>
                    <a:pt x="140548" y="46999"/>
                  </a:lnTo>
                  <a:close/>
                  <a:moveTo>
                    <a:pt x="68852" y="46999"/>
                  </a:moveTo>
                  <a:lnTo>
                    <a:pt x="69151" y="48047"/>
                  </a:lnTo>
                  <a:lnTo>
                    <a:pt x="69151" y="48047"/>
                  </a:lnTo>
                  <a:lnTo>
                    <a:pt x="68403" y="47448"/>
                  </a:lnTo>
                  <a:lnTo>
                    <a:pt x="68852" y="46999"/>
                  </a:lnTo>
                  <a:close/>
                  <a:moveTo>
                    <a:pt x="96094" y="53286"/>
                  </a:moveTo>
                  <a:lnTo>
                    <a:pt x="95046" y="60620"/>
                  </a:lnTo>
                  <a:lnTo>
                    <a:pt x="94896" y="60620"/>
                  </a:lnTo>
                  <a:lnTo>
                    <a:pt x="93100" y="53884"/>
                  </a:lnTo>
                  <a:lnTo>
                    <a:pt x="96094" y="53286"/>
                  </a:lnTo>
                  <a:close/>
                  <a:moveTo>
                    <a:pt x="113007" y="53286"/>
                  </a:moveTo>
                  <a:lnTo>
                    <a:pt x="116150" y="53884"/>
                  </a:lnTo>
                  <a:lnTo>
                    <a:pt x="114803" y="60620"/>
                  </a:lnTo>
                  <a:lnTo>
                    <a:pt x="114055" y="60470"/>
                  </a:lnTo>
                  <a:lnTo>
                    <a:pt x="113007" y="53286"/>
                  </a:lnTo>
                  <a:close/>
                  <a:moveTo>
                    <a:pt x="110313" y="35174"/>
                  </a:moveTo>
                  <a:lnTo>
                    <a:pt x="114654" y="35624"/>
                  </a:lnTo>
                  <a:lnTo>
                    <a:pt x="118994" y="36372"/>
                  </a:lnTo>
                  <a:lnTo>
                    <a:pt x="118994" y="43257"/>
                  </a:lnTo>
                  <a:lnTo>
                    <a:pt x="122437" y="37270"/>
                  </a:lnTo>
                  <a:lnTo>
                    <a:pt x="127077" y="38617"/>
                  </a:lnTo>
                  <a:lnTo>
                    <a:pt x="131717" y="40413"/>
                  </a:lnTo>
                  <a:lnTo>
                    <a:pt x="136058" y="42359"/>
                  </a:lnTo>
                  <a:lnTo>
                    <a:pt x="140398" y="44754"/>
                  </a:lnTo>
                  <a:lnTo>
                    <a:pt x="138153" y="51190"/>
                  </a:lnTo>
                  <a:lnTo>
                    <a:pt x="138153" y="51190"/>
                  </a:lnTo>
                  <a:lnTo>
                    <a:pt x="143392" y="46700"/>
                  </a:lnTo>
                  <a:lnTo>
                    <a:pt x="145637" y="48197"/>
                  </a:lnTo>
                  <a:lnTo>
                    <a:pt x="147733" y="49843"/>
                  </a:lnTo>
                  <a:lnTo>
                    <a:pt x="149828" y="51489"/>
                  </a:lnTo>
                  <a:lnTo>
                    <a:pt x="151774" y="53286"/>
                  </a:lnTo>
                  <a:lnTo>
                    <a:pt x="138902" y="63164"/>
                  </a:lnTo>
                  <a:lnTo>
                    <a:pt x="136207" y="61069"/>
                  </a:lnTo>
                  <a:lnTo>
                    <a:pt x="133513" y="59273"/>
                  </a:lnTo>
                  <a:lnTo>
                    <a:pt x="135609" y="55980"/>
                  </a:lnTo>
                  <a:lnTo>
                    <a:pt x="136357" y="55980"/>
                  </a:lnTo>
                  <a:lnTo>
                    <a:pt x="137105" y="55830"/>
                  </a:lnTo>
                  <a:lnTo>
                    <a:pt x="137704" y="55231"/>
                  </a:lnTo>
                  <a:lnTo>
                    <a:pt x="138153" y="54483"/>
                  </a:lnTo>
                  <a:lnTo>
                    <a:pt x="138303" y="54034"/>
                  </a:lnTo>
                  <a:lnTo>
                    <a:pt x="138303" y="53735"/>
                  </a:lnTo>
                  <a:lnTo>
                    <a:pt x="138003" y="52837"/>
                  </a:lnTo>
                  <a:lnTo>
                    <a:pt x="137554" y="52238"/>
                  </a:lnTo>
                  <a:lnTo>
                    <a:pt x="137255" y="51938"/>
                  </a:lnTo>
                  <a:lnTo>
                    <a:pt x="136806" y="51789"/>
                  </a:lnTo>
                  <a:lnTo>
                    <a:pt x="136357" y="51639"/>
                  </a:lnTo>
                  <a:lnTo>
                    <a:pt x="135908" y="51639"/>
                  </a:lnTo>
                  <a:lnTo>
                    <a:pt x="135160" y="51789"/>
                  </a:lnTo>
                  <a:lnTo>
                    <a:pt x="134411" y="52388"/>
                  </a:lnTo>
                  <a:lnTo>
                    <a:pt x="134261" y="52687"/>
                  </a:lnTo>
                  <a:lnTo>
                    <a:pt x="133962" y="53136"/>
                  </a:lnTo>
                  <a:lnTo>
                    <a:pt x="133962" y="53735"/>
                  </a:lnTo>
                  <a:lnTo>
                    <a:pt x="133962" y="54483"/>
                  </a:lnTo>
                  <a:lnTo>
                    <a:pt x="134261" y="55082"/>
                  </a:lnTo>
                  <a:lnTo>
                    <a:pt x="134711" y="55531"/>
                  </a:lnTo>
                  <a:lnTo>
                    <a:pt x="132765" y="58824"/>
                  </a:lnTo>
                  <a:lnTo>
                    <a:pt x="129172" y="56728"/>
                  </a:lnTo>
                  <a:lnTo>
                    <a:pt x="125430" y="54932"/>
                  </a:lnTo>
                  <a:lnTo>
                    <a:pt x="121539" y="53585"/>
                  </a:lnTo>
                  <a:lnTo>
                    <a:pt x="117348" y="52388"/>
                  </a:lnTo>
                  <a:lnTo>
                    <a:pt x="118246" y="48346"/>
                  </a:lnTo>
                  <a:lnTo>
                    <a:pt x="118994" y="48047"/>
                  </a:lnTo>
                  <a:lnTo>
                    <a:pt x="119743" y="47598"/>
                  </a:lnTo>
                  <a:lnTo>
                    <a:pt x="120192" y="46999"/>
                  </a:lnTo>
                  <a:lnTo>
                    <a:pt x="120341" y="46101"/>
                  </a:lnTo>
                  <a:lnTo>
                    <a:pt x="120341" y="45652"/>
                  </a:lnTo>
                  <a:lnTo>
                    <a:pt x="120192" y="45203"/>
                  </a:lnTo>
                  <a:lnTo>
                    <a:pt x="119743" y="44604"/>
                  </a:lnTo>
                  <a:lnTo>
                    <a:pt x="118994" y="44155"/>
                  </a:lnTo>
                  <a:lnTo>
                    <a:pt x="118545" y="44006"/>
                  </a:lnTo>
                  <a:lnTo>
                    <a:pt x="118096" y="43856"/>
                  </a:lnTo>
                  <a:lnTo>
                    <a:pt x="117647" y="44006"/>
                  </a:lnTo>
                  <a:lnTo>
                    <a:pt x="117198" y="44155"/>
                  </a:lnTo>
                  <a:lnTo>
                    <a:pt x="116599" y="44604"/>
                  </a:lnTo>
                  <a:lnTo>
                    <a:pt x="116150" y="45203"/>
                  </a:lnTo>
                  <a:lnTo>
                    <a:pt x="116001" y="45652"/>
                  </a:lnTo>
                  <a:lnTo>
                    <a:pt x="115851" y="46101"/>
                  </a:lnTo>
                  <a:lnTo>
                    <a:pt x="116001" y="46849"/>
                  </a:lnTo>
                  <a:lnTo>
                    <a:pt x="116300" y="47298"/>
                  </a:lnTo>
                  <a:lnTo>
                    <a:pt x="116749" y="47897"/>
                  </a:lnTo>
                  <a:lnTo>
                    <a:pt x="117348" y="48197"/>
                  </a:lnTo>
                  <a:lnTo>
                    <a:pt x="116450" y="52238"/>
                  </a:lnTo>
                  <a:lnTo>
                    <a:pt x="112708" y="51489"/>
                  </a:lnTo>
                  <a:lnTo>
                    <a:pt x="110313" y="35174"/>
                  </a:lnTo>
                  <a:close/>
                  <a:moveTo>
                    <a:pt x="98488" y="35174"/>
                  </a:moveTo>
                  <a:lnTo>
                    <a:pt x="96243" y="51489"/>
                  </a:lnTo>
                  <a:lnTo>
                    <a:pt x="92651" y="52238"/>
                  </a:lnTo>
                  <a:lnTo>
                    <a:pt x="91453" y="48346"/>
                  </a:lnTo>
                  <a:lnTo>
                    <a:pt x="92052" y="47747"/>
                  </a:lnTo>
                  <a:lnTo>
                    <a:pt x="92501" y="46999"/>
                  </a:lnTo>
                  <a:lnTo>
                    <a:pt x="92501" y="46251"/>
                  </a:lnTo>
                  <a:lnTo>
                    <a:pt x="92352" y="45353"/>
                  </a:lnTo>
                  <a:lnTo>
                    <a:pt x="92052" y="45053"/>
                  </a:lnTo>
                  <a:lnTo>
                    <a:pt x="91753" y="44754"/>
                  </a:lnTo>
                  <a:lnTo>
                    <a:pt x="91004" y="44305"/>
                  </a:lnTo>
                  <a:lnTo>
                    <a:pt x="90256" y="44155"/>
                  </a:lnTo>
                  <a:lnTo>
                    <a:pt x="89807" y="44305"/>
                  </a:lnTo>
                  <a:lnTo>
                    <a:pt x="89358" y="44455"/>
                  </a:lnTo>
                  <a:lnTo>
                    <a:pt x="88909" y="44604"/>
                  </a:lnTo>
                  <a:lnTo>
                    <a:pt x="88610" y="44904"/>
                  </a:lnTo>
                  <a:lnTo>
                    <a:pt x="88310" y="45652"/>
                  </a:lnTo>
                  <a:lnTo>
                    <a:pt x="88161" y="46550"/>
                  </a:lnTo>
                  <a:lnTo>
                    <a:pt x="88161" y="46999"/>
                  </a:lnTo>
                  <a:lnTo>
                    <a:pt x="88310" y="47448"/>
                  </a:lnTo>
                  <a:lnTo>
                    <a:pt x="88759" y="47897"/>
                  </a:lnTo>
                  <a:lnTo>
                    <a:pt x="89208" y="48346"/>
                  </a:lnTo>
                  <a:lnTo>
                    <a:pt x="89807" y="48496"/>
                  </a:lnTo>
                  <a:lnTo>
                    <a:pt x="90555" y="48646"/>
                  </a:lnTo>
                  <a:lnTo>
                    <a:pt x="91603" y="52537"/>
                  </a:lnTo>
                  <a:lnTo>
                    <a:pt x="87412" y="53735"/>
                  </a:lnTo>
                  <a:lnTo>
                    <a:pt x="83521" y="55231"/>
                  </a:lnTo>
                  <a:lnTo>
                    <a:pt x="79629" y="57028"/>
                  </a:lnTo>
                  <a:lnTo>
                    <a:pt x="75887" y="59273"/>
                  </a:lnTo>
                  <a:lnTo>
                    <a:pt x="73941" y="55680"/>
                  </a:lnTo>
                  <a:lnTo>
                    <a:pt x="74390" y="54932"/>
                  </a:lnTo>
                  <a:lnTo>
                    <a:pt x="74540" y="54034"/>
                  </a:lnTo>
                  <a:lnTo>
                    <a:pt x="74240" y="53286"/>
                  </a:lnTo>
                  <a:lnTo>
                    <a:pt x="73791" y="52537"/>
                  </a:lnTo>
                  <a:lnTo>
                    <a:pt x="73492" y="52238"/>
                  </a:lnTo>
                  <a:lnTo>
                    <a:pt x="73043" y="52088"/>
                  </a:lnTo>
                  <a:lnTo>
                    <a:pt x="72295" y="51938"/>
                  </a:lnTo>
                  <a:lnTo>
                    <a:pt x="71397" y="52088"/>
                  </a:lnTo>
                  <a:lnTo>
                    <a:pt x="71097" y="52388"/>
                  </a:lnTo>
                  <a:lnTo>
                    <a:pt x="70648" y="52687"/>
                  </a:lnTo>
                  <a:lnTo>
                    <a:pt x="70499" y="52986"/>
                  </a:lnTo>
                  <a:lnTo>
                    <a:pt x="70199" y="53286"/>
                  </a:lnTo>
                  <a:lnTo>
                    <a:pt x="70049" y="54184"/>
                  </a:lnTo>
                  <a:lnTo>
                    <a:pt x="70199" y="55082"/>
                  </a:lnTo>
                  <a:lnTo>
                    <a:pt x="70499" y="55381"/>
                  </a:lnTo>
                  <a:lnTo>
                    <a:pt x="70798" y="55680"/>
                  </a:lnTo>
                  <a:lnTo>
                    <a:pt x="71247" y="56129"/>
                  </a:lnTo>
                  <a:lnTo>
                    <a:pt x="71846" y="56279"/>
                  </a:lnTo>
                  <a:lnTo>
                    <a:pt x="72444" y="56429"/>
                  </a:lnTo>
                  <a:lnTo>
                    <a:pt x="73043" y="56279"/>
                  </a:lnTo>
                  <a:lnTo>
                    <a:pt x="75139" y="59722"/>
                  </a:lnTo>
                  <a:lnTo>
                    <a:pt x="72444" y="61668"/>
                  </a:lnTo>
                  <a:lnTo>
                    <a:pt x="69750" y="63763"/>
                  </a:lnTo>
                  <a:lnTo>
                    <a:pt x="56728" y="54184"/>
                  </a:lnTo>
                  <a:lnTo>
                    <a:pt x="58824" y="52088"/>
                  </a:lnTo>
                  <a:lnTo>
                    <a:pt x="61218" y="50142"/>
                  </a:lnTo>
                  <a:lnTo>
                    <a:pt x="63613" y="48346"/>
                  </a:lnTo>
                  <a:lnTo>
                    <a:pt x="66008" y="46550"/>
                  </a:lnTo>
                  <a:lnTo>
                    <a:pt x="71247" y="51190"/>
                  </a:lnTo>
                  <a:lnTo>
                    <a:pt x="71247" y="51190"/>
                  </a:lnTo>
                  <a:lnTo>
                    <a:pt x="69151" y="44754"/>
                  </a:lnTo>
                  <a:lnTo>
                    <a:pt x="73342" y="42359"/>
                  </a:lnTo>
                  <a:lnTo>
                    <a:pt x="77683" y="40264"/>
                  </a:lnTo>
                  <a:lnTo>
                    <a:pt x="82323" y="38617"/>
                  </a:lnTo>
                  <a:lnTo>
                    <a:pt x="86963" y="37120"/>
                  </a:lnTo>
                  <a:lnTo>
                    <a:pt x="90406" y="43257"/>
                  </a:lnTo>
                  <a:lnTo>
                    <a:pt x="90555" y="36372"/>
                  </a:lnTo>
                  <a:lnTo>
                    <a:pt x="94447" y="35624"/>
                  </a:lnTo>
                  <a:lnTo>
                    <a:pt x="98488" y="35174"/>
                  </a:lnTo>
                  <a:close/>
                  <a:moveTo>
                    <a:pt x="56878" y="38467"/>
                  </a:moveTo>
                  <a:lnTo>
                    <a:pt x="65260" y="45951"/>
                  </a:lnTo>
                  <a:lnTo>
                    <a:pt x="62865" y="47747"/>
                  </a:lnTo>
                  <a:lnTo>
                    <a:pt x="60470" y="49544"/>
                  </a:lnTo>
                  <a:lnTo>
                    <a:pt x="58075" y="51489"/>
                  </a:lnTo>
                  <a:lnTo>
                    <a:pt x="55830" y="53585"/>
                  </a:lnTo>
                  <a:lnTo>
                    <a:pt x="48196" y="47897"/>
                  </a:lnTo>
                  <a:lnTo>
                    <a:pt x="47298" y="48646"/>
                  </a:lnTo>
                  <a:lnTo>
                    <a:pt x="53136" y="56279"/>
                  </a:lnTo>
                  <a:lnTo>
                    <a:pt x="51040" y="58524"/>
                  </a:lnTo>
                  <a:lnTo>
                    <a:pt x="49244" y="60770"/>
                  </a:lnTo>
                  <a:lnTo>
                    <a:pt x="47448" y="63164"/>
                  </a:lnTo>
                  <a:lnTo>
                    <a:pt x="45802" y="65559"/>
                  </a:lnTo>
                  <a:lnTo>
                    <a:pt x="38018" y="57477"/>
                  </a:lnTo>
                  <a:lnTo>
                    <a:pt x="40114" y="54782"/>
                  </a:lnTo>
                  <a:lnTo>
                    <a:pt x="42209" y="52238"/>
                  </a:lnTo>
                  <a:lnTo>
                    <a:pt x="44454" y="49693"/>
                  </a:lnTo>
                  <a:lnTo>
                    <a:pt x="46700" y="47298"/>
                  </a:lnTo>
                  <a:lnTo>
                    <a:pt x="49094" y="44904"/>
                  </a:lnTo>
                  <a:lnTo>
                    <a:pt x="51639" y="42658"/>
                  </a:lnTo>
                  <a:lnTo>
                    <a:pt x="54184" y="40563"/>
                  </a:lnTo>
                  <a:lnTo>
                    <a:pt x="56878" y="38467"/>
                  </a:lnTo>
                  <a:close/>
                  <a:moveTo>
                    <a:pt x="152522" y="38617"/>
                  </a:moveTo>
                  <a:lnTo>
                    <a:pt x="155216" y="40563"/>
                  </a:lnTo>
                  <a:lnTo>
                    <a:pt x="157761" y="42658"/>
                  </a:lnTo>
                  <a:lnTo>
                    <a:pt x="160306" y="44904"/>
                  </a:lnTo>
                  <a:lnTo>
                    <a:pt x="162700" y="47298"/>
                  </a:lnTo>
                  <a:lnTo>
                    <a:pt x="164946" y="49693"/>
                  </a:lnTo>
                  <a:lnTo>
                    <a:pt x="167191" y="52238"/>
                  </a:lnTo>
                  <a:lnTo>
                    <a:pt x="169286" y="54932"/>
                  </a:lnTo>
                  <a:lnTo>
                    <a:pt x="171382" y="57626"/>
                  </a:lnTo>
                  <a:lnTo>
                    <a:pt x="163748" y="65559"/>
                  </a:lnTo>
                  <a:lnTo>
                    <a:pt x="161802" y="62865"/>
                  </a:lnTo>
                  <a:lnTo>
                    <a:pt x="159707" y="60320"/>
                  </a:lnTo>
                  <a:lnTo>
                    <a:pt x="157611" y="57776"/>
                  </a:lnTo>
                  <a:lnTo>
                    <a:pt x="155366" y="55381"/>
                  </a:lnTo>
                  <a:lnTo>
                    <a:pt x="161054" y="47897"/>
                  </a:lnTo>
                  <a:lnTo>
                    <a:pt x="160156" y="46999"/>
                  </a:lnTo>
                  <a:lnTo>
                    <a:pt x="152672" y="52687"/>
                  </a:lnTo>
                  <a:lnTo>
                    <a:pt x="150576" y="50891"/>
                  </a:lnTo>
                  <a:lnTo>
                    <a:pt x="148481" y="49095"/>
                  </a:lnTo>
                  <a:lnTo>
                    <a:pt x="146385" y="47448"/>
                  </a:lnTo>
                  <a:lnTo>
                    <a:pt x="144140" y="45951"/>
                  </a:lnTo>
                  <a:lnTo>
                    <a:pt x="152522" y="38617"/>
                  </a:lnTo>
                  <a:close/>
                  <a:moveTo>
                    <a:pt x="117048" y="54184"/>
                  </a:moveTo>
                  <a:lnTo>
                    <a:pt x="120940" y="55231"/>
                  </a:lnTo>
                  <a:lnTo>
                    <a:pt x="124682" y="56579"/>
                  </a:lnTo>
                  <a:lnTo>
                    <a:pt x="128424" y="58375"/>
                  </a:lnTo>
                  <a:lnTo>
                    <a:pt x="131867" y="60320"/>
                  </a:lnTo>
                  <a:lnTo>
                    <a:pt x="128274" y="66158"/>
                  </a:lnTo>
                  <a:lnTo>
                    <a:pt x="125281" y="64511"/>
                  </a:lnTo>
                  <a:lnTo>
                    <a:pt x="122287" y="63015"/>
                  </a:lnTo>
                  <a:lnTo>
                    <a:pt x="118994" y="61817"/>
                  </a:lnTo>
                  <a:lnTo>
                    <a:pt x="115701" y="60919"/>
                  </a:lnTo>
                  <a:lnTo>
                    <a:pt x="117048" y="54184"/>
                  </a:lnTo>
                  <a:close/>
                  <a:moveTo>
                    <a:pt x="92052" y="54184"/>
                  </a:moveTo>
                  <a:lnTo>
                    <a:pt x="93998" y="60770"/>
                  </a:lnTo>
                  <a:lnTo>
                    <a:pt x="90406" y="61817"/>
                  </a:lnTo>
                  <a:lnTo>
                    <a:pt x="86813" y="63164"/>
                  </a:lnTo>
                  <a:lnTo>
                    <a:pt x="83521" y="64811"/>
                  </a:lnTo>
                  <a:lnTo>
                    <a:pt x="80228" y="66757"/>
                  </a:lnTo>
                  <a:lnTo>
                    <a:pt x="76785" y="60770"/>
                  </a:lnTo>
                  <a:lnTo>
                    <a:pt x="80377" y="58674"/>
                  </a:lnTo>
                  <a:lnTo>
                    <a:pt x="84119" y="56878"/>
                  </a:lnTo>
                  <a:lnTo>
                    <a:pt x="88011" y="55381"/>
                  </a:lnTo>
                  <a:lnTo>
                    <a:pt x="92052" y="54184"/>
                  </a:lnTo>
                  <a:close/>
                  <a:moveTo>
                    <a:pt x="132615" y="60770"/>
                  </a:moveTo>
                  <a:lnTo>
                    <a:pt x="135160" y="62416"/>
                  </a:lnTo>
                  <a:lnTo>
                    <a:pt x="137405" y="64212"/>
                  </a:lnTo>
                  <a:lnTo>
                    <a:pt x="131717" y="68553"/>
                  </a:lnTo>
                  <a:lnTo>
                    <a:pt x="129172" y="66607"/>
                  </a:lnTo>
                  <a:lnTo>
                    <a:pt x="132615" y="60770"/>
                  </a:lnTo>
                  <a:close/>
                  <a:moveTo>
                    <a:pt x="37569" y="58375"/>
                  </a:moveTo>
                  <a:lnTo>
                    <a:pt x="38168" y="59123"/>
                  </a:lnTo>
                  <a:lnTo>
                    <a:pt x="37420" y="60320"/>
                  </a:lnTo>
                  <a:lnTo>
                    <a:pt x="36971" y="61219"/>
                  </a:lnTo>
                  <a:lnTo>
                    <a:pt x="36671" y="62117"/>
                  </a:lnTo>
                  <a:lnTo>
                    <a:pt x="37719" y="60470"/>
                  </a:lnTo>
                  <a:lnTo>
                    <a:pt x="38467" y="59273"/>
                  </a:lnTo>
                  <a:lnTo>
                    <a:pt x="39066" y="60021"/>
                  </a:lnTo>
                  <a:lnTo>
                    <a:pt x="38318" y="61219"/>
                  </a:lnTo>
                  <a:lnTo>
                    <a:pt x="37869" y="62117"/>
                  </a:lnTo>
                  <a:lnTo>
                    <a:pt x="37569" y="63015"/>
                  </a:lnTo>
                  <a:lnTo>
                    <a:pt x="37569" y="63015"/>
                  </a:lnTo>
                  <a:lnTo>
                    <a:pt x="38168" y="62266"/>
                  </a:lnTo>
                  <a:lnTo>
                    <a:pt x="38617" y="61368"/>
                  </a:lnTo>
                  <a:lnTo>
                    <a:pt x="39216" y="60171"/>
                  </a:lnTo>
                  <a:lnTo>
                    <a:pt x="39814" y="60770"/>
                  </a:lnTo>
                  <a:lnTo>
                    <a:pt x="39066" y="62117"/>
                  </a:lnTo>
                  <a:lnTo>
                    <a:pt x="38916" y="62715"/>
                  </a:lnTo>
                  <a:lnTo>
                    <a:pt x="38617" y="63314"/>
                  </a:lnTo>
                  <a:lnTo>
                    <a:pt x="38767" y="63464"/>
                  </a:lnTo>
                  <a:lnTo>
                    <a:pt x="39665" y="61967"/>
                  </a:lnTo>
                  <a:lnTo>
                    <a:pt x="40114" y="61069"/>
                  </a:lnTo>
                  <a:lnTo>
                    <a:pt x="40862" y="61967"/>
                  </a:lnTo>
                  <a:lnTo>
                    <a:pt x="40413" y="62865"/>
                  </a:lnTo>
                  <a:lnTo>
                    <a:pt x="39964" y="63613"/>
                  </a:lnTo>
                  <a:lnTo>
                    <a:pt x="39665" y="64511"/>
                  </a:lnTo>
                  <a:lnTo>
                    <a:pt x="39814" y="64511"/>
                  </a:lnTo>
                  <a:lnTo>
                    <a:pt x="40263" y="63763"/>
                  </a:lnTo>
                  <a:lnTo>
                    <a:pt x="40563" y="63015"/>
                  </a:lnTo>
                  <a:lnTo>
                    <a:pt x="41162" y="62117"/>
                  </a:lnTo>
                  <a:lnTo>
                    <a:pt x="41760" y="62865"/>
                  </a:lnTo>
                  <a:lnTo>
                    <a:pt x="41311" y="63613"/>
                  </a:lnTo>
                  <a:lnTo>
                    <a:pt x="40862" y="64362"/>
                  </a:lnTo>
                  <a:lnTo>
                    <a:pt x="40563" y="65110"/>
                  </a:lnTo>
                  <a:lnTo>
                    <a:pt x="40713" y="65110"/>
                  </a:lnTo>
                  <a:lnTo>
                    <a:pt x="41760" y="63314"/>
                  </a:lnTo>
                  <a:lnTo>
                    <a:pt x="41910" y="63015"/>
                  </a:lnTo>
                  <a:lnTo>
                    <a:pt x="42509" y="63613"/>
                  </a:lnTo>
                  <a:lnTo>
                    <a:pt x="42209" y="64062"/>
                  </a:lnTo>
                  <a:lnTo>
                    <a:pt x="41611" y="65559"/>
                  </a:lnTo>
                  <a:lnTo>
                    <a:pt x="41760" y="65559"/>
                  </a:lnTo>
                  <a:lnTo>
                    <a:pt x="42359" y="64212"/>
                  </a:lnTo>
                  <a:lnTo>
                    <a:pt x="42658" y="63763"/>
                  </a:lnTo>
                  <a:lnTo>
                    <a:pt x="43257" y="64362"/>
                  </a:lnTo>
                  <a:lnTo>
                    <a:pt x="42958" y="64961"/>
                  </a:lnTo>
                  <a:lnTo>
                    <a:pt x="42509" y="66008"/>
                  </a:lnTo>
                  <a:lnTo>
                    <a:pt x="43107" y="65410"/>
                  </a:lnTo>
                  <a:lnTo>
                    <a:pt x="43407" y="64511"/>
                  </a:lnTo>
                  <a:lnTo>
                    <a:pt x="44005" y="65110"/>
                  </a:lnTo>
                  <a:lnTo>
                    <a:pt x="43856" y="65410"/>
                  </a:lnTo>
                  <a:lnTo>
                    <a:pt x="43556" y="66008"/>
                  </a:lnTo>
                  <a:lnTo>
                    <a:pt x="43407" y="66457"/>
                  </a:lnTo>
                  <a:lnTo>
                    <a:pt x="43556" y="66607"/>
                  </a:lnTo>
                  <a:lnTo>
                    <a:pt x="44005" y="65559"/>
                  </a:lnTo>
                  <a:lnTo>
                    <a:pt x="44155" y="65410"/>
                  </a:lnTo>
                  <a:lnTo>
                    <a:pt x="44754" y="65859"/>
                  </a:lnTo>
                  <a:lnTo>
                    <a:pt x="44155" y="67056"/>
                  </a:lnTo>
                  <a:lnTo>
                    <a:pt x="44305" y="67206"/>
                  </a:lnTo>
                  <a:lnTo>
                    <a:pt x="44904" y="66158"/>
                  </a:lnTo>
                  <a:lnTo>
                    <a:pt x="45203" y="66457"/>
                  </a:lnTo>
                  <a:lnTo>
                    <a:pt x="45353" y="66607"/>
                  </a:lnTo>
                  <a:lnTo>
                    <a:pt x="45203" y="66757"/>
                  </a:lnTo>
                  <a:lnTo>
                    <a:pt x="45053" y="67206"/>
                  </a:lnTo>
                  <a:lnTo>
                    <a:pt x="45053" y="67655"/>
                  </a:lnTo>
                  <a:lnTo>
                    <a:pt x="45053" y="67804"/>
                  </a:lnTo>
                  <a:lnTo>
                    <a:pt x="45203" y="67804"/>
                  </a:lnTo>
                  <a:lnTo>
                    <a:pt x="45502" y="66906"/>
                  </a:lnTo>
                  <a:lnTo>
                    <a:pt x="45502" y="66757"/>
                  </a:lnTo>
                  <a:lnTo>
                    <a:pt x="45951" y="67206"/>
                  </a:lnTo>
                  <a:lnTo>
                    <a:pt x="46101" y="67355"/>
                  </a:lnTo>
                  <a:lnTo>
                    <a:pt x="45802" y="68104"/>
                  </a:lnTo>
                  <a:lnTo>
                    <a:pt x="45951" y="68104"/>
                  </a:lnTo>
                  <a:lnTo>
                    <a:pt x="46251" y="67505"/>
                  </a:lnTo>
                  <a:lnTo>
                    <a:pt x="46849" y="68104"/>
                  </a:lnTo>
                  <a:lnTo>
                    <a:pt x="46700" y="68104"/>
                  </a:lnTo>
                  <a:lnTo>
                    <a:pt x="46700" y="68702"/>
                  </a:lnTo>
                  <a:lnTo>
                    <a:pt x="45203" y="68253"/>
                  </a:lnTo>
                  <a:lnTo>
                    <a:pt x="44155" y="68104"/>
                  </a:lnTo>
                  <a:lnTo>
                    <a:pt x="33378" y="64961"/>
                  </a:lnTo>
                  <a:lnTo>
                    <a:pt x="35534" y="61368"/>
                  </a:lnTo>
                  <a:lnTo>
                    <a:pt x="35623" y="61368"/>
                  </a:lnTo>
                  <a:lnTo>
                    <a:pt x="36971" y="59422"/>
                  </a:lnTo>
                  <a:lnTo>
                    <a:pt x="37569" y="58375"/>
                  </a:lnTo>
                  <a:close/>
                  <a:moveTo>
                    <a:pt x="171831" y="58375"/>
                  </a:moveTo>
                  <a:lnTo>
                    <a:pt x="172579" y="59422"/>
                  </a:lnTo>
                  <a:lnTo>
                    <a:pt x="173777" y="61368"/>
                  </a:lnTo>
                  <a:lnTo>
                    <a:pt x="173926" y="61368"/>
                  </a:lnTo>
                  <a:lnTo>
                    <a:pt x="176022" y="64961"/>
                  </a:lnTo>
                  <a:lnTo>
                    <a:pt x="165245" y="68104"/>
                  </a:lnTo>
                  <a:lnTo>
                    <a:pt x="164197" y="68403"/>
                  </a:lnTo>
                  <a:lnTo>
                    <a:pt x="162850" y="68702"/>
                  </a:lnTo>
                  <a:lnTo>
                    <a:pt x="162700" y="68104"/>
                  </a:lnTo>
                  <a:lnTo>
                    <a:pt x="163149" y="67505"/>
                  </a:lnTo>
                  <a:lnTo>
                    <a:pt x="163449" y="68104"/>
                  </a:lnTo>
                  <a:lnTo>
                    <a:pt x="163598" y="68104"/>
                  </a:lnTo>
                  <a:lnTo>
                    <a:pt x="163449" y="67355"/>
                  </a:lnTo>
                  <a:lnTo>
                    <a:pt x="163449" y="67206"/>
                  </a:lnTo>
                  <a:lnTo>
                    <a:pt x="163898" y="66757"/>
                  </a:lnTo>
                  <a:lnTo>
                    <a:pt x="163898" y="66906"/>
                  </a:lnTo>
                  <a:lnTo>
                    <a:pt x="164347" y="67804"/>
                  </a:lnTo>
                  <a:lnTo>
                    <a:pt x="164497" y="67655"/>
                  </a:lnTo>
                  <a:lnTo>
                    <a:pt x="164347" y="67206"/>
                  </a:lnTo>
                  <a:lnTo>
                    <a:pt x="164197" y="66757"/>
                  </a:lnTo>
                  <a:lnTo>
                    <a:pt x="164047" y="66607"/>
                  </a:lnTo>
                  <a:lnTo>
                    <a:pt x="164197" y="66457"/>
                  </a:lnTo>
                  <a:lnTo>
                    <a:pt x="164497" y="66158"/>
                  </a:lnTo>
                  <a:lnTo>
                    <a:pt x="165095" y="67206"/>
                  </a:lnTo>
                  <a:lnTo>
                    <a:pt x="165245" y="67206"/>
                  </a:lnTo>
                  <a:lnTo>
                    <a:pt x="165245" y="67056"/>
                  </a:lnTo>
                  <a:lnTo>
                    <a:pt x="164796" y="65859"/>
                  </a:lnTo>
                  <a:lnTo>
                    <a:pt x="165245" y="65410"/>
                  </a:lnTo>
                  <a:lnTo>
                    <a:pt x="165395" y="65559"/>
                  </a:lnTo>
                  <a:lnTo>
                    <a:pt x="165993" y="66607"/>
                  </a:lnTo>
                  <a:lnTo>
                    <a:pt x="165993" y="66457"/>
                  </a:lnTo>
                  <a:lnTo>
                    <a:pt x="165844" y="66008"/>
                  </a:lnTo>
                  <a:lnTo>
                    <a:pt x="165544" y="65410"/>
                  </a:lnTo>
                  <a:lnTo>
                    <a:pt x="165395" y="65110"/>
                  </a:lnTo>
                  <a:lnTo>
                    <a:pt x="165993" y="64511"/>
                  </a:lnTo>
                  <a:lnTo>
                    <a:pt x="166442" y="65410"/>
                  </a:lnTo>
                  <a:lnTo>
                    <a:pt x="166891" y="66008"/>
                  </a:lnTo>
                  <a:lnTo>
                    <a:pt x="167041" y="66008"/>
                  </a:lnTo>
                  <a:lnTo>
                    <a:pt x="166442" y="64961"/>
                  </a:lnTo>
                  <a:lnTo>
                    <a:pt x="166143" y="64362"/>
                  </a:lnTo>
                  <a:lnTo>
                    <a:pt x="166742" y="63763"/>
                  </a:lnTo>
                  <a:lnTo>
                    <a:pt x="167041" y="64212"/>
                  </a:lnTo>
                  <a:lnTo>
                    <a:pt x="167640" y="65559"/>
                  </a:lnTo>
                  <a:lnTo>
                    <a:pt x="167789" y="65559"/>
                  </a:lnTo>
                  <a:lnTo>
                    <a:pt x="167191" y="64062"/>
                  </a:lnTo>
                  <a:lnTo>
                    <a:pt x="166891" y="63613"/>
                  </a:lnTo>
                  <a:lnTo>
                    <a:pt x="167490" y="63015"/>
                  </a:lnTo>
                  <a:lnTo>
                    <a:pt x="167789" y="63314"/>
                  </a:lnTo>
                  <a:lnTo>
                    <a:pt x="168687" y="65110"/>
                  </a:lnTo>
                  <a:lnTo>
                    <a:pt x="168837" y="65110"/>
                  </a:lnTo>
                  <a:lnTo>
                    <a:pt x="168538" y="64362"/>
                  </a:lnTo>
                  <a:lnTo>
                    <a:pt x="168238" y="63613"/>
                  </a:lnTo>
                  <a:lnTo>
                    <a:pt x="167640" y="62865"/>
                  </a:lnTo>
                  <a:lnTo>
                    <a:pt x="168388" y="62117"/>
                  </a:lnTo>
                  <a:lnTo>
                    <a:pt x="168837" y="63015"/>
                  </a:lnTo>
                  <a:lnTo>
                    <a:pt x="169286" y="63763"/>
                  </a:lnTo>
                  <a:lnTo>
                    <a:pt x="169735" y="64511"/>
                  </a:lnTo>
                  <a:lnTo>
                    <a:pt x="169436" y="63613"/>
                  </a:lnTo>
                  <a:lnTo>
                    <a:pt x="168987" y="62865"/>
                  </a:lnTo>
                  <a:lnTo>
                    <a:pt x="168538" y="61967"/>
                  </a:lnTo>
                  <a:lnTo>
                    <a:pt x="169436" y="61069"/>
                  </a:lnTo>
                  <a:lnTo>
                    <a:pt x="169885" y="61967"/>
                  </a:lnTo>
                  <a:lnTo>
                    <a:pt x="170633" y="63464"/>
                  </a:lnTo>
                  <a:lnTo>
                    <a:pt x="170783" y="63464"/>
                  </a:lnTo>
                  <a:lnTo>
                    <a:pt x="170783" y="63314"/>
                  </a:lnTo>
                  <a:lnTo>
                    <a:pt x="170633" y="62715"/>
                  </a:lnTo>
                  <a:lnTo>
                    <a:pt x="170334" y="62117"/>
                  </a:lnTo>
                  <a:lnTo>
                    <a:pt x="169586" y="60770"/>
                  </a:lnTo>
                  <a:lnTo>
                    <a:pt x="170184" y="60171"/>
                  </a:lnTo>
                  <a:lnTo>
                    <a:pt x="170783" y="61368"/>
                  </a:lnTo>
                  <a:lnTo>
                    <a:pt x="171232" y="62266"/>
                  </a:lnTo>
                  <a:lnTo>
                    <a:pt x="171831" y="63015"/>
                  </a:lnTo>
                  <a:lnTo>
                    <a:pt x="171531" y="62117"/>
                  </a:lnTo>
                  <a:lnTo>
                    <a:pt x="171082" y="61219"/>
                  </a:lnTo>
                  <a:lnTo>
                    <a:pt x="170334" y="60021"/>
                  </a:lnTo>
                  <a:lnTo>
                    <a:pt x="171082" y="59273"/>
                  </a:lnTo>
                  <a:lnTo>
                    <a:pt x="171681" y="60470"/>
                  </a:lnTo>
                  <a:lnTo>
                    <a:pt x="172729" y="62117"/>
                  </a:lnTo>
                  <a:lnTo>
                    <a:pt x="172878" y="62117"/>
                  </a:lnTo>
                  <a:lnTo>
                    <a:pt x="172429" y="61219"/>
                  </a:lnTo>
                  <a:lnTo>
                    <a:pt x="171980" y="60320"/>
                  </a:lnTo>
                  <a:lnTo>
                    <a:pt x="171232" y="59123"/>
                  </a:lnTo>
                  <a:lnTo>
                    <a:pt x="171831" y="58375"/>
                  </a:lnTo>
                  <a:close/>
                  <a:moveTo>
                    <a:pt x="46999" y="68253"/>
                  </a:moveTo>
                  <a:lnTo>
                    <a:pt x="47747" y="69002"/>
                  </a:lnTo>
                  <a:lnTo>
                    <a:pt x="47747" y="69002"/>
                  </a:lnTo>
                  <a:lnTo>
                    <a:pt x="46849" y="68852"/>
                  </a:lnTo>
                  <a:lnTo>
                    <a:pt x="46999" y="68253"/>
                  </a:lnTo>
                  <a:close/>
                  <a:moveTo>
                    <a:pt x="162401" y="68253"/>
                  </a:moveTo>
                  <a:lnTo>
                    <a:pt x="162700" y="68852"/>
                  </a:lnTo>
                  <a:lnTo>
                    <a:pt x="161653" y="69002"/>
                  </a:lnTo>
                  <a:lnTo>
                    <a:pt x="161653" y="69002"/>
                  </a:lnTo>
                  <a:lnTo>
                    <a:pt x="162401" y="68253"/>
                  </a:lnTo>
                  <a:close/>
                  <a:moveTo>
                    <a:pt x="76037" y="61219"/>
                  </a:moveTo>
                  <a:lnTo>
                    <a:pt x="79479" y="67206"/>
                  </a:lnTo>
                  <a:lnTo>
                    <a:pt x="76935" y="69002"/>
                  </a:lnTo>
                  <a:lnTo>
                    <a:pt x="71247" y="64811"/>
                  </a:lnTo>
                  <a:lnTo>
                    <a:pt x="73492" y="63015"/>
                  </a:lnTo>
                  <a:lnTo>
                    <a:pt x="76037" y="61219"/>
                  </a:lnTo>
                  <a:close/>
                  <a:moveTo>
                    <a:pt x="114354" y="62117"/>
                  </a:moveTo>
                  <a:lnTo>
                    <a:pt x="116599" y="62566"/>
                  </a:lnTo>
                  <a:lnTo>
                    <a:pt x="118695" y="63314"/>
                  </a:lnTo>
                  <a:lnTo>
                    <a:pt x="120790" y="64062"/>
                  </a:lnTo>
                  <a:lnTo>
                    <a:pt x="122886" y="64961"/>
                  </a:lnTo>
                  <a:lnTo>
                    <a:pt x="124832" y="65859"/>
                  </a:lnTo>
                  <a:lnTo>
                    <a:pt x="126778" y="67056"/>
                  </a:lnTo>
                  <a:lnTo>
                    <a:pt x="128723" y="68104"/>
                  </a:lnTo>
                  <a:lnTo>
                    <a:pt x="130520" y="69451"/>
                  </a:lnTo>
                  <a:lnTo>
                    <a:pt x="117048" y="79629"/>
                  </a:lnTo>
                  <a:lnTo>
                    <a:pt x="114354" y="62117"/>
                  </a:lnTo>
                  <a:close/>
                  <a:moveTo>
                    <a:pt x="64511" y="71546"/>
                  </a:moveTo>
                  <a:lnTo>
                    <a:pt x="68852" y="77234"/>
                  </a:lnTo>
                  <a:lnTo>
                    <a:pt x="67056" y="79779"/>
                  </a:lnTo>
                  <a:lnTo>
                    <a:pt x="61218" y="76186"/>
                  </a:lnTo>
                  <a:lnTo>
                    <a:pt x="62865" y="73792"/>
                  </a:lnTo>
                  <a:lnTo>
                    <a:pt x="64511" y="71546"/>
                  </a:lnTo>
                  <a:close/>
                  <a:moveTo>
                    <a:pt x="94896" y="62117"/>
                  </a:moveTo>
                  <a:lnTo>
                    <a:pt x="92352" y="80377"/>
                  </a:lnTo>
                  <a:lnTo>
                    <a:pt x="78132" y="69900"/>
                  </a:lnTo>
                  <a:lnTo>
                    <a:pt x="80078" y="68553"/>
                  </a:lnTo>
                  <a:lnTo>
                    <a:pt x="81874" y="67355"/>
                  </a:lnTo>
                  <a:lnTo>
                    <a:pt x="83970" y="66158"/>
                  </a:lnTo>
                  <a:lnTo>
                    <a:pt x="86065" y="65110"/>
                  </a:lnTo>
                  <a:lnTo>
                    <a:pt x="88161" y="64212"/>
                  </a:lnTo>
                  <a:lnTo>
                    <a:pt x="90256" y="63464"/>
                  </a:lnTo>
                  <a:lnTo>
                    <a:pt x="92501" y="62715"/>
                  </a:lnTo>
                  <a:lnTo>
                    <a:pt x="94896" y="62117"/>
                  </a:lnTo>
                  <a:close/>
                  <a:moveTo>
                    <a:pt x="144140" y="70648"/>
                  </a:moveTo>
                  <a:lnTo>
                    <a:pt x="146535" y="73792"/>
                  </a:lnTo>
                  <a:lnTo>
                    <a:pt x="148780" y="77084"/>
                  </a:lnTo>
                  <a:lnTo>
                    <a:pt x="143093" y="80826"/>
                  </a:lnTo>
                  <a:lnTo>
                    <a:pt x="141596" y="78581"/>
                  </a:lnTo>
                  <a:lnTo>
                    <a:pt x="139949" y="76336"/>
                  </a:lnTo>
                  <a:lnTo>
                    <a:pt x="144140" y="70648"/>
                  </a:lnTo>
                  <a:close/>
                  <a:moveTo>
                    <a:pt x="32929" y="65859"/>
                  </a:moveTo>
                  <a:lnTo>
                    <a:pt x="43706" y="68852"/>
                  </a:lnTo>
                  <a:lnTo>
                    <a:pt x="41311" y="73193"/>
                  </a:lnTo>
                  <a:lnTo>
                    <a:pt x="39365" y="77534"/>
                  </a:lnTo>
                  <a:lnTo>
                    <a:pt x="37569" y="82024"/>
                  </a:lnTo>
                  <a:lnTo>
                    <a:pt x="36222" y="86664"/>
                  </a:lnTo>
                  <a:lnTo>
                    <a:pt x="26343" y="81575"/>
                  </a:lnTo>
                  <a:lnTo>
                    <a:pt x="26643" y="80527"/>
                  </a:lnTo>
                  <a:lnTo>
                    <a:pt x="27990" y="76635"/>
                  </a:lnTo>
                  <a:lnTo>
                    <a:pt x="29487" y="73043"/>
                  </a:lnTo>
                  <a:lnTo>
                    <a:pt x="31133" y="69301"/>
                  </a:lnTo>
                  <a:lnTo>
                    <a:pt x="32929" y="65859"/>
                  </a:lnTo>
                  <a:close/>
                  <a:moveTo>
                    <a:pt x="176471" y="65859"/>
                  </a:moveTo>
                  <a:lnTo>
                    <a:pt x="178417" y="69601"/>
                  </a:lnTo>
                  <a:lnTo>
                    <a:pt x="180213" y="73492"/>
                  </a:lnTo>
                  <a:lnTo>
                    <a:pt x="181710" y="77534"/>
                  </a:lnTo>
                  <a:lnTo>
                    <a:pt x="183057" y="81575"/>
                  </a:lnTo>
                  <a:lnTo>
                    <a:pt x="173178" y="86814"/>
                  </a:lnTo>
                  <a:lnTo>
                    <a:pt x="171831" y="82024"/>
                  </a:lnTo>
                  <a:lnTo>
                    <a:pt x="170035" y="77534"/>
                  </a:lnTo>
                  <a:lnTo>
                    <a:pt x="168089" y="73193"/>
                  </a:lnTo>
                  <a:lnTo>
                    <a:pt x="165694" y="68852"/>
                  </a:lnTo>
                  <a:lnTo>
                    <a:pt x="176471" y="65859"/>
                  </a:lnTo>
                  <a:close/>
                  <a:moveTo>
                    <a:pt x="38168" y="88909"/>
                  </a:moveTo>
                  <a:lnTo>
                    <a:pt x="39216" y="89358"/>
                  </a:lnTo>
                  <a:lnTo>
                    <a:pt x="38168" y="89358"/>
                  </a:lnTo>
                  <a:lnTo>
                    <a:pt x="38168" y="88909"/>
                  </a:lnTo>
                  <a:close/>
                  <a:moveTo>
                    <a:pt x="171232" y="88909"/>
                  </a:moveTo>
                  <a:lnTo>
                    <a:pt x="171232" y="89358"/>
                  </a:lnTo>
                  <a:lnTo>
                    <a:pt x="170334" y="89358"/>
                  </a:lnTo>
                  <a:lnTo>
                    <a:pt x="171232" y="88909"/>
                  </a:lnTo>
                  <a:close/>
                  <a:moveTo>
                    <a:pt x="26194" y="82623"/>
                  </a:moveTo>
                  <a:lnTo>
                    <a:pt x="26942" y="83072"/>
                  </a:lnTo>
                  <a:lnTo>
                    <a:pt x="26643" y="84568"/>
                  </a:lnTo>
                  <a:lnTo>
                    <a:pt x="26493" y="85466"/>
                  </a:lnTo>
                  <a:lnTo>
                    <a:pt x="26343" y="86365"/>
                  </a:lnTo>
                  <a:lnTo>
                    <a:pt x="26493" y="86365"/>
                  </a:lnTo>
                  <a:lnTo>
                    <a:pt x="26942" y="84419"/>
                  </a:lnTo>
                  <a:lnTo>
                    <a:pt x="27241" y="83221"/>
                  </a:lnTo>
                  <a:lnTo>
                    <a:pt x="27990" y="83670"/>
                  </a:lnTo>
                  <a:lnTo>
                    <a:pt x="27840" y="85017"/>
                  </a:lnTo>
                  <a:lnTo>
                    <a:pt x="27690" y="85916"/>
                  </a:lnTo>
                  <a:lnTo>
                    <a:pt x="27541" y="86814"/>
                  </a:lnTo>
                  <a:lnTo>
                    <a:pt x="27541" y="86963"/>
                  </a:lnTo>
                  <a:lnTo>
                    <a:pt x="27690" y="86963"/>
                  </a:lnTo>
                  <a:lnTo>
                    <a:pt x="27990" y="85916"/>
                  </a:lnTo>
                  <a:lnTo>
                    <a:pt x="28140" y="85017"/>
                  </a:lnTo>
                  <a:lnTo>
                    <a:pt x="28289" y="83670"/>
                  </a:lnTo>
                  <a:lnTo>
                    <a:pt x="29038" y="84119"/>
                  </a:lnTo>
                  <a:lnTo>
                    <a:pt x="28738" y="85466"/>
                  </a:lnTo>
                  <a:lnTo>
                    <a:pt x="28738" y="86215"/>
                  </a:lnTo>
                  <a:lnTo>
                    <a:pt x="28738" y="86963"/>
                  </a:lnTo>
                  <a:lnTo>
                    <a:pt x="28888" y="86963"/>
                  </a:lnTo>
                  <a:lnTo>
                    <a:pt x="29187" y="85167"/>
                  </a:lnTo>
                  <a:lnTo>
                    <a:pt x="29337" y="84269"/>
                  </a:lnTo>
                  <a:lnTo>
                    <a:pt x="30385" y="84868"/>
                  </a:lnTo>
                  <a:lnTo>
                    <a:pt x="30085" y="86215"/>
                  </a:lnTo>
                  <a:lnTo>
                    <a:pt x="30085" y="87562"/>
                  </a:lnTo>
                  <a:lnTo>
                    <a:pt x="30385" y="86814"/>
                  </a:lnTo>
                  <a:lnTo>
                    <a:pt x="30534" y="85766"/>
                  </a:lnTo>
                  <a:lnTo>
                    <a:pt x="30684" y="85017"/>
                  </a:lnTo>
                  <a:lnTo>
                    <a:pt x="31432" y="85317"/>
                  </a:lnTo>
                  <a:lnTo>
                    <a:pt x="31283" y="86365"/>
                  </a:lnTo>
                  <a:lnTo>
                    <a:pt x="31133" y="87113"/>
                  </a:lnTo>
                  <a:lnTo>
                    <a:pt x="31133" y="87861"/>
                  </a:lnTo>
                  <a:lnTo>
                    <a:pt x="31283" y="87861"/>
                  </a:lnTo>
                  <a:lnTo>
                    <a:pt x="31582" y="85916"/>
                  </a:lnTo>
                  <a:lnTo>
                    <a:pt x="31732" y="85466"/>
                  </a:lnTo>
                  <a:lnTo>
                    <a:pt x="32480" y="85916"/>
                  </a:lnTo>
                  <a:lnTo>
                    <a:pt x="32331" y="86215"/>
                  </a:lnTo>
                  <a:lnTo>
                    <a:pt x="32181" y="87113"/>
                  </a:lnTo>
                  <a:lnTo>
                    <a:pt x="32181" y="88011"/>
                  </a:lnTo>
                  <a:lnTo>
                    <a:pt x="32331" y="88011"/>
                  </a:lnTo>
                  <a:lnTo>
                    <a:pt x="32480" y="86814"/>
                  </a:lnTo>
                  <a:lnTo>
                    <a:pt x="32630" y="86065"/>
                  </a:lnTo>
                  <a:lnTo>
                    <a:pt x="33378" y="86365"/>
                  </a:lnTo>
                  <a:lnTo>
                    <a:pt x="33229" y="87263"/>
                  </a:lnTo>
                  <a:lnTo>
                    <a:pt x="33229" y="88161"/>
                  </a:lnTo>
                  <a:lnTo>
                    <a:pt x="33528" y="87412"/>
                  </a:lnTo>
                  <a:lnTo>
                    <a:pt x="33678" y="86514"/>
                  </a:lnTo>
                  <a:lnTo>
                    <a:pt x="34426" y="86814"/>
                  </a:lnTo>
                  <a:lnTo>
                    <a:pt x="34276" y="87263"/>
                  </a:lnTo>
                  <a:lnTo>
                    <a:pt x="34276" y="87712"/>
                  </a:lnTo>
                  <a:lnTo>
                    <a:pt x="34276" y="88310"/>
                  </a:lnTo>
                  <a:lnTo>
                    <a:pt x="34576" y="87263"/>
                  </a:lnTo>
                  <a:lnTo>
                    <a:pt x="34576" y="86963"/>
                  </a:lnTo>
                  <a:lnTo>
                    <a:pt x="35324" y="87263"/>
                  </a:lnTo>
                  <a:lnTo>
                    <a:pt x="35174" y="88610"/>
                  </a:lnTo>
                  <a:lnTo>
                    <a:pt x="35324" y="88759"/>
                  </a:lnTo>
                  <a:lnTo>
                    <a:pt x="35324" y="88610"/>
                  </a:lnTo>
                  <a:lnTo>
                    <a:pt x="35474" y="87412"/>
                  </a:lnTo>
                  <a:lnTo>
                    <a:pt x="35923" y="87712"/>
                  </a:lnTo>
                  <a:lnTo>
                    <a:pt x="36072" y="87712"/>
                  </a:lnTo>
                  <a:lnTo>
                    <a:pt x="36072" y="88011"/>
                  </a:lnTo>
                  <a:lnTo>
                    <a:pt x="36222" y="88909"/>
                  </a:lnTo>
                  <a:lnTo>
                    <a:pt x="36372" y="88161"/>
                  </a:lnTo>
                  <a:lnTo>
                    <a:pt x="36372" y="87861"/>
                  </a:lnTo>
                  <a:lnTo>
                    <a:pt x="36821" y="88161"/>
                  </a:lnTo>
                  <a:lnTo>
                    <a:pt x="36971" y="88310"/>
                  </a:lnTo>
                  <a:lnTo>
                    <a:pt x="37120" y="89059"/>
                  </a:lnTo>
                  <a:lnTo>
                    <a:pt x="37270" y="88310"/>
                  </a:lnTo>
                  <a:lnTo>
                    <a:pt x="38018" y="88759"/>
                  </a:lnTo>
                  <a:lnTo>
                    <a:pt x="38018" y="89358"/>
                  </a:lnTo>
                  <a:lnTo>
                    <a:pt x="36522" y="89508"/>
                  </a:lnTo>
                  <a:lnTo>
                    <a:pt x="35474" y="89508"/>
                  </a:lnTo>
                  <a:lnTo>
                    <a:pt x="24398" y="90107"/>
                  </a:lnTo>
                  <a:lnTo>
                    <a:pt x="24398" y="90107"/>
                  </a:lnTo>
                  <a:lnTo>
                    <a:pt x="25146" y="86065"/>
                  </a:lnTo>
                  <a:lnTo>
                    <a:pt x="25296" y="86065"/>
                  </a:lnTo>
                  <a:lnTo>
                    <a:pt x="25745" y="84269"/>
                  </a:lnTo>
                  <a:lnTo>
                    <a:pt x="26044" y="83521"/>
                  </a:lnTo>
                  <a:lnTo>
                    <a:pt x="26194" y="82623"/>
                  </a:lnTo>
                  <a:close/>
                  <a:moveTo>
                    <a:pt x="183356" y="82623"/>
                  </a:moveTo>
                  <a:lnTo>
                    <a:pt x="183506" y="83521"/>
                  </a:lnTo>
                  <a:lnTo>
                    <a:pt x="183655" y="84269"/>
                  </a:lnTo>
                  <a:lnTo>
                    <a:pt x="184104" y="86065"/>
                  </a:lnTo>
                  <a:lnTo>
                    <a:pt x="184254" y="86065"/>
                  </a:lnTo>
                  <a:lnTo>
                    <a:pt x="185002" y="90107"/>
                  </a:lnTo>
                  <a:lnTo>
                    <a:pt x="185002" y="90107"/>
                  </a:lnTo>
                  <a:lnTo>
                    <a:pt x="173926" y="89508"/>
                  </a:lnTo>
                  <a:lnTo>
                    <a:pt x="172878" y="89508"/>
                  </a:lnTo>
                  <a:lnTo>
                    <a:pt x="171382" y="89358"/>
                  </a:lnTo>
                  <a:lnTo>
                    <a:pt x="171531" y="88759"/>
                  </a:lnTo>
                  <a:lnTo>
                    <a:pt x="172130" y="88310"/>
                  </a:lnTo>
                  <a:lnTo>
                    <a:pt x="172280" y="89059"/>
                  </a:lnTo>
                  <a:lnTo>
                    <a:pt x="172429" y="89059"/>
                  </a:lnTo>
                  <a:lnTo>
                    <a:pt x="172429" y="88310"/>
                  </a:lnTo>
                  <a:lnTo>
                    <a:pt x="172579" y="88161"/>
                  </a:lnTo>
                  <a:lnTo>
                    <a:pt x="173028" y="87861"/>
                  </a:lnTo>
                  <a:lnTo>
                    <a:pt x="173028" y="88161"/>
                  </a:lnTo>
                  <a:lnTo>
                    <a:pt x="173178" y="88909"/>
                  </a:lnTo>
                  <a:lnTo>
                    <a:pt x="173178" y="89059"/>
                  </a:lnTo>
                  <a:lnTo>
                    <a:pt x="173328" y="88909"/>
                  </a:lnTo>
                  <a:lnTo>
                    <a:pt x="173328" y="88011"/>
                  </a:lnTo>
                  <a:lnTo>
                    <a:pt x="173328" y="87712"/>
                  </a:lnTo>
                  <a:lnTo>
                    <a:pt x="173477" y="87712"/>
                  </a:lnTo>
                  <a:lnTo>
                    <a:pt x="173926" y="87412"/>
                  </a:lnTo>
                  <a:lnTo>
                    <a:pt x="174076" y="88610"/>
                  </a:lnTo>
                  <a:lnTo>
                    <a:pt x="174226" y="88759"/>
                  </a:lnTo>
                  <a:lnTo>
                    <a:pt x="174226" y="88610"/>
                  </a:lnTo>
                  <a:lnTo>
                    <a:pt x="174226" y="87263"/>
                  </a:lnTo>
                  <a:lnTo>
                    <a:pt x="174824" y="86963"/>
                  </a:lnTo>
                  <a:lnTo>
                    <a:pt x="174824" y="87263"/>
                  </a:lnTo>
                  <a:lnTo>
                    <a:pt x="175124" y="88310"/>
                  </a:lnTo>
                  <a:lnTo>
                    <a:pt x="175273" y="87712"/>
                  </a:lnTo>
                  <a:lnTo>
                    <a:pt x="175124" y="87263"/>
                  </a:lnTo>
                  <a:lnTo>
                    <a:pt x="175124" y="86814"/>
                  </a:lnTo>
                  <a:lnTo>
                    <a:pt x="175722" y="86514"/>
                  </a:lnTo>
                  <a:lnTo>
                    <a:pt x="175872" y="87412"/>
                  </a:lnTo>
                  <a:lnTo>
                    <a:pt x="176171" y="88161"/>
                  </a:lnTo>
                  <a:lnTo>
                    <a:pt x="176171" y="87263"/>
                  </a:lnTo>
                  <a:lnTo>
                    <a:pt x="176022" y="86365"/>
                  </a:lnTo>
                  <a:lnTo>
                    <a:pt x="176770" y="86065"/>
                  </a:lnTo>
                  <a:lnTo>
                    <a:pt x="176920" y="86814"/>
                  </a:lnTo>
                  <a:lnTo>
                    <a:pt x="177069" y="88011"/>
                  </a:lnTo>
                  <a:lnTo>
                    <a:pt x="177219" y="88011"/>
                  </a:lnTo>
                  <a:lnTo>
                    <a:pt x="177219" y="87113"/>
                  </a:lnTo>
                  <a:lnTo>
                    <a:pt x="177069" y="86215"/>
                  </a:lnTo>
                  <a:lnTo>
                    <a:pt x="177069" y="85916"/>
                  </a:lnTo>
                  <a:lnTo>
                    <a:pt x="177668" y="85466"/>
                  </a:lnTo>
                  <a:lnTo>
                    <a:pt x="177818" y="85916"/>
                  </a:lnTo>
                  <a:lnTo>
                    <a:pt x="178267" y="87861"/>
                  </a:lnTo>
                  <a:lnTo>
                    <a:pt x="178267" y="87113"/>
                  </a:lnTo>
                  <a:lnTo>
                    <a:pt x="178117" y="86365"/>
                  </a:lnTo>
                  <a:lnTo>
                    <a:pt x="177968" y="85317"/>
                  </a:lnTo>
                  <a:lnTo>
                    <a:pt x="178716" y="85017"/>
                  </a:lnTo>
                  <a:lnTo>
                    <a:pt x="178866" y="85766"/>
                  </a:lnTo>
                  <a:lnTo>
                    <a:pt x="179015" y="86814"/>
                  </a:lnTo>
                  <a:lnTo>
                    <a:pt x="179315" y="87562"/>
                  </a:lnTo>
                  <a:lnTo>
                    <a:pt x="179315" y="86215"/>
                  </a:lnTo>
                  <a:lnTo>
                    <a:pt x="179015" y="84868"/>
                  </a:lnTo>
                  <a:lnTo>
                    <a:pt x="180063" y="84269"/>
                  </a:lnTo>
                  <a:lnTo>
                    <a:pt x="180362" y="85167"/>
                  </a:lnTo>
                  <a:lnTo>
                    <a:pt x="180512" y="86963"/>
                  </a:lnTo>
                  <a:lnTo>
                    <a:pt x="180662" y="86963"/>
                  </a:lnTo>
                  <a:lnTo>
                    <a:pt x="180662" y="86215"/>
                  </a:lnTo>
                  <a:lnTo>
                    <a:pt x="180662" y="85466"/>
                  </a:lnTo>
                  <a:lnTo>
                    <a:pt x="180362" y="84119"/>
                  </a:lnTo>
                  <a:lnTo>
                    <a:pt x="181111" y="83670"/>
                  </a:lnTo>
                  <a:lnTo>
                    <a:pt x="181410" y="85017"/>
                  </a:lnTo>
                  <a:lnTo>
                    <a:pt x="181560" y="85916"/>
                  </a:lnTo>
                  <a:lnTo>
                    <a:pt x="181859" y="86963"/>
                  </a:lnTo>
                  <a:lnTo>
                    <a:pt x="181859" y="86814"/>
                  </a:lnTo>
                  <a:lnTo>
                    <a:pt x="181859" y="85916"/>
                  </a:lnTo>
                  <a:lnTo>
                    <a:pt x="181710" y="85017"/>
                  </a:lnTo>
                  <a:lnTo>
                    <a:pt x="181410" y="83670"/>
                  </a:lnTo>
                  <a:lnTo>
                    <a:pt x="182308" y="83221"/>
                  </a:lnTo>
                  <a:lnTo>
                    <a:pt x="182458" y="84419"/>
                  </a:lnTo>
                  <a:lnTo>
                    <a:pt x="182907" y="86365"/>
                  </a:lnTo>
                  <a:lnTo>
                    <a:pt x="183057" y="86365"/>
                  </a:lnTo>
                  <a:lnTo>
                    <a:pt x="183057" y="85466"/>
                  </a:lnTo>
                  <a:lnTo>
                    <a:pt x="182907" y="84568"/>
                  </a:lnTo>
                  <a:lnTo>
                    <a:pt x="182608" y="83072"/>
                  </a:lnTo>
                  <a:lnTo>
                    <a:pt x="183356" y="82623"/>
                  </a:lnTo>
                  <a:close/>
                  <a:moveTo>
                    <a:pt x="50891" y="51340"/>
                  </a:moveTo>
                  <a:lnTo>
                    <a:pt x="54932" y="54333"/>
                  </a:lnTo>
                  <a:lnTo>
                    <a:pt x="55680" y="54932"/>
                  </a:lnTo>
                  <a:lnTo>
                    <a:pt x="68852" y="64661"/>
                  </a:lnTo>
                  <a:lnTo>
                    <a:pt x="70199" y="65709"/>
                  </a:lnTo>
                  <a:lnTo>
                    <a:pt x="75887" y="69900"/>
                  </a:lnTo>
                  <a:lnTo>
                    <a:pt x="77084" y="70798"/>
                  </a:lnTo>
                  <a:lnTo>
                    <a:pt x="92052" y="81874"/>
                  </a:lnTo>
                  <a:lnTo>
                    <a:pt x="90855" y="90705"/>
                  </a:lnTo>
                  <a:lnTo>
                    <a:pt x="88460" y="91154"/>
                  </a:lnTo>
                  <a:lnTo>
                    <a:pt x="89059" y="90406"/>
                  </a:lnTo>
                  <a:lnTo>
                    <a:pt x="89657" y="89807"/>
                  </a:lnTo>
                  <a:lnTo>
                    <a:pt x="89657" y="89657"/>
                  </a:lnTo>
                  <a:lnTo>
                    <a:pt x="89508" y="89657"/>
                  </a:lnTo>
                  <a:lnTo>
                    <a:pt x="88610" y="90406"/>
                  </a:lnTo>
                  <a:lnTo>
                    <a:pt x="87861" y="91154"/>
                  </a:lnTo>
                  <a:lnTo>
                    <a:pt x="84269" y="91753"/>
                  </a:lnTo>
                  <a:lnTo>
                    <a:pt x="85766" y="90406"/>
                  </a:lnTo>
                  <a:lnTo>
                    <a:pt x="86963" y="89059"/>
                  </a:lnTo>
                  <a:lnTo>
                    <a:pt x="87562" y="88460"/>
                  </a:lnTo>
                  <a:lnTo>
                    <a:pt x="88011" y="87861"/>
                  </a:lnTo>
                  <a:lnTo>
                    <a:pt x="88011" y="87712"/>
                  </a:lnTo>
                  <a:lnTo>
                    <a:pt x="87262" y="88310"/>
                  </a:lnTo>
                  <a:lnTo>
                    <a:pt x="86664" y="88909"/>
                  </a:lnTo>
                  <a:lnTo>
                    <a:pt x="85466" y="90107"/>
                  </a:lnTo>
                  <a:lnTo>
                    <a:pt x="83820" y="91753"/>
                  </a:lnTo>
                  <a:lnTo>
                    <a:pt x="81724" y="92052"/>
                  </a:lnTo>
                  <a:lnTo>
                    <a:pt x="70499" y="77384"/>
                  </a:lnTo>
                  <a:lnTo>
                    <a:pt x="69600" y="76186"/>
                  </a:lnTo>
                  <a:lnTo>
                    <a:pt x="65409" y="70499"/>
                  </a:lnTo>
                  <a:lnTo>
                    <a:pt x="64362" y="69152"/>
                  </a:lnTo>
                  <a:lnTo>
                    <a:pt x="54483" y="56279"/>
                  </a:lnTo>
                  <a:lnTo>
                    <a:pt x="53884" y="55381"/>
                  </a:lnTo>
                  <a:lnTo>
                    <a:pt x="50891" y="51340"/>
                  </a:lnTo>
                  <a:close/>
                  <a:moveTo>
                    <a:pt x="157462" y="50591"/>
                  </a:moveTo>
                  <a:lnTo>
                    <a:pt x="154468" y="54483"/>
                  </a:lnTo>
                  <a:lnTo>
                    <a:pt x="154019" y="55231"/>
                  </a:lnTo>
                  <a:lnTo>
                    <a:pt x="144290" y="68253"/>
                  </a:lnTo>
                  <a:lnTo>
                    <a:pt x="143242" y="69750"/>
                  </a:lnTo>
                  <a:lnTo>
                    <a:pt x="139051" y="75438"/>
                  </a:lnTo>
                  <a:lnTo>
                    <a:pt x="138153" y="76635"/>
                  </a:lnTo>
                  <a:lnTo>
                    <a:pt x="126778" y="92052"/>
                  </a:lnTo>
                  <a:lnTo>
                    <a:pt x="118695" y="91005"/>
                  </a:lnTo>
                  <a:lnTo>
                    <a:pt x="118396" y="88759"/>
                  </a:lnTo>
                  <a:lnTo>
                    <a:pt x="118396" y="88759"/>
                  </a:lnTo>
                  <a:lnTo>
                    <a:pt x="119144" y="89358"/>
                  </a:lnTo>
                  <a:lnTo>
                    <a:pt x="119144" y="89208"/>
                  </a:lnTo>
                  <a:lnTo>
                    <a:pt x="118246" y="88161"/>
                  </a:lnTo>
                  <a:lnTo>
                    <a:pt x="117797" y="84718"/>
                  </a:lnTo>
                  <a:lnTo>
                    <a:pt x="118545" y="85466"/>
                  </a:lnTo>
                  <a:lnTo>
                    <a:pt x="119743" y="86664"/>
                  </a:lnTo>
                  <a:lnTo>
                    <a:pt x="120341" y="87263"/>
                  </a:lnTo>
                  <a:lnTo>
                    <a:pt x="120940" y="87712"/>
                  </a:lnTo>
                  <a:lnTo>
                    <a:pt x="121090" y="87712"/>
                  </a:lnTo>
                  <a:lnTo>
                    <a:pt x="120641" y="86963"/>
                  </a:lnTo>
                  <a:lnTo>
                    <a:pt x="120042" y="86365"/>
                  </a:lnTo>
                  <a:lnTo>
                    <a:pt x="118695" y="85167"/>
                  </a:lnTo>
                  <a:lnTo>
                    <a:pt x="117647" y="84119"/>
                  </a:lnTo>
                  <a:lnTo>
                    <a:pt x="117198" y="80976"/>
                  </a:lnTo>
                  <a:lnTo>
                    <a:pt x="131567" y="70199"/>
                  </a:lnTo>
                  <a:lnTo>
                    <a:pt x="132765" y="69301"/>
                  </a:lnTo>
                  <a:lnTo>
                    <a:pt x="138452" y="64961"/>
                  </a:lnTo>
                  <a:lnTo>
                    <a:pt x="139800" y="63913"/>
                  </a:lnTo>
                  <a:lnTo>
                    <a:pt x="152672" y="54184"/>
                  </a:lnTo>
                  <a:lnTo>
                    <a:pt x="153570" y="53585"/>
                  </a:lnTo>
                  <a:lnTo>
                    <a:pt x="157462" y="50591"/>
                  </a:lnTo>
                  <a:close/>
                  <a:moveTo>
                    <a:pt x="149379" y="77833"/>
                  </a:moveTo>
                  <a:lnTo>
                    <a:pt x="151175" y="81275"/>
                  </a:lnTo>
                  <a:lnTo>
                    <a:pt x="152822" y="84868"/>
                  </a:lnTo>
                  <a:lnTo>
                    <a:pt x="154169" y="88460"/>
                  </a:lnTo>
                  <a:lnTo>
                    <a:pt x="155366" y="92352"/>
                  </a:lnTo>
                  <a:lnTo>
                    <a:pt x="148481" y="93100"/>
                  </a:lnTo>
                  <a:lnTo>
                    <a:pt x="147583" y="90107"/>
                  </a:lnTo>
                  <a:lnTo>
                    <a:pt x="146385" y="87263"/>
                  </a:lnTo>
                  <a:lnTo>
                    <a:pt x="145038" y="84419"/>
                  </a:lnTo>
                  <a:lnTo>
                    <a:pt x="143542" y="81575"/>
                  </a:lnTo>
                  <a:lnTo>
                    <a:pt x="149379" y="77833"/>
                  </a:lnTo>
                  <a:close/>
                  <a:moveTo>
                    <a:pt x="60620" y="76935"/>
                  </a:moveTo>
                  <a:lnTo>
                    <a:pt x="66457" y="80527"/>
                  </a:lnTo>
                  <a:lnTo>
                    <a:pt x="64661" y="83521"/>
                  </a:lnTo>
                  <a:lnTo>
                    <a:pt x="63164" y="86664"/>
                  </a:lnTo>
                  <a:lnTo>
                    <a:pt x="61967" y="89957"/>
                  </a:lnTo>
                  <a:lnTo>
                    <a:pt x="60919" y="93399"/>
                  </a:lnTo>
                  <a:lnTo>
                    <a:pt x="54184" y="91903"/>
                  </a:lnTo>
                  <a:lnTo>
                    <a:pt x="55381" y="88011"/>
                  </a:lnTo>
                  <a:lnTo>
                    <a:pt x="56878" y="84119"/>
                  </a:lnTo>
                  <a:lnTo>
                    <a:pt x="58524" y="80527"/>
                  </a:lnTo>
                  <a:lnTo>
                    <a:pt x="60620" y="76935"/>
                  </a:lnTo>
                  <a:close/>
                  <a:moveTo>
                    <a:pt x="139051" y="77683"/>
                  </a:moveTo>
                  <a:lnTo>
                    <a:pt x="140398" y="79479"/>
                  </a:lnTo>
                  <a:lnTo>
                    <a:pt x="141745" y="81575"/>
                  </a:lnTo>
                  <a:lnTo>
                    <a:pt x="142943" y="83521"/>
                  </a:lnTo>
                  <a:lnTo>
                    <a:pt x="144140" y="85766"/>
                  </a:lnTo>
                  <a:lnTo>
                    <a:pt x="145038" y="87861"/>
                  </a:lnTo>
                  <a:lnTo>
                    <a:pt x="145936" y="90256"/>
                  </a:lnTo>
                  <a:lnTo>
                    <a:pt x="146685" y="92501"/>
                  </a:lnTo>
                  <a:lnTo>
                    <a:pt x="147283" y="94896"/>
                  </a:lnTo>
                  <a:lnTo>
                    <a:pt x="128274" y="92202"/>
                  </a:lnTo>
                  <a:lnTo>
                    <a:pt x="139051" y="77683"/>
                  </a:lnTo>
                  <a:close/>
                  <a:moveTo>
                    <a:pt x="69750" y="78432"/>
                  </a:moveTo>
                  <a:lnTo>
                    <a:pt x="80377" y="92352"/>
                  </a:lnTo>
                  <a:lnTo>
                    <a:pt x="61967" y="95046"/>
                  </a:lnTo>
                  <a:lnTo>
                    <a:pt x="61967" y="95046"/>
                  </a:lnTo>
                  <a:lnTo>
                    <a:pt x="62566" y="92801"/>
                  </a:lnTo>
                  <a:lnTo>
                    <a:pt x="63314" y="90556"/>
                  </a:lnTo>
                  <a:lnTo>
                    <a:pt x="64062" y="88460"/>
                  </a:lnTo>
                  <a:lnTo>
                    <a:pt x="64960" y="86215"/>
                  </a:lnTo>
                  <a:lnTo>
                    <a:pt x="66008" y="84119"/>
                  </a:lnTo>
                  <a:lnTo>
                    <a:pt x="67206" y="82174"/>
                  </a:lnTo>
                  <a:lnTo>
                    <a:pt x="68403" y="80228"/>
                  </a:lnTo>
                  <a:lnTo>
                    <a:pt x="69750" y="78432"/>
                  </a:lnTo>
                  <a:close/>
                  <a:moveTo>
                    <a:pt x="155516" y="93250"/>
                  </a:moveTo>
                  <a:lnTo>
                    <a:pt x="156115" y="96094"/>
                  </a:lnTo>
                  <a:lnTo>
                    <a:pt x="148930" y="95046"/>
                  </a:lnTo>
                  <a:lnTo>
                    <a:pt x="148631" y="94148"/>
                  </a:lnTo>
                  <a:lnTo>
                    <a:pt x="155516" y="93250"/>
                  </a:lnTo>
                  <a:close/>
                  <a:moveTo>
                    <a:pt x="53884" y="92950"/>
                  </a:moveTo>
                  <a:lnTo>
                    <a:pt x="60620" y="94447"/>
                  </a:lnTo>
                  <a:lnTo>
                    <a:pt x="60470" y="95345"/>
                  </a:lnTo>
                  <a:lnTo>
                    <a:pt x="53285" y="96393"/>
                  </a:lnTo>
                  <a:lnTo>
                    <a:pt x="53884" y="92950"/>
                  </a:lnTo>
                  <a:close/>
                  <a:moveTo>
                    <a:pt x="154767" y="56129"/>
                  </a:moveTo>
                  <a:lnTo>
                    <a:pt x="157013" y="58524"/>
                  </a:lnTo>
                  <a:lnTo>
                    <a:pt x="159108" y="61069"/>
                  </a:lnTo>
                  <a:lnTo>
                    <a:pt x="161054" y="63613"/>
                  </a:lnTo>
                  <a:lnTo>
                    <a:pt x="163000" y="66308"/>
                  </a:lnTo>
                  <a:lnTo>
                    <a:pt x="158509" y="70948"/>
                  </a:lnTo>
                  <a:lnTo>
                    <a:pt x="164796" y="69152"/>
                  </a:lnTo>
                  <a:lnTo>
                    <a:pt x="167041" y="73492"/>
                  </a:lnTo>
                  <a:lnTo>
                    <a:pt x="169137" y="77833"/>
                  </a:lnTo>
                  <a:lnTo>
                    <a:pt x="170933" y="82473"/>
                  </a:lnTo>
                  <a:lnTo>
                    <a:pt x="172280" y="87263"/>
                  </a:lnTo>
                  <a:lnTo>
                    <a:pt x="166592" y="90107"/>
                  </a:lnTo>
                  <a:lnTo>
                    <a:pt x="173028" y="90406"/>
                  </a:lnTo>
                  <a:lnTo>
                    <a:pt x="173777" y="94447"/>
                  </a:lnTo>
                  <a:lnTo>
                    <a:pt x="174226" y="98638"/>
                  </a:lnTo>
                  <a:lnTo>
                    <a:pt x="157911" y="96393"/>
                  </a:lnTo>
                  <a:lnTo>
                    <a:pt x="157312" y="93100"/>
                  </a:lnTo>
                  <a:lnTo>
                    <a:pt x="161204" y="92651"/>
                  </a:lnTo>
                  <a:lnTo>
                    <a:pt x="161653" y="93250"/>
                  </a:lnTo>
                  <a:lnTo>
                    <a:pt x="162401" y="93699"/>
                  </a:lnTo>
                  <a:lnTo>
                    <a:pt x="163299" y="93848"/>
                  </a:lnTo>
                  <a:lnTo>
                    <a:pt x="164047" y="93549"/>
                  </a:lnTo>
                  <a:lnTo>
                    <a:pt x="164497" y="93399"/>
                  </a:lnTo>
                  <a:lnTo>
                    <a:pt x="164796" y="93100"/>
                  </a:lnTo>
                  <a:lnTo>
                    <a:pt x="165245" y="92352"/>
                  </a:lnTo>
                  <a:lnTo>
                    <a:pt x="165395" y="91603"/>
                  </a:lnTo>
                  <a:lnTo>
                    <a:pt x="165245" y="91154"/>
                  </a:lnTo>
                  <a:lnTo>
                    <a:pt x="165095" y="90705"/>
                  </a:lnTo>
                  <a:lnTo>
                    <a:pt x="164946" y="90256"/>
                  </a:lnTo>
                  <a:lnTo>
                    <a:pt x="164646" y="89957"/>
                  </a:lnTo>
                  <a:lnTo>
                    <a:pt x="163898" y="89508"/>
                  </a:lnTo>
                  <a:lnTo>
                    <a:pt x="163000" y="89358"/>
                  </a:lnTo>
                  <a:lnTo>
                    <a:pt x="162700" y="89508"/>
                  </a:lnTo>
                  <a:lnTo>
                    <a:pt x="162251" y="89657"/>
                  </a:lnTo>
                  <a:lnTo>
                    <a:pt x="161653" y="89957"/>
                  </a:lnTo>
                  <a:lnTo>
                    <a:pt x="161353" y="90406"/>
                  </a:lnTo>
                  <a:lnTo>
                    <a:pt x="161054" y="91005"/>
                  </a:lnTo>
                  <a:lnTo>
                    <a:pt x="160904" y="91603"/>
                  </a:lnTo>
                  <a:lnTo>
                    <a:pt x="157013" y="92052"/>
                  </a:lnTo>
                  <a:lnTo>
                    <a:pt x="155965" y="88161"/>
                  </a:lnTo>
                  <a:lnTo>
                    <a:pt x="154468" y="84269"/>
                  </a:lnTo>
                  <a:lnTo>
                    <a:pt x="152822" y="80527"/>
                  </a:lnTo>
                  <a:lnTo>
                    <a:pt x="150876" y="76935"/>
                  </a:lnTo>
                  <a:lnTo>
                    <a:pt x="154169" y="74690"/>
                  </a:lnTo>
                  <a:lnTo>
                    <a:pt x="154917" y="75139"/>
                  </a:lnTo>
                  <a:lnTo>
                    <a:pt x="155665" y="75288"/>
                  </a:lnTo>
                  <a:lnTo>
                    <a:pt x="156564" y="74989"/>
                  </a:lnTo>
                  <a:lnTo>
                    <a:pt x="157312" y="74540"/>
                  </a:lnTo>
                  <a:lnTo>
                    <a:pt x="157611" y="74241"/>
                  </a:lnTo>
                  <a:lnTo>
                    <a:pt x="157761" y="73941"/>
                  </a:lnTo>
                  <a:lnTo>
                    <a:pt x="157911" y="73043"/>
                  </a:lnTo>
                  <a:lnTo>
                    <a:pt x="157761" y="72295"/>
                  </a:lnTo>
                  <a:lnTo>
                    <a:pt x="157611" y="71846"/>
                  </a:lnTo>
                  <a:lnTo>
                    <a:pt x="157312" y="71546"/>
                  </a:lnTo>
                  <a:lnTo>
                    <a:pt x="157013" y="71247"/>
                  </a:lnTo>
                  <a:lnTo>
                    <a:pt x="156564" y="70948"/>
                  </a:lnTo>
                  <a:lnTo>
                    <a:pt x="155815" y="70798"/>
                  </a:lnTo>
                  <a:lnTo>
                    <a:pt x="154917" y="70948"/>
                  </a:lnTo>
                  <a:lnTo>
                    <a:pt x="154468" y="71097"/>
                  </a:lnTo>
                  <a:lnTo>
                    <a:pt x="154169" y="71397"/>
                  </a:lnTo>
                  <a:lnTo>
                    <a:pt x="153720" y="71995"/>
                  </a:lnTo>
                  <a:lnTo>
                    <a:pt x="153570" y="72594"/>
                  </a:lnTo>
                  <a:lnTo>
                    <a:pt x="153570" y="73193"/>
                  </a:lnTo>
                  <a:lnTo>
                    <a:pt x="153720" y="73792"/>
                  </a:lnTo>
                  <a:lnTo>
                    <a:pt x="150277" y="76037"/>
                  </a:lnTo>
                  <a:lnTo>
                    <a:pt x="147882" y="72594"/>
                  </a:lnTo>
                  <a:lnTo>
                    <a:pt x="145188" y="69301"/>
                  </a:lnTo>
                  <a:lnTo>
                    <a:pt x="154767" y="56129"/>
                  </a:lnTo>
                  <a:close/>
                  <a:moveTo>
                    <a:pt x="53735" y="57177"/>
                  </a:moveTo>
                  <a:lnTo>
                    <a:pt x="63464" y="70050"/>
                  </a:lnTo>
                  <a:lnTo>
                    <a:pt x="61518" y="72594"/>
                  </a:lnTo>
                  <a:lnTo>
                    <a:pt x="59722" y="75139"/>
                  </a:lnTo>
                  <a:lnTo>
                    <a:pt x="56429" y="73193"/>
                  </a:lnTo>
                  <a:lnTo>
                    <a:pt x="56578" y="72444"/>
                  </a:lnTo>
                  <a:lnTo>
                    <a:pt x="56279" y="71546"/>
                  </a:lnTo>
                  <a:lnTo>
                    <a:pt x="55830" y="70948"/>
                  </a:lnTo>
                  <a:lnTo>
                    <a:pt x="55082" y="70499"/>
                  </a:lnTo>
                  <a:lnTo>
                    <a:pt x="54633" y="70349"/>
                  </a:lnTo>
                  <a:lnTo>
                    <a:pt x="54184" y="70349"/>
                  </a:lnTo>
                  <a:lnTo>
                    <a:pt x="53435" y="70648"/>
                  </a:lnTo>
                  <a:lnTo>
                    <a:pt x="52687" y="71097"/>
                  </a:lnTo>
                  <a:lnTo>
                    <a:pt x="52537" y="71397"/>
                  </a:lnTo>
                  <a:lnTo>
                    <a:pt x="52238" y="71846"/>
                  </a:lnTo>
                  <a:lnTo>
                    <a:pt x="52238" y="72295"/>
                  </a:lnTo>
                  <a:lnTo>
                    <a:pt x="52238" y="72744"/>
                  </a:lnTo>
                  <a:lnTo>
                    <a:pt x="52387" y="73492"/>
                  </a:lnTo>
                  <a:lnTo>
                    <a:pt x="52836" y="74241"/>
                  </a:lnTo>
                  <a:lnTo>
                    <a:pt x="53285" y="74540"/>
                  </a:lnTo>
                  <a:lnTo>
                    <a:pt x="53585" y="74690"/>
                  </a:lnTo>
                  <a:lnTo>
                    <a:pt x="54333" y="74839"/>
                  </a:lnTo>
                  <a:lnTo>
                    <a:pt x="54932" y="74690"/>
                  </a:lnTo>
                  <a:lnTo>
                    <a:pt x="55531" y="74540"/>
                  </a:lnTo>
                  <a:lnTo>
                    <a:pt x="55980" y="74091"/>
                  </a:lnTo>
                  <a:lnTo>
                    <a:pt x="59123" y="76037"/>
                  </a:lnTo>
                  <a:lnTo>
                    <a:pt x="57027" y="79629"/>
                  </a:lnTo>
                  <a:lnTo>
                    <a:pt x="55231" y="83521"/>
                  </a:lnTo>
                  <a:lnTo>
                    <a:pt x="53585" y="87412"/>
                  </a:lnTo>
                  <a:lnTo>
                    <a:pt x="52387" y="91603"/>
                  </a:lnTo>
                  <a:lnTo>
                    <a:pt x="48645" y="90705"/>
                  </a:lnTo>
                  <a:lnTo>
                    <a:pt x="48496" y="89957"/>
                  </a:lnTo>
                  <a:lnTo>
                    <a:pt x="47897" y="89208"/>
                  </a:lnTo>
                  <a:lnTo>
                    <a:pt x="47298" y="88759"/>
                  </a:lnTo>
                  <a:lnTo>
                    <a:pt x="46400" y="88610"/>
                  </a:lnTo>
                  <a:lnTo>
                    <a:pt x="45951" y="88759"/>
                  </a:lnTo>
                  <a:lnTo>
                    <a:pt x="45652" y="88759"/>
                  </a:lnTo>
                  <a:lnTo>
                    <a:pt x="44904" y="89358"/>
                  </a:lnTo>
                  <a:lnTo>
                    <a:pt x="44454" y="89957"/>
                  </a:lnTo>
                  <a:lnTo>
                    <a:pt x="44305" y="90406"/>
                  </a:lnTo>
                  <a:lnTo>
                    <a:pt x="44155" y="90855"/>
                  </a:lnTo>
                  <a:lnTo>
                    <a:pt x="44305" y="91304"/>
                  </a:lnTo>
                  <a:lnTo>
                    <a:pt x="44454" y="91753"/>
                  </a:lnTo>
                  <a:lnTo>
                    <a:pt x="44904" y="92352"/>
                  </a:lnTo>
                  <a:lnTo>
                    <a:pt x="45502" y="92950"/>
                  </a:lnTo>
                  <a:lnTo>
                    <a:pt x="45951" y="92950"/>
                  </a:lnTo>
                  <a:lnTo>
                    <a:pt x="46400" y="93100"/>
                  </a:lnTo>
                  <a:lnTo>
                    <a:pt x="46999" y="92950"/>
                  </a:lnTo>
                  <a:lnTo>
                    <a:pt x="47598" y="92651"/>
                  </a:lnTo>
                  <a:lnTo>
                    <a:pt x="48047" y="92352"/>
                  </a:lnTo>
                  <a:lnTo>
                    <a:pt x="48496" y="91753"/>
                  </a:lnTo>
                  <a:lnTo>
                    <a:pt x="52238" y="92501"/>
                  </a:lnTo>
                  <a:lnTo>
                    <a:pt x="51789" y="94597"/>
                  </a:lnTo>
                  <a:lnTo>
                    <a:pt x="51340" y="96692"/>
                  </a:lnTo>
                  <a:lnTo>
                    <a:pt x="35025" y="99237"/>
                  </a:lnTo>
                  <a:lnTo>
                    <a:pt x="35623" y="94747"/>
                  </a:lnTo>
                  <a:lnTo>
                    <a:pt x="36372" y="90406"/>
                  </a:lnTo>
                  <a:lnTo>
                    <a:pt x="42808" y="90107"/>
                  </a:lnTo>
                  <a:lnTo>
                    <a:pt x="37120" y="87113"/>
                  </a:lnTo>
                  <a:lnTo>
                    <a:pt x="38467" y="82473"/>
                  </a:lnTo>
                  <a:lnTo>
                    <a:pt x="40263" y="77833"/>
                  </a:lnTo>
                  <a:lnTo>
                    <a:pt x="42359" y="73492"/>
                  </a:lnTo>
                  <a:lnTo>
                    <a:pt x="44604" y="69152"/>
                  </a:lnTo>
                  <a:lnTo>
                    <a:pt x="50891" y="70948"/>
                  </a:lnTo>
                  <a:lnTo>
                    <a:pt x="46400" y="66308"/>
                  </a:lnTo>
                  <a:lnTo>
                    <a:pt x="48047" y="63913"/>
                  </a:lnTo>
                  <a:lnTo>
                    <a:pt x="49843" y="61518"/>
                  </a:lnTo>
                  <a:lnTo>
                    <a:pt x="51789" y="59273"/>
                  </a:lnTo>
                  <a:lnTo>
                    <a:pt x="53735" y="57177"/>
                  </a:lnTo>
                  <a:close/>
                  <a:moveTo>
                    <a:pt x="174076" y="90556"/>
                  </a:moveTo>
                  <a:lnTo>
                    <a:pt x="185302" y="91005"/>
                  </a:lnTo>
                  <a:lnTo>
                    <a:pt x="185901" y="95645"/>
                  </a:lnTo>
                  <a:lnTo>
                    <a:pt x="186200" y="100285"/>
                  </a:lnTo>
                  <a:lnTo>
                    <a:pt x="175273" y="98638"/>
                  </a:lnTo>
                  <a:lnTo>
                    <a:pt x="174824" y="94597"/>
                  </a:lnTo>
                  <a:lnTo>
                    <a:pt x="174076" y="90556"/>
                  </a:lnTo>
                  <a:close/>
                  <a:moveTo>
                    <a:pt x="35324" y="90556"/>
                  </a:moveTo>
                  <a:lnTo>
                    <a:pt x="34576" y="94896"/>
                  </a:lnTo>
                  <a:lnTo>
                    <a:pt x="34127" y="99387"/>
                  </a:lnTo>
                  <a:lnTo>
                    <a:pt x="23050" y="101033"/>
                  </a:lnTo>
                  <a:lnTo>
                    <a:pt x="23500" y="95944"/>
                  </a:lnTo>
                  <a:lnTo>
                    <a:pt x="24098" y="91154"/>
                  </a:lnTo>
                  <a:lnTo>
                    <a:pt x="35324" y="90556"/>
                  </a:lnTo>
                  <a:close/>
                  <a:moveTo>
                    <a:pt x="107319" y="15716"/>
                  </a:moveTo>
                  <a:lnTo>
                    <a:pt x="111660" y="16016"/>
                  </a:lnTo>
                  <a:lnTo>
                    <a:pt x="116001" y="16465"/>
                  </a:lnTo>
                  <a:lnTo>
                    <a:pt x="120192" y="17063"/>
                  </a:lnTo>
                  <a:lnTo>
                    <a:pt x="124383" y="17961"/>
                  </a:lnTo>
                  <a:lnTo>
                    <a:pt x="128424" y="19009"/>
                  </a:lnTo>
                  <a:lnTo>
                    <a:pt x="132465" y="20207"/>
                  </a:lnTo>
                  <a:lnTo>
                    <a:pt x="136507" y="21554"/>
                  </a:lnTo>
                  <a:lnTo>
                    <a:pt x="140249" y="23200"/>
                  </a:lnTo>
                  <a:lnTo>
                    <a:pt x="143991" y="24847"/>
                  </a:lnTo>
                  <a:lnTo>
                    <a:pt x="147733" y="26792"/>
                  </a:lnTo>
                  <a:lnTo>
                    <a:pt x="151325" y="28888"/>
                  </a:lnTo>
                  <a:lnTo>
                    <a:pt x="154767" y="31133"/>
                  </a:lnTo>
                  <a:lnTo>
                    <a:pt x="158060" y="33528"/>
                  </a:lnTo>
                  <a:lnTo>
                    <a:pt x="161204" y="36073"/>
                  </a:lnTo>
                  <a:lnTo>
                    <a:pt x="164347" y="38767"/>
                  </a:lnTo>
                  <a:lnTo>
                    <a:pt x="167340" y="41611"/>
                  </a:lnTo>
                  <a:lnTo>
                    <a:pt x="170184" y="44455"/>
                  </a:lnTo>
                  <a:lnTo>
                    <a:pt x="172878" y="47598"/>
                  </a:lnTo>
                  <a:lnTo>
                    <a:pt x="175423" y="50741"/>
                  </a:lnTo>
                  <a:lnTo>
                    <a:pt x="177818" y="54034"/>
                  </a:lnTo>
                  <a:lnTo>
                    <a:pt x="180063" y="57477"/>
                  </a:lnTo>
                  <a:lnTo>
                    <a:pt x="182308" y="61069"/>
                  </a:lnTo>
                  <a:lnTo>
                    <a:pt x="184254" y="64661"/>
                  </a:lnTo>
                  <a:lnTo>
                    <a:pt x="186050" y="68403"/>
                  </a:lnTo>
                  <a:lnTo>
                    <a:pt x="187547" y="72295"/>
                  </a:lnTo>
                  <a:lnTo>
                    <a:pt x="189044" y="76186"/>
                  </a:lnTo>
                  <a:lnTo>
                    <a:pt x="190241" y="80228"/>
                  </a:lnTo>
                  <a:lnTo>
                    <a:pt x="191289" y="84269"/>
                  </a:lnTo>
                  <a:lnTo>
                    <a:pt x="192187" y="88460"/>
                  </a:lnTo>
                  <a:lnTo>
                    <a:pt x="192935" y="92651"/>
                  </a:lnTo>
                  <a:lnTo>
                    <a:pt x="193384" y="96842"/>
                  </a:lnTo>
                  <a:lnTo>
                    <a:pt x="193684" y="101183"/>
                  </a:lnTo>
                  <a:lnTo>
                    <a:pt x="189792" y="100734"/>
                  </a:lnTo>
                  <a:lnTo>
                    <a:pt x="189343" y="95944"/>
                  </a:lnTo>
                  <a:lnTo>
                    <a:pt x="188744" y="91454"/>
                  </a:lnTo>
                  <a:lnTo>
                    <a:pt x="187846" y="86814"/>
                  </a:lnTo>
                  <a:lnTo>
                    <a:pt x="186799" y="82323"/>
                  </a:lnTo>
                  <a:lnTo>
                    <a:pt x="185451" y="77983"/>
                  </a:lnTo>
                  <a:lnTo>
                    <a:pt x="183955" y="73792"/>
                  </a:lnTo>
                  <a:lnTo>
                    <a:pt x="182159" y="69601"/>
                  </a:lnTo>
                  <a:lnTo>
                    <a:pt x="180213" y="65559"/>
                  </a:lnTo>
                  <a:lnTo>
                    <a:pt x="178117" y="61668"/>
                  </a:lnTo>
                  <a:lnTo>
                    <a:pt x="175722" y="57926"/>
                  </a:lnTo>
                  <a:lnTo>
                    <a:pt x="173178" y="54184"/>
                  </a:lnTo>
                  <a:lnTo>
                    <a:pt x="170334" y="50741"/>
                  </a:lnTo>
                  <a:lnTo>
                    <a:pt x="167490" y="47298"/>
                  </a:lnTo>
                  <a:lnTo>
                    <a:pt x="164347" y="44155"/>
                  </a:lnTo>
                  <a:lnTo>
                    <a:pt x="161204" y="41162"/>
                  </a:lnTo>
                  <a:lnTo>
                    <a:pt x="157761" y="38318"/>
                  </a:lnTo>
                  <a:lnTo>
                    <a:pt x="156414" y="37120"/>
                  </a:lnTo>
                  <a:lnTo>
                    <a:pt x="152373" y="34276"/>
                  </a:lnTo>
                  <a:lnTo>
                    <a:pt x="148182" y="31582"/>
                  </a:lnTo>
                  <a:lnTo>
                    <a:pt x="146535" y="30684"/>
                  </a:lnTo>
                  <a:lnTo>
                    <a:pt x="143691" y="29038"/>
                  </a:lnTo>
                  <a:lnTo>
                    <a:pt x="143392" y="28888"/>
                  </a:lnTo>
                  <a:lnTo>
                    <a:pt x="140099" y="27391"/>
                  </a:lnTo>
                  <a:lnTo>
                    <a:pt x="138902" y="26792"/>
                  </a:lnTo>
                  <a:lnTo>
                    <a:pt x="135309" y="25296"/>
                  </a:lnTo>
                  <a:lnTo>
                    <a:pt x="131567" y="23949"/>
                  </a:lnTo>
                  <a:lnTo>
                    <a:pt x="127825" y="22751"/>
                  </a:lnTo>
                  <a:lnTo>
                    <a:pt x="123934" y="21853"/>
                  </a:lnTo>
                  <a:lnTo>
                    <a:pt x="120042" y="20955"/>
                  </a:lnTo>
                  <a:lnTo>
                    <a:pt x="116001" y="20356"/>
                  </a:lnTo>
                  <a:lnTo>
                    <a:pt x="111959" y="19907"/>
                  </a:lnTo>
                  <a:lnTo>
                    <a:pt x="107918" y="19758"/>
                  </a:lnTo>
                  <a:lnTo>
                    <a:pt x="107319" y="15716"/>
                  </a:lnTo>
                  <a:close/>
                  <a:moveTo>
                    <a:pt x="101183" y="15716"/>
                  </a:moveTo>
                  <a:lnTo>
                    <a:pt x="100584" y="19758"/>
                  </a:lnTo>
                  <a:lnTo>
                    <a:pt x="96543" y="20057"/>
                  </a:lnTo>
                  <a:lnTo>
                    <a:pt x="92501" y="20506"/>
                  </a:lnTo>
                  <a:lnTo>
                    <a:pt x="88460" y="21105"/>
                  </a:lnTo>
                  <a:lnTo>
                    <a:pt x="84568" y="22003"/>
                  </a:lnTo>
                  <a:lnTo>
                    <a:pt x="80826" y="23051"/>
                  </a:lnTo>
                  <a:lnTo>
                    <a:pt x="76935" y="24248"/>
                  </a:lnTo>
                  <a:lnTo>
                    <a:pt x="73342" y="25595"/>
                  </a:lnTo>
                  <a:lnTo>
                    <a:pt x="69600" y="27242"/>
                  </a:lnTo>
                  <a:lnTo>
                    <a:pt x="66158" y="28888"/>
                  </a:lnTo>
                  <a:lnTo>
                    <a:pt x="62715" y="30684"/>
                  </a:lnTo>
                  <a:lnTo>
                    <a:pt x="59422" y="32780"/>
                  </a:lnTo>
                  <a:lnTo>
                    <a:pt x="56129" y="34875"/>
                  </a:lnTo>
                  <a:lnTo>
                    <a:pt x="52986" y="37120"/>
                  </a:lnTo>
                  <a:lnTo>
                    <a:pt x="49993" y="39665"/>
                  </a:lnTo>
                  <a:lnTo>
                    <a:pt x="46999" y="42209"/>
                  </a:lnTo>
                  <a:lnTo>
                    <a:pt x="44305" y="44904"/>
                  </a:lnTo>
                  <a:lnTo>
                    <a:pt x="41611" y="47747"/>
                  </a:lnTo>
                  <a:lnTo>
                    <a:pt x="39066" y="50591"/>
                  </a:lnTo>
                  <a:lnTo>
                    <a:pt x="36671" y="53585"/>
                  </a:lnTo>
                  <a:lnTo>
                    <a:pt x="34426" y="56878"/>
                  </a:lnTo>
                  <a:lnTo>
                    <a:pt x="32331" y="60021"/>
                  </a:lnTo>
                  <a:lnTo>
                    <a:pt x="30235" y="63464"/>
                  </a:lnTo>
                  <a:lnTo>
                    <a:pt x="28439" y="66906"/>
                  </a:lnTo>
                  <a:lnTo>
                    <a:pt x="26792" y="70349"/>
                  </a:lnTo>
                  <a:lnTo>
                    <a:pt x="25296" y="74091"/>
                  </a:lnTo>
                  <a:lnTo>
                    <a:pt x="23949" y="77833"/>
                  </a:lnTo>
                  <a:lnTo>
                    <a:pt x="22751" y="81575"/>
                  </a:lnTo>
                  <a:lnTo>
                    <a:pt x="21853" y="85466"/>
                  </a:lnTo>
                  <a:lnTo>
                    <a:pt x="20955" y="89358"/>
                  </a:lnTo>
                  <a:lnTo>
                    <a:pt x="20356" y="93399"/>
                  </a:lnTo>
                  <a:lnTo>
                    <a:pt x="19907" y="97441"/>
                  </a:lnTo>
                  <a:lnTo>
                    <a:pt x="19608" y="101482"/>
                  </a:lnTo>
                  <a:lnTo>
                    <a:pt x="15716" y="102081"/>
                  </a:lnTo>
                  <a:lnTo>
                    <a:pt x="15866" y="97740"/>
                  </a:lnTo>
                  <a:lnTo>
                    <a:pt x="16315" y="93399"/>
                  </a:lnTo>
                  <a:lnTo>
                    <a:pt x="17063" y="89208"/>
                  </a:lnTo>
                  <a:lnTo>
                    <a:pt x="17812" y="85017"/>
                  </a:lnTo>
                  <a:lnTo>
                    <a:pt x="18859" y="80976"/>
                  </a:lnTo>
                  <a:lnTo>
                    <a:pt x="20057" y="76935"/>
                  </a:lnTo>
                  <a:lnTo>
                    <a:pt x="21554" y="73043"/>
                  </a:lnTo>
                  <a:lnTo>
                    <a:pt x="23050" y="69152"/>
                  </a:lnTo>
                  <a:lnTo>
                    <a:pt x="24847" y="65410"/>
                  </a:lnTo>
                  <a:lnTo>
                    <a:pt x="26792" y="61817"/>
                  </a:lnTo>
                  <a:lnTo>
                    <a:pt x="28888" y="58225"/>
                  </a:lnTo>
                  <a:lnTo>
                    <a:pt x="31133" y="54782"/>
                  </a:lnTo>
                  <a:lnTo>
                    <a:pt x="33378" y="51340"/>
                  </a:lnTo>
                  <a:lnTo>
                    <a:pt x="35923" y="48197"/>
                  </a:lnTo>
                  <a:lnTo>
                    <a:pt x="38617" y="45053"/>
                  </a:lnTo>
                  <a:lnTo>
                    <a:pt x="41461" y="42060"/>
                  </a:lnTo>
                  <a:lnTo>
                    <a:pt x="44454" y="39216"/>
                  </a:lnTo>
                  <a:lnTo>
                    <a:pt x="47448" y="36522"/>
                  </a:lnTo>
                  <a:lnTo>
                    <a:pt x="50741" y="33977"/>
                  </a:lnTo>
                  <a:lnTo>
                    <a:pt x="54034" y="31582"/>
                  </a:lnTo>
                  <a:lnTo>
                    <a:pt x="57476" y="29337"/>
                  </a:lnTo>
                  <a:lnTo>
                    <a:pt x="60919" y="27242"/>
                  </a:lnTo>
                  <a:lnTo>
                    <a:pt x="64661" y="25296"/>
                  </a:lnTo>
                  <a:lnTo>
                    <a:pt x="68403" y="23500"/>
                  </a:lnTo>
                  <a:lnTo>
                    <a:pt x="72145" y="21853"/>
                  </a:lnTo>
                  <a:lnTo>
                    <a:pt x="76186" y="20356"/>
                  </a:lnTo>
                  <a:lnTo>
                    <a:pt x="80078" y="19159"/>
                  </a:lnTo>
                  <a:lnTo>
                    <a:pt x="84119" y="18111"/>
                  </a:lnTo>
                  <a:lnTo>
                    <a:pt x="88310" y="17213"/>
                  </a:lnTo>
                  <a:lnTo>
                    <a:pt x="92501" y="16614"/>
                  </a:lnTo>
                  <a:lnTo>
                    <a:pt x="96842" y="16016"/>
                  </a:lnTo>
                  <a:lnTo>
                    <a:pt x="101183" y="15716"/>
                  </a:lnTo>
                  <a:close/>
                  <a:moveTo>
                    <a:pt x="104176" y="5837"/>
                  </a:moveTo>
                  <a:lnTo>
                    <a:pt x="105224" y="12274"/>
                  </a:lnTo>
                  <a:lnTo>
                    <a:pt x="105673" y="15716"/>
                  </a:lnTo>
                  <a:lnTo>
                    <a:pt x="106272" y="19608"/>
                  </a:lnTo>
                  <a:lnTo>
                    <a:pt x="106870" y="23051"/>
                  </a:lnTo>
                  <a:lnTo>
                    <a:pt x="108517" y="33977"/>
                  </a:lnTo>
                  <a:lnTo>
                    <a:pt x="108666" y="35025"/>
                  </a:lnTo>
                  <a:lnTo>
                    <a:pt x="111061" y="51190"/>
                  </a:lnTo>
                  <a:lnTo>
                    <a:pt x="111361" y="52986"/>
                  </a:lnTo>
                  <a:lnTo>
                    <a:pt x="112408" y="60171"/>
                  </a:lnTo>
                  <a:lnTo>
                    <a:pt x="112708" y="61668"/>
                  </a:lnTo>
                  <a:lnTo>
                    <a:pt x="115552" y="80826"/>
                  </a:lnTo>
                  <a:lnTo>
                    <a:pt x="115701" y="81425"/>
                  </a:lnTo>
                  <a:lnTo>
                    <a:pt x="115701" y="82174"/>
                  </a:lnTo>
                  <a:lnTo>
                    <a:pt x="116300" y="86215"/>
                  </a:lnTo>
                  <a:lnTo>
                    <a:pt x="116450" y="86814"/>
                  </a:lnTo>
                  <a:lnTo>
                    <a:pt x="117048" y="90556"/>
                  </a:lnTo>
                  <a:lnTo>
                    <a:pt x="117048" y="90705"/>
                  </a:lnTo>
                  <a:lnTo>
                    <a:pt x="116749" y="90705"/>
                  </a:lnTo>
                  <a:lnTo>
                    <a:pt x="115252" y="92352"/>
                  </a:lnTo>
                  <a:lnTo>
                    <a:pt x="113606" y="94148"/>
                  </a:lnTo>
                  <a:lnTo>
                    <a:pt x="113456" y="94148"/>
                  </a:lnTo>
                  <a:lnTo>
                    <a:pt x="111810" y="95944"/>
                  </a:lnTo>
                  <a:lnTo>
                    <a:pt x="110163" y="97740"/>
                  </a:lnTo>
                  <a:lnTo>
                    <a:pt x="110163" y="97590"/>
                  </a:lnTo>
                  <a:lnTo>
                    <a:pt x="110014" y="95794"/>
                  </a:lnTo>
                  <a:lnTo>
                    <a:pt x="109714" y="95794"/>
                  </a:lnTo>
                  <a:lnTo>
                    <a:pt x="109565" y="97141"/>
                  </a:lnTo>
                  <a:lnTo>
                    <a:pt x="109565" y="97291"/>
                  </a:lnTo>
                  <a:lnTo>
                    <a:pt x="109415" y="98489"/>
                  </a:lnTo>
                  <a:lnTo>
                    <a:pt x="108517" y="99536"/>
                  </a:lnTo>
                  <a:lnTo>
                    <a:pt x="108367" y="99686"/>
                  </a:lnTo>
                  <a:lnTo>
                    <a:pt x="106870" y="101332"/>
                  </a:lnTo>
                  <a:lnTo>
                    <a:pt x="106721" y="101482"/>
                  </a:lnTo>
                  <a:lnTo>
                    <a:pt x="105224" y="102979"/>
                  </a:lnTo>
                  <a:lnTo>
                    <a:pt x="104775" y="103428"/>
                  </a:lnTo>
                  <a:lnTo>
                    <a:pt x="104625" y="103578"/>
                  </a:lnTo>
                  <a:lnTo>
                    <a:pt x="104026" y="102979"/>
                  </a:lnTo>
                  <a:lnTo>
                    <a:pt x="103577" y="102530"/>
                  </a:lnTo>
                  <a:lnTo>
                    <a:pt x="102380" y="101482"/>
                  </a:lnTo>
                  <a:lnTo>
                    <a:pt x="102380" y="101332"/>
                  </a:lnTo>
                  <a:lnTo>
                    <a:pt x="101033" y="100135"/>
                  </a:lnTo>
                  <a:lnTo>
                    <a:pt x="103428" y="100135"/>
                  </a:lnTo>
                  <a:lnTo>
                    <a:pt x="103877" y="99985"/>
                  </a:lnTo>
                  <a:lnTo>
                    <a:pt x="105523" y="99985"/>
                  </a:lnTo>
                  <a:lnTo>
                    <a:pt x="106721" y="99836"/>
                  </a:lnTo>
                  <a:lnTo>
                    <a:pt x="106870" y="99686"/>
                  </a:lnTo>
                  <a:lnTo>
                    <a:pt x="106870" y="99536"/>
                  </a:lnTo>
                  <a:lnTo>
                    <a:pt x="106721" y="99387"/>
                  </a:lnTo>
                  <a:lnTo>
                    <a:pt x="105224" y="99237"/>
                  </a:lnTo>
                  <a:lnTo>
                    <a:pt x="100135" y="99237"/>
                  </a:lnTo>
                  <a:lnTo>
                    <a:pt x="98788" y="98039"/>
                  </a:lnTo>
                  <a:lnTo>
                    <a:pt x="98788" y="97890"/>
                  </a:lnTo>
                  <a:lnTo>
                    <a:pt x="97441" y="96692"/>
                  </a:lnTo>
                  <a:lnTo>
                    <a:pt x="99835" y="96842"/>
                  </a:lnTo>
                  <a:lnTo>
                    <a:pt x="105074" y="96842"/>
                  </a:lnTo>
                  <a:lnTo>
                    <a:pt x="105523" y="96692"/>
                  </a:lnTo>
                  <a:lnTo>
                    <a:pt x="105673" y="96692"/>
                  </a:lnTo>
                  <a:lnTo>
                    <a:pt x="107619" y="96543"/>
                  </a:lnTo>
                  <a:lnTo>
                    <a:pt x="107619" y="96393"/>
                  </a:lnTo>
                  <a:lnTo>
                    <a:pt x="107619" y="96243"/>
                  </a:lnTo>
                  <a:lnTo>
                    <a:pt x="105074" y="95944"/>
                  </a:lnTo>
                  <a:lnTo>
                    <a:pt x="100284" y="95944"/>
                  </a:lnTo>
                  <a:lnTo>
                    <a:pt x="97141" y="96243"/>
                  </a:lnTo>
                  <a:lnTo>
                    <a:pt x="96992" y="96243"/>
                  </a:lnTo>
                  <a:lnTo>
                    <a:pt x="92352" y="91753"/>
                  </a:lnTo>
                  <a:lnTo>
                    <a:pt x="92651" y="90107"/>
                  </a:lnTo>
                  <a:lnTo>
                    <a:pt x="95195" y="90406"/>
                  </a:lnTo>
                  <a:lnTo>
                    <a:pt x="97890" y="90406"/>
                  </a:lnTo>
                  <a:lnTo>
                    <a:pt x="103128" y="90256"/>
                  </a:lnTo>
                  <a:lnTo>
                    <a:pt x="104925" y="90256"/>
                  </a:lnTo>
                  <a:lnTo>
                    <a:pt x="105224" y="90107"/>
                  </a:lnTo>
                  <a:lnTo>
                    <a:pt x="105972" y="90107"/>
                  </a:lnTo>
                  <a:lnTo>
                    <a:pt x="105972" y="89957"/>
                  </a:lnTo>
                  <a:lnTo>
                    <a:pt x="105972" y="89807"/>
                  </a:lnTo>
                  <a:lnTo>
                    <a:pt x="105823" y="89657"/>
                  </a:lnTo>
                  <a:lnTo>
                    <a:pt x="102679" y="89657"/>
                  </a:lnTo>
                  <a:lnTo>
                    <a:pt x="97590" y="89508"/>
                  </a:lnTo>
                  <a:lnTo>
                    <a:pt x="95195" y="89508"/>
                  </a:lnTo>
                  <a:lnTo>
                    <a:pt x="92651" y="89807"/>
                  </a:lnTo>
                  <a:lnTo>
                    <a:pt x="93549" y="82922"/>
                  </a:lnTo>
                  <a:lnTo>
                    <a:pt x="93699" y="82174"/>
                  </a:lnTo>
                  <a:lnTo>
                    <a:pt x="93848" y="81425"/>
                  </a:lnTo>
                  <a:lnTo>
                    <a:pt x="96543" y="61817"/>
                  </a:lnTo>
                  <a:lnTo>
                    <a:pt x="96692" y="60171"/>
                  </a:lnTo>
                  <a:lnTo>
                    <a:pt x="97740" y="53136"/>
                  </a:lnTo>
                  <a:lnTo>
                    <a:pt x="97890" y="51340"/>
                  </a:lnTo>
                  <a:lnTo>
                    <a:pt x="100135" y="35025"/>
                  </a:lnTo>
                  <a:lnTo>
                    <a:pt x="100284" y="34127"/>
                  </a:lnTo>
                  <a:lnTo>
                    <a:pt x="101781" y="23051"/>
                  </a:lnTo>
                  <a:lnTo>
                    <a:pt x="102230" y="19608"/>
                  </a:lnTo>
                  <a:lnTo>
                    <a:pt x="102829" y="15716"/>
                  </a:lnTo>
                  <a:lnTo>
                    <a:pt x="103278" y="12274"/>
                  </a:lnTo>
                  <a:lnTo>
                    <a:pt x="104176" y="5837"/>
                  </a:lnTo>
                  <a:close/>
                  <a:moveTo>
                    <a:pt x="53285" y="113456"/>
                  </a:moveTo>
                  <a:lnTo>
                    <a:pt x="60021" y="114354"/>
                  </a:lnTo>
                  <a:lnTo>
                    <a:pt x="53884" y="116151"/>
                  </a:lnTo>
                  <a:lnTo>
                    <a:pt x="53285" y="113456"/>
                  </a:lnTo>
                  <a:close/>
                  <a:moveTo>
                    <a:pt x="90705" y="92352"/>
                  </a:moveTo>
                  <a:lnTo>
                    <a:pt x="90555" y="92651"/>
                  </a:lnTo>
                  <a:lnTo>
                    <a:pt x="92052" y="93998"/>
                  </a:lnTo>
                  <a:lnTo>
                    <a:pt x="92202" y="94148"/>
                  </a:lnTo>
                  <a:lnTo>
                    <a:pt x="93998" y="95794"/>
                  </a:lnTo>
                  <a:lnTo>
                    <a:pt x="95794" y="97441"/>
                  </a:lnTo>
                  <a:lnTo>
                    <a:pt x="95794" y="97590"/>
                  </a:lnTo>
                  <a:lnTo>
                    <a:pt x="97590" y="99087"/>
                  </a:lnTo>
                  <a:lnTo>
                    <a:pt x="97590" y="99237"/>
                  </a:lnTo>
                  <a:lnTo>
                    <a:pt x="97740" y="99387"/>
                  </a:lnTo>
                  <a:lnTo>
                    <a:pt x="97291" y="99387"/>
                  </a:lnTo>
                  <a:lnTo>
                    <a:pt x="95794" y="99536"/>
                  </a:lnTo>
                  <a:lnTo>
                    <a:pt x="95644" y="99686"/>
                  </a:lnTo>
                  <a:lnTo>
                    <a:pt x="95794" y="99686"/>
                  </a:lnTo>
                  <a:lnTo>
                    <a:pt x="96842" y="99836"/>
                  </a:lnTo>
                  <a:lnTo>
                    <a:pt x="96992" y="99836"/>
                  </a:lnTo>
                  <a:lnTo>
                    <a:pt x="98488" y="99985"/>
                  </a:lnTo>
                  <a:lnTo>
                    <a:pt x="99237" y="100734"/>
                  </a:lnTo>
                  <a:lnTo>
                    <a:pt x="99386" y="100883"/>
                  </a:lnTo>
                  <a:lnTo>
                    <a:pt x="101183" y="102530"/>
                  </a:lnTo>
                  <a:lnTo>
                    <a:pt x="101183" y="102680"/>
                  </a:lnTo>
                  <a:lnTo>
                    <a:pt x="102829" y="104027"/>
                  </a:lnTo>
                  <a:lnTo>
                    <a:pt x="103428" y="104625"/>
                  </a:lnTo>
                  <a:lnTo>
                    <a:pt x="103577" y="104775"/>
                  </a:lnTo>
                  <a:lnTo>
                    <a:pt x="103428" y="104775"/>
                  </a:lnTo>
                  <a:lnTo>
                    <a:pt x="102979" y="105374"/>
                  </a:lnTo>
                  <a:lnTo>
                    <a:pt x="102829" y="105523"/>
                  </a:lnTo>
                  <a:lnTo>
                    <a:pt x="102230" y="106122"/>
                  </a:lnTo>
                  <a:lnTo>
                    <a:pt x="101183" y="107320"/>
                  </a:lnTo>
                  <a:lnTo>
                    <a:pt x="101033" y="107320"/>
                  </a:lnTo>
                  <a:lnTo>
                    <a:pt x="99985" y="108517"/>
                  </a:lnTo>
                  <a:lnTo>
                    <a:pt x="99985" y="106122"/>
                  </a:lnTo>
                  <a:lnTo>
                    <a:pt x="99985" y="105523"/>
                  </a:lnTo>
                  <a:lnTo>
                    <a:pt x="99985" y="105374"/>
                  </a:lnTo>
                  <a:lnTo>
                    <a:pt x="99985" y="104925"/>
                  </a:lnTo>
                  <a:lnTo>
                    <a:pt x="99985" y="104775"/>
                  </a:lnTo>
                  <a:lnTo>
                    <a:pt x="99985" y="104176"/>
                  </a:lnTo>
                  <a:lnTo>
                    <a:pt x="99835" y="104027"/>
                  </a:lnTo>
                  <a:lnTo>
                    <a:pt x="99835" y="103727"/>
                  </a:lnTo>
                  <a:lnTo>
                    <a:pt x="99686" y="102680"/>
                  </a:lnTo>
                  <a:lnTo>
                    <a:pt x="99686" y="102530"/>
                  </a:lnTo>
                  <a:lnTo>
                    <a:pt x="99386" y="102530"/>
                  </a:lnTo>
                  <a:lnTo>
                    <a:pt x="99386" y="102680"/>
                  </a:lnTo>
                  <a:lnTo>
                    <a:pt x="99237" y="104176"/>
                  </a:lnTo>
                  <a:lnTo>
                    <a:pt x="99237" y="104476"/>
                  </a:lnTo>
                  <a:lnTo>
                    <a:pt x="99237" y="104625"/>
                  </a:lnTo>
                  <a:lnTo>
                    <a:pt x="99237" y="104775"/>
                  </a:lnTo>
                  <a:lnTo>
                    <a:pt x="99237" y="104925"/>
                  </a:lnTo>
                  <a:lnTo>
                    <a:pt x="99087" y="105374"/>
                  </a:lnTo>
                  <a:lnTo>
                    <a:pt x="99087" y="105523"/>
                  </a:lnTo>
                  <a:lnTo>
                    <a:pt x="99087" y="106122"/>
                  </a:lnTo>
                  <a:lnTo>
                    <a:pt x="99087" y="108667"/>
                  </a:lnTo>
                  <a:lnTo>
                    <a:pt x="99087" y="108816"/>
                  </a:lnTo>
                  <a:lnTo>
                    <a:pt x="99087" y="109415"/>
                  </a:lnTo>
                  <a:lnTo>
                    <a:pt x="96543" y="111960"/>
                  </a:lnTo>
                  <a:lnTo>
                    <a:pt x="96842" y="109116"/>
                  </a:lnTo>
                  <a:lnTo>
                    <a:pt x="96842" y="106272"/>
                  </a:lnTo>
                  <a:lnTo>
                    <a:pt x="96842" y="105523"/>
                  </a:lnTo>
                  <a:lnTo>
                    <a:pt x="96842" y="104925"/>
                  </a:lnTo>
                  <a:lnTo>
                    <a:pt x="96692" y="104326"/>
                  </a:lnTo>
                  <a:lnTo>
                    <a:pt x="96692" y="103727"/>
                  </a:lnTo>
                  <a:lnTo>
                    <a:pt x="96692" y="103428"/>
                  </a:lnTo>
                  <a:lnTo>
                    <a:pt x="96393" y="101931"/>
                  </a:lnTo>
                  <a:lnTo>
                    <a:pt x="96393" y="101781"/>
                  </a:lnTo>
                  <a:lnTo>
                    <a:pt x="96243" y="101931"/>
                  </a:lnTo>
                  <a:lnTo>
                    <a:pt x="95944" y="104176"/>
                  </a:lnTo>
                  <a:lnTo>
                    <a:pt x="95944" y="104326"/>
                  </a:lnTo>
                  <a:lnTo>
                    <a:pt x="95944" y="104925"/>
                  </a:lnTo>
                  <a:lnTo>
                    <a:pt x="95944" y="105523"/>
                  </a:lnTo>
                  <a:lnTo>
                    <a:pt x="95944" y="105673"/>
                  </a:lnTo>
                  <a:lnTo>
                    <a:pt x="95944" y="106272"/>
                  </a:lnTo>
                  <a:lnTo>
                    <a:pt x="95944" y="109415"/>
                  </a:lnTo>
                  <a:lnTo>
                    <a:pt x="96094" y="112558"/>
                  </a:lnTo>
                  <a:lnTo>
                    <a:pt x="91753" y="117049"/>
                  </a:lnTo>
                  <a:lnTo>
                    <a:pt x="90106" y="116899"/>
                  </a:lnTo>
                  <a:lnTo>
                    <a:pt x="90106" y="116749"/>
                  </a:lnTo>
                  <a:lnTo>
                    <a:pt x="90256" y="114354"/>
                  </a:lnTo>
                  <a:lnTo>
                    <a:pt x="90406" y="111810"/>
                  </a:lnTo>
                  <a:lnTo>
                    <a:pt x="90256" y="106721"/>
                  </a:lnTo>
                  <a:lnTo>
                    <a:pt x="90106" y="105823"/>
                  </a:lnTo>
                  <a:lnTo>
                    <a:pt x="90106" y="105224"/>
                  </a:lnTo>
                  <a:lnTo>
                    <a:pt x="90106" y="105074"/>
                  </a:lnTo>
                  <a:lnTo>
                    <a:pt x="90106" y="104176"/>
                  </a:lnTo>
                  <a:lnTo>
                    <a:pt x="90106" y="103727"/>
                  </a:lnTo>
                  <a:lnTo>
                    <a:pt x="90106" y="103578"/>
                  </a:lnTo>
                  <a:lnTo>
                    <a:pt x="89957" y="103428"/>
                  </a:lnTo>
                  <a:lnTo>
                    <a:pt x="89807" y="103578"/>
                  </a:lnTo>
                  <a:lnTo>
                    <a:pt x="89657" y="103578"/>
                  </a:lnTo>
                  <a:lnTo>
                    <a:pt x="89657" y="103727"/>
                  </a:lnTo>
                  <a:lnTo>
                    <a:pt x="89657" y="104625"/>
                  </a:lnTo>
                  <a:lnTo>
                    <a:pt x="89657" y="105523"/>
                  </a:lnTo>
                  <a:lnTo>
                    <a:pt x="89508" y="106571"/>
                  </a:lnTo>
                  <a:lnTo>
                    <a:pt x="89508" y="107769"/>
                  </a:lnTo>
                  <a:lnTo>
                    <a:pt x="89358" y="112259"/>
                  </a:lnTo>
                  <a:lnTo>
                    <a:pt x="89508" y="114504"/>
                  </a:lnTo>
                  <a:lnTo>
                    <a:pt x="89657" y="116749"/>
                  </a:lnTo>
                  <a:lnTo>
                    <a:pt x="89657" y="116749"/>
                  </a:lnTo>
                  <a:lnTo>
                    <a:pt x="83521" y="116001"/>
                  </a:lnTo>
                  <a:lnTo>
                    <a:pt x="82772" y="115851"/>
                  </a:lnTo>
                  <a:lnTo>
                    <a:pt x="82024" y="115702"/>
                  </a:lnTo>
                  <a:lnTo>
                    <a:pt x="61667" y="113007"/>
                  </a:lnTo>
                  <a:lnTo>
                    <a:pt x="60171" y="112708"/>
                  </a:lnTo>
                  <a:lnTo>
                    <a:pt x="52986" y="111810"/>
                  </a:lnTo>
                  <a:lnTo>
                    <a:pt x="51190" y="111511"/>
                  </a:lnTo>
                  <a:lnTo>
                    <a:pt x="35025" y="109265"/>
                  </a:lnTo>
                  <a:lnTo>
                    <a:pt x="33977" y="109116"/>
                  </a:lnTo>
                  <a:lnTo>
                    <a:pt x="23050" y="107619"/>
                  </a:lnTo>
                  <a:lnTo>
                    <a:pt x="19608" y="107170"/>
                  </a:lnTo>
                  <a:lnTo>
                    <a:pt x="15716" y="106571"/>
                  </a:lnTo>
                  <a:lnTo>
                    <a:pt x="12274" y="106122"/>
                  </a:lnTo>
                  <a:lnTo>
                    <a:pt x="5688" y="105224"/>
                  </a:lnTo>
                  <a:lnTo>
                    <a:pt x="12274" y="104326"/>
                  </a:lnTo>
                  <a:lnTo>
                    <a:pt x="15716" y="103727"/>
                  </a:lnTo>
                  <a:lnTo>
                    <a:pt x="19608" y="103129"/>
                  </a:lnTo>
                  <a:lnTo>
                    <a:pt x="23050" y="102680"/>
                  </a:lnTo>
                  <a:lnTo>
                    <a:pt x="33977" y="101033"/>
                  </a:lnTo>
                  <a:lnTo>
                    <a:pt x="35025" y="100883"/>
                  </a:lnTo>
                  <a:lnTo>
                    <a:pt x="51190" y="98339"/>
                  </a:lnTo>
                  <a:lnTo>
                    <a:pt x="52986" y="98039"/>
                  </a:lnTo>
                  <a:lnTo>
                    <a:pt x="60171" y="96992"/>
                  </a:lnTo>
                  <a:lnTo>
                    <a:pt x="61667" y="96842"/>
                  </a:lnTo>
                  <a:lnTo>
                    <a:pt x="81425" y="93848"/>
                  </a:lnTo>
                  <a:lnTo>
                    <a:pt x="82173" y="93699"/>
                  </a:lnTo>
                  <a:lnTo>
                    <a:pt x="82922" y="93549"/>
                  </a:lnTo>
                  <a:lnTo>
                    <a:pt x="85915" y="93100"/>
                  </a:lnTo>
                  <a:lnTo>
                    <a:pt x="86514" y="93100"/>
                  </a:lnTo>
                  <a:lnTo>
                    <a:pt x="90106" y="92501"/>
                  </a:lnTo>
                  <a:lnTo>
                    <a:pt x="90555" y="92352"/>
                  </a:lnTo>
                  <a:close/>
                  <a:moveTo>
                    <a:pt x="117647" y="92501"/>
                  </a:moveTo>
                  <a:lnTo>
                    <a:pt x="119294" y="92651"/>
                  </a:lnTo>
                  <a:lnTo>
                    <a:pt x="119144" y="95046"/>
                  </a:lnTo>
                  <a:lnTo>
                    <a:pt x="118994" y="97590"/>
                  </a:lnTo>
                  <a:lnTo>
                    <a:pt x="119144" y="102530"/>
                  </a:lnTo>
                  <a:lnTo>
                    <a:pt x="119144" y="103428"/>
                  </a:lnTo>
                  <a:lnTo>
                    <a:pt x="119294" y="104176"/>
                  </a:lnTo>
                  <a:lnTo>
                    <a:pt x="119294" y="104476"/>
                  </a:lnTo>
                  <a:lnTo>
                    <a:pt x="119294" y="105224"/>
                  </a:lnTo>
                  <a:lnTo>
                    <a:pt x="119294" y="105823"/>
                  </a:lnTo>
                  <a:lnTo>
                    <a:pt x="119294" y="105972"/>
                  </a:lnTo>
                  <a:lnTo>
                    <a:pt x="119593" y="105972"/>
                  </a:lnTo>
                  <a:lnTo>
                    <a:pt x="119743" y="105823"/>
                  </a:lnTo>
                  <a:lnTo>
                    <a:pt x="119743" y="104775"/>
                  </a:lnTo>
                  <a:lnTo>
                    <a:pt x="119743" y="103727"/>
                  </a:lnTo>
                  <a:lnTo>
                    <a:pt x="119892" y="102680"/>
                  </a:lnTo>
                  <a:lnTo>
                    <a:pt x="119892" y="101482"/>
                  </a:lnTo>
                  <a:lnTo>
                    <a:pt x="120042" y="97141"/>
                  </a:lnTo>
                  <a:lnTo>
                    <a:pt x="119892" y="94896"/>
                  </a:lnTo>
                  <a:lnTo>
                    <a:pt x="119743" y="92651"/>
                  </a:lnTo>
                  <a:lnTo>
                    <a:pt x="119743" y="92651"/>
                  </a:lnTo>
                  <a:lnTo>
                    <a:pt x="125730" y="93549"/>
                  </a:lnTo>
                  <a:lnTo>
                    <a:pt x="126478" y="93699"/>
                  </a:lnTo>
                  <a:lnTo>
                    <a:pt x="127077" y="93699"/>
                  </a:lnTo>
                  <a:lnTo>
                    <a:pt x="147733" y="96543"/>
                  </a:lnTo>
                  <a:lnTo>
                    <a:pt x="149229" y="96842"/>
                  </a:lnTo>
                  <a:lnTo>
                    <a:pt x="156414" y="97740"/>
                  </a:lnTo>
                  <a:lnTo>
                    <a:pt x="158210" y="98039"/>
                  </a:lnTo>
                  <a:lnTo>
                    <a:pt x="174375" y="100285"/>
                  </a:lnTo>
                  <a:lnTo>
                    <a:pt x="175423" y="100434"/>
                  </a:lnTo>
                  <a:lnTo>
                    <a:pt x="186350" y="101931"/>
                  </a:lnTo>
                  <a:lnTo>
                    <a:pt x="189792" y="102380"/>
                  </a:lnTo>
                  <a:lnTo>
                    <a:pt x="193684" y="102829"/>
                  </a:lnTo>
                  <a:lnTo>
                    <a:pt x="197126" y="103278"/>
                  </a:lnTo>
                  <a:lnTo>
                    <a:pt x="203712" y="104326"/>
                  </a:lnTo>
                  <a:lnTo>
                    <a:pt x="197126" y="105224"/>
                  </a:lnTo>
                  <a:lnTo>
                    <a:pt x="193684" y="105823"/>
                  </a:lnTo>
                  <a:lnTo>
                    <a:pt x="189792" y="106421"/>
                  </a:lnTo>
                  <a:lnTo>
                    <a:pt x="186350" y="106871"/>
                  </a:lnTo>
                  <a:lnTo>
                    <a:pt x="175423" y="108517"/>
                  </a:lnTo>
                  <a:lnTo>
                    <a:pt x="174375" y="108667"/>
                  </a:lnTo>
                  <a:lnTo>
                    <a:pt x="158210" y="111062"/>
                  </a:lnTo>
                  <a:lnTo>
                    <a:pt x="156414" y="111361"/>
                  </a:lnTo>
                  <a:lnTo>
                    <a:pt x="149229" y="112409"/>
                  </a:lnTo>
                  <a:lnTo>
                    <a:pt x="147733" y="112708"/>
                  </a:lnTo>
                  <a:lnTo>
                    <a:pt x="127975" y="115702"/>
                  </a:lnTo>
                  <a:lnTo>
                    <a:pt x="127376" y="115851"/>
                  </a:lnTo>
                  <a:lnTo>
                    <a:pt x="126628" y="115851"/>
                  </a:lnTo>
                  <a:lnTo>
                    <a:pt x="123634" y="116300"/>
                  </a:lnTo>
                  <a:lnTo>
                    <a:pt x="123036" y="116450"/>
                  </a:lnTo>
                  <a:lnTo>
                    <a:pt x="119443" y="117049"/>
                  </a:lnTo>
                  <a:lnTo>
                    <a:pt x="118695" y="117049"/>
                  </a:lnTo>
                  <a:lnTo>
                    <a:pt x="118695" y="116899"/>
                  </a:lnTo>
                  <a:lnTo>
                    <a:pt x="117348" y="115552"/>
                  </a:lnTo>
                  <a:lnTo>
                    <a:pt x="117198" y="115402"/>
                  </a:lnTo>
                  <a:lnTo>
                    <a:pt x="115552" y="113756"/>
                  </a:lnTo>
                  <a:lnTo>
                    <a:pt x="115402" y="113756"/>
                  </a:lnTo>
                  <a:lnTo>
                    <a:pt x="113756" y="112109"/>
                  </a:lnTo>
                  <a:lnTo>
                    <a:pt x="113606" y="111960"/>
                  </a:lnTo>
                  <a:lnTo>
                    <a:pt x="111959" y="110463"/>
                  </a:lnTo>
                  <a:lnTo>
                    <a:pt x="111810" y="110313"/>
                  </a:lnTo>
                  <a:lnTo>
                    <a:pt x="111660" y="110163"/>
                  </a:lnTo>
                  <a:lnTo>
                    <a:pt x="112259" y="110163"/>
                  </a:lnTo>
                  <a:lnTo>
                    <a:pt x="113606" y="110014"/>
                  </a:lnTo>
                  <a:lnTo>
                    <a:pt x="113756" y="109864"/>
                  </a:lnTo>
                  <a:lnTo>
                    <a:pt x="113606" y="109714"/>
                  </a:lnTo>
                  <a:lnTo>
                    <a:pt x="112558" y="109714"/>
                  </a:lnTo>
                  <a:lnTo>
                    <a:pt x="110912" y="109565"/>
                  </a:lnTo>
                  <a:lnTo>
                    <a:pt x="110912" y="109415"/>
                  </a:lnTo>
                  <a:lnTo>
                    <a:pt x="110762" y="109265"/>
                  </a:lnTo>
                  <a:lnTo>
                    <a:pt x="110163" y="108816"/>
                  </a:lnTo>
                  <a:lnTo>
                    <a:pt x="110014" y="108667"/>
                  </a:lnTo>
                  <a:lnTo>
                    <a:pt x="108367" y="107020"/>
                  </a:lnTo>
                  <a:lnTo>
                    <a:pt x="108217" y="106871"/>
                  </a:lnTo>
                  <a:lnTo>
                    <a:pt x="106571" y="105374"/>
                  </a:lnTo>
                  <a:lnTo>
                    <a:pt x="106122" y="104925"/>
                  </a:lnTo>
                  <a:lnTo>
                    <a:pt x="105972" y="104775"/>
                  </a:lnTo>
                  <a:lnTo>
                    <a:pt x="105823" y="104775"/>
                  </a:lnTo>
                  <a:lnTo>
                    <a:pt x="106272" y="104326"/>
                  </a:lnTo>
                  <a:lnTo>
                    <a:pt x="106272" y="104176"/>
                  </a:lnTo>
                  <a:lnTo>
                    <a:pt x="106870" y="103727"/>
                  </a:lnTo>
                  <a:lnTo>
                    <a:pt x="107918" y="102530"/>
                  </a:lnTo>
                  <a:lnTo>
                    <a:pt x="109415" y="101033"/>
                  </a:lnTo>
                  <a:lnTo>
                    <a:pt x="109415" y="103578"/>
                  </a:lnTo>
                  <a:lnTo>
                    <a:pt x="109415" y="104176"/>
                  </a:lnTo>
                  <a:lnTo>
                    <a:pt x="109415" y="104775"/>
                  </a:lnTo>
                  <a:lnTo>
                    <a:pt x="109415" y="104925"/>
                  </a:lnTo>
                  <a:lnTo>
                    <a:pt x="109415" y="105374"/>
                  </a:lnTo>
                  <a:lnTo>
                    <a:pt x="109565" y="105673"/>
                  </a:lnTo>
                  <a:lnTo>
                    <a:pt x="109565" y="105823"/>
                  </a:lnTo>
                  <a:lnTo>
                    <a:pt x="109714" y="106871"/>
                  </a:lnTo>
                  <a:lnTo>
                    <a:pt x="109864" y="107020"/>
                  </a:lnTo>
                  <a:lnTo>
                    <a:pt x="109864" y="106871"/>
                  </a:lnTo>
                  <a:lnTo>
                    <a:pt x="110014" y="106871"/>
                  </a:lnTo>
                  <a:lnTo>
                    <a:pt x="110163" y="105374"/>
                  </a:lnTo>
                  <a:lnTo>
                    <a:pt x="110163" y="105224"/>
                  </a:lnTo>
                  <a:lnTo>
                    <a:pt x="110163" y="104925"/>
                  </a:lnTo>
                  <a:lnTo>
                    <a:pt x="110163" y="104775"/>
                  </a:lnTo>
                  <a:lnTo>
                    <a:pt x="110163" y="104176"/>
                  </a:lnTo>
                  <a:lnTo>
                    <a:pt x="110313" y="104027"/>
                  </a:lnTo>
                  <a:lnTo>
                    <a:pt x="110313" y="103578"/>
                  </a:lnTo>
                  <a:lnTo>
                    <a:pt x="110313" y="100135"/>
                  </a:lnTo>
                  <a:lnTo>
                    <a:pt x="112857" y="97441"/>
                  </a:lnTo>
                  <a:lnTo>
                    <a:pt x="112558" y="100434"/>
                  </a:lnTo>
                  <a:lnTo>
                    <a:pt x="112558" y="103578"/>
                  </a:lnTo>
                  <a:lnTo>
                    <a:pt x="112558" y="104027"/>
                  </a:lnTo>
                  <a:lnTo>
                    <a:pt x="112558" y="104176"/>
                  </a:lnTo>
                  <a:lnTo>
                    <a:pt x="112558" y="104625"/>
                  </a:lnTo>
                  <a:lnTo>
                    <a:pt x="112558" y="104775"/>
                  </a:lnTo>
                  <a:lnTo>
                    <a:pt x="112708" y="105224"/>
                  </a:lnTo>
                  <a:lnTo>
                    <a:pt x="112708" y="105972"/>
                  </a:lnTo>
                  <a:lnTo>
                    <a:pt x="112708" y="106122"/>
                  </a:lnTo>
                  <a:lnTo>
                    <a:pt x="112857" y="107619"/>
                  </a:lnTo>
                  <a:lnTo>
                    <a:pt x="113007" y="107769"/>
                  </a:lnTo>
                  <a:lnTo>
                    <a:pt x="113157" y="107619"/>
                  </a:lnTo>
                  <a:lnTo>
                    <a:pt x="113456" y="105374"/>
                  </a:lnTo>
                  <a:lnTo>
                    <a:pt x="113456" y="105224"/>
                  </a:lnTo>
                  <a:lnTo>
                    <a:pt x="113456" y="104775"/>
                  </a:lnTo>
                  <a:lnTo>
                    <a:pt x="113456" y="104625"/>
                  </a:lnTo>
                  <a:lnTo>
                    <a:pt x="113456" y="104176"/>
                  </a:lnTo>
                  <a:lnTo>
                    <a:pt x="113456" y="104027"/>
                  </a:lnTo>
                  <a:lnTo>
                    <a:pt x="113456" y="103578"/>
                  </a:lnTo>
                  <a:lnTo>
                    <a:pt x="113456" y="100285"/>
                  </a:lnTo>
                  <a:lnTo>
                    <a:pt x="113307" y="96992"/>
                  </a:lnTo>
                  <a:lnTo>
                    <a:pt x="117647" y="92501"/>
                  </a:lnTo>
                  <a:close/>
                  <a:moveTo>
                    <a:pt x="156115" y="113007"/>
                  </a:moveTo>
                  <a:lnTo>
                    <a:pt x="155815" y="115253"/>
                  </a:lnTo>
                  <a:lnTo>
                    <a:pt x="155216" y="117348"/>
                  </a:lnTo>
                  <a:lnTo>
                    <a:pt x="148481" y="116001"/>
                  </a:lnTo>
                  <a:lnTo>
                    <a:pt x="148930" y="114205"/>
                  </a:lnTo>
                  <a:lnTo>
                    <a:pt x="156115" y="113007"/>
                  </a:lnTo>
                  <a:close/>
                  <a:moveTo>
                    <a:pt x="23200" y="109265"/>
                  </a:moveTo>
                  <a:lnTo>
                    <a:pt x="34127" y="110762"/>
                  </a:lnTo>
                  <a:lnTo>
                    <a:pt x="34725" y="115552"/>
                  </a:lnTo>
                  <a:lnTo>
                    <a:pt x="35623" y="120342"/>
                  </a:lnTo>
                  <a:lnTo>
                    <a:pt x="24547" y="120342"/>
                  </a:lnTo>
                  <a:lnTo>
                    <a:pt x="24098" y="117647"/>
                  </a:lnTo>
                  <a:lnTo>
                    <a:pt x="23649" y="114803"/>
                  </a:lnTo>
                  <a:lnTo>
                    <a:pt x="23350" y="112109"/>
                  </a:lnTo>
                  <a:lnTo>
                    <a:pt x="23200" y="109265"/>
                  </a:lnTo>
                  <a:close/>
                  <a:moveTo>
                    <a:pt x="186350" y="108517"/>
                  </a:moveTo>
                  <a:lnTo>
                    <a:pt x="186050" y="111511"/>
                  </a:lnTo>
                  <a:lnTo>
                    <a:pt x="185751" y="114504"/>
                  </a:lnTo>
                  <a:lnTo>
                    <a:pt x="185451" y="117348"/>
                  </a:lnTo>
                  <a:lnTo>
                    <a:pt x="184853" y="120342"/>
                  </a:lnTo>
                  <a:lnTo>
                    <a:pt x="173777" y="120342"/>
                  </a:lnTo>
                  <a:lnTo>
                    <a:pt x="174226" y="117797"/>
                  </a:lnTo>
                  <a:lnTo>
                    <a:pt x="174675" y="115253"/>
                  </a:lnTo>
                  <a:lnTo>
                    <a:pt x="174974" y="112708"/>
                  </a:lnTo>
                  <a:lnTo>
                    <a:pt x="175273" y="110163"/>
                  </a:lnTo>
                  <a:lnTo>
                    <a:pt x="186350" y="108517"/>
                  </a:lnTo>
                  <a:close/>
                  <a:moveTo>
                    <a:pt x="37869" y="121240"/>
                  </a:moveTo>
                  <a:lnTo>
                    <a:pt x="39066" y="121389"/>
                  </a:lnTo>
                  <a:lnTo>
                    <a:pt x="38168" y="121838"/>
                  </a:lnTo>
                  <a:lnTo>
                    <a:pt x="37869" y="121240"/>
                  </a:lnTo>
                  <a:close/>
                  <a:moveTo>
                    <a:pt x="171531" y="121240"/>
                  </a:moveTo>
                  <a:lnTo>
                    <a:pt x="171232" y="121838"/>
                  </a:lnTo>
                  <a:lnTo>
                    <a:pt x="170484" y="121389"/>
                  </a:lnTo>
                  <a:lnTo>
                    <a:pt x="171531" y="121240"/>
                  </a:lnTo>
                  <a:close/>
                  <a:moveTo>
                    <a:pt x="37569" y="121240"/>
                  </a:moveTo>
                  <a:lnTo>
                    <a:pt x="37719" y="121389"/>
                  </a:lnTo>
                  <a:lnTo>
                    <a:pt x="38018" y="121838"/>
                  </a:lnTo>
                  <a:lnTo>
                    <a:pt x="37120" y="122437"/>
                  </a:lnTo>
                  <a:lnTo>
                    <a:pt x="36222" y="122886"/>
                  </a:lnTo>
                  <a:lnTo>
                    <a:pt x="26493" y="128574"/>
                  </a:lnTo>
                  <a:lnTo>
                    <a:pt x="25595" y="124982"/>
                  </a:lnTo>
                  <a:lnTo>
                    <a:pt x="24697" y="121240"/>
                  </a:lnTo>
                  <a:lnTo>
                    <a:pt x="25146" y="121240"/>
                  </a:lnTo>
                  <a:lnTo>
                    <a:pt x="25595" y="122736"/>
                  </a:lnTo>
                  <a:lnTo>
                    <a:pt x="25894" y="123635"/>
                  </a:lnTo>
                  <a:lnTo>
                    <a:pt x="26194" y="124533"/>
                  </a:lnTo>
                  <a:lnTo>
                    <a:pt x="26343" y="124533"/>
                  </a:lnTo>
                  <a:lnTo>
                    <a:pt x="26343" y="124383"/>
                  </a:lnTo>
                  <a:lnTo>
                    <a:pt x="25894" y="122437"/>
                  </a:lnTo>
                  <a:lnTo>
                    <a:pt x="25445" y="121240"/>
                  </a:lnTo>
                  <a:lnTo>
                    <a:pt x="26493" y="121240"/>
                  </a:lnTo>
                  <a:lnTo>
                    <a:pt x="26942" y="122587"/>
                  </a:lnTo>
                  <a:lnTo>
                    <a:pt x="27092" y="123485"/>
                  </a:lnTo>
                  <a:lnTo>
                    <a:pt x="27541" y="124383"/>
                  </a:lnTo>
                  <a:lnTo>
                    <a:pt x="27690" y="124383"/>
                  </a:lnTo>
                  <a:lnTo>
                    <a:pt x="27391" y="123485"/>
                  </a:lnTo>
                  <a:lnTo>
                    <a:pt x="27241" y="122587"/>
                  </a:lnTo>
                  <a:lnTo>
                    <a:pt x="26792" y="121240"/>
                  </a:lnTo>
                  <a:lnTo>
                    <a:pt x="27541" y="121240"/>
                  </a:lnTo>
                  <a:lnTo>
                    <a:pt x="27990" y="122736"/>
                  </a:lnTo>
                  <a:lnTo>
                    <a:pt x="28289" y="123335"/>
                  </a:lnTo>
                  <a:lnTo>
                    <a:pt x="28589" y="123934"/>
                  </a:lnTo>
                  <a:lnTo>
                    <a:pt x="28738" y="123934"/>
                  </a:lnTo>
                  <a:lnTo>
                    <a:pt x="28738" y="123784"/>
                  </a:lnTo>
                  <a:lnTo>
                    <a:pt x="28140" y="122287"/>
                  </a:lnTo>
                  <a:lnTo>
                    <a:pt x="27840" y="121240"/>
                  </a:lnTo>
                  <a:lnTo>
                    <a:pt x="29187" y="121240"/>
                  </a:lnTo>
                  <a:lnTo>
                    <a:pt x="29487" y="122287"/>
                  </a:lnTo>
                  <a:lnTo>
                    <a:pt x="29786" y="123185"/>
                  </a:lnTo>
                  <a:lnTo>
                    <a:pt x="30085" y="123934"/>
                  </a:lnTo>
                  <a:lnTo>
                    <a:pt x="30235" y="123934"/>
                  </a:lnTo>
                  <a:lnTo>
                    <a:pt x="29936" y="123036"/>
                  </a:lnTo>
                  <a:lnTo>
                    <a:pt x="29786" y="122287"/>
                  </a:lnTo>
                  <a:lnTo>
                    <a:pt x="29337" y="121240"/>
                  </a:lnTo>
                  <a:lnTo>
                    <a:pt x="30385" y="121240"/>
                  </a:lnTo>
                  <a:lnTo>
                    <a:pt x="30534" y="122138"/>
                  </a:lnTo>
                  <a:lnTo>
                    <a:pt x="30834" y="122886"/>
                  </a:lnTo>
                  <a:lnTo>
                    <a:pt x="31133" y="123635"/>
                  </a:lnTo>
                  <a:lnTo>
                    <a:pt x="31283" y="123635"/>
                  </a:lnTo>
                  <a:lnTo>
                    <a:pt x="30684" y="121689"/>
                  </a:lnTo>
                  <a:lnTo>
                    <a:pt x="30684" y="121240"/>
                  </a:lnTo>
                  <a:lnTo>
                    <a:pt x="31432" y="121240"/>
                  </a:lnTo>
                  <a:lnTo>
                    <a:pt x="31582" y="121838"/>
                  </a:lnTo>
                  <a:lnTo>
                    <a:pt x="32181" y="123335"/>
                  </a:lnTo>
                  <a:lnTo>
                    <a:pt x="32331" y="123335"/>
                  </a:lnTo>
                  <a:lnTo>
                    <a:pt x="32331" y="123185"/>
                  </a:lnTo>
                  <a:lnTo>
                    <a:pt x="31881" y="121838"/>
                  </a:lnTo>
                  <a:lnTo>
                    <a:pt x="31732" y="121240"/>
                  </a:lnTo>
                  <a:lnTo>
                    <a:pt x="32480" y="121240"/>
                  </a:lnTo>
                  <a:lnTo>
                    <a:pt x="32780" y="122138"/>
                  </a:lnTo>
                  <a:lnTo>
                    <a:pt x="33079" y="123036"/>
                  </a:lnTo>
                  <a:lnTo>
                    <a:pt x="33229" y="123036"/>
                  </a:lnTo>
                  <a:lnTo>
                    <a:pt x="33079" y="122138"/>
                  </a:lnTo>
                  <a:lnTo>
                    <a:pt x="32780" y="121240"/>
                  </a:lnTo>
                  <a:lnTo>
                    <a:pt x="33528" y="121240"/>
                  </a:lnTo>
                  <a:lnTo>
                    <a:pt x="33678" y="121689"/>
                  </a:lnTo>
                  <a:lnTo>
                    <a:pt x="33827" y="122138"/>
                  </a:lnTo>
                  <a:lnTo>
                    <a:pt x="34127" y="122736"/>
                  </a:lnTo>
                  <a:lnTo>
                    <a:pt x="34276" y="122587"/>
                  </a:lnTo>
                  <a:lnTo>
                    <a:pt x="33977" y="121539"/>
                  </a:lnTo>
                  <a:lnTo>
                    <a:pt x="33827" y="121240"/>
                  </a:lnTo>
                  <a:lnTo>
                    <a:pt x="34576" y="121240"/>
                  </a:lnTo>
                  <a:lnTo>
                    <a:pt x="35174" y="122437"/>
                  </a:lnTo>
                  <a:lnTo>
                    <a:pt x="35324" y="122437"/>
                  </a:lnTo>
                  <a:lnTo>
                    <a:pt x="34875" y="121240"/>
                  </a:lnTo>
                  <a:lnTo>
                    <a:pt x="35623" y="121240"/>
                  </a:lnTo>
                  <a:lnTo>
                    <a:pt x="35623" y="121539"/>
                  </a:lnTo>
                  <a:lnTo>
                    <a:pt x="36072" y="122287"/>
                  </a:lnTo>
                  <a:lnTo>
                    <a:pt x="36222" y="122437"/>
                  </a:lnTo>
                  <a:lnTo>
                    <a:pt x="36222" y="122287"/>
                  </a:lnTo>
                  <a:lnTo>
                    <a:pt x="35923" y="121389"/>
                  </a:lnTo>
                  <a:lnTo>
                    <a:pt x="35923" y="121240"/>
                  </a:lnTo>
                  <a:lnTo>
                    <a:pt x="36522" y="121240"/>
                  </a:lnTo>
                  <a:lnTo>
                    <a:pt x="36522" y="121389"/>
                  </a:lnTo>
                  <a:lnTo>
                    <a:pt x="36971" y="121988"/>
                  </a:lnTo>
                  <a:lnTo>
                    <a:pt x="37120" y="121838"/>
                  </a:lnTo>
                  <a:lnTo>
                    <a:pt x="36821" y="121389"/>
                  </a:lnTo>
                  <a:lnTo>
                    <a:pt x="36821" y="121240"/>
                  </a:lnTo>
                  <a:close/>
                  <a:moveTo>
                    <a:pt x="184703" y="121240"/>
                  </a:moveTo>
                  <a:lnTo>
                    <a:pt x="183805" y="124982"/>
                  </a:lnTo>
                  <a:lnTo>
                    <a:pt x="182907" y="128574"/>
                  </a:lnTo>
                  <a:lnTo>
                    <a:pt x="173178" y="122886"/>
                  </a:lnTo>
                  <a:lnTo>
                    <a:pt x="172280" y="122437"/>
                  </a:lnTo>
                  <a:lnTo>
                    <a:pt x="171382" y="121838"/>
                  </a:lnTo>
                  <a:lnTo>
                    <a:pt x="171831" y="121389"/>
                  </a:lnTo>
                  <a:lnTo>
                    <a:pt x="171831" y="121240"/>
                  </a:lnTo>
                  <a:lnTo>
                    <a:pt x="172579" y="121240"/>
                  </a:lnTo>
                  <a:lnTo>
                    <a:pt x="172429" y="121539"/>
                  </a:lnTo>
                  <a:lnTo>
                    <a:pt x="172429" y="121838"/>
                  </a:lnTo>
                  <a:lnTo>
                    <a:pt x="172429" y="121988"/>
                  </a:lnTo>
                  <a:lnTo>
                    <a:pt x="172878" y="121389"/>
                  </a:lnTo>
                  <a:lnTo>
                    <a:pt x="172878" y="121240"/>
                  </a:lnTo>
                  <a:lnTo>
                    <a:pt x="173627" y="121240"/>
                  </a:lnTo>
                  <a:lnTo>
                    <a:pt x="173477" y="121389"/>
                  </a:lnTo>
                  <a:lnTo>
                    <a:pt x="173477" y="121539"/>
                  </a:lnTo>
                  <a:lnTo>
                    <a:pt x="173178" y="122287"/>
                  </a:lnTo>
                  <a:lnTo>
                    <a:pt x="173178" y="122437"/>
                  </a:lnTo>
                  <a:lnTo>
                    <a:pt x="173328" y="122287"/>
                  </a:lnTo>
                  <a:lnTo>
                    <a:pt x="173777" y="121539"/>
                  </a:lnTo>
                  <a:lnTo>
                    <a:pt x="173926" y="121240"/>
                  </a:lnTo>
                  <a:lnTo>
                    <a:pt x="174525" y="121240"/>
                  </a:lnTo>
                  <a:lnTo>
                    <a:pt x="174226" y="122437"/>
                  </a:lnTo>
                  <a:lnTo>
                    <a:pt x="174375" y="122437"/>
                  </a:lnTo>
                  <a:lnTo>
                    <a:pt x="174824" y="121240"/>
                  </a:lnTo>
                  <a:lnTo>
                    <a:pt x="175573" y="121240"/>
                  </a:lnTo>
                  <a:lnTo>
                    <a:pt x="175573" y="121539"/>
                  </a:lnTo>
                  <a:lnTo>
                    <a:pt x="175124" y="122587"/>
                  </a:lnTo>
                  <a:lnTo>
                    <a:pt x="175273" y="122736"/>
                  </a:lnTo>
                  <a:lnTo>
                    <a:pt x="175573" y="122138"/>
                  </a:lnTo>
                  <a:lnTo>
                    <a:pt x="175722" y="121689"/>
                  </a:lnTo>
                  <a:lnTo>
                    <a:pt x="175872" y="121240"/>
                  </a:lnTo>
                  <a:lnTo>
                    <a:pt x="176620" y="121240"/>
                  </a:lnTo>
                  <a:lnTo>
                    <a:pt x="176321" y="122138"/>
                  </a:lnTo>
                  <a:lnTo>
                    <a:pt x="176171" y="123036"/>
                  </a:lnTo>
                  <a:lnTo>
                    <a:pt x="176321" y="123036"/>
                  </a:lnTo>
                  <a:lnTo>
                    <a:pt x="176620" y="122138"/>
                  </a:lnTo>
                  <a:lnTo>
                    <a:pt x="176920" y="121240"/>
                  </a:lnTo>
                  <a:lnTo>
                    <a:pt x="177818" y="121240"/>
                  </a:lnTo>
                  <a:lnTo>
                    <a:pt x="177519" y="121838"/>
                  </a:lnTo>
                  <a:lnTo>
                    <a:pt x="177069" y="123185"/>
                  </a:lnTo>
                  <a:lnTo>
                    <a:pt x="177219" y="123335"/>
                  </a:lnTo>
                  <a:lnTo>
                    <a:pt x="177818" y="121838"/>
                  </a:lnTo>
                  <a:lnTo>
                    <a:pt x="177968" y="121240"/>
                  </a:lnTo>
                  <a:lnTo>
                    <a:pt x="178866" y="121240"/>
                  </a:lnTo>
                  <a:lnTo>
                    <a:pt x="178716" y="121689"/>
                  </a:lnTo>
                  <a:lnTo>
                    <a:pt x="178117" y="123635"/>
                  </a:lnTo>
                  <a:lnTo>
                    <a:pt x="178267" y="123635"/>
                  </a:lnTo>
                  <a:lnTo>
                    <a:pt x="178566" y="122886"/>
                  </a:lnTo>
                  <a:lnTo>
                    <a:pt x="178866" y="122138"/>
                  </a:lnTo>
                  <a:lnTo>
                    <a:pt x="179015" y="121240"/>
                  </a:lnTo>
                  <a:lnTo>
                    <a:pt x="180063" y="121240"/>
                  </a:lnTo>
                  <a:lnTo>
                    <a:pt x="179764" y="122287"/>
                  </a:lnTo>
                  <a:lnTo>
                    <a:pt x="179464" y="123036"/>
                  </a:lnTo>
                  <a:lnTo>
                    <a:pt x="179315" y="123934"/>
                  </a:lnTo>
                  <a:lnTo>
                    <a:pt x="179764" y="123185"/>
                  </a:lnTo>
                  <a:lnTo>
                    <a:pt x="180063" y="122287"/>
                  </a:lnTo>
                  <a:lnTo>
                    <a:pt x="180362" y="121240"/>
                  </a:lnTo>
                  <a:lnTo>
                    <a:pt x="181560" y="121240"/>
                  </a:lnTo>
                  <a:lnTo>
                    <a:pt x="181260" y="122287"/>
                  </a:lnTo>
                  <a:lnTo>
                    <a:pt x="180662" y="123784"/>
                  </a:lnTo>
                  <a:lnTo>
                    <a:pt x="180662" y="123934"/>
                  </a:lnTo>
                  <a:lnTo>
                    <a:pt x="180811" y="123934"/>
                  </a:lnTo>
                  <a:lnTo>
                    <a:pt x="181111" y="123335"/>
                  </a:lnTo>
                  <a:lnTo>
                    <a:pt x="181410" y="122736"/>
                  </a:lnTo>
                  <a:lnTo>
                    <a:pt x="181859" y="121240"/>
                  </a:lnTo>
                  <a:lnTo>
                    <a:pt x="182757" y="121240"/>
                  </a:lnTo>
                  <a:lnTo>
                    <a:pt x="182308" y="122587"/>
                  </a:lnTo>
                  <a:lnTo>
                    <a:pt x="182009" y="123485"/>
                  </a:lnTo>
                  <a:lnTo>
                    <a:pt x="181859" y="124383"/>
                  </a:lnTo>
                  <a:lnTo>
                    <a:pt x="182308" y="123485"/>
                  </a:lnTo>
                  <a:lnTo>
                    <a:pt x="182608" y="122587"/>
                  </a:lnTo>
                  <a:lnTo>
                    <a:pt x="182907" y="121240"/>
                  </a:lnTo>
                  <a:lnTo>
                    <a:pt x="183955" y="121240"/>
                  </a:lnTo>
                  <a:lnTo>
                    <a:pt x="183506" y="122437"/>
                  </a:lnTo>
                  <a:lnTo>
                    <a:pt x="183057" y="124383"/>
                  </a:lnTo>
                  <a:lnTo>
                    <a:pt x="183057" y="124533"/>
                  </a:lnTo>
                  <a:lnTo>
                    <a:pt x="183206" y="124533"/>
                  </a:lnTo>
                  <a:lnTo>
                    <a:pt x="183506" y="123635"/>
                  </a:lnTo>
                  <a:lnTo>
                    <a:pt x="183805" y="122736"/>
                  </a:lnTo>
                  <a:lnTo>
                    <a:pt x="184254" y="121240"/>
                  </a:lnTo>
                  <a:close/>
                  <a:moveTo>
                    <a:pt x="147433" y="114354"/>
                  </a:moveTo>
                  <a:lnTo>
                    <a:pt x="146834" y="116749"/>
                  </a:lnTo>
                  <a:lnTo>
                    <a:pt x="146086" y="118845"/>
                  </a:lnTo>
                  <a:lnTo>
                    <a:pt x="145338" y="121090"/>
                  </a:lnTo>
                  <a:lnTo>
                    <a:pt x="144440" y="123185"/>
                  </a:lnTo>
                  <a:lnTo>
                    <a:pt x="143392" y="125281"/>
                  </a:lnTo>
                  <a:lnTo>
                    <a:pt x="142194" y="127227"/>
                  </a:lnTo>
                  <a:lnTo>
                    <a:pt x="140997" y="129173"/>
                  </a:lnTo>
                  <a:lnTo>
                    <a:pt x="139650" y="131118"/>
                  </a:lnTo>
                  <a:lnTo>
                    <a:pt x="129172" y="117198"/>
                  </a:lnTo>
                  <a:lnTo>
                    <a:pt x="147433" y="114354"/>
                  </a:lnTo>
                  <a:close/>
                  <a:moveTo>
                    <a:pt x="62117" y="114654"/>
                  </a:moveTo>
                  <a:lnTo>
                    <a:pt x="80976" y="117198"/>
                  </a:lnTo>
                  <a:lnTo>
                    <a:pt x="70199" y="131717"/>
                  </a:lnTo>
                  <a:lnTo>
                    <a:pt x="68852" y="129921"/>
                  </a:lnTo>
                  <a:lnTo>
                    <a:pt x="67505" y="127826"/>
                  </a:lnTo>
                  <a:lnTo>
                    <a:pt x="66308" y="125880"/>
                  </a:lnTo>
                  <a:lnTo>
                    <a:pt x="65260" y="123635"/>
                  </a:lnTo>
                  <a:lnTo>
                    <a:pt x="64212" y="121539"/>
                  </a:lnTo>
                  <a:lnTo>
                    <a:pt x="63464" y="119294"/>
                  </a:lnTo>
                  <a:lnTo>
                    <a:pt x="62715" y="117049"/>
                  </a:lnTo>
                  <a:lnTo>
                    <a:pt x="62117" y="114654"/>
                  </a:lnTo>
                  <a:close/>
                  <a:moveTo>
                    <a:pt x="60620" y="115253"/>
                  </a:moveTo>
                  <a:lnTo>
                    <a:pt x="61667" y="118845"/>
                  </a:lnTo>
                  <a:lnTo>
                    <a:pt x="63015" y="122287"/>
                  </a:lnTo>
                  <a:lnTo>
                    <a:pt x="64511" y="125580"/>
                  </a:lnTo>
                  <a:lnTo>
                    <a:pt x="66308" y="128724"/>
                  </a:lnTo>
                  <a:lnTo>
                    <a:pt x="60470" y="132466"/>
                  </a:lnTo>
                  <a:lnTo>
                    <a:pt x="58524" y="128873"/>
                  </a:lnTo>
                  <a:lnTo>
                    <a:pt x="56728" y="125131"/>
                  </a:lnTo>
                  <a:lnTo>
                    <a:pt x="55231" y="121090"/>
                  </a:lnTo>
                  <a:lnTo>
                    <a:pt x="54034" y="117049"/>
                  </a:lnTo>
                  <a:lnTo>
                    <a:pt x="60620" y="115253"/>
                  </a:lnTo>
                  <a:close/>
                  <a:moveTo>
                    <a:pt x="148331" y="116899"/>
                  </a:moveTo>
                  <a:lnTo>
                    <a:pt x="155067" y="118396"/>
                  </a:lnTo>
                  <a:lnTo>
                    <a:pt x="153869" y="122287"/>
                  </a:lnTo>
                  <a:lnTo>
                    <a:pt x="152223" y="126029"/>
                  </a:lnTo>
                  <a:lnTo>
                    <a:pt x="150427" y="129622"/>
                  </a:lnTo>
                  <a:lnTo>
                    <a:pt x="148481" y="133064"/>
                  </a:lnTo>
                  <a:lnTo>
                    <a:pt x="142643" y="129322"/>
                  </a:lnTo>
                  <a:lnTo>
                    <a:pt x="144440" y="126329"/>
                  </a:lnTo>
                  <a:lnTo>
                    <a:pt x="145936" y="123335"/>
                  </a:lnTo>
                  <a:lnTo>
                    <a:pt x="147283" y="120192"/>
                  </a:lnTo>
                  <a:lnTo>
                    <a:pt x="148331" y="116899"/>
                  </a:lnTo>
                  <a:close/>
                  <a:moveTo>
                    <a:pt x="142194" y="130071"/>
                  </a:moveTo>
                  <a:lnTo>
                    <a:pt x="147882" y="133962"/>
                  </a:lnTo>
                  <a:lnTo>
                    <a:pt x="146385" y="135908"/>
                  </a:lnTo>
                  <a:lnTo>
                    <a:pt x="144889" y="138004"/>
                  </a:lnTo>
                  <a:lnTo>
                    <a:pt x="140548" y="132316"/>
                  </a:lnTo>
                  <a:lnTo>
                    <a:pt x="142194" y="130071"/>
                  </a:lnTo>
                  <a:close/>
                  <a:moveTo>
                    <a:pt x="66906" y="129472"/>
                  </a:moveTo>
                  <a:lnTo>
                    <a:pt x="68104" y="131268"/>
                  </a:lnTo>
                  <a:lnTo>
                    <a:pt x="69301" y="132915"/>
                  </a:lnTo>
                  <a:lnTo>
                    <a:pt x="65110" y="138752"/>
                  </a:lnTo>
                  <a:lnTo>
                    <a:pt x="63015" y="136058"/>
                  </a:lnTo>
                  <a:lnTo>
                    <a:pt x="61069" y="133214"/>
                  </a:lnTo>
                  <a:lnTo>
                    <a:pt x="66906" y="129472"/>
                  </a:lnTo>
                  <a:close/>
                  <a:moveTo>
                    <a:pt x="161802" y="141596"/>
                  </a:moveTo>
                  <a:lnTo>
                    <a:pt x="162700" y="141895"/>
                  </a:lnTo>
                  <a:lnTo>
                    <a:pt x="162401" y="142344"/>
                  </a:lnTo>
                  <a:lnTo>
                    <a:pt x="161802" y="141596"/>
                  </a:lnTo>
                  <a:close/>
                  <a:moveTo>
                    <a:pt x="36522" y="123934"/>
                  </a:moveTo>
                  <a:lnTo>
                    <a:pt x="38018" y="128574"/>
                  </a:lnTo>
                  <a:lnTo>
                    <a:pt x="39814" y="133064"/>
                  </a:lnTo>
                  <a:lnTo>
                    <a:pt x="41910" y="137405"/>
                  </a:lnTo>
                  <a:lnTo>
                    <a:pt x="44305" y="141596"/>
                  </a:lnTo>
                  <a:lnTo>
                    <a:pt x="33827" y="145188"/>
                  </a:lnTo>
                  <a:lnTo>
                    <a:pt x="31732" y="141446"/>
                  </a:lnTo>
                  <a:lnTo>
                    <a:pt x="29936" y="137555"/>
                  </a:lnTo>
                  <a:lnTo>
                    <a:pt x="28289" y="133663"/>
                  </a:lnTo>
                  <a:lnTo>
                    <a:pt x="26792" y="129472"/>
                  </a:lnTo>
                  <a:lnTo>
                    <a:pt x="36522" y="123934"/>
                  </a:lnTo>
                  <a:close/>
                  <a:moveTo>
                    <a:pt x="172878" y="123934"/>
                  </a:moveTo>
                  <a:lnTo>
                    <a:pt x="182608" y="129472"/>
                  </a:lnTo>
                  <a:lnTo>
                    <a:pt x="181111" y="133513"/>
                  </a:lnTo>
                  <a:lnTo>
                    <a:pt x="179464" y="137555"/>
                  </a:lnTo>
                  <a:lnTo>
                    <a:pt x="177668" y="141446"/>
                  </a:lnTo>
                  <a:lnTo>
                    <a:pt x="175573" y="145188"/>
                  </a:lnTo>
                  <a:lnTo>
                    <a:pt x="165095" y="141596"/>
                  </a:lnTo>
                  <a:lnTo>
                    <a:pt x="167490" y="137405"/>
                  </a:lnTo>
                  <a:lnTo>
                    <a:pt x="169586" y="133064"/>
                  </a:lnTo>
                  <a:lnTo>
                    <a:pt x="171382" y="128574"/>
                  </a:lnTo>
                  <a:lnTo>
                    <a:pt x="172878" y="123934"/>
                  </a:lnTo>
                  <a:close/>
                  <a:moveTo>
                    <a:pt x="92352" y="129771"/>
                  </a:moveTo>
                  <a:lnTo>
                    <a:pt x="95046" y="147433"/>
                  </a:lnTo>
                  <a:lnTo>
                    <a:pt x="92801" y="146835"/>
                  </a:lnTo>
                  <a:lnTo>
                    <a:pt x="90705" y="146236"/>
                  </a:lnTo>
                  <a:lnTo>
                    <a:pt x="88610" y="145488"/>
                  </a:lnTo>
                  <a:lnTo>
                    <a:pt x="86514" y="144590"/>
                  </a:lnTo>
                  <a:lnTo>
                    <a:pt x="84568" y="143542"/>
                  </a:lnTo>
                  <a:lnTo>
                    <a:pt x="82622" y="142494"/>
                  </a:lnTo>
                  <a:lnTo>
                    <a:pt x="80677" y="141297"/>
                  </a:lnTo>
                  <a:lnTo>
                    <a:pt x="78880" y="140099"/>
                  </a:lnTo>
                  <a:lnTo>
                    <a:pt x="92352" y="129771"/>
                  </a:lnTo>
                  <a:close/>
                  <a:moveTo>
                    <a:pt x="117048" y="129023"/>
                  </a:moveTo>
                  <a:lnTo>
                    <a:pt x="131268" y="139500"/>
                  </a:lnTo>
                  <a:lnTo>
                    <a:pt x="129472" y="140848"/>
                  </a:lnTo>
                  <a:lnTo>
                    <a:pt x="127526" y="142045"/>
                  </a:lnTo>
                  <a:lnTo>
                    <a:pt x="125430" y="143242"/>
                  </a:lnTo>
                  <a:lnTo>
                    <a:pt x="123485" y="144290"/>
                  </a:lnTo>
                  <a:lnTo>
                    <a:pt x="121239" y="145188"/>
                  </a:lnTo>
                  <a:lnTo>
                    <a:pt x="119144" y="146086"/>
                  </a:lnTo>
                  <a:lnTo>
                    <a:pt x="116899" y="146835"/>
                  </a:lnTo>
                  <a:lnTo>
                    <a:pt x="114504" y="147433"/>
                  </a:lnTo>
                  <a:lnTo>
                    <a:pt x="117048" y="129023"/>
                  </a:lnTo>
                  <a:close/>
                  <a:moveTo>
                    <a:pt x="77683" y="140997"/>
                  </a:moveTo>
                  <a:lnTo>
                    <a:pt x="79779" y="142494"/>
                  </a:lnTo>
                  <a:lnTo>
                    <a:pt x="76186" y="148331"/>
                  </a:lnTo>
                  <a:lnTo>
                    <a:pt x="73941" y="146835"/>
                  </a:lnTo>
                  <a:lnTo>
                    <a:pt x="71995" y="145338"/>
                  </a:lnTo>
                  <a:lnTo>
                    <a:pt x="77683" y="140997"/>
                  </a:lnTo>
                  <a:close/>
                  <a:moveTo>
                    <a:pt x="132465" y="140399"/>
                  </a:moveTo>
                  <a:lnTo>
                    <a:pt x="138303" y="144590"/>
                  </a:lnTo>
                  <a:lnTo>
                    <a:pt x="135459" y="146835"/>
                  </a:lnTo>
                  <a:lnTo>
                    <a:pt x="132465" y="148781"/>
                  </a:lnTo>
                  <a:lnTo>
                    <a:pt x="128873" y="142943"/>
                  </a:lnTo>
                  <a:lnTo>
                    <a:pt x="130669" y="141746"/>
                  </a:lnTo>
                  <a:lnTo>
                    <a:pt x="132465" y="140399"/>
                  </a:lnTo>
                  <a:close/>
                  <a:moveTo>
                    <a:pt x="47747" y="141596"/>
                  </a:moveTo>
                  <a:lnTo>
                    <a:pt x="46999" y="142344"/>
                  </a:lnTo>
                  <a:lnTo>
                    <a:pt x="46400" y="143093"/>
                  </a:lnTo>
                  <a:lnTo>
                    <a:pt x="45652" y="143841"/>
                  </a:lnTo>
                  <a:lnTo>
                    <a:pt x="38318" y="152373"/>
                  </a:lnTo>
                  <a:lnTo>
                    <a:pt x="36222" y="149230"/>
                  </a:lnTo>
                  <a:lnTo>
                    <a:pt x="34276" y="146086"/>
                  </a:lnTo>
                  <a:lnTo>
                    <a:pt x="34576" y="145937"/>
                  </a:lnTo>
                  <a:lnTo>
                    <a:pt x="35474" y="147284"/>
                  </a:lnTo>
                  <a:lnTo>
                    <a:pt x="36072" y="148032"/>
                  </a:lnTo>
                  <a:lnTo>
                    <a:pt x="36671" y="148631"/>
                  </a:lnTo>
                  <a:lnTo>
                    <a:pt x="36821" y="148631"/>
                  </a:lnTo>
                  <a:lnTo>
                    <a:pt x="35623" y="146984"/>
                  </a:lnTo>
                  <a:lnTo>
                    <a:pt x="34875" y="145937"/>
                  </a:lnTo>
                  <a:lnTo>
                    <a:pt x="35773" y="145637"/>
                  </a:lnTo>
                  <a:lnTo>
                    <a:pt x="36671" y="146685"/>
                  </a:lnTo>
                  <a:lnTo>
                    <a:pt x="37270" y="147433"/>
                  </a:lnTo>
                  <a:lnTo>
                    <a:pt x="37869" y="148182"/>
                  </a:lnTo>
                  <a:lnTo>
                    <a:pt x="38018" y="148182"/>
                  </a:lnTo>
                  <a:lnTo>
                    <a:pt x="37420" y="147284"/>
                  </a:lnTo>
                  <a:lnTo>
                    <a:pt x="36821" y="146535"/>
                  </a:lnTo>
                  <a:lnTo>
                    <a:pt x="36072" y="145488"/>
                  </a:lnTo>
                  <a:lnTo>
                    <a:pt x="36971" y="145188"/>
                  </a:lnTo>
                  <a:lnTo>
                    <a:pt x="37569" y="146236"/>
                  </a:lnTo>
                  <a:lnTo>
                    <a:pt x="38168" y="146835"/>
                  </a:lnTo>
                  <a:lnTo>
                    <a:pt x="38767" y="147284"/>
                  </a:lnTo>
                  <a:lnTo>
                    <a:pt x="37719" y="145937"/>
                  </a:lnTo>
                  <a:lnTo>
                    <a:pt x="37270" y="145188"/>
                  </a:lnTo>
                  <a:lnTo>
                    <a:pt x="38318" y="144739"/>
                  </a:lnTo>
                  <a:lnTo>
                    <a:pt x="39066" y="145637"/>
                  </a:lnTo>
                  <a:lnTo>
                    <a:pt x="39515" y="146236"/>
                  </a:lnTo>
                  <a:lnTo>
                    <a:pt x="40114" y="146835"/>
                  </a:lnTo>
                  <a:lnTo>
                    <a:pt x="40263" y="146835"/>
                  </a:lnTo>
                  <a:lnTo>
                    <a:pt x="39814" y="146086"/>
                  </a:lnTo>
                  <a:lnTo>
                    <a:pt x="39216" y="145338"/>
                  </a:lnTo>
                  <a:lnTo>
                    <a:pt x="38617" y="144590"/>
                  </a:lnTo>
                  <a:lnTo>
                    <a:pt x="39515" y="144290"/>
                  </a:lnTo>
                  <a:lnTo>
                    <a:pt x="39964" y="145039"/>
                  </a:lnTo>
                  <a:lnTo>
                    <a:pt x="40413" y="145637"/>
                  </a:lnTo>
                  <a:lnTo>
                    <a:pt x="41012" y="146236"/>
                  </a:lnTo>
                  <a:lnTo>
                    <a:pt x="41162" y="146236"/>
                  </a:lnTo>
                  <a:lnTo>
                    <a:pt x="39964" y="144440"/>
                  </a:lnTo>
                  <a:lnTo>
                    <a:pt x="39814" y="144290"/>
                  </a:lnTo>
                  <a:lnTo>
                    <a:pt x="40563" y="143991"/>
                  </a:lnTo>
                  <a:lnTo>
                    <a:pt x="40713" y="144290"/>
                  </a:lnTo>
                  <a:lnTo>
                    <a:pt x="41311" y="145039"/>
                  </a:lnTo>
                  <a:lnTo>
                    <a:pt x="41910" y="145637"/>
                  </a:lnTo>
                  <a:lnTo>
                    <a:pt x="42060" y="145637"/>
                  </a:lnTo>
                  <a:lnTo>
                    <a:pt x="42060" y="145488"/>
                  </a:lnTo>
                  <a:lnTo>
                    <a:pt x="41162" y="144440"/>
                  </a:lnTo>
                  <a:lnTo>
                    <a:pt x="40862" y="143841"/>
                  </a:lnTo>
                  <a:lnTo>
                    <a:pt x="41611" y="143691"/>
                  </a:lnTo>
                  <a:lnTo>
                    <a:pt x="42060" y="144140"/>
                  </a:lnTo>
                  <a:lnTo>
                    <a:pt x="42658" y="145039"/>
                  </a:lnTo>
                  <a:lnTo>
                    <a:pt x="42808" y="145039"/>
                  </a:lnTo>
                  <a:lnTo>
                    <a:pt x="42509" y="144440"/>
                  </a:lnTo>
                  <a:lnTo>
                    <a:pt x="42060" y="143991"/>
                  </a:lnTo>
                  <a:lnTo>
                    <a:pt x="41760" y="143542"/>
                  </a:lnTo>
                  <a:lnTo>
                    <a:pt x="42509" y="143242"/>
                  </a:lnTo>
                  <a:lnTo>
                    <a:pt x="42808" y="143542"/>
                  </a:lnTo>
                  <a:lnTo>
                    <a:pt x="43107" y="143991"/>
                  </a:lnTo>
                  <a:lnTo>
                    <a:pt x="43556" y="144440"/>
                  </a:lnTo>
                  <a:lnTo>
                    <a:pt x="43706" y="144290"/>
                  </a:lnTo>
                  <a:lnTo>
                    <a:pt x="42958" y="143392"/>
                  </a:lnTo>
                  <a:lnTo>
                    <a:pt x="42808" y="143242"/>
                  </a:lnTo>
                  <a:lnTo>
                    <a:pt x="43556" y="142943"/>
                  </a:lnTo>
                  <a:lnTo>
                    <a:pt x="44454" y="143841"/>
                  </a:lnTo>
                  <a:lnTo>
                    <a:pt x="44604" y="143841"/>
                  </a:lnTo>
                  <a:lnTo>
                    <a:pt x="43856" y="142793"/>
                  </a:lnTo>
                  <a:lnTo>
                    <a:pt x="44454" y="142644"/>
                  </a:lnTo>
                  <a:lnTo>
                    <a:pt x="44604" y="142793"/>
                  </a:lnTo>
                  <a:lnTo>
                    <a:pt x="44904" y="143093"/>
                  </a:lnTo>
                  <a:lnTo>
                    <a:pt x="45353" y="143392"/>
                  </a:lnTo>
                  <a:lnTo>
                    <a:pt x="45502" y="143392"/>
                  </a:lnTo>
                  <a:lnTo>
                    <a:pt x="45053" y="142943"/>
                  </a:lnTo>
                  <a:lnTo>
                    <a:pt x="44904" y="142644"/>
                  </a:lnTo>
                  <a:lnTo>
                    <a:pt x="44754" y="142494"/>
                  </a:lnTo>
                  <a:lnTo>
                    <a:pt x="45353" y="142344"/>
                  </a:lnTo>
                  <a:lnTo>
                    <a:pt x="45502" y="142344"/>
                  </a:lnTo>
                  <a:lnTo>
                    <a:pt x="45951" y="142793"/>
                  </a:lnTo>
                  <a:lnTo>
                    <a:pt x="46101" y="142793"/>
                  </a:lnTo>
                  <a:lnTo>
                    <a:pt x="45652" y="142195"/>
                  </a:lnTo>
                  <a:lnTo>
                    <a:pt x="45802" y="142195"/>
                  </a:lnTo>
                  <a:lnTo>
                    <a:pt x="46400" y="142045"/>
                  </a:lnTo>
                  <a:lnTo>
                    <a:pt x="46999" y="142344"/>
                  </a:lnTo>
                  <a:lnTo>
                    <a:pt x="46700" y="141895"/>
                  </a:lnTo>
                  <a:lnTo>
                    <a:pt x="47747" y="141596"/>
                  </a:lnTo>
                  <a:close/>
                  <a:moveTo>
                    <a:pt x="174226" y="110313"/>
                  </a:moveTo>
                  <a:lnTo>
                    <a:pt x="174076" y="112858"/>
                  </a:lnTo>
                  <a:lnTo>
                    <a:pt x="173777" y="115402"/>
                  </a:lnTo>
                  <a:lnTo>
                    <a:pt x="173328" y="117947"/>
                  </a:lnTo>
                  <a:lnTo>
                    <a:pt x="172729" y="120342"/>
                  </a:lnTo>
                  <a:lnTo>
                    <a:pt x="166742" y="120342"/>
                  </a:lnTo>
                  <a:lnTo>
                    <a:pt x="171980" y="123335"/>
                  </a:lnTo>
                  <a:lnTo>
                    <a:pt x="170484" y="128125"/>
                  </a:lnTo>
                  <a:lnTo>
                    <a:pt x="168687" y="132615"/>
                  </a:lnTo>
                  <a:lnTo>
                    <a:pt x="166592" y="137106"/>
                  </a:lnTo>
                  <a:lnTo>
                    <a:pt x="164197" y="141297"/>
                  </a:lnTo>
                  <a:lnTo>
                    <a:pt x="158659" y="139500"/>
                  </a:lnTo>
                  <a:lnTo>
                    <a:pt x="162551" y="143841"/>
                  </a:lnTo>
                  <a:lnTo>
                    <a:pt x="160904" y="146086"/>
                  </a:lnTo>
                  <a:lnTo>
                    <a:pt x="159258" y="148182"/>
                  </a:lnTo>
                  <a:lnTo>
                    <a:pt x="157611" y="150277"/>
                  </a:lnTo>
                  <a:lnTo>
                    <a:pt x="155815" y="152373"/>
                  </a:lnTo>
                  <a:lnTo>
                    <a:pt x="145936" y="139351"/>
                  </a:lnTo>
                  <a:lnTo>
                    <a:pt x="147733" y="137106"/>
                  </a:lnTo>
                  <a:lnTo>
                    <a:pt x="149379" y="134860"/>
                  </a:lnTo>
                  <a:lnTo>
                    <a:pt x="152522" y="136956"/>
                  </a:lnTo>
                  <a:lnTo>
                    <a:pt x="152373" y="137854"/>
                  </a:lnTo>
                  <a:lnTo>
                    <a:pt x="152522" y="138602"/>
                  </a:lnTo>
                  <a:lnTo>
                    <a:pt x="153121" y="139201"/>
                  </a:lnTo>
                  <a:lnTo>
                    <a:pt x="153869" y="139650"/>
                  </a:lnTo>
                  <a:lnTo>
                    <a:pt x="154169" y="139800"/>
                  </a:lnTo>
                  <a:lnTo>
                    <a:pt x="154618" y="139800"/>
                  </a:lnTo>
                  <a:lnTo>
                    <a:pt x="155516" y="139650"/>
                  </a:lnTo>
                  <a:lnTo>
                    <a:pt x="156115" y="139201"/>
                  </a:lnTo>
                  <a:lnTo>
                    <a:pt x="156414" y="138752"/>
                  </a:lnTo>
                  <a:lnTo>
                    <a:pt x="156564" y="138453"/>
                  </a:lnTo>
                  <a:lnTo>
                    <a:pt x="156713" y="138004"/>
                  </a:lnTo>
                  <a:lnTo>
                    <a:pt x="156713" y="137555"/>
                  </a:lnTo>
                  <a:lnTo>
                    <a:pt x="156564" y="136657"/>
                  </a:lnTo>
                  <a:lnTo>
                    <a:pt x="156115" y="136058"/>
                  </a:lnTo>
                  <a:lnTo>
                    <a:pt x="155665" y="135758"/>
                  </a:lnTo>
                  <a:lnTo>
                    <a:pt x="155366" y="135609"/>
                  </a:lnTo>
                  <a:lnTo>
                    <a:pt x="154618" y="135459"/>
                  </a:lnTo>
                  <a:lnTo>
                    <a:pt x="154019" y="135459"/>
                  </a:lnTo>
                  <a:lnTo>
                    <a:pt x="153420" y="135758"/>
                  </a:lnTo>
                  <a:lnTo>
                    <a:pt x="152971" y="136058"/>
                  </a:lnTo>
                  <a:lnTo>
                    <a:pt x="149828" y="134112"/>
                  </a:lnTo>
                  <a:lnTo>
                    <a:pt x="152073" y="130520"/>
                  </a:lnTo>
                  <a:lnTo>
                    <a:pt x="153869" y="126778"/>
                  </a:lnTo>
                  <a:lnTo>
                    <a:pt x="155516" y="122736"/>
                  </a:lnTo>
                  <a:lnTo>
                    <a:pt x="156713" y="118695"/>
                  </a:lnTo>
                  <a:lnTo>
                    <a:pt x="160605" y="119593"/>
                  </a:lnTo>
                  <a:lnTo>
                    <a:pt x="160755" y="120342"/>
                  </a:lnTo>
                  <a:lnTo>
                    <a:pt x="161204" y="121090"/>
                  </a:lnTo>
                  <a:lnTo>
                    <a:pt x="161952" y="121539"/>
                  </a:lnTo>
                  <a:lnTo>
                    <a:pt x="162700" y="121689"/>
                  </a:lnTo>
                  <a:lnTo>
                    <a:pt x="163149" y="121689"/>
                  </a:lnTo>
                  <a:lnTo>
                    <a:pt x="163598" y="121539"/>
                  </a:lnTo>
                  <a:lnTo>
                    <a:pt x="164347" y="121090"/>
                  </a:lnTo>
                  <a:lnTo>
                    <a:pt x="164796" y="120342"/>
                  </a:lnTo>
                  <a:lnTo>
                    <a:pt x="164946" y="120042"/>
                  </a:lnTo>
                  <a:lnTo>
                    <a:pt x="164946" y="119593"/>
                  </a:lnTo>
                  <a:lnTo>
                    <a:pt x="164946" y="119144"/>
                  </a:lnTo>
                  <a:lnTo>
                    <a:pt x="164796" y="118695"/>
                  </a:lnTo>
                  <a:lnTo>
                    <a:pt x="164347" y="117947"/>
                  </a:lnTo>
                  <a:lnTo>
                    <a:pt x="163748" y="117498"/>
                  </a:lnTo>
                  <a:lnTo>
                    <a:pt x="163299" y="117348"/>
                  </a:lnTo>
                  <a:lnTo>
                    <a:pt x="162102" y="117348"/>
                  </a:lnTo>
                  <a:lnTo>
                    <a:pt x="161653" y="117647"/>
                  </a:lnTo>
                  <a:lnTo>
                    <a:pt x="161054" y="118096"/>
                  </a:lnTo>
                  <a:lnTo>
                    <a:pt x="160755" y="118545"/>
                  </a:lnTo>
                  <a:lnTo>
                    <a:pt x="157013" y="117797"/>
                  </a:lnTo>
                  <a:lnTo>
                    <a:pt x="157611" y="115253"/>
                  </a:lnTo>
                  <a:lnTo>
                    <a:pt x="157911" y="112858"/>
                  </a:lnTo>
                  <a:lnTo>
                    <a:pt x="174226" y="110313"/>
                  </a:lnTo>
                  <a:close/>
                  <a:moveTo>
                    <a:pt x="163000" y="142045"/>
                  </a:moveTo>
                  <a:lnTo>
                    <a:pt x="163598" y="142195"/>
                  </a:lnTo>
                  <a:lnTo>
                    <a:pt x="163748" y="142195"/>
                  </a:lnTo>
                  <a:lnTo>
                    <a:pt x="163299" y="142793"/>
                  </a:lnTo>
                  <a:lnTo>
                    <a:pt x="163449" y="142793"/>
                  </a:lnTo>
                  <a:lnTo>
                    <a:pt x="164047" y="142344"/>
                  </a:lnTo>
                  <a:lnTo>
                    <a:pt x="164646" y="142494"/>
                  </a:lnTo>
                  <a:lnTo>
                    <a:pt x="164646" y="142644"/>
                  </a:lnTo>
                  <a:lnTo>
                    <a:pt x="164197" y="143242"/>
                  </a:lnTo>
                  <a:lnTo>
                    <a:pt x="164047" y="143392"/>
                  </a:lnTo>
                  <a:lnTo>
                    <a:pt x="164497" y="143093"/>
                  </a:lnTo>
                  <a:lnTo>
                    <a:pt x="164796" y="142793"/>
                  </a:lnTo>
                  <a:lnTo>
                    <a:pt x="164946" y="142644"/>
                  </a:lnTo>
                  <a:lnTo>
                    <a:pt x="165694" y="142793"/>
                  </a:lnTo>
                  <a:lnTo>
                    <a:pt x="164946" y="143841"/>
                  </a:lnTo>
                  <a:lnTo>
                    <a:pt x="165844" y="142943"/>
                  </a:lnTo>
                  <a:lnTo>
                    <a:pt x="166592" y="143242"/>
                  </a:lnTo>
                  <a:lnTo>
                    <a:pt x="166442" y="143392"/>
                  </a:lnTo>
                  <a:lnTo>
                    <a:pt x="165844" y="144290"/>
                  </a:lnTo>
                  <a:lnTo>
                    <a:pt x="165844" y="144440"/>
                  </a:lnTo>
                  <a:lnTo>
                    <a:pt x="166293" y="143991"/>
                  </a:lnTo>
                  <a:lnTo>
                    <a:pt x="166592" y="143542"/>
                  </a:lnTo>
                  <a:lnTo>
                    <a:pt x="166891" y="143242"/>
                  </a:lnTo>
                  <a:lnTo>
                    <a:pt x="167640" y="143542"/>
                  </a:lnTo>
                  <a:lnTo>
                    <a:pt x="167340" y="143991"/>
                  </a:lnTo>
                  <a:lnTo>
                    <a:pt x="166891" y="144440"/>
                  </a:lnTo>
                  <a:lnTo>
                    <a:pt x="166742" y="145039"/>
                  </a:lnTo>
                  <a:lnTo>
                    <a:pt x="167490" y="144140"/>
                  </a:lnTo>
                  <a:lnTo>
                    <a:pt x="167789" y="143691"/>
                  </a:lnTo>
                  <a:lnTo>
                    <a:pt x="168687" y="143841"/>
                  </a:lnTo>
                  <a:lnTo>
                    <a:pt x="168238" y="144440"/>
                  </a:lnTo>
                  <a:lnTo>
                    <a:pt x="167490" y="145488"/>
                  </a:lnTo>
                  <a:lnTo>
                    <a:pt x="167490" y="145637"/>
                  </a:lnTo>
                  <a:lnTo>
                    <a:pt x="168089" y="145039"/>
                  </a:lnTo>
                  <a:lnTo>
                    <a:pt x="168687" y="144290"/>
                  </a:lnTo>
                  <a:lnTo>
                    <a:pt x="168987" y="143991"/>
                  </a:lnTo>
                  <a:lnTo>
                    <a:pt x="169735" y="144290"/>
                  </a:lnTo>
                  <a:lnTo>
                    <a:pt x="169436" y="144440"/>
                  </a:lnTo>
                  <a:lnTo>
                    <a:pt x="168238" y="146236"/>
                  </a:lnTo>
                  <a:lnTo>
                    <a:pt x="168388" y="146236"/>
                  </a:lnTo>
                  <a:lnTo>
                    <a:pt x="168987" y="145637"/>
                  </a:lnTo>
                  <a:lnTo>
                    <a:pt x="169436" y="145039"/>
                  </a:lnTo>
                  <a:lnTo>
                    <a:pt x="169885" y="144290"/>
                  </a:lnTo>
                  <a:lnTo>
                    <a:pt x="170783" y="144590"/>
                  </a:lnTo>
                  <a:lnTo>
                    <a:pt x="170184" y="145338"/>
                  </a:lnTo>
                  <a:lnTo>
                    <a:pt x="169735" y="146086"/>
                  </a:lnTo>
                  <a:lnTo>
                    <a:pt x="169286" y="146835"/>
                  </a:lnTo>
                  <a:lnTo>
                    <a:pt x="169286" y="146835"/>
                  </a:lnTo>
                  <a:lnTo>
                    <a:pt x="169885" y="146236"/>
                  </a:lnTo>
                  <a:lnTo>
                    <a:pt x="170484" y="145637"/>
                  </a:lnTo>
                  <a:lnTo>
                    <a:pt x="171082" y="144739"/>
                  </a:lnTo>
                  <a:lnTo>
                    <a:pt x="172280" y="145188"/>
                  </a:lnTo>
                  <a:lnTo>
                    <a:pt x="171681" y="145937"/>
                  </a:lnTo>
                  <a:lnTo>
                    <a:pt x="170633" y="147284"/>
                  </a:lnTo>
                  <a:lnTo>
                    <a:pt x="171232" y="146835"/>
                  </a:lnTo>
                  <a:lnTo>
                    <a:pt x="171831" y="146236"/>
                  </a:lnTo>
                  <a:lnTo>
                    <a:pt x="172579" y="145188"/>
                  </a:lnTo>
                  <a:lnTo>
                    <a:pt x="173328" y="145488"/>
                  </a:lnTo>
                  <a:lnTo>
                    <a:pt x="172579" y="146535"/>
                  </a:lnTo>
                  <a:lnTo>
                    <a:pt x="171980" y="147284"/>
                  </a:lnTo>
                  <a:lnTo>
                    <a:pt x="171531" y="148182"/>
                  </a:lnTo>
                  <a:lnTo>
                    <a:pt x="171531" y="148182"/>
                  </a:lnTo>
                  <a:lnTo>
                    <a:pt x="172280" y="147433"/>
                  </a:lnTo>
                  <a:lnTo>
                    <a:pt x="172729" y="146685"/>
                  </a:lnTo>
                  <a:lnTo>
                    <a:pt x="173627" y="145637"/>
                  </a:lnTo>
                  <a:lnTo>
                    <a:pt x="174525" y="145937"/>
                  </a:lnTo>
                  <a:lnTo>
                    <a:pt x="173777" y="146984"/>
                  </a:lnTo>
                  <a:lnTo>
                    <a:pt x="172579" y="148631"/>
                  </a:lnTo>
                  <a:lnTo>
                    <a:pt x="172729" y="148631"/>
                  </a:lnTo>
                  <a:lnTo>
                    <a:pt x="173328" y="148032"/>
                  </a:lnTo>
                  <a:lnTo>
                    <a:pt x="173926" y="147284"/>
                  </a:lnTo>
                  <a:lnTo>
                    <a:pt x="174824" y="145937"/>
                  </a:lnTo>
                  <a:lnTo>
                    <a:pt x="175124" y="146086"/>
                  </a:lnTo>
                  <a:lnTo>
                    <a:pt x="173178" y="149230"/>
                  </a:lnTo>
                  <a:lnTo>
                    <a:pt x="171082" y="152373"/>
                  </a:lnTo>
                  <a:lnTo>
                    <a:pt x="163748" y="143841"/>
                  </a:lnTo>
                  <a:lnTo>
                    <a:pt x="163000" y="143093"/>
                  </a:lnTo>
                  <a:lnTo>
                    <a:pt x="162551" y="142344"/>
                  </a:lnTo>
                  <a:lnTo>
                    <a:pt x="163000" y="142045"/>
                  </a:lnTo>
                  <a:close/>
                  <a:moveTo>
                    <a:pt x="35174" y="110912"/>
                  </a:moveTo>
                  <a:lnTo>
                    <a:pt x="51489" y="113157"/>
                  </a:lnTo>
                  <a:lnTo>
                    <a:pt x="52088" y="116600"/>
                  </a:lnTo>
                  <a:lnTo>
                    <a:pt x="48346" y="117647"/>
                  </a:lnTo>
                  <a:lnTo>
                    <a:pt x="47747" y="117049"/>
                  </a:lnTo>
                  <a:lnTo>
                    <a:pt x="47149" y="116600"/>
                  </a:lnTo>
                  <a:lnTo>
                    <a:pt x="46251" y="116450"/>
                  </a:lnTo>
                  <a:lnTo>
                    <a:pt x="45502" y="116749"/>
                  </a:lnTo>
                  <a:lnTo>
                    <a:pt x="45053" y="116899"/>
                  </a:lnTo>
                  <a:lnTo>
                    <a:pt x="44754" y="117198"/>
                  </a:lnTo>
                  <a:lnTo>
                    <a:pt x="44305" y="117947"/>
                  </a:lnTo>
                  <a:lnTo>
                    <a:pt x="44305" y="118845"/>
                  </a:lnTo>
                  <a:lnTo>
                    <a:pt x="44305" y="119294"/>
                  </a:lnTo>
                  <a:lnTo>
                    <a:pt x="44454" y="119743"/>
                  </a:lnTo>
                  <a:lnTo>
                    <a:pt x="44754" y="120042"/>
                  </a:lnTo>
                  <a:lnTo>
                    <a:pt x="45053" y="120342"/>
                  </a:lnTo>
                  <a:lnTo>
                    <a:pt x="45652" y="120791"/>
                  </a:lnTo>
                  <a:lnTo>
                    <a:pt x="46550" y="120940"/>
                  </a:lnTo>
                  <a:lnTo>
                    <a:pt x="46999" y="120791"/>
                  </a:lnTo>
                  <a:lnTo>
                    <a:pt x="47448" y="120641"/>
                  </a:lnTo>
                  <a:lnTo>
                    <a:pt x="47897" y="120342"/>
                  </a:lnTo>
                  <a:lnTo>
                    <a:pt x="48346" y="119743"/>
                  </a:lnTo>
                  <a:lnTo>
                    <a:pt x="48645" y="119294"/>
                  </a:lnTo>
                  <a:lnTo>
                    <a:pt x="48645" y="118545"/>
                  </a:lnTo>
                  <a:lnTo>
                    <a:pt x="52387" y="117498"/>
                  </a:lnTo>
                  <a:lnTo>
                    <a:pt x="53585" y="121689"/>
                  </a:lnTo>
                  <a:lnTo>
                    <a:pt x="55082" y="125730"/>
                  </a:lnTo>
                  <a:lnTo>
                    <a:pt x="56878" y="129622"/>
                  </a:lnTo>
                  <a:lnTo>
                    <a:pt x="59123" y="133364"/>
                  </a:lnTo>
                  <a:lnTo>
                    <a:pt x="55680" y="135609"/>
                  </a:lnTo>
                  <a:lnTo>
                    <a:pt x="54932" y="135160"/>
                  </a:lnTo>
                  <a:lnTo>
                    <a:pt x="54034" y="135010"/>
                  </a:lnTo>
                  <a:lnTo>
                    <a:pt x="53285" y="135160"/>
                  </a:lnTo>
                  <a:lnTo>
                    <a:pt x="52537" y="135609"/>
                  </a:lnTo>
                  <a:lnTo>
                    <a:pt x="52238" y="136058"/>
                  </a:lnTo>
                  <a:lnTo>
                    <a:pt x="52088" y="136357"/>
                  </a:lnTo>
                  <a:lnTo>
                    <a:pt x="51938" y="137255"/>
                  </a:lnTo>
                  <a:lnTo>
                    <a:pt x="52088" y="138004"/>
                  </a:lnTo>
                  <a:lnTo>
                    <a:pt x="52238" y="138453"/>
                  </a:lnTo>
                  <a:lnTo>
                    <a:pt x="52537" y="138752"/>
                  </a:lnTo>
                  <a:lnTo>
                    <a:pt x="52986" y="139051"/>
                  </a:lnTo>
                  <a:lnTo>
                    <a:pt x="53285" y="139201"/>
                  </a:lnTo>
                  <a:lnTo>
                    <a:pt x="54184" y="139351"/>
                  </a:lnTo>
                  <a:lnTo>
                    <a:pt x="54932" y="139201"/>
                  </a:lnTo>
                  <a:lnTo>
                    <a:pt x="55381" y="139051"/>
                  </a:lnTo>
                  <a:lnTo>
                    <a:pt x="55680" y="138752"/>
                  </a:lnTo>
                  <a:lnTo>
                    <a:pt x="56129" y="138303"/>
                  </a:lnTo>
                  <a:lnTo>
                    <a:pt x="56279" y="137704"/>
                  </a:lnTo>
                  <a:lnTo>
                    <a:pt x="56279" y="136956"/>
                  </a:lnTo>
                  <a:lnTo>
                    <a:pt x="56129" y="136357"/>
                  </a:lnTo>
                  <a:lnTo>
                    <a:pt x="59572" y="134262"/>
                  </a:lnTo>
                  <a:lnTo>
                    <a:pt x="61817" y="137255"/>
                  </a:lnTo>
                  <a:lnTo>
                    <a:pt x="64062" y="140099"/>
                  </a:lnTo>
                  <a:lnTo>
                    <a:pt x="54483" y="153271"/>
                  </a:lnTo>
                  <a:lnTo>
                    <a:pt x="52387" y="151026"/>
                  </a:lnTo>
                  <a:lnTo>
                    <a:pt x="50442" y="148781"/>
                  </a:lnTo>
                  <a:lnTo>
                    <a:pt x="48645" y="146386"/>
                  </a:lnTo>
                  <a:lnTo>
                    <a:pt x="46849" y="143991"/>
                  </a:lnTo>
                  <a:lnTo>
                    <a:pt x="50891" y="139500"/>
                  </a:lnTo>
                  <a:lnTo>
                    <a:pt x="45203" y="141297"/>
                  </a:lnTo>
                  <a:lnTo>
                    <a:pt x="42808" y="137106"/>
                  </a:lnTo>
                  <a:lnTo>
                    <a:pt x="40713" y="132615"/>
                  </a:lnTo>
                  <a:lnTo>
                    <a:pt x="38916" y="128125"/>
                  </a:lnTo>
                  <a:lnTo>
                    <a:pt x="37420" y="123335"/>
                  </a:lnTo>
                  <a:lnTo>
                    <a:pt x="42658" y="120342"/>
                  </a:lnTo>
                  <a:lnTo>
                    <a:pt x="36671" y="120342"/>
                  </a:lnTo>
                  <a:lnTo>
                    <a:pt x="35773" y="115702"/>
                  </a:lnTo>
                  <a:lnTo>
                    <a:pt x="35174" y="110912"/>
                  </a:lnTo>
                  <a:close/>
                  <a:moveTo>
                    <a:pt x="80677" y="143093"/>
                  </a:moveTo>
                  <a:lnTo>
                    <a:pt x="83371" y="144739"/>
                  </a:lnTo>
                  <a:lnTo>
                    <a:pt x="86364" y="146086"/>
                  </a:lnTo>
                  <a:lnTo>
                    <a:pt x="89508" y="147284"/>
                  </a:lnTo>
                  <a:lnTo>
                    <a:pt x="92651" y="148331"/>
                  </a:lnTo>
                  <a:lnTo>
                    <a:pt x="91453" y="155217"/>
                  </a:lnTo>
                  <a:lnTo>
                    <a:pt x="87562" y="154019"/>
                  </a:lnTo>
                  <a:lnTo>
                    <a:pt x="83820" y="152522"/>
                  </a:lnTo>
                  <a:lnTo>
                    <a:pt x="80377" y="150876"/>
                  </a:lnTo>
                  <a:lnTo>
                    <a:pt x="76935" y="148930"/>
                  </a:lnTo>
                  <a:lnTo>
                    <a:pt x="80677" y="143093"/>
                  </a:lnTo>
                  <a:close/>
                  <a:moveTo>
                    <a:pt x="128125" y="143542"/>
                  </a:moveTo>
                  <a:lnTo>
                    <a:pt x="131717" y="149379"/>
                  </a:lnTo>
                  <a:lnTo>
                    <a:pt x="128274" y="151325"/>
                  </a:lnTo>
                  <a:lnTo>
                    <a:pt x="124532" y="152972"/>
                  </a:lnTo>
                  <a:lnTo>
                    <a:pt x="120790" y="154319"/>
                  </a:lnTo>
                  <a:lnTo>
                    <a:pt x="116899" y="155366"/>
                  </a:lnTo>
                  <a:lnTo>
                    <a:pt x="115552" y="148631"/>
                  </a:lnTo>
                  <a:lnTo>
                    <a:pt x="118845" y="147733"/>
                  </a:lnTo>
                  <a:lnTo>
                    <a:pt x="121988" y="146535"/>
                  </a:lnTo>
                  <a:lnTo>
                    <a:pt x="125131" y="145188"/>
                  </a:lnTo>
                  <a:lnTo>
                    <a:pt x="128125" y="143542"/>
                  </a:lnTo>
                  <a:close/>
                  <a:moveTo>
                    <a:pt x="114504" y="148930"/>
                  </a:moveTo>
                  <a:lnTo>
                    <a:pt x="116001" y="155666"/>
                  </a:lnTo>
                  <a:lnTo>
                    <a:pt x="113307" y="156115"/>
                  </a:lnTo>
                  <a:lnTo>
                    <a:pt x="114354" y="148930"/>
                  </a:lnTo>
                  <a:close/>
                  <a:moveTo>
                    <a:pt x="93549" y="148631"/>
                  </a:moveTo>
                  <a:lnTo>
                    <a:pt x="95345" y="149080"/>
                  </a:lnTo>
                  <a:lnTo>
                    <a:pt x="96393" y="156264"/>
                  </a:lnTo>
                  <a:lnTo>
                    <a:pt x="92352" y="155366"/>
                  </a:lnTo>
                  <a:lnTo>
                    <a:pt x="93549" y="148631"/>
                  </a:lnTo>
                  <a:close/>
                  <a:moveTo>
                    <a:pt x="127676" y="117348"/>
                  </a:moveTo>
                  <a:lnTo>
                    <a:pt x="138902" y="132017"/>
                  </a:lnTo>
                  <a:lnTo>
                    <a:pt x="139800" y="133364"/>
                  </a:lnTo>
                  <a:lnTo>
                    <a:pt x="143991" y="138902"/>
                  </a:lnTo>
                  <a:lnTo>
                    <a:pt x="145188" y="140399"/>
                  </a:lnTo>
                  <a:lnTo>
                    <a:pt x="154917" y="153271"/>
                  </a:lnTo>
                  <a:lnTo>
                    <a:pt x="155516" y="154019"/>
                  </a:lnTo>
                  <a:lnTo>
                    <a:pt x="158659" y="158210"/>
                  </a:lnTo>
                  <a:lnTo>
                    <a:pt x="154468" y="155067"/>
                  </a:lnTo>
                  <a:lnTo>
                    <a:pt x="153720" y="154468"/>
                  </a:lnTo>
                  <a:lnTo>
                    <a:pt x="140698" y="144889"/>
                  </a:lnTo>
                  <a:lnTo>
                    <a:pt x="139201" y="143841"/>
                  </a:lnTo>
                  <a:lnTo>
                    <a:pt x="133513" y="139650"/>
                  </a:lnTo>
                  <a:lnTo>
                    <a:pt x="132316" y="138752"/>
                  </a:lnTo>
                  <a:lnTo>
                    <a:pt x="117348" y="127676"/>
                  </a:lnTo>
                  <a:lnTo>
                    <a:pt x="118545" y="118845"/>
                  </a:lnTo>
                  <a:lnTo>
                    <a:pt x="121090" y="118396"/>
                  </a:lnTo>
                  <a:lnTo>
                    <a:pt x="120341" y="118994"/>
                  </a:lnTo>
                  <a:lnTo>
                    <a:pt x="119892" y="119743"/>
                  </a:lnTo>
                  <a:lnTo>
                    <a:pt x="119892" y="119893"/>
                  </a:lnTo>
                  <a:lnTo>
                    <a:pt x="120940" y="119144"/>
                  </a:lnTo>
                  <a:lnTo>
                    <a:pt x="121688" y="118246"/>
                  </a:lnTo>
                  <a:lnTo>
                    <a:pt x="125281" y="117797"/>
                  </a:lnTo>
                  <a:lnTo>
                    <a:pt x="123784" y="119144"/>
                  </a:lnTo>
                  <a:lnTo>
                    <a:pt x="122587" y="120342"/>
                  </a:lnTo>
                  <a:lnTo>
                    <a:pt x="121988" y="121090"/>
                  </a:lnTo>
                  <a:lnTo>
                    <a:pt x="121389" y="121689"/>
                  </a:lnTo>
                  <a:lnTo>
                    <a:pt x="121389" y="121838"/>
                  </a:lnTo>
                  <a:lnTo>
                    <a:pt x="121539" y="121838"/>
                  </a:lnTo>
                  <a:lnTo>
                    <a:pt x="122138" y="121240"/>
                  </a:lnTo>
                  <a:lnTo>
                    <a:pt x="122736" y="120641"/>
                  </a:lnTo>
                  <a:lnTo>
                    <a:pt x="123934" y="119444"/>
                  </a:lnTo>
                  <a:lnTo>
                    <a:pt x="125730" y="117647"/>
                  </a:lnTo>
                  <a:lnTo>
                    <a:pt x="127676" y="117348"/>
                  </a:lnTo>
                  <a:close/>
                  <a:moveTo>
                    <a:pt x="82323" y="117348"/>
                  </a:moveTo>
                  <a:lnTo>
                    <a:pt x="90705" y="118545"/>
                  </a:lnTo>
                  <a:lnTo>
                    <a:pt x="91154" y="121389"/>
                  </a:lnTo>
                  <a:lnTo>
                    <a:pt x="90555" y="120940"/>
                  </a:lnTo>
                  <a:lnTo>
                    <a:pt x="89957" y="120491"/>
                  </a:lnTo>
                  <a:lnTo>
                    <a:pt x="89807" y="120491"/>
                  </a:lnTo>
                  <a:lnTo>
                    <a:pt x="90406" y="121389"/>
                  </a:lnTo>
                  <a:lnTo>
                    <a:pt x="91154" y="122138"/>
                  </a:lnTo>
                  <a:lnTo>
                    <a:pt x="91753" y="125580"/>
                  </a:lnTo>
                  <a:lnTo>
                    <a:pt x="90555" y="124383"/>
                  </a:lnTo>
                  <a:lnTo>
                    <a:pt x="89358" y="123185"/>
                  </a:lnTo>
                  <a:lnTo>
                    <a:pt x="88610" y="122587"/>
                  </a:lnTo>
                  <a:lnTo>
                    <a:pt x="88011" y="121988"/>
                  </a:lnTo>
                  <a:lnTo>
                    <a:pt x="87861" y="121988"/>
                  </a:lnTo>
                  <a:lnTo>
                    <a:pt x="87861" y="122138"/>
                  </a:lnTo>
                  <a:lnTo>
                    <a:pt x="88460" y="122736"/>
                  </a:lnTo>
                  <a:lnTo>
                    <a:pt x="89059" y="123335"/>
                  </a:lnTo>
                  <a:lnTo>
                    <a:pt x="90256" y="124533"/>
                  </a:lnTo>
                  <a:lnTo>
                    <a:pt x="91753" y="126179"/>
                  </a:lnTo>
                  <a:lnTo>
                    <a:pt x="92202" y="128424"/>
                  </a:lnTo>
                  <a:lnTo>
                    <a:pt x="77833" y="139351"/>
                  </a:lnTo>
                  <a:lnTo>
                    <a:pt x="76635" y="140249"/>
                  </a:lnTo>
                  <a:lnTo>
                    <a:pt x="70948" y="144440"/>
                  </a:lnTo>
                  <a:lnTo>
                    <a:pt x="69600" y="145637"/>
                  </a:lnTo>
                  <a:lnTo>
                    <a:pt x="56578" y="155366"/>
                  </a:lnTo>
                  <a:lnTo>
                    <a:pt x="55830" y="155965"/>
                  </a:lnTo>
                  <a:lnTo>
                    <a:pt x="51489" y="159258"/>
                  </a:lnTo>
                  <a:lnTo>
                    <a:pt x="54782" y="154917"/>
                  </a:lnTo>
                  <a:lnTo>
                    <a:pt x="55381" y="154169"/>
                  </a:lnTo>
                  <a:lnTo>
                    <a:pt x="64960" y="141147"/>
                  </a:lnTo>
                  <a:lnTo>
                    <a:pt x="66008" y="139650"/>
                  </a:lnTo>
                  <a:lnTo>
                    <a:pt x="70199" y="133962"/>
                  </a:lnTo>
                  <a:lnTo>
                    <a:pt x="71097" y="132765"/>
                  </a:lnTo>
                  <a:lnTo>
                    <a:pt x="82323" y="117348"/>
                  </a:lnTo>
                  <a:close/>
                  <a:moveTo>
                    <a:pt x="68852" y="162701"/>
                  </a:moveTo>
                  <a:lnTo>
                    <a:pt x="68702" y="163748"/>
                  </a:lnTo>
                  <a:lnTo>
                    <a:pt x="68104" y="163449"/>
                  </a:lnTo>
                  <a:lnTo>
                    <a:pt x="68852" y="162701"/>
                  </a:lnTo>
                  <a:close/>
                  <a:moveTo>
                    <a:pt x="140548" y="162701"/>
                  </a:moveTo>
                  <a:lnTo>
                    <a:pt x="141296" y="163449"/>
                  </a:lnTo>
                  <a:lnTo>
                    <a:pt x="140847" y="163748"/>
                  </a:lnTo>
                  <a:lnTo>
                    <a:pt x="140548" y="162701"/>
                  </a:lnTo>
                  <a:close/>
                  <a:moveTo>
                    <a:pt x="46251" y="144739"/>
                  </a:moveTo>
                  <a:lnTo>
                    <a:pt x="48047" y="147134"/>
                  </a:lnTo>
                  <a:lnTo>
                    <a:pt x="49843" y="149529"/>
                  </a:lnTo>
                  <a:lnTo>
                    <a:pt x="51789" y="151774"/>
                  </a:lnTo>
                  <a:lnTo>
                    <a:pt x="53884" y="154019"/>
                  </a:lnTo>
                  <a:lnTo>
                    <a:pt x="48047" y="161952"/>
                  </a:lnTo>
                  <a:lnTo>
                    <a:pt x="48945" y="162850"/>
                  </a:lnTo>
                  <a:lnTo>
                    <a:pt x="56728" y="156863"/>
                  </a:lnTo>
                  <a:lnTo>
                    <a:pt x="58973" y="158809"/>
                  </a:lnTo>
                  <a:lnTo>
                    <a:pt x="61218" y="160605"/>
                  </a:lnTo>
                  <a:lnTo>
                    <a:pt x="63613" y="162401"/>
                  </a:lnTo>
                  <a:lnTo>
                    <a:pt x="66158" y="164048"/>
                  </a:lnTo>
                  <a:lnTo>
                    <a:pt x="58225" y="171831"/>
                  </a:lnTo>
                  <a:lnTo>
                    <a:pt x="55381" y="169885"/>
                  </a:lnTo>
                  <a:lnTo>
                    <a:pt x="52836" y="167790"/>
                  </a:lnTo>
                  <a:lnTo>
                    <a:pt x="50292" y="165545"/>
                  </a:lnTo>
                  <a:lnTo>
                    <a:pt x="47747" y="163299"/>
                  </a:lnTo>
                  <a:lnTo>
                    <a:pt x="45353" y="160904"/>
                  </a:lnTo>
                  <a:lnTo>
                    <a:pt x="43107" y="158360"/>
                  </a:lnTo>
                  <a:lnTo>
                    <a:pt x="41012" y="155815"/>
                  </a:lnTo>
                  <a:lnTo>
                    <a:pt x="38916" y="153121"/>
                  </a:lnTo>
                  <a:lnTo>
                    <a:pt x="46251" y="144739"/>
                  </a:lnTo>
                  <a:close/>
                  <a:moveTo>
                    <a:pt x="163149" y="144739"/>
                  </a:moveTo>
                  <a:lnTo>
                    <a:pt x="170484" y="153121"/>
                  </a:lnTo>
                  <a:lnTo>
                    <a:pt x="168388" y="155815"/>
                  </a:lnTo>
                  <a:lnTo>
                    <a:pt x="166293" y="158360"/>
                  </a:lnTo>
                  <a:lnTo>
                    <a:pt x="164047" y="160904"/>
                  </a:lnTo>
                  <a:lnTo>
                    <a:pt x="161653" y="163299"/>
                  </a:lnTo>
                  <a:lnTo>
                    <a:pt x="159108" y="165545"/>
                  </a:lnTo>
                  <a:lnTo>
                    <a:pt x="156564" y="167790"/>
                  </a:lnTo>
                  <a:lnTo>
                    <a:pt x="154019" y="169885"/>
                  </a:lnTo>
                  <a:lnTo>
                    <a:pt x="151175" y="171831"/>
                  </a:lnTo>
                  <a:lnTo>
                    <a:pt x="143242" y="164048"/>
                  </a:lnTo>
                  <a:lnTo>
                    <a:pt x="145936" y="162252"/>
                  </a:lnTo>
                  <a:lnTo>
                    <a:pt x="148631" y="160306"/>
                  </a:lnTo>
                  <a:lnTo>
                    <a:pt x="151175" y="158210"/>
                  </a:lnTo>
                  <a:lnTo>
                    <a:pt x="153570" y="155965"/>
                  </a:lnTo>
                  <a:lnTo>
                    <a:pt x="161353" y="161653"/>
                  </a:lnTo>
                  <a:lnTo>
                    <a:pt x="162251" y="160755"/>
                  </a:lnTo>
                  <a:lnTo>
                    <a:pt x="156414" y="153121"/>
                  </a:lnTo>
                  <a:lnTo>
                    <a:pt x="158210" y="151026"/>
                  </a:lnTo>
                  <a:lnTo>
                    <a:pt x="159856" y="149080"/>
                  </a:lnTo>
                  <a:lnTo>
                    <a:pt x="161653" y="146835"/>
                  </a:lnTo>
                  <a:lnTo>
                    <a:pt x="163149" y="144739"/>
                  </a:lnTo>
                  <a:close/>
                  <a:moveTo>
                    <a:pt x="89358" y="171083"/>
                  </a:moveTo>
                  <a:lnTo>
                    <a:pt x="89358" y="172130"/>
                  </a:lnTo>
                  <a:lnTo>
                    <a:pt x="88759" y="171981"/>
                  </a:lnTo>
                  <a:lnTo>
                    <a:pt x="89358" y="171083"/>
                  </a:lnTo>
                  <a:close/>
                  <a:moveTo>
                    <a:pt x="120192" y="171083"/>
                  </a:moveTo>
                  <a:lnTo>
                    <a:pt x="120641" y="171981"/>
                  </a:lnTo>
                  <a:lnTo>
                    <a:pt x="120042" y="172130"/>
                  </a:lnTo>
                  <a:lnTo>
                    <a:pt x="120192" y="171083"/>
                  </a:lnTo>
                  <a:close/>
                  <a:moveTo>
                    <a:pt x="70499" y="146386"/>
                  </a:moveTo>
                  <a:lnTo>
                    <a:pt x="72744" y="148182"/>
                  </a:lnTo>
                  <a:lnTo>
                    <a:pt x="75139" y="149828"/>
                  </a:lnTo>
                  <a:lnTo>
                    <a:pt x="73043" y="153421"/>
                  </a:lnTo>
                  <a:lnTo>
                    <a:pt x="72145" y="153271"/>
                  </a:lnTo>
                  <a:lnTo>
                    <a:pt x="71397" y="153570"/>
                  </a:lnTo>
                  <a:lnTo>
                    <a:pt x="70648" y="154019"/>
                  </a:lnTo>
                  <a:lnTo>
                    <a:pt x="70199" y="154768"/>
                  </a:lnTo>
                  <a:lnTo>
                    <a:pt x="70199" y="155217"/>
                  </a:lnTo>
                  <a:lnTo>
                    <a:pt x="70199" y="155666"/>
                  </a:lnTo>
                  <a:lnTo>
                    <a:pt x="70349" y="156414"/>
                  </a:lnTo>
                  <a:lnTo>
                    <a:pt x="70798" y="157163"/>
                  </a:lnTo>
                  <a:lnTo>
                    <a:pt x="71247" y="157312"/>
                  </a:lnTo>
                  <a:lnTo>
                    <a:pt x="71546" y="157612"/>
                  </a:lnTo>
                  <a:lnTo>
                    <a:pt x="72444" y="157612"/>
                  </a:lnTo>
                  <a:lnTo>
                    <a:pt x="73342" y="157462"/>
                  </a:lnTo>
                  <a:lnTo>
                    <a:pt x="73941" y="157013"/>
                  </a:lnTo>
                  <a:lnTo>
                    <a:pt x="74240" y="156564"/>
                  </a:lnTo>
                  <a:lnTo>
                    <a:pt x="74390" y="156264"/>
                  </a:lnTo>
                  <a:lnTo>
                    <a:pt x="74540" y="155516"/>
                  </a:lnTo>
                  <a:lnTo>
                    <a:pt x="74390" y="154917"/>
                  </a:lnTo>
                  <a:lnTo>
                    <a:pt x="74240" y="154319"/>
                  </a:lnTo>
                  <a:lnTo>
                    <a:pt x="73791" y="153870"/>
                  </a:lnTo>
                  <a:lnTo>
                    <a:pt x="76037" y="150277"/>
                  </a:lnTo>
                  <a:lnTo>
                    <a:pt x="79629" y="152373"/>
                  </a:lnTo>
                  <a:lnTo>
                    <a:pt x="83221" y="154169"/>
                  </a:lnTo>
                  <a:lnTo>
                    <a:pt x="87113" y="155666"/>
                  </a:lnTo>
                  <a:lnTo>
                    <a:pt x="91004" y="156863"/>
                  </a:lnTo>
                  <a:lnTo>
                    <a:pt x="90256" y="161054"/>
                  </a:lnTo>
                  <a:lnTo>
                    <a:pt x="89508" y="161204"/>
                  </a:lnTo>
                  <a:lnTo>
                    <a:pt x="88909" y="161653"/>
                  </a:lnTo>
                  <a:lnTo>
                    <a:pt x="88460" y="162252"/>
                  </a:lnTo>
                  <a:lnTo>
                    <a:pt x="88161" y="163150"/>
                  </a:lnTo>
                  <a:lnTo>
                    <a:pt x="88310" y="163599"/>
                  </a:lnTo>
                  <a:lnTo>
                    <a:pt x="88310" y="164048"/>
                  </a:lnTo>
                  <a:lnTo>
                    <a:pt x="88909" y="164646"/>
                  </a:lnTo>
                  <a:lnTo>
                    <a:pt x="89508" y="165245"/>
                  </a:lnTo>
                  <a:lnTo>
                    <a:pt x="89957" y="165395"/>
                  </a:lnTo>
                  <a:lnTo>
                    <a:pt x="90855" y="165395"/>
                  </a:lnTo>
                  <a:lnTo>
                    <a:pt x="91304" y="165245"/>
                  </a:lnTo>
                  <a:lnTo>
                    <a:pt x="91903" y="164796"/>
                  </a:lnTo>
                  <a:lnTo>
                    <a:pt x="92501" y="164048"/>
                  </a:lnTo>
                  <a:lnTo>
                    <a:pt x="92651" y="163599"/>
                  </a:lnTo>
                  <a:lnTo>
                    <a:pt x="92651" y="163150"/>
                  </a:lnTo>
                  <a:lnTo>
                    <a:pt x="92501" y="162551"/>
                  </a:lnTo>
                  <a:lnTo>
                    <a:pt x="92202" y="161952"/>
                  </a:lnTo>
                  <a:lnTo>
                    <a:pt x="91903" y="161503"/>
                  </a:lnTo>
                  <a:lnTo>
                    <a:pt x="91304" y="161204"/>
                  </a:lnTo>
                  <a:lnTo>
                    <a:pt x="92052" y="157163"/>
                  </a:lnTo>
                  <a:lnTo>
                    <a:pt x="94297" y="157612"/>
                  </a:lnTo>
                  <a:lnTo>
                    <a:pt x="96692" y="158061"/>
                  </a:lnTo>
                  <a:lnTo>
                    <a:pt x="99087" y="174376"/>
                  </a:lnTo>
                  <a:lnTo>
                    <a:pt x="94746" y="173927"/>
                  </a:lnTo>
                  <a:lnTo>
                    <a:pt x="90406" y="173178"/>
                  </a:lnTo>
                  <a:lnTo>
                    <a:pt x="90106" y="167341"/>
                  </a:lnTo>
                  <a:lnTo>
                    <a:pt x="87562" y="172430"/>
                  </a:lnTo>
                  <a:lnTo>
                    <a:pt x="85167" y="171831"/>
                  </a:lnTo>
                  <a:lnTo>
                    <a:pt x="82772" y="171083"/>
                  </a:lnTo>
                  <a:lnTo>
                    <a:pt x="78132" y="169286"/>
                  </a:lnTo>
                  <a:lnTo>
                    <a:pt x="73642" y="167341"/>
                  </a:lnTo>
                  <a:lnTo>
                    <a:pt x="69301" y="164946"/>
                  </a:lnTo>
                  <a:lnTo>
                    <a:pt x="70798" y="159557"/>
                  </a:lnTo>
                  <a:lnTo>
                    <a:pt x="66906" y="163449"/>
                  </a:lnTo>
                  <a:lnTo>
                    <a:pt x="64362" y="161803"/>
                  </a:lnTo>
                  <a:lnTo>
                    <a:pt x="61967" y="160006"/>
                  </a:lnTo>
                  <a:lnTo>
                    <a:pt x="59722" y="158210"/>
                  </a:lnTo>
                  <a:lnTo>
                    <a:pt x="57476" y="156264"/>
                  </a:lnTo>
                  <a:lnTo>
                    <a:pt x="70499" y="146386"/>
                  </a:lnTo>
                  <a:close/>
                  <a:moveTo>
                    <a:pt x="139650" y="145637"/>
                  </a:moveTo>
                  <a:lnTo>
                    <a:pt x="152822" y="155366"/>
                  </a:lnTo>
                  <a:lnTo>
                    <a:pt x="150427" y="157462"/>
                  </a:lnTo>
                  <a:lnTo>
                    <a:pt x="147882" y="159557"/>
                  </a:lnTo>
                  <a:lnTo>
                    <a:pt x="145338" y="161503"/>
                  </a:lnTo>
                  <a:lnTo>
                    <a:pt x="142643" y="163449"/>
                  </a:lnTo>
                  <a:lnTo>
                    <a:pt x="138602" y="159557"/>
                  </a:lnTo>
                  <a:lnTo>
                    <a:pt x="140099" y="164946"/>
                  </a:lnTo>
                  <a:lnTo>
                    <a:pt x="135758" y="167191"/>
                  </a:lnTo>
                  <a:lnTo>
                    <a:pt x="131418" y="169286"/>
                  </a:lnTo>
                  <a:lnTo>
                    <a:pt x="126778" y="171083"/>
                  </a:lnTo>
                  <a:lnTo>
                    <a:pt x="124383" y="171831"/>
                  </a:lnTo>
                  <a:lnTo>
                    <a:pt x="121988" y="172430"/>
                  </a:lnTo>
                  <a:lnTo>
                    <a:pt x="119443" y="167341"/>
                  </a:lnTo>
                  <a:lnTo>
                    <a:pt x="118994" y="173178"/>
                  </a:lnTo>
                  <a:lnTo>
                    <a:pt x="114953" y="173777"/>
                  </a:lnTo>
                  <a:lnTo>
                    <a:pt x="110912" y="174376"/>
                  </a:lnTo>
                  <a:lnTo>
                    <a:pt x="113157" y="157911"/>
                  </a:lnTo>
                  <a:lnTo>
                    <a:pt x="116300" y="157312"/>
                  </a:lnTo>
                  <a:lnTo>
                    <a:pt x="117198" y="161354"/>
                  </a:lnTo>
                  <a:lnTo>
                    <a:pt x="116450" y="161952"/>
                  </a:lnTo>
                  <a:lnTo>
                    <a:pt x="116150" y="162701"/>
                  </a:lnTo>
                  <a:lnTo>
                    <a:pt x="116001" y="163449"/>
                  </a:lnTo>
                  <a:lnTo>
                    <a:pt x="116150" y="164347"/>
                  </a:lnTo>
                  <a:lnTo>
                    <a:pt x="116450" y="164646"/>
                  </a:lnTo>
                  <a:lnTo>
                    <a:pt x="116749" y="164946"/>
                  </a:lnTo>
                  <a:lnTo>
                    <a:pt x="117498" y="165395"/>
                  </a:lnTo>
                  <a:lnTo>
                    <a:pt x="118396" y="165545"/>
                  </a:lnTo>
                  <a:lnTo>
                    <a:pt x="118695" y="165395"/>
                  </a:lnTo>
                  <a:lnTo>
                    <a:pt x="119144" y="165245"/>
                  </a:lnTo>
                  <a:lnTo>
                    <a:pt x="119593" y="165095"/>
                  </a:lnTo>
                  <a:lnTo>
                    <a:pt x="119892" y="164796"/>
                  </a:lnTo>
                  <a:lnTo>
                    <a:pt x="120341" y="164048"/>
                  </a:lnTo>
                  <a:lnTo>
                    <a:pt x="120341" y="163150"/>
                  </a:lnTo>
                  <a:lnTo>
                    <a:pt x="120341" y="162850"/>
                  </a:lnTo>
                  <a:lnTo>
                    <a:pt x="120192" y="162401"/>
                  </a:lnTo>
                  <a:lnTo>
                    <a:pt x="119743" y="161803"/>
                  </a:lnTo>
                  <a:lnTo>
                    <a:pt x="119294" y="161354"/>
                  </a:lnTo>
                  <a:lnTo>
                    <a:pt x="118695" y="161204"/>
                  </a:lnTo>
                  <a:lnTo>
                    <a:pt x="118096" y="161054"/>
                  </a:lnTo>
                  <a:lnTo>
                    <a:pt x="117348" y="157163"/>
                  </a:lnTo>
                  <a:lnTo>
                    <a:pt x="121389" y="155965"/>
                  </a:lnTo>
                  <a:lnTo>
                    <a:pt x="125281" y="154618"/>
                  </a:lnTo>
                  <a:lnTo>
                    <a:pt x="129023" y="152822"/>
                  </a:lnTo>
                  <a:lnTo>
                    <a:pt x="132615" y="150876"/>
                  </a:lnTo>
                  <a:lnTo>
                    <a:pt x="134711" y="154319"/>
                  </a:lnTo>
                  <a:lnTo>
                    <a:pt x="134261" y="155067"/>
                  </a:lnTo>
                  <a:lnTo>
                    <a:pt x="134112" y="155815"/>
                  </a:lnTo>
                  <a:lnTo>
                    <a:pt x="134411" y="156713"/>
                  </a:lnTo>
                  <a:lnTo>
                    <a:pt x="134860" y="157312"/>
                  </a:lnTo>
                  <a:lnTo>
                    <a:pt x="135160" y="157612"/>
                  </a:lnTo>
                  <a:lnTo>
                    <a:pt x="135609" y="157911"/>
                  </a:lnTo>
                  <a:lnTo>
                    <a:pt x="136357" y="158061"/>
                  </a:lnTo>
                  <a:lnTo>
                    <a:pt x="137255" y="157911"/>
                  </a:lnTo>
                  <a:lnTo>
                    <a:pt x="137554" y="157612"/>
                  </a:lnTo>
                  <a:lnTo>
                    <a:pt x="138003" y="157312"/>
                  </a:lnTo>
                  <a:lnTo>
                    <a:pt x="138153" y="157013"/>
                  </a:lnTo>
                  <a:lnTo>
                    <a:pt x="138452" y="156564"/>
                  </a:lnTo>
                  <a:lnTo>
                    <a:pt x="138602" y="155815"/>
                  </a:lnTo>
                  <a:lnTo>
                    <a:pt x="138452" y="154917"/>
                  </a:lnTo>
                  <a:lnTo>
                    <a:pt x="138303" y="154618"/>
                  </a:lnTo>
                  <a:lnTo>
                    <a:pt x="138003" y="154319"/>
                  </a:lnTo>
                  <a:lnTo>
                    <a:pt x="137405" y="153870"/>
                  </a:lnTo>
                  <a:lnTo>
                    <a:pt x="136806" y="153570"/>
                  </a:lnTo>
                  <a:lnTo>
                    <a:pt x="136207" y="153570"/>
                  </a:lnTo>
                  <a:lnTo>
                    <a:pt x="135609" y="153720"/>
                  </a:lnTo>
                  <a:lnTo>
                    <a:pt x="133513" y="150277"/>
                  </a:lnTo>
                  <a:lnTo>
                    <a:pt x="136656" y="148182"/>
                  </a:lnTo>
                  <a:lnTo>
                    <a:pt x="139650" y="145637"/>
                  </a:lnTo>
                  <a:close/>
                  <a:moveTo>
                    <a:pt x="67954" y="163748"/>
                  </a:moveTo>
                  <a:lnTo>
                    <a:pt x="68553" y="163898"/>
                  </a:lnTo>
                  <a:lnTo>
                    <a:pt x="68403" y="164497"/>
                  </a:lnTo>
                  <a:lnTo>
                    <a:pt x="68104" y="165395"/>
                  </a:lnTo>
                  <a:lnTo>
                    <a:pt x="65110" y="176172"/>
                  </a:lnTo>
                  <a:lnTo>
                    <a:pt x="62117" y="174376"/>
                  </a:lnTo>
                  <a:lnTo>
                    <a:pt x="58973" y="172430"/>
                  </a:lnTo>
                  <a:lnTo>
                    <a:pt x="58973" y="172430"/>
                  </a:lnTo>
                  <a:lnTo>
                    <a:pt x="60320" y="173178"/>
                  </a:lnTo>
                  <a:lnTo>
                    <a:pt x="61218" y="173627"/>
                  </a:lnTo>
                  <a:lnTo>
                    <a:pt x="62117" y="173927"/>
                  </a:lnTo>
                  <a:lnTo>
                    <a:pt x="62117" y="173777"/>
                  </a:lnTo>
                  <a:lnTo>
                    <a:pt x="60320" y="172729"/>
                  </a:lnTo>
                  <a:lnTo>
                    <a:pt x="59273" y="172130"/>
                  </a:lnTo>
                  <a:lnTo>
                    <a:pt x="60021" y="171532"/>
                  </a:lnTo>
                  <a:lnTo>
                    <a:pt x="61218" y="172130"/>
                  </a:lnTo>
                  <a:lnTo>
                    <a:pt x="61967" y="172579"/>
                  </a:lnTo>
                  <a:lnTo>
                    <a:pt x="62865" y="173028"/>
                  </a:lnTo>
                  <a:lnTo>
                    <a:pt x="63015" y="172879"/>
                  </a:lnTo>
                  <a:lnTo>
                    <a:pt x="62117" y="172280"/>
                  </a:lnTo>
                  <a:lnTo>
                    <a:pt x="61368" y="171981"/>
                  </a:lnTo>
                  <a:lnTo>
                    <a:pt x="60171" y="171382"/>
                  </a:lnTo>
                  <a:lnTo>
                    <a:pt x="60769" y="170634"/>
                  </a:lnTo>
                  <a:lnTo>
                    <a:pt x="61967" y="171382"/>
                  </a:lnTo>
                  <a:lnTo>
                    <a:pt x="62715" y="171681"/>
                  </a:lnTo>
                  <a:lnTo>
                    <a:pt x="63314" y="171831"/>
                  </a:lnTo>
                  <a:lnTo>
                    <a:pt x="63464" y="171831"/>
                  </a:lnTo>
                  <a:lnTo>
                    <a:pt x="63314" y="171681"/>
                  </a:lnTo>
                  <a:lnTo>
                    <a:pt x="61817" y="170933"/>
                  </a:lnTo>
                  <a:lnTo>
                    <a:pt x="60919" y="170484"/>
                  </a:lnTo>
                  <a:lnTo>
                    <a:pt x="61817" y="169586"/>
                  </a:lnTo>
                  <a:lnTo>
                    <a:pt x="62865" y="170185"/>
                  </a:lnTo>
                  <a:lnTo>
                    <a:pt x="63613" y="170634"/>
                  </a:lnTo>
                  <a:lnTo>
                    <a:pt x="64362" y="170783"/>
                  </a:lnTo>
                  <a:lnTo>
                    <a:pt x="64511" y="170783"/>
                  </a:lnTo>
                  <a:lnTo>
                    <a:pt x="63763" y="170334"/>
                  </a:lnTo>
                  <a:lnTo>
                    <a:pt x="63015" y="169885"/>
                  </a:lnTo>
                  <a:lnTo>
                    <a:pt x="62117" y="169436"/>
                  </a:lnTo>
                  <a:lnTo>
                    <a:pt x="62715" y="168837"/>
                  </a:lnTo>
                  <a:lnTo>
                    <a:pt x="63464" y="169286"/>
                  </a:lnTo>
                  <a:lnTo>
                    <a:pt x="64212" y="169586"/>
                  </a:lnTo>
                  <a:lnTo>
                    <a:pt x="64960" y="169885"/>
                  </a:lnTo>
                  <a:lnTo>
                    <a:pt x="64960" y="169736"/>
                  </a:lnTo>
                  <a:lnTo>
                    <a:pt x="63314" y="168837"/>
                  </a:lnTo>
                  <a:lnTo>
                    <a:pt x="62865" y="168538"/>
                  </a:lnTo>
                  <a:lnTo>
                    <a:pt x="63464" y="168089"/>
                  </a:lnTo>
                  <a:lnTo>
                    <a:pt x="63913" y="168239"/>
                  </a:lnTo>
                  <a:lnTo>
                    <a:pt x="65409" y="168987"/>
                  </a:lnTo>
                  <a:lnTo>
                    <a:pt x="65559" y="168837"/>
                  </a:lnTo>
                  <a:lnTo>
                    <a:pt x="65409" y="168837"/>
                  </a:lnTo>
                  <a:lnTo>
                    <a:pt x="64212" y="168089"/>
                  </a:lnTo>
                  <a:lnTo>
                    <a:pt x="63613" y="167790"/>
                  </a:lnTo>
                  <a:lnTo>
                    <a:pt x="64362" y="167191"/>
                  </a:lnTo>
                  <a:lnTo>
                    <a:pt x="64811" y="167490"/>
                  </a:lnTo>
                  <a:lnTo>
                    <a:pt x="65858" y="168089"/>
                  </a:lnTo>
                  <a:lnTo>
                    <a:pt x="66008" y="167939"/>
                  </a:lnTo>
                  <a:lnTo>
                    <a:pt x="65260" y="167490"/>
                  </a:lnTo>
                  <a:lnTo>
                    <a:pt x="64511" y="167041"/>
                  </a:lnTo>
                  <a:lnTo>
                    <a:pt x="65110" y="166592"/>
                  </a:lnTo>
                  <a:lnTo>
                    <a:pt x="65260" y="166592"/>
                  </a:lnTo>
                  <a:lnTo>
                    <a:pt x="65858" y="166892"/>
                  </a:lnTo>
                  <a:lnTo>
                    <a:pt x="66457" y="167041"/>
                  </a:lnTo>
                  <a:lnTo>
                    <a:pt x="65409" y="166443"/>
                  </a:lnTo>
                  <a:lnTo>
                    <a:pt x="65260" y="166293"/>
                  </a:lnTo>
                  <a:lnTo>
                    <a:pt x="65709" y="165844"/>
                  </a:lnTo>
                  <a:lnTo>
                    <a:pt x="66906" y="166293"/>
                  </a:lnTo>
                  <a:lnTo>
                    <a:pt x="67056" y="166293"/>
                  </a:lnTo>
                  <a:lnTo>
                    <a:pt x="67056" y="166143"/>
                  </a:lnTo>
                  <a:lnTo>
                    <a:pt x="66008" y="165694"/>
                  </a:lnTo>
                  <a:lnTo>
                    <a:pt x="66457" y="165095"/>
                  </a:lnTo>
                  <a:lnTo>
                    <a:pt x="66607" y="165245"/>
                  </a:lnTo>
                  <a:lnTo>
                    <a:pt x="67056" y="165395"/>
                  </a:lnTo>
                  <a:lnTo>
                    <a:pt x="67655" y="165545"/>
                  </a:lnTo>
                  <a:lnTo>
                    <a:pt x="67655" y="165395"/>
                  </a:lnTo>
                  <a:lnTo>
                    <a:pt x="66906" y="164946"/>
                  </a:lnTo>
                  <a:lnTo>
                    <a:pt x="66607" y="164946"/>
                  </a:lnTo>
                  <a:lnTo>
                    <a:pt x="66906" y="164646"/>
                  </a:lnTo>
                  <a:lnTo>
                    <a:pt x="67206" y="164497"/>
                  </a:lnTo>
                  <a:lnTo>
                    <a:pt x="67954" y="164646"/>
                  </a:lnTo>
                  <a:lnTo>
                    <a:pt x="67954" y="164497"/>
                  </a:lnTo>
                  <a:lnTo>
                    <a:pt x="67355" y="164197"/>
                  </a:lnTo>
                  <a:lnTo>
                    <a:pt x="67655" y="163898"/>
                  </a:lnTo>
                  <a:lnTo>
                    <a:pt x="67954" y="163748"/>
                  </a:lnTo>
                  <a:close/>
                  <a:moveTo>
                    <a:pt x="141446" y="163748"/>
                  </a:moveTo>
                  <a:lnTo>
                    <a:pt x="141745" y="163898"/>
                  </a:lnTo>
                  <a:lnTo>
                    <a:pt x="142045" y="164197"/>
                  </a:lnTo>
                  <a:lnTo>
                    <a:pt x="141446" y="164497"/>
                  </a:lnTo>
                  <a:lnTo>
                    <a:pt x="141446" y="164646"/>
                  </a:lnTo>
                  <a:lnTo>
                    <a:pt x="142194" y="164497"/>
                  </a:lnTo>
                  <a:lnTo>
                    <a:pt x="142494" y="164646"/>
                  </a:lnTo>
                  <a:lnTo>
                    <a:pt x="142793" y="164946"/>
                  </a:lnTo>
                  <a:lnTo>
                    <a:pt x="142643" y="164946"/>
                  </a:lnTo>
                  <a:lnTo>
                    <a:pt x="141745" y="165395"/>
                  </a:lnTo>
                  <a:lnTo>
                    <a:pt x="141895" y="165545"/>
                  </a:lnTo>
                  <a:lnTo>
                    <a:pt x="142344" y="165395"/>
                  </a:lnTo>
                  <a:lnTo>
                    <a:pt x="142793" y="165245"/>
                  </a:lnTo>
                  <a:lnTo>
                    <a:pt x="142943" y="165095"/>
                  </a:lnTo>
                  <a:lnTo>
                    <a:pt x="143542" y="165694"/>
                  </a:lnTo>
                  <a:lnTo>
                    <a:pt x="142344" y="166143"/>
                  </a:lnTo>
                  <a:lnTo>
                    <a:pt x="142344" y="166293"/>
                  </a:lnTo>
                  <a:lnTo>
                    <a:pt x="142494" y="166293"/>
                  </a:lnTo>
                  <a:lnTo>
                    <a:pt x="143691" y="165844"/>
                  </a:lnTo>
                  <a:lnTo>
                    <a:pt x="144140" y="166293"/>
                  </a:lnTo>
                  <a:lnTo>
                    <a:pt x="143991" y="166443"/>
                  </a:lnTo>
                  <a:lnTo>
                    <a:pt x="142943" y="167041"/>
                  </a:lnTo>
                  <a:lnTo>
                    <a:pt x="143093" y="167041"/>
                  </a:lnTo>
                  <a:lnTo>
                    <a:pt x="143542" y="166892"/>
                  </a:lnTo>
                  <a:lnTo>
                    <a:pt x="144140" y="166592"/>
                  </a:lnTo>
                  <a:lnTo>
                    <a:pt x="144440" y="166592"/>
                  </a:lnTo>
                  <a:lnTo>
                    <a:pt x="145038" y="167041"/>
                  </a:lnTo>
                  <a:lnTo>
                    <a:pt x="144140" y="167490"/>
                  </a:lnTo>
                  <a:lnTo>
                    <a:pt x="143542" y="167939"/>
                  </a:lnTo>
                  <a:lnTo>
                    <a:pt x="143542" y="168089"/>
                  </a:lnTo>
                  <a:lnTo>
                    <a:pt x="144589" y="167490"/>
                  </a:lnTo>
                  <a:lnTo>
                    <a:pt x="145188" y="167191"/>
                  </a:lnTo>
                  <a:lnTo>
                    <a:pt x="145787" y="167790"/>
                  </a:lnTo>
                  <a:lnTo>
                    <a:pt x="145338" y="168089"/>
                  </a:lnTo>
                  <a:lnTo>
                    <a:pt x="143991" y="168837"/>
                  </a:lnTo>
                  <a:lnTo>
                    <a:pt x="143991" y="168987"/>
                  </a:lnTo>
                  <a:lnTo>
                    <a:pt x="145487" y="168239"/>
                  </a:lnTo>
                  <a:lnTo>
                    <a:pt x="145936" y="168089"/>
                  </a:lnTo>
                  <a:lnTo>
                    <a:pt x="146535" y="168538"/>
                  </a:lnTo>
                  <a:lnTo>
                    <a:pt x="146236" y="168837"/>
                  </a:lnTo>
                  <a:lnTo>
                    <a:pt x="144440" y="169736"/>
                  </a:lnTo>
                  <a:lnTo>
                    <a:pt x="144440" y="169885"/>
                  </a:lnTo>
                  <a:lnTo>
                    <a:pt x="145188" y="169586"/>
                  </a:lnTo>
                  <a:lnTo>
                    <a:pt x="145936" y="169286"/>
                  </a:lnTo>
                  <a:lnTo>
                    <a:pt x="146685" y="168837"/>
                  </a:lnTo>
                  <a:lnTo>
                    <a:pt x="147433" y="169436"/>
                  </a:lnTo>
                  <a:lnTo>
                    <a:pt x="146535" y="169885"/>
                  </a:lnTo>
                  <a:lnTo>
                    <a:pt x="145787" y="170334"/>
                  </a:lnTo>
                  <a:lnTo>
                    <a:pt x="145038" y="170783"/>
                  </a:lnTo>
                  <a:lnTo>
                    <a:pt x="145787" y="170634"/>
                  </a:lnTo>
                  <a:lnTo>
                    <a:pt x="146685" y="170185"/>
                  </a:lnTo>
                  <a:lnTo>
                    <a:pt x="147583" y="169586"/>
                  </a:lnTo>
                  <a:lnTo>
                    <a:pt x="148481" y="170484"/>
                  </a:lnTo>
                  <a:lnTo>
                    <a:pt x="147583" y="170933"/>
                  </a:lnTo>
                  <a:lnTo>
                    <a:pt x="146086" y="171681"/>
                  </a:lnTo>
                  <a:lnTo>
                    <a:pt x="146086" y="171831"/>
                  </a:lnTo>
                  <a:lnTo>
                    <a:pt x="146834" y="171681"/>
                  </a:lnTo>
                  <a:lnTo>
                    <a:pt x="147433" y="171382"/>
                  </a:lnTo>
                  <a:lnTo>
                    <a:pt x="148631" y="170634"/>
                  </a:lnTo>
                  <a:lnTo>
                    <a:pt x="149379" y="171382"/>
                  </a:lnTo>
                  <a:lnTo>
                    <a:pt x="148032" y="171981"/>
                  </a:lnTo>
                  <a:lnTo>
                    <a:pt x="147283" y="172280"/>
                  </a:lnTo>
                  <a:lnTo>
                    <a:pt x="146535" y="172879"/>
                  </a:lnTo>
                  <a:lnTo>
                    <a:pt x="146535" y="173028"/>
                  </a:lnTo>
                  <a:lnTo>
                    <a:pt x="147433" y="172579"/>
                  </a:lnTo>
                  <a:lnTo>
                    <a:pt x="148182" y="172130"/>
                  </a:lnTo>
                  <a:lnTo>
                    <a:pt x="149529" y="171532"/>
                  </a:lnTo>
                  <a:lnTo>
                    <a:pt x="150127" y="172130"/>
                  </a:lnTo>
                  <a:lnTo>
                    <a:pt x="149080" y="172729"/>
                  </a:lnTo>
                  <a:lnTo>
                    <a:pt x="147283" y="173777"/>
                  </a:lnTo>
                  <a:lnTo>
                    <a:pt x="147283" y="173927"/>
                  </a:lnTo>
                  <a:lnTo>
                    <a:pt x="147433" y="173927"/>
                  </a:lnTo>
                  <a:lnTo>
                    <a:pt x="148331" y="173627"/>
                  </a:lnTo>
                  <a:lnTo>
                    <a:pt x="149080" y="173178"/>
                  </a:lnTo>
                  <a:lnTo>
                    <a:pt x="150277" y="172430"/>
                  </a:lnTo>
                  <a:lnTo>
                    <a:pt x="147283" y="174376"/>
                  </a:lnTo>
                  <a:lnTo>
                    <a:pt x="144290" y="176172"/>
                  </a:lnTo>
                  <a:lnTo>
                    <a:pt x="141296" y="165395"/>
                  </a:lnTo>
                  <a:lnTo>
                    <a:pt x="140997" y="164347"/>
                  </a:lnTo>
                  <a:lnTo>
                    <a:pt x="140847" y="163898"/>
                  </a:lnTo>
                  <a:lnTo>
                    <a:pt x="141446" y="163748"/>
                  </a:lnTo>
                  <a:close/>
                  <a:moveTo>
                    <a:pt x="69002" y="165844"/>
                  </a:moveTo>
                  <a:lnTo>
                    <a:pt x="73342" y="168239"/>
                  </a:lnTo>
                  <a:lnTo>
                    <a:pt x="77683" y="170185"/>
                  </a:lnTo>
                  <a:lnTo>
                    <a:pt x="82323" y="171981"/>
                  </a:lnTo>
                  <a:lnTo>
                    <a:pt x="87113" y="173328"/>
                  </a:lnTo>
                  <a:lnTo>
                    <a:pt x="82024" y="183207"/>
                  </a:lnTo>
                  <a:lnTo>
                    <a:pt x="77982" y="181859"/>
                  </a:lnTo>
                  <a:lnTo>
                    <a:pt x="73791" y="180363"/>
                  </a:lnTo>
                  <a:lnTo>
                    <a:pt x="69900" y="178716"/>
                  </a:lnTo>
                  <a:lnTo>
                    <a:pt x="66008" y="176770"/>
                  </a:lnTo>
                  <a:lnTo>
                    <a:pt x="69002" y="165844"/>
                  </a:lnTo>
                  <a:close/>
                  <a:moveTo>
                    <a:pt x="140398" y="165844"/>
                  </a:moveTo>
                  <a:lnTo>
                    <a:pt x="143392" y="176621"/>
                  </a:lnTo>
                  <a:lnTo>
                    <a:pt x="139500" y="178567"/>
                  </a:lnTo>
                  <a:lnTo>
                    <a:pt x="135609" y="180363"/>
                  </a:lnTo>
                  <a:lnTo>
                    <a:pt x="131567" y="181859"/>
                  </a:lnTo>
                  <a:lnTo>
                    <a:pt x="127376" y="183207"/>
                  </a:lnTo>
                  <a:lnTo>
                    <a:pt x="122437" y="173328"/>
                  </a:lnTo>
                  <a:lnTo>
                    <a:pt x="127077" y="171981"/>
                  </a:lnTo>
                  <a:lnTo>
                    <a:pt x="131717" y="170185"/>
                  </a:lnTo>
                  <a:lnTo>
                    <a:pt x="136058" y="168239"/>
                  </a:lnTo>
                  <a:lnTo>
                    <a:pt x="140398" y="165844"/>
                  </a:lnTo>
                  <a:close/>
                  <a:moveTo>
                    <a:pt x="89358" y="172280"/>
                  </a:moveTo>
                  <a:lnTo>
                    <a:pt x="89358" y="172879"/>
                  </a:lnTo>
                  <a:lnTo>
                    <a:pt x="89508" y="173927"/>
                  </a:lnTo>
                  <a:lnTo>
                    <a:pt x="90106" y="185152"/>
                  </a:lnTo>
                  <a:lnTo>
                    <a:pt x="86514" y="184404"/>
                  </a:lnTo>
                  <a:lnTo>
                    <a:pt x="83071" y="183506"/>
                  </a:lnTo>
                  <a:lnTo>
                    <a:pt x="84568" y="183656"/>
                  </a:lnTo>
                  <a:lnTo>
                    <a:pt x="85466" y="183805"/>
                  </a:lnTo>
                  <a:lnTo>
                    <a:pt x="86364" y="183955"/>
                  </a:lnTo>
                  <a:lnTo>
                    <a:pt x="86514" y="183805"/>
                  </a:lnTo>
                  <a:lnTo>
                    <a:pt x="84419" y="183356"/>
                  </a:lnTo>
                  <a:lnTo>
                    <a:pt x="83221" y="183207"/>
                  </a:lnTo>
                  <a:lnTo>
                    <a:pt x="83670" y="182309"/>
                  </a:lnTo>
                  <a:lnTo>
                    <a:pt x="85017" y="182458"/>
                  </a:lnTo>
                  <a:lnTo>
                    <a:pt x="85915" y="182608"/>
                  </a:lnTo>
                  <a:lnTo>
                    <a:pt x="86963" y="182758"/>
                  </a:lnTo>
                  <a:lnTo>
                    <a:pt x="86963" y="182608"/>
                  </a:lnTo>
                  <a:lnTo>
                    <a:pt x="85915" y="182309"/>
                  </a:lnTo>
                  <a:lnTo>
                    <a:pt x="85017" y="182159"/>
                  </a:lnTo>
                  <a:lnTo>
                    <a:pt x="83820" y="182009"/>
                  </a:lnTo>
                  <a:lnTo>
                    <a:pt x="84119" y="181261"/>
                  </a:lnTo>
                  <a:lnTo>
                    <a:pt x="85616" y="181560"/>
                  </a:lnTo>
                  <a:lnTo>
                    <a:pt x="86963" y="181560"/>
                  </a:lnTo>
                  <a:lnTo>
                    <a:pt x="86963" y="181410"/>
                  </a:lnTo>
                  <a:lnTo>
                    <a:pt x="85317" y="181111"/>
                  </a:lnTo>
                  <a:lnTo>
                    <a:pt x="84269" y="180961"/>
                  </a:lnTo>
                  <a:lnTo>
                    <a:pt x="84868" y="179914"/>
                  </a:lnTo>
                  <a:lnTo>
                    <a:pt x="86215" y="180213"/>
                  </a:lnTo>
                  <a:lnTo>
                    <a:pt x="87712" y="180213"/>
                  </a:lnTo>
                  <a:lnTo>
                    <a:pt x="87712" y="180063"/>
                  </a:lnTo>
                  <a:lnTo>
                    <a:pt x="86813" y="179914"/>
                  </a:lnTo>
                  <a:lnTo>
                    <a:pt x="85915" y="179764"/>
                  </a:lnTo>
                  <a:lnTo>
                    <a:pt x="85017" y="179614"/>
                  </a:lnTo>
                  <a:lnTo>
                    <a:pt x="85466" y="178716"/>
                  </a:lnTo>
                  <a:lnTo>
                    <a:pt x="86364" y="179016"/>
                  </a:lnTo>
                  <a:lnTo>
                    <a:pt x="87113" y="179165"/>
                  </a:lnTo>
                  <a:lnTo>
                    <a:pt x="87861" y="179165"/>
                  </a:lnTo>
                  <a:lnTo>
                    <a:pt x="87861" y="179016"/>
                  </a:lnTo>
                  <a:lnTo>
                    <a:pt x="85915" y="178716"/>
                  </a:lnTo>
                  <a:lnTo>
                    <a:pt x="85466" y="178567"/>
                  </a:lnTo>
                  <a:lnTo>
                    <a:pt x="85915" y="177818"/>
                  </a:lnTo>
                  <a:lnTo>
                    <a:pt x="86364" y="177968"/>
                  </a:lnTo>
                  <a:lnTo>
                    <a:pt x="87113" y="177968"/>
                  </a:lnTo>
                  <a:lnTo>
                    <a:pt x="88011" y="178118"/>
                  </a:lnTo>
                  <a:lnTo>
                    <a:pt x="88011" y="177968"/>
                  </a:lnTo>
                  <a:lnTo>
                    <a:pt x="86813" y="177668"/>
                  </a:lnTo>
                  <a:lnTo>
                    <a:pt x="86065" y="177668"/>
                  </a:lnTo>
                  <a:lnTo>
                    <a:pt x="86364" y="176920"/>
                  </a:lnTo>
                  <a:lnTo>
                    <a:pt x="87262" y="177070"/>
                  </a:lnTo>
                  <a:lnTo>
                    <a:pt x="88161" y="177070"/>
                  </a:lnTo>
                  <a:lnTo>
                    <a:pt x="88161" y="176920"/>
                  </a:lnTo>
                  <a:lnTo>
                    <a:pt x="87412" y="176770"/>
                  </a:lnTo>
                  <a:lnTo>
                    <a:pt x="86514" y="176621"/>
                  </a:lnTo>
                  <a:lnTo>
                    <a:pt x="86813" y="175872"/>
                  </a:lnTo>
                  <a:lnTo>
                    <a:pt x="87562" y="176022"/>
                  </a:lnTo>
                  <a:lnTo>
                    <a:pt x="88310" y="176022"/>
                  </a:lnTo>
                  <a:lnTo>
                    <a:pt x="88310" y="175872"/>
                  </a:lnTo>
                  <a:lnTo>
                    <a:pt x="87113" y="175723"/>
                  </a:lnTo>
                  <a:lnTo>
                    <a:pt x="86963" y="175723"/>
                  </a:lnTo>
                  <a:lnTo>
                    <a:pt x="87262" y="174974"/>
                  </a:lnTo>
                  <a:lnTo>
                    <a:pt x="88610" y="175124"/>
                  </a:lnTo>
                  <a:lnTo>
                    <a:pt x="88610" y="174974"/>
                  </a:lnTo>
                  <a:lnTo>
                    <a:pt x="87412" y="174825"/>
                  </a:lnTo>
                  <a:lnTo>
                    <a:pt x="87712" y="174226"/>
                  </a:lnTo>
                  <a:lnTo>
                    <a:pt x="88011" y="174226"/>
                  </a:lnTo>
                  <a:lnTo>
                    <a:pt x="88909" y="174076"/>
                  </a:lnTo>
                  <a:lnTo>
                    <a:pt x="89059" y="174076"/>
                  </a:lnTo>
                  <a:lnTo>
                    <a:pt x="88909" y="173927"/>
                  </a:lnTo>
                  <a:lnTo>
                    <a:pt x="87861" y="173927"/>
                  </a:lnTo>
                  <a:lnTo>
                    <a:pt x="88011" y="173627"/>
                  </a:lnTo>
                  <a:lnTo>
                    <a:pt x="88161" y="173178"/>
                  </a:lnTo>
                  <a:lnTo>
                    <a:pt x="88909" y="173178"/>
                  </a:lnTo>
                  <a:lnTo>
                    <a:pt x="88909" y="173028"/>
                  </a:lnTo>
                  <a:lnTo>
                    <a:pt x="88310" y="173028"/>
                  </a:lnTo>
                  <a:lnTo>
                    <a:pt x="88460" y="172729"/>
                  </a:lnTo>
                  <a:lnTo>
                    <a:pt x="88610" y="172280"/>
                  </a:lnTo>
                  <a:close/>
                  <a:moveTo>
                    <a:pt x="120790" y="172280"/>
                  </a:moveTo>
                  <a:lnTo>
                    <a:pt x="120940" y="172729"/>
                  </a:lnTo>
                  <a:lnTo>
                    <a:pt x="121090" y="173028"/>
                  </a:lnTo>
                  <a:lnTo>
                    <a:pt x="120491" y="173028"/>
                  </a:lnTo>
                  <a:lnTo>
                    <a:pt x="120491" y="173178"/>
                  </a:lnTo>
                  <a:lnTo>
                    <a:pt x="121239" y="173178"/>
                  </a:lnTo>
                  <a:lnTo>
                    <a:pt x="121389" y="173627"/>
                  </a:lnTo>
                  <a:lnTo>
                    <a:pt x="121539" y="173927"/>
                  </a:lnTo>
                  <a:lnTo>
                    <a:pt x="120491" y="173927"/>
                  </a:lnTo>
                  <a:lnTo>
                    <a:pt x="120491" y="174076"/>
                  </a:lnTo>
                  <a:lnTo>
                    <a:pt x="121389" y="174226"/>
                  </a:lnTo>
                  <a:lnTo>
                    <a:pt x="121688" y="174226"/>
                  </a:lnTo>
                  <a:lnTo>
                    <a:pt x="121988" y="174825"/>
                  </a:lnTo>
                  <a:lnTo>
                    <a:pt x="120790" y="174974"/>
                  </a:lnTo>
                  <a:lnTo>
                    <a:pt x="120790" y="175124"/>
                  </a:lnTo>
                  <a:lnTo>
                    <a:pt x="122138" y="174974"/>
                  </a:lnTo>
                  <a:lnTo>
                    <a:pt x="122437" y="175723"/>
                  </a:lnTo>
                  <a:lnTo>
                    <a:pt x="122287" y="175723"/>
                  </a:lnTo>
                  <a:lnTo>
                    <a:pt x="121090" y="175872"/>
                  </a:lnTo>
                  <a:lnTo>
                    <a:pt x="121090" y="176022"/>
                  </a:lnTo>
                  <a:lnTo>
                    <a:pt x="121838" y="176022"/>
                  </a:lnTo>
                  <a:lnTo>
                    <a:pt x="122587" y="175872"/>
                  </a:lnTo>
                  <a:lnTo>
                    <a:pt x="122886" y="176621"/>
                  </a:lnTo>
                  <a:lnTo>
                    <a:pt x="122138" y="176770"/>
                  </a:lnTo>
                  <a:lnTo>
                    <a:pt x="121239" y="176920"/>
                  </a:lnTo>
                  <a:lnTo>
                    <a:pt x="121239" y="177070"/>
                  </a:lnTo>
                  <a:lnTo>
                    <a:pt x="122138" y="177070"/>
                  </a:lnTo>
                  <a:lnTo>
                    <a:pt x="123036" y="176920"/>
                  </a:lnTo>
                  <a:lnTo>
                    <a:pt x="123485" y="177668"/>
                  </a:lnTo>
                  <a:lnTo>
                    <a:pt x="122736" y="177668"/>
                  </a:lnTo>
                  <a:lnTo>
                    <a:pt x="121389" y="177968"/>
                  </a:lnTo>
                  <a:lnTo>
                    <a:pt x="121389" y="178118"/>
                  </a:lnTo>
                  <a:lnTo>
                    <a:pt x="122287" y="177968"/>
                  </a:lnTo>
                  <a:lnTo>
                    <a:pt x="123185" y="177968"/>
                  </a:lnTo>
                  <a:lnTo>
                    <a:pt x="123634" y="177818"/>
                  </a:lnTo>
                  <a:lnTo>
                    <a:pt x="123934" y="178567"/>
                  </a:lnTo>
                  <a:lnTo>
                    <a:pt x="123485" y="178716"/>
                  </a:lnTo>
                  <a:lnTo>
                    <a:pt x="121539" y="179016"/>
                  </a:lnTo>
                  <a:lnTo>
                    <a:pt x="121539" y="179165"/>
                  </a:lnTo>
                  <a:lnTo>
                    <a:pt x="122287" y="179165"/>
                  </a:lnTo>
                  <a:lnTo>
                    <a:pt x="123036" y="179016"/>
                  </a:lnTo>
                  <a:lnTo>
                    <a:pt x="124083" y="178716"/>
                  </a:lnTo>
                  <a:lnTo>
                    <a:pt x="124532" y="179614"/>
                  </a:lnTo>
                  <a:lnTo>
                    <a:pt x="123634" y="179764"/>
                  </a:lnTo>
                  <a:lnTo>
                    <a:pt x="122736" y="179914"/>
                  </a:lnTo>
                  <a:lnTo>
                    <a:pt x="121838" y="180063"/>
                  </a:lnTo>
                  <a:lnTo>
                    <a:pt x="121838" y="180213"/>
                  </a:lnTo>
                  <a:lnTo>
                    <a:pt x="123185" y="180213"/>
                  </a:lnTo>
                  <a:lnTo>
                    <a:pt x="124532" y="179914"/>
                  </a:lnTo>
                  <a:lnTo>
                    <a:pt x="125131" y="180961"/>
                  </a:lnTo>
                  <a:lnTo>
                    <a:pt x="124233" y="181111"/>
                  </a:lnTo>
                  <a:lnTo>
                    <a:pt x="122437" y="181410"/>
                  </a:lnTo>
                  <a:lnTo>
                    <a:pt x="122437" y="181560"/>
                  </a:lnTo>
                  <a:lnTo>
                    <a:pt x="123784" y="181560"/>
                  </a:lnTo>
                  <a:lnTo>
                    <a:pt x="125281" y="181261"/>
                  </a:lnTo>
                  <a:lnTo>
                    <a:pt x="125730" y="182009"/>
                  </a:lnTo>
                  <a:lnTo>
                    <a:pt x="124383" y="182159"/>
                  </a:lnTo>
                  <a:lnTo>
                    <a:pt x="123485" y="182309"/>
                  </a:lnTo>
                  <a:lnTo>
                    <a:pt x="122437" y="182608"/>
                  </a:lnTo>
                  <a:lnTo>
                    <a:pt x="122437" y="182758"/>
                  </a:lnTo>
                  <a:lnTo>
                    <a:pt x="122587" y="182758"/>
                  </a:lnTo>
                  <a:lnTo>
                    <a:pt x="123485" y="182608"/>
                  </a:lnTo>
                  <a:lnTo>
                    <a:pt x="124383" y="182458"/>
                  </a:lnTo>
                  <a:lnTo>
                    <a:pt x="125730" y="182309"/>
                  </a:lnTo>
                  <a:lnTo>
                    <a:pt x="126179" y="183207"/>
                  </a:lnTo>
                  <a:lnTo>
                    <a:pt x="124981" y="183356"/>
                  </a:lnTo>
                  <a:lnTo>
                    <a:pt x="123036" y="183805"/>
                  </a:lnTo>
                  <a:lnTo>
                    <a:pt x="122886" y="183805"/>
                  </a:lnTo>
                  <a:lnTo>
                    <a:pt x="123036" y="183955"/>
                  </a:lnTo>
                  <a:lnTo>
                    <a:pt x="123934" y="183805"/>
                  </a:lnTo>
                  <a:lnTo>
                    <a:pt x="124832" y="183656"/>
                  </a:lnTo>
                  <a:lnTo>
                    <a:pt x="126329" y="183506"/>
                  </a:lnTo>
                  <a:lnTo>
                    <a:pt x="126478" y="183506"/>
                  </a:lnTo>
                  <a:lnTo>
                    <a:pt x="122886" y="184404"/>
                  </a:lnTo>
                  <a:lnTo>
                    <a:pt x="119294" y="185152"/>
                  </a:lnTo>
                  <a:lnTo>
                    <a:pt x="120042" y="173927"/>
                  </a:lnTo>
                  <a:lnTo>
                    <a:pt x="120042" y="172879"/>
                  </a:lnTo>
                  <a:lnTo>
                    <a:pt x="120042" y="172280"/>
                  </a:lnTo>
                  <a:close/>
                  <a:moveTo>
                    <a:pt x="90406" y="174076"/>
                  </a:moveTo>
                  <a:lnTo>
                    <a:pt x="94746" y="174825"/>
                  </a:lnTo>
                  <a:lnTo>
                    <a:pt x="99237" y="175274"/>
                  </a:lnTo>
                  <a:lnTo>
                    <a:pt x="100883" y="186350"/>
                  </a:lnTo>
                  <a:lnTo>
                    <a:pt x="95944" y="185901"/>
                  </a:lnTo>
                  <a:lnTo>
                    <a:pt x="91154" y="185302"/>
                  </a:lnTo>
                  <a:lnTo>
                    <a:pt x="90406" y="174076"/>
                  </a:lnTo>
                  <a:close/>
                  <a:moveTo>
                    <a:pt x="118994" y="174076"/>
                  </a:moveTo>
                  <a:lnTo>
                    <a:pt x="118246" y="185302"/>
                  </a:lnTo>
                  <a:lnTo>
                    <a:pt x="113756" y="185901"/>
                  </a:lnTo>
                  <a:lnTo>
                    <a:pt x="109265" y="186350"/>
                  </a:lnTo>
                  <a:lnTo>
                    <a:pt x="110762" y="175274"/>
                  </a:lnTo>
                  <a:lnTo>
                    <a:pt x="114953" y="174825"/>
                  </a:lnTo>
                  <a:lnTo>
                    <a:pt x="118994" y="174076"/>
                  </a:lnTo>
                  <a:close/>
                  <a:moveTo>
                    <a:pt x="15716" y="108218"/>
                  </a:moveTo>
                  <a:lnTo>
                    <a:pt x="19608" y="108816"/>
                  </a:lnTo>
                  <a:lnTo>
                    <a:pt x="20057" y="113905"/>
                  </a:lnTo>
                  <a:lnTo>
                    <a:pt x="20805" y="118845"/>
                  </a:lnTo>
                  <a:lnTo>
                    <a:pt x="21703" y="123635"/>
                  </a:lnTo>
                  <a:lnTo>
                    <a:pt x="22901" y="128424"/>
                  </a:lnTo>
                  <a:lnTo>
                    <a:pt x="24398" y="133064"/>
                  </a:lnTo>
                  <a:lnTo>
                    <a:pt x="26194" y="137555"/>
                  </a:lnTo>
                  <a:lnTo>
                    <a:pt x="28140" y="141895"/>
                  </a:lnTo>
                  <a:lnTo>
                    <a:pt x="30385" y="146236"/>
                  </a:lnTo>
                  <a:lnTo>
                    <a:pt x="32780" y="150277"/>
                  </a:lnTo>
                  <a:lnTo>
                    <a:pt x="35474" y="154319"/>
                  </a:lnTo>
                  <a:lnTo>
                    <a:pt x="38318" y="158061"/>
                  </a:lnTo>
                  <a:lnTo>
                    <a:pt x="41461" y="161653"/>
                  </a:lnTo>
                  <a:lnTo>
                    <a:pt x="44754" y="165095"/>
                  </a:lnTo>
                  <a:lnTo>
                    <a:pt x="48196" y="168388"/>
                  </a:lnTo>
                  <a:lnTo>
                    <a:pt x="51938" y="171382"/>
                  </a:lnTo>
                  <a:lnTo>
                    <a:pt x="55680" y="174376"/>
                  </a:lnTo>
                  <a:lnTo>
                    <a:pt x="56129" y="174675"/>
                  </a:lnTo>
                  <a:lnTo>
                    <a:pt x="57177" y="175573"/>
                  </a:lnTo>
                  <a:lnTo>
                    <a:pt x="58375" y="176321"/>
                  </a:lnTo>
                  <a:lnTo>
                    <a:pt x="61218" y="177968"/>
                  </a:lnTo>
                  <a:lnTo>
                    <a:pt x="64661" y="179764"/>
                  </a:lnTo>
                  <a:lnTo>
                    <a:pt x="64960" y="179914"/>
                  </a:lnTo>
                  <a:lnTo>
                    <a:pt x="64960" y="180063"/>
                  </a:lnTo>
                  <a:lnTo>
                    <a:pt x="65110" y="180063"/>
                  </a:lnTo>
                  <a:lnTo>
                    <a:pt x="68852" y="181859"/>
                  </a:lnTo>
                  <a:lnTo>
                    <a:pt x="72594" y="183656"/>
                  </a:lnTo>
                  <a:lnTo>
                    <a:pt x="76486" y="185003"/>
                  </a:lnTo>
                  <a:lnTo>
                    <a:pt x="80527" y="186350"/>
                  </a:lnTo>
                  <a:lnTo>
                    <a:pt x="80976" y="186500"/>
                  </a:lnTo>
                  <a:lnTo>
                    <a:pt x="82323" y="186949"/>
                  </a:lnTo>
                  <a:lnTo>
                    <a:pt x="83820" y="187398"/>
                  </a:lnTo>
                  <a:lnTo>
                    <a:pt x="86963" y="187996"/>
                  </a:lnTo>
                  <a:lnTo>
                    <a:pt x="90555" y="188745"/>
                  </a:lnTo>
                  <a:lnTo>
                    <a:pt x="94148" y="189194"/>
                  </a:lnTo>
                  <a:lnTo>
                    <a:pt x="97740" y="189643"/>
                  </a:lnTo>
                  <a:lnTo>
                    <a:pt x="101482" y="189792"/>
                  </a:lnTo>
                  <a:lnTo>
                    <a:pt x="102081" y="193684"/>
                  </a:lnTo>
                  <a:lnTo>
                    <a:pt x="97740" y="193534"/>
                  </a:lnTo>
                  <a:lnTo>
                    <a:pt x="93399" y="193085"/>
                  </a:lnTo>
                  <a:lnTo>
                    <a:pt x="89208" y="192487"/>
                  </a:lnTo>
                  <a:lnTo>
                    <a:pt x="85017" y="191589"/>
                  </a:lnTo>
                  <a:lnTo>
                    <a:pt x="80976" y="190541"/>
                  </a:lnTo>
                  <a:lnTo>
                    <a:pt x="76935" y="189343"/>
                  </a:lnTo>
                  <a:lnTo>
                    <a:pt x="72893" y="187996"/>
                  </a:lnTo>
                  <a:lnTo>
                    <a:pt x="69151" y="186350"/>
                  </a:lnTo>
                  <a:lnTo>
                    <a:pt x="65409" y="184554"/>
                  </a:lnTo>
                  <a:lnTo>
                    <a:pt x="61667" y="182758"/>
                  </a:lnTo>
                  <a:lnTo>
                    <a:pt x="58075" y="180662"/>
                  </a:lnTo>
                  <a:lnTo>
                    <a:pt x="54633" y="178417"/>
                  </a:lnTo>
                  <a:lnTo>
                    <a:pt x="51340" y="176022"/>
                  </a:lnTo>
                  <a:lnTo>
                    <a:pt x="48196" y="173477"/>
                  </a:lnTo>
                  <a:lnTo>
                    <a:pt x="45053" y="170783"/>
                  </a:lnTo>
                  <a:lnTo>
                    <a:pt x="42060" y="167939"/>
                  </a:lnTo>
                  <a:lnTo>
                    <a:pt x="39216" y="164946"/>
                  </a:lnTo>
                  <a:lnTo>
                    <a:pt x="36522" y="161952"/>
                  </a:lnTo>
                  <a:lnTo>
                    <a:pt x="33977" y="158809"/>
                  </a:lnTo>
                  <a:lnTo>
                    <a:pt x="31582" y="155366"/>
                  </a:lnTo>
                  <a:lnTo>
                    <a:pt x="29187" y="152073"/>
                  </a:lnTo>
                  <a:lnTo>
                    <a:pt x="27092" y="148481"/>
                  </a:lnTo>
                  <a:lnTo>
                    <a:pt x="25146" y="144889"/>
                  </a:lnTo>
                  <a:lnTo>
                    <a:pt x="23350" y="141147"/>
                  </a:lnTo>
                  <a:lnTo>
                    <a:pt x="21853" y="137255"/>
                  </a:lnTo>
                  <a:lnTo>
                    <a:pt x="20356" y="133364"/>
                  </a:lnTo>
                  <a:lnTo>
                    <a:pt x="19159" y="129322"/>
                  </a:lnTo>
                  <a:lnTo>
                    <a:pt x="18111" y="125281"/>
                  </a:lnTo>
                  <a:lnTo>
                    <a:pt x="17213" y="121090"/>
                  </a:lnTo>
                  <a:lnTo>
                    <a:pt x="16465" y="116899"/>
                  </a:lnTo>
                  <a:lnTo>
                    <a:pt x="16016" y="112558"/>
                  </a:lnTo>
                  <a:lnTo>
                    <a:pt x="15716" y="108218"/>
                  </a:lnTo>
                  <a:close/>
                  <a:moveTo>
                    <a:pt x="193684" y="107469"/>
                  </a:moveTo>
                  <a:lnTo>
                    <a:pt x="193534" y="111810"/>
                  </a:lnTo>
                  <a:lnTo>
                    <a:pt x="193085" y="116001"/>
                  </a:lnTo>
                  <a:lnTo>
                    <a:pt x="192337" y="120342"/>
                  </a:lnTo>
                  <a:lnTo>
                    <a:pt x="191588" y="124383"/>
                  </a:lnTo>
                  <a:lnTo>
                    <a:pt x="190541" y="128574"/>
                  </a:lnTo>
                  <a:lnTo>
                    <a:pt x="189343" y="132615"/>
                  </a:lnTo>
                  <a:lnTo>
                    <a:pt x="187846" y="136507"/>
                  </a:lnTo>
                  <a:lnTo>
                    <a:pt x="186350" y="140399"/>
                  </a:lnTo>
                  <a:lnTo>
                    <a:pt x="184553" y="144140"/>
                  </a:lnTo>
                  <a:lnTo>
                    <a:pt x="182608" y="147733"/>
                  </a:lnTo>
                  <a:lnTo>
                    <a:pt x="180512" y="151325"/>
                  </a:lnTo>
                  <a:lnTo>
                    <a:pt x="178267" y="154768"/>
                  </a:lnTo>
                  <a:lnTo>
                    <a:pt x="175872" y="158061"/>
                  </a:lnTo>
                  <a:lnTo>
                    <a:pt x="173477" y="161354"/>
                  </a:lnTo>
                  <a:lnTo>
                    <a:pt x="170783" y="164347"/>
                  </a:lnTo>
                  <a:lnTo>
                    <a:pt x="167939" y="167341"/>
                  </a:lnTo>
                  <a:lnTo>
                    <a:pt x="164946" y="170185"/>
                  </a:lnTo>
                  <a:lnTo>
                    <a:pt x="161952" y="172879"/>
                  </a:lnTo>
                  <a:lnTo>
                    <a:pt x="158659" y="175573"/>
                  </a:lnTo>
                  <a:lnTo>
                    <a:pt x="155366" y="177968"/>
                  </a:lnTo>
                  <a:lnTo>
                    <a:pt x="151924" y="180213"/>
                  </a:lnTo>
                  <a:lnTo>
                    <a:pt x="148481" y="182309"/>
                  </a:lnTo>
                  <a:lnTo>
                    <a:pt x="144739" y="184254"/>
                  </a:lnTo>
                  <a:lnTo>
                    <a:pt x="140997" y="186050"/>
                  </a:lnTo>
                  <a:lnTo>
                    <a:pt x="137255" y="187697"/>
                  </a:lnTo>
                  <a:lnTo>
                    <a:pt x="133214" y="189044"/>
                  </a:lnTo>
                  <a:lnTo>
                    <a:pt x="129322" y="190391"/>
                  </a:lnTo>
                  <a:lnTo>
                    <a:pt x="125131" y="191439"/>
                  </a:lnTo>
                  <a:lnTo>
                    <a:pt x="121090" y="192337"/>
                  </a:lnTo>
                  <a:lnTo>
                    <a:pt x="116899" y="192936"/>
                  </a:lnTo>
                  <a:lnTo>
                    <a:pt x="112558" y="193385"/>
                  </a:lnTo>
                  <a:lnTo>
                    <a:pt x="108217" y="193684"/>
                  </a:lnTo>
                  <a:lnTo>
                    <a:pt x="108816" y="189792"/>
                  </a:lnTo>
                  <a:lnTo>
                    <a:pt x="112109" y="189493"/>
                  </a:lnTo>
                  <a:lnTo>
                    <a:pt x="115552" y="189194"/>
                  </a:lnTo>
                  <a:lnTo>
                    <a:pt x="118845" y="188745"/>
                  </a:lnTo>
                  <a:lnTo>
                    <a:pt x="122138" y="187996"/>
                  </a:lnTo>
                  <a:lnTo>
                    <a:pt x="125430" y="187398"/>
                  </a:lnTo>
                  <a:lnTo>
                    <a:pt x="127077" y="186949"/>
                  </a:lnTo>
                  <a:lnTo>
                    <a:pt x="128424" y="186500"/>
                  </a:lnTo>
                  <a:lnTo>
                    <a:pt x="128873" y="186350"/>
                  </a:lnTo>
                  <a:lnTo>
                    <a:pt x="132615" y="185152"/>
                  </a:lnTo>
                  <a:lnTo>
                    <a:pt x="136357" y="183805"/>
                  </a:lnTo>
                  <a:lnTo>
                    <a:pt x="139949" y="182309"/>
                  </a:lnTo>
                  <a:lnTo>
                    <a:pt x="143392" y="180512"/>
                  </a:lnTo>
                  <a:lnTo>
                    <a:pt x="144290" y="180063"/>
                  </a:lnTo>
                  <a:lnTo>
                    <a:pt x="144889" y="179764"/>
                  </a:lnTo>
                  <a:lnTo>
                    <a:pt x="148182" y="177968"/>
                  </a:lnTo>
                  <a:lnTo>
                    <a:pt x="151025" y="176321"/>
                  </a:lnTo>
                  <a:lnTo>
                    <a:pt x="152223" y="175573"/>
                  </a:lnTo>
                  <a:lnTo>
                    <a:pt x="153420" y="174675"/>
                  </a:lnTo>
                  <a:lnTo>
                    <a:pt x="153869" y="174376"/>
                  </a:lnTo>
                  <a:lnTo>
                    <a:pt x="153720" y="174226"/>
                  </a:lnTo>
                  <a:lnTo>
                    <a:pt x="156863" y="171981"/>
                  </a:lnTo>
                  <a:lnTo>
                    <a:pt x="160006" y="169436"/>
                  </a:lnTo>
                  <a:lnTo>
                    <a:pt x="161952" y="167790"/>
                  </a:lnTo>
                  <a:lnTo>
                    <a:pt x="164047" y="165694"/>
                  </a:lnTo>
                  <a:lnTo>
                    <a:pt x="165993" y="163748"/>
                  </a:lnTo>
                  <a:lnTo>
                    <a:pt x="168089" y="161503"/>
                  </a:lnTo>
                  <a:lnTo>
                    <a:pt x="169885" y="159408"/>
                  </a:lnTo>
                  <a:lnTo>
                    <a:pt x="170633" y="158510"/>
                  </a:lnTo>
                  <a:lnTo>
                    <a:pt x="172579" y="156115"/>
                  </a:lnTo>
                  <a:lnTo>
                    <a:pt x="173777" y="154468"/>
                  </a:lnTo>
                  <a:lnTo>
                    <a:pt x="174226" y="153870"/>
                  </a:lnTo>
                  <a:lnTo>
                    <a:pt x="175872" y="151325"/>
                  </a:lnTo>
                  <a:lnTo>
                    <a:pt x="177519" y="148781"/>
                  </a:lnTo>
                  <a:lnTo>
                    <a:pt x="179015" y="146236"/>
                  </a:lnTo>
                  <a:lnTo>
                    <a:pt x="180362" y="143542"/>
                  </a:lnTo>
                  <a:lnTo>
                    <a:pt x="181710" y="140848"/>
                  </a:lnTo>
                  <a:lnTo>
                    <a:pt x="183057" y="138153"/>
                  </a:lnTo>
                  <a:lnTo>
                    <a:pt x="184104" y="135309"/>
                  </a:lnTo>
                  <a:lnTo>
                    <a:pt x="185152" y="132466"/>
                  </a:lnTo>
                  <a:lnTo>
                    <a:pt x="186200" y="129472"/>
                  </a:lnTo>
                  <a:lnTo>
                    <a:pt x="186948" y="126478"/>
                  </a:lnTo>
                  <a:lnTo>
                    <a:pt x="187697" y="123485"/>
                  </a:lnTo>
                  <a:lnTo>
                    <a:pt x="188295" y="120491"/>
                  </a:lnTo>
                  <a:lnTo>
                    <a:pt x="188894" y="117498"/>
                  </a:lnTo>
                  <a:lnTo>
                    <a:pt x="189343" y="114354"/>
                  </a:lnTo>
                  <a:lnTo>
                    <a:pt x="189642" y="111211"/>
                  </a:lnTo>
                  <a:lnTo>
                    <a:pt x="189792" y="108068"/>
                  </a:lnTo>
                  <a:lnTo>
                    <a:pt x="193684" y="107469"/>
                  </a:lnTo>
                  <a:close/>
                  <a:moveTo>
                    <a:pt x="104925" y="105972"/>
                  </a:moveTo>
                  <a:lnTo>
                    <a:pt x="105523" y="106571"/>
                  </a:lnTo>
                  <a:lnTo>
                    <a:pt x="107020" y="108068"/>
                  </a:lnTo>
                  <a:lnTo>
                    <a:pt x="107170" y="108218"/>
                  </a:lnTo>
                  <a:lnTo>
                    <a:pt x="108217" y="109265"/>
                  </a:lnTo>
                  <a:lnTo>
                    <a:pt x="108367" y="109415"/>
                  </a:lnTo>
                  <a:lnTo>
                    <a:pt x="104925" y="109415"/>
                  </a:lnTo>
                  <a:lnTo>
                    <a:pt x="104775" y="109565"/>
                  </a:lnTo>
                  <a:lnTo>
                    <a:pt x="103278" y="109565"/>
                  </a:lnTo>
                  <a:lnTo>
                    <a:pt x="102679" y="109714"/>
                  </a:lnTo>
                  <a:lnTo>
                    <a:pt x="102530" y="109714"/>
                  </a:lnTo>
                  <a:lnTo>
                    <a:pt x="102530" y="109864"/>
                  </a:lnTo>
                  <a:lnTo>
                    <a:pt x="102530" y="110014"/>
                  </a:lnTo>
                  <a:lnTo>
                    <a:pt x="102679" y="110014"/>
                  </a:lnTo>
                  <a:lnTo>
                    <a:pt x="103877" y="110163"/>
                  </a:lnTo>
                  <a:lnTo>
                    <a:pt x="104326" y="110163"/>
                  </a:lnTo>
                  <a:lnTo>
                    <a:pt x="105523" y="110313"/>
                  </a:lnTo>
                  <a:lnTo>
                    <a:pt x="109265" y="110313"/>
                  </a:lnTo>
                  <a:lnTo>
                    <a:pt x="110612" y="111511"/>
                  </a:lnTo>
                  <a:lnTo>
                    <a:pt x="110612" y="111660"/>
                  </a:lnTo>
                  <a:lnTo>
                    <a:pt x="111361" y="112259"/>
                  </a:lnTo>
                  <a:lnTo>
                    <a:pt x="111510" y="112409"/>
                  </a:lnTo>
                  <a:lnTo>
                    <a:pt x="111959" y="112858"/>
                  </a:lnTo>
                  <a:lnTo>
                    <a:pt x="109265" y="112708"/>
                  </a:lnTo>
                  <a:lnTo>
                    <a:pt x="106571" y="112558"/>
                  </a:lnTo>
                  <a:lnTo>
                    <a:pt x="106421" y="112558"/>
                  </a:lnTo>
                  <a:lnTo>
                    <a:pt x="105673" y="112708"/>
                  </a:lnTo>
                  <a:lnTo>
                    <a:pt x="104326" y="112708"/>
                  </a:lnTo>
                  <a:lnTo>
                    <a:pt x="103278" y="112858"/>
                  </a:lnTo>
                  <a:lnTo>
                    <a:pt x="102979" y="112858"/>
                  </a:lnTo>
                  <a:lnTo>
                    <a:pt x="101781" y="113007"/>
                  </a:lnTo>
                  <a:lnTo>
                    <a:pt x="101781" y="113157"/>
                  </a:lnTo>
                  <a:lnTo>
                    <a:pt x="103727" y="113456"/>
                  </a:lnTo>
                  <a:lnTo>
                    <a:pt x="104475" y="113456"/>
                  </a:lnTo>
                  <a:lnTo>
                    <a:pt x="105673" y="113606"/>
                  </a:lnTo>
                  <a:lnTo>
                    <a:pt x="109116" y="113456"/>
                  </a:lnTo>
                  <a:lnTo>
                    <a:pt x="112408" y="113307"/>
                  </a:lnTo>
                  <a:lnTo>
                    <a:pt x="115851" y="116600"/>
                  </a:lnTo>
                  <a:lnTo>
                    <a:pt x="116599" y="117198"/>
                  </a:lnTo>
                  <a:lnTo>
                    <a:pt x="117048" y="117647"/>
                  </a:lnTo>
                  <a:lnTo>
                    <a:pt x="116749" y="119444"/>
                  </a:lnTo>
                  <a:lnTo>
                    <a:pt x="116300" y="119294"/>
                  </a:lnTo>
                  <a:lnTo>
                    <a:pt x="115552" y="119294"/>
                  </a:lnTo>
                  <a:lnTo>
                    <a:pt x="113157" y="119144"/>
                  </a:lnTo>
                  <a:lnTo>
                    <a:pt x="110762" y="119144"/>
                  </a:lnTo>
                  <a:lnTo>
                    <a:pt x="105972" y="119294"/>
                  </a:lnTo>
                  <a:lnTo>
                    <a:pt x="103577" y="119294"/>
                  </a:lnTo>
                  <a:lnTo>
                    <a:pt x="103428" y="119444"/>
                  </a:lnTo>
                  <a:lnTo>
                    <a:pt x="103428" y="119593"/>
                  </a:lnTo>
                  <a:lnTo>
                    <a:pt x="103428" y="119743"/>
                  </a:lnTo>
                  <a:lnTo>
                    <a:pt x="104625" y="119743"/>
                  </a:lnTo>
                  <a:lnTo>
                    <a:pt x="105523" y="119893"/>
                  </a:lnTo>
                  <a:lnTo>
                    <a:pt x="106721" y="119893"/>
                  </a:lnTo>
                  <a:lnTo>
                    <a:pt x="111061" y="120042"/>
                  </a:lnTo>
                  <a:lnTo>
                    <a:pt x="113307" y="120042"/>
                  </a:lnTo>
                  <a:lnTo>
                    <a:pt x="115402" y="119893"/>
                  </a:lnTo>
                  <a:lnTo>
                    <a:pt x="116150" y="119743"/>
                  </a:lnTo>
                  <a:lnTo>
                    <a:pt x="116749" y="119743"/>
                  </a:lnTo>
                  <a:lnTo>
                    <a:pt x="115851" y="126628"/>
                  </a:lnTo>
                  <a:lnTo>
                    <a:pt x="115701" y="127227"/>
                  </a:lnTo>
                  <a:lnTo>
                    <a:pt x="115552" y="127975"/>
                  </a:lnTo>
                  <a:lnTo>
                    <a:pt x="112857" y="147733"/>
                  </a:lnTo>
                  <a:lnTo>
                    <a:pt x="112708" y="149230"/>
                  </a:lnTo>
                  <a:lnTo>
                    <a:pt x="111660" y="156414"/>
                  </a:lnTo>
                  <a:lnTo>
                    <a:pt x="111510" y="158210"/>
                  </a:lnTo>
                  <a:lnTo>
                    <a:pt x="109265" y="174376"/>
                  </a:lnTo>
                  <a:lnTo>
                    <a:pt x="109116" y="175423"/>
                  </a:lnTo>
                  <a:lnTo>
                    <a:pt x="107619" y="186350"/>
                  </a:lnTo>
                  <a:lnTo>
                    <a:pt x="107170" y="189792"/>
                  </a:lnTo>
                  <a:lnTo>
                    <a:pt x="106571" y="193834"/>
                  </a:lnTo>
                  <a:lnTo>
                    <a:pt x="106122" y="197127"/>
                  </a:lnTo>
                  <a:lnTo>
                    <a:pt x="105673" y="199971"/>
                  </a:lnTo>
                  <a:lnTo>
                    <a:pt x="105224" y="203713"/>
                  </a:lnTo>
                  <a:lnTo>
                    <a:pt x="104625" y="199971"/>
                  </a:lnTo>
                  <a:lnTo>
                    <a:pt x="104176" y="197127"/>
                  </a:lnTo>
                  <a:lnTo>
                    <a:pt x="103727" y="193834"/>
                  </a:lnTo>
                  <a:lnTo>
                    <a:pt x="103128" y="189792"/>
                  </a:lnTo>
                  <a:lnTo>
                    <a:pt x="102530" y="186350"/>
                  </a:lnTo>
                  <a:lnTo>
                    <a:pt x="100883" y="175423"/>
                  </a:lnTo>
                  <a:lnTo>
                    <a:pt x="100734" y="174525"/>
                  </a:lnTo>
                  <a:lnTo>
                    <a:pt x="98339" y="158210"/>
                  </a:lnTo>
                  <a:lnTo>
                    <a:pt x="98039" y="156414"/>
                  </a:lnTo>
                  <a:lnTo>
                    <a:pt x="96992" y="149379"/>
                  </a:lnTo>
                  <a:lnTo>
                    <a:pt x="96692" y="147733"/>
                  </a:lnTo>
                  <a:lnTo>
                    <a:pt x="93848" y="128724"/>
                  </a:lnTo>
                  <a:lnTo>
                    <a:pt x="93699" y="127975"/>
                  </a:lnTo>
                  <a:lnTo>
                    <a:pt x="93699" y="127376"/>
                  </a:lnTo>
                  <a:lnTo>
                    <a:pt x="93100" y="124084"/>
                  </a:lnTo>
                  <a:lnTo>
                    <a:pt x="93100" y="123485"/>
                  </a:lnTo>
                  <a:lnTo>
                    <a:pt x="92501" y="119743"/>
                  </a:lnTo>
                  <a:lnTo>
                    <a:pt x="92501" y="119444"/>
                  </a:lnTo>
                  <a:lnTo>
                    <a:pt x="92352" y="118845"/>
                  </a:lnTo>
                  <a:lnTo>
                    <a:pt x="92651" y="118845"/>
                  </a:lnTo>
                  <a:lnTo>
                    <a:pt x="92950" y="118545"/>
                  </a:lnTo>
                  <a:lnTo>
                    <a:pt x="93549" y="117797"/>
                  </a:lnTo>
                  <a:lnTo>
                    <a:pt x="93848" y="117498"/>
                  </a:lnTo>
                  <a:lnTo>
                    <a:pt x="95495" y="115702"/>
                  </a:lnTo>
                  <a:lnTo>
                    <a:pt x="95644" y="115702"/>
                  </a:lnTo>
                  <a:lnTo>
                    <a:pt x="97141" y="113905"/>
                  </a:lnTo>
                  <a:lnTo>
                    <a:pt x="97291" y="113905"/>
                  </a:lnTo>
                  <a:lnTo>
                    <a:pt x="98937" y="112109"/>
                  </a:lnTo>
                  <a:lnTo>
                    <a:pt x="99237" y="111660"/>
                  </a:lnTo>
                  <a:lnTo>
                    <a:pt x="99386" y="112409"/>
                  </a:lnTo>
                  <a:lnTo>
                    <a:pt x="99386" y="112558"/>
                  </a:lnTo>
                  <a:lnTo>
                    <a:pt x="99386" y="113606"/>
                  </a:lnTo>
                  <a:lnTo>
                    <a:pt x="99536" y="113756"/>
                  </a:lnTo>
                  <a:lnTo>
                    <a:pt x="99686" y="113606"/>
                  </a:lnTo>
                  <a:lnTo>
                    <a:pt x="99835" y="113007"/>
                  </a:lnTo>
                  <a:lnTo>
                    <a:pt x="99835" y="112858"/>
                  </a:lnTo>
                  <a:lnTo>
                    <a:pt x="99985" y="111062"/>
                  </a:lnTo>
                  <a:lnTo>
                    <a:pt x="100584" y="110313"/>
                  </a:lnTo>
                  <a:lnTo>
                    <a:pt x="100734" y="110163"/>
                  </a:lnTo>
                  <a:lnTo>
                    <a:pt x="102230" y="108517"/>
                  </a:lnTo>
                  <a:lnTo>
                    <a:pt x="102380" y="108367"/>
                  </a:lnTo>
                  <a:lnTo>
                    <a:pt x="104176" y="106421"/>
                  </a:lnTo>
                  <a:lnTo>
                    <a:pt x="104775" y="105972"/>
                  </a:lnTo>
                  <a:close/>
                  <a:moveTo>
                    <a:pt x="103428" y="0"/>
                  </a:moveTo>
                  <a:lnTo>
                    <a:pt x="101632" y="12423"/>
                  </a:lnTo>
                  <a:lnTo>
                    <a:pt x="97141" y="12573"/>
                  </a:lnTo>
                  <a:lnTo>
                    <a:pt x="92651" y="13172"/>
                  </a:lnTo>
                  <a:lnTo>
                    <a:pt x="88161" y="13770"/>
                  </a:lnTo>
                  <a:lnTo>
                    <a:pt x="83820" y="14669"/>
                  </a:lnTo>
                  <a:lnTo>
                    <a:pt x="79629" y="15866"/>
                  </a:lnTo>
                  <a:lnTo>
                    <a:pt x="75288" y="17063"/>
                  </a:lnTo>
                  <a:lnTo>
                    <a:pt x="71247" y="18560"/>
                  </a:lnTo>
                  <a:lnTo>
                    <a:pt x="67206" y="20207"/>
                  </a:lnTo>
                  <a:lnTo>
                    <a:pt x="63314" y="22152"/>
                  </a:lnTo>
                  <a:lnTo>
                    <a:pt x="59572" y="24098"/>
                  </a:lnTo>
                  <a:lnTo>
                    <a:pt x="55830" y="26343"/>
                  </a:lnTo>
                  <a:lnTo>
                    <a:pt x="52238" y="28738"/>
                  </a:lnTo>
                  <a:lnTo>
                    <a:pt x="48795" y="31283"/>
                  </a:lnTo>
                  <a:lnTo>
                    <a:pt x="45353" y="33977"/>
                  </a:lnTo>
                  <a:lnTo>
                    <a:pt x="42209" y="36821"/>
                  </a:lnTo>
                  <a:lnTo>
                    <a:pt x="39066" y="39665"/>
                  </a:lnTo>
                  <a:lnTo>
                    <a:pt x="36072" y="42808"/>
                  </a:lnTo>
                  <a:lnTo>
                    <a:pt x="33378" y="46101"/>
                  </a:lnTo>
                  <a:lnTo>
                    <a:pt x="30684" y="49394"/>
                  </a:lnTo>
                  <a:lnTo>
                    <a:pt x="28140" y="52986"/>
                  </a:lnTo>
                  <a:lnTo>
                    <a:pt x="25894" y="56579"/>
                  </a:lnTo>
                  <a:lnTo>
                    <a:pt x="23649" y="60320"/>
                  </a:lnTo>
                  <a:lnTo>
                    <a:pt x="21703" y="64212"/>
                  </a:lnTo>
                  <a:lnTo>
                    <a:pt x="19907" y="68104"/>
                  </a:lnTo>
                  <a:lnTo>
                    <a:pt x="18261" y="72145"/>
                  </a:lnTo>
                  <a:lnTo>
                    <a:pt x="16764" y="76186"/>
                  </a:lnTo>
                  <a:lnTo>
                    <a:pt x="15567" y="80527"/>
                  </a:lnTo>
                  <a:lnTo>
                    <a:pt x="14519" y="84718"/>
                  </a:lnTo>
                  <a:lnTo>
                    <a:pt x="13621" y="89059"/>
                  </a:lnTo>
                  <a:lnTo>
                    <a:pt x="12872" y="93549"/>
                  </a:lnTo>
                  <a:lnTo>
                    <a:pt x="12573" y="98039"/>
                  </a:lnTo>
                  <a:lnTo>
                    <a:pt x="12274" y="102680"/>
                  </a:lnTo>
                  <a:lnTo>
                    <a:pt x="0" y="104476"/>
                  </a:lnTo>
                  <a:lnTo>
                    <a:pt x="0" y="106122"/>
                  </a:lnTo>
                  <a:lnTo>
                    <a:pt x="12274" y="107769"/>
                  </a:lnTo>
                  <a:lnTo>
                    <a:pt x="12573" y="112409"/>
                  </a:lnTo>
                  <a:lnTo>
                    <a:pt x="13022" y="116899"/>
                  </a:lnTo>
                  <a:lnTo>
                    <a:pt x="13770" y="121240"/>
                  </a:lnTo>
                  <a:lnTo>
                    <a:pt x="14668" y="125580"/>
                  </a:lnTo>
                  <a:lnTo>
                    <a:pt x="15716" y="129921"/>
                  </a:lnTo>
                  <a:lnTo>
                    <a:pt x="17063" y="134112"/>
                  </a:lnTo>
                  <a:lnTo>
                    <a:pt x="18560" y="138153"/>
                  </a:lnTo>
                  <a:lnTo>
                    <a:pt x="20207" y="142195"/>
                  </a:lnTo>
                  <a:lnTo>
                    <a:pt x="22003" y="146086"/>
                  </a:lnTo>
                  <a:lnTo>
                    <a:pt x="24098" y="149978"/>
                  </a:lnTo>
                  <a:lnTo>
                    <a:pt x="26343" y="153720"/>
                  </a:lnTo>
                  <a:lnTo>
                    <a:pt x="28589" y="157312"/>
                  </a:lnTo>
                  <a:lnTo>
                    <a:pt x="31133" y="160755"/>
                  </a:lnTo>
                  <a:lnTo>
                    <a:pt x="33827" y="164048"/>
                  </a:lnTo>
                  <a:lnTo>
                    <a:pt x="36671" y="167341"/>
                  </a:lnTo>
                  <a:lnTo>
                    <a:pt x="39665" y="170334"/>
                  </a:lnTo>
                  <a:lnTo>
                    <a:pt x="42808" y="173328"/>
                  </a:lnTo>
                  <a:lnTo>
                    <a:pt x="46101" y="176172"/>
                  </a:lnTo>
                  <a:lnTo>
                    <a:pt x="49394" y="178716"/>
                  </a:lnTo>
                  <a:lnTo>
                    <a:pt x="52836" y="181261"/>
                  </a:lnTo>
                  <a:lnTo>
                    <a:pt x="56578" y="183656"/>
                  </a:lnTo>
                  <a:lnTo>
                    <a:pt x="60320" y="185751"/>
                  </a:lnTo>
                  <a:lnTo>
                    <a:pt x="64062" y="187847"/>
                  </a:lnTo>
                  <a:lnTo>
                    <a:pt x="68104" y="189643"/>
                  </a:lnTo>
                  <a:lnTo>
                    <a:pt x="71995" y="191289"/>
                  </a:lnTo>
                  <a:lnTo>
                    <a:pt x="76186" y="192636"/>
                  </a:lnTo>
                  <a:lnTo>
                    <a:pt x="80377" y="193983"/>
                  </a:lnTo>
                  <a:lnTo>
                    <a:pt x="84718" y="195031"/>
                  </a:lnTo>
                  <a:lnTo>
                    <a:pt x="89059" y="195929"/>
                  </a:lnTo>
                  <a:lnTo>
                    <a:pt x="93549" y="196528"/>
                  </a:lnTo>
                  <a:lnTo>
                    <a:pt x="98039" y="196977"/>
                  </a:lnTo>
                  <a:lnTo>
                    <a:pt x="102530" y="197127"/>
                  </a:lnTo>
                  <a:lnTo>
                    <a:pt x="104475" y="209550"/>
                  </a:lnTo>
                  <a:lnTo>
                    <a:pt x="105972" y="209550"/>
                  </a:lnTo>
                  <a:lnTo>
                    <a:pt x="107768" y="197127"/>
                  </a:lnTo>
                  <a:lnTo>
                    <a:pt x="112259" y="196827"/>
                  </a:lnTo>
                  <a:lnTo>
                    <a:pt x="116749" y="196378"/>
                  </a:lnTo>
                  <a:lnTo>
                    <a:pt x="121239" y="195630"/>
                  </a:lnTo>
                  <a:lnTo>
                    <a:pt x="125580" y="194732"/>
                  </a:lnTo>
                  <a:lnTo>
                    <a:pt x="129771" y="193684"/>
                  </a:lnTo>
                  <a:lnTo>
                    <a:pt x="133962" y="192337"/>
                  </a:lnTo>
                  <a:lnTo>
                    <a:pt x="138153" y="190990"/>
                  </a:lnTo>
                  <a:lnTo>
                    <a:pt x="142194" y="189194"/>
                  </a:lnTo>
                  <a:lnTo>
                    <a:pt x="146086" y="187398"/>
                  </a:lnTo>
                  <a:lnTo>
                    <a:pt x="149828" y="185302"/>
                  </a:lnTo>
                  <a:lnTo>
                    <a:pt x="153570" y="183207"/>
                  </a:lnTo>
                  <a:lnTo>
                    <a:pt x="157162" y="180812"/>
                  </a:lnTo>
                  <a:lnTo>
                    <a:pt x="160605" y="178267"/>
                  </a:lnTo>
                  <a:lnTo>
                    <a:pt x="164047" y="175573"/>
                  </a:lnTo>
                  <a:lnTo>
                    <a:pt x="167191" y="172729"/>
                  </a:lnTo>
                  <a:lnTo>
                    <a:pt x="170334" y="169736"/>
                  </a:lnTo>
                  <a:lnTo>
                    <a:pt x="173328" y="166592"/>
                  </a:lnTo>
                  <a:lnTo>
                    <a:pt x="176022" y="163449"/>
                  </a:lnTo>
                  <a:lnTo>
                    <a:pt x="178716" y="160006"/>
                  </a:lnTo>
                  <a:lnTo>
                    <a:pt x="181260" y="156564"/>
                  </a:lnTo>
                  <a:lnTo>
                    <a:pt x="183506" y="152972"/>
                  </a:lnTo>
                  <a:lnTo>
                    <a:pt x="185751" y="149230"/>
                  </a:lnTo>
                  <a:lnTo>
                    <a:pt x="187697" y="145338"/>
                  </a:lnTo>
                  <a:lnTo>
                    <a:pt x="189493" y="141446"/>
                  </a:lnTo>
                  <a:lnTo>
                    <a:pt x="191139" y="137405"/>
                  </a:lnTo>
                  <a:lnTo>
                    <a:pt x="192636" y="133214"/>
                  </a:lnTo>
                  <a:lnTo>
                    <a:pt x="193833" y="129023"/>
                  </a:lnTo>
                  <a:lnTo>
                    <a:pt x="194881" y="124682"/>
                  </a:lnTo>
                  <a:lnTo>
                    <a:pt x="195779" y="120342"/>
                  </a:lnTo>
                  <a:lnTo>
                    <a:pt x="196378" y="116001"/>
                  </a:lnTo>
                  <a:lnTo>
                    <a:pt x="196827" y="111511"/>
                  </a:lnTo>
                  <a:lnTo>
                    <a:pt x="197126" y="106871"/>
                  </a:lnTo>
                  <a:lnTo>
                    <a:pt x="209400" y="105074"/>
                  </a:lnTo>
                  <a:lnTo>
                    <a:pt x="209400" y="103428"/>
                  </a:lnTo>
                  <a:lnTo>
                    <a:pt x="197126" y="101781"/>
                  </a:lnTo>
                  <a:lnTo>
                    <a:pt x="196827" y="97141"/>
                  </a:lnTo>
                  <a:lnTo>
                    <a:pt x="196378" y="92651"/>
                  </a:lnTo>
                  <a:lnTo>
                    <a:pt x="195630" y="88310"/>
                  </a:lnTo>
                  <a:lnTo>
                    <a:pt x="194732" y="83820"/>
                  </a:lnTo>
                  <a:lnTo>
                    <a:pt x="193684" y="79629"/>
                  </a:lnTo>
                  <a:lnTo>
                    <a:pt x="192337" y="75438"/>
                  </a:lnTo>
                  <a:lnTo>
                    <a:pt x="190840" y="71247"/>
                  </a:lnTo>
                  <a:lnTo>
                    <a:pt x="189193" y="67355"/>
                  </a:lnTo>
                  <a:lnTo>
                    <a:pt x="187397" y="63314"/>
                  </a:lnTo>
                  <a:lnTo>
                    <a:pt x="185302" y="59572"/>
                  </a:lnTo>
                  <a:lnTo>
                    <a:pt x="183057" y="55830"/>
                  </a:lnTo>
                  <a:lnTo>
                    <a:pt x="180662" y="52238"/>
                  </a:lnTo>
                  <a:lnTo>
                    <a:pt x="178267" y="48795"/>
                  </a:lnTo>
                  <a:lnTo>
                    <a:pt x="175573" y="45502"/>
                  </a:lnTo>
                  <a:lnTo>
                    <a:pt x="172729" y="42209"/>
                  </a:lnTo>
                  <a:lnTo>
                    <a:pt x="169735" y="39066"/>
                  </a:lnTo>
                  <a:lnTo>
                    <a:pt x="166592" y="36222"/>
                  </a:lnTo>
                  <a:lnTo>
                    <a:pt x="163299" y="33378"/>
                  </a:lnTo>
                  <a:lnTo>
                    <a:pt x="160006" y="30684"/>
                  </a:lnTo>
                  <a:lnTo>
                    <a:pt x="156414" y="28289"/>
                  </a:lnTo>
                  <a:lnTo>
                    <a:pt x="152822" y="25894"/>
                  </a:lnTo>
                  <a:lnTo>
                    <a:pt x="149080" y="23799"/>
                  </a:lnTo>
                  <a:lnTo>
                    <a:pt x="145338" y="21703"/>
                  </a:lnTo>
                  <a:lnTo>
                    <a:pt x="141296" y="19907"/>
                  </a:lnTo>
                  <a:lnTo>
                    <a:pt x="137405" y="18261"/>
                  </a:lnTo>
                  <a:lnTo>
                    <a:pt x="133214" y="16764"/>
                  </a:lnTo>
                  <a:lnTo>
                    <a:pt x="129023" y="15567"/>
                  </a:lnTo>
                  <a:lnTo>
                    <a:pt x="124682" y="14519"/>
                  </a:lnTo>
                  <a:lnTo>
                    <a:pt x="120341" y="13621"/>
                  </a:lnTo>
                  <a:lnTo>
                    <a:pt x="115851" y="13022"/>
                  </a:lnTo>
                  <a:lnTo>
                    <a:pt x="111361" y="12573"/>
                  </a:lnTo>
                  <a:lnTo>
                    <a:pt x="106870" y="12423"/>
                  </a:lnTo>
                  <a:lnTo>
                    <a:pt x="10492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7" name="Google Shape;427;p40"/>
            <p:cNvSpPr/>
            <p:nvPr/>
          </p:nvSpPr>
          <p:spPr>
            <a:xfrm>
              <a:off x="4088775" y="2591800"/>
              <a:ext cx="18725" cy="291900"/>
            </a:xfrm>
            <a:custGeom>
              <a:rect b="b" l="l" r="r" t="t"/>
              <a:pathLst>
                <a:path extrusionOk="0" h="11676" w="749">
                  <a:moveTo>
                    <a:pt x="299" y="1"/>
                  </a:moveTo>
                  <a:lnTo>
                    <a:pt x="299" y="151"/>
                  </a:lnTo>
                  <a:lnTo>
                    <a:pt x="0" y="4791"/>
                  </a:lnTo>
                  <a:lnTo>
                    <a:pt x="150" y="9281"/>
                  </a:lnTo>
                  <a:lnTo>
                    <a:pt x="150" y="9730"/>
                  </a:lnTo>
                  <a:lnTo>
                    <a:pt x="150" y="9880"/>
                  </a:lnTo>
                  <a:lnTo>
                    <a:pt x="150" y="10329"/>
                  </a:lnTo>
                  <a:lnTo>
                    <a:pt x="150" y="10628"/>
                  </a:lnTo>
                  <a:lnTo>
                    <a:pt x="150" y="11077"/>
                  </a:lnTo>
                  <a:lnTo>
                    <a:pt x="299" y="11526"/>
                  </a:lnTo>
                  <a:lnTo>
                    <a:pt x="299" y="11676"/>
                  </a:lnTo>
                  <a:lnTo>
                    <a:pt x="599" y="11676"/>
                  </a:lnTo>
                  <a:lnTo>
                    <a:pt x="599" y="11526"/>
                  </a:lnTo>
                  <a:lnTo>
                    <a:pt x="599" y="10927"/>
                  </a:lnTo>
                  <a:lnTo>
                    <a:pt x="599" y="10628"/>
                  </a:lnTo>
                  <a:lnTo>
                    <a:pt x="748" y="10329"/>
                  </a:lnTo>
                  <a:lnTo>
                    <a:pt x="748" y="9880"/>
                  </a:lnTo>
                  <a:lnTo>
                    <a:pt x="748" y="9730"/>
                  </a:lnTo>
                  <a:lnTo>
                    <a:pt x="748" y="9281"/>
                  </a:lnTo>
                  <a:lnTo>
                    <a:pt x="748" y="4791"/>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8" name="Google Shape;428;p40"/>
            <p:cNvSpPr/>
            <p:nvPr/>
          </p:nvSpPr>
          <p:spPr>
            <a:xfrm>
              <a:off x="4253400" y="2584325"/>
              <a:ext cx="15000" cy="276925"/>
            </a:xfrm>
            <a:custGeom>
              <a:rect b="b" l="l" r="r" t="t"/>
              <a:pathLst>
                <a:path extrusionOk="0" h="11077" w="600">
                  <a:moveTo>
                    <a:pt x="151" y="0"/>
                  </a:moveTo>
                  <a:lnTo>
                    <a:pt x="1" y="2096"/>
                  </a:lnTo>
                  <a:lnTo>
                    <a:pt x="1" y="4341"/>
                  </a:lnTo>
                  <a:lnTo>
                    <a:pt x="1" y="5389"/>
                  </a:lnTo>
                  <a:lnTo>
                    <a:pt x="1" y="6287"/>
                  </a:lnTo>
                  <a:lnTo>
                    <a:pt x="151" y="10927"/>
                  </a:lnTo>
                  <a:lnTo>
                    <a:pt x="151" y="11077"/>
                  </a:lnTo>
                  <a:lnTo>
                    <a:pt x="450" y="11077"/>
                  </a:lnTo>
                  <a:lnTo>
                    <a:pt x="450" y="10927"/>
                  </a:lnTo>
                  <a:lnTo>
                    <a:pt x="600" y="5389"/>
                  </a:lnTo>
                  <a:lnTo>
                    <a:pt x="600" y="4341"/>
                  </a:lnTo>
                  <a:lnTo>
                    <a:pt x="600" y="3293"/>
                  </a:lnTo>
                  <a:lnTo>
                    <a:pt x="600" y="1647"/>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9" name="Google Shape;429;p40"/>
            <p:cNvSpPr/>
            <p:nvPr/>
          </p:nvSpPr>
          <p:spPr>
            <a:xfrm>
              <a:off x="4328250" y="2595550"/>
              <a:ext cx="26225" cy="273200"/>
            </a:xfrm>
            <a:custGeom>
              <a:rect b="b" l="l" r="r" t="t"/>
              <a:pathLst>
                <a:path extrusionOk="0" h="10928" w="1049">
                  <a:moveTo>
                    <a:pt x="449" y="1"/>
                  </a:moveTo>
                  <a:lnTo>
                    <a:pt x="449" y="150"/>
                  </a:lnTo>
                  <a:lnTo>
                    <a:pt x="300" y="1348"/>
                  </a:lnTo>
                  <a:lnTo>
                    <a:pt x="0" y="3742"/>
                  </a:lnTo>
                  <a:lnTo>
                    <a:pt x="0" y="6137"/>
                  </a:lnTo>
                  <a:lnTo>
                    <a:pt x="150" y="8532"/>
                  </a:lnTo>
                  <a:lnTo>
                    <a:pt x="449" y="10777"/>
                  </a:lnTo>
                  <a:lnTo>
                    <a:pt x="599" y="10927"/>
                  </a:lnTo>
                  <a:lnTo>
                    <a:pt x="599" y="10777"/>
                  </a:lnTo>
                  <a:lnTo>
                    <a:pt x="899" y="8383"/>
                  </a:lnTo>
                  <a:lnTo>
                    <a:pt x="1048" y="5838"/>
                  </a:lnTo>
                  <a:lnTo>
                    <a:pt x="1048" y="3144"/>
                  </a:lnTo>
                  <a:lnTo>
                    <a:pt x="749" y="749"/>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0" name="Google Shape;430;p40"/>
            <p:cNvSpPr/>
            <p:nvPr/>
          </p:nvSpPr>
          <p:spPr>
            <a:xfrm>
              <a:off x="4410575" y="2599300"/>
              <a:ext cx="22475" cy="258200"/>
            </a:xfrm>
            <a:custGeom>
              <a:rect b="b" l="l" r="r" t="t"/>
              <a:pathLst>
                <a:path extrusionOk="0" h="10328" w="899">
                  <a:moveTo>
                    <a:pt x="300" y="0"/>
                  </a:moveTo>
                  <a:lnTo>
                    <a:pt x="300" y="150"/>
                  </a:lnTo>
                  <a:lnTo>
                    <a:pt x="150" y="2844"/>
                  </a:lnTo>
                  <a:lnTo>
                    <a:pt x="0" y="5538"/>
                  </a:lnTo>
                  <a:lnTo>
                    <a:pt x="0" y="7933"/>
                  </a:lnTo>
                  <a:lnTo>
                    <a:pt x="150" y="9131"/>
                  </a:lnTo>
                  <a:lnTo>
                    <a:pt x="449" y="10328"/>
                  </a:lnTo>
                  <a:lnTo>
                    <a:pt x="599" y="10328"/>
                  </a:lnTo>
                  <a:lnTo>
                    <a:pt x="749" y="9131"/>
                  </a:lnTo>
                  <a:lnTo>
                    <a:pt x="898" y="7933"/>
                  </a:lnTo>
                  <a:lnTo>
                    <a:pt x="898" y="5538"/>
                  </a:lnTo>
                  <a:lnTo>
                    <a:pt x="898" y="2844"/>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1" name="Google Shape;431;p40"/>
            <p:cNvSpPr/>
            <p:nvPr/>
          </p:nvSpPr>
          <p:spPr>
            <a:xfrm>
              <a:off x="4489150" y="2614250"/>
              <a:ext cx="29975" cy="243250"/>
            </a:xfrm>
            <a:custGeom>
              <a:rect b="b" l="l" r="r" t="t"/>
              <a:pathLst>
                <a:path extrusionOk="0" h="9730" w="1199">
                  <a:moveTo>
                    <a:pt x="450" y="1"/>
                  </a:moveTo>
                  <a:lnTo>
                    <a:pt x="300" y="2396"/>
                  </a:lnTo>
                  <a:lnTo>
                    <a:pt x="1" y="4940"/>
                  </a:lnTo>
                  <a:lnTo>
                    <a:pt x="1" y="7335"/>
                  </a:lnTo>
                  <a:lnTo>
                    <a:pt x="150" y="8533"/>
                  </a:lnTo>
                  <a:lnTo>
                    <a:pt x="450" y="9580"/>
                  </a:lnTo>
                  <a:lnTo>
                    <a:pt x="599" y="9730"/>
                  </a:lnTo>
                  <a:lnTo>
                    <a:pt x="749" y="9580"/>
                  </a:lnTo>
                  <a:lnTo>
                    <a:pt x="899" y="8533"/>
                  </a:lnTo>
                  <a:lnTo>
                    <a:pt x="1048" y="7335"/>
                  </a:lnTo>
                  <a:lnTo>
                    <a:pt x="1198" y="4940"/>
                  </a:lnTo>
                  <a:lnTo>
                    <a:pt x="899" y="2396"/>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2" name="Google Shape;432;p40"/>
            <p:cNvSpPr/>
            <p:nvPr/>
          </p:nvSpPr>
          <p:spPr>
            <a:xfrm>
              <a:off x="4571475" y="2621750"/>
              <a:ext cx="22475" cy="243250"/>
            </a:xfrm>
            <a:custGeom>
              <a:rect b="b" l="l" r="r" t="t"/>
              <a:pathLst>
                <a:path extrusionOk="0" h="9730" w="899">
                  <a:moveTo>
                    <a:pt x="450" y="0"/>
                  </a:moveTo>
                  <a:lnTo>
                    <a:pt x="300" y="150"/>
                  </a:lnTo>
                  <a:lnTo>
                    <a:pt x="300" y="300"/>
                  </a:lnTo>
                  <a:lnTo>
                    <a:pt x="150" y="2694"/>
                  </a:lnTo>
                  <a:lnTo>
                    <a:pt x="150" y="5239"/>
                  </a:lnTo>
                  <a:lnTo>
                    <a:pt x="1" y="7484"/>
                  </a:lnTo>
                  <a:lnTo>
                    <a:pt x="150" y="8532"/>
                  </a:lnTo>
                  <a:lnTo>
                    <a:pt x="300" y="9580"/>
                  </a:lnTo>
                  <a:lnTo>
                    <a:pt x="450" y="9729"/>
                  </a:lnTo>
                  <a:lnTo>
                    <a:pt x="599" y="9580"/>
                  </a:lnTo>
                  <a:lnTo>
                    <a:pt x="899" y="8532"/>
                  </a:lnTo>
                  <a:lnTo>
                    <a:pt x="899" y="7484"/>
                  </a:lnTo>
                  <a:lnTo>
                    <a:pt x="899" y="5239"/>
                  </a:lnTo>
                  <a:lnTo>
                    <a:pt x="899" y="2694"/>
                  </a:lnTo>
                  <a:lnTo>
                    <a:pt x="599" y="300"/>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3" name="Google Shape;433;p40"/>
            <p:cNvSpPr/>
            <p:nvPr/>
          </p:nvSpPr>
          <p:spPr>
            <a:xfrm>
              <a:off x="4653800" y="2636700"/>
              <a:ext cx="22475" cy="232050"/>
            </a:xfrm>
            <a:custGeom>
              <a:rect b="b" l="l" r="r" t="t"/>
              <a:pathLst>
                <a:path extrusionOk="0" h="9282" w="899">
                  <a:moveTo>
                    <a:pt x="150" y="1"/>
                  </a:moveTo>
                  <a:lnTo>
                    <a:pt x="0" y="2246"/>
                  </a:lnTo>
                  <a:lnTo>
                    <a:pt x="0" y="4641"/>
                  </a:lnTo>
                  <a:lnTo>
                    <a:pt x="150" y="9131"/>
                  </a:lnTo>
                  <a:lnTo>
                    <a:pt x="300" y="9281"/>
                  </a:lnTo>
                  <a:lnTo>
                    <a:pt x="599" y="9281"/>
                  </a:lnTo>
                  <a:lnTo>
                    <a:pt x="599" y="9131"/>
                  </a:lnTo>
                  <a:lnTo>
                    <a:pt x="899" y="4641"/>
                  </a:lnTo>
                  <a:lnTo>
                    <a:pt x="749" y="2246"/>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4" name="Google Shape;434;p40"/>
            <p:cNvSpPr/>
            <p:nvPr/>
          </p:nvSpPr>
          <p:spPr>
            <a:xfrm>
              <a:off x="4736125" y="2640450"/>
              <a:ext cx="22475" cy="235775"/>
            </a:xfrm>
            <a:custGeom>
              <a:rect b="b" l="l" r="r" t="t"/>
              <a:pathLst>
                <a:path extrusionOk="0" h="9431" w="899">
                  <a:moveTo>
                    <a:pt x="449" y="1"/>
                  </a:moveTo>
                  <a:lnTo>
                    <a:pt x="300" y="150"/>
                  </a:lnTo>
                  <a:lnTo>
                    <a:pt x="150" y="1198"/>
                  </a:lnTo>
                  <a:lnTo>
                    <a:pt x="0" y="2246"/>
                  </a:lnTo>
                  <a:lnTo>
                    <a:pt x="0" y="4491"/>
                  </a:lnTo>
                  <a:lnTo>
                    <a:pt x="0" y="6886"/>
                  </a:lnTo>
                  <a:lnTo>
                    <a:pt x="150" y="9281"/>
                  </a:lnTo>
                  <a:lnTo>
                    <a:pt x="150" y="9430"/>
                  </a:lnTo>
                  <a:lnTo>
                    <a:pt x="449" y="9430"/>
                  </a:lnTo>
                  <a:lnTo>
                    <a:pt x="599" y="9281"/>
                  </a:lnTo>
                  <a:lnTo>
                    <a:pt x="749" y="6886"/>
                  </a:lnTo>
                  <a:lnTo>
                    <a:pt x="898" y="4491"/>
                  </a:lnTo>
                  <a:lnTo>
                    <a:pt x="898" y="2246"/>
                  </a:lnTo>
                  <a:lnTo>
                    <a:pt x="898" y="119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5" name="Google Shape;435;p40"/>
            <p:cNvSpPr/>
            <p:nvPr/>
          </p:nvSpPr>
          <p:spPr>
            <a:xfrm>
              <a:off x="4814700" y="2659175"/>
              <a:ext cx="22475" cy="205825"/>
            </a:xfrm>
            <a:custGeom>
              <a:rect b="b" l="l" r="r" t="t"/>
              <a:pathLst>
                <a:path extrusionOk="0" h="8233" w="899">
                  <a:moveTo>
                    <a:pt x="599" y="0"/>
                  </a:moveTo>
                  <a:lnTo>
                    <a:pt x="450" y="150"/>
                  </a:lnTo>
                  <a:lnTo>
                    <a:pt x="1" y="4041"/>
                  </a:lnTo>
                  <a:lnTo>
                    <a:pt x="1" y="5987"/>
                  </a:lnTo>
                  <a:lnTo>
                    <a:pt x="150" y="7933"/>
                  </a:lnTo>
                  <a:lnTo>
                    <a:pt x="300" y="8083"/>
                  </a:lnTo>
                  <a:lnTo>
                    <a:pt x="450" y="8232"/>
                  </a:lnTo>
                  <a:lnTo>
                    <a:pt x="599" y="8083"/>
                  </a:lnTo>
                  <a:lnTo>
                    <a:pt x="749" y="7933"/>
                  </a:lnTo>
                  <a:lnTo>
                    <a:pt x="899" y="5987"/>
                  </a:lnTo>
                  <a:lnTo>
                    <a:pt x="899" y="4041"/>
                  </a:lnTo>
                  <a:lnTo>
                    <a:pt x="899" y="2096"/>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6" name="Google Shape;436;p40"/>
            <p:cNvSpPr/>
            <p:nvPr/>
          </p:nvSpPr>
          <p:spPr>
            <a:xfrm>
              <a:off x="4893275" y="2670400"/>
              <a:ext cx="29975" cy="243250"/>
            </a:xfrm>
            <a:custGeom>
              <a:rect b="b" l="l" r="r" t="t"/>
              <a:pathLst>
                <a:path extrusionOk="0" h="9730" w="1199">
                  <a:moveTo>
                    <a:pt x="600" y="0"/>
                  </a:moveTo>
                  <a:lnTo>
                    <a:pt x="450" y="150"/>
                  </a:lnTo>
                  <a:lnTo>
                    <a:pt x="151" y="2245"/>
                  </a:lnTo>
                  <a:lnTo>
                    <a:pt x="1" y="4041"/>
                  </a:lnTo>
                  <a:lnTo>
                    <a:pt x="1" y="5987"/>
                  </a:lnTo>
                  <a:lnTo>
                    <a:pt x="151" y="7783"/>
                  </a:lnTo>
                  <a:lnTo>
                    <a:pt x="300" y="9580"/>
                  </a:lnTo>
                  <a:lnTo>
                    <a:pt x="450" y="9729"/>
                  </a:lnTo>
                  <a:lnTo>
                    <a:pt x="600" y="9729"/>
                  </a:lnTo>
                  <a:lnTo>
                    <a:pt x="749" y="9580"/>
                  </a:lnTo>
                  <a:lnTo>
                    <a:pt x="1049" y="7334"/>
                  </a:lnTo>
                  <a:lnTo>
                    <a:pt x="1198" y="4939"/>
                  </a:lnTo>
                  <a:lnTo>
                    <a:pt x="1049" y="2395"/>
                  </a:lnTo>
                  <a:lnTo>
                    <a:pt x="749" y="150"/>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7" name="Google Shape;437;p40"/>
            <p:cNvSpPr/>
            <p:nvPr/>
          </p:nvSpPr>
          <p:spPr>
            <a:xfrm>
              <a:off x="4975600" y="2681625"/>
              <a:ext cx="22475" cy="194600"/>
            </a:xfrm>
            <a:custGeom>
              <a:rect b="b" l="l" r="r" t="t"/>
              <a:pathLst>
                <a:path extrusionOk="0" h="7784" w="899">
                  <a:moveTo>
                    <a:pt x="300" y="0"/>
                  </a:moveTo>
                  <a:lnTo>
                    <a:pt x="150" y="1946"/>
                  </a:lnTo>
                  <a:lnTo>
                    <a:pt x="1" y="3742"/>
                  </a:lnTo>
                  <a:lnTo>
                    <a:pt x="1" y="5688"/>
                  </a:lnTo>
                  <a:lnTo>
                    <a:pt x="300" y="7484"/>
                  </a:lnTo>
                  <a:lnTo>
                    <a:pt x="300" y="7783"/>
                  </a:lnTo>
                  <a:lnTo>
                    <a:pt x="600" y="7783"/>
                  </a:lnTo>
                  <a:lnTo>
                    <a:pt x="749" y="7484"/>
                  </a:lnTo>
                  <a:lnTo>
                    <a:pt x="899" y="5688"/>
                  </a:lnTo>
                  <a:lnTo>
                    <a:pt x="899" y="3742"/>
                  </a:lnTo>
                  <a:lnTo>
                    <a:pt x="899" y="1946"/>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8" name="Google Shape;438;p40"/>
            <p:cNvSpPr/>
            <p:nvPr/>
          </p:nvSpPr>
          <p:spPr>
            <a:xfrm>
              <a:off x="5136500" y="2700325"/>
              <a:ext cx="22500" cy="164675"/>
            </a:xfrm>
            <a:custGeom>
              <a:rect b="b" l="l" r="r" t="t"/>
              <a:pathLst>
                <a:path extrusionOk="0" h="6587" w="900">
                  <a:moveTo>
                    <a:pt x="300" y="1"/>
                  </a:moveTo>
                  <a:lnTo>
                    <a:pt x="151" y="150"/>
                  </a:lnTo>
                  <a:lnTo>
                    <a:pt x="1" y="1647"/>
                  </a:lnTo>
                  <a:lnTo>
                    <a:pt x="1" y="3293"/>
                  </a:lnTo>
                  <a:lnTo>
                    <a:pt x="1" y="4940"/>
                  </a:lnTo>
                  <a:lnTo>
                    <a:pt x="300" y="6437"/>
                  </a:lnTo>
                  <a:lnTo>
                    <a:pt x="300" y="6586"/>
                  </a:lnTo>
                  <a:lnTo>
                    <a:pt x="600" y="6586"/>
                  </a:lnTo>
                  <a:lnTo>
                    <a:pt x="749" y="6437"/>
                  </a:lnTo>
                  <a:lnTo>
                    <a:pt x="749"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9" name="Google Shape;439;p40"/>
            <p:cNvSpPr/>
            <p:nvPr/>
          </p:nvSpPr>
          <p:spPr>
            <a:xfrm>
              <a:off x="5057925" y="2692850"/>
              <a:ext cx="22475" cy="172150"/>
            </a:xfrm>
            <a:custGeom>
              <a:rect b="b" l="l" r="r" t="t"/>
              <a:pathLst>
                <a:path extrusionOk="0" h="6886" w="899">
                  <a:moveTo>
                    <a:pt x="300" y="0"/>
                  </a:moveTo>
                  <a:lnTo>
                    <a:pt x="300" y="150"/>
                  </a:lnTo>
                  <a:lnTo>
                    <a:pt x="1" y="1647"/>
                  </a:lnTo>
                  <a:lnTo>
                    <a:pt x="1" y="3293"/>
                  </a:lnTo>
                  <a:lnTo>
                    <a:pt x="1" y="4940"/>
                  </a:lnTo>
                  <a:lnTo>
                    <a:pt x="150" y="6586"/>
                  </a:lnTo>
                  <a:lnTo>
                    <a:pt x="300" y="6736"/>
                  </a:lnTo>
                  <a:lnTo>
                    <a:pt x="450" y="6885"/>
                  </a:lnTo>
                  <a:lnTo>
                    <a:pt x="599" y="6736"/>
                  </a:lnTo>
                  <a:lnTo>
                    <a:pt x="599" y="6586"/>
                  </a:lnTo>
                  <a:lnTo>
                    <a:pt x="899" y="4940"/>
                  </a:lnTo>
                  <a:lnTo>
                    <a:pt x="899" y="3293"/>
                  </a:lnTo>
                  <a:lnTo>
                    <a:pt x="749" y="1647"/>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0" name="Google Shape;440;p40"/>
            <p:cNvSpPr/>
            <p:nvPr/>
          </p:nvSpPr>
          <p:spPr>
            <a:xfrm>
              <a:off x="5218825" y="2711550"/>
              <a:ext cx="22475" cy="149700"/>
            </a:xfrm>
            <a:custGeom>
              <a:rect b="b" l="l" r="r" t="t"/>
              <a:pathLst>
                <a:path extrusionOk="0" h="5988" w="899">
                  <a:moveTo>
                    <a:pt x="450" y="1"/>
                  </a:moveTo>
                  <a:lnTo>
                    <a:pt x="300" y="150"/>
                  </a:lnTo>
                  <a:lnTo>
                    <a:pt x="1" y="1497"/>
                  </a:lnTo>
                  <a:lnTo>
                    <a:pt x="1" y="2994"/>
                  </a:lnTo>
                  <a:lnTo>
                    <a:pt x="1" y="4491"/>
                  </a:lnTo>
                  <a:lnTo>
                    <a:pt x="151" y="5838"/>
                  </a:lnTo>
                  <a:lnTo>
                    <a:pt x="300" y="5988"/>
                  </a:lnTo>
                  <a:lnTo>
                    <a:pt x="600" y="5988"/>
                  </a:lnTo>
                  <a:lnTo>
                    <a:pt x="600"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1" name="Google Shape;441;p40"/>
            <p:cNvSpPr/>
            <p:nvPr/>
          </p:nvSpPr>
          <p:spPr>
            <a:xfrm>
              <a:off x="5297425" y="2726525"/>
              <a:ext cx="26200" cy="134725"/>
            </a:xfrm>
            <a:custGeom>
              <a:rect b="b" l="l" r="r" t="t"/>
              <a:pathLst>
                <a:path extrusionOk="0" h="5389" w="1048">
                  <a:moveTo>
                    <a:pt x="300" y="0"/>
                  </a:moveTo>
                  <a:lnTo>
                    <a:pt x="300" y="150"/>
                  </a:lnTo>
                  <a:lnTo>
                    <a:pt x="0" y="1347"/>
                  </a:lnTo>
                  <a:lnTo>
                    <a:pt x="0" y="2694"/>
                  </a:lnTo>
                  <a:lnTo>
                    <a:pt x="0" y="3892"/>
                  </a:lnTo>
                  <a:lnTo>
                    <a:pt x="300" y="5089"/>
                  </a:lnTo>
                  <a:lnTo>
                    <a:pt x="300" y="5239"/>
                  </a:lnTo>
                  <a:lnTo>
                    <a:pt x="449" y="5389"/>
                  </a:lnTo>
                  <a:lnTo>
                    <a:pt x="599" y="5239"/>
                  </a:lnTo>
                  <a:lnTo>
                    <a:pt x="749" y="5089"/>
                  </a:lnTo>
                  <a:lnTo>
                    <a:pt x="898" y="3892"/>
                  </a:lnTo>
                  <a:lnTo>
                    <a:pt x="1048" y="269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2" name="Google Shape;442;p40"/>
            <p:cNvSpPr/>
            <p:nvPr/>
          </p:nvSpPr>
          <p:spPr>
            <a:xfrm>
              <a:off x="5379750" y="2734000"/>
              <a:ext cx="22475" cy="142225"/>
            </a:xfrm>
            <a:custGeom>
              <a:rect b="b" l="l" r="r" t="t"/>
              <a:pathLst>
                <a:path extrusionOk="0" h="5689" w="899">
                  <a:moveTo>
                    <a:pt x="449" y="1"/>
                  </a:moveTo>
                  <a:lnTo>
                    <a:pt x="150" y="150"/>
                  </a:lnTo>
                  <a:lnTo>
                    <a:pt x="0" y="1497"/>
                  </a:lnTo>
                  <a:lnTo>
                    <a:pt x="0" y="2994"/>
                  </a:lnTo>
                  <a:lnTo>
                    <a:pt x="0" y="4341"/>
                  </a:lnTo>
                  <a:lnTo>
                    <a:pt x="150" y="4940"/>
                  </a:lnTo>
                  <a:lnTo>
                    <a:pt x="299" y="5539"/>
                  </a:lnTo>
                  <a:lnTo>
                    <a:pt x="449" y="5688"/>
                  </a:lnTo>
                  <a:lnTo>
                    <a:pt x="599" y="5539"/>
                  </a:lnTo>
                  <a:lnTo>
                    <a:pt x="748" y="4940"/>
                  </a:lnTo>
                  <a:lnTo>
                    <a:pt x="898" y="4341"/>
                  </a:lnTo>
                  <a:lnTo>
                    <a:pt x="898" y="2994"/>
                  </a:lnTo>
                  <a:lnTo>
                    <a:pt x="748" y="1497"/>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3" name="Google Shape;443;p40"/>
            <p:cNvSpPr/>
            <p:nvPr/>
          </p:nvSpPr>
          <p:spPr>
            <a:xfrm>
              <a:off x="5458325" y="2748975"/>
              <a:ext cx="22475" cy="131000"/>
            </a:xfrm>
            <a:custGeom>
              <a:rect b="b" l="l" r="r" t="t"/>
              <a:pathLst>
                <a:path extrusionOk="0" h="5240" w="899">
                  <a:moveTo>
                    <a:pt x="300" y="0"/>
                  </a:moveTo>
                  <a:lnTo>
                    <a:pt x="300" y="150"/>
                  </a:lnTo>
                  <a:lnTo>
                    <a:pt x="150" y="1347"/>
                  </a:lnTo>
                  <a:lnTo>
                    <a:pt x="0" y="2844"/>
                  </a:lnTo>
                  <a:lnTo>
                    <a:pt x="150" y="4042"/>
                  </a:lnTo>
                  <a:lnTo>
                    <a:pt x="150" y="4640"/>
                  </a:lnTo>
                  <a:lnTo>
                    <a:pt x="449" y="5239"/>
                  </a:lnTo>
                  <a:lnTo>
                    <a:pt x="599" y="5239"/>
                  </a:lnTo>
                  <a:lnTo>
                    <a:pt x="898" y="4640"/>
                  </a:lnTo>
                  <a:lnTo>
                    <a:pt x="898" y="4042"/>
                  </a:lnTo>
                  <a:lnTo>
                    <a:pt x="898" y="284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4" name="Google Shape;444;p40"/>
            <p:cNvSpPr/>
            <p:nvPr/>
          </p:nvSpPr>
          <p:spPr>
            <a:xfrm>
              <a:off x="5536900" y="2748975"/>
              <a:ext cx="29950" cy="134725"/>
            </a:xfrm>
            <a:custGeom>
              <a:rect b="b" l="l" r="r" t="t"/>
              <a:pathLst>
                <a:path extrusionOk="0" h="5389" w="1198">
                  <a:moveTo>
                    <a:pt x="450" y="0"/>
                  </a:moveTo>
                  <a:lnTo>
                    <a:pt x="450" y="150"/>
                  </a:lnTo>
                  <a:lnTo>
                    <a:pt x="150" y="1347"/>
                  </a:lnTo>
                  <a:lnTo>
                    <a:pt x="1" y="2695"/>
                  </a:lnTo>
                  <a:lnTo>
                    <a:pt x="150" y="4042"/>
                  </a:lnTo>
                  <a:lnTo>
                    <a:pt x="150" y="4790"/>
                  </a:lnTo>
                  <a:lnTo>
                    <a:pt x="450" y="5389"/>
                  </a:lnTo>
                  <a:lnTo>
                    <a:pt x="749" y="5389"/>
                  </a:lnTo>
                  <a:lnTo>
                    <a:pt x="1048" y="4790"/>
                  </a:lnTo>
                  <a:lnTo>
                    <a:pt x="1198" y="4042"/>
                  </a:lnTo>
                  <a:lnTo>
                    <a:pt x="1198" y="2695"/>
                  </a:lnTo>
                  <a:lnTo>
                    <a:pt x="1048" y="134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5" name="Google Shape;445;p40"/>
            <p:cNvSpPr/>
            <p:nvPr/>
          </p:nvSpPr>
          <p:spPr>
            <a:xfrm>
              <a:off x="5619225" y="2767675"/>
              <a:ext cx="26225" cy="134750"/>
            </a:xfrm>
            <a:custGeom>
              <a:rect b="b" l="l" r="r" t="t"/>
              <a:pathLst>
                <a:path extrusionOk="0" h="5390" w="1049">
                  <a:moveTo>
                    <a:pt x="599" y="1"/>
                  </a:moveTo>
                  <a:lnTo>
                    <a:pt x="450" y="150"/>
                  </a:lnTo>
                  <a:lnTo>
                    <a:pt x="150" y="1348"/>
                  </a:lnTo>
                  <a:lnTo>
                    <a:pt x="0" y="2695"/>
                  </a:lnTo>
                  <a:lnTo>
                    <a:pt x="150" y="4042"/>
                  </a:lnTo>
                  <a:lnTo>
                    <a:pt x="300" y="5239"/>
                  </a:lnTo>
                  <a:lnTo>
                    <a:pt x="599" y="5389"/>
                  </a:lnTo>
                  <a:lnTo>
                    <a:pt x="749" y="5239"/>
                  </a:lnTo>
                  <a:lnTo>
                    <a:pt x="1048" y="4042"/>
                  </a:lnTo>
                  <a:lnTo>
                    <a:pt x="1048" y="2695"/>
                  </a:lnTo>
                  <a:lnTo>
                    <a:pt x="899" y="134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6" name="Google Shape;446;p40"/>
            <p:cNvSpPr/>
            <p:nvPr/>
          </p:nvSpPr>
          <p:spPr>
            <a:xfrm>
              <a:off x="5701550" y="2778900"/>
              <a:ext cx="22475" cy="108550"/>
            </a:xfrm>
            <a:custGeom>
              <a:rect b="b" l="l" r="r" t="t"/>
              <a:pathLst>
                <a:path extrusionOk="0" h="4342" w="899">
                  <a:moveTo>
                    <a:pt x="300" y="1"/>
                  </a:moveTo>
                  <a:lnTo>
                    <a:pt x="0" y="1049"/>
                  </a:lnTo>
                  <a:lnTo>
                    <a:pt x="0" y="2096"/>
                  </a:lnTo>
                  <a:lnTo>
                    <a:pt x="0" y="3144"/>
                  </a:lnTo>
                  <a:lnTo>
                    <a:pt x="150" y="3743"/>
                  </a:lnTo>
                  <a:lnTo>
                    <a:pt x="300" y="4192"/>
                  </a:lnTo>
                  <a:lnTo>
                    <a:pt x="449" y="4341"/>
                  </a:lnTo>
                  <a:lnTo>
                    <a:pt x="749" y="4192"/>
                  </a:lnTo>
                  <a:lnTo>
                    <a:pt x="898" y="3743"/>
                  </a:lnTo>
                  <a:lnTo>
                    <a:pt x="898" y="3144"/>
                  </a:lnTo>
                  <a:lnTo>
                    <a:pt x="898" y="2096"/>
                  </a:lnTo>
                  <a:lnTo>
                    <a:pt x="898" y="1049"/>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7" name="Google Shape;447;p40"/>
            <p:cNvSpPr/>
            <p:nvPr/>
          </p:nvSpPr>
          <p:spPr>
            <a:xfrm>
              <a:off x="5783875" y="2786400"/>
              <a:ext cx="22475" cy="82350"/>
            </a:xfrm>
            <a:custGeom>
              <a:rect b="b" l="l" r="r" t="t"/>
              <a:pathLst>
                <a:path extrusionOk="0" h="3294" w="899">
                  <a:moveTo>
                    <a:pt x="449" y="0"/>
                  </a:moveTo>
                  <a:lnTo>
                    <a:pt x="300" y="150"/>
                  </a:lnTo>
                  <a:lnTo>
                    <a:pt x="0" y="1647"/>
                  </a:lnTo>
                  <a:lnTo>
                    <a:pt x="0" y="2395"/>
                  </a:lnTo>
                  <a:lnTo>
                    <a:pt x="150" y="3143"/>
                  </a:lnTo>
                  <a:lnTo>
                    <a:pt x="300" y="3293"/>
                  </a:lnTo>
                  <a:lnTo>
                    <a:pt x="599" y="3293"/>
                  </a:lnTo>
                  <a:lnTo>
                    <a:pt x="749" y="3143"/>
                  </a:lnTo>
                  <a:lnTo>
                    <a:pt x="898" y="2395"/>
                  </a:lnTo>
                  <a:lnTo>
                    <a:pt x="749" y="1647"/>
                  </a:lnTo>
                  <a:lnTo>
                    <a:pt x="599" y="150"/>
                  </a:lnTo>
                  <a:lnTo>
                    <a:pt x="4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8" name="Google Shape;448;p40"/>
            <p:cNvSpPr/>
            <p:nvPr/>
          </p:nvSpPr>
          <p:spPr>
            <a:xfrm>
              <a:off x="5862450" y="2793875"/>
              <a:ext cx="22475" cy="67375"/>
            </a:xfrm>
            <a:custGeom>
              <a:rect b="b" l="l" r="r" t="t"/>
              <a:pathLst>
                <a:path extrusionOk="0" h="2695" w="899">
                  <a:moveTo>
                    <a:pt x="300" y="0"/>
                  </a:moveTo>
                  <a:lnTo>
                    <a:pt x="150" y="599"/>
                  </a:lnTo>
                  <a:lnTo>
                    <a:pt x="1" y="1348"/>
                  </a:lnTo>
                  <a:lnTo>
                    <a:pt x="150" y="1946"/>
                  </a:lnTo>
                  <a:lnTo>
                    <a:pt x="300" y="2545"/>
                  </a:lnTo>
                  <a:lnTo>
                    <a:pt x="300" y="2695"/>
                  </a:lnTo>
                  <a:lnTo>
                    <a:pt x="599" y="2695"/>
                  </a:lnTo>
                  <a:lnTo>
                    <a:pt x="749" y="2545"/>
                  </a:lnTo>
                  <a:lnTo>
                    <a:pt x="899" y="1946"/>
                  </a:lnTo>
                  <a:lnTo>
                    <a:pt x="899" y="1348"/>
                  </a:lnTo>
                  <a:lnTo>
                    <a:pt x="899" y="599"/>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9" name="Google Shape;449;p40"/>
            <p:cNvSpPr/>
            <p:nvPr/>
          </p:nvSpPr>
          <p:spPr>
            <a:xfrm>
              <a:off x="5944775" y="2808850"/>
              <a:ext cx="22475" cy="67375"/>
            </a:xfrm>
            <a:custGeom>
              <a:rect b="b" l="l" r="r" t="t"/>
              <a:pathLst>
                <a:path extrusionOk="0" h="2695" w="899">
                  <a:moveTo>
                    <a:pt x="300" y="0"/>
                  </a:moveTo>
                  <a:lnTo>
                    <a:pt x="150" y="599"/>
                  </a:lnTo>
                  <a:lnTo>
                    <a:pt x="1" y="1347"/>
                  </a:lnTo>
                  <a:lnTo>
                    <a:pt x="1" y="2096"/>
                  </a:lnTo>
                  <a:lnTo>
                    <a:pt x="150" y="2395"/>
                  </a:lnTo>
                  <a:lnTo>
                    <a:pt x="300" y="2545"/>
                  </a:lnTo>
                  <a:lnTo>
                    <a:pt x="450" y="2694"/>
                  </a:lnTo>
                  <a:lnTo>
                    <a:pt x="599" y="2545"/>
                  </a:lnTo>
                  <a:lnTo>
                    <a:pt x="749" y="2395"/>
                  </a:lnTo>
                  <a:lnTo>
                    <a:pt x="899" y="2096"/>
                  </a:lnTo>
                  <a:lnTo>
                    <a:pt x="899" y="1347"/>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40"/>
            <p:cNvSpPr/>
            <p:nvPr/>
          </p:nvSpPr>
          <p:spPr>
            <a:xfrm>
              <a:off x="6027100" y="2812575"/>
              <a:ext cx="18725" cy="59900"/>
            </a:xfrm>
            <a:custGeom>
              <a:rect b="b" l="l" r="r" t="t"/>
              <a:pathLst>
                <a:path extrusionOk="0" h="2396" w="749">
                  <a:moveTo>
                    <a:pt x="300" y="1"/>
                  </a:moveTo>
                  <a:lnTo>
                    <a:pt x="150" y="151"/>
                  </a:lnTo>
                  <a:lnTo>
                    <a:pt x="0" y="1198"/>
                  </a:lnTo>
                  <a:lnTo>
                    <a:pt x="150" y="2246"/>
                  </a:lnTo>
                  <a:lnTo>
                    <a:pt x="150" y="2396"/>
                  </a:lnTo>
                  <a:lnTo>
                    <a:pt x="449" y="2396"/>
                  </a:lnTo>
                  <a:lnTo>
                    <a:pt x="599" y="224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278"/>
                                        </p:tgtEl>
                                        <p:attrNameLst>
                                          <p:attrName>style.visibility</p:attrName>
                                        </p:attrNameLst>
                                      </p:cBhvr>
                                      <p:to>
                                        <p:strVal val="visible"/>
                                      </p:to>
                                    </p:set>
                                    <p:animEffect filter="fade" transition="in">
                                      <p:cBhvr>
                                        <p:cTn dur="1000"/>
                                        <p:tgtEl>
                                          <p:spTgt spid="278"/>
                                        </p:tgtEl>
                                      </p:cBhvr>
                                    </p:animEffect>
                                  </p:childTnLst>
                                </p:cTn>
                              </p:par>
                              <p:par>
                                <p:cTn fill="hold" nodeType="withEffect" presetClass="entr" presetID="10" presetSubtype="0">
                                  <p:stCondLst>
                                    <p:cond delay="0"/>
                                  </p:stCondLst>
                                  <p:childTnLst>
                                    <p:set>
                                      <p:cBhvr>
                                        <p:cTn dur="1" fill="hold">
                                          <p:stCondLst>
                                            <p:cond delay="0"/>
                                          </p:stCondLst>
                                        </p:cTn>
                                        <p:tgtEl>
                                          <p:spTgt spid="280"/>
                                        </p:tgtEl>
                                        <p:attrNameLst>
                                          <p:attrName>style.visibility</p:attrName>
                                        </p:attrNameLst>
                                      </p:cBhvr>
                                      <p:to>
                                        <p:strVal val="visible"/>
                                      </p:to>
                                    </p:set>
                                    <p:animEffect filter="fade" transition="in">
                                      <p:cBhvr>
                                        <p:cTn dur="1000"/>
                                        <p:tgtEl>
                                          <p:spTgt spid="280"/>
                                        </p:tgtEl>
                                      </p:cBhvr>
                                    </p:animEffect>
                                  </p:childTnLst>
                                </p:cTn>
                              </p:par>
                              <p:par>
                                <p:cTn fill="hold" nodeType="withEffect" presetClass="entr" presetID="10" presetSubtype="0">
                                  <p:stCondLst>
                                    <p:cond delay="0"/>
                                  </p:stCondLst>
                                  <p:childTnLst>
                                    <p:set>
                                      <p:cBhvr>
                                        <p:cTn dur="1" fill="hold">
                                          <p:stCondLst>
                                            <p:cond delay="0"/>
                                          </p:stCondLst>
                                        </p:cTn>
                                        <p:tgtEl>
                                          <p:spTgt spid="279"/>
                                        </p:tgtEl>
                                        <p:attrNameLst>
                                          <p:attrName>style.visibility</p:attrName>
                                        </p:attrNameLst>
                                      </p:cBhvr>
                                      <p:to>
                                        <p:strVal val="visible"/>
                                      </p:to>
                                    </p:set>
                                    <p:animEffect filter="fade" transition="in">
                                      <p:cBhvr>
                                        <p:cTn dur="1000"/>
                                        <p:tgtEl>
                                          <p:spTgt spid="279"/>
                                        </p:tgtEl>
                                      </p:cBhvr>
                                    </p:animEffect>
                                  </p:childTnLst>
                                </p:cTn>
                              </p:par>
                            </p:childTnLst>
                          </p:cTn>
                        </p:par>
                        <p:par>
                          <p:cTn fill="hold">
                            <p:stCondLst>
                              <p:cond delay="1000"/>
                            </p:stCondLst>
                            <p:childTnLst>
                              <p:par>
                                <p:cTn fill="hold" nodeType="afterEffect" presetClass="emph" presetID="8" presetSubtype="0">
                                  <p:stCondLst>
                                    <p:cond delay="0"/>
                                  </p:stCondLst>
                                  <p:childTnLst>
                                    <p:animRot by="-21600000">
                                      <p:cBhvr>
                                        <p:cTn dur="1000" fill="hold"/>
                                        <p:tgtEl>
                                          <p:spTgt spid="281"/>
                                        </p:tgtEl>
                                        <p:attrNameLst>
                                          <p:attrName>r</p:attrName>
                                        </p:attrNameLst>
                                      </p:cBhvr>
                                    </p:animRo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41">
            <a:hlinkClick action="ppaction://hlinksldjump" r:id="rId3"/>
          </p:cNvPr>
          <p:cNvSpPr txBox="1"/>
          <p:nvPr>
            <p:ph idx="20" type="title"/>
          </p:nvPr>
        </p:nvSpPr>
        <p:spPr>
          <a:xfrm>
            <a:off x="724137" y="3336395"/>
            <a:ext cx="1048200" cy="667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6000"/>
              <a:buNone/>
            </a:pPr>
            <a:r>
              <a:rPr lang="en"/>
              <a:t>03</a:t>
            </a:r>
            <a:endParaRPr/>
          </a:p>
        </p:txBody>
      </p:sp>
      <p:sp>
        <p:nvSpPr>
          <p:cNvPr id="456" name="Google Shape;456;p41">
            <a:hlinkClick action="ppaction://hlinksldjump" r:id="rId4"/>
          </p:cNvPr>
          <p:cNvSpPr txBox="1"/>
          <p:nvPr>
            <p:ph idx="16" type="title"/>
          </p:nvPr>
        </p:nvSpPr>
        <p:spPr>
          <a:xfrm>
            <a:off x="1767238" y="3171459"/>
            <a:ext cx="2479500" cy="395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400"/>
              <a:buNone/>
            </a:pPr>
            <a:r>
              <a:rPr lang="en" sz="1800"/>
              <a:t>Funksies</a:t>
            </a:r>
            <a:endParaRPr sz="1800"/>
          </a:p>
        </p:txBody>
      </p:sp>
      <p:sp>
        <p:nvSpPr>
          <p:cNvPr id="457" name="Google Shape;457;p41"/>
          <p:cNvSpPr txBox="1"/>
          <p:nvPr>
            <p:ph idx="17" type="subTitle"/>
          </p:nvPr>
        </p:nvSpPr>
        <p:spPr>
          <a:xfrm>
            <a:off x="1767237" y="3566952"/>
            <a:ext cx="24795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t>Funksionaliteit van projek vir gebruikers</a:t>
            </a:r>
            <a:endParaRPr/>
          </a:p>
        </p:txBody>
      </p:sp>
      <p:sp>
        <p:nvSpPr>
          <p:cNvPr id="458" name="Google Shape;458;p41"/>
          <p:cNvSpPr txBox="1"/>
          <p:nvPr>
            <p:ph idx="18" type="title"/>
          </p:nvPr>
        </p:nvSpPr>
        <p:spPr>
          <a:xfrm>
            <a:off x="5620584" y="3073166"/>
            <a:ext cx="3155372" cy="395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400"/>
              <a:buNone/>
            </a:pPr>
            <a:r>
              <a:rPr lang="en" sz="1800"/>
              <a:t>Parallelle Verwerkings</a:t>
            </a:r>
            <a:endParaRPr sz="1800"/>
          </a:p>
        </p:txBody>
      </p:sp>
      <p:sp>
        <p:nvSpPr>
          <p:cNvPr id="459" name="Google Shape;459;p41"/>
          <p:cNvSpPr txBox="1"/>
          <p:nvPr>
            <p:ph idx="19" type="subTitle"/>
          </p:nvPr>
        </p:nvSpPr>
        <p:spPr>
          <a:xfrm>
            <a:off x="5620587" y="3661502"/>
            <a:ext cx="24795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t>Gebruik van meervoudige drade gelyktydig</a:t>
            </a:r>
            <a:endParaRPr/>
          </a:p>
        </p:txBody>
      </p:sp>
      <p:sp>
        <p:nvSpPr>
          <p:cNvPr id="460" name="Google Shape;460;p41">
            <a:hlinkClick action="ppaction://hlinksldjump" r:id="rId5"/>
          </p:cNvPr>
          <p:cNvSpPr txBox="1"/>
          <p:nvPr>
            <p:ph idx="9" type="title"/>
          </p:nvPr>
        </p:nvSpPr>
        <p:spPr>
          <a:xfrm>
            <a:off x="720000" y="2119556"/>
            <a:ext cx="1048200" cy="667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6000"/>
              <a:buNone/>
            </a:pPr>
            <a:r>
              <a:rPr lang="en"/>
              <a:t>02</a:t>
            </a:r>
            <a:endParaRPr/>
          </a:p>
        </p:txBody>
      </p:sp>
      <p:sp>
        <p:nvSpPr>
          <p:cNvPr id="461" name="Google Shape;461;p41">
            <a:hlinkClick action="ppaction://hlinksldjump" r:id="rId6"/>
          </p:cNvPr>
          <p:cNvSpPr txBox="1"/>
          <p:nvPr>
            <p:ph idx="8" type="title"/>
          </p:nvPr>
        </p:nvSpPr>
        <p:spPr>
          <a:xfrm>
            <a:off x="720000" y="1176851"/>
            <a:ext cx="1048200" cy="667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6000"/>
              <a:buNone/>
            </a:pPr>
            <a:r>
              <a:rPr lang="en"/>
              <a:t>01</a:t>
            </a:r>
            <a:endParaRPr/>
          </a:p>
        </p:txBody>
      </p:sp>
      <p:sp>
        <p:nvSpPr>
          <p:cNvPr id="462" name="Google Shape;462;p41">
            <a:hlinkClick action="ppaction://hlinksldjump" r:id="rId7"/>
          </p:cNvPr>
          <p:cNvSpPr txBox="1"/>
          <p:nvPr>
            <p:ph idx="13" type="title"/>
          </p:nvPr>
        </p:nvSpPr>
        <p:spPr>
          <a:xfrm>
            <a:off x="4574311" y="1178466"/>
            <a:ext cx="1048200" cy="667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6000"/>
              <a:buNone/>
            </a:pPr>
            <a:r>
              <a:rPr lang="en"/>
              <a:t>04</a:t>
            </a:r>
            <a:endParaRPr/>
          </a:p>
        </p:txBody>
      </p:sp>
      <p:sp>
        <p:nvSpPr>
          <p:cNvPr id="463" name="Google Shape;463;p41"/>
          <p:cNvSpPr txBox="1"/>
          <p:nvPr>
            <p:ph idx="14" type="title"/>
          </p:nvPr>
        </p:nvSpPr>
        <p:spPr>
          <a:xfrm>
            <a:off x="4574311" y="2151535"/>
            <a:ext cx="1048200" cy="667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6000"/>
              <a:buNone/>
            </a:pPr>
            <a:r>
              <a:rPr lang="en"/>
              <a:t>05</a:t>
            </a:r>
            <a:endParaRPr/>
          </a:p>
        </p:txBody>
      </p:sp>
      <p:sp>
        <p:nvSpPr>
          <p:cNvPr id="464" name="Google Shape;464;p41"/>
          <p:cNvSpPr txBox="1"/>
          <p:nvPr>
            <p:ph idx="15" type="title"/>
          </p:nvPr>
        </p:nvSpPr>
        <p:spPr>
          <a:xfrm>
            <a:off x="720000" y="178510"/>
            <a:ext cx="77040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400"/>
              <a:buNone/>
            </a:pPr>
            <a:r>
              <a:rPr lang="en"/>
              <a:t>Inhoud</a:t>
            </a:r>
            <a:endParaRPr/>
          </a:p>
        </p:txBody>
      </p:sp>
      <p:sp>
        <p:nvSpPr>
          <p:cNvPr id="465" name="Google Shape;465;p41">
            <a:hlinkClick action="ppaction://hlinksldjump" r:id="rId8"/>
          </p:cNvPr>
          <p:cNvSpPr txBox="1"/>
          <p:nvPr>
            <p:ph type="title"/>
          </p:nvPr>
        </p:nvSpPr>
        <p:spPr>
          <a:xfrm>
            <a:off x="1767237" y="1153546"/>
            <a:ext cx="2479500" cy="395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400"/>
              <a:buNone/>
            </a:pPr>
            <a:r>
              <a:rPr lang="en" sz="1800"/>
              <a:t>Probleem</a:t>
            </a:r>
            <a:endParaRPr sz="1800"/>
          </a:p>
        </p:txBody>
      </p:sp>
      <p:sp>
        <p:nvSpPr>
          <p:cNvPr id="466" name="Google Shape;466;p41"/>
          <p:cNvSpPr txBox="1"/>
          <p:nvPr>
            <p:ph idx="1" type="subTitle"/>
          </p:nvPr>
        </p:nvSpPr>
        <p:spPr>
          <a:xfrm>
            <a:off x="1767236" y="1450177"/>
            <a:ext cx="24795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t>Probleem beskrywing vir die projek wat gekies is</a:t>
            </a:r>
            <a:endParaRPr/>
          </a:p>
        </p:txBody>
      </p:sp>
      <p:sp>
        <p:nvSpPr>
          <p:cNvPr id="467" name="Google Shape;467;p41">
            <a:hlinkClick action="ppaction://hlinksldjump" r:id="rId9"/>
          </p:cNvPr>
          <p:cNvSpPr txBox="1"/>
          <p:nvPr>
            <p:ph idx="2" type="title"/>
          </p:nvPr>
        </p:nvSpPr>
        <p:spPr>
          <a:xfrm>
            <a:off x="5620584" y="1153546"/>
            <a:ext cx="2479500" cy="395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400"/>
              <a:buNone/>
            </a:pPr>
            <a:r>
              <a:rPr lang="en" sz="1800"/>
              <a:t>ADT</a:t>
            </a:r>
            <a:endParaRPr sz="1800"/>
          </a:p>
        </p:txBody>
      </p:sp>
      <p:sp>
        <p:nvSpPr>
          <p:cNvPr id="468" name="Google Shape;468;p41"/>
          <p:cNvSpPr txBox="1"/>
          <p:nvPr>
            <p:ph idx="3" type="subTitle"/>
          </p:nvPr>
        </p:nvSpPr>
        <p:spPr>
          <a:xfrm>
            <a:off x="5620584" y="1450177"/>
            <a:ext cx="24795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t>Die ADT’s wat gebruik gaan word in die oplossing</a:t>
            </a:r>
            <a:endParaRPr/>
          </a:p>
        </p:txBody>
      </p:sp>
      <p:sp>
        <p:nvSpPr>
          <p:cNvPr id="469" name="Google Shape;469;p41">
            <a:hlinkClick action="ppaction://hlinksldjump" r:id="rId10"/>
          </p:cNvPr>
          <p:cNvSpPr txBox="1"/>
          <p:nvPr>
            <p:ph idx="4" type="title"/>
          </p:nvPr>
        </p:nvSpPr>
        <p:spPr>
          <a:xfrm>
            <a:off x="1740154" y="2154577"/>
            <a:ext cx="2479500" cy="395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400"/>
              <a:buNone/>
            </a:pPr>
            <a:r>
              <a:rPr lang="en" sz="1800"/>
              <a:t>Doel</a:t>
            </a:r>
            <a:endParaRPr sz="1800"/>
          </a:p>
        </p:txBody>
      </p:sp>
      <p:sp>
        <p:nvSpPr>
          <p:cNvPr id="470" name="Google Shape;470;p41"/>
          <p:cNvSpPr txBox="1"/>
          <p:nvPr>
            <p:ph idx="5" type="subTitle"/>
          </p:nvPr>
        </p:nvSpPr>
        <p:spPr>
          <a:xfrm>
            <a:off x="1767229" y="2419303"/>
            <a:ext cx="24795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t>Die doel van die projek, en hoe die probleem opgelos gaan word</a:t>
            </a:r>
            <a:endParaRPr/>
          </a:p>
        </p:txBody>
      </p:sp>
      <p:sp>
        <p:nvSpPr>
          <p:cNvPr id="471" name="Google Shape;471;p41"/>
          <p:cNvSpPr txBox="1"/>
          <p:nvPr>
            <p:ph idx="6" type="title"/>
          </p:nvPr>
        </p:nvSpPr>
        <p:spPr>
          <a:xfrm>
            <a:off x="5620584" y="2115577"/>
            <a:ext cx="2479500" cy="395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400"/>
              <a:buNone/>
            </a:pPr>
            <a:r>
              <a:rPr lang="en" sz="1800"/>
              <a:t>Lambda</a:t>
            </a:r>
            <a:endParaRPr sz="1800"/>
          </a:p>
        </p:txBody>
      </p:sp>
      <p:sp>
        <p:nvSpPr>
          <p:cNvPr id="472" name="Google Shape;472;p41"/>
          <p:cNvSpPr txBox="1"/>
          <p:nvPr>
            <p:ph idx="7" type="subTitle"/>
          </p:nvPr>
        </p:nvSpPr>
        <p:spPr>
          <a:xfrm>
            <a:off x="5620584" y="2393279"/>
            <a:ext cx="24795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t>Gebruik van naamlose funksies</a:t>
            </a:r>
            <a:endParaRPr/>
          </a:p>
        </p:txBody>
      </p:sp>
      <p:cxnSp>
        <p:nvCxnSpPr>
          <p:cNvPr id="473" name="Google Shape;473;p41"/>
          <p:cNvCxnSpPr/>
          <p:nvPr/>
        </p:nvCxnSpPr>
        <p:spPr>
          <a:xfrm>
            <a:off x="844286" y="1928688"/>
            <a:ext cx="807900" cy="0"/>
          </a:xfrm>
          <a:prstGeom prst="straightConnector1">
            <a:avLst/>
          </a:prstGeom>
          <a:noFill/>
          <a:ln cap="flat" cmpd="sng" w="9525">
            <a:solidFill>
              <a:schemeClr val="dk1"/>
            </a:solidFill>
            <a:prstDash val="solid"/>
            <a:round/>
            <a:headEnd len="sm" w="sm" type="none"/>
            <a:tailEnd len="sm" w="sm" type="none"/>
          </a:ln>
        </p:spPr>
      </p:cxnSp>
      <p:cxnSp>
        <p:nvCxnSpPr>
          <p:cNvPr id="474" name="Google Shape;474;p41"/>
          <p:cNvCxnSpPr/>
          <p:nvPr/>
        </p:nvCxnSpPr>
        <p:spPr>
          <a:xfrm>
            <a:off x="840150" y="2862414"/>
            <a:ext cx="807900" cy="0"/>
          </a:xfrm>
          <a:prstGeom prst="straightConnector1">
            <a:avLst/>
          </a:prstGeom>
          <a:noFill/>
          <a:ln cap="flat" cmpd="sng" w="9525">
            <a:solidFill>
              <a:schemeClr val="dk1"/>
            </a:solidFill>
            <a:prstDash val="solid"/>
            <a:round/>
            <a:headEnd len="sm" w="sm" type="none"/>
            <a:tailEnd len="sm" w="sm" type="none"/>
          </a:ln>
        </p:spPr>
      </p:cxnSp>
      <p:cxnSp>
        <p:nvCxnSpPr>
          <p:cNvPr id="475" name="Google Shape;475;p41"/>
          <p:cNvCxnSpPr/>
          <p:nvPr/>
        </p:nvCxnSpPr>
        <p:spPr>
          <a:xfrm>
            <a:off x="844287" y="4040980"/>
            <a:ext cx="807900" cy="0"/>
          </a:xfrm>
          <a:prstGeom prst="straightConnector1">
            <a:avLst/>
          </a:prstGeom>
          <a:noFill/>
          <a:ln cap="flat" cmpd="sng" w="9525">
            <a:solidFill>
              <a:schemeClr val="dk1"/>
            </a:solidFill>
            <a:prstDash val="solid"/>
            <a:round/>
            <a:headEnd len="sm" w="sm" type="none"/>
            <a:tailEnd len="sm" w="sm" type="none"/>
          </a:ln>
        </p:spPr>
      </p:cxnSp>
      <p:cxnSp>
        <p:nvCxnSpPr>
          <p:cNvPr id="476" name="Google Shape;476;p41"/>
          <p:cNvCxnSpPr/>
          <p:nvPr/>
        </p:nvCxnSpPr>
        <p:spPr>
          <a:xfrm>
            <a:off x="4694461" y="1928688"/>
            <a:ext cx="807900" cy="0"/>
          </a:xfrm>
          <a:prstGeom prst="straightConnector1">
            <a:avLst/>
          </a:prstGeom>
          <a:noFill/>
          <a:ln cap="flat" cmpd="sng" w="9525">
            <a:solidFill>
              <a:schemeClr val="dk1"/>
            </a:solidFill>
            <a:prstDash val="solid"/>
            <a:round/>
            <a:headEnd len="sm" w="sm" type="none"/>
            <a:tailEnd len="sm" w="sm" type="none"/>
          </a:ln>
        </p:spPr>
      </p:cxnSp>
      <p:cxnSp>
        <p:nvCxnSpPr>
          <p:cNvPr id="477" name="Google Shape;477;p41"/>
          <p:cNvCxnSpPr/>
          <p:nvPr/>
        </p:nvCxnSpPr>
        <p:spPr>
          <a:xfrm>
            <a:off x="4694461" y="2898359"/>
            <a:ext cx="807900" cy="0"/>
          </a:xfrm>
          <a:prstGeom prst="straightConnector1">
            <a:avLst/>
          </a:prstGeom>
          <a:noFill/>
          <a:ln cap="flat" cmpd="sng" w="9525">
            <a:solidFill>
              <a:schemeClr val="dk1"/>
            </a:solidFill>
            <a:prstDash val="solid"/>
            <a:round/>
            <a:headEnd len="sm" w="sm" type="none"/>
            <a:tailEnd len="sm" w="sm" type="none"/>
          </a:ln>
        </p:spPr>
      </p:cxnSp>
      <p:cxnSp>
        <p:nvCxnSpPr>
          <p:cNvPr id="478" name="Google Shape;478;p41"/>
          <p:cNvCxnSpPr/>
          <p:nvPr/>
        </p:nvCxnSpPr>
        <p:spPr>
          <a:xfrm>
            <a:off x="4694462" y="3994934"/>
            <a:ext cx="807900" cy="0"/>
          </a:xfrm>
          <a:prstGeom prst="straightConnector1">
            <a:avLst/>
          </a:prstGeom>
          <a:noFill/>
          <a:ln cap="flat" cmpd="sng" w="9525">
            <a:solidFill>
              <a:schemeClr val="dk1"/>
            </a:solidFill>
            <a:prstDash val="solid"/>
            <a:round/>
            <a:headEnd len="sm" w="sm" type="none"/>
            <a:tailEnd len="sm" w="sm" type="none"/>
          </a:ln>
        </p:spPr>
      </p:cxnSp>
      <p:sp>
        <p:nvSpPr>
          <p:cNvPr id="479" name="Google Shape;479;p41"/>
          <p:cNvSpPr txBox="1"/>
          <p:nvPr>
            <p:ph idx="21" type="title"/>
          </p:nvPr>
        </p:nvSpPr>
        <p:spPr>
          <a:xfrm>
            <a:off x="4574312" y="3336395"/>
            <a:ext cx="1048200" cy="667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6000"/>
              <a:buNone/>
            </a:pPr>
            <a:r>
              <a:rPr lang="en"/>
              <a:t>06</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461"/>
                                        </p:tgtEl>
                                        <p:attrNameLst>
                                          <p:attrName>style.visibility</p:attrName>
                                        </p:attrNameLst>
                                      </p:cBhvr>
                                      <p:to>
                                        <p:strVal val="visible"/>
                                      </p:to>
                                    </p:set>
                                    <p:animEffect filter="fade" transition="in">
                                      <p:cBhvr>
                                        <p:cTn dur="1000"/>
                                        <p:tgtEl>
                                          <p:spTgt spid="461"/>
                                        </p:tgtEl>
                                      </p:cBhvr>
                                    </p:animEffect>
                                  </p:childTnLst>
                                </p:cTn>
                              </p:par>
                              <p:par>
                                <p:cTn fill="hold" nodeType="withEffect" presetClass="entr" presetID="10" presetSubtype="0">
                                  <p:stCondLst>
                                    <p:cond delay="0"/>
                                  </p:stCondLst>
                                  <p:childTnLst>
                                    <p:set>
                                      <p:cBhvr>
                                        <p:cTn dur="1" fill="hold">
                                          <p:stCondLst>
                                            <p:cond delay="0"/>
                                          </p:stCondLst>
                                        </p:cTn>
                                        <p:tgtEl>
                                          <p:spTgt spid="465"/>
                                        </p:tgtEl>
                                        <p:attrNameLst>
                                          <p:attrName>style.visibility</p:attrName>
                                        </p:attrNameLst>
                                      </p:cBhvr>
                                      <p:to>
                                        <p:strVal val="visible"/>
                                      </p:to>
                                    </p:set>
                                    <p:animEffect filter="fade" transition="in">
                                      <p:cBhvr>
                                        <p:cTn dur="1000"/>
                                        <p:tgtEl>
                                          <p:spTgt spid="465"/>
                                        </p:tgtEl>
                                      </p:cBhvr>
                                    </p:animEffect>
                                  </p:childTnLst>
                                </p:cTn>
                              </p:par>
                              <p:par>
                                <p:cTn fill="hold" nodeType="withEffect" presetClass="entr" presetID="10" presetSubtype="0">
                                  <p:stCondLst>
                                    <p:cond delay="0"/>
                                  </p:stCondLst>
                                  <p:childTnLst>
                                    <p:set>
                                      <p:cBhvr>
                                        <p:cTn dur="1" fill="hold">
                                          <p:stCondLst>
                                            <p:cond delay="0"/>
                                          </p:stCondLst>
                                        </p:cTn>
                                        <p:tgtEl>
                                          <p:spTgt spid="466"/>
                                        </p:tgtEl>
                                        <p:attrNameLst>
                                          <p:attrName>style.visibility</p:attrName>
                                        </p:attrNameLst>
                                      </p:cBhvr>
                                      <p:to>
                                        <p:strVal val="visible"/>
                                      </p:to>
                                    </p:set>
                                    <p:animEffect filter="fade" transition="in">
                                      <p:cBhvr>
                                        <p:cTn dur="1000"/>
                                        <p:tgtEl>
                                          <p:spTgt spid="466"/>
                                        </p:tgtEl>
                                      </p:cBhvr>
                                    </p:animEffect>
                                  </p:childTnLst>
                                </p:cTn>
                              </p:par>
                              <p:par>
                                <p:cTn fill="hold" nodeType="withEffect" presetClass="entr" presetID="10" presetSubtype="0">
                                  <p:stCondLst>
                                    <p:cond delay="0"/>
                                  </p:stCondLst>
                                  <p:childTnLst>
                                    <p:set>
                                      <p:cBhvr>
                                        <p:cTn dur="1" fill="hold">
                                          <p:stCondLst>
                                            <p:cond delay="0"/>
                                          </p:stCondLst>
                                        </p:cTn>
                                        <p:tgtEl>
                                          <p:spTgt spid="473"/>
                                        </p:tgtEl>
                                        <p:attrNameLst>
                                          <p:attrName>style.visibility</p:attrName>
                                        </p:attrNameLst>
                                      </p:cBhvr>
                                      <p:to>
                                        <p:strVal val="visible"/>
                                      </p:to>
                                    </p:set>
                                    <p:animEffect filter="fade" transition="in">
                                      <p:cBhvr>
                                        <p:cTn dur="1000"/>
                                        <p:tgtEl>
                                          <p:spTgt spid="473"/>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460"/>
                                        </p:tgtEl>
                                        <p:attrNameLst>
                                          <p:attrName>style.visibility</p:attrName>
                                        </p:attrNameLst>
                                      </p:cBhvr>
                                      <p:to>
                                        <p:strVal val="visible"/>
                                      </p:to>
                                    </p:set>
                                    <p:animEffect filter="fade" transition="in">
                                      <p:cBhvr>
                                        <p:cTn dur="1000"/>
                                        <p:tgtEl>
                                          <p:spTgt spid="460"/>
                                        </p:tgtEl>
                                      </p:cBhvr>
                                    </p:animEffect>
                                  </p:childTnLst>
                                </p:cTn>
                              </p:par>
                              <p:par>
                                <p:cTn fill="hold" nodeType="withEffect" presetClass="entr" presetID="10" presetSubtype="0">
                                  <p:stCondLst>
                                    <p:cond delay="0"/>
                                  </p:stCondLst>
                                  <p:childTnLst>
                                    <p:set>
                                      <p:cBhvr>
                                        <p:cTn dur="1" fill="hold">
                                          <p:stCondLst>
                                            <p:cond delay="0"/>
                                          </p:stCondLst>
                                        </p:cTn>
                                        <p:tgtEl>
                                          <p:spTgt spid="469"/>
                                        </p:tgtEl>
                                        <p:attrNameLst>
                                          <p:attrName>style.visibility</p:attrName>
                                        </p:attrNameLst>
                                      </p:cBhvr>
                                      <p:to>
                                        <p:strVal val="visible"/>
                                      </p:to>
                                    </p:set>
                                    <p:animEffect filter="fade" transition="in">
                                      <p:cBhvr>
                                        <p:cTn dur="1000"/>
                                        <p:tgtEl>
                                          <p:spTgt spid="469"/>
                                        </p:tgtEl>
                                      </p:cBhvr>
                                    </p:animEffect>
                                  </p:childTnLst>
                                </p:cTn>
                              </p:par>
                              <p:par>
                                <p:cTn fill="hold" nodeType="withEffect" presetClass="entr" presetID="10" presetSubtype="0">
                                  <p:stCondLst>
                                    <p:cond delay="0"/>
                                  </p:stCondLst>
                                  <p:childTnLst>
                                    <p:set>
                                      <p:cBhvr>
                                        <p:cTn dur="1" fill="hold">
                                          <p:stCondLst>
                                            <p:cond delay="0"/>
                                          </p:stCondLst>
                                        </p:cTn>
                                        <p:tgtEl>
                                          <p:spTgt spid="470"/>
                                        </p:tgtEl>
                                        <p:attrNameLst>
                                          <p:attrName>style.visibility</p:attrName>
                                        </p:attrNameLst>
                                      </p:cBhvr>
                                      <p:to>
                                        <p:strVal val="visible"/>
                                      </p:to>
                                    </p:set>
                                    <p:animEffect filter="fade" transition="in">
                                      <p:cBhvr>
                                        <p:cTn dur="1000"/>
                                        <p:tgtEl>
                                          <p:spTgt spid="470"/>
                                        </p:tgtEl>
                                      </p:cBhvr>
                                    </p:animEffect>
                                  </p:childTnLst>
                                </p:cTn>
                              </p:par>
                              <p:par>
                                <p:cTn fill="hold" nodeType="withEffect" presetClass="entr" presetID="10" presetSubtype="0">
                                  <p:stCondLst>
                                    <p:cond delay="0"/>
                                  </p:stCondLst>
                                  <p:childTnLst>
                                    <p:set>
                                      <p:cBhvr>
                                        <p:cTn dur="1" fill="hold">
                                          <p:stCondLst>
                                            <p:cond delay="0"/>
                                          </p:stCondLst>
                                        </p:cTn>
                                        <p:tgtEl>
                                          <p:spTgt spid="474"/>
                                        </p:tgtEl>
                                        <p:attrNameLst>
                                          <p:attrName>style.visibility</p:attrName>
                                        </p:attrNameLst>
                                      </p:cBhvr>
                                      <p:to>
                                        <p:strVal val="visible"/>
                                      </p:to>
                                    </p:set>
                                    <p:animEffect filter="fade" transition="in">
                                      <p:cBhvr>
                                        <p:cTn dur="1000"/>
                                        <p:tgtEl>
                                          <p:spTgt spid="474"/>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455"/>
                                        </p:tgtEl>
                                        <p:attrNameLst>
                                          <p:attrName>style.visibility</p:attrName>
                                        </p:attrNameLst>
                                      </p:cBhvr>
                                      <p:to>
                                        <p:strVal val="visible"/>
                                      </p:to>
                                    </p:set>
                                    <p:animEffect filter="fade" transition="in">
                                      <p:cBhvr>
                                        <p:cTn dur="1000"/>
                                        <p:tgtEl>
                                          <p:spTgt spid="455"/>
                                        </p:tgtEl>
                                      </p:cBhvr>
                                    </p:animEffect>
                                  </p:childTnLst>
                                </p:cTn>
                              </p:par>
                              <p:par>
                                <p:cTn fill="hold" nodeType="withEffect" presetClass="entr" presetID="10" presetSubtype="0">
                                  <p:stCondLst>
                                    <p:cond delay="0"/>
                                  </p:stCondLst>
                                  <p:childTnLst>
                                    <p:set>
                                      <p:cBhvr>
                                        <p:cTn dur="1" fill="hold">
                                          <p:stCondLst>
                                            <p:cond delay="0"/>
                                          </p:stCondLst>
                                        </p:cTn>
                                        <p:tgtEl>
                                          <p:spTgt spid="456"/>
                                        </p:tgtEl>
                                        <p:attrNameLst>
                                          <p:attrName>style.visibility</p:attrName>
                                        </p:attrNameLst>
                                      </p:cBhvr>
                                      <p:to>
                                        <p:strVal val="visible"/>
                                      </p:to>
                                    </p:set>
                                    <p:animEffect filter="fade" transition="in">
                                      <p:cBhvr>
                                        <p:cTn dur="1000"/>
                                        <p:tgtEl>
                                          <p:spTgt spid="456"/>
                                        </p:tgtEl>
                                      </p:cBhvr>
                                    </p:animEffect>
                                  </p:childTnLst>
                                </p:cTn>
                              </p:par>
                              <p:par>
                                <p:cTn fill="hold" nodeType="withEffect" presetClass="entr" presetID="10" presetSubtype="0">
                                  <p:stCondLst>
                                    <p:cond delay="0"/>
                                  </p:stCondLst>
                                  <p:childTnLst>
                                    <p:set>
                                      <p:cBhvr>
                                        <p:cTn dur="1" fill="hold">
                                          <p:stCondLst>
                                            <p:cond delay="0"/>
                                          </p:stCondLst>
                                        </p:cTn>
                                        <p:tgtEl>
                                          <p:spTgt spid="457"/>
                                        </p:tgtEl>
                                        <p:attrNameLst>
                                          <p:attrName>style.visibility</p:attrName>
                                        </p:attrNameLst>
                                      </p:cBhvr>
                                      <p:to>
                                        <p:strVal val="visible"/>
                                      </p:to>
                                    </p:set>
                                    <p:animEffect filter="fade" transition="in">
                                      <p:cBhvr>
                                        <p:cTn dur="1000"/>
                                        <p:tgtEl>
                                          <p:spTgt spid="457"/>
                                        </p:tgtEl>
                                      </p:cBhvr>
                                    </p:animEffect>
                                  </p:childTnLst>
                                </p:cTn>
                              </p:par>
                              <p:par>
                                <p:cTn fill="hold" nodeType="withEffect" presetClass="entr" presetID="10" presetSubtype="0">
                                  <p:stCondLst>
                                    <p:cond delay="0"/>
                                  </p:stCondLst>
                                  <p:childTnLst>
                                    <p:set>
                                      <p:cBhvr>
                                        <p:cTn dur="1" fill="hold">
                                          <p:stCondLst>
                                            <p:cond delay="0"/>
                                          </p:stCondLst>
                                        </p:cTn>
                                        <p:tgtEl>
                                          <p:spTgt spid="475"/>
                                        </p:tgtEl>
                                        <p:attrNameLst>
                                          <p:attrName>style.visibility</p:attrName>
                                        </p:attrNameLst>
                                      </p:cBhvr>
                                      <p:to>
                                        <p:strVal val="visible"/>
                                      </p:to>
                                    </p:set>
                                    <p:animEffect filter="fade" transition="in">
                                      <p:cBhvr>
                                        <p:cTn dur="1000"/>
                                        <p:tgtEl>
                                          <p:spTgt spid="475"/>
                                        </p:tgtEl>
                                      </p:cBhvr>
                                    </p:animEffect>
                                  </p:childTnLst>
                                </p:cTn>
                              </p:par>
                            </p:childTnLst>
                          </p:cTn>
                        </p:par>
                        <p:par>
                          <p:cTn fill="hold">
                            <p:stCondLst>
                              <p:cond delay="3000"/>
                            </p:stCondLst>
                            <p:childTnLst>
                              <p:par>
                                <p:cTn fill="hold" nodeType="afterEffect" presetClass="entr" presetID="10" presetSubtype="0">
                                  <p:stCondLst>
                                    <p:cond delay="0"/>
                                  </p:stCondLst>
                                  <p:childTnLst>
                                    <p:set>
                                      <p:cBhvr>
                                        <p:cTn dur="1" fill="hold">
                                          <p:stCondLst>
                                            <p:cond delay="0"/>
                                          </p:stCondLst>
                                        </p:cTn>
                                        <p:tgtEl>
                                          <p:spTgt spid="462"/>
                                        </p:tgtEl>
                                        <p:attrNameLst>
                                          <p:attrName>style.visibility</p:attrName>
                                        </p:attrNameLst>
                                      </p:cBhvr>
                                      <p:to>
                                        <p:strVal val="visible"/>
                                      </p:to>
                                    </p:set>
                                    <p:animEffect filter="fade" transition="in">
                                      <p:cBhvr>
                                        <p:cTn dur="1000"/>
                                        <p:tgtEl>
                                          <p:spTgt spid="462"/>
                                        </p:tgtEl>
                                      </p:cBhvr>
                                    </p:animEffect>
                                  </p:childTnLst>
                                </p:cTn>
                              </p:par>
                              <p:par>
                                <p:cTn fill="hold" nodeType="withEffect" presetClass="entr" presetID="10" presetSubtype="0">
                                  <p:stCondLst>
                                    <p:cond delay="0"/>
                                  </p:stCondLst>
                                  <p:childTnLst>
                                    <p:set>
                                      <p:cBhvr>
                                        <p:cTn dur="1" fill="hold">
                                          <p:stCondLst>
                                            <p:cond delay="0"/>
                                          </p:stCondLst>
                                        </p:cTn>
                                        <p:tgtEl>
                                          <p:spTgt spid="467"/>
                                        </p:tgtEl>
                                        <p:attrNameLst>
                                          <p:attrName>style.visibility</p:attrName>
                                        </p:attrNameLst>
                                      </p:cBhvr>
                                      <p:to>
                                        <p:strVal val="visible"/>
                                      </p:to>
                                    </p:set>
                                    <p:animEffect filter="fade" transition="in">
                                      <p:cBhvr>
                                        <p:cTn dur="1000"/>
                                        <p:tgtEl>
                                          <p:spTgt spid="467"/>
                                        </p:tgtEl>
                                      </p:cBhvr>
                                    </p:animEffect>
                                  </p:childTnLst>
                                </p:cTn>
                              </p:par>
                              <p:par>
                                <p:cTn fill="hold" nodeType="withEffect" presetClass="entr" presetID="10" presetSubtype="0">
                                  <p:stCondLst>
                                    <p:cond delay="0"/>
                                  </p:stCondLst>
                                  <p:childTnLst>
                                    <p:set>
                                      <p:cBhvr>
                                        <p:cTn dur="1" fill="hold">
                                          <p:stCondLst>
                                            <p:cond delay="0"/>
                                          </p:stCondLst>
                                        </p:cTn>
                                        <p:tgtEl>
                                          <p:spTgt spid="468"/>
                                        </p:tgtEl>
                                        <p:attrNameLst>
                                          <p:attrName>style.visibility</p:attrName>
                                        </p:attrNameLst>
                                      </p:cBhvr>
                                      <p:to>
                                        <p:strVal val="visible"/>
                                      </p:to>
                                    </p:set>
                                    <p:animEffect filter="fade" transition="in">
                                      <p:cBhvr>
                                        <p:cTn dur="1000"/>
                                        <p:tgtEl>
                                          <p:spTgt spid="468"/>
                                        </p:tgtEl>
                                      </p:cBhvr>
                                    </p:animEffect>
                                  </p:childTnLst>
                                </p:cTn>
                              </p:par>
                              <p:par>
                                <p:cTn fill="hold" nodeType="withEffect" presetClass="entr" presetID="10" presetSubtype="0">
                                  <p:stCondLst>
                                    <p:cond delay="0"/>
                                  </p:stCondLst>
                                  <p:childTnLst>
                                    <p:set>
                                      <p:cBhvr>
                                        <p:cTn dur="1" fill="hold">
                                          <p:stCondLst>
                                            <p:cond delay="0"/>
                                          </p:stCondLst>
                                        </p:cTn>
                                        <p:tgtEl>
                                          <p:spTgt spid="476"/>
                                        </p:tgtEl>
                                        <p:attrNameLst>
                                          <p:attrName>style.visibility</p:attrName>
                                        </p:attrNameLst>
                                      </p:cBhvr>
                                      <p:to>
                                        <p:strVal val="visible"/>
                                      </p:to>
                                    </p:set>
                                    <p:animEffect filter="fade" transition="in">
                                      <p:cBhvr>
                                        <p:cTn dur="1000"/>
                                        <p:tgtEl>
                                          <p:spTgt spid="476"/>
                                        </p:tgtEl>
                                      </p:cBhvr>
                                    </p:animEffect>
                                  </p:childTnLst>
                                </p:cTn>
                              </p:par>
                            </p:childTnLst>
                          </p:cTn>
                        </p:par>
                        <p:par>
                          <p:cTn fill="hold">
                            <p:stCondLst>
                              <p:cond delay="4000"/>
                            </p:stCondLst>
                            <p:childTnLst>
                              <p:par>
                                <p:cTn fill="hold" nodeType="afterEffect" presetClass="entr" presetID="10" presetSubtype="0">
                                  <p:stCondLst>
                                    <p:cond delay="0"/>
                                  </p:stCondLst>
                                  <p:childTnLst>
                                    <p:set>
                                      <p:cBhvr>
                                        <p:cTn dur="1" fill="hold">
                                          <p:stCondLst>
                                            <p:cond delay="0"/>
                                          </p:stCondLst>
                                        </p:cTn>
                                        <p:tgtEl>
                                          <p:spTgt spid="463"/>
                                        </p:tgtEl>
                                        <p:attrNameLst>
                                          <p:attrName>style.visibility</p:attrName>
                                        </p:attrNameLst>
                                      </p:cBhvr>
                                      <p:to>
                                        <p:strVal val="visible"/>
                                      </p:to>
                                    </p:set>
                                    <p:animEffect filter="fade" transition="in">
                                      <p:cBhvr>
                                        <p:cTn dur="1000"/>
                                        <p:tgtEl>
                                          <p:spTgt spid="463"/>
                                        </p:tgtEl>
                                      </p:cBhvr>
                                    </p:animEffect>
                                  </p:childTnLst>
                                </p:cTn>
                              </p:par>
                              <p:par>
                                <p:cTn fill="hold" nodeType="withEffect" presetClass="entr" presetID="10" presetSubtype="0">
                                  <p:stCondLst>
                                    <p:cond delay="0"/>
                                  </p:stCondLst>
                                  <p:childTnLst>
                                    <p:set>
                                      <p:cBhvr>
                                        <p:cTn dur="1" fill="hold">
                                          <p:stCondLst>
                                            <p:cond delay="0"/>
                                          </p:stCondLst>
                                        </p:cTn>
                                        <p:tgtEl>
                                          <p:spTgt spid="471"/>
                                        </p:tgtEl>
                                        <p:attrNameLst>
                                          <p:attrName>style.visibility</p:attrName>
                                        </p:attrNameLst>
                                      </p:cBhvr>
                                      <p:to>
                                        <p:strVal val="visible"/>
                                      </p:to>
                                    </p:set>
                                    <p:animEffect filter="fade" transition="in">
                                      <p:cBhvr>
                                        <p:cTn dur="1000"/>
                                        <p:tgtEl>
                                          <p:spTgt spid="471"/>
                                        </p:tgtEl>
                                      </p:cBhvr>
                                    </p:animEffect>
                                  </p:childTnLst>
                                </p:cTn>
                              </p:par>
                              <p:par>
                                <p:cTn fill="hold" nodeType="withEffect" presetClass="entr" presetID="10" presetSubtype="0">
                                  <p:stCondLst>
                                    <p:cond delay="0"/>
                                  </p:stCondLst>
                                  <p:childTnLst>
                                    <p:set>
                                      <p:cBhvr>
                                        <p:cTn dur="1" fill="hold">
                                          <p:stCondLst>
                                            <p:cond delay="0"/>
                                          </p:stCondLst>
                                        </p:cTn>
                                        <p:tgtEl>
                                          <p:spTgt spid="472"/>
                                        </p:tgtEl>
                                        <p:attrNameLst>
                                          <p:attrName>style.visibility</p:attrName>
                                        </p:attrNameLst>
                                      </p:cBhvr>
                                      <p:to>
                                        <p:strVal val="visible"/>
                                      </p:to>
                                    </p:set>
                                    <p:animEffect filter="fade" transition="in">
                                      <p:cBhvr>
                                        <p:cTn dur="1000"/>
                                        <p:tgtEl>
                                          <p:spTgt spid="472"/>
                                        </p:tgtEl>
                                      </p:cBhvr>
                                    </p:animEffect>
                                  </p:childTnLst>
                                </p:cTn>
                              </p:par>
                              <p:par>
                                <p:cTn fill="hold" nodeType="withEffect" presetClass="entr" presetID="10" presetSubtype="0">
                                  <p:stCondLst>
                                    <p:cond delay="0"/>
                                  </p:stCondLst>
                                  <p:childTnLst>
                                    <p:set>
                                      <p:cBhvr>
                                        <p:cTn dur="1" fill="hold">
                                          <p:stCondLst>
                                            <p:cond delay="0"/>
                                          </p:stCondLst>
                                        </p:cTn>
                                        <p:tgtEl>
                                          <p:spTgt spid="477"/>
                                        </p:tgtEl>
                                        <p:attrNameLst>
                                          <p:attrName>style.visibility</p:attrName>
                                        </p:attrNameLst>
                                      </p:cBhvr>
                                      <p:to>
                                        <p:strVal val="visible"/>
                                      </p:to>
                                    </p:set>
                                    <p:animEffect filter="fade" transition="in">
                                      <p:cBhvr>
                                        <p:cTn dur="1000"/>
                                        <p:tgtEl>
                                          <p:spTgt spid="477"/>
                                        </p:tgtEl>
                                      </p:cBhvr>
                                    </p:animEffect>
                                  </p:childTnLst>
                                </p:cTn>
                              </p:par>
                            </p:childTnLst>
                          </p:cTn>
                        </p:par>
                        <p:par>
                          <p:cTn fill="hold">
                            <p:stCondLst>
                              <p:cond delay="5000"/>
                            </p:stCondLst>
                            <p:childTnLst>
                              <p:par>
                                <p:cTn fill="hold" nodeType="afterEffect" presetClass="entr" presetID="10" presetSubtype="0">
                                  <p:stCondLst>
                                    <p:cond delay="0"/>
                                  </p:stCondLst>
                                  <p:childTnLst>
                                    <p:set>
                                      <p:cBhvr>
                                        <p:cTn dur="1" fill="hold">
                                          <p:stCondLst>
                                            <p:cond delay="0"/>
                                          </p:stCondLst>
                                        </p:cTn>
                                        <p:tgtEl>
                                          <p:spTgt spid="479"/>
                                        </p:tgtEl>
                                        <p:attrNameLst>
                                          <p:attrName>style.visibility</p:attrName>
                                        </p:attrNameLst>
                                      </p:cBhvr>
                                      <p:to>
                                        <p:strVal val="visible"/>
                                      </p:to>
                                    </p:set>
                                    <p:animEffect filter="fade" transition="in">
                                      <p:cBhvr>
                                        <p:cTn dur="1000"/>
                                        <p:tgtEl>
                                          <p:spTgt spid="479"/>
                                        </p:tgtEl>
                                      </p:cBhvr>
                                    </p:animEffect>
                                  </p:childTnLst>
                                </p:cTn>
                              </p:par>
                              <p:par>
                                <p:cTn fill="hold" nodeType="withEffect" presetClass="entr" presetID="10" presetSubtype="0">
                                  <p:stCondLst>
                                    <p:cond delay="0"/>
                                  </p:stCondLst>
                                  <p:childTnLst>
                                    <p:set>
                                      <p:cBhvr>
                                        <p:cTn dur="1" fill="hold">
                                          <p:stCondLst>
                                            <p:cond delay="0"/>
                                          </p:stCondLst>
                                        </p:cTn>
                                        <p:tgtEl>
                                          <p:spTgt spid="458"/>
                                        </p:tgtEl>
                                        <p:attrNameLst>
                                          <p:attrName>style.visibility</p:attrName>
                                        </p:attrNameLst>
                                      </p:cBhvr>
                                      <p:to>
                                        <p:strVal val="visible"/>
                                      </p:to>
                                    </p:set>
                                    <p:animEffect filter="fade" transition="in">
                                      <p:cBhvr>
                                        <p:cTn dur="1000"/>
                                        <p:tgtEl>
                                          <p:spTgt spid="458"/>
                                        </p:tgtEl>
                                      </p:cBhvr>
                                    </p:animEffect>
                                  </p:childTnLst>
                                </p:cTn>
                              </p:par>
                              <p:par>
                                <p:cTn fill="hold" nodeType="withEffect" presetClass="entr" presetID="10" presetSubtype="0">
                                  <p:stCondLst>
                                    <p:cond delay="0"/>
                                  </p:stCondLst>
                                  <p:childTnLst>
                                    <p:set>
                                      <p:cBhvr>
                                        <p:cTn dur="1" fill="hold">
                                          <p:stCondLst>
                                            <p:cond delay="0"/>
                                          </p:stCondLst>
                                        </p:cTn>
                                        <p:tgtEl>
                                          <p:spTgt spid="459"/>
                                        </p:tgtEl>
                                        <p:attrNameLst>
                                          <p:attrName>style.visibility</p:attrName>
                                        </p:attrNameLst>
                                      </p:cBhvr>
                                      <p:to>
                                        <p:strVal val="visible"/>
                                      </p:to>
                                    </p:set>
                                    <p:animEffect filter="fade" transition="in">
                                      <p:cBhvr>
                                        <p:cTn dur="1000"/>
                                        <p:tgtEl>
                                          <p:spTgt spid="459"/>
                                        </p:tgtEl>
                                      </p:cBhvr>
                                    </p:animEffect>
                                  </p:childTnLst>
                                </p:cTn>
                              </p:par>
                              <p:par>
                                <p:cTn fill="hold" nodeType="withEffect" presetClass="entr" presetID="10" presetSubtype="0">
                                  <p:stCondLst>
                                    <p:cond delay="0"/>
                                  </p:stCondLst>
                                  <p:childTnLst>
                                    <p:set>
                                      <p:cBhvr>
                                        <p:cTn dur="1" fill="hold">
                                          <p:stCondLst>
                                            <p:cond delay="0"/>
                                          </p:stCondLst>
                                        </p:cTn>
                                        <p:tgtEl>
                                          <p:spTgt spid="478"/>
                                        </p:tgtEl>
                                        <p:attrNameLst>
                                          <p:attrName>style.visibility</p:attrName>
                                        </p:attrNameLst>
                                      </p:cBhvr>
                                      <p:to>
                                        <p:strVal val="visible"/>
                                      </p:to>
                                    </p:set>
                                    <p:animEffect filter="fade" transition="in">
                                      <p:cBhvr>
                                        <p:cTn dur="1000"/>
                                        <p:tgtEl>
                                          <p:spTgt spid="47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42">
            <a:hlinkClick action="ppaction://hlinksldjump" r:id="rId3"/>
          </p:cNvPr>
          <p:cNvSpPr txBox="1"/>
          <p:nvPr>
            <p:ph idx="9" type="title"/>
          </p:nvPr>
        </p:nvSpPr>
        <p:spPr>
          <a:xfrm>
            <a:off x="4755960" y="2258045"/>
            <a:ext cx="1048200" cy="667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6000"/>
              <a:buNone/>
            </a:pPr>
            <a:r>
              <a:rPr lang="en"/>
              <a:t>10</a:t>
            </a:r>
            <a:endParaRPr/>
          </a:p>
        </p:txBody>
      </p:sp>
      <p:sp>
        <p:nvSpPr>
          <p:cNvPr id="485" name="Google Shape;485;p42">
            <a:hlinkClick action="ppaction://hlinksldjump" r:id="rId4"/>
          </p:cNvPr>
          <p:cNvSpPr txBox="1"/>
          <p:nvPr>
            <p:ph idx="8" type="title"/>
          </p:nvPr>
        </p:nvSpPr>
        <p:spPr>
          <a:xfrm>
            <a:off x="4755960" y="1239340"/>
            <a:ext cx="1048200" cy="667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6000"/>
              <a:buNone/>
            </a:pPr>
            <a:r>
              <a:rPr lang="en"/>
              <a:t>09</a:t>
            </a:r>
            <a:endParaRPr/>
          </a:p>
        </p:txBody>
      </p:sp>
      <p:sp>
        <p:nvSpPr>
          <p:cNvPr id="486" name="Google Shape;486;p42"/>
          <p:cNvSpPr txBox="1"/>
          <p:nvPr>
            <p:ph idx="15" type="title"/>
          </p:nvPr>
        </p:nvSpPr>
        <p:spPr>
          <a:xfrm>
            <a:off x="720000" y="178510"/>
            <a:ext cx="77040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400"/>
              <a:buNone/>
            </a:pPr>
            <a:r>
              <a:rPr lang="en"/>
              <a:t>Inhoud</a:t>
            </a:r>
            <a:endParaRPr/>
          </a:p>
        </p:txBody>
      </p:sp>
      <p:sp>
        <p:nvSpPr>
          <p:cNvPr id="487" name="Google Shape;487;p42">
            <a:hlinkClick action="ppaction://hlinksldjump" r:id="rId5"/>
          </p:cNvPr>
          <p:cNvSpPr txBox="1"/>
          <p:nvPr>
            <p:ph type="title"/>
          </p:nvPr>
        </p:nvSpPr>
        <p:spPr>
          <a:xfrm>
            <a:off x="5803197" y="1216035"/>
            <a:ext cx="2807074" cy="395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400"/>
              <a:buNone/>
            </a:pPr>
            <a:r>
              <a:rPr lang="en" sz="1800"/>
              <a:t>Stelsel Argitektuur</a:t>
            </a:r>
            <a:br>
              <a:rPr lang="en" sz="1800"/>
            </a:br>
            <a:endParaRPr sz="1800"/>
          </a:p>
        </p:txBody>
      </p:sp>
      <p:sp>
        <p:nvSpPr>
          <p:cNvPr id="488" name="Google Shape;488;p42"/>
          <p:cNvSpPr txBox="1"/>
          <p:nvPr>
            <p:ph idx="1" type="subTitle"/>
          </p:nvPr>
        </p:nvSpPr>
        <p:spPr>
          <a:xfrm>
            <a:off x="5820221" y="1498516"/>
            <a:ext cx="24795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t>Stelsel ontwerp en argitektuur</a:t>
            </a:r>
            <a:endParaRPr/>
          </a:p>
        </p:txBody>
      </p:sp>
      <p:sp>
        <p:nvSpPr>
          <p:cNvPr id="489" name="Google Shape;489;p42">
            <a:hlinkClick action="ppaction://hlinksldjump" r:id="rId6"/>
          </p:cNvPr>
          <p:cNvSpPr txBox="1"/>
          <p:nvPr>
            <p:ph idx="4" type="title"/>
          </p:nvPr>
        </p:nvSpPr>
        <p:spPr>
          <a:xfrm>
            <a:off x="5776114" y="2293066"/>
            <a:ext cx="2479500" cy="395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400"/>
              <a:buNone/>
            </a:pPr>
            <a:r>
              <a:rPr lang="en" sz="1800"/>
              <a:t>Toepaslikheid</a:t>
            </a:r>
            <a:endParaRPr sz="1800"/>
          </a:p>
        </p:txBody>
      </p:sp>
      <p:sp>
        <p:nvSpPr>
          <p:cNvPr id="490" name="Google Shape;490;p42"/>
          <p:cNvSpPr txBox="1"/>
          <p:nvPr>
            <p:ph idx="5" type="subTitle"/>
          </p:nvPr>
        </p:nvSpPr>
        <p:spPr>
          <a:xfrm>
            <a:off x="5820214" y="2647242"/>
            <a:ext cx="24795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t>Wat is die toepaslikheid van die oplossing vir die probleem</a:t>
            </a:r>
            <a:endParaRPr/>
          </a:p>
        </p:txBody>
      </p:sp>
      <p:cxnSp>
        <p:nvCxnSpPr>
          <p:cNvPr id="491" name="Google Shape;491;p42"/>
          <p:cNvCxnSpPr/>
          <p:nvPr/>
        </p:nvCxnSpPr>
        <p:spPr>
          <a:xfrm>
            <a:off x="4880246" y="1991177"/>
            <a:ext cx="807900" cy="0"/>
          </a:xfrm>
          <a:prstGeom prst="straightConnector1">
            <a:avLst/>
          </a:prstGeom>
          <a:noFill/>
          <a:ln cap="flat" cmpd="sng" w="9525">
            <a:solidFill>
              <a:schemeClr val="dk1"/>
            </a:solidFill>
            <a:prstDash val="solid"/>
            <a:round/>
            <a:headEnd len="sm" w="sm" type="none"/>
            <a:tailEnd len="sm" w="sm" type="none"/>
          </a:ln>
        </p:spPr>
      </p:cxnSp>
      <p:cxnSp>
        <p:nvCxnSpPr>
          <p:cNvPr id="492" name="Google Shape;492;p42"/>
          <p:cNvCxnSpPr/>
          <p:nvPr/>
        </p:nvCxnSpPr>
        <p:spPr>
          <a:xfrm>
            <a:off x="4876110" y="3000903"/>
            <a:ext cx="807900" cy="0"/>
          </a:xfrm>
          <a:prstGeom prst="straightConnector1">
            <a:avLst/>
          </a:prstGeom>
          <a:noFill/>
          <a:ln cap="flat" cmpd="sng" w="9525">
            <a:solidFill>
              <a:schemeClr val="dk1"/>
            </a:solidFill>
            <a:prstDash val="solid"/>
            <a:round/>
            <a:headEnd len="sm" w="sm" type="none"/>
            <a:tailEnd len="sm" w="sm" type="none"/>
          </a:ln>
        </p:spPr>
      </p:cxnSp>
      <p:sp>
        <p:nvSpPr>
          <p:cNvPr id="493" name="Google Shape;493;p42">
            <a:hlinkClick action="ppaction://hlinksldjump" r:id="rId7"/>
          </p:cNvPr>
          <p:cNvSpPr txBox="1"/>
          <p:nvPr/>
        </p:nvSpPr>
        <p:spPr>
          <a:xfrm>
            <a:off x="711872" y="1215739"/>
            <a:ext cx="1048200" cy="667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chemeClr val="dk1"/>
              </a:buClr>
              <a:buSzPts val="6000"/>
              <a:buFont typeface="Inknut Antiqua"/>
              <a:buNone/>
            </a:pPr>
            <a:r>
              <a:rPr b="1" i="0" lang="en" spc="0" sz="3000" u="none" cap="none" strike="noStrike">
                <a:solidFill>
                  <a:schemeClr val="accent1"/>
                </a:solidFill>
                <a:latin typeface="Inknut Antiqua"/>
                <a:ea typeface="Inknut Antiqua"/>
                <a:cs typeface="Inknut Antiqua"/>
                <a:sym typeface="Inknut Antiqua"/>
              </a:rPr>
              <a:t>07</a:t>
            </a:r>
            <a:endParaRPr/>
          </a:p>
        </p:txBody>
      </p:sp>
      <p:sp>
        <p:nvSpPr>
          <p:cNvPr id="494" name="Google Shape;494;p42">
            <a:hlinkClick action="ppaction://hlinksldjump" r:id="rId8"/>
          </p:cNvPr>
          <p:cNvSpPr txBox="1"/>
          <p:nvPr/>
        </p:nvSpPr>
        <p:spPr>
          <a:xfrm>
            <a:off x="1759109" y="1192434"/>
            <a:ext cx="2807074" cy="39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2400"/>
              <a:buFont typeface="Inknut Antiqua"/>
              <a:buNone/>
            </a:pPr>
            <a:r>
              <a:rPr b="1" i="0" lang="en" spc="0" sz="1800" u="none" cap="none" strike="noStrike">
                <a:solidFill>
                  <a:schemeClr val="accent1"/>
                </a:solidFill>
                <a:latin typeface="Inknut Antiqua"/>
                <a:ea typeface="Inknut Antiqua"/>
                <a:cs typeface="Inknut Antiqua"/>
                <a:sym typeface="Inknut Antiqua"/>
              </a:rPr>
              <a:t>Sorteer Algoritmes</a:t>
            </a:r>
            <a:endParaRPr/>
          </a:p>
        </p:txBody>
      </p:sp>
      <p:sp>
        <p:nvSpPr>
          <p:cNvPr id="495" name="Google Shape;495;p42"/>
          <p:cNvSpPr txBox="1"/>
          <p:nvPr/>
        </p:nvSpPr>
        <p:spPr>
          <a:xfrm>
            <a:off x="1767233" y="1498515"/>
            <a:ext cx="2479500" cy="572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accent1"/>
              </a:buClr>
              <a:buSzPts val="1400"/>
              <a:buFont typeface="Work Sans"/>
              <a:buNone/>
            </a:pPr>
            <a:r>
              <a:rPr b="0" i="0" lang="en" spc="0" sz="1400" u="none" cap="none" strike="noStrike">
                <a:solidFill>
                  <a:schemeClr val="accent1"/>
                </a:solidFill>
                <a:latin typeface="Work Sans"/>
                <a:ea typeface="Work Sans"/>
                <a:cs typeface="Work Sans"/>
                <a:sym typeface="Work Sans"/>
              </a:rPr>
              <a:t>Vergelyk sorteer algoritmes</a:t>
            </a:r>
            <a:endParaRPr/>
          </a:p>
        </p:txBody>
      </p:sp>
      <p:cxnSp>
        <p:nvCxnSpPr>
          <p:cNvPr id="496" name="Google Shape;496;p42"/>
          <p:cNvCxnSpPr/>
          <p:nvPr/>
        </p:nvCxnSpPr>
        <p:spPr>
          <a:xfrm>
            <a:off x="836158" y="1967576"/>
            <a:ext cx="807900" cy="0"/>
          </a:xfrm>
          <a:prstGeom prst="straightConnector1">
            <a:avLst/>
          </a:prstGeom>
          <a:noFill/>
          <a:ln cap="flat" cmpd="sng" w="9525">
            <a:solidFill>
              <a:schemeClr val="dk1"/>
            </a:solidFill>
            <a:prstDash val="solid"/>
            <a:round/>
            <a:headEnd len="sm" w="sm" type="none"/>
            <a:tailEnd len="sm" w="sm" type="none"/>
          </a:ln>
        </p:spPr>
      </p:cxnSp>
      <p:sp>
        <p:nvSpPr>
          <p:cNvPr id="497" name="Google Shape;497;p42">
            <a:hlinkClick action="ppaction://hlinksldjump" r:id="rId9"/>
          </p:cNvPr>
          <p:cNvSpPr txBox="1"/>
          <p:nvPr/>
        </p:nvSpPr>
        <p:spPr>
          <a:xfrm>
            <a:off x="720000" y="2275152"/>
            <a:ext cx="1048200" cy="667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chemeClr val="dk1"/>
              </a:buClr>
              <a:buSzPts val="6000"/>
              <a:buFont typeface="Inknut Antiqua"/>
              <a:buNone/>
            </a:pPr>
            <a:r>
              <a:rPr b="1" i="0" lang="en" spc="0" sz="3000" u="none" cap="none" strike="noStrike">
                <a:solidFill>
                  <a:schemeClr val="accent1"/>
                </a:solidFill>
                <a:latin typeface="Inknut Antiqua"/>
                <a:ea typeface="Inknut Antiqua"/>
                <a:cs typeface="Inknut Antiqua"/>
                <a:sym typeface="Inknut Antiqua"/>
              </a:rPr>
              <a:t>08</a:t>
            </a:r>
            <a:endParaRPr/>
          </a:p>
        </p:txBody>
      </p:sp>
      <p:sp>
        <p:nvSpPr>
          <p:cNvPr id="498" name="Google Shape;498;p42">
            <a:hlinkClick action="ppaction://hlinksldjump" r:id="rId10"/>
          </p:cNvPr>
          <p:cNvSpPr txBox="1"/>
          <p:nvPr/>
        </p:nvSpPr>
        <p:spPr>
          <a:xfrm>
            <a:off x="1767237" y="2251847"/>
            <a:ext cx="2807074" cy="39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SzPts val="2400"/>
              <a:buFont typeface="Inknut Antiqua"/>
              <a:buNone/>
            </a:pPr>
            <a:r>
              <a:rPr b="1" i="0" lang="en" spc="0" sz="1800" u="none" cap="none" strike="noStrike">
                <a:solidFill>
                  <a:schemeClr val="accent1"/>
                </a:solidFill>
                <a:latin typeface="Inknut Antiqua"/>
                <a:ea typeface="Inknut Antiqua"/>
                <a:cs typeface="Inknut Antiqua"/>
                <a:sym typeface="Inknut Antiqua"/>
              </a:rPr>
              <a:t>Databasis</a:t>
            </a:r>
            <a:endParaRPr/>
          </a:p>
        </p:txBody>
      </p:sp>
      <p:sp>
        <p:nvSpPr>
          <p:cNvPr id="499" name="Google Shape;499;p42"/>
          <p:cNvSpPr txBox="1"/>
          <p:nvPr/>
        </p:nvSpPr>
        <p:spPr>
          <a:xfrm>
            <a:off x="1767236" y="2571753"/>
            <a:ext cx="2479500" cy="5727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accent1"/>
              </a:buClr>
              <a:buSzPts val="1400"/>
              <a:buFont typeface="Work Sans"/>
              <a:buNone/>
            </a:pPr>
            <a:r>
              <a:rPr b="0" i="0" lang="en" spc="0" sz="1400" u="none" cap="none" strike="noStrike">
                <a:solidFill>
                  <a:schemeClr val="accent1"/>
                </a:solidFill>
                <a:latin typeface="Work Sans"/>
                <a:ea typeface="Work Sans"/>
                <a:cs typeface="Work Sans"/>
                <a:sym typeface="Work Sans"/>
              </a:rPr>
              <a:t>Voorgestelde databasis ontwerp</a:t>
            </a:r>
            <a:endParaRPr/>
          </a:p>
        </p:txBody>
      </p:sp>
      <p:cxnSp>
        <p:nvCxnSpPr>
          <p:cNvPr id="500" name="Google Shape;500;p42"/>
          <p:cNvCxnSpPr/>
          <p:nvPr/>
        </p:nvCxnSpPr>
        <p:spPr>
          <a:xfrm>
            <a:off x="844286" y="3026989"/>
            <a:ext cx="807900" cy="0"/>
          </a:xfrm>
          <a:prstGeom prst="straightConnector1">
            <a:avLst/>
          </a:prstGeom>
          <a:noFill/>
          <a:ln cap="flat" cmpd="sng" w="9525">
            <a:solidFill>
              <a:schemeClr val="dk1"/>
            </a:solidFill>
            <a:prstDash val="solid"/>
            <a:round/>
            <a:headEnd len="sm" w="sm" type="none"/>
            <a:tailEnd len="sm" w="sm" type="non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485"/>
                                        </p:tgtEl>
                                        <p:attrNameLst>
                                          <p:attrName>style.visibility</p:attrName>
                                        </p:attrNameLst>
                                      </p:cBhvr>
                                      <p:to>
                                        <p:strVal val="visible"/>
                                      </p:to>
                                    </p:set>
                                    <p:animEffect filter="fade" transition="in">
                                      <p:cBhvr>
                                        <p:cTn dur="1000"/>
                                        <p:tgtEl>
                                          <p:spTgt spid="485"/>
                                        </p:tgtEl>
                                      </p:cBhvr>
                                    </p:animEffect>
                                  </p:childTnLst>
                                </p:cTn>
                              </p:par>
                              <p:par>
                                <p:cTn fill="hold" nodeType="withEffect" presetClass="entr" presetID="10" presetSubtype="0">
                                  <p:stCondLst>
                                    <p:cond delay="0"/>
                                  </p:stCondLst>
                                  <p:childTnLst>
                                    <p:set>
                                      <p:cBhvr>
                                        <p:cTn dur="1" fill="hold">
                                          <p:stCondLst>
                                            <p:cond delay="0"/>
                                          </p:stCondLst>
                                        </p:cTn>
                                        <p:tgtEl>
                                          <p:spTgt spid="487"/>
                                        </p:tgtEl>
                                        <p:attrNameLst>
                                          <p:attrName>style.visibility</p:attrName>
                                        </p:attrNameLst>
                                      </p:cBhvr>
                                      <p:to>
                                        <p:strVal val="visible"/>
                                      </p:to>
                                    </p:set>
                                    <p:animEffect filter="fade" transition="in">
                                      <p:cBhvr>
                                        <p:cTn dur="1000"/>
                                        <p:tgtEl>
                                          <p:spTgt spid="487"/>
                                        </p:tgtEl>
                                      </p:cBhvr>
                                    </p:animEffect>
                                  </p:childTnLst>
                                </p:cTn>
                              </p:par>
                              <p:par>
                                <p:cTn fill="hold" nodeType="withEffect" presetClass="entr" presetID="10" presetSubtype="0">
                                  <p:stCondLst>
                                    <p:cond delay="0"/>
                                  </p:stCondLst>
                                  <p:childTnLst>
                                    <p:set>
                                      <p:cBhvr>
                                        <p:cTn dur="1" fill="hold">
                                          <p:stCondLst>
                                            <p:cond delay="0"/>
                                          </p:stCondLst>
                                        </p:cTn>
                                        <p:tgtEl>
                                          <p:spTgt spid="488"/>
                                        </p:tgtEl>
                                        <p:attrNameLst>
                                          <p:attrName>style.visibility</p:attrName>
                                        </p:attrNameLst>
                                      </p:cBhvr>
                                      <p:to>
                                        <p:strVal val="visible"/>
                                      </p:to>
                                    </p:set>
                                    <p:animEffect filter="fade" transition="in">
                                      <p:cBhvr>
                                        <p:cTn dur="1000"/>
                                        <p:tgtEl>
                                          <p:spTgt spid="488"/>
                                        </p:tgtEl>
                                      </p:cBhvr>
                                    </p:animEffect>
                                  </p:childTnLst>
                                </p:cTn>
                              </p:par>
                              <p:par>
                                <p:cTn fill="hold" nodeType="withEffect" presetClass="entr" presetID="10" presetSubtype="0">
                                  <p:stCondLst>
                                    <p:cond delay="0"/>
                                  </p:stCondLst>
                                  <p:childTnLst>
                                    <p:set>
                                      <p:cBhvr>
                                        <p:cTn dur="1" fill="hold">
                                          <p:stCondLst>
                                            <p:cond delay="0"/>
                                          </p:stCondLst>
                                        </p:cTn>
                                        <p:tgtEl>
                                          <p:spTgt spid="491"/>
                                        </p:tgtEl>
                                        <p:attrNameLst>
                                          <p:attrName>style.visibility</p:attrName>
                                        </p:attrNameLst>
                                      </p:cBhvr>
                                      <p:to>
                                        <p:strVal val="visible"/>
                                      </p:to>
                                    </p:set>
                                    <p:animEffect filter="fade" transition="in">
                                      <p:cBhvr>
                                        <p:cTn dur="1000"/>
                                        <p:tgtEl>
                                          <p:spTgt spid="491"/>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484"/>
                                        </p:tgtEl>
                                        <p:attrNameLst>
                                          <p:attrName>style.visibility</p:attrName>
                                        </p:attrNameLst>
                                      </p:cBhvr>
                                      <p:to>
                                        <p:strVal val="visible"/>
                                      </p:to>
                                    </p:set>
                                    <p:animEffect filter="fade" transition="in">
                                      <p:cBhvr>
                                        <p:cTn dur="1000"/>
                                        <p:tgtEl>
                                          <p:spTgt spid="484"/>
                                        </p:tgtEl>
                                      </p:cBhvr>
                                    </p:animEffect>
                                  </p:childTnLst>
                                </p:cTn>
                              </p:par>
                              <p:par>
                                <p:cTn fill="hold" nodeType="withEffect" presetClass="entr" presetID="10" presetSubtype="0">
                                  <p:stCondLst>
                                    <p:cond delay="0"/>
                                  </p:stCondLst>
                                  <p:childTnLst>
                                    <p:set>
                                      <p:cBhvr>
                                        <p:cTn dur="1" fill="hold">
                                          <p:stCondLst>
                                            <p:cond delay="0"/>
                                          </p:stCondLst>
                                        </p:cTn>
                                        <p:tgtEl>
                                          <p:spTgt spid="489"/>
                                        </p:tgtEl>
                                        <p:attrNameLst>
                                          <p:attrName>style.visibility</p:attrName>
                                        </p:attrNameLst>
                                      </p:cBhvr>
                                      <p:to>
                                        <p:strVal val="visible"/>
                                      </p:to>
                                    </p:set>
                                    <p:animEffect filter="fade" transition="in">
                                      <p:cBhvr>
                                        <p:cTn dur="1000"/>
                                        <p:tgtEl>
                                          <p:spTgt spid="489"/>
                                        </p:tgtEl>
                                      </p:cBhvr>
                                    </p:animEffect>
                                  </p:childTnLst>
                                </p:cTn>
                              </p:par>
                              <p:par>
                                <p:cTn fill="hold" nodeType="withEffect" presetClass="entr" presetID="10" presetSubtype="0">
                                  <p:stCondLst>
                                    <p:cond delay="0"/>
                                  </p:stCondLst>
                                  <p:childTnLst>
                                    <p:set>
                                      <p:cBhvr>
                                        <p:cTn dur="1" fill="hold">
                                          <p:stCondLst>
                                            <p:cond delay="0"/>
                                          </p:stCondLst>
                                        </p:cTn>
                                        <p:tgtEl>
                                          <p:spTgt spid="490"/>
                                        </p:tgtEl>
                                        <p:attrNameLst>
                                          <p:attrName>style.visibility</p:attrName>
                                        </p:attrNameLst>
                                      </p:cBhvr>
                                      <p:to>
                                        <p:strVal val="visible"/>
                                      </p:to>
                                    </p:set>
                                    <p:animEffect filter="fade" transition="in">
                                      <p:cBhvr>
                                        <p:cTn dur="1000"/>
                                        <p:tgtEl>
                                          <p:spTgt spid="490"/>
                                        </p:tgtEl>
                                      </p:cBhvr>
                                    </p:animEffect>
                                  </p:childTnLst>
                                </p:cTn>
                              </p:par>
                              <p:par>
                                <p:cTn fill="hold" nodeType="withEffect" presetClass="entr" presetID="10" presetSubtype="0">
                                  <p:stCondLst>
                                    <p:cond delay="0"/>
                                  </p:stCondLst>
                                  <p:childTnLst>
                                    <p:set>
                                      <p:cBhvr>
                                        <p:cTn dur="1" fill="hold">
                                          <p:stCondLst>
                                            <p:cond delay="0"/>
                                          </p:stCondLst>
                                        </p:cTn>
                                        <p:tgtEl>
                                          <p:spTgt spid="492"/>
                                        </p:tgtEl>
                                        <p:attrNameLst>
                                          <p:attrName>style.visibility</p:attrName>
                                        </p:attrNameLst>
                                      </p:cBhvr>
                                      <p:to>
                                        <p:strVal val="visible"/>
                                      </p:to>
                                    </p:set>
                                    <p:animEffect filter="fade" transition="in">
                                      <p:cBhvr>
                                        <p:cTn dur="1000"/>
                                        <p:tgtEl>
                                          <p:spTgt spid="492"/>
                                        </p:tgtEl>
                                      </p:cBhvr>
                                    </p:animEffect>
                                  </p:childTnLst>
                                </p:cTn>
                              </p:par>
                              <p:par>
                                <p:cTn fill="hold" nodeType="withEffect" presetClass="entr" presetID="10" presetSubtype="0">
                                  <p:stCondLst>
                                    <p:cond delay="0"/>
                                  </p:stCondLst>
                                  <p:childTnLst>
                                    <p:set>
                                      <p:cBhvr>
                                        <p:cTn dur="1" fill="hold">
                                          <p:stCondLst>
                                            <p:cond delay="0"/>
                                          </p:stCondLst>
                                        </p:cTn>
                                        <p:tgtEl>
                                          <p:spTgt spid="493"/>
                                        </p:tgtEl>
                                        <p:attrNameLst>
                                          <p:attrName>style.visibility</p:attrName>
                                        </p:attrNameLst>
                                      </p:cBhvr>
                                      <p:to>
                                        <p:strVal val="visible"/>
                                      </p:to>
                                    </p:set>
                                    <p:animEffect filter="fade" transition="in">
                                      <p:cBhvr>
                                        <p:cTn dur="1000"/>
                                        <p:tgtEl>
                                          <p:spTgt spid="493"/>
                                        </p:tgtEl>
                                      </p:cBhvr>
                                    </p:animEffect>
                                  </p:childTnLst>
                                </p:cTn>
                              </p:par>
                              <p:par>
                                <p:cTn fill="hold" nodeType="withEffect" presetClass="entr" presetID="10" presetSubtype="0">
                                  <p:stCondLst>
                                    <p:cond delay="0"/>
                                  </p:stCondLst>
                                  <p:childTnLst>
                                    <p:set>
                                      <p:cBhvr>
                                        <p:cTn dur="1" fill="hold">
                                          <p:stCondLst>
                                            <p:cond delay="0"/>
                                          </p:stCondLst>
                                        </p:cTn>
                                        <p:tgtEl>
                                          <p:spTgt spid="494"/>
                                        </p:tgtEl>
                                        <p:attrNameLst>
                                          <p:attrName>style.visibility</p:attrName>
                                        </p:attrNameLst>
                                      </p:cBhvr>
                                      <p:to>
                                        <p:strVal val="visible"/>
                                      </p:to>
                                    </p:set>
                                    <p:animEffect filter="fade" transition="in">
                                      <p:cBhvr>
                                        <p:cTn dur="1000"/>
                                        <p:tgtEl>
                                          <p:spTgt spid="494"/>
                                        </p:tgtEl>
                                      </p:cBhvr>
                                    </p:animEffect>
                                  </p:childTnLst>
                                </p:cTn>
                              </p:par>
                              <p:par>
                                <p:cTn fill="hold" nodeType="withEffect" presetClass="entr" presetID="10" presetSubtype="0">
                                  <p:stCondLst>
                                    <p:cond delay="0"/>
                                  </p:stCondLst>
                                  <p:childTnLst>
                                    <p:set>
                                      <p:cBhvr>
                                        <p:cTn dur="1" fill="hold">
                                          <p:stCondLst>
                                            <p:cond delay="0"/>
                                          </p:stCondLst>
                                        </p:cTn>
                                        <p:tgtEl>
                                          <p:spTgt spid="495"/>
                                        </p:tgtEl>
                                        <p:attrNameLst>
                                          <p:attrName>style.visibility</p:attrName>
                                        </p:attrNameLst>
                                      </p:cBhvr>
                                      <p:to>
                                        <p:strVal val="visible"/>
                                      </p:to>
                                    </p:set>
                                    <p:animEffect filter="fade" transition="in">
                                      <p:cBhvr>
                                        <p:cTn dur="1000"/>
                                        <p:tgtEl>
                                          <p:spTgt spid="495"/>
                                        </p:tgtEl>
                                      </p:cBhvr>
                                    </p:animEffect>
                                  </p:childTnLst>
                                </p:cTn>
                              </p:par>
                              <p:par>
                                <p:cTn fill="hold" nodeType="withEffect" presetClass="entr" presetID="10" presetSubtype="0">
                                  <p:stCondLst>
                                    <p:cond delay="0"/>
                                  </p:stCondLst>
                                  <p:childTnLst>
                                    <p:set>
                                      <p:cBhvr>
                                        <p:cTn dur="1" fill="hold">
                                          <p:stCondLst>
                                            <p:cond delay="0"/>
                                          </p:stCondLst>
                                        </p:cTn>
                                        <p:tgtEl>
                                          <p:spTgt spid="496"/>
                                        </p:tgtEl>
                                        <p:attrNameLst>
                                          <p:attrName>style.visibility</p:attrName>
                                        </p:attrNameLst>
                                      </p:cBhvr>
                                      <p:to>
                                        <p:strVal val="visible"/>
                                      </p:to>
                                    </p:set>
                                    <p:animEffect filter="fade" transition="in">
                                      <p:cBhvr>
                                        <p:cTn dur="1000"/>
                                        <p:tgtEl>
                                          <p:spTgt spid="496"/>
                                        </p:tgtEl>
                                      </p:cBhvr>
                                    </p:animEffect>
                                  </p:childTnLst>
                                </p:cTn>
                              </p:par>
                              <p:par>
                                <p:cTn fill="hold" nodeType="withEffect" presetClass="entr" presetID="10" presetSubtype="0">
                                  <p:stCondLst>
                                    <p:cond delay="0"/>
                                  </p:stCondLst>
                                  <p:childTnLst>
                                    <p:set>
                                      <p:cBhvr>
                                        <p:cTn dur="1" fill="hold">
                                          <p:stCondLst>
                                            <p:cond delay="0"/>
                                          </p:stCondLst>
                                        </p:cTn>
                                        <p:tgtEl>
                                          <p:spTgt spid="497"/>
                                        </p:tgtEl>
                                        <p:attrNameLst>
                                          <p:attrName>style.visibility</p:attrName>
                                        </p:attrNameLst>
                                      </p:cBhvr>
                                      <p:to>
                                        <p:strVal val="visible"/>
                                      </p:to>
                                    </p:set>
                                    <p:animEffect filter="fade" transition="in">
                                      <p:cBhvr>
                                        <p:cTn dur="1000"/>
                                        <p:tgtEl>
                                          <p:spTgt spid="497"/>
                                        </p:tgtEl>
                                      </p:cBhvr>
                                    </p:animEffect>
                                  </p:childTnLst>
                                </p:cTn>
                              </p:par>
                              <p:par>
                                <p:cTn fill="hold" nodeType="withEffect" presetClass="entr" presetID="10" presetSubtype="0">
                                  <p:stCondLst>
                                    <p:cond delay="0"/>
                                  </p:stCondLst>
                                  <p:childTnLst>
                                    <p:set>
                                      <p:cBhvr>
                                        <p:cTn dur="1" fill="hold">
                                          <p:stCondLst>
                                            <p:cond delay="0"/>
                                          </p:stCondLst>
                                        </p:cTn>
                                        <p:tgtEl>
                                          <p:spTgt spid="498"/>
                                        </p:tgtEl>
                                        <p:attrNameLst>
                                          <p:attrName>style.visibility</p:attrName>
                                        </p:attrNameLst>
                                      </p:cBhvr>
                                      <p:to>
                                        <p:strVal val="visible"/>
                                      </p:to>
                                    </p:set>
                                    <p:animEffect filter="fade" transition="in">
                                      <p:cBhvr>
                                        <p:cTn dur="1000"/>
                                        <p:tgtEl>
                                          <p:spTgt spid="498"/>
                                        </p:tgtEl>
                                      </p:cBhvr>
                                    </p:animEffect>
                                  </p:childTnLst>
                                </p:cTn>
                              </p:par>
                              <p:par>
                                <p:cTn fill="hold" nodeType="withEffect" presetClass="entr" presetID="10" presetSubtype="0">
                                  <p:stCondLst>
                                    <p:cond delay="0"/>
                                  </p:stCondLst>
                                  <p:childTnLst>
                                    <p:set>
                                      <p:cBhvr>
                                        <p:cTn dur="1" fill="hold">
                                          <p:stCondLst>
                                            <p:cond delay="0"/>
                                          </p:stCondLst>
                                        </p:cTn>
                                        <p:tgtEl>
                                          <p:spTgt spid="499"/>
                                        </p:tgtEl>
                                        <p:attrNameLst>
                                          <p:attrName>style.visibility</p:attrName>
                                        </p:attrNameLst>
                                      </p:cBhvr>
                                      <p:to>
                                        <p:strVal val="visible"/>
                                      </p:to>
                                    </p:set>
                                    <p:animEffect filter="fade" transition="in">
                                      <p:cBhvr>
                                        <p:cTn dur="1000"/>
                                        <p:tgtEl>
                                          <p:spTgt spid="499"/>
                                        </p:tgtEl>
                                      </p:cBhvr>
                                    </p:animEffect>
                                  </p:childTnLst>
                                </p:cTn>
                              </p:par>
                              <p:par>
                                <p:cTn fill="hold" nodeType="withEffect" presetClass="entr" presetID="10" presetSubtype="0">
                                  <p:stCondLst>
                                    <p:cond delay="0"/>
                                  </p:stCondLst>
                                  <p:childTnLst>
                                    <p:set>
                                      <p:cBhvr>
                                        <p:cTn dur="1" fill="hold">
                                          <p:stCondLst>
                                            <p:cond delay="0"/>
                                          </p:stCondLst>
                                        </p:cTn>
                                        <p:tgtEl>
                                          <p:spTgt spid="500"/>
                                        </p:tgtEl>
                                        <p:attrNameLst>
                                          <p:attrName>style.visibility</p:attrName>
                                        </p:attrNameLst>
                                      </p:cBhvr>
                                      <p:to>
                                        <p:strVal val="visible"/>
                                      </p:to>
                                    </p:set>
                                    <p:animEffect filter="fade" transition="in">
                                      <p:cBhvr>
                                        <p:cTn dur="1000"/>
                                        <p:tgtEl>
                                          <p:spTgt spid="50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85"/>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493"/>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49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495"/>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49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43"/>
          <p:cNvSpPr txBox="1"/>
          <p:nvPr>
            <p:ph type="title"/>
          </p:nvPr>
        </p:nvSpPr>
        <p:spPr>
          <a:xfrm>
            <a:off x="720000" y="2302100"/>
            <a:ext cx="3739200" cy="12957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3600"/>
              <a:buNone/>
            </a:pPr>
            <a:r>
              <a:rPr lang="en"/>
              <a:t>Probleem</a:t>
            </a:r>
            <a:endParaRPr/>
          </a:p>
        </p:txBody>
      </p:sp>
      <p:sp>
        <p:nvSpPr>
          <p:cNvPr id="506" name="Google Shape;506;p43"/>
          <p:cNvSpPr txBox="1"/>
          <p:nvPr>
            <p:ph idx="2" type="title"/>
          </p:nvPr>
        </p:nvSpPr>
        <p:spPr>
          <a:xfrm>
            <a:off x="720000" y="1164975"/>
            <a:ext cx="1276800" cy="7134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6000"/>
              <a:buNone/>
            </a:pPr>
            <a:r>
              <a:rPr lang="en"/>
              <a:t>01</a:t>
            </a:r>
            <a:endParaRPr/>
          </a:p>
        </p:txBody>
      </p:sp>
      <p:sp>
        <p:nvSpPr>
          <p:cNvPr id="507" name="Google Shape;507;p43"/>
          <p:cNvSpPr txBox="1"/>
          <p:nvPr>
            <p:ph idx="1" type="subTitle"/>
          </p:nvPr>
        </p:nvSpPr>
        <p:spPr>
          <a:xfrm>
            <a:off x="720000" y="3679125"/>
            <a:ext cx="3081000" cy="713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1600"/>
              </a:spcAft>
              <a:buSzPts val="1400"/>
              <a:buNone/>
            </a:pPr>
            <a:r>
              <a:rPr lang="en"/>
              <a:t>Beskrywing van probleem wat opgelos wil word</a:t>
            </a:r>
            <a:endParaRPr/>
          </a:p>
        </p:txBody>
      </p:sp>
      <p:cxnSp>
        <p:nvCxnSpPr>
          <p:cNvPr id="508" name="Google Shape;508;p43"/>
          <p:cNvCxnSpPr/>
          <p:nvPr/>
        </p:nvCxnSpPr>
        <p:spPr>
          <a:xfrm>
            <a:off x="886250" y="2134753"/>
            <a:ext cx="1364700" cy="0"/>
          </a:xfrm>
          <a:prstGeom prst="straightConnector1">
            <a:avLst/>
          </a:prstGeom>
          <a:noFill/>
          <a:ln cap="flat" cmpd="sng" w="9525">
            <a:solidFill>
              <a:schemeClr val="dk1"/>
            </a:solidFill>
            <a:prstDash val="solid"/>
            <a:round/>
            <a:headEnd len="sm" w="sm" type="none"/>
            <a:tailEnd len="sm" w="sm" type="none"/>
          </a:ln>
        </p:spPr>
      </p:cxnSp>
      <p:grpSp>
        <p:nvGrpSpPr>
          <p:cNvPr id="509" name="Google Shape;509;p43"/>
          <p:cNvGrpSpPr/>
          <p:nvPr/>
        </p:nvGrpSpPr>
        <p:grpSpPr>
          <a:xfrm>
            <a:off x="4712859" y="2535991"/>
            <a:ext cx="2287695" cy="2289334"/>
            <a:chOff x="1192500" y="238125"/>
            <a:chExt cx="5235000" cy="5238750"/>
          </a:xfrm>
        </p:grpSpPr>
        <p:sp>
          <p:nvSpPr>
            <p:cNvPr id="510" name="Google Shape;510;p43"/>
            <p:cNvSpPr/>
            <p:nvPr/>
          </p:nvSpPr>
          <p:spPr>
            <a:xfrm>
              <a:off x="4141150" y="2266250"/>
              <a:ext cx="123500" cy="123525"/>
            </a:xfrm>
            <a:custGeom>
              <a:rect b="b" l="l" r="r" t="t"/>
              <a:pathLst>
                <a:path extrusionOk="0" h="4941" w="4940">
                  <a:moveTo>
                    <a:pt x="1" y="1"/>
                  </a:moveTo>
                  <a:lnTo>
                    <a:pt x="1" y="150"/>
                  </a:lnTo>
                  <a:lnTo>
                    <a:pt x="1048" y="1348"/>
                  </a:lnTo>
                  <a:lnTo>
                    <a:pt x="2246" y="2545"/>
                  </a:lnTo>
                  <a:lnTo>
                    <a:pt x="4790" y="4940"/>
                  </a:lnTo>
                  <a:lnTo>
                    <a:pt x="4940" y="4940"/>
                  </a:lnTo>
                  <a:lnTo>
                    <a:pt x="4940" y="4791"/>
                  </a:lnTo>
                  <a:lnTo>
                    <a:pt x="2545" y="23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1" name="Google Shape;511;p43"/>
            <p:cNvSpPr/>
            <p:nvPr/>
          </p:nvSpPr>
          <p:spPr>
            <a:xfrm>
              <a:off x="4189800" y="2221350"/>
              <a:ext cx="123500" cy="131000"/>
            </a:xfrm>
            <a:custGeom>
              <a:rect b="b" l="l" r="r" t="t"/>
              <a:pathLst>
                <a:path extrusionOk="0" h="5240" w="4940">
                  <a:moveTo>
                    <a:pt x="150" y="1"/>
                  </a:moveTo>
                  <a:lnTo>
                    <a:pt x="0" y="150"/>
                  </a:lnTo>
                  <a:lnTo>
                    <a:pt x="1048" y="1497"/>
                  </a:lnTo>
                  <a:lnTo>
                    <a:pt x="2246" y="2695"/>
                  </a:lnTo>
                  <a:lnTo>
                    <a:pt x="3443" y="3892"/>
                  </a:lnTo>
                  <a:lnTo>
                    <a:pt x="4790" y="5239"/>
                  </a:lnTo>
                  <a:lnTo>
                    <a:pt x="4940" y="5239"/>
                  </a:lnTo>
                  <a:lnTo>
                    <a:pt x="4940" y="5090"/>
                  </a:lnTo>
                  <a:lnTo>
                    <a:pt x="2545" y="2396"/>
                  </a:lnTo>
                  <a:lnTo>
                    <a:pt x="1347" y="1198"/>
                  </a:lnTo>
                  <a:lnTo>
                    <a:pt x="749" y="5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2" name="Google Shape;512;p43"/>
            <p:cNvSpPr/>
            <p:nvPr/>
          </p:nvSpPr>
          <p:spPr>
            <a:xfrm>
              <a:off x="4242175" y="2187675"/>
              <a:ext cx="108550" cy="112275"/>
            </a:xfrm>
            <a:custGeom>
              <a:rect b="b" l="l" r="r" t="t"/>
              <a:pathLst>
                <a:path extrusionOk="0" h="4491" w="4342">
                  <a:moveTo>
                    <a:pt x="1" y="1"/>
                  </a:moveTo>
                  <a:lnTo>
                    <a:pt x="1" y="150"/>
                  </a:lnTo>
                  <a:lnTo>
                    <a:pt x="1947" y="2395"/>
                  </a:lnTo>
                  <a:lnTo>
                    <a:pt x="4042" y="4491"/>
                  </a:lnTo>
                  <a:lnTo>
                    <a:pt x="4342" y="4491"/>
                  </a:lnTo>
                  <a:lnTo>
                    <a:pt x="4342" y="4341"/>
                  </a:lnTo>
                  <a:lnTo>
                    <a:pt x="2246" y="20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3" name="Google Shape;513;p43"/>
            <p:cNvSpPr/>
            <p:nvPr/>
          </p:nvSpPr>
          <p:spPr>
            <a:xfrm>
              <a:off x="4290825" y="2154000"/>
              <a:ext cx="131000" cy="131000"/>
            </a:xfrm>
            <a:custGeom>
              <a:rect b="b" l="l" r="r" t="t"/>
              <a:pathLst>
                <a:path extrusionOk="0" h="5240" w="5240">
                  <a:moveTo>
                    <a:pt x="1" y="0"/>
                  </a:moveTo>
                  <a:lnTo>
                    <a:pt x="1" y="150"/>
                  </a:lnTo>
                  <a:lnTo>
                    <a:pt x="1198" y="1348"/>
                  </a:lnTo>
                  <a:lnTo>
                    <a:pt x="2396" y="2695"/>
                  </a:lnTo>
                  <a:lnTo>
                    <a:pt x="3743" y="4042"/>
                  </a:lnTo>
                  <a:lnTo>
                    <a:pt x="5090" y="5239"/>
                  </a:lnTo>
                  <a:lnTo>
                    <a:pt x="5239" y="5239"/>
                  </a:lnTo>
                  <a:lnTo>
                    <a:pt x="5239" y="5090"/>
                  </a:lnTo>
                  <a:lnTo>
                    <a:pt x="4042" y="3742"/>
                  </a:lnTo>
                  <a:lnTo>
                    <a:pt x="2695" y="2395"/>
                  </a:lnTo>
                  <a:lnTo>
                    <a:pt x="149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4" name="Google Shape;514;p43"/>
            <p:cNvSpPr/>
            <p:nvPr/>
          </p:nvSpPr>
          <p:spPr>
            <a:xfrm>
              <a:off x="4339475" y="2112825"/>
              <a:ext cx="104800" cy="104800"/>
            </a:xfrm>
            <a:custGeom>
              <a:rect b="b" l="l" r="r" t="t"/>
              <a:pathLst>
                <a:path extrusionOk="0" h="4192" w="4192">
                  <a:moveTo>
                    <a:pt x="0" y="1"/>
                  </a:moveTo>
                  <a:lnTo>
                    <a:pt x="0" y="151"/>
                  </a:lnTo>
                  <a:lnTo>
                    <a:pt x="899" y="1198"/>
                  </a:lnTo>
                  <a:lnTo>
                    <a:pt x="1946" y="2246"/>
                  </a:lnTo>
                  <a:lnTo>
                    <a:pt x="4042" y="4192"/>
                  </a:lnTo>
                  <a:lnTo>
                    <a:pt x="4191" y="4192"/>
                  </a:lnTo>
                  <a:lnTo>
                    <a:pt x="4191" y="4042"/>
                  </a:lnTo>
                  <a:lnTo>
                    <a:pt x="2246" y="1947"/>
                  </a:lnTo>
                  <a:lnTo>
                    <a:pt x="1198" y="10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5" name="Google Shape;515;p43"/>
            <p:cNvSpPr/>
            <p:nvPr/>
          </p:nvSpPr>
          <p:spPr>
            <a:xfrm>
              <a:off x="4436775" y="2041750"/>
              <a:ext cx="89825" cy="86075"/>
            </a:xfrm>
            <a:custGeom>
              <a:rect b="b" l="l" r="r" t="t"/>
              <a:pathLst>
                <a:path extrusionOk="0" h="3443" w="3593">
                  <a:moveTo>
                    <a:pt x="0" y="0"/>
                  </a:moveTo>
                  <a:lnTo>
                    <a:pt x="1647" y="1796"/>
                  </a:lnTo>
                  <a:lnTo>
                    <a:pt x="3443" y="3443"/>
                  </a:lnTo>
                  <a:lnTo>
                    <a:pt x="3592" y="3443"/>
                  </a:lnTo>
                  <a:lnTo>
                    <a:pt x="3592" y="3293"/>
                  </a:lnTo>
                  <a:lnTo>
                    <a:pt x="2844" y="2395"/>
                  </a:lnTo>
                  <a:lnTo>
                    <a:pt x="1946"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6" name="Google Shape;516;p43"/>
            <p:cNvSpPr/>
            <p:nvPr/>
          </p:nvSpPr>
          <p:spPr>
            <a:xfrm>
              <a:off x="4388125" y="2079150"/>
              <a:ext cx="93575" cy="89850"/>
            </a:xfrm>
            <a:custGeom>
              <a:rect b="b" l="l" r="r" t="t"/>
              <a:pathLst>
                <a:path extrusionOk="0" h="3594" w="3743">
                  <a:moveTo>
                    <a:pt x="0" y="1"/>
                  </a:moveTo>
                  <a:lnTo>
                    <a:pt x="1647" y="1947"/>
                  </a:lnTo>
                  <a:lnTo>
                    <a:pt x="3443" y="3593"/>
                  </a:lnTo>
                  <a:lnTo>
                    <a:pt x="3742" y="3593"/>
                  </a:lnTo>
                  <a:lnTo>
                    <a:pt x="3742" y="3443"/>
                  </a:lnTo>
                  <a:lnTo>
                    <a:pt x="1946" y="16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7" name="Google Shape;517;p43"/>
            <p:cNvSpPr/>
            <p:nvPr/>
          </p:nvSpPr>
          <p:spPr>
            <a:xfrm>
              <a:off x="4485400" y="2000575"/>
              <a:ext cx="82350" cy="78600"/>
            </a:xfrm>
            <a:custGeom>
              <a:rect b="b" l="l" r="r" t="t"/>
              <a:pathLst>
                <a:path extrusionOk="0" h="3144" w="3294">
                  <a:moveTo>
                    <a:pt x="1" y="1"/>
                  </a:moveTo>
                  <a:lnTo>
                    <a:pt x="1" y="150"/>
                  </a:lnTo>
                  <a:lnTo>
                    <a:pt x="1498" y="1797"/>
                  </a:lnTo>
                  <a:lnTo>
                    <a:pt x="2246" y="2545"/>
                  </a:lnTo>
                  <a:lnTo>
                    <a:pt x="3144" y="3144"/>
                  </a:lnTo>
                  <a:lnTo>
                    <a:pt x="3294" y="3144"/>
                  </a:lnTo>
                  <a:lnTo>
                    <a:pt x="3294" y="2994"/>
                  </a:lnTo>
                  <a:lnTo>
                    <a:pt x="2545" y="2246"/>
                  </a:lnTo>
                  <a:lnTo>
                    <a:pt x="1797" y="1497"/>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8" name="Google Shape;518;p43"/>
            <p:cNvSpPr/>
            <p:nvPr/>
          </p:nvSpPr>
          <p:spPr>
            <a:xfrm>
              <a:off x="4537800" y="1966900"/>
              <a:ext cx="71125" cy="67375"/>
            </a:xfrm>
            <a:custGeom>
              <a:rect b="b" l="l" r="r" t="t"/>
              <a:pathLst>
                <a:path extrusionOk="0" h="2695" w="2845">
                  <a:moveTo>
                    <a:pt x="0" y="1"/>
                  </a:moveTo>
                  <a:lnTo>
                    <a:pt x="0" y="150"/>
                  </a:lnTo>
                  <a:lnTo>
                    <a:pt x="1198" y="1497"/>
                  </a:lnTo>
                  <a:lnTo>
                    <a:pt x="2695" y="2695"/>
                  </a:lnTo>
                  <a:lnTo>
                    <a:pt x="2844" y="2695"/>
                  </a:lnTo>
                  <a:lnTo>
                    <a:pt x="2844" y="2545"/>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9" name="Google Shape;519;p43"/>
            <p:cNvSpPr/>
            <p:nvPr/>
          </p:nvSpPr>
          <p:spPr>
            <a:xfrm>
              <a:off x="4586450" y="1925750"/>
              <a:ext cx="74850" cy="74850"/>
            </a:xfrm>
            <a:custGeom>
              <a:rect b="b" l="l" r="r" t="t"/>
              <a:pathLst>
                <a:path extrusionOk="0" h="2994" w="2994">
                  <a:moveTo>
                    <a:pt x="0" y="0"/>
                  </a:moveTo>
                  <a:lnTo>
                    <a:pt x="0" y="150"/>
                  </a:lnTo>
                  <a:lnTo>
                    <a:pt x="1347" y="1796"/>
                  </a:lnTo>
                  <a:lnTo>
                    <a:pt x="2096" y="2395"/>
                  </a:lnTo>
                  <a:lnTo>
                    <a:pt x="2994" y="2994"/>
                  </a:lnTo>
                  <a:lnTo>
                    <a:pt x="2994" y="2994"/>
                  </a:lnTo>
                  <a:lnTo>
                    <a:pt x="2395" y="2096"/>
                  </a:lnTo>
                  <a:lnTo>
                    <a:pt x="1647"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0" name="Google Shape;520;p43"/>
            <p:cNvSpPr/>
            <p:nvPr/>
          </p:nvSpPr>
          <p:spPr>
            <a:xfrm>
              <a:off x="4635100" y="1888325"/>
              <a:ext cx="74850" cy="71125"/>
            </a:xfrm>
            <a:custGeom>
              <a:rect b="b" l="l" r="r" t="t"/>
              <a:pathLst>
                <a:path extrusionOk="0" h="2845" w="2994">
                  <a:moveTo>
                    <a:pt x="150" y="0"/>
                  </a:moveTo>
                  <a:lnTo>
                    <a:pt x="150" y="150"/>
                  </a:lnTo>
                  <a:lnTo>
                    <a:pt x="0" y="150"/>
                  </a:lnTo>
                  <a:lnTo>
                    <a:pt x="1347" y="1647"/>
                  </a:lnTo>
                  <a:lnTo>
                    <a:pt x="2096" y="2245"/>
                  </a:lnTo>
                  <a:lnTo>
                    <a:pt x="2844" y="2844"/>
                  </a:lnTo>
                  <a:lnTo>
                    <a:pt x="2994" y="2844"/>
                  </a:lnTo>
                  <a:lnTo>
                    <a:pt x="2395" y="1946"/>
                  </a:lnTo>
                  <a:lnTo>
                    <a:pt x="1647" y="13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1" name="Google Shape;521;p43"/>
            <p:cNvSpPr/>
            <p:nvPr/>
          </p:nvSpPr>
          <p:spPr>
            <a:xfrm>
              <a:off x="4683725" y="1847150"/>
              <a:ext cx="71125" cy="71125"/>
            </a:xfrm>
            <a:custGeom>
              <a:rect b="b" l="l" r="r" t="t"/>
              <a:pathLst>
                <a:path extrusionOk="0" h="2845" w="2845">
                  <a:moveTo>
                    <a:pt x="1" y="1"/>
                  </a:moveTo>
                  <a:lnTo>
                    <a:pt x="1" y="150"/>
                  </a:lnTo>
                  <a:lnTo>
                    <a:pt x="1348" y="1647"/>
                  </a:lnTo>
                  <a:lnTo>
                    <a:pt x="1947" y="2246"/>
                  </a:lnTo>
                  <a:lnTo>
                    <a:pt x="2695" y="2845"/>
                  </a:lnTo>
                  <a:lnTo>
                    <a:pt x="2845" y="2845"/>
                  </a:lnTo>
                  <a:lnTo>
                    <a:pt x="2845" y="2695"/>
                  </a:lnTo>
                  <a:lnTo>
                    <a:pt x="2246" y="1947"/>
                  </a:lnTo>
                  <a:lnTo>
                    <a:pt x="1647" y="1348"/>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2" name="Google Shape;522;p43"/>
            <p:cNvSpPr/>
            <p:nvPr/>
          </p:nvSpPr>
          <p:spPr>
            <a:xfrm>
              <a:off x="4736125" y="1813475"/>
              <a:ext cx="71125" cy="71125"/>
            </a:xfrm>
            <a:custGeom>
              <a:rect b="b" l="l" r="r" t="t"/>
              <a:pathLst>
                <a:path extrusionOk="0" h="2845" w="2845">
                  <a:moveTo>
                    <a:pt x="0" y="1"/>
                  </a:moveTo>
                  <a:lnTo>
                    <a:pt x="1348" y="1497"/>
                  </a:lnTo>
                  <a:lnTo>
                    <a:pt x="1946" y="2246"/>
                  </a:lnTo>
                  <a:lnTo>
                    <a:pt x="2695" y="2845"/>
                  </a:lnTo>
                  <a:lnTo>
                    <a:pt x="2844" y="2845"/>
                  </a:lnTo>
                  <a:lnTo>
                    <a:pt x="2844" y="2695"/>
                  </a:lnTo>
                  <a:lnTo>
                    <a:pt x="2246" y="1947"/>
                  </a:lnTo>
                  <a:lnTo>
                    <a:pt x="1647" y="134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3" name="Google Shape;523;p43"/>
            <p:cNvSpPr/>
            <p:nvPr/>
          </p:nvSpPr>
          <p:spPr>
            <a:xfrm>
              <a:off x="4784775" y="1776050"/>
              <a:ext cx="56150" cy="56175"/>
            </a:xfrm>
            <a:custGeom>
              <a:rect b="b" l="l" r="r" t="t"/>
              <a:pathLst>
                <a:path extrusionOk="0" h="2247" w="2246">
                  <a:moveTo>
                    <a:pt x="0" y="1"/>
                  </a:moveTo>
                  <a:lnTo>
                    <a:pt x="898" y="1198"/>
                  </a:lnTo>
                  <a:lnTo>
                    <a:pt x="1497" y="1797"/>
                  </a:lnTo>
                  <a:lnTo>
                    <a:pt x="2096" y="2246"/>
                  </a:lnTo>
                  <a:lnTo>
                    <a:pt x="2245" y="2246"/>
                  </a:lnTo>
                  <a:lnTo>
                    <a:pt x="2245" y="2096"/>
                  </a:lnTo>
                  <a:lnTo>
                    <a:pt x="1796" y="1498"/>
                  </a:lnTo>
                  <a:lnTo>
                    <a:pt x="1198" y="8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4" name="Google Shape;524;p43"/>
            <p:cNvSpPr/>
            <p:nvPr/>
          </p:nvSpPr>
          <p:spPr>
            <a:xfrm>
              <a:off x="4833425" y="1738650"/>
              <a:ext cx="41175" cy="41175"/>
            </a:xfrm>
            <a:custGeom>
              <a:rect b="b" l="l" r="r" t="t"/>
              <a:pathLst>
                <a:path extrusionOk="0" h="1647" w="1647">
                  <a:moveTo>
                    <a:pt x="0" y="0"/>
                  </a:moveTo>
                  <a:lnTo>
                    <a:pt x="748" y="898"/>
                  </a:lnTo>
                  <a:lnTo>
                    <a:pt x="1497" y="1647"/>
                  </a:lnTo>
                  <a:lnTo>
                    <a:pt x="1646" y="1647"/>
                  </a:lnTo>
                  <a:lnTo>
                    <a:pt x="1646" y="149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5" name="Google Shape;525;p43"/>
            <p:cNvSpPr/>
            <p:nvPr/>
          </p:nvSpPr>
          <p:spPr>
            <a:xfrm>
              <a:off x="4882050" y="1697475"/>
              <a:ext cx="33700" cy="33700"/>
            </a:xfrm>
            <a:custGeom>
              <a:rect b="b" l="l" r="r" t="t"/>
              <a:pathLst>
                <a:path extrusionOk="0" h="1348" w="1348">
                  <a:moveTo>
                    <a:pt x="1" y="1"/>
                  </a:moveTo>
                  <a:lnTo>
                    <a:pt x="450" y="749"/>
                  </a:lnTo>
                  <a:lnTo>
                    <a:pt x="1198" y="1348"/>
                  </a:lnTo>
                  <a:lnTo>
                    <a:pt x="1348" y="1348"/>
                  </a:lnTo>
                  <a:lnTo>
                    <a:pt x="1348" y="1198"/>
                  </a:lnTo>
                  <a:lnTo>
                    <a:pt x="749" y="45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6" name="Google Shape;526;p43"/>
            <p:cNvSpPr/>
            <p:nvPr/>
          </p:nvSpPr>
          <p:spPr>
            <a:xfrm>
              <a:off x="4930700" y="1660050"/>
              <a:ext cx="37450" cy="33700"/>
            </a:xfrm>
            <a:custGeom>
              <a:rect b="b" l="l" r="r" t="t"/>
              <a:pathLst>
                <a:path extrusionOk="0" h="1348" w="1498">
                  <a:moveTo>
                    <a:pt x="1" y="1"/>
                  </a:moveTo>
                  <a:lnTo>
                    <a:pt x="1" y="151"/>
                  </a:lnTo>
                  <a:lnTo>
                    <a:pt x="599" y="899"/>
                  </a:lnTo>
                  <a:lnTo>
                    <a:pt x="899" y="1198"/>
                  </a:lnTo>
                  <a:lnTo>
                    <a:pt x="1348" y="1348"/>
                  </a:lnTo>
                  <a:lnTo>
                    <a:pt x="1497" y="1348"/>
                  </a:lnTo>
                  <a:lnTo>
                    <a:pt x="1497" y="1198"/>
                  </a:lnTo>
                  <a:lnTo>
                    <a:pt x="1198" y="899"/>
                  </a:lnTo>
                  <a:lnTo>
                    <a:pt x="899"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7" name="Google Shape;527;p43"/>
            <p:cNvSpPr/>
            <p:nvPr/>
          </p:nvSpPr>
          <p:spPr>
            <a:xfrm>
              <a:off x="4979350" y="1618900"/>
              <a:ext cx="29950" cy="29950"/>
            </a:xfrm>
            <a:custGeom>
              <a:rect b="b" l="l" r="r" t="t"/>
              <a:pathLst>
                <a:path extrusionOk="0" h="1198" w="1198">
                  <a:moveTo>
                    <a:pt x="0" y="0"/>
                  </a:moveTo>
                  <a:lnTo>
                    <a:pt x="0" y="150"/>
                  </a:lnTo>
                  <a:lnTo>
                    <a:pt x="450" y="749"/>
                  </a:lnTo>
                  <a:lnTo>
                    <a:pt x="1048" y="1198"/>
                  </a:lnTo>
                  <a:lnTo>
                    <a:pt x="1198" y="1198"/>
                  </a:lnTo>
                  <a:lnTo>
                    <a:pt x="1198" y="1048"/>
                  </a:lnTo>
                  <a:lnTo>
                    <a:pt x="599" y="449"/>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8" name="Google Shape;528;p43"/>
            <p:cNvSpPr/>
            <p:nvPr/>
          </p:nvSpPr>
          <p:spPr>
            <a:xfrm>
              <a:off x="3228125" y="2386000"/>
              <a:ext cx="123500" cy="127250"/>
            </a:xfrm>
            <a:custGeom>
              <a:rect b="b" l="l" r="r" t="t"/>
              <a:pathLst>
                <a:path extrusionOk="0" h="5090" w="4940">
                  <a:moveTo>
                    <a:pt x="4790" y="1"/>
                  </a:moveTo>
                  <a:lnTo>
                    <a:pt x="2395" y="2395"/>
                  </a:lnTo>
                  <a:lnTo>
                    <a:pt x="0" y="4940"/>
                  </a:lnTo>
                  <a:lnTo>
                    <a:pt x="0" y="5090"/>
                  </a:lnTo>
                  <a:lnTo>
                    <a:pt x="150" y="5090"/>
                  </a:lnTo>
                  <a:lnTo>
                    <a:pt x="1347" y="3892"/>
                  </a:lnTo>
                  <a:lnTo>
                    <a:pt x="2545" y="2695"/>
                  </a:lnTo>
                  <a:lnTo>
                    <a:pt x="4939" y="150"/>
                  </a:lnTo>
                  <a:lnTo>
                    <a:pt x="49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29" name="Google Shape;529;p43"/>
            <p:cNvSpPr/>
            <p:nvPr/>
          </p:nvSpPr>
          <p:spPr>
            <a:xfrm>
              <a:off x="3183200" y="2337350"/>
              <a:ext cx="131000" cy="123525"/>
            </a:xfrm>
            <a:custGeom>
              <a:rect b="b" l="l" r="r" t="t"/>
              <a:pathLst>
                <a:path extrusionOk="0" h="4941" w="5240">
                  <a:moveTo>
                    <a:pt x="5090" y="1"/>
                  </a:moveTo>
                  <a:lnTo>
                    <a:pt x="2396" y="2545"/>
                  </a:lnTo>
                  <a:lnTo>
                    <a:pt x="1198" y="3593"/>
                  </a:lnTo>
                  <a:lnTo>
                    <a:pt x="600" y="4192"/>
                  </a:lnTo>
                  <a:lnTo>
                    <a:pt x="1" y="4940"/>
                  </a:lnTo>
                  <a:lnTo>
                    <a:pt x="151" y="4940"/>
                  </a:lnTo>
                  <a:lnTo>
                    <a:pt x="1498" y="3892"/>
                  </a:lnTo>
                  <a:lnTo>
                    <a:pt x="2695" y="2845"/>
                  </a:lnTo>
                  <a:lnTo>
                    <a:pt x="3893" y="1497"/>
                  </a:lnTo>
                  <a:lnTo>
                    <a:pt x="5240" y="150"/>
                  </a:lnTo>
                  <a:lnTo>
                    <a:pt x="52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0" name="Google Shape;530;p43"/>
            <p:cNvSpPr/>
            <p:nvPr/>
          </p:nvSpPr>
          <p:spPr>
            <a:xfrm>
              <a:off x="3149525" y="2303675"/>
              <a:ext cx="112300" cy="108550"/>
            </a:xfrm>
            <a:custGeom>
              <a:rect b="b" l="l" r="r" t="t"/>
              <a:pathLst>
                <a:path extrusionOk="0" h="4342" w="4492">
                  <a:moveTo>
                    <a:pt x="4341" y="1"/>
                  </a:moveTo>
                  <a:lnTo>
                    <a:pt x="2096" y="1946"/>
                  </a:lnTo>
                  <a:lnTo>
                    <a:pt x="1" y="4192"/>
                  </a:lnTo>
                  <a:lnTo>
                    <a:pt x="1" y="4341"/>
                  </a:lnTo>
                  <a:lnTo>
                    <a:pt x="150" y="4341"/>
                  </a:lnTo>
                  <a:lnTo>
                    <a:pt x="2396" y="2246"/>
                  </a:lnTo>
                  <a:lnTo>
                    <a:pt x="4491" y="150"/>
                  </a:lnTo>
                  <a:lnTo>
                    <a:pt x="44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43"/>
            <p:cNvSpPr/>
            <p:nvPr/>
          </p:nvSpPr>
          <p:spPr>
            <a:xfrm>
              <a:off x="3115850" y="2228850"/>
              <a:ext cx="131000" cy="130975"/>
            </a:xfrm>
            <a:custGeom>
              <a:rect b="b" l="l" r="r" t="t"/>
              <a:pathLst>
                <a:path extrusionOk="0" h="5239" w="5240">
                  <a:moveTo>
                    <a:pt x="5090" y="0"/>
                  </a:moveTo>
                  <a:lnTo>
                    <a:pt x="3743" y="1197"/>
                  </a:lnTo>
                  <a:lnTo>
                    <a:pt x="2396" y="2545"/>
                  </a:lnTo>
                  <a:lnTo>
                    <a:pt x="1198" y="3892"/>
                  </a:lnTo>
                  <a:lnTo>
                    <a:pt x="1" y="5089"/>
                  </a:lnTo>
                  <a:lnTo>
                    <a:pt x="1" y="5239"/>
                  </a:lnTo>
                  <a:lnTo>
                    <a:pt x="150" y="5239"/>
                  </a:lnTo>
                  <a:lnTo>
                    <a:pt x="1497" y="4041"/>
                  </a:lnTo>
                  <a:lnTo>
                    <a:pt x="2695" y="2844"/>
                  </a:lnTo>
                  <a:lnTo>
                    <a:pt x="4042" y="1497"/>
                  </a:lnTo>
                  <a:lnTo>
                    <a:pt x="5239" y="150"/>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2" name="Google Shape;532;p43"/>
            <p:cNvSpPr/>
            <p:nvPr/>
          </p:nvSpPr>
          <p:spPr>
            <a:xfrm>
              <a:off x="3074700" y="2210125"/>
              <a:ext cx="104800" cy="101050"/>
            </a:xfrm>
            <a:custGeom>
              <a:rect b="b" l="l" r="r" t="t"/>
              <a:pathLst>
                <a:path extrusionOk="0" h="4042" w="4192">
                  <a:moveTo>
                    <a:pt x="4042" y="1"/>
                  </a:moveTo>
                  <a:lnTo>
                    <a:pt x="1946" y="1797"/>
                  </a:lnTo>
                  <a:lnTo>
                    <a:pt x="1048" y="2845"/>
                  </a:lnTo>
                  <a:lnTo>
                    <a:pt x="0" y="4042"/>
                  </a:lnTo>
                  <a:lnTo>
                    <a:pt x="150" y="4042"/>
                  </a:lnTo>
                  <a:lnTo>
                    <a:pt x="1198" y="3144"/>
                  </a:lnTo>
                  <a:lnTo>
                    <a:pt x="2245" y="2096"/>
                  </a:lnTo>
                  <a:lnTo>
                    <a:pt x="4191" y="150"/>
                  </a:lnTo>
                  <a:lnTo>
                    <a:pt x="41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3" name="Google Shape;533;p43"/>
            <p:cNvSpPr/>
            <p:nvPr/>
          </p:nvSpPr>
          <p:spPr>
            <a:xfrm>
              <a:off x="3003600" y="2127800"/>
              <a:ext cx="86075" cy="86100"/>
            </a:xfrm>
            <a:custGeom>
              <a:rect b="b" l="l" r="r" t="t"/>
              <a:pathLst>
                <a:path extrusionOk="0" h="3444" w="3443">
                  <a:moveTo>
                    <a:pt x="3293" y="1"/>
                  </a:moveTo>
                  <a:lnTo>
                    <a:pt x="2395" y="749"/>
                  </a:lnTo>
                  <a:lnTo>
                    <a:pt x="1497" y="1497"/>
                  </a:lnTo>
                  <a:lnTo>
                    <a:pt x="0" y="3294"/>
                  </a:lnTo>
                  <a:lnTo>
                    <a:pt x="0" y="3443"/>
                  </a:lnTo>
                  <a:lnTo>
                    <a:pt x="1796"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4" name="Google Shape;534;p43"/>
            <p:cNvSpPr/>
            <p:nvPr/>
          </p:nvSpPr>
          <p:spPr>
            <a:xfrm>
              <a:off x="3041025" y="2172700"/>
              <a:ext cx="89825" cy="89850"/>
            </a:xfrm>
            <a:custGeom>
              <a:rect b="b" l="l" r="r" t="t"/>
              <a:pathLst>
                <a:path extrusionOk="0" h="3594" w="3593">
                  <a:moveTo>
                    <a:pt x="3443" y="1"/>
                  </a:moveTo>
                  <a:lnTo>
                    <a:pt x="1647" y="1647"/>
                  </a:lnTo>
                  <a:lnTo>
                    <a:pt x="0" y="3443"/>
                  </a:lnTo>
                  <a:lnTo>
                    <a:pt x="0" y="3593"/>
                  </a:lnTo>
                  <a:lnTo>
                    <a:pt x="1946" y="1947"/>
                  </a:lnTo>
                  <a:lnTo>
                    <a:pt x="3592" y="151"/>
                  </a:lnTo>
                  <a:lnTo>
                    <a:pt x="35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5" name="Google Shape;535;p43"/>
            <p:cNvSpPr/>
            <p:nvPr/>
          </p:nvSpPr>
          <p:spPr>
            <a:xfrm>
              <a:off x="2962425" y="2086650"/>
              <a:ext cx="78625" cy="78600"/>
            </a:xfrm>
            <a:custGeom>
              <a:rect b="b" l="l" r="r" t="t"/>
              <a:pathLst>
                <a:path extrusionOk="0" h="3144" w="3145">
                  <a:moveTo>
                    <a:pt x="2994" y="0"/>
                  </a:moveTo>
                  <a:lnTo>
                    <a:pt x="2246" y="599"/>
                  </a:lnTo>
                  <a:lnTo>
                    <a:pt x="1049" y="1796"/>
                  </a:lnTo>
                  <a:lnTo>
                    <a:pt x="1" y="2994"/>
                  </a:lnTo>
                  <a:lnTo>
                    <a:pt x="1" y="3143"/>
                  </a:lnTo>
                  <a:lnTo>
                    <a:pt x="151" y="3143"/>
                  </a:lnTo>
                  <a:lnTo>
                    <a:pt x="1797" y="1647"/>
                  </a:lnTo>
                  <a:lnTo>
                    <a:pt x="2545" y="898"/>
                  </a:lnTo>
                  <a:lnTo>
                    <a:pt x="3144" y="150"/>
                  </a:lnTo>
                  <a:lnTo>
                    <a:pt x="31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6" name="Google Shape;536;p43"/>
            <p:cNvSpPr/>
            <p:nvPr/>
          </p:nvSpPr>
          <p:spPr>
            <a:xfrm>
              <a:off x="2928750" y="2041750"/>
              <a:ext cx="67375" cy="71100"/>
            </a:xfrm>
            <a:custGeom>
              <a:rect b="b" l="l" r="r" t="t"/>
              <a:pathLst>
                <a:path extrusionOk="0" h="2844" w="2695">
                  <a:moveTo>
                    <a:pt x="2545" y="0"/>
                  </a:moveTo>
                  <a:lnTo>
                    <a:pt x="1198" y="1347"/>
                  </a:lnTo>
                  <a:lnTo>
                    <a:pt x="1" y="2694"/>
                  </a:lnTo>
                  <a:lnTo>
                    <a:pt x="1" y="2844"/>
                  </a:lnTo>
                  <a:lnTo>
                    <a:pt x="150" y="2844"/>
                  </a:lnTo>
                  <a:lnTo>
                    <a:pt x="1498" y="1647"/>
                  </a:lnTo>
                  <a:lnTo>
                    <a:pt x="2695" y="150"/>
                  </a:lnTo>
                  <a:lnTo>
                    <a:pt x="269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7" name="Google Shape;537;p43"/>
            <p:cNvSpPr/>
            <p:nvPr/>
          </p:nvSpPr>
          <p:spPr>
            <a:xfrm>
              <a:off x="2887600" y="1989350"/>
              <a:ext cx="74850" cy="74875"/>
            </a:xfrm>
            <a:custGeom>
              <a:rect b="b" l="l" r="r" t="t"/>
              <a:pathLst>
                <a:path extrusionOk="0" h="2995" w="2994">
                  <a:moveTo>
                    <a:pt x="2994" y="1"/>
                  </a:moveTo>
                  <a:lnTo>
                    <a:pt x="2096" y="599"/>
                  </a:lnTo>
                  <a:lnTo>
                    <a:pt x="1497" y="1348"/>
                  </a:lnTo>
                  <a:lnTo>
                    <a:pt x="0" y="2994"/>
                  </a:lnTo>
                  <a:lnTo>
                    <a:pt x="150" y="2994"/>
                  </a:lnTo>
                  <a:lnTo>
                    <a:pt x="1796" y="1647"/>
                  </a:lnTo>
                  <a:lnTo>
                    <a:pt x="2395" y="899"/>
                  </a:lnTo>
                  <a:lnTo>
                    <a:pt x="2994" y="150"/>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8" name="Google Shape;538;p43"/>
            <p:cNvSpPr/>
            <p:nvPr/>
          </p:nvSpPr>
          <p:spPr>
            <a:xfrm>
              <a:off x="2853925" y="1944450"/>
              <a:ext cx="67375" cy="71125"/>
            </a:xfrm>
            <a:custGeom>
              <a:rect b="b" l="l" r="r" t="t"/>
              <a:pathLst>
                <a:path extrusionOk="0" h="2845" w="2695">
                  <a:moveTo>
                    <a:pt x="2694" y="0"/>
                  </a:moveTo>
                  <a:lnTo>
                    <a:pt x="1946" y="599"/>
                  </a:lnTo>
                  <a:lnTo>
                    <a:pt x="1198" y="1198"/>
                  </a:lnTo>
                  <a:lnTo>
                    <a:pt x="0" y="2695"/>
                  </a:lnTo>
                  <a:lnTo>
                    <a:pt x="0" y="2844"/>
                  </a:lnTo>
                  <a:lnTo>
                    <a:pt x="1497" y="1497"/>
                  </a:lnTo>
                  <a:lnTo>
                    <a:pt x="2245" y="749"/>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9" name="Google Shape;539;p43"/>
            <p:cNvSpPr/>
            <p:nvPr/>
          </p:nvSpPr>
          <p:spPr>
            <a:xfrm>
              <a:off x="2809025" y="1899550"/>
              <a:ext cx="71100" cy="71125"/>
            </a:xfrm>
            <a:custGeom>
              <a:rect b="b" l="l" r="r" t="t"/>
              <a:pathLst>
                <a:path extrusionOk="0" h="2845" w="2844">
                  <a:moveTo>
                    <a:pt x="2694" y="0"/>
                  </a:moveTo>
                  <a:lnTo>
                    <a:pt x="1946" y="449"/>
                  </a:lnTo>
                  <a:lnTo>
                    <a:pt x="1347" y="1198"/>
                  </a:lnTo>
                  <a:lnTo>
                    <a:pt x="0" y="2695"/>
                  </a:lnTo>
                  <a:lnTo>
                    <a:pt x="0" y="2844"/>
                  </a:lnTo>
                  <a:lnTo>
                    <a:pt x="150" y="2844"/>
                  </a:lnTo>
                  <a:lnTo>
                    <a:pt x="1647" y="1497"/>
                  </a:lnTo>
                  <a:lnTo>
                    <a:pt x="2245" y="749"/>
                  </a:lnTo>
                  <a:lnTo>
                    <a:pt x="2844" y="150"/>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0" name="Google Shape;540;p43"/>
            <p:cNvSpPr/>
            <p:nvPr/>
          </p:nvSpPr>
          <p:spPr>
            <a:xfrm>
              <a:off x="2775325" y="1847150"/>
              <a:ext cx="71125" cy="67375"/>
            </a:xfrm>
            <a:custGeom>
              <a:rect b="b" l="l" r="r" t="t"/>
              <a:pathLst>
                <a:path extrusionOk="0" h="2695" w="2845">
                  <a:moveTo>
                    <a:pt x="2695" y="1"/>
                  </a:moveTo>
                  <a:lnTo>
                    <a:pt x="1947" y="450"/>
                  </a:lnTo>
                  <a:lnTo>
                    <a:pt x="1348" y="1198"/>
                  </a:lnTo>
                  <a:lnTo>
                    <a:pt x="1" y="2695"/>
                  </a:lnTo>
                  <a:lnTo>
                    <a:pt x="151" y="2695"/>
                  </a:lnTo>
                  <a:lnTo>
                    <a:pt x="1647" y="1498"/>
                  </a:lnTo>
                  <a:lnTo>
                    <a:pt x="2246" y="749"/>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1" name="Google Shape;541;p43"/>
            <p:cNvSpPr/>
            <p:nvPr/>
          </p:nvSpPr>
          <p:spPr>
            <a:xfrm>
              <a:off x="2737925" y="1809750"/>
              <a:ext cx="56150" cy="56150"/>
            </a:xfrm>
            <a:custGeom>
              <a:rect b="b" l="l" r="r" t="t"/>
              <a:pathLst>
                <a:path extrusionOk="0" h="2246" w="2246">
                  <a:moveTo>
                    <a:pt x="2096" y="0"/>
                  </a:moveTo>
                  <a:lnTo>
                    <a:pt x="1497" y="449"/>
                  </a:lnTo>
                  <a:lnTo>
                    <a:pt x="898" y="1048"/>
                  </a:lnTo>
                  <a:lnTo>
                    <a:pt x="0" y="2245"/>
                  </a:lnTo>
                  <a:lnTo>
                    <a:pt x="1198" y="1347"/>
                  </a:lnTo>
                  <a:lnTo>
                    <a:pt x="1796" y="748"/>
                  </a:lnTo>
                  <a:lnTo>
                    <a:pt x="2245" y="150"/>
                  </a:lnTo>
                  <a:lnTo>
                    <a:pt x="22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2" name="Google Shape;542;p43"/>
            <p:cNvSpPr/>
            <p:nvPr/>
          </p:nvSpPr>
          <p:spPr>
            <a:xfrm>
              <a:off x="2700500" y="1776050"/>
              <a:ext cx="41175" cy="41200"/>
            </a:xfrm>
            <a:custGeom>
              <a:rect b="b" l="l" r="r" t="t"/>
              <a:pathLst>
                <a:path extrusionOk="0" h="1648" w="1647">
                  <a:moveTo>
                    <a:pt x="1497" y="1"/>
                  </a:moveTo>
                  <a:lnTo>
                    <a:pt x="599" y="749"/>
                  </a:lnTo>
                  <a:lnTo>
                    <a:pt x="0" y="1647"/>
                  </a:lnTo>
                  <a:lnTo>
                    <a:pt x="0" y="1647"/>
                  </a:lnTo>
                  <a:lnTo>
                    <a:pt x="898" y="1049"/>
                  </a:lnTo>
                  <a:lnTo>
                    <a:pt x="1647" y="151"/>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3" name="Google Shape;543;p43"/>
            <p:cNvSpPr/>
            <p:nvPr/>
          </p:nvSpPr>
          <p:spPr>
            <a:xfrm>
              <a:off x="2659325" y="1734900"/>
              <a:ext cx="33725" cy="37450"/>
            </a:xfrm>
            <a:custGeom>
              <a:rect b="b" l="l" r="r" t="t"/>
              <a:pathLst>
                <a:path extrusionOk="0" h="1498" w="1349">
                  <a:moveTo>
                    <a:pt x="1198" y="0"/>
                  </a:moveTo>
                  <a:lnTo>
                    <a:pt x="450" y="599"/>
                  </a:lnTo>
                  <a:lnTo>
                    <a:pt x="1" y="1348"/>
                  </a:lnTo>
                  <a:lnTo>
                    <a:pt x="1" y="1497"/>
                  </a:lnTo>
                  <a:lnTo>
                    <a:pt x="151" y="1497"/>
                  </a:lnTo>
                  <a:lnTo>
                    <a:pt x="749" y="899"/>
                  </a:lnTo>
                  <a:lnTo>
                    <a:pt x="134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4" name="Google Shape;544;p43"/>
            <p:cNvSpPr/>
            <p:nvPr/>
          </p:nvSpPr>
          <p:spPr>
            <a:xfrm>
              <a:off x="2621925" y="1686250"/>
              <a:ext cx="37425" cy="33700"/>
            </a:xfrm>
            <a:custGeom>
              <a:rect b="b" l="l" r="r" t="t"/>
              <a:pathLst>
                <a:path extrusionOk="0" h="1348" w="1497">
                  <a:moveTo>
                    <a:pt x="1347" y="1"/>
                  </a:moveTo>
                  <a:lnTo>
                    <a:pt x="898" y="150"/>
                  </a:lnTo>
                  <a:lnTo>
                    <a:pt x="599" y="450"/>
                  </a:lnTo>
                  <a:lnTo>
                    <a:pt x="0" y="1198"/>
                  </a:lnTo>
                  <a:lnTo>
                    <a:pt x="0" y="1348"/>
                  </a:lnTo>
                  <a:lnTo>
                    <a:pt x="150" y="1348"/>
                  </a:lnTo>
                  <a:lnTo>
                    <a:pt x="898" y="749"/>
                  </a:lnTo>
                  <a:lnTo>
                    <a:pt x="1198" y="450"/>
                  </a:lnTo>
                  <a:lnTo>
                    <a:pt x="14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5" name="Google Shape;545;p43"/>
            <p:cNvSpPr/>
            <p:nvPr/>
          </p:nvSpPr>
          <p:spPr>
            <a:xfrm>
              <a:off x="2580750" y="1641350"/>
              <a:ext cx="29975" cy="33700"/>
            </a:xfrm>
            <a:custGeom>
              <a:rect b="b" l="l" r="r" t="t"/>
              <a:pathLst>
                <a:path extrusionOk="0" h="1348" w="1199">
                  <a:moveTo>
                    <a:pt x="1048" y="0"/>
                  </a:moveTo>
                  <a:lnTo>
                    <a:pt x="450" y="599"/>
                  </a:lnTo>
                  <a:lnTo>
                    <a:pt x="1" y="1198"/>
                  </a:lnTo>
                  <a:lnTo>
                    <a:pt x="1" y="1348"/>
                  </a:lnTo>
                  <a:lnTo>
                    <a:pt x="150" y="1348"/>
                  </a:lnTo>
                  <a:lnTo>
                    <a:pt x="749" y="749"/>
                  </a:lnTo>
                  <a:lnTo>
                    <a:pt x="119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6" name="Google Shape;546;p43"/>
            <p:cNvSpPr/>
            <p:nvPr/>
          </p:nvSpPr>
          <p:spPr>
            <a:xfrm>
              <a:off x="4268375" y="3201750"/>
              <a:ext cx="123500" cy="127250"/>
            </a:xfrm>
            <a:custGeom>
              <a:rect b="b" l="l" r="r" t="t"/>
              <a:pathLst>
                <a:path extrusionOk="0" h="5090" w="4940">
                  <a:moveTo>
                    <a:pt x="4940" y="0"/>
                  </a:moveTo>
                  <a:lnTo>
                    <a:pt x="3593" y="1198"/>
                  </a:lnTo>
                  <a:lnTo>
                    <a:pt x="2395" y="2395"/>
                  </a:lnTo>
                  <a:lnTo>
                    <a:pt x="1" y="4940"/>
                  </a:lnTo>
                  <a:lnTo>
                    <a:pt x="1" y="5090"/>
                  </a:lnTo>
                  <a:lnTo>
                    <a:pt x="150" y="5090"/>
                  </a:lnTo>
                  <a:lnTo>
                    <a:pt x="2695" y="2695"/>
                  </a:lnTo>
                  <a:lnTo>
                    <a:pt x="4940" y="150"/>
                  </a:lnTo>
                  <a:lnTo>
                    <a:pt x="49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7" name="Google Shape;547;p43"/>
            <p:cNvSpPr/>
            <p:nvPr/>
          </p:nvSpPr>
          <p:spPr>
            <a:xfrm>
              <a:off x="4309550" y="3250400"/>
              <a:ext cx="127250" cy="127250"/>
            </a:xfrm>
            <a:custGeom>
              <a:rect b="b" l="l" r="r" t="t"/>
              <a:pathLst>
                <a:path extrusionOk="0" h="5090" w="5090">
                  <a:moveTo>
                    <a:pt x="4939" y="0"/>
                  </a:moveTo>
                  <a:lnTo>
                    <a:pt x="3742" y="1048"/>
                  </a:lnTo>
                  <a:lnTo>
                    <a:pt x="2545" y="2245"/>
                  </a:lnTo>
                  <a:lnTo>
                    <a:pt x="1197" y="3593"/>
                  </a:lnTo>
                  <a:lnTo>
                    <a:pt x="0" y="4940"/>
                  </a:lnTo>
                  <a:lnTo>
                    <a:pt x="0" y="5089"/>
                  </a:lnTo>
                  <a:lnTo>
                    <a:pt x="150" y="5089"/>
                  </a:lnTo>
                  <a:lnTo>
                    <a:pt x="2844" y="2545"/>
                  </a:lnTo>
                  <a:lnTo>
                    <a:pt x="4041" y="1497"/>
                  </a:lnTo>
                  <a:lnTo>
                    <a:pt x="4640" y="898"/>
                  </a:lnTo>
                  <a:lnTo>
                    <a:pt x="5089" y="1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8" name="Google Shape;548;p43"/>
            <p:cNvSpPr/>
            <p:nvPr/>
          </p:nvSpPr>
          <p:spPr>
            <a:xfrm>
              <a:off x="4361925" y="3302775"/>
              <a:ext cx="108550" cy="108550"/>
            </a:xfrm>
            <a:custGeom>
              <a:rect b="b" l="l" r="r" t="t"/>
              <a:pathLst>
                <a:path extrusionOk="0" h="4342" w="4342">
                  <a:moveTo>
                    <a:pt x="4341" y="1"/>
                  </a:moveTo>
                  <a:lnTo>
                    <a:pt x="2096" y="2096"/>
                  </a:lnTo>
                  <a:lnTo>
                    <a:pt x="1" y="4192"/>
                  </a:lnTo>
                  <a:lnTo>
                    <a:pt x="1" y="4341"/>
                  </a:lnTo>
                  <a:lnTo>
                    <a:pt x="150" y="4341"/>
                  </a:lnTo>
                  <a:lnTo>
                    <a:pt x="2246" y="2396"/>
                  </a:lnTo>
                  <a:lnTo>
                    <a:pt x="4341" y="150"/>
                  </a:lnTo>
                  <a:lnTo>
                    <a:pt x="434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9" name="Google Shape;549;p43"/>
            <p:cNvSpPr/>
            <p:nvPr/>
          </p:nvSpPr>
          <p:spPr>
            <a:xfrm>
              <a:off x="4376900" y="3355175"/>
              <a:ext cx="131000" cy="127250"/>
            </a:xfrm>
            <a:custGeom>
              <a:rect b="b" l="l" r="r" t="t"/>
              <a:pathLst>
                <a:path extrusionOk="0" h="5090" w="5240">
                  <a:moveTo>
                    <a:pt x="5089" y="0"/>
                  </a:moveTo>
                  <a:lnTo>
                    <a:pt x="3742" y="1198"/>
                  </a:lnTo>
                  <a:lnTo>
                    <a:pt x="2395" y="2395"/>
                  </a:lnTo>
                  <a:lnTo>
                    <a:pt x="1198" y="3593"/>
                  </a:lnTo>
                  <a:lnTo>
                    <a:pt x="0" y="4940"/>
                  </a:lnTo>
                  <a:lnTo>
                    <a:pt x="0" y="5089"/>
                  </a:lnTo>
                  <a:lnTo>
                    <a:pt x="150" y="5089"/>
                  </a:lnTo>
                  <a:lnTo>
                    <a:pt x="1497" y="3892"/>
                  </a:lnTo>
                  <a:lnTo>
                    <a:pt x="2694" y="2694"/>
                  </a:lnTo>
                  <a:lnTo>
                    <a:pt x="4042" y="1347"/>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0" name="Google Shape;550;p43"/>
            <p:cNvSpPr/>
            <p:nvPr/>
          </p:nvSpPr>
          <p:spPr>
            <a:xfrm>
              <a:off x="4440500" y="3403825"/>
              <a:ext cx="104800" cy="101050"/>
            </a:xfrm>
            <a:custGeom>
              <a:rect b="b" l="l" r="r" t="t"/>
              <a:pathLst>
                <a:path extrusionOk="0" h="4042" w="4192">
                  <a:moveTo>
                    <a:pt x="4042" y="0"/>
                  </a:moveTo>
                  <a:lnTo>
                    <a:pt x="2994" y="898"/>
                  </a:lnTo>
                  <a:lnTo>
                    <a:pt x="1947" y="1796"/>
                  </a:lnTo>
                  <a:lnTo>
                    <a:pt x="1" y="3892"/>
                  </a:lnTo>
                  <a:lnTo>
                    <a:pt x="1" y="4041"/>
                  </a:lnTo>
                  <a:lnTo>
                    <a:pt x="150" y="4041"/>
                  </a:lnTo>
                  <a:lnTo>
                    <a:pt x="2246" y="2096"/>
                  </a:lnTo>
                  <a:lnTo>
                    <a:pt x="3294" y="1048"/>
                  </a:lnTo>
                  <a:lnTo>
                    <a:pt x="41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1" name="Google Shape;551;p43"/>
            <p:cNvSpPr/>
            <p:nvPr/>
          </p:nvSpPr>
          <p:spPr>
            <a:xfrm>
              <a:off x="4534050" y="3501100"/>
              <a:ext cx="86100" cy="86100"/>
            </a:xfrm>
            <a:custGeom>
              <a:rect b="b" l="l" r="r" t="t"/>
              <a:pathLst>
                <a:path extrusionOk="0" h="3444" w="3444">
                  <a:moveTo>
                    <a:pt x="3294" y="1"/>
                  </a:moveTo>
                  <a:lnTo>
                    <a:pt x="1498" y="1498"/>
                  </a:lnTo>
                  <a:lnTo>
                    <a:pt x="1" y="3294"/>
                  </a:lnTo>
                  <a:lnTo>
                    <a:pt x="1" y="3443"/>
                  </a:lnTo>
                  <a:lnTo>
                    <a:pt x="150" y="3443"/>
                  </a:lnTo>
                  <a:lnTo>
                    <a:pt x="1049" y="2695"/>
                  </a:lnTo>
                  <a:lnTo>
                    <a:pt x="1947"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2" name="Google Shape;552;p43"/>
            <p:cNvSpPr/>
            <p:nvPr/>
          </p:nvSpPr>
          <p:spPr>
            <a:xfrm>
              <a:off x="4492900" y="3452450"/>
              <a:ext cx="89825" cy="89850"/>
            </a:xfrm>
            <a:custGeom>
              <a:rect b="b" l="l" r="r" t="t"/>
              <a:pathLst>
                <a:path extrusionOk="0" h="3594" w="3593">
                  <a:moveTo>
                    <a:pt x="3443" y="1"/>
                  </a:moveTo>
                  <a:lnTo>
                    <a:pt x="1647" y="1647"/>
                  </a:lnTo>
                  <a:lnTo>
                    <a:pt x="0" y="3444"/>
                  </a:lnTo>
                  <a:lnTo>
                    <a:pt x="0" y="3593"/>
                  </a:lnTo>
                  <a:lnTo>
                    <a:pt x="150" y="3593"/>
                  </a:lnTo>
                  <a:lnTo>
                    <a:pt x="1946" y="1947"/>
                  </a:lnTo>
                  <a:lnTo>
                    <a:pt x="3593" y="151"/>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3" name="Google Shape;553;p43"/>
            <p:cNvSpPr/>
            <p:nvPr/>
          </p:nvSpPr>
          <p:spPr>
            <a:xfrm>
              <a:off x="4578950" y="3549750"/>
              <a:ext cx="78625" cy="78600"/>
            </a:xfrm>
            <a:custGeom>
              <a:rect b="b" l="l" r="r" t="t"/>
              <a:pathLst>
                <a:path extrusionOk="0" h="3144" w="3145">
                  <a:moveTo>
                    <a:pt x="3144" y="1"/>
                  </a:moveTo>
                  <a:lnTo>
                    <a:pt x="1498" y="1497"/>
                  </a:lnTo>
                  <a:lnTo>
                    <a:pt x="749" y="2246"/>
                  </a:lnTo>
                  <a:lnTo>
                    <a:pt x="1" y="2994"/>
                  </a:lnTo>
                  <a:lnTo>
                    <a:pt x="1" y="3144"/>
                  </a:lnTo>
                  <a:lnTo>
                    <a:pt x="151" y="3144"/>
                  </a:lnTo>
                  <a:lnTo>
                    <a:pt x="450" y="2994"/>
                  </a:lnTo>
                  <a:lnTo>
                    <a:pt x="1947" y="1647"/>
                  </a:lnTo>
                  <a:lnTo>
                    <a:pt x="3144" y="150"/>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4" name="Google Shape;554;p43"/>
            <p:cNvSpPr/>
            <p:nvPr/>
          </p:nvSpPr>
          <p:spPr>
            <a:xfrm>
              <a:off x="4623875" y="3598400"/>
              <a:ext cx="71100" cy="74850"/>
            </a:xfrm>
            <a:custGeom>
              <a:rect b="b" l="l" r="r" t="t"/>
              <a:pathLst>
                <a:path extrusionOk="0" h="2994" w="2844">
                  <a:moveTo>
                    <a:pt x="2694" y="0"/>
                  </a:moveTo>
                  <a:lnTo>
                    <a:pt x="1197" y="1347"/>
                  </a:lnTo>
                  <a:lnTo>
                    <a:pt x="0" y="2695"/>
                  </a:lnTo>
                  <a:lnTo>
                    <a:pt x="0" y="2994"/>
                  </a:lnTo>
                  <a:lnTo>
                    <a:pt x="150" y="2994"/>
                  </a:lnTo>
                  <a:lnTo>
                    <a:pt x="1647" y="1647"/>
                  </a:lnTo>
                  <a:lnTo>
                    <a:pt x="2844"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5" name="Google Shape;555;p43"/>
            <p:cNvSpPr/>
            <p:nvPr/>
          </p:nvSpPr>
          <p:spPr>
            <a:xfrm>
              <a:off x="4657550" y="3650775"/>
              <a:ext cx="74850" cy="74875"/>
            </a:xfrm>
            <a:custGeom>
              <a:rect b="b" l="l" r="r" t="t"/>
              <a:pathLst>
                <a:path extrusionOk="0" h="2995" w="2994">
                  <a:moveTo>
                    <a:pt x="2844" y="1"/>
                  </a:moveTo>
                  <a:lnTo>
                    <a:pt x="1347" y="1348"/>
                  </a:lnTo>
                  <a:lnTo>
                    <a:pt x="599" y="2096"/>
                  </a:lnTo>
                  <a:lnTo>
                    <a:pt x="0" y="2845"/>
                  </a:lnTo>
                  <a:lnTo>
                    <a:pt x="0" y="2994"/>
                  </a:lnTo>
                  <a:lnTo>
                    <a:pt x="150" y="2994"/>
                  </a:lnTo>
                  <a:lnTo>
                    <a:pt x="898" y="2396"/>
                  </a:lnTo>
                  <a:lnTo>
                    <a:pt x="1647" y="1647"/>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6" name="Google Shape;556;p43"/>
            <p:cNvSpPr/>
            <p:nvPr/>
          </p:nvSpPr>
          <p:spPr>
            <a:xfrm>
              <a:off x="4698700" y="3699425"/>
              <a:ext cx="71125" cy="71125"/>
            </a:xfrm>
            <a:custGeom>
              <a:rect b="b" l="l" r="r" t="t"/>
              <a:pathLst>
                <a:path extrusionOk="0" h="2845" w="2845">
                  <a:moveTo>
                    <a:pt x="2695" y="1"/>
                  </a:moveTo>
                  <a:lnTo>
                    <a:pt x="1348" y="1348"/>
                  </a:lnTo>
                  <a:lnTo>
                    <a:pt x="599" y="1947"/>
                  </a:lnTo>
                  <a:lnTo>
                    <a:pt x="1" y="2845"/>
                  </a:lnTo>
                  <a:lnTo>
                    <a:pt x="150" y="2845"/>
                  </a:lnTo>
                  <a:lnTo>
                    <a:pt x="899" y="2246"/>
                  </a:lnTo>
                  <a:lnTo>
                    <a:pt x="1497" y="1647"/>
                  </a:lnTo>
                  <a:lnTo>
                    <a:pt x="2845" y="150"/>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7" name="Google Shape;557;p43"/>
            <p:cNvSpPr/>
            <p:nvPr/>
          </p:nvSpPr>
          <p:spPr>
            <a:xfrm>
              <a:off x="4739875" y="3744325"/>
              <a:ext cx="74850" cy="71125"/>
            </a:xfrm>
            <a:custGeom>
              <a:rect b="b" l="l" r="r" t="t"/>
              <a:pathLst>
                <a:path extrusionOk="0" h="2845" w="2994">
                  <a:moveTo>
                    <a:pt x="2844" y="1"/>
                  </a:moveTo>
                  <a:lnTo>
                    <a:pt x="1347" y="1348"/>
                  </a:lnTo>
                  <a:lnTo>
                    <a:pt x="599" y="1947"/>
                  </a:lnTo>
                  <a:lnTo>
                    <a:pt x="0" y="2695"/>
                  </a:lnTo>
                  <a:lnTo>
                    <a:pt x="150" y="2845"/>
                  </a:lnTo>
                  <a:lnTo>
                    <a:pt x="898" y="2396"/>
                  </a:lnTo>
                  <a:lnTo>
                    <a:pt x="1647" y="1647"/>
                  </a:lnTo>
                  <a:lnTo>
                    <a:pt x="2994" y="151"/>
                  </a:lnTo>
                  <a:lnTo>
                    <a:pt x="28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8" name="Google Shape;558;p43"/>
            <p:cNvSpPr/>
            <p:nvPr/>
          </p:nvSpPr>
          <p:spPr>
            <a:xfrm>
              <a:off x="4777275" y="3800475"/>
              <a:ext cx="71125" cy="67375"/>
            </a:xfrm>
            <a:custGeom>
              <a:rect b="b" l="l" r="r" t="t"/>
              <a:pathLst>
                <a:path extrusionOk="0" h="2695" w="2845">
                  <a:moveTo>
                    <a:pt x="2695" y="0"/>
                  </a:moveTo>
                  <a:lnTo>
                    <a:pt x="1198" y="1197"/>
                  </a:lnTo>
                  <a:lnTo>
                    <a:pt x="600" y="1946"/>
                  </a:lnTo>
                  <a:lnTo>
                    <a:pt x="1" y="2545"/>
                  </a:lnTo>
                  <a:lnTo>
                    <a:pt x="1" y="2694"/>
                  </a:lnTo>
                  <a:lnTo>
                    <a:pt x="151" y="2694"/>
                  </a:lnTo>
                  <a:lnTo>
                    <a:pt x="749" y="2245"/>
                  </a:lnTo>
                  <a:lnTo>
                    <a:pt x="1498" y="149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59" name="Google Shape;559;p43"/>
            <p:cNvSpPr/>
            <p:nvPr/>
          </p:nvSpPr>
          <p:spPr>
            <a:xfrm>
              <a:off x="4829675" y="3845375"/>
              <a:ext cx="56150" cy="59875"/>
            </a:xfrm>
            <a:custGeom>
              <a:rect b="b" l="l" r="r" t="t"/>
              <a:pathLst>
                <a:path extrusionOk="0" h="2395" w="2246">
                  <a:moveTo>
                    <a:pt x="2096" y="0"/>
                  </a:moveTo>
                  <a:lnTo>
                    <a:pt x="898" y="1048"/>
                  </a:lnTo>
                  <a:lnTo>
                    <a:pt x="449" y="1647"/>
                  </a:lnTo>
                  <a:lnTo>
                    <a:pt x="0" y="2245"/>
                  </a:lnTo>
                  <a:lnTo>
                    <a:pt x="0" y="2395"/>
                  </a:lnTo>
                  <a:lnTo>
                    <a:pt x="749" y="1946"/>
                  </a:lnTo>
                  <a:lnTo>
                    <a:pt x="1198" y="1347"/>
                  </a:lnTo>
                  <a:lnTo>
                    <a:pt x="2246" y="150"/>
                  </a:lnTo>
                  <a:lnTo>
                    <a:pt x="22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0" name="Google Shape;560;p43"/>
            <p:cNvSpPr/>
            <p:nvPr/>
          </p:nvSpPr>
          <p:spPr>
            <a:xfrm>
              <a:off x="4882050" y="3897750"/>
              <a:ext cx="41200" cy="41200"/>
            </a:xfrm>
            <a:custGeom>
              <a:rect b="b" l="l" r="r" t="t"/>
              <a:pathLst>
                <a:path extrusionOk="0" h="1648" w="1648">
                  <a:moveTo>
                    <a:pt x="1498" y="1"/>
                  </a:moveTo>
                  <a:lnTo>
                    <a:pt x="749" y="599"/>
                  </a:lnTo>
                  <a:lnTo>
                    <a:pt x="1" y="1497"/>
                  </a:lnTo>
                  <a:lnTo>
                    <a:pt x="1" y="1647"/>
                  </a:lnTo>
                  <a:lnTo>
                    <a:pt x="151" y="1647"/>
                  </a:lnTo>
                  <a:lnTo>
                    <a:pt x="899" y="899"/>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1" name="Google Shape;561;p43"/>
            <p:cNvSpPr/>
            <p:nvPr/>
          </p:nvSpPr>
          <p:spPr>
            <a:xfrm>
              <a:off x="4926950" y="3942650"/>
              <a:ext cx="37450" cy="37450"/>
            </a:xfrm>
            <a:custGeom>
              <a:rect b="b" l="l" r="r" t="t"/>
              <a:pathLst>
                <a:path extrusionOk="0" h="1498" w="1498">
                  <a:moveTo>
                    <a:pt x="1348" y="1"/>
                  </a:moveTo>
                  <a:lnTo>
                    <a:pt x="600" y="600"/>
                  </a:lnTo>
                  <a:lnTo>
                    <a:pt x="1" y="1348"/>
                  </a:lnTo>
                  <a:lnTo>
                    <a:pt x="151" y="1348"/>
                  </a:lnTo>
                  <a:lnTo>
                    <a:pt x="300" y="1498"/>
                  </a:lnTo>
                  <a:lnTo>
                    <a:pt x="899" y="899"/>
                  </a:lnTo>
                  <a:lnTo>
                    <a:pt x="1498" y="150"/>
                  </a:lnTo>
                  <a:lnTo>
                    <a:pt x="149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2" name="Google Shape;562;p43"/>
            <p:cNvSpPr/>
            <p:nvPr/>
          </p:nvSpPr>
          <p:spPr>
            <a:xfrm>
              <a:off x="4964375" y="3995050"/>
              <a:ext cx="37450" cy="33700"/>
            </a:xfrm>
            <a:custGeom>
              <a:rect b="b" l="l" r="r" t="t"/>
              <a:pathLst>
                <a:path extrusionOk="0" h="1348" w="1498">
                  <a:moveTo>
                    <a:pt x="1348" y="0"/>
                  </a:moveTo>
                  <a:lnTo>
                    <a:pt x="599" y="599"/>
                  </a:lnTo>
                  <a:lnTo>
                    <a:pt x="300" y="898"/>
                  </a:lnTo>
                  <a:lnTo>
                    <a:pt x="1" y="1198"/>
                  </a:lnTo>
                  <a:lnTo>
                    <a:pt x="1" y="1347"/>
                  </a:lnTo>
                  <a:lnTo>
                    <a:pt x="150" y="1347"/>
                  </a:lnTo>
                  <a:lnTo>
                    <a:pt x="599" y="1198"/>
                  </a:lnTo>
                  <a:lnTo>
                    <a:pt x="899" y="749"/>
                  </a:lnTo>
                  <a:lnTo>
                    <a:pt x="149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3" name="Google Shape;563;p43"/>
            <p:cNvSpPr/>
            <p:nvPr/>
          </p:nvSpPr>
          <p:spPr>
            <a:xfrm>
              <a:off x="5009275" y="4039950"/>
              <a:ext cx="33725" cy="29950"/>
            </a:xfrm>
            <a:custGeom>
              <a:rect b="b" l="l" r="r" t="t"/>
              <a:pathLst>
                <a:path extrusionOk="0" h="1198" w="1349">
                  <a:moveTo>
                    <a:pt x="1198" y="0"/>
                  </a:moveTo>
                  <a:lnTo>
                    <a:pt x="600" y="599"/>
                  </a:lnTo>
                  <a:lnTo>
                    <a:pt x="1" y="1048"/>
                  </a:lnTo>
                  <a:lnTo>
                    <a:pt x="1" y="1198"/>
                  </a:lnTo>
                  <a:lnTo>
                    <a:pt x="151" y="1198"/>
                  </a:lnTo>
                  <a:lnTo>
                    <a:pt x="749" y="749"/>
                  </a:lnTo>
                  <a:lnTo>
                    <a:pt x="134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4" name="Google Shape;564;p43"/>
            <p:cNvSpPr/>
            <p:nvPr/>
          </p:nvSpPr>
          <p:spPr>
            <a:xfrm>
              <a:off x="3344125" y="3328975"/>
              <a:ext cx="127250" cy="123500"/>
            </a:xfrm>
            <a:custGeom>
              <a:rect b="b" l="l" r="r" t="t"/>
              <a:pathLst>
                <a:path extrusionOk="0" h="4940" w="5090">
                  <a:moveTo>
                    <a:pt x="0" y="1"/>
                  </a:moveTo>
                  <a:lnTo>
                    <a:pt x="0" y="150"/>
                  </a:lnTo>
                  <a:lnTo>
                    <a:pt x="2395" y="2695"/>
                  </a:lnTo>
                  <a:lnTo>
                    <a:pt x="4939" y="4940"/>
                  </a:lnTo>
                  <a:lnTo>
                    <a:pt x="5089" y="4940"/>
                  </a:lnTo>
                  <a:lnTo>
                    <a:pt x="3892" y="3593"/>
                  </a:lnTo>
                  <a:lnTo>
                    <a:pt x="2694" y="2395"/>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5" name="Google Shape;565;p43"/>
            <p:cNvSpPr/>
            <p:nvPr/>
          </p:nvSpPr>
          <p:spPr>
            <a:xfrm>
              <a:off x="3295475" y="3370125"/>
              <a:ext cx="123500" cy="127275"/>
            </a:xfrm>
            <a:custGeom>
              <a:rect b="b" l="l" r="r" t="t"/>
              <a:pathLst>
                <a:path extrusionOk="0" h="5091" w="4940">
                  <a:moveTo>
                    <a:pt x="0" y="1"/>
                  </a:moveTo>
                  <a:lnTo>
                    <a:pt x="0" y="151"/>
                  </a:lnTo>
                  <a:lnTo>
                    <a:pt x="2545" y="2845"/>
                  </a:lnTo>
                  <a:lnTo>
                    <a:pt x="3593" y="4042"/>
                  </a:lnTo>
                  <a:lnTo>
                    <a:pt x="4191" y="4641"/>
                  </a:lnTo>
                  <a:lnTo>
                    <a:pt x="4940" y="5090"/>
                  </a:lnTo>
                  <a:lnTo>
                    <a:pt x="4940" y="4940"/>
                  </a:lnTo>
                  <a:lnTo>
                    <a:pt x="3892" y="3743"/>
                  </a:lnTo>
                  <a:lnTo>
                    <a:pt x="2844" y="2546"/>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6" name="Google Shape;566;p43"/>
            <p:cNvSpPr/>
            <p:nvPr/>
          </p:nvSpPr>
          <p:spPr>
            <a:xfrm>
              <a:off x="3261800" y="3422525"/>
              <a:ext cx="108525" cy="108550"/>
            </a:xfrm>
            <a:custGeom>
              <a:rect b="b" l="l" r="r" t="t"/>
              <a:pathLst>
                <a:path extrusionOk="0" h="4342" w="4341">
                  <a:moveTo>
                    <a:pt x="0" y="0"/>
                  </a:moveTo>
                  <a:lnTo>
                    <a:pt x="0" y="150"/>
                  </a:lnTo>
                  <a:lnTo>
                    <a:pt x="1946" y="2246"/>
                  </a:lnTo>
                  <a:lnTo>
                    <a:pt x="4191" y="4341"/>
                  </a:lnTo>
                  <a:lnTo>
                    <a:pt x="4341" y="4341"/>
                  </a:lnTo>
                  <a:lnTo>
                    <a:pt x="4341" y="4191"/>
                  </a:lnTo>
                  <a:lnTo>
                    <a:pt x="2245" y="2096"/>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7" name="Google Shape;567;p43"/>
            <p:cNvSpPr/>
            <p:nvPr/>
          </p:nvSpPr>
          <p:spPr>
            <a:xfrm>
              <a:off x="3190700" y="3437500"/>
              <a:ext cx="127250" cy="130975"/>
            </a:xfrm>
            <a:custGeom>
              <a:rect b="b" l="l" r="r" t="t"/>
              <a:pathLst>
                <a:path extrusionOk="0" h="5239" w="5090">
                  <a:moveTo>
                    <a:pt x="0" y="0"/>
                  </a:moveTo>
                  <a:lnTo>
                    <a:pt x="0" y="150"/>
                  </a:lnTo>
                  <a:lnTo>
                    <a:pt x="1198" y="1497"/>
                  </a:lnTo>
                  <a:lnTo>
                    <a:pt x="2395" y="2694"/>
                  </a:lnTo>
                  <a:lnTo>
                    <a:pt x="3742" y="4042"/>
                  </a:lnTo>
                  <a:lnTo>
                    <a:pt x="5089" y="5239"/>
                  </a:lnTo>
                  <a:lnTo>
                    <a:pt x="5089" y="5089"/>
                  </a:lnTo>
                  <a:lnTo>
                    <a:pt x="3892" y="3742"/>
                  </a:lnTo>
                  <a:lnTo>
                    <a:pt x="2694" y="2395"/>
                  </a:lnTo>
                  <a:lnTo>
                    <a:pt x="134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8" name="Google Shape;568;p43"/>
            <p:cNvSpPr/>
            <p:nvPr/>
          </p:nvSpPr>
          <p:spPr>
            <a:xfrm>
              <a:off x="3168250" y="3501100"/>
              <a:ext cx="101050" cy="104800"/>
            </a:xfrm>
            <a:custGeom>
              <a:rect b="b" l="l" r="r" t="t"/>
              <a:pathLst>
                <a:path extrusionOk="0" h="4192" w="4042">
                  <a:moveTo>
                    <a:pt x="0" y="1"/>
                  </a:moveTo>
                  <a:lnTo>
                    <a:pt x="0" y="150"/>
                  </a:lnTo>
                  <a:lnTo>
                    <a:pt x="1946" y="2246"/>
                  </a:lnTo>
                  <a:lnTo>
                    <a:pt x="2844" y="3294"/>
                  </a:lnTo>
                  <a:lnTo>
                    <a:pt x="4041" y="4192"/>
                  </a:lnTo>
                  <a:lnTo>
                    <a:pt x="4041" y="4042"/>
                  </a:lnTo>
                  <a:lnTo>
                    <a:pt x="3143" y="2994"/>
                  </a:lnTo>
                  <a:lnTo>
                    <a:pt x="2245" y="19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9" name="Google Shape;569;p43"/>
            <p:cNvSpPr/>
            <p:nvPr/>
          </p:nvSpPr>
          <p:spPr>
            <a:xfrm>
              <a:off x="3085925" y="3594650"/>
              <a:ext cx="86075" cy="86100"/>
            </a:xfrm>
            <a:custGeom>
              <a:rect b="b" l="l" r="r" t="t"/>
              <a:pathLst>
                <a:path extrusionOk="0" h="3444" w="3443">
                  <a:moveTo>
                    <a:pt x="0" y="1"/>
                  </a:moveTo>
                  <a:lnTo>
                    <a:pt x="0" y="150"/>
                  </a:lnTo>
                  <a:lnTo>
                    <a:pt x="749" y="1048"/>
                  </a:lnTo>
                  <a:lnTo>
                    <a:pt x="1497" y="1947"/>
                  </a:lnTo>
                  <a:lnTo>
                    <a:pt x="3443" y="3443"/>
                  </a:lnTo>
                  <a:lnTo>
                    <a:pt x="3443" y="3294"/>
                  </a:lnTo>
                  <a:lnTo>
                    <a:pt x="1946" y="149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0" name="Google Shape;570;p43"/>
            <p:cNvSpPr/>
            <p:nvPr/>
          </p:nvSpPr>
          <p:spPr>
            <a:xfrm>
              <a:off x="3130825" y="3553500"/>
              <a:ext cx="89825" cy="89825"/>
            </a:xfrm>
            <a:custGeom>
              <a:rect b="b" l="l" r="r" t="t"/>
              <a:pathLst>
                <a:path extrusionOk="0" h="3593" w="3593">
                  <a:moveTo>
                    <a:pt x="0" y="0"/>
                  </a:moveTo>
                  <a:lnTo>
                    <a:pt x="0" y="150"/>
                  </a:lnTo>
                  <a:lnTo>
                    <a:pt x="1647" y="1946"/>
                  </a:lnTo>
                  <a:lnTo>
                    <a:pt x="3443" y="3593"/>
                  </a:lnTo>
                  <a:lnTo>
                    <a:pt x="3593" y="3593"/>
                  </a:lnTo>
                  <a:lnTo>
                    <a:pt x="3593" y="3443"/>
                  </a:lnTo>
                  <a:lnTo>
                    <a:pt x="1946" y="16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1" name="Google Shape;571;p43"/>
            <p:cNvSpPr/>
            <p:nvPr/>
          </p:nvSpPr>
          <p:spPr>
            <a:xfrm>
              <a:off x="3044750" y="3639550"/>
              <a:ext cx="78625" cy="78625"/>
            </a:xfrm>
            <a:custGeom>
              <a:rect b="b" l="l" r="r" t="t"/>
              <a:pathLst>
                <a:path extrusionOk="0" h="3145" w="3145">
                  <a:moveTo>
                    <a:pt x="1" y="1"/>
                  </a:moveTo>
                  <a:lnTo>
                    <a:pt x="1" y="151"/>
                  </a:lnTo>
                  <a:lnTo>
                    <a:pt x="599" y="1049"/>
                  </a:lnTo>
                  <a:lnTo>
                    <a:pt x="1348" y="1797"/>
                  </a:lnTo>
                  <a:lnTo>
                    <a:pt x="2994" y="3144"/>
                  </a:lnTo>
                  <a:lnTo>
                    <a:pt x="3144" y="3144"/>
                  </a:lnTo>
                  <a:lnTo>
                    <a:pt x="2096" y="1797"/>
                  </a:lnTo>
                  <a:lnTo>
                    <a:pt x="1049" y="8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2" name="Google Shape;572;p43"/>
            <p:cNvSpPr/>
            <p:nvPr/>
          </p:nvSpPr>
          <p:spPr>
            <a:xfrm>
              <a:off x="2999850" y="3684450"/>
              <a:ext cx="71125" cy="71125"/>
            </a:xfrm>
            <a:custGeom>
              <a:rect b="b" l="l" r="r" t="t"/>
              <a:pathLst>
                <a:path extrusionOk="0" h="2845" w="2845">
                  <a:moveTo>
                    <a:pt x="1" y="1"/>
                  </a:moveTo>
                  <a:lnTo>
                    <a:pt x="1" y="151"/>
                  </a:lnTo>
                  <a:lnTo>
                    <a:pt x="1348" y="1647"/>
                  </a:lnTo>
                  <a:lnTo>
                    <a:pt x="2845" y="2845"/>
                  </a:lnTo>
                  <a:lnTo>
                    <a:pt x="2845" y="2695"/>
                  </a:lnTo>
                  <a:lnTo>
                    <a:pt x="164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3" name="Google Shape;573;p43"/>
            <p:cNvSpPr/>
            <p:nvPr/>
          </p:nvSpPr>
          <p:spPr>
            <a:xfrm>
              <a:off x="2947475" y="3718150"/>
              <a:ext cx="74850" cy="74850"/>
            </a:xfrm>
            <a:custGeom>
              <a:rect b="b" l="l" r="r" t="t"/>
              <a:pathLst>
                <a:path extrusionOk="0" h="2994" w="2994">
                  <a:moveTo>
                    <a:pt x="0" y="0"/>
                  </a:moveTo>
                  <a:lnTo>
                    <a:pt x="0" y="150"/>
                  </a:lnTo>
                  <a:lnTo>
                    <a:pt x="599" y="898"/>
                  </a:lnTo>
                  <a:lnTo>
                    <a:pt x="1347" y="1647"/>
                  </a:lnTo>
                  <a:lnTo>
                    <a:pt x="2994" y="2994"/>
                  </a:lnTo>
                  <a:lnTo>
                    <a:pt x="2994" y="2844"/>
                  </a:lnTo>
                  <a:lnTo>
                    <a:pt x="1647" y="134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4" name="Google Shape;574;p43"/>
            <p:cNvSpPr/>
            <p:nvPr/>
          </p:nvSpPr>
          <p:spPr>
            <a:xfrm>
              <a:off x="2902575" y="3759300"/>
              <a:ext cx="71100" cy="71125"/>
            </a:xfrm>
            <a:custGeom>
              <a:rect b="b" l="l" r="r" t="t"/>
              <a:pathLst>
                <a:path extrusionOk="0" h="2845" w="2844">
                  <a:moveTo>
                    <a:pt x="0" y="1"/>
                  </a:moveTo>
                  <a:lnTo>
                    <a:pt x="0" y="150"/>
                  </a:lnTo>
                  <a:lnTo>
                    <a:pt x="599" y="899"/>
                  </a:lnTo>
                  <a:lnTo>
                    <a:pt x="1197" y="1497"/>
                  </a:lnTo>
                  <a:lnTo>
                    <a:pt x="2694" y="2844"/>
                  </a:lnTo>
                  <a:lnTo>
                    <a:pt x="2844" y="2844"/>
                  </a:lnTo>
                  <a:lnTo>
                    <a:pt x="2844" y="2695"/>
                  </a:lnTo>
                  <a:lnTo>
                    <a:pt x="1497" y="1348"/>
                  </a:lnTo>
                  <a:lnTo>
                    <a:pt x="898" y="5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5" name="Google Shape;575;p43"/>
            <p:cNvSpPr/>
            <p:nvPr/>
          </p:nvSpPr>
          <p:spPr>
            <a:xfrm>
              <a:off x="2857650" y="3800475"/>
              <a:ext cx="71125" cy="71100"/>
            </a:xfrm>
            <a:custGeom>
              <a:rect b="b" l="l" r="r" t="t"/>
              <a:pathLst>
                <a:path extrusionOk="0" h="2844" w="2845">
                  <a:moveTo>
                    <a:pt x="151" y="0"/>
                  </a:moveTo>
                  <a:lnTo>
                    <a:pt x="1" y="150"/>
                  </a:lnTo>
                  <a:lnTo>
                    <a:pt x="1" y="449"/>
                  </a:lnTo>
                  <a:lnTo>
                    <a:pt x="600" y="1048"/>
                  </a:lnTo>
                  <a:lnTo>
                    <a:pt x="1198" y="1646"/>
                  </a:lnTo>
                  <a:lnTo>
                    <a:pt x="2695" y="2844"/>
                  </a:lnTo>
                  <a:lnTo>
                    <a:pt x="2845" y="2844"/>
                  </a:lnTo>
                  <a:lnTo>
                    <a:pt x="1498" y="1347"/>
                  </a:lnTo>
                  <a:lnTo>
                    <a:pt x="749" y="599"/>
                  </a:lnTo>
                  <a:lnTo>
                    <a:pt x="15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43"/>
            <p:cNvSpPr/>
            <p:nvPr/>
          </p:nvSpPr>
          <p:spPr>
            <a:xfrm>
              <a:off x="2805275" y="3837875"/>
              <a:ext cx="67375" cy="71125"/>
            </a:xfrm>
            <a:custGeom>
              <a:rect b="b" l="l" r="r" t="t"/>
              <a:pathLst>
                <a:path extrusionOk="0" h="2845" w="2695">
                  <a:moveTo>
                    <a:pt x="0" y="1"/>
                  </a:moveTo>
                  <a:lnTo>
                    <a:pt x="0" y="150"/>
                  </a:lnTo>
                  <a:lnTo>
                    <a:pt x="449" y="749"/>
                  </a:lnTo>
                  <a:lnTo>
                    <a:pt x="1198" y="1498"/>
                  </a:lnTo>
                  <a:lnTo>
                    <a:pt x="2695" y="2845"/>
                  </a:lnTo>
                  <a:lnTo>
                    <a:pt x="2695" y="2695"/>
                  </a:lnTo>
                  <a:lnTo>
                    <a:pt x="1497" y="1198"/>
                  </a:lnTo>
                  <a:lnTo>
                    <a:pt x="749" y="600"/>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7" name="Google Shape;577;p43"/>
            <p:cNvSpPr/>
            <p:nvPr/>
          </p:nvSpPr>
          <p:spPr>
            <a:xfrm>
              <a:off x="2767850" y="3890275"/>
              <a:ext cx="59900" cy="56150"/>
            </a:xfrm>
            <a:custGeom>
              <a:rect b="b" l="l" r="r" t="t"/>
              <a:pathLst>
                <a:path extrusionOk="0" h="2246" w="2396">
                  <a:moveTo>
                    <a:pt x="1" y="0"/>
                  </a:moveTo>
                  <a:lnTo>
                    <a:pt x="450" y="749"/>
                  </a:lnTo>
                  <a:lnTo>
                    <a:pt x="1048" y="1198"/>
                  </a:lnTo>
                  <a:lnTo>
                    <a:pt x="2246" y="2245"/>
                  </a:lnTo>
                  <a:lnTo>
                    <a:pt x="2395" y="2096"/>
                  </a:lnTo>
                  <a:lnTo>
                    <a:pt x="1348" y="898"/>
                  </a:lnTo>
                  <a:lnTo>
                    <a:pt x="749" y="44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8" name="Google Shape;578;p43"/>
            <p:cNvSpPr/>
            <p:nvPr/>
          </p:nvSpPr>
          <p:spPr>
            <a:xfrm>
              <a:off x="2734175" y="3942650"/>
              <a:ext cx="41175" cy="41200"/>
            </a:xfrm>
            <a:custGeom>
              <a:rect b="b" l="l" r="r" t="t"/>
              <a:pathLst>
                <a:path extrusionOk="0" h="1648" w="1647">
                  <a:moveTo>
                    <a:pt x="0" y="1"/>
                  </a:moveTo>
                  <a:lnTo>
                    <a:pt x="0" y="150"/>
                  </a:lnTo>
                  <a:lnTo>
                    <a:pt x="749" y="899"/>
                  </a:lnTo>
                  <a:lnTo>
                    <a:pt x="1647" y="1647"/>
                  </a:lnTo>
                  <a:lnTo>
                    <a:pt x="1647" y="1498"/>
                  </a:lnTo>
                  <a:lnTo>
                    <a:pt x="1048" y="7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43"/>
            <p:cNvSpPr/>
            <p:nvPr/>
          </p:nvSpPr>
          <p:spPr>
            <a:xfrm>
              <a:off x="2693025" y="3987550"/>
              <a:ext cx="37425" cy="37450"/>
            </a:xfrm>
            <a:custGeom>
              <a:rect b="b" l="l" r="r" t="t"/>
              <a:pathLst>
                <a:path extrusionOk="0" h="1498" w="1497">
                  <a:moveTo>
                    <a:pt x="150" y="1"/>
                  </a:moveTo>
                  <a:lnTo>
                    <a:pt x="0" y="151"/>
                  </a:lnTo>
                  <a:lnTo>
                    <a:pt x="0" y="300"/>
                  </a:lnTo>
                  <a:lnTo>
                    <a:pt x="599" y="899"/>
                  </a:lnTo>
                  <a:lnTo>
                    <a:pt x="1347" y="1498"/>
                  </a:lnTo>
                  <a:lnTo>
                    <a:pt x="1497" y="1498"/>
                  </a:lnTo>
                  <a:lnTo>
                    <a:pt x="1497" y="1348"/>
                  </a:lnTo>
                  <a:lnTo>
                    <a:pt x="89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0" name="Google Shape;580;p43"/>
            <p:cNvSpPr/>
            <p:nvPr/>
          </p:nvSpPr>
          <p:spPr>
            <a:xfrm>
              <a:off x="2644375" y="4024975"/>
              <a:ext cx="33700" cy="37450"/>
            </a:xfrm>
            <a:custGeom>
              <a:rect b="b" l="l" r="r" t="t"/>
              <a:pathLst>
                <a:path extrusionOk="0" h="1498" w="1348">
                  <a:moveTo>
                    <a:pt x="0" y="1"/>
                  </a:moveTo>
                  <a:lnTo>
                    <a:pt x="0" y="150"/>
                  </a:lnTo>
                  <a:lnTo>
                    <a:pt x="150" y="599"/>
                  </a:lnTo>
                  <a:lnTo>
                    <a:pt x="449" y="899"/>
                  </a:lnTo>
                  <a:lnTo>
                    <a:pt x="1198" y="1498"/>
                  </a:lnTo>
                  <a:lnTo>
                    <a:pt x="1347" y="1348"/>
                  </a:lnTo>
                  <a:lnTo>
                    <a:pt x="749" y="599"/>
                  </a:lnTo>
                  <a:lnTo>
                    <a:pt x="449" y="3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1" name="Google Shape;581;p43"/>
            <p:cNvSpPr/>
            <p:nvPr/>
          </p:nvSpPr>
          <p:spPr>
            <a:xfrm>
              <a:off x="2599475" y="4069875"/>
              <a:ext cx="33700" cy="33700"/>
            </a:xfrm>
            <a:custGeom>
              <a:rect b="b" l="l" r="r" t="t"/>
              <a:pathLst>
                <a:path extrusionOk="0" h="1348" w="1348">
                  <a:moveTo>
                    <a:pt x="0" y="1"/>
                  </a:moveTo>
                  <a:lnTo>
                    <a:pt x="0" y="151"/>
                  </a:lnTo>
                  <a:lnTo>
                    <a:pt x="599" y="749"/>
                  </a:lnTo>
                  <a:lnTo>
                    <a:pt x="1197" y="1348"/>
                  </a:lnTo>
                  <a:lnTo>
                    <a:pt x="1347" y="1198"/>
                  </a:lnTo>
                  <a:lnTo>
                    <a:pt x="74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2" name="Google Shape;582;p43"/>
            <p:cNvSpPr/>
            <p:nvPr/>
          </p:nvSpPr>
          <p:spPr>
            <a:xfrm>
              <a:off x="3546175" y="2558125"/>
              <a:ext cx="291900" cy="18750"/>
            </a:xfrm>
            <a:custGeom>
              <a:rect b="b" l="l" r="r" t="t"/>
              <a:pathLst>
                <a:path extrusionOk="0" h="750" w="11676">
                  <a:moveTo>
                    <a:pt x="4641" y="1"/>
                  </a:moveTo>
                  <a:lnTo>
                    <a:pt x="150" y="150"/>
                  </a:lnTo>
                  <a:lnTo>
                    <a:pt x="1" y="300"/>
                  </a:lnTo>
                  <a:lnTo>
                    <a:pt x="1" y="450"/>
                  </a:lnTo>
                  <a:lnTo>
                    <a:pt x="150" y="450"/>
                  </a:lnTo>
                  <a:lnTo>
                    <a:pt x="4641" y="749"/>
                  </a:lnTo>
                  <a:lnTo>
                    <a:pt x="9131" y="749"/>
                  </a:lnTo>
                  <a:lnTo>
                    <a:pt x="9730" y="599"/>
                  </a:lnTo>
                  <a:lnTo>
                    <a:pt x="11526" y="599"/>
                  </a:lnTo>
                  <a:lnTo>
                    <a:pt x="11676" y="450"/>
                  </a:lnTo>
                  <a:lnTo>
                    <a:pt x="11676" y="300"/>
                  </a:lnTo>
                  <a:lnTo>
                    <a:pt x="11526" y="150"/>
                  </a:lnTo>
                  <a:lnTo>
                    <a:pt x="9580" y="150"/>
                  </a:lnTo>
                  <a:lnTo>
                    <a:pt x="913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43"/>
            <p:cNvSpPr/>
            <p:nvPr/>
          </p:nvSpPr>
          <p:spPr>
            <a:xfrm>
              <a:off x="3534950" y="2397225"/>
              <a:ext cx="280675" cy="18725"/>
            </a:xfrm>
            <a:custGeom>
              <a:rect b="b" l="l" r="r" t="t"/>
              <a:pathLst>
                <a:path extrusionOk="0" h="749" w="11227">
                  <a:moveTo>
                    <a:pt x="2396" y="1"/>
                  </a:moveTo>
                  <a:lnTo>
                    <a:pt x="150" y="300"/>
                  </a:lnTo>
                  <a:lnTo>
                    <a:pt x="1" y="300"/>
                  </a:lnTo>
                  <a:lnTo>
                    <a:pt x="150" y="450"/>
                  </a:lnTo>
                  <a:lnTo>
                    <a:pt x="2845" y="749"/>
                  </a:lnTo>
                  <a:lnTo>
                    <a:pt x="6586" y="749"/>
                  </a:lnTo>
                  <a:lnTo>
                    <a:pt x="7634" y="599"/>
                  </a:lnTo>
                  <a:lnTo>
                    <a:pt x="11077" y="599"/>
                  </a:lnTo>
                  <a:lnTo>
                    <a:pt x="11227" y="450"/>
                  </a:lnTo>
                  <a:lnTo>
                    <a:pt x="11227" y="300"/>
                  </a:lnTo>
                  <a:lnTo>
                    <a:pt x="11077" y="150"/>
                  </a:lnTo>
                  <a:lnTo>
                    <a:pt x="673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4" name="Google Shape;584;p43"/>
            <p:cNvSpPr/>
            <p:nvPr/>
          </p:nvSpPr>
          <p:spPr>
            <a:xfrm>
              <a:off x="3546175" y="2311150"/>
              <a:ext cx="273200" cy="26225"/>
            </a:xfrm>
            <a:custGeom>
              <a:rect b="b" l="l" r="r" t="t"/>
              <a:pathLst>
                <a:path extrusionOk="0" h="1049" w="10928">
                  <a:moveTo>
                    <a:pt x="4192" y="1"/>
                  </a:moveTo>
                  <a:lnTo>
                    <a:pt x="1797" y="151"/>
                  </a:lnTo>
                  <a:lnTo>
                    <a:pt x="899" y="300"/>
                  </a:lnTo>
                  <a:lnTo>
                    <a:pt x="150" y="450"/>
                  </a:lnTo>
                  <a:lnTo>
                    <a:pt x="1" y="600"/>
                  </a:lnTo>
                  <a:lnTo>
                    <a:pt x="150" y="600"/>
                  </a:lnTo>
                  <a:lnTo>
                    <a:pt x="450" y="749"/>
                  </a:lnTo>
                  <a:lnTo>
                    <a:pt x="1647" y="899"/>
                  </a:lnTo>
                  <a:lnTo>
                    <a:pt x="2845" y="899"/>
                  </a:lnTo>
                  <a:lnTo>
                    <a:pt x="4940" y="1049"/>
                  </a:lnTo>
                  <a:lnTo>
                    <a:pt x="7036" y="1049"/>
                  </a:lnTo>
                  <a:lnTo>
                    <a:pt x="8981" y="899"/>
                  </a:lnTo>
                  <a:lnTo>
                    <a:pt x="10927" y="600"/>
                  </a:lnTo>
                  <a:lnTo>
                    <a:pt x="10927" y="450"/>
                  </a:lnTo>
                  <a:lnTo>
                    <a:pt x="8682" y="151"/>
                  </a:lnTo>
                  <a:lnTo>
                    <a:pt x="643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5" name="Google Shape;585;p43"/>
            <p:cNvSpPr/>
            <p:nvPr/>
          </p:nvSpPr>
          <p:spPr>
            <a:xfrm>
              <a:off x="3549925" y="2232575"/>
              <a:ext cx="261950" cy="22475"/>
            </a:xfrm>
            <a:custGeom>
              <a:rect b="b" l="l" r="r" t="t"/>
              <a:pathLst>
                <a:path extrusionOk="0" h="899" w="10478">
                  <a:moveTo>
                    <a:pt x="5688" y="1"/>
                  </a:moveTo>
                  <a:lnTo>
                    <a:pt x="2994" y="150"/>
                  </a:lnTo>
                  <a:lnTo>
                    <a:pt x="150" y="300"/>
                  </a:lnTo>
                  <a:lnTo>
                    <a:pt x="0" y="450"/>
                  </a:lnTo>
                  <a:lnTo>
                    <a:pt x="150" y="599"/>
                  </a:lnTo>
                  <a:lnTo>
                    <a:pt x="2994" y="899"/>
                  </a:lnTo>
                  <a:lnTo>
                    <a:pt x="8083" y="899"/>
                  </a:lnTo>
                  <a:lnTo>
                    <a:pt x="9280" y="749"/>
                  </a:lnTo>
                  <a:lnTo>
                    <a:pt x="10478" y="599"/>
                  </a:lnTo>
                  <a:lnTo>
                    <a:pt x="10478" y="450"/>
                  </a:lnTo>
                  <a:lnTo>
                    <a:pt x="9280" y="150"/>
                  </a:lnTo>
                  <a:lnTo>
                    <a:pt x="808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6" name="Google Shape;586;p43"/>
            <p:cNvSpPr/>
            <p:nvPr/>
          </p:nvSpPr>
          <p:spPr>
            <a:xfrm>
              <a:off x="3564900" y="2150250"/>
              <a:ext cx="246975" cy="26225"/>
            </a:xfrm>
            <a:custGeom>
              <a:rect b="b" l="l" r="r" t="t"/>
              <a:pathLst>
                <a:path extrusionOk="0" h="1049" w="9879">
                  <a:moveTo>
                    <a:pt x="4939" y="1"/>
                  </a:moveTo>
                  <a:lnTo>
                    <a:pt x="2545" y="150"/>
                  </a:lnTo>
                  <a:lnTo>
                    <a:pt x="150" y="300"/>
                  </a:lnTo>
                  <a:lnTo>
                    <a:pt x="0" y="450"/>
                  </a:lnTo>
                  <a:lnTo>
                    <a:pt x="150" y="599"/>
                  </a:lnTo>
                  <a:lnTo>
                    <a:pt x="2545" y="899"/>
                  </a:lnTo>
                  <a:lnTo>
                    <a:pt x="4939" y="1049"/>
                  </a:lnTo>
                  <a:lnTo>
                    <a:pt x="7484" y="1049"/>
                  </a:lnTo>
                  <a:lnTo>
                    <a:pt x="8532" y="899"/>
                  </a:lnTo>
                  <a:lnTo>
                    <a:pt x="9729" y="749"/>
                  </a:lnTo>
                  <a:lnTo>
                    <a:pt x="9879" y="599"/>
                  </a:lnTo>
                  <a:lnTo>
                    <a:pt x="9729" y="450"/>
                  </a:lnTo>
                  <a:lnTo>
                    <a:pt x="8532" y="150"/>
                  </a:lnTo>
                  <a:lnTo>
                    <a:pt x="748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7" name="Google Shape;587;p43"/>
            <p:cNvSpPr/>
            <p:nvPr/>
          </p:nvSpPr>
          <p:spPr>
            <a:xfrm>
              <a:off x="3576125" y="2071675"/>
              <a:ext cx="243250" cy="22475"/>
            </a:xfrm>
            <a:custGeom>
              <a:rect b="b" l="l" r="r" t="t"/>
              <a:pathLst>
                <a:path extrusionOk="0" h="899" w="9730">
                  <a:moveTo>
                    <a:pt x="5239" y="1"/>
                  </a:moveTo>
                  <a:lnTo>
                    <a:pt x="2694" y="150"/>
                  </a:lnTo>
                  <a:lnTo>
                    <a:pt x="150" y="300"/>
                  </a:lnTo>
                  <a:lnTo>
                    <a:pt x="0" y="300"/>
                  </a:lnTo>
                  <a:lnTo>
                    <a:pt x="0" y="450"/>
                  </a:lnTo>
                  <a:lnTo>
                    <a:pt x="0" y="599"/>
                  </a:lnTo>
                  <a:lnTo>
                    <a:pt x="150" y="599"/>
                  </a:lnTo>
                  <a:lnTo>
                    <a:pt x="2694" y="749"/>
                  </a:lnTo>
                  <a:lnTo>
                    <a:pt x="5239" y="899"/>
                  </a:lnTo>
                  <a:lnTo>
                    <a:pt x="8532" y="899"/>
                  </a:lnTo>
                  <a:lnTo>
                    <a:pt x="9580" y="599"/>
                  </a:lnTo>
                  <a:lnTo>
                    <a:pt x="9729" y="450"/>
                  </a:lnTo>
                  <a:lnTo>
                    <a:pt x="9580" y="300"/>
                  </a:lnTo>
                  <a:lnTo>
                    <a:pt x="8532" y="150"/>
                  </a:lnTo>
                  <a:lnTo>
                    <a:pt x="733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8" name="Google Shape;588;p43"/>
            <p:cNvSpPr/>
            <p:nvPr/>
          </p:nvSpPr>
          <p:spPr>
            <a:xfrm>
              <a:off x="3587350" y="1993100"/>
              <a:ext cx="235750" cy="22475"/>
            </a:xfrm>
            <a:custGeom>
              <a:rect b="b" l="l" r="r" t="t"/>
              <a:pathLst>
                <a:path extrusionOk="0" h="899" w="9430">
                  <a:moveTo>
                    <a:pt x="2395" y="0"/>
                  </a:moveTo>
                  <a:lnTo>
                    <a:pt x="150" y="300"/>
                  </a:lnTo>
                  <a:lnTo>
                    <a:pt x="0" y="449"/>
                  </a:lnTo>
                  <a:lnTo>
                    <a:pt x="150" y="599"/>
                  </a:lnTo>
                  <a:lnTo>
                    <a:pt x="2395" y="749"/>
                  </a:lnTo>
                  <a:lnTo>
                    <a:pt x="4640" y="898"/>
                  </a:lnTo>
                  <a:lnTo>
                    <a:pt x="9131" y="599"/>
                  </a:lnTo>
                  <a:lnTo>
                    <a:pt x="9280" y="599"/>
                  </a:lnTo>
                  <a:lnTo>
                    <a:pt x="9430" y="449"/>
                  </a:lnTo>
                  <a:lnTo>
                    <a:pt x="9280" y="150"/>
                  </a:lnTo>
                  <a:lnTo>
                    <a:pt x="9131" y="150"/>
                  </a:lnTo>
                  <a:lnTo>
                    <a:pt x="46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9" name="Google Shape;589;p43"/>
            <p:cNvSpPr/>
            <p:nvPr/>
          </p:nvSpPr>
          <p:spPr>
            <a:xfrm>
              <a:off x="3594825" y="1907025"/>
              <a:ext cx="235775" cy="22475"/>
            </a:xfrm>
            <a:custGeom>
              <a:rect b="b" l="l" r="r" t="t"/>
              <a:pathLst>
                <a:path extrusionOk="0" h="899" w="9431">
                  <a:moveTo>
                    <a:pt x="1198" y="1"/>
                  </a:moveTo>
                  <a:lnTo>
                    <a:pt x="150" y="300"/>
                  </a:lnTo>
                  <a:lnTo>
                    <a:pt x="1" y="300"/>
                  </a:lnTo>
                  <a:lnTo>
                    <a:pt x="1" y="450"/>
                  </a:lnTo>
                  <a:lnTo>
                    <a:pt x="1" y="599"/>
                  </a:lnTo>
                  <a:lnTo>
                    <a:pt x="150" y="599"/>
                  </a:lnTo>
                  <a:lnTo>
                    <a:pt x="1198" y="899"/>
                  </a:lnTo>
                  <a:lnTo>
                    <a:pt x="6736" y="899"/>
                  </a:lnTo>
                  <a:lnTo>
                    <a:pt x="9281" y="749"/>
                  </a:lnTo>
                  <a:lnTo>
                    <a:pt x="9430" y="749"/>
                  </a:lnTo>
                  <a:lnTo>
                    <a:pt x="9430" y="599"/>
                  </a:lnTo>
                  <a:lnTo>
                    <a:pt x="9430" y="450"/>
                  </a:lnTo>
                  <a:lnTo>
                    <a:pt x="9281" y="450"/>
                  </a:lnTo>
                  <a:lnTo>
                    <a:pt x="6736" y="150"/>
                  </a:lnTo>
                  <a:lnTo>
                    <a:pt x="4341" y="150"/>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0" name="Google Shape;590;p43"/>
            <p:cNvSpPr/>
            <p:nvPr/>
          </p:nvSpPr>
          <p:spPr>
            <a:xfrm>
              <a:off x="3609800" y="1828450"/>
              <a:ext cx="205825" cy="22475"/>
            </a:xfrm>
            <a:custGeom>
              <a:rect b="b" l="l" r="r" t="t"/>
              <a:pathLst>
                <a:path extrusionOk="0" h="899" w="8233">
                  <a:moveTo>
                    <a:pt x="4042" y="0"/>
                  </a:moveTo>
                  <a:lnTo>
                    <a:pt x="2096" y="150"/>
                  </a:lnTo>
                  <a:lnTo>
                    <a:pt x="150" y="300"/>
                  </a:lnTo>
                  <a:lnTo>
                    <a:pt x="0" y="449"/>
                  </a:lnTo>
                  <a:lnTo>
                    <a:pt x="150" y="599"/>
                  </a:lnTo>
                  <a:lnTo>
                    <a:pt x="4042" y="898"/>
                  </a:lnTo>
                  <a:lnTo>
                    <a:pt x="5987" y="898"/>
                  </a:lnTo>
                  <a:lnTo>
                    <a:pt x="7933" y="749"/>
                  </a:lnTo>
                  <a:lnTo>
                    <a:pt x="8233" y="749"/>
                  </a:lnTo>
                  <a:lnTo>
                    <a:pt x="8233" y="449"/>
                  </a:lnTo>
                  <a:lnTo>
                    <a:pt x="8233" y="300"/>
                  </a:lnTo>
                  <a:lnTo>
                    <a:pt x="7933" y="300"/>
                  </a:lnTo>
                  <a:lnTo>
                    <a:pt x="598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1" name="Google Shape;591;p43"/>
            <p:cNvSpPr/>
            <p:nvPr/>
          </p:nvSpPr>
          <p:spPr>
            <a:xfrm>
              <a:off x="3624750" y="1746125"/>
              <a:ext cx="243275" cy="26225"/>
            </a:xfrm>
            <a:custGeom>
              <a:rect b="b" l="l" r="r" t="t"/>
              <a:pathLst>
                <a:path extrusionOk="0" h="1049" w="9731">
                  <a:moveTo>
                    <a:pt x="4791" y="0"/>
                  </a:moveTo>
                  <a:lnTo>
                    <a:pt x="2396" y="150"/>
                  </a:lnTo>
                  <a:lnTo>
                    <a:pt x="151" y="450"/>
                  </a:lnTo>
                  <a:lnTo>
                    <a:pt x="1" y="599"/>
                  </a:lnTo>
                  <a:lnTo>
                    <a:pt x="151" y="749"/>
                  </a:lnTo>
                  <a:lnTo>
                    <a:pt x="2096" y="899"/>
                  </a:lnTo>
                  <a:lnTo>
                    <a:pt x="4042" y="1048"/>
                  </a:lnTo>
                  <a:lnTo>
                    <a:pt x="7784" y="1048"/>
                  </a:lnTo>
                  <a:lnTo>
                    <a:pt x="9580" y="749"/>
                  </a:lnTo>
                  <a:lnTo>
                    <a:pt x="9730" y="749"/>
                  </a:lnTo>
                  <a:lnTo>
                    <a:pt x="9730" y="450"/>
                  </a:lnTo>
                  <a:lnTo>
                    <a:pt x="9580" y="30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2" name="Google Shape;592;p43"/>
            <p:cNvSpPr/>
            <p:nvPr/>
          </p:nvSpPr>
          <p:spPr>
            <a:xfrm>
              <a:off x="3632250" y="1667550"/>
              <a:ext cx="198350" cy="22475"/>
            </a:xfrm>
            <a:custGeom>
              <a:rect b="b" l="l" r="r" t="t"/>
              <a:pathLst>
                <a:path extrusionOk="0" h="899" w="7934">
                  <a:moveTo>
                    <a:pt x="1946" y="0"/>
                  </a:moveTo>
                  <a:lnTo>
                    <a:pt x="150" y="300"/>
                  </a:lnTo>
                  <a:lnTo>
                    <a:pt x="0" y="449"/>
                  </a:lnTo>
                  <a:lnTo>
                    <a:pt x="150" y="599"/>
                  </a:lnTo>
                  <a:lnTo>
                    <a:pt x="1946" y="898"/>
                  </a:lnTo>
                  <a:lnTo>
                    <a:pt x="5838" y="898"/>
                  </a:lnTo>
                  <a:lnTo>
                    <a:pt x="7634" y="749"/>
                  </a:lnTo>
                  <a:lnTo>
                    <a:pt x="7784" y="599"/>
                  </a:lnTo>
                  <a:lnTo>
                    <a:pt x="7933" y="449"/>
                  </a:lnTo>
                  <a:lnTo>
                    <a:pt x="7784" y="300"/>
                  </a:lnTo>
                  <a:lnTo>
                    <a:pt x="7634" y="300"/>
                  </a:lnTo>
                  <a:lnTo>
                    <a:pt x="5838"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3" name="Google Shape;593;p43"/>
            <p:cNvSpPr/>
            <p:nvPr/>
          </p:nvSpPr>
          <p:spPr>
            <a:xfrm>
              <a:off x="3654700" y="1506650"/>
              <a:ext cx="164675" cy="26200"/>
            </a:xfrm>
            <a:custGeom>
              <a:rect b="b" l="l" r="r" t="t"/>
              <a:pathLst>
                <a:path extrusionOk="0" h="1048" w="6587">
                  <a:moveTo>
                    <a:pt x="2994" y="0"/>
                  </a:moveTo>
                  <a:lnTo>
                    <a:pt x="1497" y="150"/>
                  </a:lnTo>
                  <a:lnTo>
                    <a:pt x="150" y="449"/>
                  </a:lnTo>
                  <a:lnTo>
                    <a:pt x="0" y="449"/>
                  </a:lnTo>
                  <a:lnTo>
                    <a:pt x="0" y="599"/>
                  </a:lnTo>
                  <a:lnTo>
                    <a:pt x="150" y="748"/>
                  </a:lnTo>
                  <a:lnTo>
                    <a:pt x="1647" y="898"/>
                  </a:lnTo>
                  <a:lnTo>
                    <a:pt x="3293" y="1048"/>
                  </a:lnTo>
                  <a:lnTo>
                    <a:pt x="4790" y="898"/>
                  </a:lnTo>
                  <a:lnTo>
                    <a:pt x="6437" y="748"/>
                  </a:lnTo>
                  <a:lnTo>
                    <a:pt x="6586" y="599"/>
                  </a:lnTo>
                  <a:lnTo>
                    <a:pt x="6586" y="449"/>
                  </a:lnTo>
                  <a:lnTo>
                    <a:pt x="6586" y="299"/>
                  </a:lnTo>
                  <a:lnTo>
                    <a:pt x="6437" y="299"/>
                  </a:lnTo>
                  <a:lnTo>
                    <a:pt x="5838" y="150"/>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4" name="Google Shape;594;p43"/>
            <p:cNvSpPr/>
            <p:nvPr/>
          </p:nvSpPr>
          <p:spPr>
            <a:xfrm>
              <a:off x="3643475" y="1588950"/>
              <a:ext cx="172150" cy="22500"/>
            </a:xfrm>
            <a:custGeom>
              <a:rect b="b" l="l" r="r" t="t"/>
              <a:pathLst>
                <a:path extrusionOk="0" h="900" w="6886">
                  <a:moveTo>
                    <a:pt x="1796" y="1"/>
                  </a:moveTo>
                  <a:lnTo>
                    <a:pt x="150" y="300"/>
                  </a:lnTo>
                  <a:lnTo>
                    <a:pt x="0" y="300"/>
                  </a:lnTo>
                  <a:lnTo>
                    <a:pt x="0" y="450"/>
                  </a:lnTo>
                  <a:lnTo>
                    <a:pt x="150" y="600"/>
                  </a:lnTo>
                  <a:lnTo>
                    <a:pt x="1796" y="749"/>
                  </a:lnTo>
                  <a:lnTo>
                    <a:pt x="3443" y="899"/>
                  </a:lnTo>
                  <a:lnTo>
                    <a:pt x="5089" y="899"/>
                  </a:lnTo>
                  <a:lnTo>
                    <a:pt x="6736" y="600"/>
                  </a:lnTo>
                  <a:lnTo>
                    <a:pt x="6886" y="600"/>
                  </a:lnTo>
                  <a:lnTo>
                    <a:pt x="6886" y="450"/>
                  </a:lnTo>
                  <a:lnTo>
                    <a:pt x="6886" y="300"/>
                  </a:lnTo>
                  <a:lnTo>
                    <a:pt x="6736" y="151"/>
                  </a:lnTo>
                  <a:lnTo>
                    <a:pt x="508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5" name="Google Shape;595;p43"/>
            <p:cNvSpPr/>
            <p:nvPr/>
          </p:nvSpPr>
          <p:spPr>
            <a:xfrm>
              <a:off x="3665925" y="1424325"/>
              <a:ext cx="149700" cy="26200"/>
            </a:xfrm>
            <a:custGeom>
              <a:rect b="b" l="l" r="r" t="t"/>
              <a:pathLst>
                <a:path extrusionOk="0" h="1048" w="5988">
                  <a:moveTo>
                    <a:pt x="2844" y="0"/>
                  </a:moveTo>
                  <a:lnTo>
                    <a:pt x="1497" y="150"/>
                  </a:lnTo>
                  <a:lnTo>
                    <a:pt x="0" y="299"/>
                  </a:lnTo>
                  <a:lnTo>
                    <a:pt x="0" y="599"/>
                  </a:lnTo>
                  <a:lnTo>
                    <a:pt x="0" y="749"/>
                  </a:lnTo>
                  <a:lnTo>
                    <a:pt x="1497" y="898"/>
                  </a:lnTo>
                  <a:lnTo>
                    <a:pt x="2844" y="1048"/>
                  </a:lnTo>
                  <a:lnTo>
                    <a:pt x="4341" y="1048"/>
                  </a:lnTo>
                  <a:lnTo>
                    <a:pt x="5688" y="749"/>
                  </a:lnTo>
                  <a:lnTo>
                    <a:pt x="5838" y="599"/>
                  </a:lnTo>
                  <a:lnTo>
                    <a:pt x="5988" y="599"/>
                  </a:lnTo>
                  <a:lnTo>
                    <a:pt x="5838" y="449"/>
                  </a:lnTo>
                  <a:lnTo>
                    <a:pt x="5688" y="299"/>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6" name="Google Shape;596;p43"/>
            <p:cNvSpPr/>
            <p:nvPr/>
          </p:nvSpPr>
          <p:spPr>
            <a:xfrm>
              <a:off x="3677150" y="1345725"/>
              <a:ext cx="134725" cy="26225"/>
            </a:xfrm>
            <a:custGeom>
              <a:rect b="b" l="l" r="r" t="t"/>
              <a:pathLst>
                <a:path extrusionOk="0" h="1049" w="5389">
                  <a:moveTo>
                    <a:pt x="1497" y="1"/>
                  </a:moveTo>
                  <a:lnTo>
                    <a:pt x="150" y="300"/>
                  </a:lnTo>
                  <a:lnTo>
                    <a:pt x="150" y="450"/>
                  </a:lnTo>
                  <a:lnTo>
                    <a:pt x="0" y="450"/>
                  </a:lnTo>
                  <a:lnTo>
                    <a:pt x="150" y="600"/>
                  </a:lnTo>
                  <a:lnTo>
                    <a:pt x="150" y="749"/>
                  </a:lnTo>
                  <a:lnTo>
                    <a:pt x="1497" y="899"/>
                  </a:lnTo>
                  <a:lnTo>
                    <a:pt x="2695" y="1049"/>
                  </a:lnTo>
                  <a:lnTo>
                    <a:pt x="4042" y="899"/>
                  </a:lnTo>
                  <a:lnTo>
                    <a:pt x="5239" y="749"/>
                  </a:lnTo>
                  <a:lnTo>
                    <a:pt x="5389" y="600"/>
                  </a:lnTo>
                  <a:lnTo>
                    <a:pt x="5389" y="450"/>
                  </a:lnTo>
                  <a:lnTo>
                    <a:pt x="5389" y="300"/>
                  </a:lnTo>
                  <a:lnTo>
                    <a:pt x="5239" y="151"/>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7" name="Google Shape;597;p43"/>
            <p:cNvSpPr/>
            <p:nvPr/>
          </p:nvSpPr>
          <p:spPr>
            <a:xfrm>
              <a:off x="3688375" y="1267150"/>
              <a:ext cx="142225" cy="18725"/>
            </a:xfrm>
            <a:custGeom>
              <a:rect b="b" l="l" r="r" t="t"/>
              <a:pathLst>
                <a:path extrusionOk="0" h="749" w="5689">
                  <a:moveTo>
                    <a:pt x="1497" y="1"/>
                  </a:moveTo>
                  <a:lnTo>
                    <a:pt x="150" y="300"/>
                  </a:lnTo>
                  <a:lnTo>
                    <a:pt x="0" y="450"/>
                  </a:lnTo>
                  <a:lnTo>
                    <a:pt x="150" y="599"/>
                  </a:lnTo>
                  <a:lnTo>
                    <a:pt x="1497" y="749"/>
                  </a:lnTo>
                  <a:lnTo>
                    <a:pt x="4940" y="749"/>
                  </a:lnTo>
                  <a:lnTo>
                    <a:pt x="5539" y="450"/>
                  </a:lnTo>
                  <a:lnTo>
                    <a:pt x="5688" y="300"/>
                  </a:lnTo>
                  <a:lnTo>
                    <a:pt x="5539" y="150"/>
                  </a:lnTo>
                  <a:lnTo>
                    <a:pt x="49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8" name="Google Shape;598;p43"/>
            <p:cNvSpPr/>
            <p:nvPr/>
          </p:nvSpPr>
          <p:spPr>
            <a:xfrm>
              <a:off x="3699600" y="1184825"/>
              <a:ext cx="134725" cy="22475"/>
            </a:xfrm>
            <a:custGeom>
              <a:rect b="b" l="l" r="r" t="t"/>
              <a:pathLst>
                <a:path extrusionOk="0" h="899" w="5389">
                  <a:moveTo>
                    <a:pt x="2844" y="1"/>
                  </a:moveTo>
                  <a:lnTo>
                    <a:pt x="1497" y="150"/>
                  </a:lnTo>
                  <a:lnTo>
                    <a:pt x="150" y="300"/>
                  </a:lnTo>
                  <a:lnTo>
                    <a:pt x="0" y="300"/>
                  </a:lnTo>
                  <a:lnTo>
                    <a:pt x="0" y="450"/>
                  </a:lnTo>
                  <a:lnTo>
                    <a:pt x="0" y="599"/>
                  </a:lnTo>
                  <a:lnTo>
                    <a:pt x="150" y="749"/>
                  </a:lnTo>
                  <a:lnTo>
                    <a:pt x="1497" y="899"/>
                  </a:lnTo>
                  <a:lnTo>
                    <a:pt x="4042" y="899"/>
                  </a:lnTo>
                  <a:lnTo>
                    <a:pt x="4790" y="749"/>
                  </a:lnTo>
                  <a:lnTo>
                    <a:pt x="5239" y="599"/>
                  </a:lnTo>
                  <a:lnTo>
                    <a:pt x="5389" y="450"/>
                  </a:lnTo>
                  <a:lnTo>
                    <a:pt x="5239" y="300"/>
                  </a:lnTo>
                  <a:lnTo>
                    <a:pt x="4790" y="15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9" name="Google Shape;599;p43"/>
            <p:cNvSpPr/>
            <p:nvPr/>
          </p:nvSpPr>
          <p:spPr>
            <a:xfrm>
              <a:off x="3703350" y="1098775"/>
              <a:ext cx="134725" cy="29950"/>
            </a:xfrm>
            <a:custGeom>
              <a:rect b="b" l="l" r="r" t="t"/>
              <a:pathLst>
                <a:path extrusionOk="0" h="1198" w="5389">
                  <a:moveTo>
                    <a:pt x="2694" y="0"/>
                  </a:moveTo>
                  <a:lnTo>
                    <a:pt x="1347" y="150"/>
                  </a:lnTo>
                  <a:lnTo>
                    <a:pt x="150" y="449"/>
                  </a:lnTo>
                  <a:lnTo>
                    <a:pt x="0" y="449"/>
                  </a:lnTo>
                  <a:lnTo>
                    <a:pt x="0" y="599"/>
                  </a:lnTo>
                  <a:lnTo>
                    <a:pt x="0" y="748"/>
                  </a:lnTo>
                  <a:lnTo>
                    <a:pt x="150" y="898"/>
                  </a:lnTo>
                  <a:lnTo>
                    <a:pt x="1347" y="1048"/>
                  </a:lnTo>
                  <a:lnTo>
                    <a:pt x="2694" y="1198"/>
                  </a:lnTo>
                  <a:lnTo>
                    <a:pt x="4041" y="1198"/>
                  </a:lnTo>
                  <a:lnTo>
                    <a:pt x="4640" y="1048"/>
                  </a:lnTo>
                  <a:lnTo>
                    <a:pt x="5239" y="898"/>
                  </a:lnTo>
                  <a:lnTo>
                    <a:pt x="5389" y="748"/>
                  </a:lnTo>
                  <a:lnTo>
                    <a:pt x="5389" y="449"/>
                  </a:lnTo>
                  <a:lnTo>
                    <a:pt x="5239" y="449"/>
                  </a:lnTo>
                  <a:lnTo>
                    <a:pt x="4640" y="299"/>
                  </a:lnTo>
                  <a:lnTo>
                    <a:pt x="4041"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0" name="Google Shape;600;p43"/>
            <p:cNvSpPr/>
            <p:nvPr/>
          </p:nvSpPr>
          <p:spPr>
            <a:xfrm>
              <a:off x="3718300" y="1020175"/>
              <a:ext cx="134750" cy="26225"/>
            </a:xfrm>
            <a:custGeom>
              <a:rect b="b" l="l" r="r" t="t"/>
              <a:pathLst>
                <a:path extrusionOk="0" h="1049" w="5390">
                  <a:moveTo>
                    <a:pt x="2695" y="1"/>
                  </a:moveTo>
                  <a:lnTo>
                    <a:pt x="1348" y="151"/>
                  </a:lnTo>
                  <a:lnTo>
                    <a:pt x="151" y="300"/>
                  </a:lnTo>
                  <a:lnTo>
                    <a:pt x="1" y="600"/>
                  </a:lnTo>
                  <a:lnTo>
                    <a:pt x="151" y="749"/>
                  </a:lnTo>
                  <a:lnTo>
                    <a:pt x="1348" y="899"/>
                  </a:lnTo>
                  <a:lnTo>
                    <a:pt x="2695" y="1049"/>
                  </a:lnTo>
                  <a:lnTo>
                    <a:pt x="4042" y="1049"/>
                  </a:lnTo>
                  <a:lnTo>
                    <a:pt x="5240" y="749"/>
                  </a:lnTo>
                  <a:lnTo>
                    <a:pt x="5389" y="600"/>
                  </a:lnTo>
                  <a:lnTo>
                    <a:pt x="5240" y="30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1" name="Google Shape;601;p43"/>
            <p:cNvSpPr/>
            <p:nvPr/>
          </p:nvSpPr>
          <p:spPr>
            <a:xfrm>
              <a:off x="3729525" y="941600"/>
              <a:ext cx="108550" cy="22475"/>
            </a:xfrm>
            <a:custGeom>
              <a:rect b="b" l="l" r="r" t="t"/>
              <a:pathLst>
                <a:path extrusionOk="0" h="899" w="4342">
                  <a:moveTo>
                    <a:pt x="2246" y="1"/>
                  </a:moveTo>
                  <a:lnTo>
                    <a:pt x="1198" y="150"/>
                  </a:lnTo>
                  <a:lnTo>
                    <a:pt x="151" y="300"/>
                  </a:lnTo>
                  <a:lnTo>
                    <a:pt x="1" y="450"/>
                  </a:lnTo>
                  <a:lnTo>
                    <a:pt x="151" y="599"/>
                  </a:lnTo>
                  <a:lnTo>
                    <a:pt x="1198" y="899"/>
                  </a:lnTo>
                  <a:lnTo>
                    <a:pt x="3743" y="899"/>
                  </a:lnTo>
                  <a:lnTo>
                    <a:pt x="4342" y="599"/>
                  </a:lnTo>
                  <a:lnTo>
                    <a:pt x="4342" y="450"/>
                  </a:lnTo>
                  <a:lnTo>
                    <a:pt x="4342" y="300"/>
                  </a:lnTo>
                  <a:lnTo>
                    <a:pt x="3743" y="150"/>
                  </a:lnTo>
                  <a:lnTo>
                    <a:pt x="3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2" name="Google Shape;602;p43"/>
            <p:cNvSpPr/>
            <p:nvPr/>
          </p:nvSpPr>
          <p:spPr>
            <a:xfrm>
              <a:off x="3740750" y="863025"/>
              <a:ext cx="82350" cy="18725"/>
            </a:xfrm>
            <a:custGeom>
              <a:rect b="b" l="l" r="r" t="t"/>
              <a:pathLst>
                <a:path extrusionOk="0" h="749" w="3294">
                  <a:moveTo>
                    <a:pt x="1498" y="0"/>
                  </a:moveTo>
                  <a:lnTo>
                    <a:pt x="151" y="300"/>
                  </a:lnTo>
                  <a:lnTo>
                    <a:pt x="1" y="449"/>
                  </a:lnTo>
                  <a:lnTo>
                    <a:pt x="151" y="599"/>
                  </a:lnTo>
                  <a:lnTo>
                    <a:pt x="1647" y="749"/>
                  </a:lnTo>
                  <a:lnTo>
                    <a:pt x="2396" y="749"/>
                  </a:lnTo>
                  <a:lnTo>
                    <a:pt x="2995" y="599"/>
                  </a:lnTo>
                  <a:lnTo>
                    <a:pt x="3144" y="599"/>
                  </a:lnTo>
                  <a:lnTo>
                    <a:pt x="3294" y="449"/>
                  </a:lnTo>
                  <a:lnTo>
                    <a:pt x="3144" y="150"/>
                  </a:lnTo>
                  <a:lnTo>
                    <a:pt x="2995" y="150"/>
                  </a:lnTo>
                  <a:lnTo>
                    <a:pt x="23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3" name="Google Shape;603;p43"/>
            <p:cNvSpPr/>
            <p:nvPr/>
          </p:nvSpPr>
          <p:spPr>
            <a:xfrm>
              <a:off x="3744500" y="780700"/>
              <a:ext cx="71125" cy="22475"/>
            </a:xfrm>
            <a:custGeom>
              <a:rect b="b" l="l" r="r" t="t"/>
              <a:pathLst>
                <a:path extrusionOk="0" h="899" w="2845">
                  <a:moveTo>
                    <a:pt x="1348" y="0"/>
                  </a:moveTo>
                  <a:lnTo>
                    <a:pt x="749" y="150"/>
                  </a:lnTo>
                  <a:lnTo>
                    <a:pt x="150" y="300"/>
                  </a:lnTo>
                  <a:lnTo>
                    <a:pt x="1" y="449"/>
                  </a:lnTo>
                  <a:lnTo>
                    <a:pt x="150" y="599"/>
                  </a:lnTo>
                  <a:lnTo>
                    <a:pt x="749" y="898"/>
                  </a:lnTo>
                  <a:lnTo>
                    <a:pt x="1946" y="898"/>
                  </a:lnTo>
                  <a:lnTo>
                    <a:pt x="2545" y="749"/>
                  </a:lnTo>
                  <a:lnTo>
                    <a:pt x="2695" y="599"/>
                  </a:lnTo>
                  <a:lnTo>
                    <a:pt x="2845" y="449"/>
                  </a:lnTo>
                  <a:lnTo>
                    <a:pt x="2695" y="300"/>
                  </a:lnTo>
                  <a:lnTo>
                    <a:pt x="2545" y="150"/>
                  </a:lnTo>
                  <a:lnTo>
                    <a:pt x="19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4" name="Google Shape;604;p43"/>
            <p:cNvSpPr/>
            <p:nvPr/>
          </p:nvSpPr>
          <p:spPr>
            <a:xfrm>
              <a:off x="3759475" y="698375"/>
              <a:ext cx="67375" cy="26225"/>
            </a:xfrm>
            <a:custGeom>
              <a:rect b="b" l="l" r="r" t="t"/>
              <a:pathLst>
                <a:path extrusionOk="0" h="1049" w="2695">
                  <a:moveTo>
                    <a:pt x="1497" y="0"/>
                  </a:moveTo>
                  <a:lnTo>
                    <a:pt x="150" y="300"/>
                  </a:lnTo>
                  <a:lnTo>
                    <a:pt x="0" y="450"/>
                  </a:lnTo>
                  <a:lnTo>
                    <a:pt x="150" y="749"/>
                  </a:lnTo>
                  <a:lnTo>
                    <a:pt x="749" y="899"/>
                  </a:lnTo>
                  <a:lnTo>
                    <a:pt x="1497" y="1048"/>
                  </a:lnTo>
                  <a:lnTo>
                    <a:pt x="2096" y="899"/>
                  </a:lnTo>
                  <a:lnTo>
                    <a:pt x="2395" y="899"/>
                  </a:lnTo>
                  <a:lnTo>
                    <a:pt x="2695" y="749"/>
                  </a:lnTo>
                  <a:lnTo>
                    <a:pt x="2695" y="450"/>
                  </a:lnTo>
                  <a:lnTo>
                    <a:pt x="26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5" name="Google Shape;605;p43"/>
            <p:cNvSpPr/>
            <p:nvPr/>
          </p:nvSpPr>
          <p:spPr>
            <a:xfrm>
              <a:off x="3766950" y="623525"/>
              <a:ext cx="59900" cy="15000"/>
            </a:xfrm>
            <a:custGeom>
              <a:rect b="b" l="l" r="r" t="t"/>
              <a:pathLst>
                <a:path extrusionOk="0" h="600" w="2396">
                  <a:moveTo>
                    <a:pt x="1048" y="1"/>
                  </a:moveTo>
                  <a:lnTo>
                    <a:pt x="1" y="151"/>
                  </a:lnTo>
                  <a:lnTo>
                    <a:pt x="1" y="300"/>
                  </a:lnTo>
                  <a:lnTo>
                    <a:pt x="1" y="450"/>
                  </a:lnTo>
                  <a:lnTo>
                    <a:pt x="1048" y="600"/>
                  </a:lnTo>
                  <a:lnTo>
                    <a:pt x="2246" y="450"/>
                  </a:lnTo>
                  <a:lnTo>
                    <a:pt x="2396" y="300"/>
                  </a:lnTo>
                  <a:lnTo>
                    <a:pt x="2246" y="151"/>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6" name="Google Shape;606;p43"/>
            <p:cNvSpPr/>
            <p:nvPr/>
          </p:nvSpPr>
          <p:spPr>
            <a:xfrm>
              <a:off x="3512500" y="2827550"/>
              <a:ext cx="18725" cy="295650"/>
            </a:xfrm>
            <a:custGeom>
              <a:rect b="b" l="l" r="r" t="t"/>
              <a:pathLst>
                <a:path extrusionOk="0" h="11826" w="749">
                  <a:moveTo>
                    <a:pt x="300" y="1"/>
                  </a:moveTo>
                  <a:lnTo>
                    <a:pt x="150" y="150"/>
                  </a:lnTo>
                  <a:lnTo>
                    <a:pt x="150" y="300"/>
                  </a:lnTo>
                  <a:lnTo>
                    <a:pt x="150" y="749"/>
                  </a:lnTo>
                  <a:lnTo>
                    <a:pt x="1" y="1497"/>
                  </a:lnTo>
                  <a:lnTo>
                    <a:pt x="1" y="2096"/>
                  </a:lnTo>
                  <a:lnTo>
                    <a:pt x="1" y="2695"/>
                  </a:lnTo>
                  <a:lnTo>
                    <a:pt x="1" y="7185"/>
                  </a:lnTo>
                  <a:lnTo>
                    <a:pt x="150" y="11676"/>
                  </a:lnTo>
                  <a:lnTo>
                    <a:pt x="300" y="11825"/>
                  </a:lnTo>
                  <a:lnTo>
                    <a:pt x="450" y="11676"/>
                  </a:lnTo>
                  <a:lnTo>
                    <a:pt x="749" y="7185"/>
                  </a:lnTo>
                  <a:lnTo>
                    <a:pt x="599" y="2695"/>
                  </a:lnTo>
                  <a:lnTo>
                    <a:pt x="599" y="2096"/>
                  </a:lnTo>
                  <a:lnTo>
                    <a:pt x="599" y="1497"/>
                  </a:lnTo>
                  <a:lnTo>
                    <a:pt x="599" y="1348"/>
                  </a:lnTo>
                  <a:lnTo>
                    <a:pt x="599" y="749"/>
                  </a:lnTo>
                  <a:lnTo>
                    <a:pt x="450" y="30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7" name="Google Shape;607;p43"/>
            <p:cNvSpPr/>
            <p:nvPr/>
          </p:nvSpPr>
          <p:spPr>
            <a:xfrm>
              <a:off x="3351600" y="2850000"/>
              <a:ext cx="15000" cy="280675"/>
            </a:xfrm>
            <a:custGeom>
              <a:rect b="b" l="l" r="r" t="t"/>
              <a:pathLst>
                <a:path extrusionOk="0" h="11227" w="600">
                  <a:moveTo>
                    <a:pt x="300" y="1"/>
                  </a:moveTo>
                  <a:lnTo>
                    <a:pt x="150" y="150"/>
                  </a:lnTo>
                  <a:lnTo>
                    <a:pt x="0" y="5539"/>
                  </a:lnTo>
                  <a:lnTo>
                    <a:pt x="0" y="6587"/>
                  </a:lnTo>
                  <a:lnTo>
                    <a:pt x="0" y="7634"/>
                  </a:lnTo>
                  <a:lnTo>
                    <a:pt x="0" y="9430"/>
                  </a:lnTo>
                  <a:lnTo>
                    <a:pt x="150" y="11077"/>
                  </a:lnTo>
                  <a:lnTo>
                    <a:pt x="300" y="11227"/>
                  </a:lnTo>
                  <a:lnTo>
                    <a:pt x="449" y="11077"/>
                  </a:lnTo>
                  <a:lnTo>
                    <a:pt x="599" y="8832"/>
                  </a:lnTo>
                  <a:lnTo>
                    <a:pt x="599" y="6587"/>
                  </a:lnTo>
                  <a:lnTo>
                    <a:pt x="599" y="5539"/>
                  </a:lnTo>
                  <a:lnTo>
                    <a:pt x="599" y="4641"/>
                  </a:lnTo>
                  <a:lnTo>
                    <a:pt x="449" y="15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8" name="Google Shape;608;p43"/>
            <p:cNvSpPr/>
            <p:nvPr/>
          </p:nvSpPr>
          <p:spPr>
            <a:xfrm>
              <a:off x="3265525" y="2846250"/>
              <a:ext cx="26225" cy="273200"/>
            </a:xfrm>
            <a:custGeom>
              <a:rect b="b" l="l" r="r" t="t"/>
              <a:pathLst>
                <a:path extrusionOk="0" h="10928" w="1049">
                  <a:moveTo>
                    <a:pt x="450" y="1"/>
                  </a:moveTo>
                  <a:lnTo>
                    <a:pt x="150" y="2396"/>
                  </a:lnTo>
                  <a:lnTo>
                    <a:pt x="1" y="4940"/>
                  </a:lnTo>
                  <a:lnTo>
                    <a:pt x="1" y="7485"/>
                  </a:lnTo>
                  <a:lnTo>
                    <a:pt x="300" y="9880"/>
                  </a:lnTo>
                  <a:lnTo>
                    <a:pt x="300" y="10778"/>
                  </a:lnTo>
                  <a:lnTo>
                    <a:pt x="450" y="10928"/>
                  </a:lnTo>
                  <a:lnTo>
                    <a:pt x="600" y="10778"/>
                  </a:lnTo>
                  <a:lnTo>
                    <a:pt x="600" y="10478"/>
                  </a:lnTo>
                  <a:lnTo>
                    <a:pt x="749" y="9131"/>
                  </a:lnTo>
                  <a:lnTo>
                    <a:pt x="1049" y="6886"/>
                  </a:lnTo>
                  <a:lnTo>
                    <a:pt x="1049" y="4491"/>
                  </a:lnTo>
                  <a:lnTo>
                    <a:pt x="899" y="2246"/>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9" name="Google Shape;609;p43"/>
            <p:cNvSpPr/>
            <p:nvPr/>
          </p:nvSpPr>
          <p:spPr>
            <a:xfrm>
              <a:off x="3186950" y="2857500"/>
              <a:ext cx="22475" cy="258200"/>
            </a:xfrm>
            <a:custGeom>
              <a:rect b="b" l="l" r="r" t="t"/>
              <a:pathLst>
                <a:path extrusionOk="0" h="10328" w="899">
                  <a:moveTo>
                    <a:pt x="300" y="0"/>
                  </a:moveTo>
                  <a:lnTo>
                    <a:pt x="150" y="1048"/>
                  </a:lnTo>
                  <a:lnTo>
                    <a:pt x="1" y="2245"/>
                  </a:lnTo>
                  <a:lnTo>
                    <a:pt x="1" y="4640"/>
                  </a:lnTo>
                  <a:lnTo>
                    <a:pt x="1" y="7484"/>
                  </a:lnTo>
                  <a:lnTo>
                    <a:pt x="300" y="10178"/>
                  </a:lnTo>
                  <a:lnTo>
                    <a:pt x="300" y="10328"/>
                  </a:lnTo>
                  <a:lnTo>
                    <a:pt x="599" y="10328"/>
                  </a:lnTo>
                  <a:lnTo>
                    <a:pt x="599" y="10178"/>
                  </a:lnTo>
                  <a:lnTo>
                    <a:pt x="749" y="7484"/>
                  </a:lnTo>
                  <a:lnTo>
                    <a:pt x="899" y="4640"/>
                  </a:lnTo>
                  <a:lnTo>
                    <a:pt x="899" y="2245"/>
                  </a:lnTo>
                  <a:lnTo>
                    <a:pt x="749" y="1048"/>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0" name="Google Shape;610;p43"/>
            <p:cNvSpPr/>
            <p:nvPr/>
          </p:nvSpPr>
          <p:spPr>
            <a:xfrm>
              <a:off x="3100875" y="2857500"/>
              <a:ext cx="29975" cy="243250"/>
            </a:xfrm>
            <a:custGeom>
              <a:rect b="b" l="l" r="r" t="t"/>
              <a:pathLst>
                <a:path extrusionOk="0" h="9730" w="1199">
                  <a:moveTo>
                    <a:pt x="450" y="0"/>
                  </a:moveTo>
                  <a:lnTo>
                    <a:pt x="300" y="1197"/>
                  </a:lnTo>
                  <a:lnTo>
                    <a:pt x="151" y="2395"/>
                  </a:lnTo>
                  <a:lnTo>
                    <a:pt x="1" y="4790"/>
                  </a:lnTo>
                  <a:lnTo>
                    <a:pt x="300" y="7334"/>
                  </a:lnTo>
                  <a:lnTo>
                    <a:pt x="450" y="9579"/>
                  </a:lnTo>
                  <a:lnTo>
                    <a:pt x="600" y="9729"/>
                  </a:lnTo>
                  <a:lnTo>
                    <a:pt x="749" y="9579"/>
                  </a:lnTo>
                  <a:lnTo>
                    <a:pt x="899" y="7334"/>
                  </a:lnTo>
                  <a:lnTo>
                    <a:pt x="1198" y="4790"/>
                  </a:lnTo>
                  <a:lnTo>
                    <a:pt x="1198" y="2395"/>
                  </a:lnTo>
                  <a:lnTo>
                    <a:pt x="1049" y="1197"/>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1" name="Google Shape;611;p43"/>
            <p:cNvSpPr/>
            <p:nvPr/>
          </p:nvSpPr>
          <p:spPr>
            <a:xfrm>
              <a:off x="3026050" y="2846250"/>
              <a:ext cx="22475" cy="243275"/>
            </a:xfrm>
            <a:custGeom>
              <a:rect b="b" l="l" r="r" t="t"/>
              <a:pathLst>
                <a:path extrusionOk="0" h="9731" w="899">
                  <a:moveTo>
                    <a:pt x="449" y="1"/>
                  </a:moveTo>
                  <a:lnTo>
                    <a:pt x="300" y="151"/>
                  </a:lnTo>
                  <a:lnTo>
                    <a:pt x="0" y="1198"/>
                  </a:lnTo>
                  <a:lnTo>
                    <a:pt x="0" y="2396"/>
                  </a:lnTo>
                  <a:lnTo>
                    <a:pt x="0" y="4641"/>
                  </a:lnTo>
                  <a:lnTo>
                    <a:pt x="0" y="7036"/>
                  </a:lnTo>
                  <a:lnTo>
                    <a:pt x="300" y="9580"/>
                  </a:lnTo>
                  <a:lnTo>
                    <a:pt x="300" y="9730"/>
                  </a:lnTo>
                  <a:lnTo>
                    <a:pt x="599" y="9730"/>
                  </a:lnTo>
                  <a:lnTo>
                    <a:pt x="599" y="9580"/>
                  </a:lnTo>
                  <a:lnTo>
                    <a:pt x="749" y="7036"/>
                  </a:lnTo>
                  <a:lnTo>
                    <a:pt x="749" y="4641"/>
                  </a:lnTo>
                  <a:lnTo>
                    <a:pt x="898" y="239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2" name="Google Shape;612;p43"/>
            <p:cNvSpPr/>
            <p:nvPr/>
          </p:nvSpPr>
          <p:spPr>
            <a:xfrm>
              <a:off x="2943725" y="2846250"/>
              <a:ext cx="22475" cy="232050"/>
            </a:xfrm>
            <a:custGeom>
              <a:rect b="b" l="l" r="r" t="t"/>
              <a:pathLst>
                <a:path extrusionOk="0" h="9282" w="899">
                  <a:moveTo>
                    <a:pt x="300" y="1"/>
                  </a:moveTo>
                  <a:lnTo>
                    <a:pt x="300" y="151"/>
                  </a:lnTo>
                  <a:lnTo>
                    <a:pt x="0" y="4641"/>
                  </a:lnTo>
                  <a:lnTo>
                    <a:pt x="150" y="6886"/>
                  </a:lnTo>
                  <a:lnTo>
                    <a:pt x="300" y="9131"/>
                  </a:lnTo>
                  <a:lnTo>
                    <a:pt x="599" y="9281"/>
                  </a:lnTo>
                  <a:lnTo>
                    <a:pt x="749" y="9131"/>
                  </a:lnTo>
                  <a:lnTo>
                    <a:pt x="899" y="6886"/>
                  </a:lnTo>
                  <a:lnTo>
                    <a:pt x="899" y="4641"/>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3" name="Google Shape;613;p43"/>
            <p:cNvSpPr/>
            <p:nvPr/>
          </p:nvSpPr>
          <p:spPr>
            <a:xfrm>
              <a:off x="2861400" y="2835025"/>
              <a:ext cx="22475" cy="235775"/>
            </a:xfrm>
            <a:custGeom>
              <a:rect b="b" l="l" r="r" t="t"/>
              <a:pathLst>
                <a:path extrusionOk="0" h="9431" w="899">
                  <a:moveTo>
                    <a:pt x="599" y="1"/>
                  </a:moveTo>
                  <a:lnTo>
                    <a:pt x="450" y="151"/>
                  </a:lnTo>
                  <a:lnTo>
                    <a:pt x="300" y="300"/>
                  </a:lnTo>
                  <a:lnTo>
                    <a:pt x="150" y="2695"/>
                  </a:lnTo>
                  <a:lnTo>
                    <a:pt x="1" y="5090"/>
                  </a:lnTo>
                  <a:lnTo>
                    <a:pt x="1" y="7186"/>
                  </a:lnTo>
                  <a:lnTo>
                    <a:pt x="1" y="8383"/>
                  </a:lnTo>
                  <a:lnTo>
                    <a:pt x="150" y="9431"/>
                  </a:lnTo>
                  <a:lnTo>
                    <a:pt x="599" y="9431"/>
                  </a:lnTo>
                  <a:lnTo>
                    <a:pt x="749" y="8383"/>
                  </a:lnTo>
                  <a:lnTo>
                    <a:pt x="899" y="7186"/>
                  </a:lnTo>
                  <a:lnTo>
                    <a:pt x="899" y="5090"/>
                  </a:lnTo>
                  <a:lnTo>
                    <a:pt x="899" y="2695"/>
                  </a:lnTo>
                  <a:lnTo>
                    <a:pt x="749" y="300"/>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4" name="Google Shape;614;p43"/>
            <p:cNvSpPr/>
            <p:nvPr/>
          </p:nvSpPr>
          <p:spPr>
            <a:xfrm>
              <a:off x="2782825" y="2850000"/>
              <a:ext cx="22475" cy="205825"/>
            </a:xfrm>
            <a:custGeom>
              <a:rect b="b" l="l" r="r" t="t"/>
              <a:pathLst>
                <a:path extrusionOk="0" h="8233" w="899">
                  <a:moveTo>
                    <a:pt x="449" y="1"/>
                  </a:moveTo>
                  <a:lnTo>
                    <a:pt x="300" y="150"/>
                  </a:lnTo>
                  <a:lnTo>
                    <a:pt x="150" y="300"/>
                  </a:lnTo>
                  <a:lnTo>
                    <a:pt x="0" y="2246"/>
                  </a:lnTo>
                  <a:lnTo>
                    <a:pt x="0" y="4192"/>
                  </a:lnTo>
                  <a:lnTo>
                    <a:pt x="0" y="6137"/>
                  </a:lnTo>
                  <a:lnTo>
                    <a:pt x="300" y="8083"/>
                  </a:lnTo>
                  <a:lnTo>
                    <a:pt x="300" y="8233"/>
                  </a:lnTo>
                  <a:lnTo>
                    <a:pt x="449" y="8083"/>
                  </a:lnTo>
                  <a:lnTo>
                    <a:pt x="898" y="4192"/>
                  </a:lnTo>
                  <a:lnTo>
                    <a:pt x="898" y="2246"/>
                  </a:lnTo>
                  <a:lnTo>
                    <a:pt x="749" y="300"/>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5" name="Google Shape;615;p43"/>
            <p:cNvSpPr/>
            <p:nvPr/>
          </p:nvSpPr>
          <p:spPr>
            <a:xfrm>
              <a:off x="2696750" y="2797625"/>
              <a:ext cx="29975" cy="246975"/>
            </a:xfrm>
            <a:custGeom>
              <a:rect b="b" l="l" r="r" t="t"/>
              <a:pathLst>
                <a:path extrusionOk="0" h="9879" w="1199">
                  <a:moveTo>
                    <a:pt x="599" y="0"/>
                  </a:moveTo>
                  <a:lnTo>
                    <a:pt x="450" y="150"/>
                  </a:lnTo>
                  <a:lnTo>
                    <a:pt x="150" y="2545"/>
                  </a:lnTo>
                  <a:lnTo>
                    <a:pt x="1" y="4940"/>
                  </a:lnTo>
                  <a:lnTo>
                    <a:pt x="150" y="7334"/>
                  </a:lnTo>
                  <a:lnTo>
                    <a:pt x="450" y="9729"/>
                  </a:lnTo>
                  <a:lnTo>
                    <a:pt x="599" y="9879"/>
                  </a:lnTo>
                  <a:lnTo>
                    <a:pt x="749" y="9729"/>
                  </a:lnTo>
                  <a:lnTo>
                    <a:pt x="1048" y="7634"/>
                  </a:lnTo>
                  <a:lnTo>
                    <a:pt x="1198" y="5688"/>
                  </a:lnTo>
                  <a:lnTo>
                    <a:pt x="1198" y="3892"/>
                  </a:lnTo>
                  <a:lnTo>
                    <a:pt x="1048" y="1946"/>
                  </a:lnTo>
                  <a:lnTo>
                    <a:pt x="899" y="150"/>
                  </a:lnTo>
                  <a:lnTo>
                    <a:pt x="74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6" name="Google Shape;616;p43"/>
            <p:cNvSpPr/>
            <p:nvPr/>
          </p:nvSpPr>
          <p:spPr>
            <a:xfrm>
              <a:off x="2621925" y="2838775"/>
              <a:ext cx="22475" cy="194600"/>
            </a:xfrm>
            <a:custGeom>
              <a:rect b="b" l="l" r="r" t="t"/>
              <a:pathLst>
                <a:path extrusionOk="0" h="7784" w="899">
                  <a:moveTo>
                    <a:pt x="299" y="1"/>
                  </a:moveTo>
                  <a:lnTo>
                    <a:pt x="150" y="150"/>
                  </a:lnTo>
                  <a:lnTo>
                    <a:pt x="0" y="2096"/>
                  </a:lnTo>
                  <a:lnTo>
                    <a:pt x="0" y="3892"/>
                  </a:lnTo>
                  <a:lnTo>
                    <a:pt x="0" y="5838"/>
                  </a:lnTo>
                  <a:lnTo>
                    <a:pt x="299" y="7634"/>
                  </a:lnTo>
                  <a:lnTo>
                    <a:pt x="449" y="7784"/>
                  </a:lnTo>
                  <a:lnTo>
                    <a:pt x="599" y="7634"/>
                  </a:lnTo>
                  <a:lnTo>
                    <a:pt x="749" y="5838"/>
                  </a:lnTo>
                  <a:lnTo>
                    <a:pt x="898" y="3892"/>
                  </a:lnTo>
                  <a:lnTo>
                    <a:pt x="749" y="2096"/>
                  </a:lnTo>
                  <a:lnTo>
                    <a:pt x="59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7" name="Google Shape;617;p43"/>
            <p:cNvSpPr/>
            <p:nvPr/>
          </p:nvSpPr>
          <p:spPr>
            <a:xfrm>
              <a:off x="2461000" y="2846250"/>
              <a:ext cx="22500" cy="164675"/>
            </a:xfrm>
            <a:custGeom>
              <a:rect b="b" l="l" r="r" t="t"/>
              <a:pathLst>
                <a:path extrusionOk="0" h="6587" w="900">
                  <a:moveTo>
                    <a:pt x="450" y="1"/>
                  </a:moveTo>
                  <a:lnTo>
                    <a:pt x="300" y="151"/>
                  </a:lnTo>
                  <a:lnTo>
                    <a:pt x="151" y="300"/>
                  </a:lnTo>
                  <a:lnTo>
                    <a:pt x="151" y="899"/>
                  </a:lnTo>
                  <a:lnTo>
                    <a:pt x="1" y="2246"/>
                  </a:lnTo>
                  <a:lnTo>
                    <a:pt x="1" y="3743"/>
                  </a:lnTo>
                  <a:lnTo>
                    <a:pt x="151" y="5090"/>
                  </a:lnTo>
                  <a:lnTo>
                    <a:pt x="300" y="6587"/>
                  </a:lnTo>
                  <a:lnTo>
                    <a:pt x="600" y="6587"/>
                  </a:lnTo>
                  <a:lnTo>
                    <a:pt x="899" y="4940"/>
                  </a:lnTo>
                  <a:lnTo>
                    <a:pt x="899" y="3444"/>
                  </a:lnTo>
                  <a:lnTo>
                    <a:pt x="899" y="1797"/>
                  </a:lnTo>
                  <a:lnTo>
                    <a:pt x="600" y="300"/>
                  </a:lnTo>
                  <a:lnTo>
                    <a:pt x="600"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8" name="Google Shape;618;p43"/>
            <p:cNvSpPr/>
            <p:nvPr/>
          </p:nvSpPr>
          <p:spPr>
            <a:xfrm>
              <a:off x="2539600" y="2850000"/>
              <a:ext cx="22475" cy="172150"/>
            </a:xfrm>
            <a:custGeom>
              <a:rect b="b" l="l" r="r" t="t"/>
              <a:pathLst>
                <a:path extrusionOk="0" h="6886" w="899">
                  <a:moveTo>
                    <a:pt x="300" y="1"/>
                  </a:moveTo>
                  <a:lnTo>
                    <a:pt x="300" y="150"/>
                  </a:lnTo>
                  <a:lnTo>
                    <a:pt x="0" y="1797"/>
                  </a:lnTo>
                  <a:lnTo>
                    <a:pt x="0" y="3443"/>
                  </a:lnTo>
                  <a:lnTo>
                    <a:pt x="150" y="5090"/>
                  </a:lnTo>
                  <a:lnTo>
                    <a:pt x="300" y="6736"/>
                  </a:lnTo>
                  <a:lnTo>
                    <a:pt x="449" y="6886"/>
                  </a:lnTo>
                  <a:lnTo>
                    <a:pt x="599" y="6886"/>
                  </a:lnTo>
                  <a:lnTo>
                    <a:pt x="599" y="6736"/>
                  </a:lnTo>
                  <a:lnTo>
                    <a:pt x="898" y="5090"/>
                  </a:lnTo>
                  <a:lnTo>
                    <a:pt x="898" y="3443"/>
                  </a:lnTo>
                  <a:lnTo>
                    <a:pt x="898" y="1797"/>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9" name="Google Shape;619;p43"/>
            <p:cNvSpPr/>
            <p:nvPr/>
          </p:nvSpPr>
          <p:spPr>
            <a:xfrm>
              <a:off x="2378700" y="2853750"/>
              <a:ext cx="22475" cy="149700"/>
            </a:xfrm>
            <a:custGeom>
              <a:rect b="b" l="l" r="r" t="t"/>
              <a:pathLst>
                <a:path extrusionOk="0" h="5988" w="899">
                  <a:moveTo>
                    <a:pt x="299" y="0"/>
                  </a:moveTo>
                  <a:lnTo>
                    <a:pt x="299" y="150"/>
                  </a:lnTo>
                  <a:lnTo>
                    <a:pt x="0" y="1497"/>
                  </a:lnTo>
                  <a:lnTo>
                    <a:pt x="0" y="2994"/>
                  </a:lnTo>
                  <a:lnTo>
                    <a:pt x="150" y="4491"/>
                  </a:lnTo>
                  <a:lnTo>
                    <a:pt x="299" y="5838"/>
                  </a:lnTo>
                  <a:lnTo>
                    <a:pt x="449" y="5987"/>
                  </a:lnTo>
                  <a:lnTo>
                    <a:pt x="599" y="5838"/>
                  </a:lnTo>
                  <a:lnTo>
                    <a:pt x="898" y="4491"/>
                  </a:lnTo>
                  <a:lnTo>
                    <a:pt x="898" y="2994"/>
                  </a:lnTo>
                  <a:lnTo>
                    <a:pt x="898" y="1497"/>
                  </a:lnTo>
                  <a:lnTo>
                    <a:pt x="748"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0" name="Google Shape;620;p43"/>
            <p:cNvSpPr/>
            <p:nvPr/>
          </p:nvSpPr>
          <p:spPr>
            <a:xfrm>
              <a:off x="2296375" y="2853750"/>
              <a:ext cx="26200" cy="134725"/>
            </a:xfrm>
            <a:custGeom>
              <a:rect b="b" l="l" r="r" t="t"/>
              <a:pathLst>
                <a:path extrusionOk="0" h="5389" w="1048">
                  <a:moveTo>
                    <a:pt x="449" y="0"/>
                  </a:moveTo>
                  <a:lnTo>
                    <a:pt x="299" y="150"/>
                  </a:lnTo>
                  <a:lnTo>
                    <a:pt x="150" y="1497"/>
                  </a:lnTo>
                  <a:lnTo>
                    <a:pt x="0" y="2695"/>
                  </a:lnTo>
                  <a:lnTo>
                    <a:pt x="150" y="4042"/>
                  </a:lnTo>
                  <a:lnTo>
                    <a:pt x="449" y="5239"/>
                  </a:lnTo>
                  <a:lnTo>
                    <a:pt x="449" y="5389"/>
                  </a:lnTo>
                  <a:lnTo>
                    <a:pt x="749" y="5389"/>
                  </a:lnTo>
                  <a:lnTo>
                    <a:pt x="749" y="5239"/>
                  </a:lnTo>
                  <a:lnTo>
                    <a:pt x="1048" y="4042"/>
                  </a:lnTo>
                  <a:lnTo>
                    <a:pt x="1048" y="2695"/>
                  </a:lnTo>
                  <a:lnTo>
                    <a:pt x="1048" y="149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1" name="Google Shape;621;p43"/>
            <p:cNvSpPr/>
            <p:nvPr/>
          </p:nvSpPr>
          <p:spPr>
            <a:xfrm>
              <a:off x="2217775" y="2838775"/>
              <a:ext cx="22475" cy="142225"/>
            </a:xfrm>
            <a:custGeom>
              <a:rect b="b" l="l" r="r" t="t"/>
              <a:pathLst>
                <a:path extrusionOk="0" h="5689" w="899">
                  <a:moveTo>
                    <a:pt x="300" y="1"/>
                  </a:moveTo>
                  <a:lnTo>
                    <a:pt x="151" y="599"/>
                  </a:lnTo>
                  <a:lnTo>
                    <a:pt x="1" y="1348"/>
                  </a:lnTo>
                  <a:lnTo>
                    <a:pt x="1" y="2695"/>
                  </a:lnTo>
                  <a:lnTo>
                    <a:pt x="151" y="4042"/>
                  </a:lnTo>
                  <a:lnTo>
                    <a:pt x="300" y="5539"/>
                  </a:lnTo>
                  <a:lnTo>
                    <a:pt x="450" y="5688"/>
                  </a:lnTo>
                  <a:lnTo>
                    <a:pt x="749" y="5539"/>
                  </a:lnTo>
                  <a:lnTo>
                    <a:pt x="899" y="4042"/>
                  </a:lnTo>
                  <a:lnTo>
                    <a:pt x="899" y="2695"/>
                  </a:lnTo>
                  <a:lnTo>
                    <a:pt x="899" y="1348"/>
                  </a:lnTo>
                  <a:lnTo>
                    <a:pt x="749" y="599"/>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2" name="Google Shape;622;p43"/>
            <p:cNvSpPr/>
            <p:nvPr/>
          </p:nvSpPr>
          <p:spPr>
            <a:xfrm>
              <a:off x="2139200" y="2831300"/>
              <a:ext cx="22475" cy="134725"/>
            </a:xfrm>
            <a:custGeom>
              <a:rect b="b" l="l" r="r" t="t"/>
              <a:pathLst>
                <a:path extrusionOk="0" h="5389" w="899">
                  <a:moveTo>
                    <a:pt x="300" y="0"/>
                  </a:moveTo>
                  <a:lnTo>
                    <a:pt x="150" y="150"/>
                  </a:lnTo>
                  <a:lnTo>
                    <a:pt x="1" y="749"/>
                  </a:lnTo>
                  <a:lnTo>
                    <a:pt x="1" y="1347"/>
                  </a:lnTo>
                  <a:lnTo>
                    <a:pt x="1" y="2545"/>
                  </a:lnTo>
                  <a:lnTo>
                    <a:pt x="1" y="3892"/>
                  </a:lnTo>
                  <a:lnTo>
                    <a:pt x="150" y="5239"/>
                  </a:lnTo>
                  <a:lnTo>
                    <a:pt x="300" y="5389"/>
                  </a:lnTo>
                  <a:lnTo>
                    <a:pt x="599" y="5389"/>
                  </a:lnTo>
                  <a:lnTo>
                    <a:pt x="599" y="5239"/>
                  </a:lnTo>
                  <a:lnTo>
                    <a:pt x="749" y="3892"/>
                  </a:lnTo>
                  <a:lnTo>
                    <a:pt x="899" y="2545"/>
                  </a:lnTo>
                  <a:lnTo>
                    <a:pt x="749" y="1347"/>
                  </a:lnTo>
                  <a:lnTo>
                    <a:pt x="749" y="749"/>
                  </a:lnTo>
                  <a:lnTo>
                    <a:pt x="450" y="150"/>
                  </a:lnTo>
                  <a:lnTo>
                    <a:pt x="3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3" name="Google Shape;623;p43"/>
            <p:cNvSpPr/>
            <p:nvPr/>
          </p:nvSpPr>
          <p:spPr>
            <a:xfrm>
              <a:off x="2053150" y="2827550"/>
              <a:ext cx="29950" cy="138475"/>
            </a:xfrm>
            <a:custGeom>
              <a:rect b="b" l="l" r="r" t="t"/>
              <a:pathLst>
                <a:path extrusionOk="0" h="5539" w="1198">
                  <a:moveTo>
                    <a:pt x="599" y="1"/>
                  </a:moveTo>
                  <a:lnTo>
                    <a:pt x="449" y="150"/>
                  </a:lnTo>
                  <a:lnTo>
                    <a:pt x="150" y="749"/>
                  </a:lnTo>
                  <a:lnTo>
                    <a:pt x="0" y="1348"/>
                  </a:lnTo>
                  <a:lnTo>
                    <a:pt x="0" y="2695"/>
                  </a:lnTo>
                  <a:lnTo>
                    <a:pt x="150" y="4042"/>
                  </a:lnTo>
                  <a:lnTo>
                    <a:pt x="449" y="5389"/>
                  </a:lnTo>
                  <a:lnTo>
                    <a:pt x="599" y="5539"/>
                  </a:lnTo>
                  <a:lnTo>
                    <a:pt x="748" y="5389"/>
                  </a:lnTo>
                  <a:lnTo>
                    <a:pt x="1048" y="4042"/>
                  </a:lnTo>
                  <a:lnTo>
                    <a:pt x="1197" y="2695"/>
                  </a:lnTo>
                  <a:lnTo>
                    <a:pt x="1048" y="1348"/>
                  </a:lnTo>
                  <a:lnTo>
                    <a:pt x="1048" y="749"/>
                  </a:lnTo>
                  <a:lnTo>
                    <a:pt x="748"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4" name="Google Shape;624;p43"/>
            <p:cNvSpPr/>
            <p:nvPr/>
          </p:nvSpPr>
          <p:spPr>
            <a:xfrm>
              <a:off x="1974550" y="2812575"/>
              <a:ext cx="26225" cy="134750"/>
            </a:xfrm>
            <a:custGeom>
              <a:rect b="b" l="l" r="r" t="t"/>
              <a:pathLst>
                <a:path extrusionOk="0" h="5390" w="1049">
                  <a:moveTo>
                    <a:pt x="450" y="1"/>
                  </a:moveTo>
                  <a:lnTo>
                    <a:pt x="300" y="151"/>
                  </a:lnTo>
                  <a:lnTo>
                    <a:pt x="1" y="1348"/>
                  </a:lnTo>
                  <a:lnTo>
                    <a:pt x="1" y="2695"/>
                  </a:lnTo>
                  <a:lnTo>
                    <a:pt x="150" y="4042"/>
                  </a:lnTo>
                  <a:lnTo>
                    <a:pt x="300" y="5240"/>
                  </a:lnTo>
                  <a:lnTo>
                    <a:pt x="450" y="5389"/>
                  </a:lnTo>
                  <a:lnTo>
                    <a:pt x="599" y="5240"/>
                  </a:lnTo>
                  <a:lnTo>
                    <a:pt x="899" y="4042"/>
                  </a:lnTo>
                  <a:lnTo>
                    <a:pt x="1049" y="2695"/>
                  </a:lnTo>
                  <a:lnTo>
                    <a:pt x="899" y="1348"/>
                  </a:lnTo>
                  <a:lnTo>
                    <a:pt x="749"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5" name="Google Shape;625;p43"/>
            <p:cNvSpPr/>
            <p:nvPr/>
          </p:nvSpPr>
          <p:spPr>
            <a:xfrm>
              <a:off x="1895975" y="2827550"/>
              <a:ext cx="22475" cy="108550"/>
            </a:xfrm>
            <a:custGeom>
              <a:rect b="b" l="l" r="r" t="t"/>
              <a:pathLst>
                <a:path extrusionOk="0" h="4342" w="899">
                  <a:moveTo>
                    <a:pt x="450" y="1"/>
                  </a:moveTo>
                  <a:lnTo>
                    <a:pt x="150" y="150"/>
                  </a:lnTo>
                  <a:lnTo>
                    <a:pt x="1" y="599"/>
                  </a:lnTo>
                  <a:lnTo>
                    <a:pt x="1" y="1048"/>
                  </a:lnTo>
                  <a:lnTo>
                    <a:pt x="1" y="2096"/>
                  </a:lnTo>
                  <a:lnTo>
                    <a:pt x="1" y="3144"/>
                  </a:lnTo>
                  <a:lnTo>
                    <a:pt x="300" y="4192"/>
                  </a:lnTo>
                  <a:lnTo>
                    <a:pt x="450" y="4341"/>
                  </a:lnTo>
                  <a:lnTo>
                    <a:pt x="599" y="4192"/>
                  </a:lnTo>
                  <a:lnTo>
                    <a:pt x="899" y="3144"/>
                  </a:lnTo>
                  <a:lnTo>
                    <a:pt x="899" y="2096"/>
                  </a:lnTo>
                  <a:lnTo>
                    <a:pt x="899" y="1048"/>
                  </a:lnTo>
                  <a:lnTo>
                    <a:pt x="749" y="599"/>
                  </a:lnTo>
                  <a:lnTo>
                    <a:pt x="599"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6" name="Google Shape;626;p43"/>
            <p:cNvSpPr/>
            <p:nvPr/>
          </p:nvSpPr>
          <p:spPr>
            <a:xfrm>
              <a:off x="1813650" y="2846250"/>
              <a:ext cx="22475" cy="78625"/>
            </a:xfrm>
            <a:custGeom>
              <a:rect b="b" l="l" r="r" t="t"/>
              <a:pathLst>
                <a:path extrusionOk="0" h="3145" w="899">
                  <a:moveTo>
                    <a:pt x="300" y="1"/>
                  </a:moveTo>
                  <a:lnTo>
                    <a:pt x="150" y="151"/>
                  </a:lnTo>
                  <a:lnTo>
                    <a:pt x="1" y="899"/>
                  </a:lnTo>
                  <a:lnTo>
                    <a:pt x="150" y="1647"/>
                  </a:lnTo>
                  <a:lnTo>
                    <a:pt x="300" y="3144"/>
                  </a:lnTo>
                  <a:lnTo>
                    <a:pt x="599" y="3144"/>
                  </a:lnTo>
                  <a:lnTo>
                    <a:pt x="899" y="1647"/>
                  </a:lnTo>
                  <a:lnTo>
                    <a:pt x="899" y="899"/>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7" name="Google Shape;627;p43"/>
            <p:cNvSpPr/>
            <p:nvPr/>
          </p:nvSpPr>
          <p:spPr>
            <a:xfrm>
              <a:off x="1735075" y="2853750"/>
              <a:ext cx="22475" cy="67375"/>
            </a:xfrm>
            <a:custGeom>
              <a:rect b="b" l="l" r="r" t="t"/>
              <a:pathLst>
                <a:path extrusionOk="0" h="2695" w="899">
                  <a:moveTo>
                    <a:pt x="300" y="0"/>
                  </a:moveTo>
                  <a:lnTo>
                    <a:pt x="150" y="150"/>
                  </a:lnTo>
                  <a:lnTo>
                    <a:pt x="0" y="749"/>
                  </a:lnTo>
                  <a:lnTo>
                    <a:pt x="0" y="1347"/>
                  </a:lnTo>
                  <a:lnTo>
                    <a:pt x="0" y="1946"/>
                  </a:lnTo>
                  <a:lnTo>
                    <a:pt x="300" y="2545"/>
                  </a:lnTo>
                  <a:lnTo>
                    <a:pt x="449" y="2695"/>
                  </a:lnTo>
                  <a:lnTo>
                    <a:pt x="599" y="2545"/>
                  </a:lnTo>
                  <a:lnTo>
                    <a:pt x="749" y="1946"/>
                  </a:lnTo>
                  <a:lnTo>
                    <a:pt x="898" y="1347"/>
                  </a:lnTo>
                  <a:lnTo>
                    <a:pt x="749" y="749"/>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8" name="Google Shape;628;p43"/>
            <p:cNvSpPr/>
            <p:nvPr/>
          </p:nvSpPr>
          <p:spPr>
            <a:xfrm>
              <a:off x="1652750" y="2838775"/>
              <a:ext cx="22475" cy="67375"/>
            </a:xfrm>
            <a:custGeom>
              <a:rect b="b" l="l" r="r" t="t"/>
              <a:pathLst>
                <a:path extrusionOk="0" h="2695" w="899">
                  <a:moveTo>
                    <a:pt x="300" y="1"/>
                  </a:moveTo>
                  <a:lnTo>
                    <a:pt x="150" y="300"/>
                  </a:lnTo>
                  <a:lnTo>
                    <a:pt x="0" y="599"/>
                  </a:lnTo>
                  <a:lnTo>
                    <a:pt x="0" y="1348"/>
                  </a:lnTo>
                  <a:lnTo>
                    <a:pt x="300" y="2545"/>
                  </a:lnTo>
                  <a:lnTo>
                    <a:pt x="449" y="2695"/>
                  </a:lnTo>
                  <a:lnTo>
                    <a:pt x="599" y="2545"/>
                  </a:lnTo>
                  <a:lnTo>
                    <a:pt x="749" y="1946"/>
                  </a:lnTo>
                  <a:lnTo>
                    <a:pt x="899" y="1348"/>
                  </a:lnTo>
                  <a:lnTo>
                    <a:pt x="899" y="599"/>
                  </a:lnTo>
                  <a:lnTo>
                    <a:pt x="749" y="30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9" name="Google Shape;629;p43"/>
            <p:cNvSpPr/>
            <p:nvPr/>
          </p:nvSpPr>
          <p:spPr>
            <a:xfrm>
              <a:off x="1574175" y="2842525"/>
              <a:ext cx="18725" cy="59900"/>
            </a:xfrm>
            <a:custGeom>
              <a:rect b="b" l="l" r="r" t="t"/>
              <a:pathLst>
                <a:path extrusionOk="0" h="2396" w="749">
                  <a:moveTo>
                    <a:pt x="300" y="0"/>
                  </a:moveTo>
                  <a:lnTo>
                    <a:pt x="150" y="150"/>
                  </a:lnTo>
                  <a:lnTo>
                    <a:pt x="0" y="1198"/>
                  </a:lnTo>
                  <a:lnTo>
                    <a:pt x="150" y="2245"/>
                  </a:lnTo>
                  <a:lnTo>
                    <a:pt x="300" y="2395"/>
                  </a:lnTo>
                  <a:lnTo>
                    <a:pt x="449" y="2395"/>
                  </a:lnTo>
                  <a:lnTo>
                    <a:pt x="599" y="2245"/>
                  </a:lnTo>
                  <a:lnTo>
                    <a:pt x="749" y="1198"/>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0" name="Google Shape;630;p43"/>
            <p:cNvSpPr/>
            <p:nvPr/>
          </p:nvSpPr>
          <p:spPr>
            <a:xfrm>
              <a:off x="3781925" y="3138125"/>
              <a:ext cx="291900" cy="18750"/>
            </a:xfrm>
            <a:custGeom>
              <a:rect b="b" l="l" r="r" t="t"/>
              <a:pathLst>
                <a:path extrusionOk="0" h="750" w="11676">
                  <a:moveTo>
                    <a:pt x="2096" y="1"/>
                  </a:moveTo>
                  <a:lnTo>
                    <a:pt x="898" y="151"/>
                  </a:lnTo>
                  <a:lnTo>
                    <a:pt x="0" y="151"/>
                  </a:lnTo>
                  <a:lnTo>
                    <a:pt x="0" y="300"/>
                  </a:lnTo>
                  <a:lnTo>
                    <a:pt x="0" y="450"/>
                  </a:lnTo>
                  <a:lnTo>
                    <a:pt x="150" y="450"/>
                  </a:lnTo>
                  <a:lnTo>
                    <a:pt x="898" y="600"/>
                  </a:lnTo>
                  <a:lnTo>
                    <a:pt x="2246" y="600"/>
                  </a:lnTo>
                  <a:lnTo>
                    <a:pt x="6886" y="749"/>
                  </a:lnTo>
                  <a:lnTo>
                    <a:pt x="9280" y="600"/>
                  </a:lnTo>
                  <a:lnTo>
                    <a:pt x="11526" y="450"/>
                  </a:lnTo>
                  <a:lnTo>
                    <a:pt x="11675" y="450"/>
                  </a:lnTo>
                  <a:lnTo>
                    <a:pt x="11675" y="300"/>
                  </a:lnTo>
                  <a:lnTo>
                    <a:pt x="11526" y="151"/>
                  </a:lnTo>
                  <a:lnTo>
                    <a:pt x="928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1" name="Google Shape;631;p43"/>
            <p:cNvSpPr/>
            <p:nvPr/>
          </p:nvSpPr>
          <p:spPr>
            <a:xfrm>
              <a:off x="3804375" y="3299050"/>
              <a:ext cx="280675" cy="18725"/>
            </a:xfrm>
            <a:custGeom>
              <a:rect b="b" l="l" r="r" t="t"/>
              <a:pathLst>
                <a:path extrusionOk="0" h="749" w="11227">
                  <a:moveTo>
                    <a:pt x="3742" y="0"/>
                  </a:moveTo>
                  <a:lnTo>
                    <a:pt x="150" y="150"/>
                  </a:lnTo>
                  <a:lnTo>
                    <a:pt x="0" y="299"/>
                  </a:lnTo>
                  <a:lnTo>
                    <a:pt x="0" y="449"/>
                  </a:lnTo>
                  <a:lnTo>
                    <a:pt x="150" y="599"/>
                  </a:lnTo>
                  <a:lnTo>
                    <a:pt x="4491" y="748"/>
                  </a:lnTo>
                  <a:lnTo>
                    <a:pt x="8682" y="748"/>
                  </a:lnTo>
                  <a:lnTo>
                    <a:pt x="10478" y="599"/>
                  </a:lnTo>
                  <a:lnTo>
                    <a:pt x="11077" y="449"/>
                  </a:lnTo>
                  <a:lnTo>
                    <a:pt x="11226" y="299"/>
                  </a:lnTo>
                  <a:lnTo>
                    <a:pt x="11077" y="299"/>
                  </a:lnTo>
                  <a:lnTo>
                    <a:pt x="10628"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2" name="Google Shape;632;p43"/>
            <p:cNvSpPr/>
            <p:nvPr/>
          </p:nvSpPr>
          <p:spPr>
            <a:xfrm>
              <a:off x="3800625" y="3377625"/>
              <a:ext cx="273200" cy="26225"/>
            </a:xfrm>
            <a:custGeom>
              <a:rect b="b" l="l" r="r" t="t"/>
              <a:pathLst>
                <a:path extrusionOk="0" h="1049" w="10928">
                  <a:moveTo>
                    <a:pt x="1947" y="0"/>
                  </a:moveTo>
                  <a:lnTo>
                    <a:pt x="1" y="300"/>
                  </a:lnTo>
                  <a:lnTo>
                    <a:pt x="1" y="449"/>
                  </a:lnTo>
                  <a:lnTo>
                    <a:pt x="2246" y="898"/>
                  </a:lnTo>
                  <a:lnTo>
                    <a:pt x="4491" y="1048"/>
                  </a:lnTo>
                  <a:lnTo>
                    <a:pt x="6886" y="898"/>
                  </a:lnTo>
                  <a:lnTo>
                    <a:pt x="9131" y="749"/>
                  </a:lnTo>
                  <a:lnTo>
                    <a:pt x="10029" y="749"/>
                  </a:lnTo>
                  <a:lnTo>
                    <a:pt x="10179" y="599"/>
                  </a:lnTo>
                  <a:lnTo>
                    <a:pt x="10927" y="599"/>
                  </a:lnTo>
                  <a:lnTo>
                    <a:pt x="10927" y="449"/>
                  </a:lnTo>
                  <a:lnTo>
                    <a:pt x="10778" y="300"/>
                  </a:lnTo>
                  <a:lnTo>
                    <a:pt x="10329" y="300"/>
                  </a:lnTo>
                  <a:lnTo>
                    <a:pt x="9281"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3" name="Google Shape;633;p43"/>
            <p:cNvSpPr/>
            <p:nvPr/>
          </p:nvSpPr>
          <p:spPr>
            <a:xfrm>
              <a:off x="3808125" y="3459950"/>
              <a:ext cx="261950" cy="18725"/>
            </a:xfrm>
            <a:custGeom>
              <a:rect b="b" l="l" r="r" t="t"/>
              <a:pathLst>
                <a:path extrusionOk="0" h="749" w="10478">
                  <a:moveTo>
                    <a:pt x="1198" y="0"/>
                  </a:moveTo>
                  <a:lnTo>
                    <a:pt x="0" y="300"/>
                  </a:lnTo>
                  <a:lnTo>
                    <a:pt x="0" y="449"/>
                  </a:lnTo>
                  <a:lnTo>
                    <a:pt x="1198" y="749"/>
                  </a:lnTo>
                  <a:lnTo>
                    <a:pt x="7185" y="749"/>
                  </a:lnTo>
                  <a:lnTo>
                    <a:pt x="9430" y="599"/>
                  </a:lnTo>
                  <a:lnTo>
                    <a:pt x="10178" y="599"/>
                  </a:lnTo>
                  <a:lnTo>
                    <a:pt x="10328" y="449"/>
                  </a:lnTo>
                  <a:lnTo>
                    <a:pt x="10478" y="449"/>
                  </a:lnTo>
                  <a:lnTo>
                    <a:pt x="10328" y="150"/>
                  </a:lnTo>
                  <a:lnTo>
                    <a:pt x="9580" y="15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4" name="Google Shape;634;p43"/>
            <p:cNvSpPr/>
            <p:nvPr/>
          </p:nvSpPr>
          <p:spPr>
            <a:xfrm>
              <a:off x="3808125" y="3534775"/>
              <a:ext cx="246975" cy="29975"/>
            </a:xfrm>
            <a:custGeom>
              <a:rect b="b" l="l" r="r" t="t"/>
              <a:pathLst>
                <a:path extrusionOk="0" h="1199" w="9879">
                  <a:moveTo>
                    <a:pt x="4640" y="1"/>
                  </a:moveTo>
                  <a:lnTo>
                    <a:pt x="2245" y="151"/>
                  </a:lnTo>
                  <a:lnTo>
                    <a:pt x="1198" y="300"/>
                  </a:lnTo>
                  <a:lnTo>
                    <a:pt x="150" y="450"/>
                  </a:lnTo>
                  <a:lnTo>
                    <a:pt x="0" y="600"/>
                  </a:lnTo>
                  <a:lnTo>
                    <a:pt x="150" y="749"/>
                  </a:lnTo>
                  <a:lnTo>
                    <a:pt x="898" y="899"/>
                  </a:lnTo>
                  <a:lnTo>
                    <a:pt x="2395" y="1198"/>
                  </a:lnTo>
                  <a:lnTo>
                    <a:pt x="4341" y="1198"/>
                  </a:lnTo>
                  <a:lnTo>
                    <a:pt x="6287" y="1049"/>
                  </a:lnTo>
                  <a:lnTo>
                    <a:pt x="7933" y="899"/>
                  </a:lnTo>
                  <a:lnTo>
                    <a:pt x="8981" y="899"/>
                  </a:lnTo>
                  <a:lnTo>
                    <a:pt x="9729" y="749"/>
                  </a:lnTo>
                  <a:lnTo>
                    <a:pt x="9879" y="600"/>
                  </a:lnTo>
                  <a:lnTo>
                    <a:pt x="9729" y="600"/>
                  </a:lnTo>
                  <a:lnTo>
                    <a:pt x="9131" y="450"/>
                  </a:lnTo>
                  <a:lnTo>
                    <a:pt x="6885" y="300"/>
                  </a:lnTo>
                  <a:lnTo>
                    <a:pt x="46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5" name="Google Shape;635;p43"/>
            <p:cNvSpPr/>
            <p:nvPr/>
          </p:nvSpPr>
          <p:spPr>
            <a:xfrm>
              <a:off x="3800625" y="3620850"/>
              <a:ext cx="243250" cy="18725"/>
            </a:xfrm>
            <a:custGeom>
              <a:rect b="b" l="l" r="r" t="t"/>
              <a:pathLst>
                <a:path extrusionOk="0" h="749" w="9730">
                  <a:moveTo>
                    <a:pt x="1198" y="0"/>
                  </a:moveTo>
                  <a:lnTo>
                    <a:pt x="150" y="300"/>
                  </a:lnTo>
                  <a:lnTo>
                    <a:pt x="1" y="449"/>
                  </a:lnTo>
                  <a:lnTo>
                    <a:pt x="150" y="599"/>
                  </a:lnTo>
                  <a:lnTo>
                    <a:pt x="1198" y="749"/>
                  </a:lnTo>
                  <a:lnTo>
                    <a:pt x="4491" y="749"/>
                  </a:lnTo>
                  <a:lnTo>
                    <a:pt x="8832" y="599"/>
                  </a:lnTo>
                  <a:lnTo>
                    <a:pt x="9580" y="599"/>
                  </a:lnTo>
                  <a:lnTo>
                    <a:pt x="9730" y="449"/>
                  </a:lnTo>
                  <a:lnTo>
                    <a:pt x="9730" y="300"/>
                  </a:lnTo>
                  <a:lnTo>
                    <a:pt x="9580" y="150"/>
                  </a:lnTo>
                  <a:lnTo>
                    <a:pt x="8982" y="150"/>
                  </a:lnTo>
                  <a:lnTo>
                    <a:pt x="67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6" name="Google Shape;636;p43"/>
            <p:cNvSpPr/>
            <p:nvPr/>
          </p:nvSpPr>
          <p:spPr>
            <a:xfrm>
              <a:off x="3796900" y="3699425"/>
              <a:ext cx="235750" cy="22475"/>
            </a:xfrm>
            <a:custGeom>
              <a:rect b="b" l="l" r="r" t="t"/>
              <a:pathLst>
                <a:path extrusionOk="0" h="899" w="9430">
                  <a:moveTo>
                    <a:pt x="4490" y="1"/>
                  </a:moveTo>
                  <a:lnTo>
                    <a:pt x="299" y="300"/>
                  </a:lnTo>
                  <a:lnTo>
                    <a:pt x="0" y="300"/>
                  </a:lnTo>
                  <a:lnTo>
                    <a:pt x="0" y="599"/>
                  </a:lnTo>
                  <a:lnTo>
                    <a:pt x="299" y="749"/>
                  </a:lnTo>
                  <a:lnTo>
                    <a:pt x="4490" y="899"/>
                  </a:lnTo>
                  <a:lnTo>
                    <a:pt x="6586" y="899"/>
                  </a:lnTo>
                  <a:lnTo>
                    <a:pt x="8681" y="599"/>
                  </a:lnTo>
                  <a:lnTo>
                    <a:pt x="9280" y="599"/>
                  </a:lnTo>
                  <a:lnTo>
                    <a:pt x="9430" y="450"/>
                  </a:lnTo>
                  <a:lnTo>
                    <a:pt x="9280" y="300"/>
                  </a:lnTo>
                  <a:lnTo>
                    <a:pt x="8681" y="150"/>
                  </a:lnTo>
                  <a:lnTo>
                    <a:pt x="658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7" name="Google Shape;637;p43"/>
            <p:cNvSpPr/>
            <p:nvPr/>
          </p:nvSpPr>
          <p:spPr>
            <a:xfrm>
              <a:off x="3789400" y="3781750"/>
              <a:ext cx="235775" cy="26225"/>
            </a:xfrm>
            <a:custGeom>
              <a:rect b="b" l="l" r="r" t="t"/>
              <a:pathLst>
                <a:path extrusionOk="0" h="1049" w="9431">
                  <a:moveTo>
                    <a:pt x="3593" y="1"/>
                  </a:moveTo>
                  <a:lnTo>
                    <a:pt x="1947" y="150"/>
                  </a:lnTo>
                  <a:lnTo>
                    <a:pt x="150" y="150"/>
                  </a:lnTo>
                  <a:lnTo>
                    <a:pt x="1" y="300"/>
                  </a:lnTo>
                  <a:lnTo>
                    <a:pt x="1" y="450"/>
                  </a:lnTo>
                  <a:lnTo>
                    <a:pt x="1" y="599"/>
                  </a:lnTo>
                  <a:lnTo>
                    <a:pt x="150" y="599"/>
                  </a:lnTo>
                  <a:lnTo>
                    <a:pt x="2695" y="749"/>
                  </a:lnTo>
                  <a:lnTo>
                    <a:pt x="5090" y="899"/>
                  </a:lnTo>
                  <a:lnTo>
                    <a:pt x="6736" y="1048"/>
                  </a:lnTo>
                  <a:lnTo>
                    <a:pt x="8383" y="899"/>
                  </a:lnTo>
                  <a:lnTo>
                    <a:pt x="9131" y="749"/>
                  </a:lnTo>
                  <a:lnTo>
                    <a:pt x="9431" y="749"/>
                  </a:lnTo>
                  <a:lnTo>
                    <a:pt x="9431" y="599"/>
                  </a:lnTo>
                  <a:lnTo>
                    <a:pt x="9431" y="450"/>
                  </a:lnTo>
                  <a:lnTo>
                    <a:pt x="9281" y="300"/>
                  </a:lnTo>
                  <a:lnTo>
                    <a:pt x="8532" y="150"/>
                  </a:lnTo>
                  <a:lnTo>
                    <a:pt x="7185" y="150"/>
                  </a:lnTo>
                  <a:lnTo>
                    <a:pt x="59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8" name="Google Shape;638;p43"/>
            <p:cNvSpPr/>
            <p:nvPr/>
          </p:nvSpPr>
          <p:spPr>
            <a:xfrm>
              <a:off x="3804375" y="3864075"/>
              <a:ext cx="205825" cy="22475"/>
            </a:xfrm>
            <a:custGeom>
              <a:rect b="b" l="l" r="r" t="t"/>
              <a:pathLst>
                <a:path extrusionOk="0" h="899" w="8233">
                  <a:moveTo>
                    <a:pt x="2096" y="1"/>
                  </a:moveTo>
                  <a:lnTo>
                    <a:pt x="150" y="150"/>
                  </a:lnTo>
                  <a:lnTo>
                    <a:pt x="0" y="150"/>
                  </a:lnTo>
                  <a:lnTo>
                    <a:pt x="0" y="300"/>
                  </a:lnTo>
                  <a:lnTo>
                    <a:pt x="0" y="599"/>
                  </a:lnTo>
                  <a:lnTo>
                    <a:pt x="150" y="599"/>
                  </a:lnTo>
                  <a:lnTo>
                    <a:pt x="2096" y="749"/>
                  </a:lnTo>
                  <a:lnTo>
                    <a:pt x="3892" y="899"/>
                  </a:lnTo>
                  <a:lnTo>
                    <a:pt x="7484" y="599"/>
                  </a:lnTo>
                  <a:lnTo>
                    <a:pt x="8083" y="599"/>
                  </a:lnTo>
                  <a:lnTo>
                    <a:pt x="8233" y="450"/>
                  </a:lnTo>
                  <a:lnTo>
                    <a:pt x="8083" y="300"/>
                  </a:lnTo>
                  <a:lnTo>
                    <a:pt x="7484" y="300"/>
                  </a:lnTo>
                  <a:lnTo>
                    <a:pt x="38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9" name="Google Shape;639;p43"/>
            <p:cNvSpPr/>
            <p:nvPr/>
          </p:nvSpPr>
          <p:spPr>
            <a:xfrm>
              <a:off x="3751975" y="3938925"/>
              <a:ext cx="243275" cy="29950"/>
            </a:xfrm>
            <a:custGeom>
              <a:rect b="b" l="l" r="r" t="t"/>
              <a:pathLst>
                <a:path extrusionOk="0" h="1198" w="9731">
                  <a:moveTo>
                    <a:pt x="3743" y="0"/>
                  </a:moveTo>
                  <a:lnTo>
                    <a:pt x="1947" y="150"/>
                  </a:lnTo>
                  <a:lnTo>
                    <a:pt x="151" y="449"/>
                  </a:lnTo>
                  <a:lnTo>
                    <a:pt x="1" y="449"/>
                  </a:lnTo>
                  <a:lnTo>
                    <a:pt x="1" y="599"/>
                  </a:lnTo>
                  <a:lnTo>
                    <a:pt x="151" y="898"/>
                  </a:lnTo>
                  <a:lnTo>
                    <a:pt x="2246" y="1048"/>
                  </a:lnTo>
                  <a:lnTo>
                    <a:pt x="4641" y="1198"/>
                  </a:lnTo>
                  <a:lnTo>
                    <a:pt x="6886" y="1048"/>
                  </a:lnTo>
                  <a:lnTo>
                    <a:pt x="9131" y="898"/>
                  </a:lnTo>
                  <a:lnTo>
                    <a:pt x="9580" y="749"/>
                  </a:lnTo>
                  <a:lnTo>
                    <a:pt x="9730" y="599"/>
                  </a:lnTo>
                  <a:lnTo>
                    <a:pt x="9580" y="449"/>
                  </a:lnTo>
                  <a:lnTo>
                    <a:pt x="9131" y="299"/>
                  </a:lnTo>
                  <a:lnTo>
                    <a:pt x="7635" y="150"/>
                  </a:lnTo>
                  <a:lnTo>
                    <a:pt x="568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0" name="Google Shape;640;p43"/>
            <p:cNvSpPr/>
            <p:nvPr/>
          </p:nvSpPr>
          <p:spPr>
            <a:xfrm>
              <a:off x="3789400" y="4021250"/>
              <a:ext cx="198350" cy="26200"/>
            </a:xfrm>
            <a:custGeom>
              <a:rect b="b" l="l" r="r" t="t"/>
              <a:pathLst>
                <a:path extrusionOk="0" h="1048" w="7934">
                  <a:moveTo>
                    <a:pt x="3743" y="0"/>
                  </a:moveTo>
                  <a:lnTo>
                    <a:pt x="1947" y="150"/>
                  </a:lnTo>
                  <a:lnTo>
                    <a:pt x="300" y="299"/>
                  </a:lnTo>
                  <a:lnTo>
                    <a:pt x="150" y="299"/>
                  </a:lnTo>
                  <a:lnTo>
                    <a:pt x="1" y="449"/>
                  </a:lnTo>
                  <a:lnTo>
                    <a:pt x="150" y="599"/>
                  </a:lnTo>
                  <a:lnTo>
                    <a:pt x="300" y="748"/>
                  </a:lnTo>
                  <a:lnTo>
                    <a:pt x="3743" y="1048"/>
                  </a:lnTo>
                  <a:lnTo>
                    <a:pt x="5389" y="1048"/>
                  </a:lnTo>
                  <a:lnTo>
                    <a:pt x="7185" y="748"/>
                  </a:lnTo>
                  <a:lnTo>
                    <a:pt x="7784" y="748"/>
                  </a:lnTo>
                  <a:lnTo>
                    <a:pt x="7934" y="599"/>
                  </a:lnTo>
                  <a:lnTo>
                    <a:pt x="7784" y="449"/>
                  </a:lnTo>
                  <a:lnTo>
                    <a:pt x="7185" y="299"/>
                  </a:lnTo>
                  <a:lnTo>
                    <a:pt x="5539" y="150"/>
                  </a:lnTo>
                  <a:lnTo>
                    <a:pt x="37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1" name="Google Shape;641;p43"/>
            <p:cNvSpPr/>
            <p:nvPr/>
          </p:nvSpPr>
          <p:spPr>
            <a:xfrm>
              <a:off x="3800625" y="4182150"/>
              <a:ext cx="164675" cy="26200"/>
            </a:xfrm>
            <a:custGeom>
              <a:rect b="b" l="l" r="r" t="t"/>
              <a:pathLst>
                <a:path extrusionOk="0" h="1048" w="6587">
                  <a:moveTo>
                    <a:pt x="2994" y="0"/>
                  </a:moveTo>
                  <a:lnTo>
                    <a:pt x="1498" y="150"/>
                  </a:lnTo>
                  <a:lnTo>
                    <a:pt x="150" y="300"/>
                  </a:lnTo>
                  <a:lnTo>
                    <a:pt x="1" y="449"/>
                  </a:lnTo>
                  <a:lnTo>
                    <a:pt x="1" y="599"/>
                  </a:lnTo>
                  <a:lnTo>
                    <a:pt x="1" y="749"/>
                  </a:lnTo>
                  <a:lnTo>
                    <a:pt x="150" y="749"/>
                  </a:lnTo>
                  <a:lnTo>
                    <a:pt x="749" y="898"/>
                  </a:lnTo>
                  <a:lnTo>
                    <a:pt x="2096" y="1048"/>
                  </a:lnTo>
                  <a:lnTo>
                    <a:pt x="3294" y="1048"/>
                  </a:lnTo>
                  <a:lnTo>
                    <a:pt x="5838" y="749"/>
                  </a:lnTo>
                  <a:lnTo>
                    <a:pt x="6437" y="599"/>
                  </a:lnTo>
                  <a:lnTo>
                    <a:pt x="6587" y="599"/>
                  </a:lnTo>
                  <a:lnTo>
                    <a:pt x="6587" y="449"/>
                  </a:lnTo>
                  <a:lnTo>
                    <a:pt x="6587" y="300"/>
                  </a:lnTo>
                  <a:lnTo>
                    <a:pt x="6437" y="300"/>
                  </a:lnTo>
                  <a:lnTo>
                    <a:pt x="5838" y="150"/>
                  </a:lnTo>
                  <a:lnTo>
                    <a:pt x="449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2" name="Google Shape;642;p43"/>
            <p:cNvSpPr/>
            <p:nvPr/>
          </p:nvSpPr>
          <p:spPr>
            <a:xfrm>
              <a:off x="3804375" y="4103550"/>
              <a:ext cx="172150" cy="22500"/>
            </a:xfrm>
            <a:custGeom>
              <a:rect b="b" l="l" r="r" t="t"/>
              <a:pathLst>
                <a:path extrusionOk="0" h="900" w="6886">
                  <a:moveTo>
                    <a:pt x="1647" y="1"/>
                  </a:moveTo>
                  <a:lnTo>
                    <a:pt x="150" y="151"/>
                  </a:lnTo>
                  <a:lnTo>
                    <a:pt x="0" y="300"/>
                  </a:lnTo>
                  <a:lnTo>
                    <a:pt x="0" y="450"/>
                  </a:lnTo>
                  <a:lnTo>
                    <a:pt x="0" y="600"/>
                  </a:lnTo>
                  <a:lnTo>
                    <a:pt x="150" y="749"/>
                  </a:lnTo>
                  <a:lnTo>
                    <a:pt x="1647" y="899"/>
                  </a:lnTo>
                  <a:lnTo>
                    <a:pt x="3144" y="899"/>
                  </a:lnTo>
                  <a:lnTo>
                    <a:pt x="6137" y="749"/>
                  </a:lnTo>
                  <a:lnTo>
                    <a:pt x="6736" y="600"/>
                  </a:lnTo>
                  <a:lnTo>
                    <a:pt x="6886" y="600"/>
                  </a:lnTo>
                  <a:lnTo>
                    <a:pt x="6886" y="450"/>
                  </a:lnTo>
                  <a:lnTo>
                    <a:pt x="6886" y="300"/>
                  </a:lnTo>
                  <a:lnTo>
                    <a:pt x="6736" y="300"/>
                  </a:lnTo>
                  <a:lnTo>
                    <a:pt x="6137" y="151"/>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3" name="Google Shape;643;p43"/>
            <p:cNvSpPr/>
            <p:nvPr/>
          </p:nvSpPr>
          <p:spPr>
            <a:xfrm>
              <a:off x="3804375" y="4264475"/>
              <a:ext cx="149700" cy="22475"/>
            </a:xfrm>
            <a:custGeom>
              <a:rect b="b" l="l" r="r" t="t"/>
              <a:pathLst>
                <a:path extrusionOk="0" h="899" w="5988">
                  <a:moveTo>
                    <a:pt x="1497" y="0"/>
                  </a:moveTo>
                  <a:lnTo>
                    <a:pt x="150" y="300"/>
                  </a:lnTo>
                  <a:lnTo>
                    <a:pt x="0" y="449"/>
                  </a:lnTo>
                  <a:lnTo>
                    <a:pt x="150" y="599"/>
                  </a:lnTo>
                  <a:lnTo>
                    <a:pt x="150" y="749"/>
                  </a:lnTo>
                  <a:lnTo>
                    <a:pt x="1497" y="898"/>
                  </a:lnTo>
                  <a:lnTo>
                    <a:pt x="3892" y="898"/>
                  </a:lnTo>
                  <a:lnTo>
                    <a:pt x="5239" y="749"/>
                  </a:lnTo>
                  <a:lnTo>
                    <a:pt x="5988" y="599"/>
                  </a:lnTo>
                  <a:lnTo>
                    <a:pt x="5988" y="449"/>
                  </a:lnTo>
                  <a:lnTo>
                    <a:pt x="5988" y="300"/>
                  </a:lnTo>
                  <a:lnTo>
                    <a:pt x="5239" y="150"/>
                  </a:lnTo>
                  <a:lnTo>
                    <a:pt x="404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4" name="Google Shape;644;p43"/>
            <p:cNvSpPr/>
            <p:nvPr/>
          </p:nvSpPr>
          <p:spPr>
            <a:xfrm>
              <a:off x="3808125" y="4343050"/>
              <a:ext cx="134725" cy="26225"/>
            </a:xfrm>
            <a:custGeom>
              <a:rect b="b" l="l" r="r" t="t"/>
              <a:pathLst>
                <a:path extrusionOk="0" h="1049" w="5389">
                  <a:moveTo>
                    <a:pt x="2395" y="0"/>
                  </a:moveTo>
                  <a:lnTo>
                    <a:pt x="1198" y="150"/>
                  </a:lnTo>
                  <a:lnTo>
                    <a:pt x="150" y="300"/>
                  </a:lnTo>
                  <a:lnTo>
                    <a:pt x="0" y="449"/>
                  </a:lnTo>
                  <a:lnTo>
                    <a:pt x="0" y="599"/>
                  </a:lnTo>
                  <a:lnTo>
                    <a:pt x="0" y="749"/>
                  </a:lnTo>
                  <a:lnTo>
                    <a:pt x="150" y="749"/>
                  </a:lnTo>
                  <a:lnTo>
                    <a:pt x="300" y="898"/>
                  </a:lnTo>
                  <a:lnTo>
                    <a:pt x="1347" y="1048"/>
                  </a:lnTo>
                  <a:lnTo>
                    <a:pt x="2395" y="1048"/>
                  </a:lnTo>
                  <a:lnTo>
                    <a:pt x="3892" y="898"/>
                  </a:lnTo>
                  <a:lnTo>
                    <a:pt x="4640" y="749"/>
                  </a:lnTo>
                  <a:lnTo>
                    <a:pt x="5239" y="749"/>
                  </a:lnTo>
                  <a:lnTo>
                    <a:pt x="5239" y="599"/>
                  </a:lnTo>
                  <a:lnTo>
                    <a:pt x="5389" y="449"/>
                  </a:lnTo>
                  <a:lnTo>
                    <a:pt x="5239" y="30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5" name="Google Shape;645;p43"/>
            <p:cNvSpPr/>
            <p:nvPr/>
          </p:nvSpPr>
          <p:spPr>
            <a:xfrm>
              <a:off x="3789400" y="4425375"/>
              <a:ext cx="142225" cy="22475"/>
            </a:xfrm>
            <a:custGeom>
              <a:rect b="b" l="l" r="r" t="t"/>
              <a:pathLst>
                <a:path extrusionOk="0" h="899" w="5689">
                  <a:moveTo>
                    <a:pt x="1348" y="0"/>
                  </a:moveTo>
                  <a:lnTo>
                    <a:pt x="749" y="150"/>
                  </a:lnTo>
                  <a:lnTo>
                    <a:pt x="150" y="300"/>
                  </a:lnTo>
                  <a:lnTo>
                    <a:pt x="1" y="599"/>
                  </a:lnTo>
                  <a:lnTo>
                    <a:pt x="150" y="599"/>
                  </a:lnTo>
                  <a:lnTo>
                    <a:pt x="749" y="898"/>
                  </a:lnTo>
                  <a:lnTo>
                    <a:pt x="2695" y="898"/>
                  </a:lnTo>
                  <a:lnTo>
                    <a:pt x="4940" y="749"/>
                  </a:lnTo>
                  <a:lnTo>
                    <a:pt x="5539" y="599"/>
                  </a:lnTo>
                  <a:lnTo>
                    <a:pt x="5689" y="599"/>
                  </a:lnTo>
                  <a:lnTo>
                    <a:pt x="5689" y="449"/>
                  </a:lnTo>
                  <a:lnTo>
                    <a:pt x="5539" y="300"/>
                  </a:lnTo>
                  <a:lnTo>
                    <a:pt x="4940"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6" name="Google Shape;646;p43"/>
            <p:cNvSpPr/>
            <p:nvPr/>
          </p:nvSpPr>
          <p:spPr>
            <a:xfrm>
              <a:off x="3785675" y="4507700"/>
              <a:ext cx="134725" cy="22475"/>
            </a:xfrm>
            <a:custGeom>
              <a:rect b="b" l="l" r="r" t="t"/>
              <a:pathLst>
                <a:path extrusionOk="0" h="899" w="5389">
                  <a:moveTo>
                    <a:pt x="1497" y="0"/>
                  </a:moveTo>
                  <a:lnTo>
                    <a:pt x="449" y="150"/>
                  </a:lnTo>
                  <a:lnTo>
                    <a:pt x="150" y="300"/>
                  </a:lnTo>
                  <a:lnTo>
                    <a:pt x="0" y="300"/>
                  </a:lnTo>
                  <a:lnTo>
                    <a:pt x="0" y="449"/>
                  </a:lnTo>
                  <a:lnTo>
                    <a:pt x="150" y="599"/>
                  </a:lnTo>
                  <a:lnTo>
                    <a:pt x="599" y="749"/>
                  </a:lnTo>
                  <a:lnTo>
                    <a:pt x="1198" y="898"/>
                  </a:lnTo>
                  <a:lnTo>
                    <a:pt x="2545" y="898"/>
                  </a:lnTo>
                  <a:lnTo>
                    <a:pt x="4640" y="749"/>
                  </a:lnTo>
                  <a:lnTo>
                    <a:pt x="5239" y="599"/>
                  </a:lnTo>
                  <a:lnTo>
                    <a:pt x="5389" y="449"/>
                  </a:lnTo>
                  <a:lnTo>
                    <a:pt x="5389" y="300"/>
                  </a:lnTo>
                  <a:lnTo>
                    <a:pt x="5239" y="15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7" name="Google Shape;647;p43"/>
            <p:cNvSpPr/>
            <p:nvPr/>
          </p:nvSpPr>
          <p:spPr>
            <a:xfrm>
              <a:off x="3781925" y="4586275"/>
              <a:ext cx="134725" cy="26225"/>
            </a:xfrm>
            <a:custGeom>
              <a:rect b="b" l="l" r="r" t="t"/>
              <a:pathLst>
                <a:path extrusionOk="0" h="1049" w="5389">
                  <a:moveTo>
                    <a:pt x="1348" y="1"/>
                  </a:moveTo>
                  <a:lnTo>
                    <a:pt x="749" y="150"/>
                  </a:lnTo>
                  <a:lnTo>
                    <a:pt x="150" y="300"/>
                  </a:lnTo>
                  <a:lnTo>
                    <a:pt x="0" y="450"/>
                  </a:lnTo>
                  <a:lnTo>
                    <a:pt x="0" y="599"/>
                  </a:lnTo>
                  <a:lnTo>
                    <a:pt x="150" y="749"/>
                  </a:lnTo>
                  <a:lnTo>
                    <a:pt x="1048" y="1048"/>
                  </a:lnTo>
                  <a:lnTo>
                    <a:pt x="3293" y="1048"/>
                  </a:lnTo>
                  <a:lnTo>
                    <a:pt x="4341" y="899"/>
                  </a:lnTo>
                  <a:lnTo>
                    <a:pt x="5089" y="749"/>
                  </a:lnTo>
                  <a:lnTo>
                    <a:pt x="5239" y="749"/>
                  </a:lnTo>
                  <a:lnTo>
                    <a:pt x="5389" y="599"/>
                  </a:lnTo>
                  <a:lnTo>
                    <a:pt x="5389" y="450"/>
                  </a:lnTo>
                  <a:lnTo>
                    <a:pt x="5239" y="300"/>
                  </a:lnTo>
                  <a:lnTo>
                    <a:pt x="5089" y="300"/>
                  </a:lnTo>
                  <a:lnTo>
                    <a:pt x="4341" y="150"/>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8" name="Google Shape;648;p43"/>
            <p:cNvSpPr/>
            <p:nvPr/>
          </p:nvSpPr>
          <p:spPr>
            <a:xfrm>
              <a:off x="3766950" y="4668600"/>
              <a:ext cx="134750" cy="26225"/>
            </a:xfrm>
            <a:custGeom>
              <a:rect b="b" l="l" r="r" t="t"/>
              <a:pathLst>
                <a:path extrusionOk="0" h="1049" w="5390">
                  <a:moveTo>
                    <a:pt x="1198" y="0"/>
                  </a:moveTo>
                  <a:lnTo>
                    <a:pt x="150" y="300"/>
                  </a:lnTo>
                  <a:lnTo>
                    <a:pt x="1" y="449"/>
                  </a:lnTo>
                  <a:lnTo>
                    <a:pt x="150" y="599"/>
                  </a:lnTo>
                  <a:lnTo>
                    <a:pt x="1198" y="899"/>
                  </a:lnTo>
                  <a:lnTo>
                    <a:pt x="2246" y="1048"/>
                  </a:lnTo>
                  <a:lnTo>
                    <a:pt x="3294" y="899"/>
                  </a:lnTo>
                  <a:lnTo>
                    <a:pt x="4491" y="749"/>
                  </a:lnTo>
                  <a:lnTo>
                    <a:pt x="5239" y="599"/>
                  </a:lnTo>
                  <a:lnTo>
                    <a:pt x="5389" y="449"/>
                  </a:lnTo>
                  <a:lnTo>
                    <a:pt x="5239" y="300"/>
                  </a:lnTo>
                  <a:lnTo>
                    <a:pt x="4491" y="150"/>
                  </a:lnTo>
                  <a:lnTo>
                    <a:pt x="34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9" name="Google Shape;649;p43"/>
            <p:cNvSpPr/>
            <p:nvPr/>
          </p:nvSpPr>
          <p:spPr>
            <a:xfrm>
              <a:off x="3781925" y="4750925"/>
              <a:ext cx="108550" cy="18725"/>
            </a:xfrm>
            <a:custGeom>
              <a:rect b="b" l="l" r="r" t="t"/>
              <a:pathLst>
                <a:path extrusionOk="0" h="749" w="4342">
                  <a:moveTo>
                    <a:pt x="599" y="0"/>
                  </a:moveTo>
                  <a:lnTo>
                    <a:pt x="0" y="150"/>
                  </a:lnTo>
                  <a:lnTo>
                    <a:pt x="0" y="449"/>
                  </a:lnTo>
                  <a:lnTo>
                    <a:pt x="0" y="599"/>
                  </a:lnTo>
                  <a:lnTo>
                    <a:pt x="599" y="749"/>
                  </a:lnTo>
                  <a:lnTo>
                    <a:pt x="3443" y="749"/>
                  </a:lnTo>
                  <a:lnTo>
                    <a:pt x="4191" y="449"/>
                  </a:lnTo>
                  <a:lnTo>
                    <a:pt x="4341" y="449"/>
                  </a:lnTo>
                  <a:lnTo>
                    <a:pt x="4191" y="300"/>
                  </a:lnTo>
                  <a:lnTo>
                    <a:pt x="4191" y="150"/>
                  </a:lnTo>
                  <a:lnTo>
                    <a:pt x="35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0" name="Google Shape;650;p43"/>
            <p:cNvSpPr/>
            <p:nvPr/>
          </p:nvSpPr>
          <p:spPr>
            <a:xfrm>
              <a:off x="3796900" y="4829500"/>
              <a:ext cx="82350" cy="22475"/>
            </a:xfrm>
            <a:custGeom>
              <a:rect b="b" l="l" r="r" t="t"/>
              <a:pathLst>
                <a:path extrusionOk="0" h="899" w="3294">
                  <a:moveTo>
                    <a:pt x="749" y="1"/>
                  </a:moveTo>
                  <a:lnTo>
                    <a:pt x="299" y="150"/>
                  </a:lnTo>
                  <a:lnTo>
                    <a:pt x="150" y="300"/>
                  </a:lnTo>
                  <a:lnTo>
                    <a:pt x="0" y="450"/>
                  </a:lnTo>
                  <a:lnTo>
                    <a:pt x="150" y="599"/>
                  </a:lnTo>
                  <a:lnTo>
                    <a:pt x="299" y="749"/>
                  </a:lnTo>
                  <a:lnTo>
                    <a:pt x="749" y="899"/>
                  </a:lnTo>
                  <a:lnTo>
                    <a:pt x="1347" y="899"/>
                  </a:lnTo>
                  <a:lnTo>
                    <a:pt x="2395" y="749"/>
                  </a:lnTo>
                  <a:lnTo>
                    <a:pt x="3143" y="599"/>
                  </a:lnTo>
                  <a:lnTo>
                    <a:pt x="3293" y="450"/>
                  </a:lnTo>
                  <a:lnTo>
                    <a:pt x="3143" y="300"/>
                  </a:lnTo>
                  <a:lnTo>
                    <a:pt x="2545" y="150"/>
                  </a:lnTo>
                  <a:lnTo>
                    <a:pt x="13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1" name="Google Shape;651;p43"/>
            <p:cNvSpPr/>
            <p:nvPr/>
          </p:nvSpPr>
          <p:spPr>
            <a:xfrm>
              <a:off x="3804375" y="4911825"/>
              <a:ext cx="71125" cy="18725"/>
            </a:xfrm>
            <a:custGeom>
              <a:rect b="b" l="l" r="r" t="t"/>
              <a:pathLst>
                <a:path extrusionOk="0" h="749" w="2845">
                  <a:moveTo>
                    <a:pt x="899" y="1"/>
                  </a:moveTo>
                  <a:lnTo>
                    <a:pt x="150" y="150"/>
                  </a:lnTo>
                  <a:lnTo>
                    <a:pt x="150" y="300"/>
                  </a:lnTo>
                  <a:lnTo>
                    <a:pt x="0" y="450"/>
                  </a:lnTo>
                  <a:lnTo>
                    <a:pt x="150" y="599"/>
                  </a:lnTo>
                  <a:lnTo>
                    <a:pt x="899" y="749"/>
                  </a:lnTo>
                  <a:lnTo>
                    <a:pt x="1647" y="749"/>
                  </a:lnTo>
                  <a:lnTo>
                    <a:pt x="2395" y="599"/>
                  </a:lnTo>
                  <a:lnTo>
                    <a:pt x="2695" y="599"/>
                  </a:lnTo>
                  <a:lnTo>
                    <a:pt x="2844" y="450"/>
                  </a:lnTo>
                  <a:lnTo>
                    <a:pt x="2695" y="150"/>
                  </a:lnTo>
                  <a:lnTo>
                    <a:pt x="2395" y="150"/>
                  </a:lnTo>
                  <a:lnTo>
                    <a:pt x="17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2" name="Google Shape;652;p43"/>
            <p:cNvSpPr/>
            <p:nvPr/>
          </p:nvSpPr>
          <p:spPr>
            <a:xfrm>
              <a:off x="3793150" y="4990400"/>
              <a:ext cx="67375" cy="22475"/>
            </a:xfrm>
            <a:custGeom>
              <a:rect b="b" l="l" r="r" t="t"/>
              <a:pathLst>
                <a:path extrusionOk="0" h="899" w="2695">
                  <a:moveTo>
                    <a:pt x="1048" y="1"/>
                  </a:moveTo>
                  <a:lnTo>
                    <a:pt x="449" y="150"/>
                  </a:lnTo>
                  <a:lnTo>
                    <a:pt x="0" y="300"/>
                  </a:lnTo>
                  <a:lnTo>
                    <a:pt x="0" y="450"/>
                  </a:lnTo>
                  <a:lnTo>
                    <a:pt x="0" y="749"/>
                  </a:lnTo>
                  <a:lnTo>
                    <a:pt x="300" y="899"/>
                  </a:lnTo>
                  <a:lnTo>
                    <a:pt x="1647" y="899"/>
                  </a:lnTo>
                  <a:lnTo>
                    <a:pt x="2395" y="749"/>
                  </a:lnTo>
                  <a:lnTo>
                    <a:pt x="2545" y="600"/>
                  </a:lnTo>
                  <a:lnTo>
                    <a:pt x="2695" y="450"/>
                  </a:lnTo>
                  <a:lnTo>
                    <a:pt x="2545" y="300"/>
                  </a:lnTo>
                  <a:lnTo>
                    <a:pt x="2395" y="300"/>
                  </a:lnTo>
                  <a:lnTo>
                    <a:pt x="1797" y="150"/>
                  </a:lnTo>
                  <a:lnTo>
                    <a:pt x="104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3" name="Google Shape;653;p43"/>
            <p:cNvSpPr/>
            <p:nvPr/>
          </p:nvSpPr>
          <p:spPr>
            <a:xfrm>
              <a:off x="3793150" y="5076475"/>
              <a:ext cx="59900" cy="15000"/>
            </a:xfrm>
            <a:custGeom>
              <a:rect b="b" l="l" r="r" t="t"/>
              <a:pathLst>
                <a:path extrusionOk="0" h="600" w="2396">
                  <a:moveTo>
                    <a:pt x="150" y="0"/>
                  </a:moveTo>
                  <a:lnTo>
                    <a:pt x="150" y="150"/>
                  </a:lnTo>
                  <a:lnTo>
                    <a:pt x="0" y="300"/>
                  </a:lnTo>
                  <a:lnTo>
                    <a:pt x="0" y="449"/>
                  </a:lnTo>
                  <a:lnTo>
                    <a:pt x="300" y="449"/>
                  </a:lnTo>
                  <a:lnTo>
                    <a:pt x="1048" y="599"/>
                  </a:lnTo>
                  <a:lnTo>
                    <a:pt x="1946" y="599"/>
                  </a:lnTo>
                  <a:lnTo>
                    <a:pt x="2395" y="449"/>
                  </a:lnTo>
                  <a:lnTo>
                    <a:pt x="23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4" name="Google Shape;654;p43"/>
            <p:cNvSpPr/>
            <p:nvPr/>
          </p:nvSpPr>
          <p:spPr>
            <a:xfrm>
              <a:off x="1192500" y="238125"/>
              <a:ext cx="5235000" cy="5238750"/>
            </a:xfrm>
            <a:custGeom>
              <a:rect b="b" l="l" r="r" t="t"/>
              <a:pathLst>
                <a:path extrusionOk="0" h="209550" w="209400">
                  <a:moveTo>
                    <a:pt x="100135" y="23200"/>
                  </a:moveTo>
                  <a:lnTo>
                    <a:pt x="98638" y="34276"/>
                  </a:lnTo>
                  <a:lnTo>
                    <a:pt x="94597" y="34725"/>
                  </a:lnTo>
                  <a:lnTo>
                    <a:pt x="90555" y="35324"/>
                  </a:lnTo>
                  <a:lnTo>
                    <a:pt x="90555" y="35324"/>
                  </a:lnTo>
                  <a:lnTo>
                    <a:pt x="90705" y="24248"/>
                  </a:lnTo>
                  <a:lnTo>
                    <a:pt x="95345" y="23649"/>
                  </a:lnTo>
                  <a:lnTo>
                    <a:pt x="100135" y="23200"/>
                  </a:lnTo>
                  <a:close/>
                  <a:moveTo>
                    <a:pt x="108517" y="23200"/>
                  </a:moveTo>
                  <a:lnTo>
                    <a:pt x="113606" y="23500"/>
                  </a:lnTo>
                  <a:lnTo>
                    <a:pt x="118845" y="24248"/>
                  </a:lnTo>
                  <a:lnTo>
                    <a:pt x="118845" y="35324"/>
                  </a:lnTo>
                  <a:lnTo>
                    <a:pt x="114504" y="34576"/>
                  </a:lnTo>
                  <a:lnTo>
                    <a:pt x="110163" y="34127"/>
                  </a:lnTo>
                  <a:lnTo>
                    <a:pt x="108517" y="23200"/>
                  </a:lnTo>
                  <a:close/>
                  <a:moveTo>
                    <a:pt x="89657" y="24398"/>
                  </a:moveTo>
                  <a:lnTo>
                    <a:pt x="89657" y="24547"/>
                  </a:lnTo>
                  <a:lnTo>
                    <a:pt x="88310" y="24996"/>
                  </a:lnTo>
                  <a:lnTo>
                    <a:pt x="87262" y="25146"/>
                  </a:lnTo>
                  <a:lnTo>
                    <a:pt x="86215" y="25595"/>
                  </a:lnTo>
                  <a:lnTo>
                    <a:pt x="86215" y="25745"/>
                  </a:lnTo>
                  <a:lnTo>
                    <a:pt x="88011" y="25296"/>
                  </a:lnTo>
                  <a:lnTo>
                    <a:pt x="88909" y="25146"/>
                  </a:lnTo>
                  <a:lnTo>
                    <a:pt x="89657" y="24996"/>
                  </a:lnTo>
                  <a:lnTo>
                    <a:pt x="89657" y="25745"/>
                  </a:lnTo>
                  <a:lnTo>
                    <a:pt x="88310" y="26194"/>
                  </a:lnTo>
                  <a:lnTo>
                    <a:pt x="87412" y="26493"/>
                  </a:lnTo>
                  <a:lnTo>
                    <a:pt x="86514" y="26792"/>
                  </a:lnTo>
                  <a:lnTo>
                    <a:pt x="86364" y="26942"/>
                  </a:lnTo>
                  <a:lnTo>
                    <a:pt x="86514" y="26942"/>
                  </a:lnTo>
                  <a:lnTo>
                    <a:pt x="88460" y="26493"/>
                  </a:lnTo>
                  <a:lnTo>
                    <a:pt x="89657" y="26194"/>
                  </a:lnTo>
                  <a:lnTo>
                    <a:pt x="89657" y="27092"/>
                  </a:lnTo>
                  <a:lnTo>
                    <a:pt x="88310" y="27541"/>
                  </a:lnTo>
                  <a:lnTo>
                    <a:pt x="87412" y="27691"/>
                  </a:lnTo>
                  <a:lnTo>
                    <a:pt x="86514" y="28140"/>
                  </a:lnTo>
                  <a:lnTo>
                    <a:pt x="86514" y="28289"/>
                  </a:lnTo>
                  <a:lnTo>
                    <a:pt x="87412" y="27990"/>
                  </a:lnTo>
                  <a:lnTo>
                    <a:pt x="88310" y="27840"/>
                  </a:lnTo>
                  <a:lnTo>
                    <a:pt x="89657" y="27391"/>
                  </a:lnTo>
                  <a:lnTo>
                    <a:pt x="89657" y="28289"/>
                  </a:lnTo>
                  <a:lnTo>
                    <a:pt x="88310" y="28589"/>
                  </a:lnTo>
                  <a:lnTo>
                    <a:pt x="87562" y="28888"/>
                  </a:lnTo>
                  <a:lnTo>
                    <a:pt x="86963" y="29187"/>
                  </a:lnTo>
                  <a:lnTo>
                    <a:pt x="86963" y="29337"/>
                  </a:lnTo>
                  <a:lnTo>
                    <a:pt x="87113" y="29337"/>
                  </a:lnTo>
                  <a:lnTo>
                    <a:pt x="88759" y="28738"/>
                  </a:lnTo>
                  <a:lnTo>
                    <a:pt x="89657" y="28589"/>
                  </a:lnTo>
                  <a:lnTo>
                    <a:pt x="89657" y="29786"/>
                  </a:lnTo>
                  <a:lnTo>
                    <a:pt x="88610" y="30085"/>
                  </a:lnTo>
                  <a:lnTo>
                    <a:pt x="87712" y="30385"/>
                  </a:lnTo>
                  <a:lnTo>
                    <a:pt x="86963" y="30684"/>
                  </a:lnTo>
                  <a:lnTo>
                    <a:pt x="86963" y="30834"/>
                  </a:lnTo>
                  <a:lnTo>
                    <a:pt x="87861" y="30534"/>
                  </a:lnTo>
                  <a:lnTo>
                    <a:pt x="88610" y="30385"/>
                  </a:lnTo>
                  <a:lnTo>
                    <a:pt x="89657" y="30085"/>
                  </a:lnTo>
                  <a:lnTo>
                    <a:pt x="89657" y="30983"/>
                  </a:lnTo>
                  <a:lnTo>
                    <a:pt x="88759" y="31133"/>
                  </a:lnTo>
                  <a:lnTo>
                    <a:pt x="88011" y="31433"/>
                  </a:lnTo>
                  <a:lnTo>
                    <a:pt x="87262" y="31732"/>
                  </a:lnTo>
                  <a:lnTo>
                    <a:pt x="87262" y="31882"/>
                  </a:lnTo>
                  <a:lnTo>
                    <a:pt x="89208" y="31283"/>
                  </a:lnTo>
                  <a:lnTo>
                    <a:pt x="89657" y="31283"/>
                  </a:lnTo>
                  <a:lnTo>
                    <a:pt x="89657" y="32031"/>
                  </a:lnTo>
                  <a:lnTo>
                    <a:pt x="89059" y="32181"/>
                  </a:lnTo>
                  <a:lnTo>
                    <a:pt x="87562" y="32780"/>
                  </a:lnTo>
                  <a:lnTo>
                    <a:pt x="87562" y="32929"/>
                  </a:lnTo>
                  <a:lnTo>
                    <a:pt x="87712" y="32929"/>
                  </a:lnTo>
                  <a:lnTo>
                    <a:pt x="89059" y="32480"/>
                  </a:lnTo>
                  <a:lnTo>
                    <a:pt x="89657" y="32331"/>
                  </a:lnTo>
                  <a:lnTo>
                    <a:pt x="89657" y="32331"/>
                  </a:lnTo>
                  <a:lnTo>
                    <a:pt x="89508" y="33229"/>
                  </a:lnTo>
                  <a:lnTo>
                    <a:pt x="88759" y="33378"/>
                  </a:lnTo>
                  <a:lnTo>
                    <a:pt x="87861" y="33678"/>
                  </a:lnTo>
                  <a:lnTo>
                    <a:pt x="87861" y="33827"/>
                  </a:lnTo>
                  <a:lnTo>
                    <a:pt x="88759" y="33678"/>
                  </a:lnTo>
                  <a:lnTo>
                    <a:pt x="89508" y="33378"/>
                  </a:lnTo>
                  <a:lnTo>
                    <a:pt x="89508" y="34276"/>
                  </a:lnTo>
                  <a:lnTo>
                    <a:pt x="89208" y="34276"/>
                  </a:lnTo>
                  <a:lnTo>
                    <a:pt x="88759" y="34576"/>
                  </a:lnTo>
                  <a:lnTo>
                    <a:pt x="88161" y="34725"/>
                  </a:lnTo>
                  <a:lnTo>
                    <a:pt x="88161" y="34875"/>
                  </a:lnTo>
                  <a:lnTo>
                    <a:pt x="89358" y="34576"/>
                  </a:lnTo>
                  <a:lnTo>
                    <a:pt x="89508" y="34426"/>
                  </a:lnTo>
                  <a:lnTo>
                    <a:pt x="89508" y="35174"/>
                  </a:lnTo>
                  <a:lnTo>
                    <a:pt x="88310" y="35773"/>
                  </a:lnTo>
                  <a:lnTo>
                    <a:pt x="88310" y="35923"/>
                  </a:lnTo>
                  <a:lnTo>
                    <a:pt x="88460" y="35923"/>
                  </a:lnTo>
                  <a:lnTo>
                    <a:pt x="89059" y="35624"/>
                  </a:lnTo>
                  <a:lnTo>
                    <a:pt x="89508" y="35474"/>
                  </a:lnTo>
                  <a:lnTo>
                    <a:pt x="89508" y="35624"/>
                  </a:lnTo>
                  <a:lnTo>
                    <a:pt x="89508" y="36222"/>
                  </a:lnTo>
                  <a:lnTo>
                    <a:pt x="89358" y="36222"/>
                  </a:lnTo>
                  <a:lnTo>
                    <a:pt x="88909" y="36522"/>
                  </a:lnTo>
                  <a:lnTo>
                    <a:pt x="88460" y="36821"/>
                  </a:lnTo>
                  <a:lnTo>
                    <a:pt x="88610" y="36821"/>
                  </a:lnTo>
                  <a:lnTo>
                    <a:pt x="88909" y="36671"/>
                  </a:lnTo>
                  <a:lnTo>
                    <a:pt x="89358" y="36522"/>
                  </a:lnTo>
                  <a:lnTo>
                    <a:pt x="89508" y="36522"/>
                  </a:lnTo>
                  <a:lnTo>
                    <a:pt x="89508" y="37120"/>
                  </a:lnTo>
                  <a:lnTo>
                    <a:pt x="89508" y="37270"/>
                  </a:lnTo>
                  <a:lnTo>
                    <a:pt x="88909" y="37569"/>
                  </a:lnTo>
                  <a:lnTo>
                    <a:pt x="88909" y="37719"/>
                  </a:lnTo>
                  <a:lnTo>
                    <a:pt x="89508" y="37420"/>
                  </a:lnTo>
                  <a:lnTo>
                    <a:pt x="89508" y="38318"/>
                  </a:lnTo>
                  <a:lnTo>
                    <a:pt x="88909" y="38617"/>
                  </a:lnTo>
                  <a:lnTo>
                    <a:pt x="88011" y="36971"/>
                  </a:lnTo>
                  <a:lnTo>
                    <a:pt x="87412" y="36073"/>
                  </a:lnTo>
                  <a:lnTo>
                    <a:pt x="82024" y="26343"/>
                  </a:lnTo>
                  <a:lnTo>
                    <a:pt x="85766" y="25296"/>
                  </a:lnTo>
                  <a:lnTo>
                    <a:pt x="89657" y="24398"/>
                  </a:lnTo>
                  <a:close/>
                  <a:moveTo>
                    <a:pt x="119743" y="24398"/>
                  </a:moveTo>
                  <a:lnTo>
                    <a:pt x="123634" y="25296"/>
                  </a:lnTo>
                  <a:lnTo>
                    <a:pt x="127526" y="26343"/>
                  </a:lnTo>
                  <a:lnTo>
                    <a:pt x="121988" y="36073"/>
                  </a:lnTo>
                  <a:lnTo>
                    <a:pt x="121389" y="36971"/>
                  </a:lnTo>
                  <a:lnTo>
                    <a:pt x="120491" y="38617"/>
                  </a:lnTo>
                  <a:lnTo>
                    <a:pt x="120042" y="38318"/>
                  </a:lnTo>
                  <a:lnTo>
                    <a:pt x="119892" y="38318"/>
                  </a:lnTo>
                  <a:lnTo>
                    <a:pt x="119892" y="37420"/>
                  </a:lnTo>
                  <a:lnTo>
                    <a:pt x="120491" y="37719"/>
                  </a:lnTo>
                  <a:lnTo>
                    <a:pt x="120641" y="37569"/>
                  </a:lnTo>
                  <a:lnTo>
                    <a:pt x="119892" y="37270"/>
                  </a:lnTo>
                  <a:lnTo>
                    <a:pt x="119892" y="37120"/>
                  </a:lnTo>
                  <a:lnTo>
                    <a:pt x="119892" y="36671"/>
                  </a:lnTo>
                  <a:lnTo>
                    <a:pt x="119892" y="36522"/>
                  </a:lnTo>
                  <a:lnTo>
                    <a:pt x="120042" y="36522"/>
                  </a:lnTo>
                  <a:lnTo>
                    <a:pt x="120491" y="36821"/>
                  </a:lnTo>
                  <a:lnTo>
                    <a:pt x="120940" y="36821"/>
                  </a:lnTo>
                  <a:lnTo>
                    <a:pt x="120491" y="36522"/>
                  </a:lnTo>
                  <a:lnTo>
                    <a:pt x="120042" y="36222"/>
                  </a:lnTo>
                  <a:lnTo>
                    <a:pt x="119892" y="36222"/>
                  </a:lnTo>
                  <a:lnTo>
                    <a:pt x="119892" y="35624"/>
                  </a:lnTo>
                  <a:lnTo>
                    <a:pt x="119892" y="35474"/>
                  </a:lnTo>
                  <a:lnTo>
                    <a:pt x="120491" y="35773"/>
                  </a:lnTo>
                  <a:lnTo>
                    <a:pt x="120940" y="35923"/>
                  </a:lnTo>
                  <a:lnTo>
                    <a:pt x="121090" y="35923"/>
                  </a:lnTo>
                  <a:lnTo>
                    <a:pt x="121090" y="35773"/>
                  </a:lnTo>
                  <a:lnTo>
                    <a:pt x="119892" y="35174"/>
                  </a:lnTo>
                  <a:lnTo>
                    <a:pt x="119892" y="34426"/>
                  </a:lnTo>
                  <a:lnTo>
                    <a:pt x="120042" y="34576"/>
                  </a:lnTo>
                  <a:lnTo>
                    <a:pt x="121239" y="34875"/>
                  </a:lnTo>
                  <a:lnTo>
                    <a:pt x="121239" y="34725"/>
                  </a:lnTo>
                  <a:lnTo>
                    <a:pt x="120790" y="34576"/>
                  </a:lnTo>
                  <a:lnTo>
                    <a:pt x="120192" y="34276"/>
                  </a:lnTo>
                  <a:lnTo>
                    <a:pt x="119892" y="34276"/>
                  </a:lnTo>
                  <a:lnTo>
                    <a:pt x="119892" y="33378"/>
                  </a:lnTo>
                  <a:lnTo>
                    <a:pt x="120641" y="33678"/>
                  </a:lnTo>
                  <a:lnTo>
                    <a:pt x="121539" y="33827"/>
                  </a:lnTo>
                  <a:lnTo>
                    <a:pt x="121539" y="33678"/>
                  </a:lnTo>
                  <a:lnTo>
                    <a:pt x="120790" y="33378"/>
                  </a:lnTo>
                  <a:lnTo>
                    <a:pt x="119892" y="33229"/>
                  </a:lnTo>
                  <a:lnTo>
                    <a:pt x="119892" y="32331"/>
                  </a:lnTo>
                  <a:lnTo>
                    <a:pt x="120491" y="32480"/>
                  </a:lnTo>
                  <a:lnTo>
                    <a:pt x="121838" y="32929"/>
                  </a:lnTo>
                  <a:lnTo>
                    <a:pt x="121838" y="32780"/>
                  </a:lnTo>
                  <a:lnTo>
                    <a:pt x="120341" y="32181"/>
                  </a:lnTo>
                  <a:lnTo>
                    <a:pt x="119892" y="32031"/>
                  </a:lnTo>
                  <a:lnTo>
                    <a:pt x="119892" y="31283"/>
                  </a:lnTo>
                  <a:lnTo>
                    <a:pt x="120192" y="31283"/>
                  </a:lnTo>
                  <a:lnTo>
                    <a:pt x="122138" y="31882"/>
                  </a:lnTo>
                  <a:lnTo>
                    <a:pt x="122138" y="31732"/>
                  </a:lnTo>
                  <a:lnTo>
                    <a:pt x="121539" y="31433"/>
                  </a:lnTo>
                  <a:lnTo>
                    <a:pt x="120641" y="31133"/>
                  </a:lnTo>
                  <a:lnTo>
                    <a:pt x="119892" y="30983"/>
                  </a:lnTo>
                  <a:lnTo>
                    <a:pt x="119892" y="30085"/>
                  </a:lnTo>
                  <a:lnTo>
                    <a:pt x="120790" y="30385"/>
                  </a:lnTo>
                  <a:lnTo>
                    <a:pt x="121688" y="30534"/>
                  </a:lnTo>
                  <a:lnTo>
                    <a:pt x="122437" y="30834"/>
                  </a:lnTo>
                  <a:lnTo>
                    <a:pt x="122437" y="30684"/>
                  </a:lnTo>
                  <a:lnTo>
                    <a:pt x="121688" y="30385"/>
                  </a:lnTo>
                  <a:lnTo>
                    <a:pt x="120940" y="30085"/>
                  </a:lnTo>
                  <a:lnTo>
                    <a:pt x="119892" y="29786"/>
                  </a:lnTo>
                  <a:lnTo>
                    <a:pt x="119743" y="28589"/>
                  </a:lnTo>
                  <a:lnTo>
                    <a:pt x="120790" y="28738"/>
                  </a:lnTo>
                  <a:lnTo>
                    <a:pt x="122437" y="29337"/>
                  </a:lnTo>
                  <a:lnTo>
                    <a:pt x="122437" y="29187"/>
                  </a:lnTo>
                  <a:lnTo>
                    <a:pt x="121838" y="28888"/>
                  </a:lnTo>
                  <a:lnTo>
                    <a:pt x="121239" y="28589"/>
                  </a:lnTo>
                  <a:lnTo>
                    <a:pt x="119743" y="28289"/>
                  </a:lnTo>
                  <a:lnTo>
                    <a:pt x="119743" y="27391"/>
                  </a:lnTo>
                  <a:lnTo>
                    <a:pt x="121090" y="27840"/>
                  </a:lnTo>
                  <a:lnTo>
                    <a:pt x="121988" y="27990"/>
                  </a:lnTo>
                  <a:lnTo>
                    <a:pt x="122886" y="28289"/>
                  </a:lnTo>
                  <a:lnTo>
                    <a:pt x="122886" y="28140"/>
                  </a:lnTo>
                  <a:lnTo>
                    <a:pt x="121988" y="27691"/>
                  </a:lnTo>
                  <a:lnTo>
                    <a:pt x="121090" y="27541"/>
                  </a:lnTo>
                  <a:lnTo>
                    <a:pt x="119743" y="27092"/>
                  </a:lnTo>
                  <a:lnTo>
                    <a:pt x="119743" y="26194"/>
                  </a:lnTo>
                  <a:lnTo>
                    <a:pt x="120940" y="26493"/>
                  </a:lnTo>
                  <a:lnTo>
                    <a:pt x="122886" y="26942"/>
                  </a:lnTo>
                  <a:lnTo>
                    <a:pt x="123036" y="26942"/>
                  </a:lnTo>
                  <a:lnTo>
                    <a:pt x="123036" y="26792"/>
                  </a:lnTo>
                  <a:lnTo>
                    <a:pt x="122138" y="26493"/>
                  </a:lnTo>
                  <a:lnTo>
                    <a:pt x="121239" y="26194"/>
                  </a:lnTo>
                  <a:lnTo>
                    <a:pt x="119743" y="25745"/>
                  </a:lnTo>
                  <a:lnTo>
                    <a:pt x="119743" y="24996"/>
                  </a:lnTo>
                  <a:lnTo>
                    <a:pt x="120641" y="25146"/>
                  </a:lnTo>
                  <a:lnTo>
                    <a:pt x="121539" y="25296"/>
                  </a:lnTo>
                  <a:lnTo>
                    <a:pt x="123185" y="25745"/>
                  </a:lnTo>
                  <a:lnTo>
                    <a:pt x="123335" y="25595"/>
                  </a:lnTo>
                  <a:lnTo>
                    <a:pt x="123185" y="25595"/>
                  </a:lnTo>
                  <a:lnTo>
                    <a:pt x="122287" y="25146"/>
                  </a:lnTo>
                  <a:lnTo>
                    <a:pt x="121090" y="24996"/>
                  </a:lnTo>
                  <a:lnTo>
                    <a:pt x="119743" y="24547"/>
                  </a:lnTo>
                  <a:lnTo>
                    <a:pt x="119743" y="24398"/>
                  </a:lnTo>
                  <a:close/>
                  <a:moveTo>
                    <a:pt x="89508" y="38467"/>
                  </a:moveTo>
                  <a:lnTo>
                    <a:pt x="89508" y="39665"/>
                  </a:lnTo>
                  <a:lnTo>
                    <a:pt x="89059" y="38767"/>
                  </a:lnTo>
                  <a:lnTo>
                    <a:pt x="89508" y="38467"/>
                  </a:lnTo>
                  <a:close/>
                  <a:moveTo>
                    <a:pt x="119892" y="38467"/>
                  </a:moveTo>
                  <a:lnTo>
                    <a:pt x="120491" y="38767"/>
                  </a:lnTo>
                  <a:lnTo>
                    <a:pt x="119892" y="39665"/>
                  </a:lnTo>
                  <a:lnTo>
                    <a:pt x="119892" y="38467"/>
                  </a:lnTo>
                  <a:close/>
                  <a:moveTo>
                    <a:pt x="80976" y="26643"/>
                  </a:moveTo>
                  <a:lnTo>
                    <a:pt x="86514" y="36372"/>
                  </a:lnTo>
                  <a:lnTo>
                    <a:pt x="81874" y="37719"/>
                  </a:lnTo>
                  <a:lnTo>
                    <a:pt x="77384" y="39515"/>
                  </a:lnTo>
                  <a:lnTo>
                    <a:pt x="73043" y="41461"/>
                  </a:lnTo>
                  <a:lnTo>
                    <a:pt x="68702" y="43706"/>
                  </a:lnTo>
                  <a:lnTo>
                    <a:pt x="65260" y="33229"/>
                  </a:lnTo>
                  <a:lnTo>
                    <a:pt x="69002" y="31283"/>
                  </a:lnTo>
                  <a:lnTo>
                    <a:pt x="72893" y="29487"/>
                  </a:lnTo>
                  <a:lnTo>
                    <a:pt x="76935" y="27990"/>
                  </a:lnTo>
                  <a:lnTo>
                    <a:pt x="80976" y="26643"/>
                  </a:lnTo>
                  <a:close/>
                  <a:moveTo>
                    <a:pt x="128424" y="26643"/>
                  </a:moveTo>
                  <a:lnTo>
                    <a:pt x="132465" y="27990"/>
                  </a:lnTo>
                  <a:lnTo>
                    <a:pt x="136507" y="29487"/>
                  </a:lnTo>
                  <a:lnTo>
                    <a:pt x="140398" y="31283"/>
                  </a:lnTo>
                  <a:lnTo>
                    <a:pt x="144140" y="33229"/>
                  </a:lnTo>
                  <a:lnTo>
                    <a:pt x="140698" y="43706"/>
                  </a:lnTo>
                  <a:lnTo>
                    <a:pt x="136507" y="41461"/>
                  </a:lnTo>
                  <a:lnTo>
                    <a:pt x="132166" y="39515"/>
                  </a:lnTo>
                  <a:lnTo>
                    <a:pt x="127526" y="37719"/>
                  </a:lnTo>
                  <a:lnTo>
                    <a:pt x="122886" y="36372"/>
                  </a:lnTo>
                  <a:lnTo>
                    <a:pt x="128424" y="26643"/>
                  </a:lnTo>
                  <a:close/>
                  <a:moveTo>
                    <a:pt x="64511" y="33678"/>
                  </a:moveTo>
                  <a:lnTo>
                    <a:pt x="64511" y="33827"/>
                  </a:lnTo>
                  <a:lnTo>
                    <a:pt x="63314" y="34576"/>
                  </a:lnTo>
                  <a:lnTo>
                    <a:pt x="62416" y="35174"/>
                  </a:lnTo>
                  <a:lnTo>
                    <a:pt x="61518" y="35923"/>
                  </a:lnTo>
                  <a:lnTo>
                    <a:pt x="61667" y="35923"/>
                  </a:lnTo>
                  <a:lnTo>
                    <a:pt x="63613" y="34725"/>
                  </a:lnTo>
                  <a:lnTo>
                    <a:pt x="64511" y="34127"/>
                  </a:lnTo>
                  <a:lnTo>
                    <a:pt x="64811" y="35025"/>
                  </a:lnTo>
                  <a:lnTo>
                    <a:pt x="63613" y="35923"/>
                  </a:lnTo>
                  <a:lnTo>
                    <a:pt x="62865" y="36372"/>
                  </a:lnTo>
                  <a:lnTo>
                    <a:pt x="62117" y="36971"/>
                  </a:lnTo>
                  <a:lnTo>
                    <a:pt x="62117" y="37120"/>
                  </a:lnTo>
                  <a:lnTo>
                    <a:pt x="62266" y="37120"/>
                  </a:lnTo>
                  <a:lnTo>
                    <a:pt x="63913" y="36073"/>
                  </a:lnTo>
                  <a:lnTo>
                    <a:pt x="64960" y="35324"/>
                  </a:lnTo>
                  <a:lnTo>
                    <a:pt x="65260" y="36222"/>
                  </a:lnTo>
                  <a:lnTo>
                    <a:pt x="64062" y="36971"/>
                  </a:lnTo>
                  <a:lnTo>
                    <a:pt x="63314" y="37569"/>
                  </a:lnTo>
                  <a:lnTo>
                    <a:pt x="62566" y="38168"/>
                  </a:lnTo>
                  <a:lnTo>
                    <a:pt x="62566" y="38318"/>
                  </a:lnTo>
                  <a:lnTo>
                    <a:pt x="62715" y="38318"/>
                  </a:lnTo>
                  <a:lnTo>
                    <a:pt x="63464" y="37869"/>
                  </a:lnTo>
                  <a:lnTo>
                    <a:pt x="64212" y="37270"/>
                  </a:lnTo>
                  <a:lnTo>
                    <a:pt x="65409" y="36372"/>
                  </a:lnTo>
                  <a:lnTo>
                    <a:pt x="65559" y="37270"/>
                  </a:lnTo>
                  <a:lnTo>
                    <a:pt x="64661" y="38018"/>
                  </a:lnTo>
                  <a:lnTo>
                    <a:pt x="63913" y="38467"/>
                  </a:lnTo>
                  <a:lnTo>
                    <a:pt x="63464" y="39066"/>
                  </a:lnTo>
                  <a:lnTo>
                    <a:pt x="63464" y="39216"/>
                  </a:lnTo>
                  <a:lnTo>
                    <a:pt x="63613" y="39216"/>
                  </a:lnTo>
                  <a:lnTo>
                    <a:pt x="64960" y="38168"/>
                  </a:lnTo>
                  <a:lnTo>
                    <a:pt x="65709" y="37569"/>
                  </a:lnTo>
                  <a:lnTo>
                    <a:pt x="66158" y="38767"/>
                  </a:lnTo>
                  <a:lnTo>
                    <a:pt x="65260" y="39365"/>
                  </a:lnTo>
                  <a:lnTo>
                    <a:pt x="64511" y="39815"/>
                  </a:lnTo>
                  <a:lnTo>
                    <a:pt x="63913" y="40413"/>
                  </a:lnTo>
                  <a:lnTo>
                    <a:pt x="63913" y="40563"/>
                  </a:lnTo>
                  <a:lnTo>
                    <a:pt x="64661" y="40114"/>
                  </a:lnTo>
                  <a:lnTo>
                    <a:pt x="65409" y="39515"/>
                  </a:lnTo>
                  <a:lnTo>
                    <a:pt x="66158" y="39066"/>
                  </a:lnTo>
                  <a:lnTo>
                    <a:pt x="66457" y="39964"/>
                  </a:lnTo>
                  <a:lnTo>
                    <a:pt x="65709" y="40264"/>
                  </a:lnTo>
                  <a:lnTo>
                    <a:pt x="65110" y="40862"/>
                  </a:lnTo>
                  <a:lnTo>
                    <a:pt x="64511" y="41461"/>
                  </a:lnTo>
                  <a:lnTo>
                    <a:pt x="64511" y="41461"/>
                  </a:lnTo>
                  <a:lnTo>
                    <a:pt x="66308" y="40264"/>
                  </a:lnTo>
                  <a:lnTo>
                    <a:pt x="66607" y="40114"/>
                  </a:lnTo>
                  <a:lnTo>
                    <a:pt x="66757" y="40862"/>
                  </a:lnTo>
                  <a:lnTo>
                    <a:pt x="66457" y="41162"/>
                  </a:lnTo>
                  <a:lnTo>
                    <a:pt x="65858" y="41611"/>
                  </a:lnTo>
                  <a:lnTo>
                    <a:pt x="65110" y="42209"/>
                  </a:lnTo>
                  <a:lnTo>
                    <a:pt x="65110" y="42359"/>
                  </a:lnTo>
                  <a:lnTo>
                    <a:pt x="65260" y="42359"/>
                  </a:lnTo>
                  <a:lnTo>
                    <a:pt x="66457" y="41461"/>
                  </a:lnTo>
                  <a:lnTo>
                    <a:pt x="66906" y="41162"/>
                  </a:lnTo>
                  <a:lnTo>
                    <a:pt x="67206" y="41910"/>
                  </a:lnTo>
                  <a:lnTo>
                    <a:pt x="66607" y="42359"/>
                  </a:lnTo>
                  <a:lnTo>
                    <a:pt x="65709" y="43107"/>
                  </a:lnTo>
                  <a:lnTo>
                    <a:pt x="65858" y="43107"/>
                  </a:lnTo>
                  <a:lnTo>
                    <a:pt x="66308" y="42808"/>
                  </a:lnTo>
                  <a:lnTo>
                    <a:pt x="66757" y="42509"/>
                  </a:lnTo>
                  <a:lnTo>
                    <a:pt x="67206" y="42209"/>
                  </a:lnTo>
                  <a:lnTo>
                    <a:pt x="67505" y="42958"/>
                  </a:lnTo>
                  <a:lnTo>
                    <a:pt x="67206" y="43257"/>
                  </a:lnTo>
                  <a:lnTo>
                    <a:pt x="66757" y="43556"/>
                  </a:lnTo>
                  <a:lnTo>
                    <a:pt x="66308" y="44006"/>
                  </a:lnTo>
                  <a:lnTo>
                    <a:pt x="66457" y="44006"/>
                  </a:lnTo>
                  <a:lnTo>
                    <a:pt x="67505" y="43257"/>
                  </a:lnTo>
                  <a:lnTo>
                    <a:pt x="67804" y="43856"/>
                  </a:lnTo>
                  <a:lnTo>
                    <a:pt x="66906" y="44754"/>
                  </a:lnTo>
                  <a:lnTo>
                    <a:pt x="66906" y="44904"/>
                  </a:lnTo>
                  <a:lnTo>
                    <a:pt x="67505" y="44455"/>
                  </a:lnTo>
                  <a:lnTo>
                    <a:pt x="67954" y="44155"/>
                  </a:lnTo>
                  <a:lnTo>
                    <a:pt x="67954" y="44305"/>
                  </a:lnTo>
                  <a:lnTo>
                    <a:pt x="68104" y="44754"/>
                  </a:lnTo>
                  <a:lnTo>
                    <a:pt x="67954" y="45053"/>
                  </a:lnTo>
                  <a:lnTo>
                    <a:pt x="67505" y="45353"/>
                  </a:lnTo>
                  <a:lnTo>
                    <a:pt x="67355" y="45652"/>
                  </a:lnTo>
                  <a:lnTo>
                    <a:pt x="67355" y="45802"/>
                  </a:lnTo>
                  <a:lnTo>
                    <a:pt x="67804" y="45502"/>
                  </a:lnTo>
                  <a:lnTo>
                    <a:pt x="68104" y="45203"/>
                  </a:lnTo>
                  <a:lnTo>
                    <a:pt x="68253" y="45053"/>
                  </a:lnTo>
                  <a:lnTo>
                    <a:pt x="68253" y="45203"/>
                  </a:lnTo>
                  <a:lnTo>
                    <a:pt x="68403" y="45802"/>
                  </a:lnTo>
                  <a:lnTo>
                    <a:pt x="67954" y="46400"/>
                  </a:lnTo>
                  <a:lnTo>
                    <a:pt x="68553" y="46101"/>
                  </a:lnTo>
                  <a:lnTo>
                    <a:pt x="68702" y="46849"/>
                  </a:lnTo>
                  <a:lnTo>
                    <a:pt x="68403" y="47298"/>
                  </a:lnTo>
                  <a:lnTo>
                    <a:pt x="66906" y="46101"/>
                  </a:lnTo>
                  <a:lnTo>
                    <a:pt x="66158" y="45353"/>
                  </a:lnTo>
                  <a:lnTo>
                    <a:pt x="57776" y="38018"/>
                  </a:lnTo>
                  <a:lnTo>
                    <a:pt x="61069" y="35773"/>
                  </a:lnTo>
                  <a:lnTo>
                    <a:pt x="64511" y="33678"/>
                  </a:lnTo>
                  <a:close/>
                  <a:moveTo>
                    <a:pt x="145038" y="33678"/>
                  </a:moveTo>
                  <a:lnTo>
                    <a:pt x="148331" y="35773"/>
                  </a:lnTo>
                  <a:lnTo>
                    <a:pt x="151624" y="38018"/>
                  </a:lnTo>
                  <a:lnTo>
                    <a:pt x="143242" y="45353"/>
                  </a:lnTo>
                  <a:lnTo>
                    <a:pt x="142494" y="46101"/>
                  </a:lnTo>
                  <a:lnTo>
                    <a:pt x="141147" y="47298"/>
                  </a:lnTo>
                  <a:lnTo>
                    <a:pt x="140698" y="46849"/>
                  </a:lnTo>
                  <a:lnTo>
                    <a:pt x="140997" y="46101"/>
                  </a:lnTo>
                  <a:lnTo>
                    <a:pt x="141446" y="46400"/>
                  </a:lnTo>
                  <a:lnTo>
                    <a:pt x="140997" y="45802"/>
                  </a:lnTo>
                  <a:lnTo>
                    <a:pt x="141147" y="45203"/>
                  </a:lnTo>
                  <a:lnTo>
                    <a:pt x="141296" y="45053"/>
                  </a:lnTo>
                  <a:lnTo>
                    <a:pt x="141296" y="45203"/>
                  </a:lnTo>
                  <a:lnTo>
                    <a:pt x="141895" y="45652"/>
                  </a:lnTo>
                  <a:lnTo>
                    <a:pt x="142045" y="45802"/>
                  </a:lnTo>
                  <a:lnTo>
                    <a:pt x="142194" y="45652"/>
                  </a:lnTo>
                  <a:lnTo>
                    <a:pt x="141895" y="45353"/>
                  </a:lnTo>
                  <a:lnTo>
                    <a:pt x="141446" y="45053"/>
                  </a:lnTo>
                  <a:lnTo>
                    <a:pt x="141296" y="44754"/>
                  </a:lnTo>
                  <a:lnTo>
                    <a:pt x="141596" y="44305"/>
                  </a:lnTo>
                  <a:lnTo>
                    <a:pt x="141596" y="44155"/>
                  </a:lnTo>
                  <a:lnTo>
                    <a:pt x="142194" y="44754"/>
                  </a:lnTo>
                  <a:lnTo>
                    <a:pt x="142494" y="44904"/>
                  </a:lnTo>
                  <a:lnTo>
                    <a:pt x="142643" y="44754"/>
                  </a:lnTo>
                  <a:lnTo>
                    <a:pt x="141596" y="43856"/>
                  </a:lnTo>
                  <a:lnTo>
                    <a:pt x="141895" y="43257"/>
                  </a:lnTo>
                  <a:lnTo>
                    <a:pt x="142045" y="43257"/>
                  </a:lnTo>
                  <a:lnTo>
                    <a:pt x="143093" y="44006"/>
                  </a:lnTo>
                  <a:lnTo>
                    <a:pt x="143093" y="44006"/>
                  </a:lnTo>
                  <a:lnTo>
                    <a:pt x="142643" y="43556"/>
                  </a:lnTo>
                  <a:lnTo>
                    <a:pt x="142344" y="43257"/>
                  </a:lnTo>
                  <a:lnTo>
                    <a:pt x="141895" y="42958"/>
                  </a:lnTo>
                  <a:lnTo>
                    <a:pt x="142194" y="42209"/>
                  </a:lnTo>
                  <a:lnTo>
                    <a:pt x="142643" y="42509"/>
                  </a:lnTo>
                  <a:lnTo>
                    <a:pt x="143093" y="42808"/>
                  </a:lnTo>
                  <a:lnTo>
                    <a:pt x="143691" y="43107"/>
                  </a:lnTo>
                  <a:lnTo>
                    <a:pt x="142793" y="42359"/>
                  </a:lnTo>
                  <a:lnTo>
                    <a:pt x="142344" y="41910"/>
                  </a:lnTo>
                  <a:lnTo>
                    <a:pt x="142494" y="41162"/>
                  </a:lnTo>
                  <a:lnTo>
                    <a:pt x="143093" y="41461"/>
                  </a:lnTo>
                  <a:lnTo>
                    <a:pt x="144140" y="42359"/>
                  </a:lnTo>
                  <a:lnTo>
                    <a:pt x="144290" y="42359"/>
                  </a:lnTo>
                  <a:lnTo>
                    <a:pt x="144290" y="42209"/>
                  </a:lnTo>
                  <a:lnTo>
                    <a:pt x="143691" y="41611"/>
                  </a:lnTo>
                  <a:lnTo>
                    <a:pt x="142943" y="41162"/>
                  </a:lnTo>
                  <a:lnTo>
                    <a:pt x="142643" y="40862"/>
                  </a:lnTo>
                  <a:lnTo>
                    <a:pt x="142943" y="40114"/>
                  </a:lnTo>
                  <a:lnTo>
                    <a:pt x="143093" y="40264"/>
                  </a:lnTo>
                  <a:lnTo>
                    <a:pt x="144889" y="41461"/>
                  </a:lnTo>
                  <a:lnTo>
                    <a:pt x="144290" y="40862"/>
                  </a:lnTo>
                  <a:lnTo>
                    <a:pt x="143691" y="40264"/>
                  </a:lnTo>
                  <a:lnTo>
                    <a:pt x="142943" y="39964"/>
                  </a:lnTo>
                  <a:lnTo>
                    <a:pt x="143242" y="39066"/>
                  </a:lnTo>
                  <a:lnTo>
                    <a:pt x="143991" y="39515"/>
                  </a:lnTo>
                  <a:lnTo>
                    <a:pt x="144739" y="40114"/>
                  </a:lnTo>
                  <a:lnTo>
                    <a:pt x="145487" y="40563"/>
                  </a:lnTo>
                  <a:lnTo>
                    <a:pt x="145487" y="40413"/>
                  </a:lnTo>
                  <a:lnTo>
                    <a:pt x="144889" y="39815"/>
                  </a:lnTo>
                  <a:lnTo>
                    <a:pt x="144290" y="39365"/>
                  </a:lnTo>
                  <a:lnTo>
                    <a:pt x="143392" y="38767"/>
                  </a:lnTo>
                  <a:lnTo>
                    <a:pt x="143691" y="37569"/>
                  </a:lnTo>
                  <a:lnTo>
                    <a:pt x="144589" y="38168"/>
                  </a:lnTo>
                  <a:lnTo>
                    <a:pt x="145936" y="39216"/>
                  </a:lnTo>
                  <a:lnTo>
                    <a:pt x="145936" y="39066"/>
                  </a:lnTo>
                  <a:lnTo>
                    <a:pt x="145487" y="38467"/>
                  </a:lnTo>
                  <a:lnTo>
                    <a:pt x="144889" y="38018"/>
                  </a:lnTo>
                  <a:lnTo>
                    <a:pt x="143841" y="37270"/>
                  </a:lnTo>
                  <a:lnTo>
                    <a:pt x="144140" y="36372"/>
                  </a:lnTo>
                  <a:lnTo>
                    <a:pt x="145188" y="37270"/>
                  </a:lnTo>
                  <a:lnTo>
                    <a:pt x="145936" y="37869"/>
                  </a:lnTo>
                  <a:lnTo>
                    <a:pt x="146834" y="38318"/>
                  </a:lnTo>
                  <a:lnTo>
                    <a:pt x="146834" y="38168"/>
                  </a:lnTo>
                  <a:lnTo>
                    <a:pt x="146086" y="37569"/>
                  </a:lnTo>
                  <a:lnTo>
                    <a:pt x="145338" y="36971"/>
                  </a:lnTo>
                  <a:lnTo>
                    <a:pt x="144140" y="36222"/>
                  </a:lnTo>
                  <a:lnTo>
                    <a:pt x="144440" y="35324"/>
                  </a:lnTo>
                  <a:lnTo>
                    <a:pt x="145487" y="36073"/>
                  </a:lnTo>
                  <a:lnTo>
                    <a:pt x="147134" y="37120"/>
                  </a:lnTo>
                  <a:lnTo>
                    <a:pt x="147283" y="37120"/>
                  </a:lnTo>
                  <a:lnTo>
                    <a:pt x="147283" y="36971"/>
                  </a:lnTo>
                  <a:lnTo>
                    <a:pt x="146535" y="36372"/>
                  </a:lnTo>
                  <a:lnTo>
                    <a:pt x="145936" y="35923"/>
                  </a:lnTo>
                  <a:lnTo>
                    <a:pt x="144589" y="35025"/>
                  </a:lnTo>
                  <a:lnTo>
                    <a:pt x="144889" y="34127"/>
                  </a:lnTo>
                  <a:lnTo>
                    <a:pt x="145787" y="34725"/>
                  </a:lnTo>
                  <a:lnTo>
                    <a:pt x="147882" y="35923"/>
                  </a:lnTo>
                  <a:lnTo>
                    <a:pt x="147134" y="35174"/>
                  </a:lnTo>
                  <a:lnTo>
                    <a:pt x="146236" y="34576"/>
                  </a:lnTo>
                  <a:lnTo>
                    <a:pt x="145038" y="33827"/>
                  </a:lnTo>
                  <a:lnTo>
                    <a:pt x="145038" y="33678"/>
                  </a:lnTo>
                  <a:close/>
                  <a:moveTo>
                    <a:pt x="140548" y="46999"/>
                  </a:moveTo>
                  <a:lnTo>
                    <a:pt x="140997" y="47448"/>
                  </a:lnTo>
                  <a:lnTo>
                    <a:pt x="140249" y="48047"/>
                  </a:lnTo>
                  <a:lnTo>
                    <a:pt x="140249" y="48047"/>
                  </a:lnTo>
                  <a:lnTo>
                    <a:pt x="140548" y="46999"/>
                  </a:lnTo>
                  <a:close/>
                  <a:moveTo>
                    <a:pt x="68852" y="46999"/>
                  </a:moveTo>
                  <a:lnTo>
                    <a:pt x="69151" y="48047"/>
                  </a:lnTo>
                  <a:lnTo>
                    <a:pt x="69151" y="48047"/>
                  </a:lnTo>
                  <a:lnTo>
                    <a:pt x="68403" y="47448"/>
                  </a:lnTo>
                  <a:lnTo>
                    <a:pt x="68852" y="46999"/>
                  </a:lnTo>
                  <a:close/>
                  <a:moveTo>
                    <a:pt x="96094" y="53286"/>
                  </a:moveTo>
                  <a:lnTo>
                    <a:pt x="95046" y="60620"/>
                  </a:lnTo>
                  <a:lnTo>
                    <a:pt x="94896" y="60620"/>
                  </a:lnTo>
                  <a:lnTo>
                    <a:pt x="93100" y="53884"/>
                  </a:lnTo>
                  <a:lnTo>
                    <a:pt x="96094" y="53286"/>
                  </a:lnTo>
                  <a:close/>
                  <a:moveTo>
                    <a:pt x="113007" y="53286"/>
                  </a:moveTo>
                  <a:lnTo>
                    <a:pt x="116150" y="53884"/>
                  </a:lnTo>
                  <a:lnTo>
                    <a:pt x="114803" y="60620"/>
                  </a:lnTo>
                  <a:lnTo>
                    <a:pt x="114055" y="60470"/>
                  </a:lnTo>
                  <a:lnTo>
                    <a:pt x="113007" y="53286"/>
                  </a:lnTo>
                  <a:close/>
                  <a:moveTo>
                    <a:pt x="110313" y="35174"/>
                  </a:moveTo>
                  <a:lnTo>
                    <a:pt x="114654" y="35624"/>
                  </a:lnTo>
                  <a:lnTo>
                    <a:pt x="118994" y="36372"/>
                  </a:lnTo>
                  <a:lnTo>
                    <a:pt x="118994" y="43257"/>
                  </a:lnTo>
                  <a:lnTo>
                    <a:pt x="122437" y="37270"/>
                  </a:lnTo>
                  <a:lnTo>
                    <a:pt x="127077" y="38617"/>
                  </a:lnTo>
                  <a:lnTo>
                    <a:pt x="131717" y="40413"/>
                  </a:lnTo>
                  <a:lnTo>
                    <a:pt x="136058" y="42359"/>
                  </a:lnTo>
                  <a:lnTo>
                    <a:pt x="140398" y="44754"/>
                  </a:lnTo>
                  <a:lnTo>
                    <a:pt x="138153" y="51190"/>
                  </a:lnTo>
                  <a:lnTo>
                    <a:pt x="138153" y="51190"/>
                  </a:lnTo>
                  <a:lnTo>
                    <a:pt x="143392" y="46700"/>
                  </a:lnTo>
                  <a:lnTo>
                    <a:pt x="145637" y="48197"/>
                  </a:lnTo>
                  <a:lnTo>
                    <a:pt x="147733" y="49843"/>
                  </a:lnTo>
                  <a:lnTo>
                    <a:pt x="149828" y="51489"/>
                  </a:lnTo>
                  <a:lnTo>
                    <a:pt x="151774" y="53286"/>
                  </a:lnTo>
                  <a:lnTo>
                    <a:pt x="138902" y="63164"/>
                  </a:lnTo>
                  <a:lnTo>
                    <a:pt x="136207" y="61069"/>
                  </a:lnTo>
                  <a:lnTo>
                    <a:pt x="133513" y="59273"/>
                  </a:lnTo>
                  <a:lnTo>
                    <a:pt x="135609" y="55980"/>
                  </a:lnTo>
                  <a:lnTo>
                    <a:pt x="136357" y="55980"/>
                  </a:lnTo>
                  <a:lnTo>
                    <a:pt x="137105" y="55830"/>
                  </a:lnTo>
                  <a:lnTo>
                    <a:pt x="137704" y="55231"/>
                  </a:lnTo>
                  <a:lnTo>
                    <a:pt x="138153" y="54483"/>
                  </a:lnTo>
                  <a:lnTo>
                    <a:pt x="138303" y="54034"/>
                  </a:lnTo>
                  <a:lnTo>
                    <a:pt x="138303" y="53735"/>
                  </a:lnTo>
                  <a:lnTo>
                    <a:pt x="138003" y="52837"/>
                  </a:lnTo>
                  <a:lnTo>
                    <a:pt x="137554" y="52238"/>
                  </a:lnTo>
                  <a:lnTo>
                    <a:pt x="137255" y="51938"/>
                  </a:lnTo>
                  <a:lnTo>
                    <a:pt x="136806" y="51789"/>
                  </a:lnTo>
                  <a:lnTo>
                    <a:pt x="136357" y="51639"/>
                  </a:lnTo>
                  <a:lnTo>
                    <a:pt x="135908" y="51639"/>
                  </a:lnTo>
                  <a:lnTo>
                    <a:pt x="135160" y="51789"/>
                  </a:lnTo>
                  <a:lnTo>
                    <a:pt x="134411" y="52388"/>
                  </a:lnTo>
                  <a:lnTo>
                    <a:pt x="134261" y="52687"/>
                  </a:lnTo>
                  <a:lnTo>
                    <a:pt x="133962" y="53136"/>
                  </a:lnTo>
                  <a:lnTo>
                    <a:pt x="133962" y="53735"/>
                  </a:lnTo>
                  <a:lnTo>
                    <a:pt x="133962" y="54483"/>
                  </a:lnTo>
                  <a:lnTo>
                    <a:pt x="134261" y="55082"/>
                  </a:lnTo>
                  <a:lnTo>
                    <a:pt x="134711" y="55531"/>
                  </a:lnTo>
                  <a:lnTo>
                    <a:pt x="132765" y="58824"/>
                  </a:lnTo>
                  <a:lnTo>
                    <a:pt x="129172" y="56728"/>
                  </a:lnTo>
                  <a:lnTo>
                    <a:pt x="125430" y="54932"/>
                  </a:lnTo>
                  <a:lnTo>
                    <a:pt x="121539" y="53585"/>
                  </a:lnTo>
                  <a:lnTo>
                    <a:pt x="117348" y="52388"/>
                  </a:lnTo>
                  <a:lnTo>
                    <a:pt x="118246" y="48346"/>
                  </a:lnTo>
                  <a:lnTo>
                    <a:pt x="118994" y="48047"/>
                  </a:lnTo>
                  <a:lnTo>
                    <a:pt x="119743" y="47598"/>
                  </a:lnTo>
                  <a:lnTo>
                    <a:pt x="120192" y="46999"/>
                  </a:lnTo>
                  <a:lnTo>
                    <a:pt x="120341" y="46101"/>
                  </a:lnTo>
                  <a:lnTo>
                    <a:pt x="120341" y="45652"/>
                  </a:lnTo>
                  <a:lnTo>
                    <a:pt x="120192" y="45203"/>
                  </a:lnTo>
                  <a:lnTo>
                    <a:pt x="119743" y="44604"/>
                  </a:lnTo>
                  <a:lnTo>
                    <a:pt x="118994" y="44155"/>
                  </a:lnTo>
                  <a:lnTo>
                    <a:pt x="118545" y="44006"/>
                  </a:lnTo>
                  <a:lnTo>
                    <a:pt x="118096" y="43856"/>
                  </a:lnTo>
                  <a:lnTo>
                    <a:pt x="117647" y="44006"/>
                  </a:lnTo>
                  <a:lnTo>
                    <a:pt x="117198" y="44155"/>
                  </a:lnTo>
                  <a:lnTo>
                    <a:pt x="116599" y="44604"/>
                  </a:lnTo>
                  <a:lnTo>
                    <a:pt x="116150" y="45203"/>
                  </a:lnTo>
                  <a:lnTo>
                    <a:pt x="116001" y="45652"/>
                  </a:lnTo>
                  <a:lnTo>
                    <a:pt x="115851" y="46101"/>
                  </a:lnTo>
                  <a:lnTo>
                    <a:pt x="116001" y="46849"/>
                  </a:lnTo>
                  <a:lnTo>
                    <a:pt x="116300" y="47298"/>
                  </a:lnTo>
                  <a:lnTo>
                    <a:pt x="116749" y="47897"/>
                  </a:lnTo>
                  <a:lnTo>
                    <a:pt x="117348" y="48197"/>
                  </a:lnTo>
                  <a:lnTo>
                    <a:pt x="116450" y="52238"/>
                  </a:lnTo>
                  <a:lnTo>
                    <a:pt x="112708" y="51489"/>
                  </a:lnTo>
                  <a:lnTo>
                    <a:pt x="110313" y="35174"/>
                  </a:lnTo>
                  <a:close/>
                  <a:moveTo>
                    <a:pt x="98488" y="35174"/>
                  </a:moveTo>
                  <a:lnTo>
                    <a:pt x="96243" y="51489"/>
                  </a:lnTo>
                  <a:lnTo>
                    <a:pt x="92651" y="52238"/>
                  </a:lnTo>
                  <a:lnTo>
                    <a:pt x="91453" y="48346"/>
                  </a:lnTo>
                  <a:lnTo>
                    <a:pt x="92052" y="47747"/>
                  </a:lnTo>
                  <a:lnTo>
                    <a:pt x="92501" y="46999"/>
                  </a:lnTo>
                  <a:lnTo>
                    <a:pt x="92501" y="46251"/>
                  </a:lnTo>
                  <a:lnTo>
                    <a:pt x="92352" y="45353"/>
                  </a:lnTo>
                  <a:lnTo>
                    <a:pt x="92052" y="45053"/>
                  </a:lnTo>
                  <a:lnTo>
                    <a:pt x="91753" y="44754"/>
                  </a:lnTo>
                  <a:lnTo>
                    <a:pt x="91004" y="44305"/>
                  </a:lnTo>
                  <a:lnTo>
                    <a:pt x="90256" y="44155"/>
                  </a:lnTo>
                  <a:lnTo>
                    <a:pt x="89807" y="44305"/>
                  </a:lnTo>
                  <a:lnTo>
                    <a:pt x="89358" y="44455"/>
                  </a:lnTo>
                  <a:lnTo>
                    <a:pt x="88909" y="44604"/>
                  </a:lnTo>
                  <a:lnTo>
                    <a:pt x="88610" y="44904"/>
                  </a:lnTo>
                  <a:lnTo>
                    <a:pt x="88310" y="45652"/>
                  </a:lnTo>
                  <a:lnTo>
                    <a:pt x="88161" y="46550"/>
                  </a:lnTo>
                  <a:lnTo>
                    <a:pt x="88161" y="46999"/>
                  </a:lnTo>
                  <a:lnTo>
                    <a:pt x="88310" y="47448"/>
                  </a:lnTo>
                  <a:lnTo>
                    <a:pt x="88759" y="47897"/>
                  </a:lnTo>
                  <a:lnTo>
                    <a:pt x="89208" y="48346"/>
                  </a:lnTo>
                  <a:lnTo>
                    <a:pt x="89807" y="48496"/>
                  </a:lnTo>
                  <a:lnTo>
                    <a:pt x="90555" y="48646"/>
                  </a:lnTo>
                  <a:lnTo>
                    <a:pt x="91603" y="52537"/>
                  </a:lnTo>
                  <a:lnTo>
                    <a:pt x="87412" y="53735"/>
                  </a:lnTo>
                  <a:lnTo>
                    <a:pt x="83521" y="55231"/>
                  </a:lnTo>
                  <a:lnTo>
                    <a:pt x="79629" y="57028"/>
                  </a:lnTo>
                  <a:lnTo>
                    <a:pt x="75887" y="59273"/>
                  </a:lnTo>
                  <a:lnTo>
                    <a:pt x="73941" y="55680"/>
                  </a:lnTo>
                  <a:lnTo>
                    <a:pt x="74390" y="54932"/>
                  </a:lnTo>
                  <a:lnTo>
                    <a:pt x="74540" y="54034"/>
                  </a:lnTo>
                  <a:lnTo>
                    <a:pt x="74240" y="53286"/>
                  </a:lnTo>
                  <a:lnTo>
                    <a:pt x="73791" y="52537"/>
                  </a:lnTo>
                  <a:lnTo>
                    <a:pt x="73492" y="52238"/>
                  </a:lnTo>
                  <a:lnTo>
                    <a:pt x="73043" y="52088"/>
                  </a:lnTo>
                  <a:lnTo>
                    <a:pt x="72295" y="51938"/>
                  </a:lnTo>
                  <a:lnTo>
                    <a:pt x="71397" y="52088"/>
                  </a:lnTo>
                  <a:lnTo>
                    <a:pt x="71097" y="52388"/>
                  </a:lnTo>
                  <a:lnTo>
                    <a:pt x="70648" y="52687"/>
                  </a:lnTo>
                  <a:lnTo>
                    <a:pt x="70499" y="52986"/>
                  </a:lnTo>
                  <a:lnTo>
                    <a:pt x="70199" y="53286"/>
                  </a:lnTo>
                  <a:lnTo>
                    <a:pt x="70049" y="54184"/>
                  </a:lnTo>
                  <a:lnTo>
                    <a:pt x="70199" y="55082"/>
                  </a:lnTo>
                  <a:lnTo>
                    <a:pt x="70499" y="55381"/>
                  </a:lnTo>
                  <a:lnTo>
                    <a:pt x="70798" y="55680"/>
                  </a:lnTo>
                  <a:lnTo>
                    <a:pt x="71247" y="56129"/>
                  </a:lnTo>
                  <a:lnTo>
                    <a:pt x="71846" y="56279"/>
                  </a:lnTo>
                  <a:lnTo>
                    <a:pt x="72444" y="56429"/>
                  </a:lnTo>
                  <a:lnTo>
                    <a:pt x="73043" y="56279"/>
                  </a:lnTo>
                  <a:lnTo>
                    <a:pt x="75139" y="59722"/>
                  </a:lnTo>
                  <a:lnTo>
                    <a:pt x="72444" y="61668"/>
                  </a:lnTo>
                  <a:lnTo>
                    <a:pt x="69750" y="63763"/>
                  </a:lnTo>
                  <a:lnTo>
                    <a:pt x="56728" y="54184"/>
                  </a:lnTo>
                  <a:lnTo>
                    <a:pt x="58824" y="52088"/>
                  </a:lnTo>
                  <a:lnTo>
                    <a:pt x="61218" y="50142"/>
                  </a:lnTo>
                  <a:lnTo>
                    <a:pt x="63613" y="48346"/>
                  </a:lnTo>
                  <a:lnTo>
                    <a:pt x="66008" y="46550"/>
                  </a:lnTo>
                  <a:lnTo>
                    <a:pt x="71247" y="51190"/>
                  </a:lnTo>
                  <a:lnTo>
                    <a:pt x="71247" y="51190"/>
                  </a:lnTo>
                  <a:lnTo>
                    <a:pt x="69151" y="44754"/>
                  </a:lnTo>
                  <a:lnTo>
                    <a:pt x="73342" y="42359"/>
                  </a:lnTo>
                  <a:lnTo>
                    <a:pt x="77683" y="40264"/>
                  </a:lnTo>
                  <a:lnTo>
                    <a:pt x="82323" y="38617"/>
                  </a:lnTo>
                  <a:lnTo>
                    <a:pt x="86963" y="37120"/>
                  </a:lnTo>
                  <a:lnTo>
                    <a:pt x="90406" y="43257"/>
                  </a:lnTo>
                  <a:lnTo>
                    <a:pt x="90555" y="36372"/>
                  </a:lnTo>
                  <a:lnTo>
                    <a:pt x="94447" y="35624"/>
                  </a:lnTo>
                  <a:lnTo>
                    <a:pt x="98488" y="35174"/>
                  </a:lnTo>
                  <a:close/>
                  <a:moveTo>
                    <a:pt x="56878" y="38467"/>
                  </a:moveTo>
                  <a:lnTo>
                    <a:pt x="65260" y="45951"/>
                  </a:lnTo>
                  <a:lnTo>
                    <a:pt x="62865" y="47747"/>
                  </a:lnTo>
                  <a:lnTo>
                    <a:pt x="60470" y="49544"/>
                  </a:lnTo>
                  <a:lnTo>
                    <a:pt x="58075" y="51489"/>
                  </a:lnTo>
                  <a:lnTo>
                    <a:pt x="55830" y="53585"/>
                  </a:lnTo>
                  <a:lnTo>
                    <a:pt x="48196" y="47897"/>
                  </a:lnTo>
                  <a:lnTo>
                    <a:pt x="47298" y="48646"/>
                  </a:lnTo>
                  <a:lnTo>
                    <a:pt x="53136" y="56279"/>
                  </a:lnTo>
                  <a:lnTo>
                    <a:pt x="51040" y="58524"/>
                  </a:lnTo>
                  <a:lnTo>
                    <a:pt x="49244" y="60770"/>
                  </a:lnTo>
                  <a:lnTo>
                    <a:pt x="47448" y="63164"/>
                  </a:lnTo>
                  <a:lnTo>
                    <a:pt x="45802" y="65559"/>
                  </a:lnTo>
                  <a:lnTo>
                    <a:pt x="38018" y="57477"/>
                  </a:lnTo>
                  <a:lnTo>
                    <a:pt x="40114" y="54782"/>
                  </a:lnTo>
                  <a:lnTo>
                    <a:pt x="42209" y="52238"/>
                  </a:lnTo>
                  <a:lnTo>
                    <a:pt x="44454" y="49693"/>
                  </a:lnTo>
                  <a:lnTo>
                    <a:pt x="46700" y="47298"/>
                  </a:lnTo>
                  <a:lnTo>
                    <a:pt x="49094" y="44904"/>
                  </a:lnTo>
                  <a:lnTo>
                    <a:pt x="51639" y="42658"/>
                  </a:lnTo>
                  <a:lnTo>
                    <a:pt x="54184" y="40563"/>
                  </a:lnTo>
                  <a:lnTo>
                    <a:pt x="56878" y="38467"/>
                  </a:lnTo>
                  <a:close/>
                  <a:moveTo>
                    <a:pt x="152522" y="38617"/>
                  </a:moveTo>
                  <a:lnTo>
                    <a:pt x="155216" y="40563"/>
                  </a:lnTo>
                  <a:lnTo>
                    <a:pt x="157761" y="42658"/>
                  </a:lnTo>
                  <a:lnTo>
                    <a:pt x="160306" y="44904"/>
                  </a:lnTo>
                  <a:lnTo>
                    <a:pt x="162700" y="47298"/>
                  </a:lnTo>
                  <a:lnTo>
                    <a:pt x="164946" y="49693"/>
                  </a:lnTo>
                  <a:lnTo>
                    <a:pt x="167191" y="52238"/>
                  </a:lnTo>
                  <a:lnTo>
                    <a:pt x="169286" y="54932"/>
                  </a:lnTo>
                  <a:lnTo>
                    <a:pt x="171382" y="57626"/>
                  </a:lnTo>
                  <a:lnTo>
                    <a:pt x="163748" y="65559"/>
                  </a:lnTo>
                  <a:lnTo>
                    <a:pt x="161802" y="62865"/>
                  </a:lnTo>
                  <a:lnTo>
                    <a:pt x="159707" y="60320"/>
                  </a:lnTo>
                  <a:lnTo>
                    <a:pt x="157611" y="57776"/>
                  </a:lnTo>
                  <a:lnTo>
                    <a:pt x="155366" y="55381"/>
                  </a:lnTo>
                  <a:lnTo>
                    <a:pt x="161054" y="47897"/>
                  </a:lnTo>
                  <a:lnTo>
                    <a:pt x="160156" y="46999"/>
                  </a:lnTo>
                  <a:lnTo>
                    <a:pt x="152672" y="52687"/>
                  </a:lnTo>
                  <a:lnTo>
                    <a:pt x="150576" y="50891"/>
                  </a:lnTo>
                  <a:lnTo>
                    <a:pt x="148481" y="49095"/>
                  </a:lnTo>
                  <a:lnTo>
                    <a:pt x="146385" y="47448"/>
                  </a:lnTo>
                  <a:lnTo>
                    <a:pt x="144140" y="45951"/>
                  </a:lnTo>
                  <a:lnTo>
                    <a:pt x="152522" y="38617"/>
                  </a:lnTo>
                  <a:close/>
                  <a:moveTo>
                    <a:pt x="117048" y="54184"/>
                  </a:moveTo>
                  <a:lnTo>
                    <a:pt x="120940" y="55231"/>
                  </a:lnTo>
                  <a:lnTo>
                    <a:pt x="124682" y="56579"/>
                  </a:lnTo>
                  <a:lnTo>
                    <a:pt x="128424" y="58375"/>
                  </a:lnTo>
                  <a:lnTo>
                    <a:pt x="131867" y="60320"/>
                  </a:lnTo>
                  <a:lnTo>
                    <a:pt x="128274" y="66158"/>
                  </a:lnTo>
                  <a:lnTo>
                    <a:pt x="125281" y="64511"/>
                  </a:lnTo>
                  <a:lnTo>
                    <a:pt x="122287" y="63015"/>
                  </a:lnTo>
                  <a:lnTo>
                    <a:pt x="118994" y="61817"/>
                  </a:lnTo>
                  <a:lnTo>
                    <a:pt x="115701" y="60919"/>
                  </a:lnTo>
                  <a:lnTo>
                    <a:pt x="117048" y="54184"/>
                  </a:lnTo>
                  <a:close/>
                  <a:moveTo>
                    <a:pt x="92052" y="54184"/>
                  </a:moveTo>
                  <a:lnTo>
                    <a:pt x="93998" y="60770"/>
                  </a:lnTo>
                  <a:lnTo>
                    <a:pt x="90406" y="61817"/>
                  </a:lnTo>
                  <a:lnTo>
                    <a:pt x="86813" y="63164"/>
                  </a:lnTo>
                  <a:lnTo>
                    <a:pt x="83521" y="64811"/>
                  </a:lnTo>
                  <a:lnTo>
                    <a:pt x="80228" y="66757"/>
                  </a:lnTo>
                  <a:lnTo>
                    <a:pt x="76785" y="60770"/>
                  </a:lnTo>
                  <a:lnTo>
                    <a:pt x="80377" y="58674"/>
                  </a:lnTo>
                  <a:lnTo>
                    <a:pt x="84119" y="56878"/>
                  </a:lnTo>
                  <a:lnTo>
                    <a:pt x="88011" y="55381"/>
                  </a:lnTo>
                  <a:lnTo>
                    <a:pt x="92052" y="54184"/>
                  </a:lnTo>
                  <a:close/>
                  <a:moveTo>
                    <a:pt x="132615" y="60770"/>
                  </a:moveTo>
                  <a:lnTo>
                    <a:pt x="135160" y="62416"/>
                  </a:lnTo>
                  <a:lnTo>
                    <a:pt x="137405" y="64212"/>
                  </a:lnTo>
                  <a:lnTo>
                    <a:pt x="131717" y="68553"/>
                  </a:lnTo>
                  <a:lnTo>
                    <a:pt x="129172" y="66607"/>
                  </a:lnTo>
                  <a:lnTo>
                    <a:pt x="132615" y="60770"/>
                  </a:lnTo>
                  <a:close/>
                  <a:moveTo>
                    <a:pt x="37569" y="58375"/>
                  </a:moveTo>
                  <a:lnTo>
                    <a:pt x="38168" y="59123"/>
                  </a:lnTo>
                  <a:lnTo>
                    <a:pt x="37420" y="60320"/>
                  </a:lnTo>
                  <a:lnTo>
                    <a:pt x="36971" y="61219"/>
                  </a:lnTo>
                  <a:lnTo>
                    <a:pt x="36671" y="62117"/>
                  </a:lnTo>
                  <a:lnTo>
                    <a:pt x="37719" y="60470"/>
                  </a:lnTo>
                  <a:lnTo>
                    <a:pt x="38467" y="59273"/>
                  </a:lnTo>
                  <a:lnTo>
                    <a:pt x="39066" y="60021"/>
                  </a:lnTo>
                  <a:lnTo>
                    <a:pt x="38318" y="61219"/>
                  </a:lnTo>
                  <a:lnTo>
                    <a:pt x="37869" y="62117"/>
                  </a:lnTo>
                  <a:lnTo>
                    <a:pt x="37569" y="63015"/>
                  </a:lnTo>
                  <a:lnTo>
                    <a:pt x="37569" y="63015"/>
                  </a:lnTo>
                  <a:lnTo>
                    <a:pt x="38168" y="62266"/>
                  </a:lnTo>
                  <a:lnTo>
                    <a:pt x="38617" y="61368"/>
                  </a:lnTo>
                  <a:lnTo>
                    <a:pt x="39216" y="60171"/>
                  </a:lnTo>
                  <a:lnTo>
                    <a:pt x="39814" y="60770"/>
                  </a:lnTo>
                  <a:lnTo>
                    <a:pt x="39066" y="62117"/>
                  </a:lnTo>
                  <a:lnTo>
                    <a:pt x="38916" y="62715"/>
                  </a:lnTo>
                  <a:lnTo>
                    <a:pt x="38617" y="63314"/>
                  </a:lnTo>
                  <a:lnTo>
                    <a:pt x="38767" y="63464"/>
                  </a:lnTo>
                  <a:lnTo>
                    <a:pt x="39665" y="61967"/>
                  </a:lnTo>
                  <a:lnTo>
                    <a:pt x="40114" y="61069"/>
                  </a:lnTo>
                  <a:lnTo>
                    <a:pt x="40862" y="61967"/>
                  </a:lnTo>
                  <a:lnTo>
                    <a:pt x="40413" y="62865"/>
                  </a:lnTo>
                  <a:lnTo>
                    <a:pt x="39964" y="63613"/>
                  </a:lnTo>
                  <a:lnTo>
                    <a:pt x="39665" y="64511"/>
                  </a:lnTo>
                  <a:lnTo>
                    <a:pt x="39814" y="64511"/>
                  </a:lnTo>
                  <a:lnTo>
                    <a:pt x="40263" y="63763"/>
                  </a:lnTo>
                  <a:lnTo>
                    <a:pt x="40563" y="63015"/>
                  </a:lnTo>
                  <a:lnTo>
                    <a:pt x="41162" y="62117"/>
                  </a:lnTo>
                  <a:lnTo>
                    <a:pt x="41760" y="62865"/>
                  </a:lnTo>
                  <a:lnTo>
                    <a:pt x="41311" y="63613"/>
                  </a:lnTo>
                  <a:lnTo>
                    <a:pt x="40862" y="64362"/>
                  </a:lnTo>
                  <a:lnTo>
                    <a:pt x="40563" y="65110"/>
                  </a:lnTo>
                  <a:lnTo>
                    <a:pt x="40713" y="65110"/>
                  </a:lnTo>
                  <a:lnTo>
                    <a:pt x="41760" y="63314"/>
                  </a:lnTo>
                  <a:lnTo>
                    <a:pt x="41910" y="63015"/>
                  </a:lnTo>
                  <a:lnTo>
                    <a:pt x="42509" y="63613"/>
                  </a:lnTo>
                  <a:lnTo>
                    <a:pt x="42209" y="64062"/>
                  </a:lnTo>
                  <a:lnTo>
                    <a:pt x="41611" y="65559"/>
                  </a:lnTo>
                  <a:lnTo>
                    <a:pt x="41760" y="65559"/>
                  </a:lnTo>
                  <a:lnTo>
                    <a:pt x="42359" y="64212"/>
                  </a:lnTo>
                  <a:lnTo>
                    <a:pt x="42658" y="63763"/>
                  </a:lnTo>
                  <a:lnTo>
                    <a:pt x="43257" y="64362"/>
                  </a:lnTo>
                  <a:lnTo>
                    <a:pt x="42958" y="64961"/>
                  </a:lnTo>
                  <a:lnTo>
                    <a:pt x="42509" y="66008"/>
                  </a:lnTo>
                  <a:lnTo>
                    <a:pt x="43107" y="65410"/>
                  </a:lnTo>
                  <a:lnTo>
                    <a:pt x="43407" y="64511"/>
                  </a:lnTo>
                  <a:lnTo>
                    <a:pt x="44005" y="65110"/>
                  </a:lnTo>
                  <a:lnTo>
                    <a:pt x="43856" y="65410"/>
                  </a:lnTo>
                  <a:lnTo>
                    <a:pt x="43556" y="66008"/>
                  </a:lnTo>
                  <a:lnTo>
                    <a:pt x="43407" y="66457"/>
                  </a:lnTo>
                  <a:lnTo>
                    <a:pt x="43556" y="66607"/>
                  </a:lnTo>
                  <a:lnTo>
                    <a:pt x="44005" y="65559"/>
                  </a:lnTo>
                  <a:lnTo>
                    <a:pt x="44155" y="65410"/>
                  </a:lnTo>
                  <a:lnTo>
                    <a:pt x="44754" y="65859"/>
                  </a:lnTo>
                  <a:lnTo>
                    <a:pt x="44155" y="67056"/>
                  </a:lnTo>
                  <a:lnTo>
                    <a:pt x="44305" y="67206"/>
                  </a:lnTo>
                  <a:lnTo>
                    <a:pt x="44904" y="66158"/>
                  </a:lnTo>
                  <a:lnTo>
                    <a:pt x="45203" y="66457"/>
                  </a:lnTo>
                  <a:lnTo>
                    <a:pt x="45353" y="66607"/>
                  </a:lnTo>
                  <a:lnTo>
                    <a:pt x="45203" y="66757"/>
                  </a:lnTo>
                  <a:lnTo>
                    <a:pt x="45053" y="67206"/>
                  </a:lnTo>
                  <a:lnTo>
                    <a:pt x="45053" y="67655"/>
                  </a:lnTo>
                  <a:lnTo>
                    <a:pt x="45053" y="67804"/>
                  </a:lnTo>
                  <a:lnTo>
                    <a:pt x="45203" y="67804"/>
                  </a:lnTo>
                  <a:lnTo>
                    <a:pt x="45502" y="66906"/>
                  </a:lnTo>
                  <a:lnTo>
                    <a:pt x="45502" y="66757"/>
                  </a:lnTo>
                  <a:lnTo>
                    <a:pt x="45951" y="67206"/>
                  </a:lnTo>
                  <a:lnTo>
                    <a:pt x="46101" y="67355"/>
                  </a:lnTo>
                  <a:lnTo>
                    <a:pt x="45802" y="68104"/>
                  </a:lnTo>
                  <a:lnTo>
                    <a:pt x="45951" y="68104"/>
                  </a:lnTo>
                  <a:lnTo>
                    <a:pt x="46251" y="67505"/>
                  </a:lnTo>
                  <a:lnTo>
                    <a:pt x="46849" y="68104"/>
                  </a:lnTo>
                  <a:lnTo>
                    <a:pt x="46700" y="68104"/>
                  </a:lnTo>
                  <a:lnTo>
                    <a:pt x="46700" y="68702"/>
                  </a:lnTo>
                  <a:lnTo>
                    <a:pt x="45203" y="68253"/>
                  </a:lnTo>
                  <a:lnTo>
                    <a:pt x="44155" y="68104"/>
                  </a:lnTo>
                  <a:lnTo>
                    <a:pt x="33378" y="64961"/>
                  </a:lnTo>
                  <a:lnTo>
                    <a:pt x="35534" y="61368"/>
                  </a:lnTo>
                  <a:lnTo>
                    <a:pt x="35623" y="61368"/>
                  </a:lnTo>
                  <a:lnTo>
                    <a:pt x="36971" y="59422"/>
                  </a:lnTo>
                  <a:lnTo>
                    <a:pt x="37569" y="58375"/>
                  </a:lnTo>
                  <a:close/>
                  <a:moveTo>
                    <a:pt x="171831" y="58375"/>
                  </a:moveTo>
                  <a:lnTo>
                    <a:pt x="172579" y="59422"/>
                  </a:lnTo>
                  <a:lnTo>
                    <a:pt x="173777" y="61368"/>
                  </a:lnTo>
                  <a:lnTo>
                    <a:pt x="173926" y="61368"/>
                  </a:lnTo>
                  <a:lnTo>
                    <a:pt x="176022" y="64961"/>
                  </a:lnTo>
                  <a:lnTo>
                    <a:pt x="165245" y="68104"/>
                  </a:lnTo>
                  <a:lnTo>
                    <a:pt x="164197" y="68403"/>
                  </a:lnTo>
                  <a:lnTo>
                    <a:pt x="162850" y="68702"/>
                  </a:lnTo>
                  <a:lnTo>
                    <a:pt x="162700" y="68104"/>
                  </a:lnTo>
                  <a:lnTo>
                    <a:pt x="163149" y="67505"/>
                  </a:lnTo>
                  <a:lnTo>
                    <a:pt x="163449" y="68104"/>
                  </a:lnTo>
                  <a:lnTo>
                    <a:pt x="163598" y="68104"/>
                  </a:lnTo>
                  <a:lnTo>
                    <a:pt x="163449" y="67355"/>
                  </a:lnTo>
                  <a:lnTo>
                    <a:pt x="163449" y="67206"/>
                  </a:lnTo>
                  <a:lnTo>
                    <a:pt x="163898" y="66757"/>
                  </a:lnTo>
                  <a:lnTo>
                    <a:pt x="163898" y="66906"/>
                  </a:lnTo>
                  <a:lnTo>
                    <a:pt x="164347" y="67804"/>
                  </a:lnTo>
                  <a:lnTo>
                    <a:pt x="164497" y="67655"/>
                  </a:lnTo>
                  <a:lnTo>
                    <a:pt x="164347" y="67206"/>
                  </a:lnTo>
                  <a:lnTo>
                    <a:pt x="164197" y="66757"/>
                  </a:lnTo>
                  <a:lnTo>
                    <a:pt x="164047" y="66607"/>
                  </a:lnTo>
                  <a:lnTo>
                    <a:pt x="164197" y="66457"/>
                  </a:lnTo>
                  <a:lnTo>
                    <a:pt x="164497" y="66158"/>
                  </a:lnTo>
                  <a:lnTo>
                    <a:pt x="165095" y="67206"/>
                  </a:lnTo>
                  <a:lnTo>
                    <a:pt x="165245" y="67206"/>
                  </a:lnTo>
                  <a:lnTo>
                    <a:pt x="165245" y="67056"/>
                  </a:lnTo>
                  <a:lnTo>
                    <a:pt x="164796" y="65859"/>
                  </a:lnTo>
                  <a:lnTo>
                    <a:pt x="165245" y="65410"/>
                  </a:lnTo>
                  <a:lnTo>
                    <a:pt x="165395" y="65559"/>
                  </a:lnTo>
                  <a:lnTo>
                    <a:pt x="165993" y="66607"/>
                  </a:lnTo>
                  <a:lnTo>
                    <a:pt x="165993" y="66457"/>
                  </a:lnTo>
                  <a:lnTo>
                    <a:pt x="165844" y="66008"/>
                  </a:lnTo>
                  <a:lnTo>
                    <a:pt x="165544" y="65410"/>
                  </a:lnTo>
                  <a:lnTo>
                    <a:pt x="165395" y="65110"/>
                  </a:lnTo>
                  <a:lnTo>
                    <a:pt x="165993" y="64511"/>
                  </a:lnTo>
                  <a:lnTo>
                    <a:pt x="166442" y="65410"/>
                  </a:lnTo>
                  <a:lnTo>
                    <a:pt x="166891" y="66008"/>
                  </a:lnTo>
                  <a:lnTo>
                    <a:pt x="167041" y="66008"/>
                  </a:lnTo>
                  <a:lnTo>
                    <a:pt x="166442" y="64961"/>
                  </a:lnTo>
                  <a:lnTo>
                    <a:pt x="166143" y="64362"/>
                  </a:lnTo>
                  <a:lnTo>
                    <a:pt x="166742" y="63763"/>
                  </a:lnTo>
                  <a:lnTo>
                    <a:pt x="167041" y="64212"/>
                  </a:lnTo>
                  <a:lnTo>
                    <a:pt x="167640" y="65559"/>
                  </a:lnTo>
                  <a:lnTo>
                    <a:pt x="167789" y="65559"/>
                  </a:lnTo>
                  <a:lnTo>
                    <a:pt x="167191" y="64062"/>
                  </a:lnTo>
                  <a:lnTo>
                    <a:pt x="166891" y="63613"/>
                  </a:lnTo>
                  <a:lnTo>
                    <a:pt x="167490" y="63015"/>
                  </a:lnTo>
                  <a:lnTo>
                    <a:pt x="167789" y="63314"/>
                  </a:lnTo>
                  <a:lnTo>
                    <a:pt x="168687" y="65110"/>
                  </a:lnTo>
                  <a:lnTo>
                    <a:pt x="168837" y="65110"/>
                  </a:lnTo>
                  <a:lnTo>
                    <a:pt x="168538" y="64362"/>
                  </a:lnTo>
                  <a:lnTo>
                    <a:pt x="168238" y="63613"/>
                  </a:lnTo>
                  <a:lnTo>
                    <a:pt x="167640" y="62865"/>
                  </a:lnTo>
                  <a:lnTo>
                    <a:pt x="168388" y="62117"/>
                  </a:lnTo>
                  <a:lnTo>
                    <a:pt x="168837" y="63015"/>
                  </a:lnTo>
                  <a:lnTo>
                    <a:pt x="169286" y="63763"/>
                  </a:lnTo>
                  <a:lnTo>
                    <a:pt x="169735" y="64511"/>
                  </a:lnTo>
                  <a:lnTo>
                    <a:pt x="169436" y="63613"/>
                  </a:lnTo>
                  <a:lnTo>
                    <a:pt x="168987" y="62865"/>
                  </a:lnTo>
                  <a:lnTo>
                    <a:pt x="168538" y="61967"/>
                  </a:lnTo>
                  <a:lnTo>
                    <a:pt x="169436" y="61069"/>
                  </a:lnTo>
                  <a:lnTo>
                    <a:pt x="169885" y="61967"/>
                  </a:lnTo>
                  <a:lnTo>
                    <a:pt x="170633" y="63464"/>
                  </a:lnTo>
                  <a:lnTo>
                    <a:pt x="170783" y="63464"/>
                  </a:lnTo>
                  <a:lnTo>
                    <a:pt x="170783" y="63314"/>
                  </a:lnTo>
                  <a:lnTo>
                    <a:pt x="170633" y="62715"/>
                  </a:lnTo>
                  <a:lnTo>
                    <a:pt x="170334" y="62117"/>
                  </a:lnTo>
                  <a:lnTo>
                    <a:pt x="169586" y="60770"/>
                  </a:lnTo>
                  <a:lnTo>
                    <a:pt x="170184" y="60171"/>
                  </a:lnTo>
                  <a:lnTo>
                    <a:pt x="170783" y="61368"/>
                  </a:lnTo>
                  <a:lnTo>
                    <a:pt x="171232" y="62266"/>
                  </a:lnTo>
                  <a:lnTo>
                    <a:pt x="171831" y="63015"/>
                  </a:lnTo>
                  <a:lnTo>
                    <a:pt x="171531" y="62117"/>
                  </a:lnTo>
                  <a:lnTo>
                    <a:pt x="171082" y="61219"/>
                  </a:lnTo>
                  <a:lnTo>
                    <a:pt x="170334" y="60021"/>
                  </a:lnTo>
                  <a:lnTo>
                    <a:pt x="171082" y="59273"/>
                  </a:lnTo>
                  <a:lnTo>
                    <a:pt x="171681" y="60470"/>
                  </a:lnTo>
                  <a:lnTo>
                    <a:pt x="172729" y="62117"/>
                  </a:lnTo>
                  <a:lnTo>
                    <a:pt x="172878" y="62117"/>
                  </a:lnTo>
                  <a:lnTo>
                    <a:pt x="172429" y="61219"/>
                  </a:lnTo>
                  <a:lnTo>
                    <a:pt x="171980" y="60320"/>
                  </a:lnTo>
                  <a:lnTo>
                    <a:pt x="171232" y="59123"/>
                  </a:lnTo>
                  <a:lnTo>
                    <a:pt x="171831" y="58375"/>
                  </a:lnTo>
                  <a:close/>
                  <a:moveTo>
                    <a:pt x="46999" y="68253"/>
                  </a:moveTo>
                  <a:lnTo>
                    <a:pt x="47747" y="69002"/>
                  </a:lnTo>
                  <a:lnTo>
                    <a:pt x="47747" y="69002"/>
                  </a:lnTo>
                  <a:lnTo>
                    <a:pt x="46849" y="68852"/>
                  </a:lnTo>
                  <a:lnTo>
                    <a:pt x="46999" y="68253"/>
                  </a:lnTo>
                  <a:close/>
                  <a:moveTo>
                    <a:pt x="162401" y="68253"/>
                  </a:moveTo>
                  <a:lnTo>
                    <a:pt x="162700" y="68852"/>
                  </a:lnTo>
                  <a:lnTo>
                    <a:pt x="161653" y="69002"/>
                  </a:lnTo>
                  <a:lnTo>
                    <a:pt x="161653" y="69002"/>
                  </a:lnTo>
                  <a:lnTo>
                    <a:pt x="162401" y="68253"/>
                  </a:lnTo>
                  <a:close/>
                  <a:moveTo>
                    <a:pt x="76037" y="61219"/>
                  </a:moveTo>
                  <a:lnTo>
                    <a:pt x="79479" y="67206"/>
                  </a:lnTo>
                  <a:lnTo>
                    <a:pt x="76935" y="69002"/>
                  </a:lnTo>
                  <a:lnTo>
                    <a:pt x="71247" y="64811"/>
                  </a:lnTo>
                  <a:lnTo>
                    <a:pt x="73492" y="63015"/>
                  </a:lnTo>
                  <a:lnTo>
                    <a:pt x="76037" y="61219"/>
                  </a:lnTo>
                  <a:close/>
                  <a:moveTo>
                    <a:pt x="114354" y="62117"/>
                  </a:moveTo>
                  <a:lnTo>
                    <a:pt x="116599" y="62566"/>
                  </a:lnTo>
                  <a:lnTo>
                    <a:pt x="118695" y="63314"/>
                  </a:lnTo>
                  <a:lnTo>
                    <a:pt x="120790" y="64062"/>
                  </a:lnTo>
                  <a:lnTo>
                    <a:pt x="122886" y="64961"/>
                  </a:lnTo>
                  <a:lnTo>
                    <a:pt x="124832" y="65859"/>
                  </a:lnTo>
                  <a:lnTo>
                    <a:pt x="126778" y="67056"/>
                  </a:lnTo>
                  <a:lnTo>
                    <a:pt x="128723" y="68104"/>
                  </a:lnTo>
                  <a:lnTo>
                    <a:pt x="130520" y="69451"/>
                  </a:lnTo>
                  <a:lnTo>
                    <a:pt x="117048" y="79629"/>
                  </a:lnTo>
                  <a:lnTo>
                    <a:pt x="114354" y="62117"/>
                  </a:lnTo>
                  <a:close/>
                  <a:moveTo>
                    <a:pt x="64511" y="71546"/>
                  </a:moveTo>
                  <a:lnTo>
                    <a:pt x="68852" y="77234"/>
                  </a:lnTo>
                  <a:lnTo>
                    <a:pt x="67056" y="79779"/>
                  </a:lnTo>
                  <a:lnTo>
                    <a:pt x="61218" y="76186"/>
                  </a:lnTo>
                  <a:lnTo>
                    <a:pt x="62865" y="73792"/>
                  </a:lnTo>
                  <a:lnTo>
                    <a:pt x="64511" y="71546"/>
                  </a:lnTo>
                  <a:close/>
                  <a:moveTo>
                    <a:pt x="94896" y="62117"/>
                  </a:moveTo>
                  <a:lnTo>
                    <a:pt x="92352" y="80377"/>
                  </a:lnTo>
                  <a:lnTo>
                    <a:pt x="78132" y="69900"/>
                  </a:lnTo>
                  <a:lnTo>
                    <a:pt x="80078" y="68553"/>
                  </a:lnTo>
                  <a:lnTo>
                    <a:pt x="81874" y="67355"/>
                  </a:lnTo>
                  <a:lnTo>
                    <a:pt x="83970" y="66158"/>
                  </a:lnTo>
                  <a:lnTo>
                    <a:pt x="86065" y="65110"/>
                  </a:lnTo>
                  <a:lnTo>
                    <a:pt x="88161" y="64212"/>
                  </a:lnTo>
                  <a:lnTo>
                    <a:pt x="90256" y="63464"/>
                  </a:lnTo>
                  <a:lnTo>
                    <a:pt x="92501" y="62715"/>
                  </a:lnTo>
                  <a:lnTo>
                    <a:pt x="94896" y="62117"/>
                  </a:lnTo>
                  <a:close/>
                  <a:moveTo>
                    <a:pt x="144140" y="70648"/>
                  </a:moveTo>
                  <a:lnTo>
                    <a:pt x="146535" y="73792"/>
                  </a:lnTo>
                  <a:lnTo>
                    <a:pt x="148780" y="77084"/>
                  </a:lnTo>
                  <a:lnTo>
                    <a:pt x="143093" y="80826"/>
                  </a:lnTo>
                  <a:lnTo>
                    <a:pt x="141596" y="78581"/>
                  </a:lnTo>
                  <a:lnTo>
                    <a:pt x="139949" y="76336"/>
                  </a:lnTo>
                  <a:lnTo>
                    <a:pt x="144140" y="70648"/>
                  </a:lnTo>
                  <a:close/>
                  <a:moveTo>
                    <a:pt x="32929" y="65859"/>
                  </a:moveTo>
                  <a:lnTo>
                    <a:pt x="43706" y="68852"/>
                  </a:lnTo>
                  <a:lnTo>
                    <a:pt x="41311" y="73193"/>
                  </a:lnTo>
                  <a:lnTo>
                    <a:pt x="39365" y="77534"/>
                  </a:lnTo>
                  <a:lnTo>
                    <a:pt x="37569" y="82024"/>
                  </a:lnTo>
                  <a:lnTo>
                    <a:pt x="36222" y="86664"/>
                  </a:lnTo>
                  <a:lnTo>
                    <a:pt x="26343" y="81575"/>
                  </a:lnTo>
                  <a:lnTo>
                    <a:pt x="26643" y="80527"/>
                  </a:lnTo>
                  <a:lnTo>
                    <a:pt x="27990" y="76635"/>
                  </a:lnTo>
                  <a:lnTo>
                    <a:pt x="29487" y="73043"/>
                  </a:lnTo>
                  <a:lnTo>
                    <a:pt x="31133" y="69301"/>
                  </a:lnTo>
                  <a:lnTo>
                    <a:pt x="32929" y="65859"/>
                  </a:lnTo>
                  <a:close/>
                  <a:moveTo>
                    <a:pt x="176471" y="65859"/>
                  </a:moveTo>
                  <a:lnTo>
                    <a:pt x="178417" y="69601"/>
                  </a:lnTo>
                  <a:lnTo>
                    <a:pt x="180213" y="73492"/>
                  </a:lnTo>
                  <a:lnTo>
                    <a:pt x="181710" y="77534"/>
                  </a:lnTo>
                  <a:lnTo>
                    <a:pt x="183057" y="81575"/>
                  </a:lnTo>
                  <a:lnTo>
                    <a:pt x="173178" y="86814"/>
                  </a:lnTo>
                  <a:lnTo>
                    <a:pt x="171831" y="82024"/>
                  </a:lnTo>
                  <a:lnTo>
                    <a:pt x="170035" y="77534"/>
                  </a:lnTo>
                  <a:lnTo>
                    <a:pt x="168089" y="73193"/>
                  </a:lnTo>
                  <a:lnTo>
                    <a:pt x="165694" y="68852"/>
                  </a:lnTo>
                  <a:lnTo>
                    <a:pt x="176471" y="65859"/>
                  </a:lnTo>
                  <a:close/>
                  <a:moveTo>
                    <a:pt x="38168" y="88909"/>
                  </a:moveTo>
                  <a:lnTo>
                    <a:pt x="39216" y="89358"/>
                  </a:lnTo>
                  <a:lnTo>
                    <a:pt x="38168" y="89358"/>
                  </a:lnTo>
                  <a:lnTo>
                    <a:pt x="38168" y="88909"/>
                  </a:lnTo>
                  <a:close/>
                  <a:moveTo>
                    <a:pt x="171232" y="88909"/>
                  </a:moveTo>
                  <a:lnTo>
                    <a:pt x="171232" y="89358"/>
                  </a:lnTo>
                  <a:lnTo>
                    <a:pt x="170334" y="89358"/>
                  </a:lnTo>
                  <a:lnTo>
                    <a:pt x="171232" y="88909"/>
                  </a:lnTo>
                  <a:close/>
                  <a:moveTo>
                    <a:pt x="26194" y="82623"/>
                  </a:moveTo>
                  <a:lnTo>
                    <a:pt x="26942" y="83072"/>
                  </a:lnTo>
                  <a:lnTo>
                    <a:pt x="26643" y="84568"/>
                  </a:lnTo>
                  <a:lnTo>
                    <a:pt x="26493" y="85466"/>
                  </a:lnTo>
                  <a:lnTo>
                    <a:pt x="26343" y="86365"/>
                  </a:lnTo>
                  <a:lnTo>
                    <a:pt x="26493" y="86365"/>
                  </a:lnTo>
                  <a:lnTo>
                    <a:pt x="26942" y="84419"/>
                  </a:lnTo>
                  <a:lnTo>
                    <a:pt x="27241" y="83221"/>
                  </a:lnTo>
                  <a:lnTo>
                    <a:pt x="27990" y="83670"/>
                  </a:lnTo>
                  <a:lnTo>
                    <a:pt x="27840" y="85017"/>
                  </a:lnTo>
                  <a:lnTo>
                    <a:pt x="27690" y="85916"/>
                  </a:lnTo>
                  <a:lnTo>
                    <a:pt x="27541" y="86814"/>
                  </a:lnTo>
                  <a:lnTo>
                    <a:pt x="27541" y="86963"/>
                  </a:lnTo>
                  <a:lnTo>
                    <a:pt x="27690" y="86963"/>
                  </a:lnTo>
                  <a:lnTo>
                    <a:pt x="27990" y="85916"/>
                  </a:lnTo>
                  <a:lnTo>
                    <a:pt x="28140" y="85017"/>
                  </a:lnTo>
                  <a:lnTo>
                    <a:pt x="28289" y="83670"/>
                  </a:lnTo>
                  <a:lnTo>
                    <a:pt x="29038" y="84119"/>
                  </a:lnTo>
                  <a:lnTo>
                    <a:pt x="28738" y="85466"/>
                  </a:lnTo>
                  <a:lnTo>
                    <a:pt x="28738" y="86215"/>
                  </a:lnTo>
                  <a:lnTo>
                    <a:pt x="28738" y="86963"/>
                  </a:lnTo>
                  <a:lnTo>
                    <a:pt x="28888" y="86963"/>
                  </a:lnTo>
                  <a:lnTo>
                    <a:pt x="29187" y="85167"/>
                  </a:lnTo>
                  <a:lnTo>
                    <a:pt x="29337" y="84269"/>
                  </a:lnTo>
                  <a:lnTo>
                    <a:pt x="30385" y="84868"/>
                  </a:lnTo>
                  <a:lnTo>
                    <a:pt x="30085" y="86215"/>
                  </a:lnTo>
                  <a:lnTo>
                    <a:pt x="30085" y="87562"/>
                  </a:lnTo>
                  <a:lnTo>
                    <a:pt x="30385" y="86814"/>
                  </a:lnTo>
                  <a:lnTo>
                    <a:pt x="30534" y="85766"/>
                  </a:lnTo>
                  <a:lnTo>
                    <a:pt x="30684" y="85017"/>
                  </a:lnTo>
                  <a:lnTo>
                    <a:pt x="31432" y="85317"/>
                  </a:lnTo>
                  <a:lnTo>
                    <a:pt x="31283" y="86365"/>
                  </a:lnTo>
                  <a:lnTo>
                    <a:pt x="31133" y="87113"/>
                  </a:lnTo>
                  <a:lnTo>
                    <a:pt x="31133" y="87861"/>
                  </a:lnTo>
                  <a:lnTo>
                    <a:pt x="31283" y="87861"/>
                  </a:lnTo>
                  <a:lnTo>
                    <a:pt x="31582" y="85916"/>
                  </a:lnTo>
                  <a:lnTo>
                    <a:pt x="31732" y="85466"/>
                  </a:lnTo>
                  <a:lnTo>
                    <a:pt x="32480" y="85916"/>
                  </a:lnTo>
                  <a:lnTo>
                    <a:pt x="32331" y="86215"/>
                  </a:lnTo>
                  <a:lnTo>
                    <a:pt x="32181" y="87113"/>
                  </a:lnTo>
                  <a:lnTo>
                    <a:pt x="32181" y="88011"/>
                  </a:lnTo>
                  <a:lnTo>
                    <a:pt x="32331" y="88011"/>
                  </a:lnTo>
                  <a:lnTo>
                    <a:pt x="32480" y="86814"/>
                  </a:lnTo>
                  <a:lnTo>
                    <a:pt x="32630" y="86065"/>
                  </a:lnTo>
                  <a:lnTo>
                    <a:pt x="33378" y="86365"/>
                  </a:lnTo>
                  <a:lnTo>
                    <a:pt x="33229" y="87263"/>
                  </a:lnTo>
                  <a:lnTo>
                    <a:pt x="33229" y="88161"/>
                  </a:lnTo>
                  <a:lnTo>
                    <a:pt x="33528" y="87412"/>
                  </a:lnTo>
                  <a:lnTo>
                    <a:pt x="33678" y="86514"/>
                  </a:lnTo>
                  <a:lnTo>
                    <a:pt x="34426" y="86814"/>
                  </a:lnTo>
                  <a:lnTo>
                    <a:pt x="34276" y="87263"/>
                  </a:lnTo>
                  <a:lnTo>
                    <a:pt x="34276" y="87712"/>
                  </a:lnTo>
                  <a:lnTo>
                    <a:pt x="34276" y="88310"/>
                  </a:lnTo>
                  <a:lnTo>
                    <a:pt x="34576" y="87263"/>
                  </a:lnTo>
                  <a:lnTo>
                    <a:pt x="34576" y="86963"/>
                  </a:lnTo>
                  <a:lnTo>
                    <a:pt x="35324" y="87263"/>
                  </a:lnTo>
                  <a:lnTo>
                    <a:pt x="35174" y="88610"/>
                  </a:lnTo>
                  <a:lnTo>
                    <a:pt x="35324" y="88759"/>
                  </a:lnTo>
                  <a:lnTo>
                    <a:pt x="35324" y="88610"/>
                  </a:lnTo>
                  <a:lnTo>
                    <a:pt x="35474" y="87412"/>
                  </a:lnTo>
                  <a:lnTo>
                    <a:pt x="35923" y="87712"/>
                  </a:lnTo>
                  <a:lnTo>
                    <a:pt x="36072" y="87712"/>
                  </a:lnTo>
                  <a:lnTo>
                    <a:pt x="36072" y="88011"/>
                  </a:lnTo>
                  <a:lnTo>
                    <a:pt x="36222" y="88909"/>
                  </a:lnTo>
                  <a:lnTo>
                    <a:pt x="36372" y="88161"/>
                  </a:lnTo>
                  <a:lnTo>
                    <a:pt x="36372" y="87861"/>
                  </a:lnTo>
                  <a:lnTo>
                    <a:pt x="36821" y="88161"/>
                  </a:lnTo>
                  <a:lnTo>
                    <a:pt x="36971" y="88310"/>
                  </a:lnTo>
                  <a:lnTo>
                    <a:pt x="37120" y="89059"/>
                  </a:lnTo>
                  <a:lnTo>
                    <a:pt x="37270" y="88310"/>
                  </a:lnTo>
                  <a:lnTo>
                    <a:pt x="38018" y="88759"/>
                  </a:lnTo>
                  <a:lnTo>
                    <a:pt x="38018" y="89358"/>
                  </a:lnTo>
                  <a:lnTo>
                    <a:pt x="36522" y="89508"/>
                  </a:lnTo>
                  <a:lnTo>
                    <a:pt x="35474" y="89508"/>
                  </a:lnTo>
                  <a:lnTo>
                    <a:pt x="24398" y="90107"/>
                  </a:lnTo>
                  <a:lnTo>
                    <a:pt x="24398" y="90107"/>
                  </a:lnTo>
                  <a:lnTo>
                    <a:pt x="25146" y="86065"/>
                  </a:lnTo>
                  <a:lnTo>
                    <a:pt x="25296" y="86065"/>
                  </a:lnTo>
                  <a:lnTo>
                    <a:pt x="25745" y="84269"/>
                  </a:lnTo>
                  <a:lnTo>
                    <a:pt x="26044" y="83521"/>
                  </a:lnTo>
                  <a:lnTo>
                    <a:pt x="26194" y="82623"/>
                  </a:lnTo>
                  <a:close/>
                  <a:moveTo>
                    <a:pt x="183356" y="82623"/>
                  </a:moveTo>
                  <a:lnTo>
                    <a:pt x="183506" y="83521"/>
                  </a:lnTo>
                  <a:lnTo>
                    <a:pt x="183655" y="84269"/>
                  </a:lnTo>
                  <a:lnTo>
                    <a:pt x="184104" y="86065"/>
                  </a:lnTo>
                  <a:lnTo>
                    <a:pt x="184254" y="86065"/>
                  </a:lnTo>
                  <a:lnTo>
                    <a:pt x="185002" y="90107"/>
                  </a:lnTo>
                  <a:lnTo>
                    <a:pt x="185002" y="90107"/>
                  </a:lnTo>
                  <a:lnTo>
                    <a:pt x="173926" y="89508"/>
                  </a:lnTo>
                  <a:lnTo>
                    <a:pt x="172878" y="89508"/>
                  </a:lnTo>
                  <a:lnTo>
                    <a:pt x="171382" y="89358"/>
                  </a:lnTo>
                  <a:lnTo>
                    <a:pt x="171531" y="88759"/>
                  </a:lnTo>
                  <a:lnTo>
                    <a:pt x="172130" y="88310"/>
                  </a:lnTo>
                  <a:lnTo>
                    <a:pt x="172280" y="89059"/>
                  </a:lnTo>
                  <a:lnTo>
                    <a:pt x="172429" y="89059"/>
                  </a:lnTo>
                  <a:lnTo>
                    <a:pt x="172429" y="88310"/>
                  </a:lnTo>
                  <a:lnTo>
                    <a:pt x="172579" y="88161"/>
                  </a:lnTo>
                  <a:lnTo>
                    <a:pt x="173028" y="87861"/>
                  </a:lnTo>
                  <a:lnTo>
                    <a:pt x="173028" y="88161"/>
                  </a:lnTo>
                  <a:lnTo>
                    <a:pt x="173178" y="88909"/>
                  </a:lnTo>
                  <a:lnTo>
                    <a:pt x="173178" y="89059"/>
                  </a:lnTo>
                  <a:lnTo>
                    <a:pt x="173328" y="88909"/>
                  </a:lnTo>
                  <a:lnTo>
                    <a:pt x="173328" y="88011"/>
                  </a:lnTo>
                  <a:lnTo>
                    <a:pt x="173328" y="87712"/>
                  </a:lnTo>
                  <a:lnTo>
                    <a:pt x="173477" y="87712"/>
                  </a:lnTo>
                  <a:lnTo>
                    <a:pt x="173926" y="87412"/>
                  </a:lnTo>
                  <a:lnTo>
                    <a:pt x="174076" y="88610"/>
                  </a:lnTo>
                  <a:lnTo>
                    <a:pt x="174226" y="88759"/>
                  </a:lnTo>
                  <a:lnTo>
                    <a:pt x="174226" y="88610"/>
                  </a:lnTo>
                  <a:lnTo>
                    <a:pt x="174226" y="87263"/>
                  </a:lnTo>
                  <a:lnTo>
                    <a:pt x="174824" y="86963"/>
                  </a:lnTo>
                  <a:lnTo>
                    <a:pt x="174824" y="87263"/>
                  </a:lnTo>
                  <a:lnTo>
                    <a:pt x="175124" y="88310"/>
                  </a:lnTo>
                  <a:lnTo>
                    <a:pt x="175273" y="87712"/>
                  </a:lnTo>
                  <a:lnTo>
                    <a:pt x="175124" y="87263"/>
                  </a:lnTo>
                  <a:lnTo>
                    <a:pt x="175124" y="86814"/>
                  </a:lnTo>
                  <a:lnTo>
                    <a:pt x="175722" y="86514"/>
                  </a:lnTo>
                  <a:lnTo>
                    <a:pt x="175872" y="87412"/>
                  </a:lnTo>
                  <a:lnTo>
                    <a:pt x="176171" y="88161"/>
                  </a:lnTo>
                  <a:lnTo>
                    <a:pt x="176171" y="87263"/>
                  </a:lnTo>
                  <a:lnTo>
                    <a:pt x="176022" y="86365"/>
                  </a:lnTo>
                  <a:lnTo>
                    <a:pt x="176770" y="86065"/>
                  </a:lnTo>
                  <a:lnTo>
                    <a:pt x="176920" y="86814"/>
                  </a:lnTo>
                  <a:lnTo>
                    <a:pt x="177069" y="88011"/>
                  </a:lnTo>
                  <a:lnTo>
                    <a:pt x="177219" y="88011"/>
                  </a:lnTo>
                  <a:lnTo>
                    <a:pt x="177219" y="87113"/>
                  </a:lnTo>
                  <a:lnTo>
                    <a:pt x="177069" y="86215"/>
                  </a:lnTo>
                  <a:lnTo>
                    <a:pt x="177069" y="85916"/>
                  </a:lnTo>
                  <a:lnTo>
                    <a:pt x="177668" y="85466"/>
                  </a:lnTo>
                  <a:lnTo>
                    <a:pt x="177818" y="85916"/>
                  </a:lnTo>
                  <a:lnTo>
                    <a:pt x="178267" y="87861"/>
                  </a:lnTo>
                  <a:lnTo>
                    <a:pt x="178267" y="87113"/>
                  </a:lnTo>
                  <a:lnTo>
                    <a:pt x="178117" y="86365"/>
                  </a:lnTo>
                  <a:lnTo>
                    <a:pt x="177968" y="85317"/>
                  </a:lnTo>
                  <a:lnTo>
                    <a:pt x="178716" y="85017"/>
                  </a:lnTo>
                  <a:lnTo>
                    <a:pt x="178866" y="85766"/>
                  </a:lnTo>
                  <a:lnTo>
                    <a:pt x="179015" y="86814"/>
                  </a:lnTo>
                  <a:lnTo>
                    <a:pt x="179315" y="87562"/>
                  </a:lnTo>
                  <a:lnTo>
                    <a:pt x="179315" y="86215"/>
                  </a:lnTo>
                  <a:lnTo>
                    <a:pt x="179015" y="84868"/>
                  </a:lnTo>
                  <a:lnTo>
                    <a:pt x="180063" y="84269"/>
                  </a:lnTo>
                  <a:lnTo>
                    <a:pt x="180362" y="85167"/>
                  </a:lnTo>
                  <a:lnTo>
                    <a:pt x="180512" y="86963"/>
                  </a:lnTo>
                  <a:lnTo>
                    <a:pt x="180662" y="86963"/>
                  </a:lnTo>
                  <a:lnTo>
                    <a:pt x="180662" y="86215"/>
                  </a:lnTo>
                  <a:lnTo>
                    <a:pt x="180662" y="85466"/>
                  </a:lnTo>
                  <a:lnTo>
                    <a:pt x="180362" y="84119"/>
                  </a:lnTo>
                  <a:lnTo>
                    <a:pt x="181111" y="83670"/>
                  </a:lnTo>
                  <a:lnTo>
                    <a:pt x="181410" y="85017"/>
                  </a:lnTo>
                  <a:lnTo>
                    <a:pt x="181560" y="85916"/>
                  </a:lnTo>
                  <a:lnTo>
                    <a:pt x="181859" y="86963"/>
                  </a:lnTo>
                  <a:lnTo>
                    <a:pt x="181859" y="86814"/>
                  </a:lnTo>
                  <a:lnTo>
                    <a:pt x="181859" y="85916"/>
                  </a:lnTo>
                  <a:lnTo>
                    <a:pt x="181710" y="85017"/>
                  </a:lnTo>
                  <a:lnTo>
                    <a:pt x="181410" y="83670"/>
                  </a:lnTo>
                  <a:lnTo>
                    <a:pt x="182308" y="83221"/>
                  </a:lnTo>
                  <a:lnTo>
                    <a:pt x="182458" y="84419"/>
                  </a:lnTo>
                  <a:lnTo>
                    <a:pt x="182907" y="86365"/>
                  </a:lnTo>
                  <a:lnTo>
                    <a:pt x="183057" y="86365"/>
                  </a:lnTo>
                  <a:lnTo>
                    <a:pt x="183057" y="85466"/>
                  </a:lnTo>
                  <a:lnTo>
                    <a:pt x="182907" y="84568"/>
                  </a:lnTo>
                  <a:lnTo>
                    <a:pt x="182608" y="83072"/>
                  </a:lnTo>
                  <a:lnTo>
                    <a:pt x="183356" y="82623"/>
                  </a:lnTo>
                  <a:close/>
                  <a:moveTo>
                    <a:pt x="50891" y="51340"/>
                  </a:moveTo>
                  <a:lnTo>
                    <a:pt x="54932" y="54333"/>
                  </a:lnTo>
                  <a:lnTo>
                    <a:pt x="55680" y="54932"/>
                  </a:lnTo>
                  <a:lnTo>
                    <a:pt x="68852" y="64661"/>
                  </a:lnTo>
                  <a:lnTo>
                    <a:pt x="70199" y="65709"/>
                  </a:lnTo>
                  <a:lnTo>
                    <a:pt x="75887" y="69900"/>
                  </a:lnTo>
                  <a:lnTo>
                    <a:pt x="77084" y="70798"/>
                  </a:lnTo>
                  <a:lnTo>
                    <a:pt x="92052" y="81874"/>
                  </a:lnTo>
                  <a:lnTo>
                    <a:pt x="90855" y="90705"/>
                  </a:lnTo>
                  <a:lnTo>
                    <a:pt x="88460" y="91154"/>
                  </a:lnTo>
                  <a:lnTo>
                    <a:pt x="89059" y="90406"/>
                  </a:lnTo>
                  <a:lnTo>
                    <a:pt x="89657" y="89807"/>
                  </a:lnTo>
                  <a:lnTo>
                    <a:pt x="89657" y="89657"/>
                  </a:lnTo>
                  <a:lnTo>
                    <a:pt x="89508" y="89657"/>
                  </a:lnTo>
                  <a:lnTo>
                    <a:pt x="88610" y="90406"/>
                  </a:lnTo>
                  <a:lnTo>
                    <a:pt x="87861" y="91154"/>
                  </a:lnTo>
                  <a:lnTo>
                    <a:pt x="84269" y="91753"/>
                  </a:lnTo>
                  <a:lnTo>
                    <a:pt x="85766" y="90406"/>
                  </a:lnTo>
                  <a:lnTo>
                    <a:pt x="86963" y="89059"/>
                  </a:lnTo>
                  <a:lnTo>
                    <a:pt x="87562" y="88460"/>
                  </a:lnTo>
                  <a:lnTo>
                    <a:pt x="88011" y="87861"/>
                  </a:lnTo>
                  <a:lnTo>
                    <a:pt x="88011" y="87712"/>
                  </a:lnTo>
                  <a:lnTo>
                    <a:pt x="87262" y="88310"/>
                  </a:lnTo>
                  <a:lnTo>
                    <a:pt x="86664" y="88909"/>
                  </a:lnTo>
                  <a:lnTo>
                    <a:pt x="85466" y="90107"/>
                  </a:lnTo>
                  <a:lnTo>
                    <a:pt x="83820" y="91753"/>
                  </a:lnTo>
                  <a:lnTo>
                    <a:pt x="81724" y="92052"/>
                  </a:lnTo>
                  <a:lnTo>
                    <a:pt x="70499" y="77384"/>
                  </a:lnTo>
                  <a:lnTo>
                    <a:pt x="69600" y="76186"/>
                  </a:lnTo>
                  <a:lnTo>
                    <a:pt x="65409" y="70499"/>
                  </a:lnTo>
                  <a:lnTo>
                    <a:pt x="64362" y="69152"/>
                  </a:lnTo>
                  <a:lnTo>
                    <a:pt x="54483" y="56279"/>
                  </a:lnTo>
                  <a:lnTo>
                    <a:pt x="53884" y="55381"/>
                  </a:lnTo>
                  <a:lnTo>
                    <a:pt x="50891" y="51340"/>
                  </a:lnTo>
                  <a:close/>
                  <a:moveTo>
                    <a:pt x="157462" y="50591"/>
                  </a:moveTo>
                  <a:lnTo>
                    <a:pt x="154468" y="54483"/>
                  </a:lnTo>
                  <a:lnTo>
                    <a:pt x="154019" y="55231"/>
                  </a:lnTo>
                  <a:lnTo>
                    <a:pt x="144290" y="68253"/>
                  </a:lnTo>
                  <a:lnTo>
                    <a:pt x="143242" y="69750"/>
                  </a:lnTo>
                  <a:lnTo>
                    <a:pt x="139051" y="75438"/>
                  </a:lnTo>
                  <a:lnTo>
                    <a:pt x="138153" y="76635"/>
                  </a:lnTo>
                  <a:lnTo>
                    <a:pt x="126778" y="92052"/>
                  </a:lnTo>
                  <a:lnTo>
                    <a:pt x="118695" y="91005"/>
                  </a:lnTo>
                  <a:lnTo>
                    <a:pt x="118396" y="88759"/>
                  </a:lnTo>
                  <a:lnTo>
                    <a:pt x="118396" y="88759"/>
                  </a:lnTo>
                  <a:lnTo>
                    <a:pt x="119144" y="89358"/>
                  </a:lnTo>
                  <a:lnTo>
                    <a:pt x="119144" y="89208"/>
                  </a:lnTo>
                  <a:lnTo>
                    <a:pt x="118246" y="88161"/>
                  </a:lnTo>
                  <a:lnTo>
                    <a:pt x="117797" y="84718"/>
                  </a:lnTo>
                  <a:lnTo>
                    <a:pt x="118545" y="85466"/>
                  </a:lnTo>
                  <a:lnTo>
                    <a:pt x="119743" y="86664"/>
                  </a:lnTo>
                  <a:lnTo>
                    <a:pt x="120341" y="87263"/>
                  </a:lnTo>
                  <a:lnTo>
                    <a:pt x="120940" y="87712"/>
                  </a:lnTo>
                  <a:lnTo>
                    <a:pt x="121090" y="87712"/>
                  </a:lnTo>
                  <a:lnTo>
                    <a:pt x="120641" y="86963"/>
                  </a:lnTo>
                  <a:lnTo>
                    <a:pt x="120042" y="86365"/>
                  </a:lnTo>
                  <a:lnTo>
                    <a:pt x="118695" y="85167"/>
                  </a:lnTo>
                  <a:lnTo>
                    <a:pt x="117647" y="84119"/>
                  </a:lnTo>
                  <a:lnTo>
                    <a:pt x="117198" y="80976"/>
                  </a:lnTo>
                  <a:lnTo>
                    <a:pt x="131567" y="70199"/>
                  </a:lnTo>
                  <a:lnTo>
                    <a:pt x="132765" y="69301"/>
                  </a:lnTo>
                  <a:lnTo>
                    <a:pt x="138452" y="64961"/>
                  </a:lnTo>
                  <a:lnTo>
                    <a:pt x="139800" y="63913"/>
                  </a:lnTo>
                  <a:lnTo>
                    <a:pt x="152672" y="54184"/>
                  </a:lnTo>
                  <a:lnTo>
                    <a:pt x="153570" y="53585"/>
                  </a:lnTo>
                  <a:lnTo>
                    <a:pt x="157462" y="50591"/>
                  </a:lnTo>
                  <a:close/>
                  <a:moveTo>
                    <a:pt x="149379" y="77833"/>
                  </a:moveTo>
                  <a:lnTo>
                    <a:pt x="151175" y="81275"/>
                  </a:lnTo>
                  <a:lnTo>
                    <a:pt x="152822" y="84868"/>
                  </a:lnTo>
                  <a:lnTo>
                    <a:pt x="154169" y="88460"/>
                  </a:lnTo>
                  <a:lnTo>
                    <a:pt x="155366" y="92352"/>
                  </a:lnTo>
                  <a:lnTo>
                    <a:pt x="148481" y="93100"/>
                  </a:lnTo>
                  <a:lnTo>
                    <a:pt x="147583" y="90107"/>
                  </a:lnTo>
                  <a:lnTo>
                    <a:pt x="146385" y="87263"/>
                  </a:lnTo>
                  <a:lnTo>
                    <a:pt x="145038" y="84419"/>
                  </a:lnTo>
                  <a:lnTo>
                    <a:pt x="143542" y="81575"/>
                  </a:lnTo>
                  <a:lnTo>
                    <a:pt x="149379" y="77833"/>
                  </a:lnTo>
                  <a:close/>
                  <a:moveTo>
                    <a:pt x="60620" y="76935"/>
                  </a:moveTo>
                  <a:lnTo>
                    <a:pt x="66457" y="80527"/>
                  </a:lnTo>
                  <a:lnTo>
                    <a:pt x="64661" y="83521"/>
                  </a:lnTo>
                  <a:lnTo>
                    <a:pt x="63164" y="86664"/>
                  </a:lnTo>
                  <a:lnTo>
                    <a:pt x="61967" y="89957"/>
                  </a:lnTo>
                  <a:lnTo>
                    <a:pt x="60919" y="93399"/>
                  </a:lnTo>
                  <a:lnTo>
                    <a:pt x="54184" y="91903"/>
                  </a:lnTo>
                  <a:lnTo>
                    <a:pt x="55381" y="88011"/>
                  </a:lnTo>
                  <a:lnTo>
                    <a:pt x="56878" y="84119"/>
                  </a:lnTo>
                  <a:lnTo>
                    <a:pt x="58524" y="80527"/>
                  </a:lnTo>
                  <a:lnTo>
                    <a:pt x="60620" y="76935"/>
                  </a:lnTo>
                  <a:close/>
                  <a:moveTo>
                    <a:pt x="139051" y="77683"/>
                  </a:moveTo>
                  <a:lnTo>
                    <a:pt x="140398" y="79479"/>
                  </a:lnTo>
                  <a:lnTo>
                    <a:pt x="141745" y="81575"/>
                  </a:lnTo>
                  <a:lnTo>
                    <a:pt x="142943" y="83521"/>
                  </a:lnTo>
                  <a:lnTo>
                    <a:pt x="144140" y="85766"/>
                  </a:lnTo>
                  <a:lnTo>
                    <a:pt x="145038" y="87861"/>
                  </a:lnTo>
                  <a:lnTo>
                    <a:pt x="145936" y="90256"/>
                  </a:lnTo>
                  <a:lnTo>
                    <a:pt x="146685" y="92501"/>
                  </a:lnTo>
                  <a:lnTo>
                    <a:pt x="147283" y="94896"/>
                  </a:lnTo>
                  <a:lnTo>
                    <a:pt x="128274" y="92202"/>
                  </a:lnTo>
                  <a:lnTo>
                    <a:pt x="139051" y="77683"/>
                  </a:lnTo>
                  <a:close/>
                  <a:moveTo>
                    <a:pt x="69750" y="78432"/>
                  </a:moveTo>
                  <a:lnTo>
                    <a:pt x="80377" y="92352"/>
                  </a:lnTo>
                  <a:lnTo>
                    <a:pt x="61967" y="95046"/>
                  </a:lnTo>
                  <a:lnTo>
                    <a:pt x="61967" y="95046"/>
                  </a:lnTo>
                  <a:lnTo>
                    <a:pt x="62566" y="92801"/>
                  </a:lnTo>
                  <a:lnTo>
                    <a:pt x="63314" y="90556"/>
                  </a:lnTo>
                  <a:lnTo>
                    <a:pt x="64062" y="88460"/>
                  </a:lnTo>
                  <a:lnTo>
                    <a:pt x="64960" y="86215"/>
                  </a:lnTo>
                  <a:lnTo>
                    <a:pt x="66008" y="84119"/>
                  </a:lnTo>
                  <a:lnTo>
                    <a:pt x="67206" y="82174"/>
                  </a:lnTo>
                  <a:lnTo>
                    <a:pt x="68403" y="80228"/>
                  </a:lnTo>
                  <a:lnTo>
                    <a:pt x="69750" y="78432"/>
                  </a:lnTo>
                  <a:close/>
                  <a:moveTo>
                    <a:pt x="155516" y="93250"/>
                  </a:moveTo>
                  <a:lnTo>
                    <a:pt x="156115" y="96094"/>
                  </a:lnTo>
                  <a:lnTo>
                    <a:pt x="148930" y="95046"/>
                  </a:lnTo>
                  <a:lnTo>
                    <a:pt x="148631" y="94148"/>
                  </a:lnTo>
                  <a:lnTo>
                    <a:pt x="155516" y="93250"/>
                  </a:lnTo>
                  <a:close/>
                  <a:moveTo>
                    <a:pt x="53884" y="92950"/>
                  </a:moveTo>
                  <a:lnTo>
                    <a:pt x="60620" y="94447"/>
                  </a:lnTo>
                  <a:lnTo>
                    <a:pt x="60470" y="95345"/>
                  </a:lnTo>
                  <a:lnTo>
                    <a:pt x="53285" y="96393"/>
                  </a:lnTo>
                  <a:lnTo>
                    <a:pt x="53884" y="92950"/>
                  </a:lnTo>
                  <a:close/>
                  <a:moveTo>
                    <a:pt x="154767" y="56129"/>
                  </a:moveTo>
                  <a:lnTo>
                    <a:pt x="157013" y="58524"/>
                  </a:lnTo>
                  <a:lnTo>
                    <a:pt x="159108" y="61069"/>
                  </a:lnTo>
                  <a:lnTo>
                    <a:pt x="161054" y="63613"/>
                  </a:lnTo>
                  <a:lnTo>
                    <a:pt x="163000" y="66308"/>
                  </a:lnTo>
                  <a:lnTo>
                    <a:pt x="158509" y="70948"/>
                  </a:lnTo>
                  <a:lnTo>
                    <a:pt x="164796" y="69152"/>
                  </a:lnTo>
                  <a:lnTo>
                    <a:pt x="167041" y="73492"/>
                  </a:lnTo>
                  <a:lnTo>
                    <a:pt x="169137" y="77833"/>
                  </a:lnTo>
                  <a:lnTo>
                    <a:pt x="170933" y="82473"/>
                  </a:lnTo>
                  <a:lnTo>
                    <a:pt x="172280" y="87263"/>
                  </a:lnTo>
                  <a:lnTo>
                    <a:pt x="166592" y="90107"/>
                  </a:lnTo>
                  <a:lnTo>
                    <a:pt x="173028" y="90406"/>
                  </a:lnTo>
                  <a:lnTo>
                    <a:pt x="173777" y="94447"/>
                  </a:lnTo>
                  <a:lnTo>
                    <a:pt x="174226" y="98638"/>
                  </a:lnTo>
                  <a:lnTo>
                    <a:pt x="157911" y="96393"/>
                  </a:lnTo>
                  <a:lnTo>
                    <a:pt x="157312" y="93100"/>
                  </a:lnTo>
                  <a:lnTo>
                    <a:pt x="161204" y="92651"/>
                  </a:lnTo>
                  <a:lnTo>
                    <a:pt x="161653" y="93250"/>
                  </a:lnTo>
                  <a:lnTo>
                    <a:pt x="162401" y="93699"/>
                  </a:lnTo>
                  <a:lnTo>
                    <a:pt x="163299" y="93848"/>
                  </a:lnTo>
                  <a:lnTo>
                    <a:pt x="164047" y="93549"/>
                  </a:lnTo>
                  <a:lnTo>
                    <a:pt x="164497" y="93399"/>
                  </a:lnTo>
                  <a:lnTo>
                    <a:pt x="164796" y="93100"/>
                  </a:lnTo>
                  <a:lnTo>
                    <a:pt x="165245" y="92352"/>
                  </a:lnTo>
                  <a:lnTo>
                    <a:pt x="165395" y="91603"/>
                  </a:lnTo>
                  <a:lnTo>
                    <a:pt x="165245" y="91154"/>
                  </a:lnTo>
                  <a:lnTo>
                    <a:pt x="165095" y="90705"/>
                  </a:lnTo>
                  <a:lnTo>
                    <a:pt x="164946" y="90256"/>
                  </a:lnTo>
                  <a:lnTo>
                    <a:pt x="164646" y="89957"/>
                  </a:lnTo>
                  <a:lnTo>
                    <a:pt x="163898" y="89508"/>
                  </a:lnTo>
                  <a:lnTo>
                    <a:pt x="163000" y="89358"/>
                  </a:lnTo>
                  <a:lnTo>
                    <a:pt x="162700" y="89508"/>
                  </a:lnTo>
                  <a:lnTo>
                    <a:pt x="162251" y="89657"/>
                  </a:lnTo>
                  <a:lnTo>
                    <a:pt x="161653" y="89957"/>
                  </a:lnTo>
                  <a:lnTo>
                    <a:pt x="161353" y="90406"/>
                  </a:lnTo>
                  <a:lnTo>
                    <a:pt x="161054" y="91005"/>
                  </a:lnTo>
                  <a:lnTo>
                    <a:pt x="160904" y="91603"/>
                  </a:lnTo>
                  <a:lnTo>
                    <a:pt x="157013" y="92052"/>
                  </a:lnTo>
                  <a:lnTo>
                    <a:pt x="155965" y="88161"/>
                  </a:lnTo>
                  <a:lnTo>
                    <a:pt x="154468" y="84269"/>
                  </a:lnTo>
                  <a:lnTo>
                    <a:pt x="152822" y="80527"/>
                  </a:lnTo>
                  <a:lnTo>
                    <a:pt x="150876" y="76935"/>
                  </a:lnTo>
                  <a:lnTo>
                    <a:pt x="154169" y="74690"/>
                  </a:lnTo>
                  <a:lnTo>
                    <a:pt x="154917" y="75139"/>
                  </a:lnTo>
                  <a:lnTo>
                    <a:pt x="155665" y="75288"/>
                  </a:lnTo>
                  <a:lnTo>
                    <a:pt x="156564" y="74989"/>
                  </a:lnTo>
                  <a:lnTo>
                    <a:pt x="157312" y="74540"/>
                  </a:lnTo>
                  <a:lnTo>
                    <a:pt x="157611" y="74241"/>
                  </a:lnTo>
                  <a:lnTo>
                    <a:pt x="157761" y="73941"/>
                  </a:lnTo>
                  <a:lnTo>
                    <a:pt x="157911" y="73043"/>
                  </a:lnTo>
                  <a:lnTo>
                    <a:pt x="157761" y="72295"/>
                  </a:lnTo>
                  <a:lnTo>
                    <a:pt x="157611" y="71846"/>
                  </a:lnTo>
                  <a:lnTo>
                    <a:pt x="157312" y="71546"/>
                  </a:lnTo>
                  <a:lnTo>
                    <a:pt x="157013" y="71247"/>
                  </a:lnTo>
                  <a:lnTo>
                    <a:pt x="156564" y="70948"/>
                  </a:lnTo>
                  <a:lnTo>
                    <a:pt x="155815" y="70798"/>
                  </a:lnTo>
                  <a:lnTo>
                    <a:pt x="154917" y="70948"/>
                  </a:lnTo>
                  <a:lnTo>
                    <a:pt x="154468" y="71097"/>
                  </a:lnTo>
                  <a:lnTo>
                    <a:pt x="154169" y="71397"/>
                  </a:lnTo>
                  <a:lnTo>
                    <a:pt x="153720" y="71995"/>
                  </a:lnTo>
                  <a:lnTo>
                    <a:pt x="153570" y="72594"/>
                  </a:lnTo>
                  <a:lnTo>
                    <a:pt x="153570" y="73193"/>
                  </a:lnTo>
                  <a:lnTo>
                    <a:pt x="153720" y="73792"/>
                  </a:lnTo>
                  <a:lnTo>
                    <a:pt x="150277" y="76037"/>
                  </a:lnTo>
                  <a:lnTo>
                    <a:pt x="147882" y="72594"/>
                  </a:lnTo>
                  <a:lnTo>
                    <a:pt x="145188" y="69301"/>
                  </a:lnTo>
                  <a:lnTo>
                    <a:pt x="154767" y="56129"/>
                  </a:lnTo>
                  <a:close/>
                  <a:moveTo>
                    <a:pt x="53735" y="57177"/>
                  </a:moveTo>
                  <a:lnTo>
                    <a:pt x="63464" y="70050"/>
                  </a:lnTo>
                  <a:lnTo>
                    <a:pt x="61518" y="72594"/>
                  </a:lnTo>
                  <a:lnTo>
                    <a:pt x="59722" y="75139"/>
                  </a:lnTo>
                  <a:lnTo>
                    <a:pt x="56429" y="73193"/>
                  </a:lnTo>
                  <a:lnTo>
                    <a:pt x="56578" y="72444"/>
                  </a:lnTo>
                  <a:lnTo>
                    <a:pt x="56279" y="71546"/>
                  </a:lnTo>
                  <a:lnTo>
                    <a:pt x="55830" y="70948"/>
                  </a:lnTo>
                  <a:lnTo>
                    <a:pt x="55082" y="70499"/>
                  </a:lnTo>
                  <a:lnTo>
                    <a:pt x="54633" y="70349"/>
                  </a:lnTo>
                  <a:lnTo>
                    <a:pt x="54184" y="70349"/>
                  </a:lnTo>
                  <a:lnTo>
                    <a:pt x="53435" y="70648"/>
                  </a:lnTo>
                  <a:lnTo>
                    <a:pt x="52687" y="71097"/>
                  </a:lnTo>
                  <a:lnTo>
                    <a:pt x="52537" y="71397"/>
                  </a:lnTo>
                  <a:lnTo>
                    <a:pt x="52238" y="71846"/>
                  </a:lnTo>
                  <a:lnTo>
                    <a:pt x="52238" y="72295"/>
                  </a:lnTo>
                  <a:lnTo>
                    <a:pt x="52238" y="72744"/>
                  </a:lnTo>
                  <a:lnTo>
                    <a:pt x="52387" y="73492"/>
                  </a:lnTo>
                  <a:lnTo>
                    <a:pt x="52836" y="74241"/>
                  </a:lnTo>
                  <a:lnTo>
                    <a:pt x="53285" y="74540"/>
                  </a:lnTo>
                  <a:lnTo>
                    <a:pt x="53585" y="74690"/>
                  </a:lnTo>
                  <a:lnTo>
                    <a:pt x="54333" y="74839"/>
                  </a:lnTo>
                  <a:lnTo>
                    <a:pt x="54932" y="74690"/>
                  </a:lnTo>
                  <a:lnTo>
                    <a:pt x="55531" y="74540"/>
                  </a:lnTo>
                  <a:lnTo>
                    <a:pt x="55980" y="74091"/>
                  </a:lnTo>
                  <a:lnTo>
                    <a:pt x="59123" y="76037"/>
                  </a:lnTo>
                  <a:lnTo>
                    <a:pt x="57027" y="79629"/>
                  </a:lnTo>
                  <a:lnTo>
                    <a:pt x="55231" y="83521"/>
                  </a:lnTo>
                  <a:lnTo>
                    <a:pt x="53585" y="87412"/>
                  </a:lnTo>
                  <a:lnTo>
                    <a:pt x="52387" y="91603"/>
                  </a:lnTo>
                  <a:lnTo>
                    <a:pt x="48645" y="90705"/>
                  </a:lnTo>
                  <a:lnTo>
                    <a:pt x="48496" y="89957"/>
                  </a:lnTo>
                  <a:lnTo>
                    <a:pt x="47897" y="89208"/>
                  </a:lnTo>
                  <a:lnTo>
                    <a:pt x="47298" y="88759"/>
                  </a:lnTo>
                  <a:lnTo>
                    <a:pt x="46400" y="88610"/>
                  </a:lnTo>
                  <a:lnTo>
                    <a:pt x="45951" y="88759"/>
                  </a:lnTo>
                  <a:lnTo>
                    <a:pt x="45652" y="88759"/>
                  </a:lnTo>
                  <a:lnTo>
                    <a:pt x="44904" y="89358"/>
                  </a:lnTo>
                  <a:lnTo>
                    <a:pt x="44454" y="89957"/>
                  </a:lnTo>
                  <a:lnTo>
                    <a:pt x="44305" y="90406"/>
                  </a:lnTo>
                  <a:lnTo>
                    <a:pt x="44155" y="90855"/>
                  </a:lnTo>
                  <a:lnTo>
                    <a:pt x="44305" y="91304"/>
                  </a:lnTo>
                  <a:lnTo>
                    <a:pt x="44454" y="91753"/>
                  </a:lnTo>
                  <a:lnTo>
                    <a:pt x="44904" y="92352"/>
                  </a:lnTo>
                  <a:lnTo>
                    <a:pt x="45502" y="92950"/>
                  </a:lnTo>
                  <a:lnTo>
                    <a:pt x="45951" y="92950"/>
                  </a:lnTo>
                  <a:lnTo>
                    <a:pt x="46400" y="93100"/>
                  </a:lnTo>
                  <a:lnTo>
                    <a:pt x="46999" y="92950"/>
                  </a:lnTo>
                  <a:lnTo>
                    <a:pt x="47598" y="92651"/>
                  </a:lnTo>
                  <a:lnTo>
                    <a:pt x="48047" y="92352"/>
                  </a:lnTo>
                  <a:lnTo>
                    <a:pt x="48496" y="91753"/>
                  </a:lnTo>
                  <a:lnTo>
                    <a:pt x="52238" y="92501"/>
                  </a:lnTo>
                  <a:lnTo>
                    <a:pt x="51789" y="94597"/>
                  </a:lnTo>
                  <a:lnTo>
                    <a:pt x="51340" y="96692"/>
                  </a:lnTo>
                  <a:lnTo>
                    <a:pt x="35025" y="99237"/>
                  </a:lnTo>
                  <a:lnTo>
                    <a:pt x="35623" y="94747"/>
                  </a:lnTo>
                  <a:lnTo>
                    <a:pt x="36372" y="90406"/>
                  </a:lnTo>
                  <a:lnTo>
                    <a:pt x="42808" y="90107"/>
                  </a:lnTo>
                  <a:lnTo>
                    <a:pt x="37120" y="87113"/>
                  </a:lnTo>
                  <a:lnTo>
                    <a:pt x="38467" y="82473"/>
                  </a:lnTo>
                  <a:lnTo>
                    <a:pt x="40263" y="77833"/>
                  </a:lnTo>
                  <a:lnTo>
                    <a:pt x="42359" y="73492"/>
                  </a:lnTo>
                  <a:lnTo>
                    <a:pt x="44604" y="69152"/>
                  </a:lnTo>
                  <a:lnTo>
                    <a:pt x="50891" y="70948"/>
                  </a:lnTo>
                  <a:lnTo>
                    <a:pt x="46400" y="66308"/>
                  </a:lnTo>
                  <a:lnTo>
                    <a:pt x="48047" y="63913"/>
                  </a:lnTo>
                  <a:lnTo>
                    <a:pt x="49843" y="61518"/>
                  </a:lnTo>
                  <a:lnTo>
                    <a:pt x="51789" y="59273"/>
                  </a:lnTo>
                  <a:lnTo>
                    <a:pt x="53735" y="57177"/>
                  </a:lnTo>
                  <a:close/>
                  <a:moveTo>
                    <a:pt x="174076" y="90556"/>
                  </a:moveTo>
                  <a:lnTo>
                    <a:pt x="185302" y="91005"/>
                  </a:lnTo>
                  <a:lnTo>
                    <a:pt x="185901" y="95645"/>
                  </a:lnTo>
                  <a:lnTo>
                    <a:pt x="186200" y="100285"/>
                  </a:lnTo>
                  <a:lnTo>
                    <a:pt x="175273" y="98638"/>
                  </a:lnTo>
                  <a:lnTo>
                    <a:pt x="174824" y="94597"/>
                  </a:lnTo>
                  <a:lnTo>
                    <a:pt x="174076" y="90556"/>
                  </a:lnTo>
                  <a:close/>
                  <a:moveTo>
                    <a:pt x="35324" y="90556"/>
                  </a:moveTo>
                  <a:lnTo>
                    <a:pt x="34576" y="94896"/>
                  </a:lnTo>
                  <a:lnTo>
                    <a:pt x="34127" y="99387"/>
                  </a:lnTo>
                  <a:lnTo>
                    <a:pt x="23050" y="101033"/>
                  </a:lnTo>
                  <a:lnTo>
                    <a:pt x="23500" y="95944"/>
                  </a:lnTo>
                  <a:lnTo>
                    <a:pt x="24098" y="91154"/>
                  </a:lnTo>
                  <a:lnTo>
                    <a:pt x="35324" y="90556"/>
                  </a:lnTo>
                  <a:close/>
                  <a:moveTo>
                    <a:pt x="107319" y="15716"/>
                  </a:moveTo>
                  <a:lnTo>
                    <a:pt x="111660" y="16016"/>
                  </a:lnTo>
                  <a:lnTo>
                    <a:pt x="116001" y="16465"/>
                  </a:lnTo>
                  <a:lnTo>
                    <a:pt x="120192" y="17063"/>
                  </a:lnTo>
                  <a:lnTo>
                    <a:pt x="124383" y="17961"/>
                  </a:lnTo>
                  <a:lnTo>
                    <a:pt x="128424" y="19009"/>
                  </a:lnTo>
                  <a:lnTo>
                    <a:pt x="132465" y="20207"/>
                  </a:lnTo>
                  <a:lnTo>
                    <a:pt x="136507" y="21554"/>
                  </a:lnTo>
                  <a:lnTo>
                    <a:pt x="140249" y="23200"/>
                  </a:lnTo>
                  <a:lnTo>
                    <a:pt x="143991" y="24847"/>
                  </a:lnTo>
                  <a:lnTo>
                    <a:pt x="147733" y="26792"/>
                  </a:lnTo>
                  <a:lnTo>
                    <a:pt x="151325" y="28888"/>
                  </a:lnTo>
                  <a:lnTo>
                    <a:pt x="154767" y="31133"/>
                  </a:lnTo>
                  <a:lnTo>
                    <a:pt x="158060" y="33528"/>
                  </a:lnTo>
                  <a:lnTo>
                    <a:pt x="161204" y="36073"/>
                  </a:lnTo>
                  <a:lnTo>
                    <a:pt x="164347" y="38767"/>
                  </a:lnTo>
                  <a:lnTo>
                    <a:pt x="167340" y="41611"/>
                  </a:lnTo>
                  <a:lnTo>
                    <a:pt x="170184" y="44455"/>
                  </a:lnTo>
                  <a:lnTo>
                    <a:pt x="172878" y="47598"/>
                  </a:lnTo>
                  <a:lnTo>
                    <a:pt x="175423" y="50741"/>
                  </a:lnTo>
                  <a:lnTo>
                    <a:pt x="177818" y="54034"/>
                  </a:lnTo>
                  <a:lnTo>
                    <a:pt x="180063" y="57477"/>
                  </a:lnTo>
                  <a:lnTo>
                    <a:pt x="182308" y="61069"/>
                  </a:lnTo>
                  <a:lnTo>
                    <a:pt x="184254" y="64661"/>
                  </a:lnTo>
                  <a:lnTo>
                    <a:pt x="186050" y="68403"/>
                  </a:lnTo>
                  <a:lnTo>
                    <a:pt x="187547" y="72295"/>
                  </a:lnTo>
                  <a:lnTo>
                    <a:pt x="189044" y="76186"/>
                  </a:lnTo>
                  <a:lnTo>
                    <a:pt x="190241" y="80228"/>
                  </a:lnTo>
                  <a:lnTo>
                    <a:pt x="191289" y="84269"/>
                  </a:lnTo>
                  <a:lnTo>
                    <a:pt x="192187" y="88460"/>
                  </a:lnTo>
                  <a:lnTo>
                    <a:pt x="192935" y="92651"/>
                  </a:lnTo>
                  <a:lnTo>
                    <a:pt x="193384" y="96842"/>
                  </a:lnTo>
                  <a:lnTo>
                    <a:pt x="193684" y="101183"/>
                  </a:lnTo>
                  <a:lnTo>
                    <a:pt x="189792" y="100734"/>
                  </a:lnTo>
                  <a:lnTo>
                    <a:pt x="189343" y="95944"/>
                  </a:lnTo>
                  <a:lnTo>
                    <a:pt x="188744" y="91454"/>
                  </a:lnTo>
                  <a:lnTo>
                    <a:pt x="187846" y="86814"/>
                  </a:lnTo>
                  <a:lnTo>
                    <a:pt x="186799" y="82323"/>
                  </a:lnTo>
                  <a:lnTo>
                    <a:pt x="185451" y="77983"/>
                  </a:lnTo>
                  <a:lnTo>
                    <a:pt x="183955" y="73792"/>
                  </a:lnTo>
                  <a:lnTo>
                    <a:pt x="182159" y="69601"/>
                  </a:lnTo>
                  <a:lnTo>
                    <a:pt x="180213" y="65559"/>
                  </a:lnTo>
                  <a:lnTo>
                    <a:pt x="178117" y="61668"/>
                  </a:lnTo>
                  <a:lnTo>
                    <a:pt x="175722" y="57926"/>
                  </a:lnTo>
                  <a:lnTo>
                    <a:pt x="173178" y="54184"/>
                  </a:lnTo>
                  <a:lnTo>
                    <a:pt x="170334" y="50741"/>
                  </a:lnTo>
                  <a:lnTo>
                    <a:pt x="167490" y="47298"/>
                  </a:lnTo>
                  <a:lnTo>
                    <a:pt x="164347" y="44155"/>
                  </a:lnTo>
                  <a:lnTo>
                    <a:pt x="161204" y="41162"/>
                  </a:lnTo>
                  <a:lnTo>
                    <a:pt x="157761" y="38318"/>
                  </a:lnTo>
                  <a:lnTo>
                    <a:pt x="156414" y="37120"/>
                  </a:lnTo>
                  <a:lnTo>
                    <a:pt x="152373" y="34276"/>
                  </a:lnTo>
                  <a:lnTo>
                    <a:pt x="148182" y="31582"/>
                  </a:lnTo>
                  <a:lnTo>
                    <a:pt x="146535" y="30684"/>
                  </a:lnTo>
                  <a:lnTo>
                    <a:pt x="143691" y="29038"/>
                  </a:lnTo>
                  <a:lnTo>
                    <a:pt x="143392" y="28888"/>
                  </a:lnTo>
                  <a:lnTo>
                    <a:pt x="140099" y="27391"/>
                  </a:lnTo>
                  <a:lnTo>
                    <a:pt x="138902" y="26792"/>
                  </a:lnTo>
                  <a:lnTo>
                    <a:pt x="135309" y="25296"/>
                  </a:lnTo>
                  <a:lnTo>
                    <a:pt x="131567" y="23949"/>
                  </a:lnTo>
                  <a:lnTo>
                    <a:pt x="127825" y="22751"/>
                  </a:lnTo>
                  <a:lnTo>
                    <a:pt x="123934" y="21853"/>
                  </a:lnTo>
                  <a:lnTo>
                    <a:pt x="120042" y="20955"/>
                  </a:lnTo>
                  <a:lnTo>
                    <a:pt x="116001" y="20356"/>
                  </a:lnTo>
                  <a:lnTo>
                    <a:pt x="111959" y="19907"/>
                  </a:lnTo>
                  <a:lnTo>
                    <a:pt x="107918" y="19758"/>
                  </a:lnTo>
                  <a:lnTo>
                    <a:pt x="107319" y="15716"/>
                  </a:lnTo>
                  <a:close/>
                  <a:moveTo>
                    <a:pt x="101183" y="15716"/>
                  </a:moveTo>
                  <a:lnTo>
                    <a:pt x="100584" y="19758"/>
                  </a:lnTo>
                  <a:lnTo>
                    <a:pt x="96543" y="20057"/>
                  </a:lnTo>
                  <a:lnTo>
                    <a:pt x="92501" y="20506"/>
                  </a:lnTo>
                  <a:lnTo>
                    <a:pt x="88460" y="21105"/>
                  </a:lnTo>
                  <a:lnTo>
                    <a:pt x="84568" y="22003"/>
                  </a:lnTo>
                  <a:lnTo>
                    <a:pt x="80826" y="23051"/>
                  </a:lnTo>
                  <a:lnTo>
                    <a:pt x="76935" y="24248"/>
                  </a:lnTo>
                  <a:lnTo>
                    <a:pt x="73342" y="25595"/>
                  </a:lnTo>
                  <a:lnTo>
                    <a:pt x="69600" y="27242"/>
                  </a:lnTo>
                  <a:lnTo>
                    <a:pt x="66158" y="28888"/>
                  </a:lnTo>
                  <a:lnTo>
                    <a:pt x="62715" y="30684"/>
                  </a:lnTo>
                  <a:lnTo>
                    <a:pt x="59422" y="32780"/>
                  </a:lnTo>
                  <a:lnTo>
                    <a:pt x="56129" y="34875"/>
                  </a:lnTo>
                  <a:lnTo>
                    <a:pt x="52986" y="37120"/>
                  </a:lnTo>
                  <a:lnTo>
                    <a:pt x="49993" y="39665"/>
                  </a:lnTo>
                  <a:lnTo>
                    <a:pt x="46999" y="42209"/>
                  </a:lnTo>
                  <a:lnTo>
                    <a:pt x="44305" y="44904"/>
                  </a:lnTo>
                  <a:lnTo>
                    <a:pt x="41611" y="47747"/>
                  </a:lnTo>
                  <a:lnTo>
                    <a:pt x="39066" y="50591"/>
                  </a:lnTo>
                  <a:lnTo>
                    <a:pt x="36671" y="53585"/>
                  </a:lnTo>
                  <a:lnTo>
                    <a:pt x="34426" y="56878"/>
                  </a:lnTo>
                  <a:lnTo>
                    <a:pt x="32331" y="60021"/>
                  </a:lnTo>
                  <a:lnTo>
                    <a:pt x="30235" y="63464"/>
                  </a:lnTo>
                  <a:lnTo>
                    <a:pt x="28439" y="66906"/>
                  </a:lnTo>
                  <a:lnTo>
                    <a:pt x="26792" y="70349"/>
                  </a:lnTo>
                  <a:lnTo>
                    <a:pt x="25296" y="74091"/>
                  </a:lnTo>
                  <a:lnTo>
                    <a:pt x="23949" y="77833"/>
                  </a:lnTo>
                  <a:lnTo>
                    <a:pt x="22751" y="81575"/>
                  </a:lnTo>
                  <a:lnTo>
                    <a:pt x="21853" y="85466"/>
                  </a:lnTo>
                  <a:lnTo>
                    <a:pt x="20955" y="89358"/>
                  </a:lnTo>
                  <a:lnTo>
                    <a:pt x="20356" y="93399"/>
                  </a:lnTo>
                  <a:lnTo>
                    <a:pt x="19907" y="97441"/>
                  </a:lnTo>
                  <a:lnTo>
                    <a:pt x="19608" y="101482"/>
                  </a:lnTo>
                  <a:lnTo>
                    <a:pt x="15716" y="102081"/>
                  </a:lnTo>
                  <a:lnTo>
                    <a:pt x="15866" y="97740"/>
                  </a:lnTo>
                  <a:lnTo>
                    <a:pt x="16315" y="93399"/>
                  </a:lnTo>
                  <a:lnTo>
                    <a:pt x="17063" y="89208"/>
                  </a:lnTo>
                  <a:lnTo>
                    <a:pt x="17812" y="85017"/>
                  </a:lnTo>
                  <a:lnTo>
                    <a:pt x="18859" y="80976"/>
                  </a:lnTo>
                  <a:lnTo>
                    <a:pt x="20057" y="76935"/>
                  </a:lnTo>
                  <a:lnTo>
                    <a:pt x="21554" y="73043"/>
                  </a:lnTo>
                  <a:lnTo>
                    <a:pt x="23050" y="69152"/>
                  </a:lnTo>
                  <a:lnTo>
                    <a:pt x="24847" y="65410"/>
                  </a:lnTo>
                  <a:lnTo>
                    <a:pt x="26792" y="61817"/>
                  </a:lnTo>
                  <a:lnTo>
                    <a:pt x="28888" y="58225"/>
                  </a:lnTo>
                  <a:lnTo>
                    <a:pt x="31133" y="54782"/>
                  </a:lnTo>
                  <a:lnTo>
                    <a:pt x="33378" y="51340"/>
                  </a:lnTo>
                  <a:lnTo>
                    <a:pt x="35923" y="48197"/>
                  </a:lnTo>
                  <a:lnTo>
                    <a:pt x="38617" y="45053"/>
                  </a:lnTo>
                  <a:lnTo>
                    <a:pt x="41461" y="42060"/>
                  </a:lnTo>
                  <a:lnTo>
                    <a:pt x="44454" y="39216"/>
                  </a:lnTo>
                  <a:lnTo>
                    <a:pt x="47448" y="36522"/>
                  </a:lnTo>
                  <a:lnTo>
                    <a:pt x="50741" y="33977"/>
                  </a:lnTo>
                  <a:lnTo>
                    <a:pt x="54034" y="31582"/>
                  </a:lnTo>
                  <a:lnTo>
                    <a:pt x="57476" y="29337"/>
                  </a:lnTo>
                  <a:lnTo>
                    <a:pt x="60919" y="27242"/>
                  </a:lnTo>
                  <a:lnTo>
                    <a:pt x="64661" y="25296"/>
                  </a:lnTo>
                  <a:lnTo>
                    <a:pt x="68403" y="23500"/>
                  </a:lnTo>
                  <a:lnTo>
                    <a:pt x="72145" y="21853"/>
                  </a:lnTo>
                  <a:lnTo>
                    <a:pt x="76186" y="20356"/>
                  </a:lnTo>
                  <a:lnTo>
                    <a:pt x="80078" y="19159"/>
                  </a:lnTo>
                  <a:lnTo>
                    <a:pt x="84119" y="18111"/>
                  </a:lnTo>
                  <a:lnTo>
                    <a:pt x="88310" y="17213"/>
                  </a:lnTo>
                  <a:lnTo>
                    <a:pt x="92501" y="16614"/>
                  </a:lnTo>
                  <a:lnTo>
                    <a:pt x="96842" y="16016"/>
                  </a:lnTo>
                  <a:lnTo>
                    <a:pt x="101183" y="15716"/>
                  </a:lnTo>
                  <a:close/>
                  <a:moveTo>
                    <a:pt x="104176" y="5837"/>
                  </a:moveTo>
                  <a:lnTo>
                    <a:pt x="105224" y="12274"/>
                  </a:lnTo>
                  <a:lnTo>
                    <a:pt x="105673" y="15716"/>
                  </a:lnTo>
                  <a:lnTo>
                    <a:pt x="106272" y="19608"/>
                  </a:lnTo>
                  <a:lnTo>
                    <a:pt x="106870" y="23051"/>
                  </a:lnTo>
                  <a:lnTo>
                    <a:pt x="108517" y="33977"/>
                  </a:lnTo>
                  <a:lnTo>
                    <a:pt x="108666" y="35025"/>
                  </a:lnTo>
                  <a:lnTo>
                    <a:pt x="111061" y="51190"/>
                  </a:lnTo>
                  <a:lnTo>
                    <a:pt x="111361" y="52986"/>
                  </a:lnTo>
                  <a:lnTo>
                    <a:pt x="112408" y="60171"/>
                  </a:lnTo>
                  <a:lnTo>
                    <a:pt x="112708" y="61668"/>
                  </a:lnTo>
                  <a:lnTo>
                    <a:pt x="115552" y="80826"/>
                  </a:lnTo>
                  <a:lnTo>
                    <a:pt x="115701" y="81425"/>
                  </a:lnTo>
                  <a:lnTo>
                    <a:pt x="115701" y="82174"/>
                  </a:lnTo>
                  <a:lnTo>
                    <a:pt x="116300" y="86215"/>
                  </a:lnTo>
                  <a:lnTo>
                    <a:pt x="116450" y="86814"/>
                  </a:lnTo>
                  <a:lnTo>
                    <a:pt x="117048" y="90556"/>
                  </a:lnTo>
                  <a:lnTo>
                    <a:pt x="117048" y="90705"/>
                  </a:lnTo>
                  <a:lnTo>
                    <a:pt x="116749" y="90705"/>
                  </a:lnTo>
                  <a:lnTo>
                    <a:pt x="115252" y="92352"/>
                  </a:lnTo>
                  <a:lnTo>
                    <a:pt x="113606" y="94148"/>
                  </a:lnTo>
                  <a:lnTo>
                    <a:pt x="113456" y="94148"/>
                  </a:lnTo>
                  <a:lnTo>
                    <a:pt x="111810" y="95944"/>
                  </a:lnTo>
                  <a:lnTo>
                    <a:pt x="110163" y="97740"/>
                  </a:lnTo>
                  <a:lnTo>
                    <a:pt x="110163" y="97590"/>
                  </a:lnTo>
                  <a:lnTo>
                    <a:pt x="110014" y="95794"/>
                  </a:lnTo>
                  <a:lnTo>
                    <a:pt x="109714" y="95794"/>
                  </a:lnTo>
                  <a:lnTo>
                    <a:pt x="109565" y="97141"/>
                  </a:lnTo>
                  <a:lnTo>
                    <a:pt x="109565" y="97291"/>
                  </a:lnTo>
                  <a:lnTo>
                    <a:pt x="109415" y="98489"/>
                  </a:lnTo>
                  <a:lnTo>
                    <a:pt x="108517" y="99536"/>
                  </a:lnTo>
                  <a:lnTo>
                    <a:pt x="108367" y="99686"/>
                  </a:lnTo>
                  <a:lnTo>
                    <a:pt x="106870" y="101332"/>
                  </a:lnTo>
                  <a:lnTo>
                    <a:pt x="106721" y="101482"/>
                  </a:lnTo>
                  <a:lnTo>
                    <a:pt x="105224" y="102979"/>
                  </a:lnTo>
                  <a:lnTo>
                    <a:pt x="104775" y="103428"/>
                  </a:lnTo>
                  <a:lnTo>
                    <a:pt x="104625" y="103578"/>
                  </a:lnTo>
                  <a:lnTo>
                    <a:pt x="104026" y="102979"/>
                  </a:lnTo>
                  <a:lnTo>
                    <a:pt x="103577" y="102530"/>
                  </a:lnTo>
                  <a:lnTo>
                    <a:pt x="102380" y="101482"/>
                  </a:lnTo>
                  <a:lnTo>
                    <a:pt x="102380" y="101332"/>
                  </a:lnTo>
                  <a:lnTo>
                    <a:pt x="101033" y="100135"/>
                  </a:lnTo>
                  <a:lnTo>
                    <a:pt x="103428" y="100135"/>
                  </a:lnTo>
                  <a:lnTo>
                    <a:pt x="103877" y="99985"/>
                  </a:lnTo>
                  <a:lnTo>
                    <a:pt x="105523" y="99985"/>
                  </a:lnTo>
                  <a:lnTo>
                    <a:pt x="106721" y="99836"/>
                  </a:lnTo>
                  <a:lnTo>
                    <a:pt x="106870" y="99686"/>
                  </a:lnTo>
                  <a:lnTo>
                    <a:pt x="106870" y="99536"/>
                  </a:lnTo>
                  <a:lnTo>
                    <a:pt x="106721" y="99387"/>
                  </a:lnTo>
                  <a:lnTo>
                    <a:pt x="105224" y="99237"/>
                  </a:lnTo>
                  <a:lnTo>
                    <a:pt x="100135" y="99237"/>
                  </a:lnTo>
                  <a:lnTo>
                    <a:pt x="98788" y="98039"/>
                  </a:lnTo>
                  <a:lnTo>
                    <a:pt x="98788" y="97890"/>
                  </a:lnTo>
                  <a:lnTo>
                    <a:pt x="97441" y="96692"/>
                  </a:lnTo>
                  <a:lnTo>
                    <a:pt x="99835" y="96842"/>
                  </a:lnTo>
                  <a:lnTo>
                    <a:pt x="105074" y="96842"/>
                  </a:lnTo>
                  <a:lnTo>
                    <a:pt x="105523" y="96692"/>
                  </a:lnTo>
                  <a:lnTo>
                    <a:pt x="105673" y="96692"/>
                  </a:lnTo>
                  <a:lnTo>
                    <a:pt x="107619" y="96543"/>
                  </a:lnTo>
                  <a:lnTo>
                    <a:pt x="107619" y="96393"/>
                  </a:lnTo>
                  <a:lnTo>
                    <a:pt x="107619" y="96243"/>
                  </a:lnTo>
                  <a:lnTo>
                    <a:pt x="105074" y="95944"/>
                  </a:lnTo>
                  <a:lnTo>
                    <a:pt x="100284" y="95944"/>
                  </a:lnTo>
                  <a:lnTo>
                    <a:pt x="97141" y="96243"/>
                  </a:lnTo>
                  <a:lnTo>
                    <a:pt x="96992" y="96243"/>
                  </a:lnTo>
                  <a:lnTo>
                    <a:pt x="92352" y="91753"/>
                  </a:lnTo>
                  <a:lnTo>
                    <a:pt x="92651" y="90107"/>
                  </a:lnTo>
                  <a:lnTo>
                    <a:pt x="95195" y="90406"/>
                  </a:lnTo>
                  <a:lnTo>
                    <a:pt x="97890" y="90406"/>
                  </a:lnTo>
                  <a:lnTo>
                    <a:pt x="103128" y="90256"/>
                  </a:lnTo>
                  <a:lnTo>
                    <a:pt x="104925" y="90256"/>
                  </a:lnTo>
                  <a:lnTo>
                    <a:pt x="105224" y="90107"/>
                  </a:lnTo>
                  <a:lnTo>
                    <a:pt x="105972" y="90107"/>
                  </a:lnTo>
                  <a:lnTo>
                    <a:pt x="105972" y="89957"/>
                  </a:lnTo>
                  <a:lnTo>
                    <a:pt x="105972" y="89807"/>
                  </a:lnTo>
                  <a:lnTo>
                    <a:pt x="105823" y="89657"/>
                  </a:lnTo>
                  <a:lnTo>
                    <a:pt x="102679" y="89657"/>
                  </a:lnTo>
                  <a:lnTo>
                    <a:pt x="97590" y="89508"/>
                  </a:lnTo>
                  <a:lnTo>
                    <a:pt x="95195" y="89508"/>
                  </a:lnTo>
                  <a:lnTo>
                    <a:pt x="92651" y="89807"/>
                  </a:lnTo>
                  <a:lnTo>
                    <a:pt x="93549" y="82922"/>
                  </a:lnTo>
                  <a:lnTo>
                    <a:pt x="93699" y="82174"/>
                  </a:lnTo>
                  <a:lnTo>
                    <a:pt x="93848" y="81425"/>
                  </a:lnTo>
                  <a:lnTo>
                    <a:pt x="96543" y="61817"/>
                  </a:lnTo>
                  <a:lnTo>
                    <a:pt x="96692" y="60171"/>
                  </a:lnTo>
                  <a:lnTo>
                    <a:pt x="97740" y="53136"/>
                  </a:lnTo>
                  <a:lnTo>
                    <a:pt x="97890" y="51340"/>
                  </a:lnTo>
                  <a:lnTo>
                    <a:pt x="100135" y="35025"/>
                  </a:lnTo>
                  <a:lnTo>
                    <a:pt x="100284" y="34127"/>
                  </a:lnTo>
                  <a:lnTo>
                    <a:pt x="101781" y="23051"/>
                  </a:lnTo>
                  <a:lnTo>
                    <a:pt x="102230" y="19608"/>
                  </a:lnTo>
                  <a:lnTo>
                    <a:pt x="102829" y="15716"/>
                  </a:lnTo>
                  <a:lnTo>
                    <a:pt x="103278" y="12274"/>
                  </a:lnTo>
                  <a:lnTo>
                    <a:pt x="104176" y="5837"/>
                  </a:lnTo>
                  <a:close/>
                  <a:moveTo>
                    <a:pt x="53285" y="113456"/>
                  </a:moveTo>
                  <a:lnTo>
                    <a:pt x="60021" y="114354"/>
                  </a:lnTo>
                  <a:lnTo>
                    <a:pt x="53884" y="116151"/>
                  </a:lnTo>
                  <a:lnTo>
                    <a:pt x="53285" y="113456"/>
                  </a:lnTo>
                  <a:close/>
                  <a:moveTo>
                    <a:pt x="90705" y="92352"/>
                  </a:moveTo>
                  <a:lnTo>
                    <a:pt x="90555" y="92651"/>
                  </a:lnTo>
                  <a:lnTo>
                    <a:pt x="92052" y="93998"/>
                  </a:lnTo>
                  <a:lnTo>
                    <a:pt x="92202" y="94148"/>
                  </a:lnTo>
                  <a:lnTo>
                    <a:pt x="93998" y="95794"/>
                  </a:lnTo>
                  <a:lnTo>
                    <a:pt x="95794" y="97441"/>
                  </a:lnTo>
                  <a:lnTo>
                    <a:pt x="95794" y="97590"/>
                  </a:lnTo>
                  <a:lnTo>
                    <a:pt x="97590" y="99087"/>
                  </a:lnTo>
                  <a:lnTo>
                    <a:pt x="97590" y="99237"/>
                  </a:lnTo>
                  <a:lnTo>
                    <a:pt x="97740" y="99387"/>
                  </a:lnTo>
                  <a:lnTo>
                    <a:pt x="97291" y="99387"/>
                  </a:lnTo>
                  <a:lnTo>
                    <a:pt x="95794" y="99536"/>
                  </a:lnTo>
                  <a:lnTo>
                    <a:pt x="95644" y="99686"/>
                  </a:lnTo>
                  <a:lnTo>
                    <a:pt x="95794" y="99686"/>
                  </a:lnTo>
                  <a:lnTo>
                    <a:pt x="96842" y="99836"/>
                  </a:lnTo>
                  <a:lnTo>
                    <a:pt x="96992" y="99836"/>
                  </a:lnTo>
                  <a:lnTo>
                    <a:pt x="98488" y="99985"/>
                  </a:lnTo>
                  <a:lnTo>
                    <a:pt x="99237" y="100734"/>
                  </a:lnTo>
                  <a:lnTo>
                    <a:pt x="99386" y="100883"/>
                  </a:lnTo>
                  <a:lnTo>
                    <a:pt x="101183" y="102530"/>
                  </a:lnTo>
                  <a:lnTo>
                    <a:pt x="101183" y="102680"/>
                  </a:lnTo>
                  <a:lnTo>
                    <a:pt x="102829" y="104027"/>
                  </a:lnTo>
                  <a:lnTo>
                    <a:pt x="103428" y="104625"/>
                  </a:lnTo>
                  <a:lnTo>
                    <a:pt x="103577" y="104775"/>
                  </a:lnTo>
                  <a:lnTo>
                    <a:pt x="103428" y="104775"/>
                  </a:lnTo>
                  <a:lnTo>
                    <a:pt x="102979" y="105374"/>
                  </a:lnTo>
                  <a:lnTo>
                    <a:pt x="102829" y="105523"/>
                  </a:lnTo>
                  <a:lnTo>
                    <a:pt x="102230" y="106122"/>
                  </a:lnTo>
                  <a:lnTo>
                    <a:pt x="101183" y="107320"/>
                  </a:lnTo>
                  <a:lnTo>
                    <a:pt x="101033" y="107320"/>
                  </a:lnTo>
                  <a:lnTo>
                    <a:pt x="99985" y="108517"/>
                  </a:lnTo>
                  <a:lnTo>
                    <a:pt x="99985" y="106122"/>
                  </a:lnTo>
                  <a:lnTo>
                    <a:pt x="99985" y="105523"/>
                  </a:lnTo>
                  <a:lnTo>
                    <a:pt x="99985" y="105374"/>
                  </a:lnTo>
                  <a:lnTo>
                    <a:pt x="99985" y="104925"/>
                  </a:lnTo>
                  <a:lnTo>
                    <a:pt x="99985" y="104775"/>
                  </a:lnTo>
                  <a:lnTo>
                    <a:pt x="99985" y="104176"/>
                  </a:lnTo>
                  <a:lnTo>
                    <a:pt x="99835" y="104027"/>
                  </a:lnTo>
                  <a:lnTo>
                    <a:pt x="99835" y="103727"/>
                  </a:lnTo>
                  <a:lnTo>
                    <a:pt x="99686" y="102680"/>
                  </a:lnTo>
                  <a:lnTo>
                    <a:pt x="99686" y="102530"/>
                  </a:lnTo>
                  <a:lnTo>
                    <a:pt x="99386" y="102530"/>
                  </a:lnTo>
                  <a:lnTo>
                    <a:pt x="99386" y="102680"/>
                  </a:lnTo>
                  <a:lnTo>
                    <a:pt x="99237" y="104176"/>
                  </a:lnTo>
                  <a:lnTo>
                    <a:pt x="99237" y="104476"/>
                  </a:lnTo>
                  <a:lnTo>
                    <a:pt x="99237" y="104625"/>
                  </a:lnTo>
                  <a:lnTo>
                    <a:pt x="99237" y="104775"/>
                  </a:lnTo>
                  <a:lnTo>
                    <a:pt x="99237" y="104925"/>
                  </a:lnTo>
                  <a:lnTo>
                    <a:pt x="99087" y="105374"/>
                  </a:lnTo>
                  <a:lnTo>
                    <a:pt x="99087" y="105523"/>
                  </a:lnTo>
                  <a:lnTo>
                    <a:pt x="99087" y="106122"/>
                  </a:lnTo>
                  <a:lnTo>
                    <a:pt x="99087" y="108667"/>
                  </a:lnTo>
                  <a:lnTo>
                    <a:pt x="99087" y="108816"/>
                  </a:lnTo>
                  <a:lnTo>
                    <a:pt x="99087" y="109415"/>
                  </a:lnTo>
                  <a:lnTo>
                    <a:pt x="96543" y="111960"/>
                  </a:lnTo>
                  <a:lnTo>
                    <a:pt x="96842" y="109116"/>
                  </a:lnTo>
                  <a:lnTo>
                    <a:pt x="96842" y="106272"/>
                  </a:lnTo>
                  <a:lnTo>
                    <a:pt x="96842" y="105523"/>
                  </a:lnTo>
                  <a:lnTo>
                    <a:pt x="96842" y="104925"/>
                  </a:lnTo>
                  <a:lnTo>
                    <a:pt x="96692" y="104326"/>
                  </a:lnTo>
                  <a:lnTo>
                    <a:pt x="96692" y="103727"/>
                  </a:lnTo>
                  <a:lnTo>
                    <a:pt x="96692" y="103428"/>
                  </a:lnTo>
                  <a:lnTo>
                    <a:pt x="96393" y="101931"/>
                  </a:lnTo>
                  <a:lnTo>
                    <a:pt x="96393" y="101781"/>
                  </a:lnTo>
                  <a:lnTo>
                    <a:pt x="96243" y="101931"/>
                  </a:lnTo>
                  <a:lnTo>
                    <a:pt x="95944" y="104176"/>
                  </a:lnTo>
                  <a:lnTo>
                    <a:pt x="95944" y="104326"/>
                  </a:lnTo>
                  <a:lnTo>
                    <a:pt x="95944" y="104925"/>
                  </a:lnTo>
                  <a:lnTo>
                    <a:pt x="95944" y="105523"/>
                  </a:lnTo>
                  <a:lnTo>
                    <a:pt x="95944" y="105673"/>
                  </a:lnTo>
                  <a:lnTo>
                    <a:pt x="95944" y="106272"/>
                  </a:lnTo>
                  <a:lnTo>
                    <a:pt x="95944" y="109415"/>
                  </a:lnTo>
                  <a:lnTo>
                    <a:pt x="96094" y="112558"/>
                  </a:lnTo>
                  <a:lnTo>
                    <a:pt x="91753" y="117049"/>
                  </a:lnTo>
                  <a:lnTo>
                    <a:pt x="90106" y="116899"/>
                  </a:lnTo>
                  <a:lnTo>
                    <a:pt x="90106" y="116749"/>
                  </a:lnTo>
                  <a:lnTo>
                    <a:pt x="90256" y="114354"/>
                  </a:lnTo>
                  <a:lnTo>
                    <a:pt x="90406" y="111810"/>
                  </a:lnTo>
                  <a:lnTo>
                    <a:pt x="90256" y="106721"/>
                  </a:lnTo>
                  <a:lnTo>
                    <a:pt x="90106" y="105823"/>
                  </a:lnTo>
                  <a:lnTo>
                    <a:pt x="90106" y="105224"/>
                  </a:lnTo>
                  <a:lnTo>
                    <a:pt x="90106" y="105074"/>
                  </a:lnTo>
                  <a:lnTo>
                    <a:pt x="90106" y="104176"/>
                  </a:lnTo>
                  <a:lnTo>
                    <a:pt x="90106" y="103727"/>
                  </a:lnTo>
                  <a:lnTo>
                    <a:pt x="90106" y="103578"/>
                  </a:lnTo>
                  <a:lnTo>
                    <a:pt x="89957" y="103428"/>
                  </a:lnTo>
                  <a:lnTo>
                    <a:pt x="89807" y="103578"/>
                  </a:lnTo>
                  <a:lnTo>
                    <a:pt x="89657" y="103578"/>
                  </a:lnTo>
                  <a:lnTo>
                    <a:pt x="89657" y="103727"/>
                  </a:lnTo>
                  <a:lnTo>
                    <a:pt x="89657" y="104625"/>
                  </a:lnTo>
                  <a:lnTo>
                    <a:pt x="89657" y="105523"/>
                  </a:lnTo>
                  <a:lnTo>
                    <a:pt x="89508" y="106571"/>
                  </a:lnTo>
                  <a:lnTo>
                    <a:pt x="89508" y="107769"/>
                  </a:lnTo>
                  <a:lnTo>
                    <a:pt x="89358" y="112259"/>
                  </a:lnTo>
                  <a:lnTo>
                    <a:pt x="89508" y="114504"/>
                  </a:lnTo>
                  <a:lnTo>
                    <a:pt x="89657" y="116749"/>
                  </a:lnTo>
                  <a:lnTo>
                    <a:pt x="89657" y="116749"/>
                  </a:lnTo>
                  <a:lnTo>
                    <a:pt x="83521" y="116001"/>
                  </a:lnTo>
                  <a:lnTo>
                    <a:pt x="82772" y="115851"/>
                  </a:lnTo>
                  <a:lnTo>
                    <a:pt x="82024" y="115702"/>
                  </a:lnTo>
                  <a:lnTo>
                    <a:pt x="61667" y="113007"/>
                  </a:lnTo>
                  <a:lnTo>
                    <a:pt x="60171" y="112708"/>
                  </a:lnTo>
                  <a:lnTo>
                    <a:pt x="52986" y="111810"/>
                  </a:lnTo>
                  <a:lnTo>
                    <a:pt x="51190" y="111511"/>
                  </a:lnTo>
                  <a:lnTo>
                    <a:pt x="35025" y="109265"/>
                  </a:lnTo>
                  <a:lnTo>
                    <a:pt x="33977" y="109116"/>
                  </a:lnTo>
                  <a:lnTo>
                    <a:pt x="23050" y="107619"/>
                  </a:lnTo>
                  <a:lnTo>
                    <a:pt x="19608" y="107170"/>
                  </a:lnTo>
                  <a:lnTo>
                    <a:pt x="15716" y="106571"/>
                  </a:lnTo>
                  <a:lnTo>
                    <a:pt x="12274" y="106122"/>
                  </a:lnTo>
                  <a:lnTo>
                    <a:pt x="5688" y="105224"/>
                  </a:lnTo>
                  <a:lnTo>
                    <a:pt x="12274" y="104326"/>
                  </a:lnTo>
                  <a:lnTo>
                    <a:pt x="15716" y="103727"/>
                  </a:lnTo>
                  <a:lnTo>
                    <a:pt x="19608" y="103129"/>
                  </a:lnTo>
                  <a:lnTo>
                    <a:pt x="23050" y="102680"/>
                  </a:lnTo>
                  <a:lnTo>
                    <a:pt x="33977" y="101033"/>
                  </a:lnTo>
                  <a:lnTo>
                    <a:pt x="35025" y="100883"/>
                  </a:lnTo>
                  <a:lnTo>
                    <a:pt x="51190" y="98339"/>
                  </a:lnTo>
                  <a:lnTo>
                    <a:pt x="52986" y="98039"/>
                  </a:lnTo>
                  <a:lnTo>
                    <a:pt x="60171" y="96992"/>
                  </a:lnTo>
                  <a:lnTo>
                    <a:pt x="61667" y="96842"/>
                  </a:lnTo>
                  <a:lnTo>
                    <a:pt x="81425" y="93848"/>
                  </a:lnTo>
                  <a:lnTo>
                    <a:pt x="82173" y="93699"/>
                  </a:lnTo>
                  <a:lnTo>
                    <a:pt x="82922" y="93549"/>
                  </a:lnTo>
                  <a:lnTo>
                    <a:pt x="85915" y="93100"/>
                  </a:lnTo>
                  <a:lnTo>
                    <a:pt x="86514" y="93100"/>
                  </a:lnTo>
                  <a:lnTo>
                    <a:pt x="90106" y="92501"/>
                  </a:lnTo>
                  <a:lnTo>
                    <a:pt x="90555" y="92352"/>
                  </a:lnTo>
                  <a:close/>
                  <a:moveTo>
                    <a:pt x="117647" y="92501"/>
                  </a:moveTo>
                  <a:lnTo>
                    <a:pt x="119294" y="92651"/>
                  </a:lnTo>
                  <a:lnTo>
                    <a:pt x="119144" y="95046"/>
                  </a:lnTo>
                  <a:lnTo>
                    <a:pt x="118994" y="97590"/>
                  </a:lnTo>
                  <a:lnTo>
                    <a:pt x="119144" y="102530"/>
                  </a:lnTo>
                  <a:lnTo>
                    <a:pt x="119144" y="103428"/>
                  </a:lnTo>
                  <a:lnTo>
                    <a:pt x="119294" y="104176"/>
                  </a:lnTo>
                  <a:lnTo>
                    <a:pt x="119294" y="104476"/>
                  </a:lnTo>
                  <a:lnTo>
                    <a:pt x="119294" y="105224"/>
                  </a:lnTo>
                  <a:lnTo>
                    <a:pt x="119294" y="105823"/>
                  </a:lnTo>
                  <a:lnTo>
                    <a:pt x="119294" y="105972"/>
                  </a:lnTo>
                  <a:lnTo>
                    <a:pt x="119593" y="105972"/>
                  </a:lnTo>
                  <a:lnTo>
                    <a:pt x="119743" y="105823"/>
                  </a:lnTo>
                  <a:lnTo>
                    <a:pt x="119743" y="104775"/>
                  </a:lnTo>
                  <a:lnTo>
                    <a:pt x="119743" y="103727"/>
                  </a:lnTo>
                  <a:lnTo>
                    <a:pt x="119892" y="102680"/>
                  </a:lnTo>
                  <a:lnTo>
                    <a:pt x="119892" y="101482"/>
                  </a:lnTo>
                  <a:lnTo>
                    <a:pt x="120042" y="97141"/>
                  </a:lnTo>
                  <a:lnTo>
                    <a:pt x="119892" y="94896"/>
                  </a:lnTo>
                  <a:lnTo>
                    <a:pt x="119743" y="92651"/>
                  </a:lnTo>
                  <a:lnTo>
                    <a:pt x="119743" y="92651"/>
                  </a:lnTo>
                  <a:lnTo>
                    <a:pt x="125730" y="93549"/>
                  </a:lnTo>
                  <a:lnTo>
                    <a:pt x="126478" y="93699"/>
                  </a:lnTo>
                  <a:lnTo>
                    <a:pt x="127077" y="93699"/>
                  </a:lnTo>
                  <a:lnTo>
                    <a:pt x="147733" y="96543"/>
                  </a:lnTo>
                  <a:lnTo>
                    <a:pt x="149229" y="96842"/>
                  </a:lnTo>
                  <a:lnTo>
                    <a:pt x="156414" y="97740"/>
                  </a:lnTo>
                  <a:lnTo>
                    <a:pt x="158210" y="98039"/>
                  </a:lnTo>
                  <a:lnTo>
                    <a:pt x="174375" y="100285"/>
                  </a:lnTo>
                  <a:lnTo>
                    <a:pt x="175423" y="100434"/>
                  </a:lnTo>
                  <a:lnTo>
                    <a:pt x="186350" y="101931"/>
                  </a:lnTo>
                  <a:lnTo>
                    <a:pt x="189792" y="102380"/>
                  </a:lnTo>
                  <a:lnTo>
                    <a:pt x="193684" y="102829"/>
                  </a:lnTo>
                  <a:lnTo>
                    <a:pt x="197126" y="103278"/>
                  </a:lnTo>
                  <a:lnTo>
                    <a:pt x="203712" y="104326"/>
                  </a:lnTo>
                  <a:lnTo>
                    <a:pt x="197126" y="105224"/>
                  </a:lnTo>
                  <a:lnTo>
                    <a:pt x="193684" y="105823"/>
                  </a:lnTo>
                  <a:lnTo>
                    <a:pt x="189792" y="106421"/>
                  </a:lnTo>
                  <a:lnTo>
                    <a:pt x="186350" y="106871"/>
                  </a:lnTo>
                  <a:lnTo>
                    <a:pt x="175423" y="108517"/>
                  </a:lnTo>
                  <a:lnTo>
                    <a:pt x="174375" y="108667"/>
                  </a:lnTo>
                  <a:lnTo>
                    <a:pt x="158210" y="111062"/>
                  </a:lnTo>
                  <a:lnTo>
                    <a:pt x="156414" y="111361"/>
                  </a:lnTo>
                  <a:lnTo>
                    <a:pt x="149229" y="112409"/>
                  </a:lnTo>
                  <a:lnTo>
                    <a:pt x="147733" y="112708"/>
                  </a:lnTo>
                  <a:lnTo>
                    <a:pt x="127975" y="115702"/>
                  </a:lnTo>
                  <a:lnTo>
                    <a:pt x="127376" y="115851"/>
                  </a:lnTo>
                  <a:lnTo>
                    <a:pt x="126628" y="115851"/>
                  </a:lnTo>
                  <a:lnTo>
                    <a:pt x="123634" y="116300"/>
                  </a:lnTo>
                  <a:lnTo>
                    <a:pt x="123036" y="116450"/>
                  </a:lnTo>
                  <a:lnTo>
                    <a:pt x="119443" y="117049"/>
                  </a:lnTo>
                  <a:lnTo>
                    <a:pt x="118695" y="117049"/>
                  </a:lnTo>
                  <a:lnTo>
                    <a:pt x="118695" y="116899"/>
                  </a:lnTo>
                  <a:lnTo>
                    <a:pt x="117348" y="115552"/>
                  </a:lnTo>
                  <a:lnTo>
                    <a:pt x="117198" y="115402"/>
                  </a:lnTo>
                  <a:lnTo>
                    <a:pt x="115552" y="113756"/>
                  </a:lnTo>
                  <a:lnTo>
                    <a:pt x="115402" y="113756"/>
                  </a:lnTo>
                  <a:lnTo>
                    <a:pt x="113756" y="112109"/>
                  </a:lnTo>
                  <a:lnTo>
                    <a:pt x="113606" y="111960"/>
                  </a:lnTo>
                  <a:lnTo>
                    <a:pt x="111959" y="110463"/>
                  </a:lnTo>
                  <a:lnTo>
                    <a:pt x="111810" y="110313"/>
                  </a:lnTo>
                  <a:lnTo>
                    <a:pt x="111660" y="110163"/>
                  </a:lnTo>
                  <a:lnTo>
                    <a:pt x="112259" y="110163"/>
                  </a:lnTo>
                  <a:lnTo>
                    <a:pt x="113606" y="110014"/>
                  </a:lnTo>
                  <a:lnTo>
                    <a:pt x="113756" y="109864"/>
                  </a:lnTo>
                  <a:lnTo>
                    <a:pt x="113606" y="109714"/>
                  </a:lnTo>
                  <a:lnTo>
                    <a:pt x="112558" y="109714"/>
                  </a:lnTo>
                  <a:lnTo>
                    <a:pt x="110912" y="109565"/>
                  </a:lnTo>
                  <a:lnTo>
                    <a:pt x="110912" y="109415"/>
                  </a:lnTo>
                  <a:lnTo>
                    <a:pt x="110762" y="109265"/>
                  </a:lnTo>
                  <a:lnTo>
                    <a:pt x="110163" y="108816"/>
                  </a:lnTo>
                  <a:lnTo>
                    <a:pt x="110014" y="108667"/>
                  </a:lnTo>
                  <a:lnTo>
                    <a:pt x="108367" y="107020"/>
                  </a:lnTo>
                  <a:lnTo>
                    <a:pt x="108217" y="106871"/>
                  </a:lnTo>
                  <a:lnTo>
                    <a:pt x="106571" y="105374"/>
                  </a:lnTo>
                  <a:lnTo>
                    <a:pt x="106122" y="104925"/>
                  </a:lnTo>
                  <a:lnTo>
                    <a:pt x="105972" y="104775"/>
                  </a:lnTo>
                  <a:lnTo>
                    <a:pt x="105823" y="104775"/>
                  </a:lnTo>
                  <a:lnTo>
                    <a:pt x="106272" y="104326"/>
                  </a:lnTo>
                  <a:lnTo>
                    <a:pt x="106272" y="104176"/>
                  </a:lnTo>
                  <a:lnTo>
                    <a:pt x="106870" y="103727"/>
                  </a:lnTo>
                  <a:lnTo>
                    <a:pt x="107918" y="102530"/>
                  </a:lnTo>
                  <a:lnTo>
                    <a:pt x="109415" y="101033"/>
                  </a:lnTo>
                  <a:lnTo>
                    <a:pt x="109415" y="103578"/>
                  </a:lnTo>
                  <a:lnTo>
                    <a:pt x="109415" y="104176"/>
                  </a:lnTo>
                  <a:lnTo>
                    <a:pt x="109415" y="104775"/>
                  </a:lnTo>
                  <a:lnTo>
                    <a:pt x="109415" y="104925"/>
                  </a:lnTo>
                  <a:lnTo>
                    <a:pt x="109415" y="105374"/>
                  </a:lnTo>
                  <a:lnTo>
                    <a:pt x="109565" y="105673"/>
                  </a:lnTo>
                  <a:lnTo>
                    <a:pt x="109565" y="105823"/>
                  </a:lnTo>
                  <a:lnTo>
                    <a:pt x="109714" y="106871"/>
                  </a:lnTo>
                  <a:lnTo>
                    <a:pt x="109864" y="107020"/>
                  </a:lnTo>
                  <a:lnTo>
                    <a:pt x="109864" y="106871"/>
                  </a:lnTo>
                  <a:lnTo>
                    <a:pt x="110014" y="106871"/>
                  </a:lnTo>
                  <a:lnTo>
                    <a:pt x="110163" y="105374"/>
                  </a:lnTo>
                  <a:lnTo>
                    <a:pt x="110163" y="105224"/>
                  </a:lnTo>
                  <a:lnTo>
                    <a:pt x="110163" y="104925"/>
                  </a:lnTo>
                  <a:lnTo>
                    <a:pt x="110163" y="104775"/>
                  </a:lnTo>
                  <a:lnTo>
                    <a:pt x="110163" y="104176"/>
                  </a:lnTo>
                  <a:lnTo>
                    <a:pt x="110313" y="104027"/>
                  </a:lnTo>
                  <a:lnTo>
                    <a:pt x="110313" y="103578"/>
                  </a:lnTo>
                  <a:lnTo>
                    <a:pt x="110313" y="100135"/>
                  </a:lnTo>
                  <a:lnTo>
                    <a:pt x="112857" y="97441"/>
                  </a:lnTo>
                  <a:lnTo>
                    <a:pt x="112558" y="100434"/>
                  </a:lnTo>
                  <a:lnTo>
                    <a:pt x="112558" y="103578"/>
                  </a:lnTo>
                  <a:lnTo>
                    <a:pt x="112558" y="104027"/>
                  </a:lnTo>
                  <a:lnTo>
                    <a:pt x="112558" y="104176"/>
                  </a:lnTo>
                  <a:lnTo>
                    <a:pt x="112558" y="104625"/>
                  </a:lnTo>
                  <a:lnTo>
                    <a:pt x="112558" y="104775"/>
                  </a:lnTo>
                  <a:lnTo>
                    <a:pt x="112708" y="105224"/>
                  </a:lnTo>
                  <a:lnTo>
                    <a:pt x="112708" y="105972"/>
                  </a:lnTo>
                  <a:lnTo>
                    <a:pt x="112708" y="106122"/>
                  </a:lnTo>
                  <a:lnTo>
                    <a:pt x="112857" y="107619"/>
                  </a:lnTo>
                  <a:lnTo>
                    <a:pt x="113007" y="107769"/>
                  </a:lnTo>
                  <a:lnTo>
                    <a:pt x="113157" y="107619"/>
                  </a:lnTo>
                  <a:lnTo>
                    <a:pt x="113456" y="105374"/>
                  </a:lnTo>
                  <a:lnTo>
                    <a:pt x="113456" y="105224"/>
                  </a:lnTo>
                  <a:lnTo>
                    <a:pt x="113456" y="104775"/>
                  </a:lnTo>
                  <a:lnTo>
                    <a:pt x="113456" y="104625"/>
                  </a:lnTo>
                  <a:lnTo>
                    <a:pt x="113456" y="104176"/>
                  </a:lnTo>
                  <a:lnTo>
                    <a:pt x="113456" y="104027"/>
                  </a:lnTo>
                  <a:lnTo>
                    <a:pt x="113456" y="103578"/>
                  </a:lnTo>
                  <a:lnTo>
                    <a:pt x="113456" y="100285"/>
                  </a:lnTo>
                  <a:lnTo>
                    <a:pt x="113307" y="96992"/>
                  </a:lnTo>
                  <a:lnTo>
                    <a:pt x="117647" y="92501"/>
                  </a:lnTo>
                  <a:close/>
                  <a:moveTo>
                    <a:pt x="156115" y="113007"/>
                  </a:moveTo>
                  <a:lnTo>
                    <a:pt x="155815" y="115253"/>
                  </a:lnTo>
                  <a:lnTo>
                    <a:pt x="155216" y="117348"/>
                  </a:lnTo>
                  <a:lnTo>
                    <a:pt x="148481" y="116001"/>
                  </a:lnTo>
                  <a:lnTo>
                    <a:pt x="148930" y="114205"/>
                  </a:lnTo>
                  <a:lnTo>
                    <a:pt x="156115" y="113007"/>
                  </a:lnTo>
                  <a:close/>
                  <a:moveTo>
                    <a:pt x="23200" y="109265"/>
                  </a:moveTo>
                  <a:lnTo>
                    <a:pt x="34127" y="110762"/>
                  </a:lnTo>
                  <a:lnTo>
                    <a:pt x="34725" y="115552"/>
                  </a:lnTo>
                  <a:lnTo>
                    <a:pt x="35623" y="120342"/>
                  </a:lnTo>
                  <a:lnTo>
                    <a:pt x="24547" y="120342"/>
                  </a:lnTo>
                  <a:lnTo>
                    <a:pt x="24098" y="117647"/>
                  </a:lnTo>
                  <a:lnTo>
                    <a:pt x="23649" y="114803"/>
                  </a:lnTo>
                  <a:lnTo>
                    <a:pt x="23350" y="112109"/>
                  </a:lnTo>
                  <a:lnTo>
                    <a:pt x="23200" y="109265"/>
                  </a:lnTo>
                  <a:close/>
                  <a:moveTo>
                    <a:pt x="186350" y="108517"/>
                  </a:moveTo>
                  <a:lnTo>
                    <a:pt x="186050" y="111511"/>
                  </a:lnTo>
                  <a:lnTo>
                    <a:pt x="185751" y="114504"/>
                  </a:lnTo>
                  <a:lnTo>
                    <a:pt x="185451" y="117348"/>
                  </a:lnTo>
                  <a:lnTo>
                    <a:pt x="184853" y="120342"/>
                  </a:lnTo>
                  <a:lnTo>
                    <a:pt x="173777" y="120342"/>
                  </a:lnTo>
                  <a:lnTo>
                    <a:pt x="174226" y="117797"/>
                  </a:lnTo>
                  <a:lnTo>
                    <a:pt x="174675" y="115253"/>
                  </a:lnTo>
                  <a:lnTo>
                    <a:pt x="174974" y="112708"/>
                  </a:lnTo>
                  <a:lnTo>
                    <a:pt x="175273" y="110163"/>
                  </a:lnTo>
                  <a:lnTo>
                    <a:pt x="186350" y="108517"/>
                  </a:lnTo>
                  <a:close/>
                  <a:moveTo>
                    <a:pt x="37869" y="121240"/>
                  </a:moveTo>
                  <a:lnTo>
                    <a:pt x="39066" y="121389"/>
                  </a:lnTo>
                  <a:lnTo>
                    <a:pt x="38168" y="121838"/>
                  </a:lnTo>
                  <a:lnTo>
                    <a:pt x="37869" y="121240"/>
                  </a:lnTo>
                  <a:close/>
                  <a:moveTo>
                    <a:pt x="171531" y="121240"/>
                  </a:moveTo>
                  <a:lnTo>
                    <a:pt x="171232" y="121838"/>
                  </a:lnTo>
                  <a:lnTo>
                    <a:pt x="170484" y="121389"/>
                  </a:lnTo>
                  <a:lnTo>
                    <a:pt x="171531" y="121240"/>
                  </a:lnTo>
                  <a:close/>
                  <a:moveTo>
                    <a:pt x="37569" y="121240"/>
                  </a:moveTo>
                  <a:lnTo>
                    <a:pt x="37719" y="121389"/>
                  </a:lnTo>
                  <a:lnTo>
                    <a:pt x="38018" y="121838"/>
                  </a:lnTo>
                  <a:lnTo>
                    <a:pt x="37120" y="122437"/>
                  </a:lnTo>
                  <a:lnTo>
                    <a:pt x="36222" y="122886"/>
                  </a:lnTo>
                  <a:lnTo>
                    <a:pt x="26493" y="128574"/>
                  </a:lnTo>
                  <a:lnTo>
                    <a:pt x="25595" y="124982"/>
                  </a:lnTo>
                  <a:lnTo>
                    <a:pt x="24697" y="121240"/>
                  </a:lnTo>
                  <a:lnTo>
                    <a:pt x="25146" y="121240"/>
                  </a:lnTo>
                  <a:lnTo>
                    <a:pt x="25595" y="122736"/>
                  </a:lnTo>
                  <a:lnTo>
                    <a:pt x="25894" y="123635"/>
                  </a:lnTo>
                  <a:lnTo>
                    <a:pt x="26194" y="124533"/>
                  </a:lnTo>
                  <a:lnTo>
                    <a:pt x="26343" y="124533"/>
                  </a:lnTo>
                  <a:lnTo>
                    <a:pt x="26343" y="124383"/>
                  </a:lnTo>
                  <a:lnTo>
                    <a:pt x="25894" y="122437"/>
                  </a:lnTo>
                  <a:lnTo>
                    <a:pt x="25445" y="121240"/>
                  </a:lnTo>
                  <a:lnTo>
                    <a:pt x="26493" y="121240"/>
                  </a:lnTo>
                  <a:lnTo>
                    <a:pt x="26942" y="122587"/>
                  </a:lnTo>
                  <a:lnTo>
                    <a:pt x="27092" y="123485"/>
                  </a:lnTo>
                  <a:lnTo>
                    <a:pt x="27541" y="124383"/>
                  </a:lnTo>
                  <a:lnTo>
                    <a:pt x="27690" y="124383"/>
                  </a:lnTo>
                  <a:lnTo>
                    <a:pt x="27391" y="123485"/>
                  </a:lnTo>
                  <a:lnTo>
                    <a:pt x="27241" y="122587"/>
                  </a:lnTo>
                  <a:lnTo>
                    <a:pt x="26792" y="121240"/>
                  </a:lnTo>
                  <a:lnTo>
                    <a:pt x="27541" y="121240"/>
                  </a:lnTo>
                  <a:lnTo>
                    <a:pt x="27990" y="122736"/>
                  </a:lnTo>
                  <a:lnTo>
                    <a:pt x="28289" y="123335"/>
                  </a:lnTo>
                  <a:lnTo>
                    <a:pt x="28589" y="123934"/>
                  </a:lnTo>
                  <a:lnTo>
                    <a:pt x="28738" y="123934"/>
                  </a:lnTo>
                  <a:lnTo>
                    <a:pt x="28738" y="123784"/>
                  </a:lnTo>
                  <a:lnTo>
                    <a:pt x="28140" y="122287"/>
                  </a:lnTo>
                  <a:lnTo>
                    <a:pt x="27840" y="121240"/>
                  </a:lnTo>
                  <a:lnTo>
                    <a:pt x="29187" y="121240"/>
                  </a:lnTo>
                  <a:lnTo>
                    <a:pt x="29487" y="122287"/>
                  </a:lnTo>
                  <a:lnTo>
                    <a:pt x="29786" y="123185"/>
                  </a:lnTo>
                  <a:lnTo>
                    <a:pt x="30085" y="123934"/>
                  </a:lnTo>
                  <a:lnTo>
                    <a:pt x="30235" y="123934"/>
                  </a:lnTo>
                  <a:lnTo>
                    <a:pt x="29936" y="123036"/>
                  </a:lnTo>
                  <a:lnTo>
                    <a:pt x="29786" y="122287"/>
                  </a:lnTo>
                  <a:lnTo>
                    <a:pt x="29337" y="121240"/>
                  </a:lnTo>
                  <a:lnTo>
                    <a:pt x="30385" y="121240"/>
                  </a:lnTo>
                  <a:lnTo>
                    <a:pt x="30534" y="122138"/>
                  </a:lnTo>
                  <a:lnTo>
                    <a:pt x="30834" y="122886"/>
                  </a:lnTo>
                  <a:lnTo>
                    <a:pt x="31133" y="123635"/>
                  </a:lnTo>
                  <a:lnTo>
                    <a:pt x="31283" y="123635"/>
                  </a:lnTo>
                  <a:lnTo>
                    <a:pt x="30684" y="121689"/>
                  </a:lnTo>
                  <a:lnTo>
                    <a:pt x="30684" y="121240"/>
                  </a:lnTo>
                  <a:lnTo>
                    <a:pt x="31432" y="121240"/>
                  </a:lnTo>
                  <a:lnTo>
                    <a:pt x="31582" y="121838"/>
                  </a:lnTo>
                  <a:lnTo>
                    <a:pt x="32181" y="123335"/>
                  </a:lnTo>
                  <a:lnTo>
                    <a:pt x="32331" y="123335"/>
                  </a:lnTo>
                  <a:lnTo>
                    <a:pt x="32331" y="123185"/>
                  </a:lnTo>
                  <a:lnTo>
                    <a:pt x="31881" y="121838"/>
                  </a:lnTo>
                  <a:lnTo>
                    <a:pt x="31732" y="121240"/>
                  </a:lnTo>
                  <a:lnTo>
                    <a:pt x="32480" y="121240"/>
                  </a:lnTo>
                  <a:lnTo>
                    <a:pt x="32780" y="122138"/>
                  </a:lnTo>
                  <a:lnTo>
                    <a:pt x="33079" y="123036"/>
                  </a:lnTo>
                  <a:lnTo>
                    <a:pt x="33229" y="123036"/>
                  </a:lnTo>
                  <a:lnTo>
                    <a:pt x="33079" y="122138"/>
                  </a:lnTo>
                  <a:lnTo>
                    <a:pt x="32780" y="121240"/>
                  </a:lnTo>
                  <a:lnTo>
                    <a:pt x="33528" y="121240"/>
                  </a:lnTo>
                  <a:lnTo>
                    <a:pt x="33678" y="121689"/>
                  </a:lnTo>
                  <a:lnTo>
                    <a:pt x="33827" y="122138"/>
                  </a:lnTo>
                  <a:lnTo>
                    <a:pt x="34127" y="122736"/>
                  </a:lnTo>
                  <a:lnTo>
                    <a:pt x="34276" y="122587"/>
                  </a:lnTo>
                  <a:lnTo>
                    <a:pt x="33977" y="121539"/>
                  </a:lnTo>
                  <a:lnTo>
                    <a:pt x="33827" y="121240"/>
                  </a:lnTo>
                  <a:lnTo>
                    <a:pt x="34576" y="121240"/>
                  </a:lnTo>
                  <a:lnTo>
                    <a:pt x="35174" y="122437"/>
                  </a:lnTo>
                  <a:lnTo>
                    <a:pt x="35324" y="122437"/>
                  </a:lnTo>
                  <a:lnTo>
                    <a:pt x="34875" y="121240"/>
                  </a:lnTo>
                  <a:lnTo>
                    <a:pt x="35623" y="121240"/>
                  </a:lnTo>
                  <a:lnTo>
                    <a:pt x="35623" y="121539"/>
                  </a:lnTo>
                  <a:lnTo>
                    <a:pt x="36072" y="122287"/>
                  </a:lnTo>
                  <a:lnTo>
                    <a:pt x="36222" y="122437"/>
                  </a:lnTo>
                  <a:lnTo>
                    <a:pt x="36222" y="122287"/>
                  </a:lnTo>
                  <a:lnTo>
                    <a:pt x="35923" y="121389"/>
                  </a:lnTo>
                  <a:lnTo>
                    <a:pt x="35923" y="121240"/>
                  </a:lnTo>
                  <a:lnTo>
                    <a:pt x="36522" y="121240"/>
                  </a:lnTo>
                  <a:lnTo>
                    <a:pt x="36522" y="121389"/>
                  </a:lnTo>
                  <a:lnTo>
                    <a:pt x="36971" y="121988"/>
                  </a:lnTo>
                  <a:lnTo>
                    <a:pt x="37120" y="121838"/>
                  </a:lnTo>
                  <a:lnTo>
                    <a:pt x="36821" y="121389"/>
                  </a:lnTo>
                  <a:lnTo>
                    <a:pt x="36821" y="121240"/>
                  </a:lnTo>
                  <a:close/>
                  <a:moveTo>
                    <a:pt x="184703" y="121240"/>
                  </a:moveTo>
                  <a:lnTo>
                    <a:pt x="183805" y="124982"/>
                  </a:lnTo>
                  <a:lnTo>
                    <a:pt x="182907" y="128574"/>
                  </a:lnTo>
                  <a:lnTo>
                    <a:pt x="173178" y="122886"/>
                  </a:lnTo>
                  <a:lnTo>
                    <a:pt x="172280" y="122437"/>
                  </a:lnTo>
                  <a:lnTo>
                    <a:pt x="171382" y="121838"/>
                  </a:lnTo>
                  <a:lnTo>
                    <a:pt x="171831" y="121389"/>
                  </a:lnTo>
                  <a:lnTo>
                    <a:pt x="171831" y="121240"/>
                  </a:lnTo>
                  <a:lnTo>
                    <a:pt x="172579" y="121240"/>
                  </a:lnTo>
                  <a:lnTo>
                    <a:pt x="172429" y="121539"/>
                  </a:lnTo>
                  <a:lnTo>
                    <a:pt x="172429" y="121838"/>
                  </a:lnTo>
                  <a:lnTo>
                    <a:pt x="172429" y="121988"/>
                  </a:lnTo>
                  <a:lnTo>
                    <a:pt x="172878" y="121389"/>
                  </a:lnTo>
                  <a:lnTo>
                    <a:pt x="172878" y="121240"/>
                  </a:lnTo>
                  <a:lnTo>
                    <a:pt x="173627" y="121240"/>
                  </a:lnTo>
                  <a:lnTo>
                    <a:pt x="173477" y="121389"/>
                  </a:lnTo>
                  <a:lnTo>
                    <a:pt x="173477" y="121539"/>
                  </a:lnTo>
                  <a:lnTo>
                    <a:pt x="173178" y="122287"/>
                  </a:lnTo>
                  <a:lnTo>
                    <a:pt x="173178" y="122437"/>
                  </a:lnTo>
                  <a:lnTo>
                    <a:pt x="173328" y="122287"/>
                  </a:lnTo>
                  <a:lnTo>
                    <a:pt x="173777" y="121539"/>
                  </a:lnTo>
                  <a:lnTo>
                    <a:pt x="173926" y="121240"/>
                  </a:lnTo>
                  <a:lnTo>
                    <a:pt x="174525" y="121240"/>
                  </a:lnTo>
                  <a:lnTo>
                    <a:pt x="174226" y="122437"/>
                  </a:lnTo>
                  <a:lnTo>
                    <a:pt x="174375" y="122437"/>
                  </a:lnTo>
                  <a:lnTo>
                    <a:pt x="174824" y="121240"/>
                  </a:lnTo>
                  <a:lnTo>
                    <a:pt x="175573" y="121240"/>
                  </a:lnTo>
                  <a:lnTo>
                    <a:pt x="175573" y="121539"/>
                  </a:lnTo>
                  <a:lnTo>
                    <a:pt x="175124" y="122587"/>
                  </a:lnTo>
                  <a:lnTo>
                    <a:pt x="175273" y="122736"/>
                  </a:lnTo>
                  <a:lnTo>
                    <a:pt x="175573" y="122138"/>
                  </a:lnTo>
                  <a:lnTo>
                    <a:pt x="175722" y="121689"/>
                  </a:lnTo>
                  <a:lnTo>
                    <a:pt x="175872" y="121240"/>
                  </a:lnTo>
                  <a:lnTo>
                    <a:pt x="176620" y="121240"/>
                  </a:lnTo>
                  <a:lnTo>
                    <a:pt x="176321" y="122138"/>
                  </a:lnTo>
                  <a:lnTo>
                    <a:pt x="176171" y="123036"/>
                  </a:lnTo>
                  <a:lnTo>
                    <a:pt x="176321" y="123036"/>
                  </a:lnTo>
                  <a:lnTo>
                    <a:pt x="176620" y="122138"/>
                  </a:lnTo>
                  <a:lnTo>
                    <a:pt x="176920" y="121240"/>
                  </a:lnTo>
                  <a:lnTo>
                    <a:pt x="177818" y="121240"/>
                  </a:lnTo>
                  <a:lnTo>
                    <a:pt x="177519" y="121838"/>
                  </a:lnTo>
                  <a:lnTo>
                    <a:pt x="177069" y="123185"/>
                  </a:lnTo>
                  <a:lnTo>
                    <a:pt x="177219" y="123335"/>
                  </a:lnTo>
                  <a:lnTo>
                    <a:pt x="177818" y="121838"/>
                  </a:lnTo>
                  <a:lnTo>
                    <a:pt x="177968" y="121240"/>
                  </a:lnTo>
                  <a:lnTo>
                    <a:pt x="178866" y="121240"/>
                  </a:lnTo>
                  <a:lnTo>
                    <a:pt x="178716" y="121689"/>
                  </a:lnTo>
                  <a:lnTo>
                    <a:pt x="178117" y="123635"/>
                  </a:lnTo>
                  <a:lnTo>
                    <a:pt x="178267" y="123635"/>
                  </a:lnTo>
                  <a:lnTo>
                    <a:pt x="178566" y="122886"/>
                  </a:lnTo>
                  <a:lnTo>
                    <a:pt x="178866" y="122138"/>
                  </a:lnTo>
                  <a:lnTo>
                    <a:pt x="179015" y="121240"/>
                  </a:lnTo>
                  <a:lnTo>
                    <a:pt x="180063" y="121240"/>
                  </a:lnTo>
                  <a:lnTo>
                    <a:pt x="179764" y="122287"/>
                  </a:lnTo>
                  <a:lnTo>
                    <a:pt x="179464" y="123036"/>
                  </a:lnTo>
                  <a:lnTo>
                    <a:pt x="179315" y="123934"/>
                  </a:lnTo>
                  <a:lnTo>
                    <a:pt x="179764" y="123185"/>
                  </a:lnTo>
                  <a:lnTo>
                    <a:pt x="180063" y="122287"/>
                  </a:lnTo>
                  <a:lnTo>
                    <a:pt x="180362" y="121240"/>
                  </a:lnTo>
                  <a:lnTo>
                    <a:pt x="181560" y="121240"/>
                  </a:lnTo>
                  <a:lnTo>
                    <a:pt x="181260" y="122287"/>
                  </a:lnTo>
                  <a:lnTo>
                    <a:pt x="180662" y="123784"/>
                  </a:lnTo>
                  <a:lnTo>
                    <a:pt x="180662" y="123934"/>
                  </a:lnTo>
                  <a:lnTo>
                    <a:pt x="180811" y="123934"/>
                  </a:lnTo>
                  <a:lnTo>
                    <a:pt x="181111" y="123335"/>
                  </a:lnTo>
                  <a:lnTo>
                    <a:pt x="181410" y="122736"/>
                  </a:lnTo>
                  <a:lnTo>
                    <a:pt x="181859" y="121240"/>
                  </a:lnTo>
                  <a:lnTo>
                    <a:pt x="182757" y="121240"/>
                  </a:lnTo>
                  <a:lnTo>
                    <a:pt x="182308" y="122587"/>
                  </a:lnTo>
                  <a:lnTo>
                    <a:pt x="182009" y="123485"/>
                  </a:lnTo>
                  <a:lnTo>
                    <a:pt x="181859" y="124383"/>
                  </a:lnTo>
                  <a:lnTo>
                    <a:pt x="182308" y="123485"/>
                  </a:lnTo>
                  <a:lnTo>
                    <a:pt x="182608" y="122587"/>
                  </a:lnTo>
                  <a:lnTo>
                    <a:pt x="182907" y="121240"/>
                  </a:lnTo>
                  <a:lnTo>
                    <a:pt x="183955" y="121240"/>
                  </a:lnTo>
                  <a:lnTo>
                    <a:pt x="183506" y="122437"/>
                  </a:lnTo>
                  <a:lnTo>
                    <a:pt x="183057" y="124383"/>
                  </a:lnTo>
                  <a:lnTo>
                    <a:pt x="183057" y="124533"/>
                  </a:lnTo>
                  <a:lnTo>
                    <a:pt x="183206" y="124533"/>
                  </a:lnTo>
                  <a:lnTo>
                    <a:pt x="183506" y="123635"/>
                  </a:lnTo>
                  <a:lnTo>
                    <a:pt x="183805" y="122736"/>
                  </a:lnTo>
                  <a:lnTo>
                    <a:pt x="184254" y="121240"/>
                  </a:lnTo>
                  <a:close/>
                  <a:moveTo>
                    <a:pt x="147433" y="114354"/>
                  </a:moveTo>
                  <a:lnTo>
                    <a:pt x="146834" y="116749"/>
                  </a:lnTo>
                  <a:lnTo>
                    <a:pt x="146086" y="118845"/>
                  </a:lnTo>
                  <a:lnTo>
                    <a:pt x="145338" y="121090"/>
                  </a:lnTo>
                  <a:lnTo>
                    <a:pt x="144440" y="123185"/>
                  </a:lnTo>
                  <a:lnTo>
                    <a:pt x="143392" y="125281"/>
                  </a:lnTo>
                  <a:lnTo>
                    <a:pt x="142194" y="127227"/>
                  </a:lnTo>
                  <a:lnTo>
                    <a:pt x="140997" y="129173"/>
                  </a:lnTo>
                  <a:lnTo>
                    <a:pt x="139650" y="131118"/>
                  </a:lnTo>
                  <a:lnTo>
                    <a:pt x="129172" y="117198"/>
                  </a:lnTo>
                  <a:lnTo>
                    <a:pt x="147433" y="114354"/>
                  </a:lnTo>
                  <a:close/>
                  <a:moveTo>
                    <a:pt x="62117" y="114654"/>
                  </a:moveTo>
                  <a:lnTo>
                    <a:pt x="80976" y="117198"/>
                  </a:lnTo>
                  <a:lnTo>
                    <a:pt x="70199" y="131717"/>
                  </a:lnTo>
                  <a:lnTo>
                    <a:pt x="68852" y="129921"/>
                  </a:lnTo>
                  <a:lnTo>
                    <a:pt x="67505" y="127826"/>
                  </a:lnTo>
                  <a:lnTo>
                    <a:pt x="66308" y="125880"/>
                  </a:lnTo>
                  <a:lnTo>
                    <a:pt x="65260" y="123635"/>
                  </a:lnTo>
                  <a:lnTo>
                    <a:pt x="64212" y="121539"/>
                  </a:lnTo>
                  <a:lnTo>
                    <a:pt x="63464" y="119294"/>
                  </a:lnTo>
                  <a:lnTo>
                    <a:pt x="62715" y="117049"/>
                  </a:lnTo>
                  <a:lnTo>
                    <a:pt x="62117" y="114654"/>
                  </a:lnTo>
                  <a:close/>
                  <a:moveTo>
                    <a:pt x="60620" y="115253"/>
                  </a:moveTo>
                  <a:lnTo>
                    <a:pt x="61667" y="118845"/>
                  </a:lnTo>
                  <a:lnTo>
                    <a:pt x="63015" y="122287"/>
                  </a:lnTo>
                  <a:lnTo>
                    <a:pt x="64511" y="125580"/>
                  </a:lnTo>
                  <a:lnTo>
                    <a:pt x="66308" y="128724"/>
                  </a:lnTo>
                  <a:lnTo>
                    <a:pt x="60470" y="132466"/>
                  </a:lnTo>
                  <a:lnTo>
                    <a:pt x="58524" y="128873"/>
                  </a:lnTo>
                  <a:lnTo>
                    <a:pt x="56728" y="125131"/>
                  </a:lnTo>
                  <a:lnTo>
                    <a:pt x="55231" y="121090"/>
                  </a:lnTo>
                  <a:lnTo>
                    <a:pt x="54034" y="117049"/>
                  </a:lnTo>
                  <a:lnTo>
                    <a:pt x="60620" y="115253"/>
                  </a:lnTo>
                  <a:close/>
                  <a:moveTo>
                    <a:pt x="148331" y="116899"/>
                  </a:moveTo>
                  <a:lnTo>
                    <a:pt x="155067" y="118396"/>
                  </a:lnTo>
                  <a:lnTo>
                    <a:pt x="153869" y="122287"/>
                  </a:lnTo>
                  <a:lnTo>
                    <a:pt x="152223" y="126029"/>
                  </a:lnTo>
                  <a:lnTo>
                    <a:pt x="150427" y="129622"/>
                  </a:lnTo>
                  <a:lnTo>
                    <a:pt x="148481" y="133064"/>
                  </a:lnTo>
                  <a:lnTo>
                    <a:pt x="142643" y="129322"/>
                  </a:lnTo>
                  <a:lnTo>
                    <a:pt x="144440" y="126329"/>
                  </a:lnTo>
                  <a:lnTo>
                    <a:pt x="145936" y="123335"/>
                  </a:lnTo>
                  <a:lnTo>
                    <a:pt x="147283" y="120192"/>
                  </a:lnTo>
                  <a:lnTo>
                    <a:pt x="148331" y="116899"/>
                  </a:lnTo>
                  <a:close/>
                  <a:moveTo>
                    <a:pt x="142194" y="130071"/>
                  </a:moveTo>
                  <a:lnTo>
                    <a:pt x="147882" y="133962"/>
                  </a:lnTo>
                  <a:lnTo>
                    <a:pt x="146385" y="135908"/>
                  </a:lnTo>
                  <a:lnTo>
                    <a:pt x="144889" y="138004"/>
                  </a:lnTo>
                  <a:lnTo>
                    <a:pt x="140548" y="132316"/>
                  </a:lnTo>
                  <a:lnTo>
                    <a:pt x="142194" y="130071"/>
                  </a:lnTo>
                  <a:close/>
                  <a:moveTo>
                    <a:pt x="66906" y="129472"/>
                  </a:moveTo>
                  <a:lnTo>
                    <a:pt x="68104" y="131268"/>
                  </a:lnTo>
                  <a:lnTo>
                    <a:pt x="69301" y="132915"/>
                  </a:lnTo>
                  <a:lnTo>
                    <a:pt x="65110" y="138752"/>
                  </a:lnTo>
                  <a:lnTo>
                    <a:pt x="63015" y="136058"/>
                  </a:lnTo>
                  <a:lnTo>
                    <a:pt x="61069" y="133214"/>
                  </a:lnTo>
                  <a:lnTo>
                    <a:pt x="66906" y="129472"/>
                  </a:lnTo>
                  <a:close/>
                  <a:moveTo>
                    <a:pt x="161802" y="141596"/>
                  </a:moveTo>
                  <a:lnTo>
                    <a:pt x="162700" y="141895"/>
                  </a:lnTo>
                  <a:lnTo>
                    <a:pt x="162401" y="142344"/>
                  </a:lnTo>
                  <a:lnTo>
                    <a:pt x="161802" y="141596"/>
                  </a:lnTo>
                  <a:close/>
                  <a:moveTo>
                    <a:pt x="36522" y="123934"/>
                  </a:moveTo>
                  <a:lnTo>
                    <a:pt x="38018" y="128574"/>
                  </a:lnTo>
                  <a:lnTo>
                    <a:pt x="39814" y="133064"/>
                  </a:lnTo>
                  <a:lnTo>
                    <a:pt x="41910" y="137405"/>
                  </a:lnTo>
                  <a:lnTo>
                    <a:pt x="44305" y="141596"/>
                  </a:lnTo>
                  <a:lnTo>
                    <a:pt x="33827" y="145188"/>
                  </a:lnTo>
                  <a:lnTo>
                    <a:pt x="31732" y="141446"/>
                  </a:lnTo>
                  <a:lnTo>
                    <a:pt x="29936" y="137555"/>
                  </a:lnTo>
                  <a:lnTo>
                    <a:pt x="28289" y="133663"/>
                  </a:lnTo>
                  <a:lnTo>
                    <a:pt x="26792" y="129472"/>
                  </a:lnTo>
                  <a:lnTo>
                    <a:pt x="36522" y="123934"/>
                  </a:lnTo>
                  <a:close/>
                  <a:moveTo>
                    <a:pt x="172878" y="123934"/>
                  </a:moveTo>
                  <a:lnTo>
                    <a:pt x="182608" y="129472"/>
                  </a:lnTo>
                  <a:lnTo>
                    <a:pt x="181111" y="133513"/>
                  </a:lnTo>
                  <a:lnTo>
                    <a:pt x="179464" y="137555"/>
                  </a:lnTo>
                  <a:lnTo>
                    <a:pt x="177668" y="141446"/>
                  </a:lnTo>
                  <a:lnTo>
                    <a:pt x="175573" y="145188"/>
                  </a:lnTo>
                  <a:lnTo>
                    <a:pt x="165095" y="141596"/>
                  </a:lnTo>
                  <a:lnTo>
                    <a:pt x="167490" y="137405"/>
                  </a:lnTo>
                  <a:lnTo>
                    <a:pt x="169586" y="133064"/>
                  </a:lnTo>
                  <a:lnTo>
                    <a:pt x="171382" y="128574"/>
                  </a:lnTo>
                  <a:lnTo>
                    <a:pt x="172878" y="123934"/>
                  </a:lnTo>
                  <a:close/>
                  <a:moveTo>
                    <a:pt x="92352" y="129771"/>
                  </a:moveTo>
                  <a:lnTo>
                    <a:pt x="95046" y="147433"/>
                  </a:lnTo>
                  <a:lnTo>
                    <a:pt x="92801" y="146835"/>
                  </a:lnTo>
                  <a:lnTo>
                    <a:pt x="90705" y="146236"/>
                  </a:lnTo>
                  <a:lnTo>
                    <a:pt x="88610" y="145488"/>
                  </a:lnTo>
                  <a:lnTo>
                    <a:pt x="86514" y="144590"/>
                  </a:lnTo>
                  <a:lnTo>
                    <a:pt x="84568" y="143542"/>
                  </a:lnTo>
                  <a:lnTo>
                    <a:pt x="82622" y="142494"/>
                  </a:lnTo>
                  <a:lnTo>
                    <a:pt x="80677" y="141297"/>
                  </a:lnTo>
                  <a:lnTo>
                    <a:pt x="78880" y="140099"/>
                  </a:lnTo>
                  <a:lnTo>
                    <a:pt x="92352" y="129771"/>
                  </a:lnTo>
                  <a:close/>
                  <a:moveTo>
                    <a:pt x="117048" y="129023"/>
                  </a:moveTo>
                  <a:lnTo>
                    <a:pt x="131268" y="139500"/>
                  </a:lnTo>
                  <a:lnTo>
                    <a:pt x="129472" y="140848"/>
                  </a:lnTo>
                  <a:lnTo>
                    <a:pt x="127526" y="142045"/>
                  </a:lnTo>
                  <a:lnTo>
                    <a:pt x="125430" y="143242"/>
                  </a:lnTo>
                  <a:lnTo>
                    <a:pt x="123485" y="144290"/>
                  </a:lnTo>
                  <a:lnTo>
                    <a:pt x="121239" y="145188"/>
                  </a:lnTo>
                  <a:lnTo>
                    <a:pt x="119144" y="146086"/>
                  </a:lnTo>
                  <a:lnTo>
                    <a:pt x="116899" y="146835"/>
                  </a:lnTo>
                  <a:lnTo>
                    <a:pt x="114504" y="147433"/>
                  </a:lnTo>
                  <a:lnTo>
                    <a:pt x="117048" y="129023"/>
                  </a:lnTo>
                  <a:close/>
                  <a:moveTo>
                    <a:pt x="77683" y="140997"/>
                  </a:moveTo>
                  <a:lnTo>
                    <a:pt x="79779" y="142494"/>
                  </a:lnTo>
                  <a:lnTo>
                    <a:pt x="76186" y="148331"/>
                  </a:lnTo>
                  <a:lnTo>
                    <a:pt x="73941" y="146835"/>
                  </a:lnTo>
                  <a:lnTo>
                    <a:pt x="71995" y="145338"/>
                  </a:lnTo>
                  <a:lnTo>
                    <a:pt x="77683" y="140997"/>
                  </a:lnTo>
                  <a:close/>
                  <a:moveTo>
                    <a:pt x="132465" y="140399"/>
                  </a:moveTo>
                  <a:lnTo>
                    <a:pt x="138303" y="144590"/>
                  </a:lnTo>
                  <a:lnTo>
                    <a:pt x="135459" y="146835"/>
                  </a:lnTo>
                  <a:lnTo>
                    <a:pt x="132465" y="148781"/>
                  </a:lnTo>
                  <a:lnTo>
                    <a:pt x="128873" y="142943"/>
                  </a:lnTo>
                  <a:lnTo>
                    <a:pt x="130669" y="141746"/>
                  </a:lnTo>
                  <a:lnTo>
                    <a:pt x="132465" y="140399"/>
                  </a:lnTo>
                  <a:close/>
                  <a:moveTo>
                    <a:pt x="47747" y="141596"/>
                  </a:moveTo>
                  <a:lnTo>
                    <a:pt x="46999" y="142344"/>
                  </a:lnTo>
                  <a:lnTo>
                    <a:pt x="46400" y="143093"/>
                  </a:lnTo>
                  <a:lnTo>
                    <a:pt x="45652" y="143841"/>
                  </a:lnTo>
                  <a:lnTo>
                    <a:pt x="38318" y="152373"/>
                  </a:lnTo>
                  <a:lnTo>
                    <a:pt x="36222" y="149230"/>
                  </a:lnTo>
                  <a:lnTo>
                    <a:pt x="34276" y="146086"/>
                  </a:lnTo>
                  <a:lnTo>
                    <a:pt x="34576" y="145937"/>
                  </a:lnTo>
                  <a:lnTo>
                    <a:pt x="35474" y="147284"/>
                  </a:lnTo>
                  <a:lnTo>
                    <a:pt x="36072" y="148032"/>
                  </a:lnTo>
                  <a:lnTo>
                    <a:pt x="36671" y="148631"/>
                  </a:lnTo>
                  <a:lnTo>
                    <a:pt x="36821" y="148631"/>
                  </a:lnTo>
                  <a:lnTo>
                    <a:pt x="35623" y="146984"/>
                  </a:lnTo>
                  <a:lnTo>
                    <a:pt x="34875" y="145937"/>
                  </a:lnTo>
                  <a:lnTo>
                    <a:pt x="35773" y="145637"/>
                  </a:lnTo>
                  <a:lnTo>
                    <a:pt x="36671" y="146685"/>
                  </a:lnTo>
                  <a:lnTo>
                    <a:pt x="37270" y="147433"/>
                  </a:lnTo>
                  <a:lnTo>
                    <a:pt x="37869" y="148182"/>
                  </a:lnTo>
                  <a:lnTo>
                    <a:pt x="38018" y="148182"/>
                  </a:lnTo>
                  <a:lnTo>
                    <a:pt x="37420" y="147284"/>
                  </a:lnTo>
                  <a:lnTo>
                    <a:pt x="36821" y="146535"/>
                  </a:lnTo>
                  <a:lnTo>
                    <a:pt x="36072" y="145488"/>
                  </a:lnTo>
                  <a:lnTo>
                    <a:pt x="36971" y="145188"/>
                  </a:lnTo>
                  <a:lnTo>
                    <a:pt x="37569" y="146236"/>
                  </a:lnTo>
                  <a:lnTo>
                    <a:pt x="38168" y="146835"/>
                  </a:lnTo>
                  <a:lnTo>
                    <a:pt x="38767" y="147284"/>
                  </a:lnTo>
                  <a:lnTo>
                    <a:pt x="37719" y="145937"/>
                  </a:lnTo>
                  <a:lnTo>
                    <a:pt x="37270" y="145188"/>
                  </a:lnTo>
                  <a:lnTo>
                    <a:pt x="38318" y="144739"/>
                  </a:lnTo>
                  <a:lnTo>
                    <a:pt x="39066" y="145637"/>
                  </a:lnTo>
                  <a:lnTo>
                    <a:pt x="39515" y="146236"/>
                  </a:lnTo>
                  <a:lnTo>
                    <a:pt x="40114" y="146835"/>
                  </a:lnTo>
                  <a:lnTo>
                    <a:pt x="40263" y="146835"/>
                  </a:lnTo>
                  <a:lnTo>
                    <a:pt x="39814" y="146086"/>
                  </a:lnTo>
                  <a:lnTo>
                    <a:pt x="39216" y="145338"/>
                  </a:lnTo>
                  <a:lnTo>
                    <a:pt x="38617" y="144590"/>
                  </a:lnTo>
                  <a:lnTo>
                    <a:pt x="39515" y="144290"/>
                  </a:lnTo>
                  <a:lnTo>
                    <a:pt x="39964" y="145039"/>
                  </a:lnTo>
                  <a:lnTo>
                    <a:pt x="40413" y="145637"/>
                  </a:lnTo>
                  <a:lnTo>
                    <a:pt x="41012" y="146236"/>
                  </a:lnTo>
                  <a:lnTo>
                    <a:pt x="41162" y="146236"/>
                  </a:lnTo>
                  <a:lnTo>
                    <a:pt x="39964" y="144440"/>
                  </a:lnTo>
                  <a:lnTo>
                    <a:pt x="39814" y="144290"/>
                  </a:lnTo>
                  <a:lnTo>
                    <a:pt x="40563" y="143991"/>
                  </a:lnTo>
                  <a:lnTo>
                    <a:pt x="40713" y="144290"/>
                  </a:lnTo>
                  <a:lnTo>
                    <a:pt x="41311" y="145039"/>
                  </a:lnTo>
                  <a:lnTo>
                    <a:pt x="41910" y="145637"/>
                  </a:lnTo>
                  <a:lnTo>
                    <a:pt x="42060" y="145637"/>
                  </a:lnTo>
                  <a:lnTo>
                    <a:pt x="42060" y="145488"/>
                  </a:lnTo>
                  <a:lnTo>
                    <a:pt x="41162" y="144440"/>
                  </a:lnTo>
                  <a:lnTo>
                    <a:pt x="40862" y="143841"/>
                  </a:lnTo>
                  <a:lnTo>
                    <a:pt x="41611" y="143691"/>
                  </a:lnTo>
                  <a:lnTo>
                    <a:pt x="42060" y="144140"/>
                  </a:lnTo>
                  <a:lnTo>
                    <a:pt x="42658" y="145039"/>
                  </a:lnTo>
                  <a:lnTo>
                    <a:pt x="42808" y="145039"/>
                  </a:lnTo>
                  <a:lnTo>
                    <a:pt x="42509" y="144440"/>
                  </a:lnTo>
                  <a:lnTo>
                    <a:pt x="42060" y="143991"/>
                  </a:lnTo>
                  <a:lnTo>
                    <a:pt x="41760" y="143542"/>
                  </a:lnTo>
                  <a:lnTo>
                    <a:pt x="42509" y="143242"/>
                  </a:lnTo>
                  <a:lnTo>
                    <a:pt x="42808" y="143542"/>
                  </a:lnTo>
                  <a:lnTo>
                    <a:pt x="43107" y="143991"/>
                  </a:lnTo>
                  <a:lnTo>
                    <a:pt x="43556" y="144440"/>
                  </a:lnTo>
                  <a:lnTo>
                    <a:pt x="43706" y="144290"/>
                  </a:lnTo>
                  <a:lnTo>
                    <a:pt x="42958" y="143392"/>
                  </a:lnTo>
                  <a:lnTo>
                    <a:pt x="42808" y="143242"/>
                  </a:lnTo>
                  <a:lnTo>
                    <a:pt x="43556" y="142943"/>
                  </a:lnTo>
                  <a:lnTo>
                    <a:pt x="44454" y="143841"/>
                  </a:lnTo>
                  <a:lnTo>
                    <a:pt x="44604" y="143841"/>
                  </a:lnTo>
                  <a:lnTo>
                    <a:pt x="43856" y="142793"/>
                  </a:lnTo>
                  <a:lnTo>
                    <a:pt x="44454" y="142644"/>
                  </a:lnTo>
                  <a:lnTo>
                    <a:pt x="44604" y="142793"/>
                  </a:lnTo>
                  <a:lnTo>
                    <a:pt x="44904" y="143093"/>
                  </a:lnTo>
                  <a:lnTo>
                    <a:pt x="45353" y="143392"/>
                  </a:lnTo>
                  <a:lnTo>
                    <a:pt x="45502" y="143392"/>
                  </a:lnTo>
                  <a:lnTo>
                    <a:pt x="45053" y="142943"/>
                  </a:lnTo>
                  <a:lnTo>
                    <a:pt x="44904" y="142644"/>
                  </a:lnTo>
                  <a:lnTo>
                    <a:pt x="44754" y="142494"/>
                  </a:lnTo>
                  <a:lnTo>
                    <a:pt x="45353" y="142344"/>
                  </a:lnTo>
                  <a:lnTo>
                    <a:pt x="45502" y="142344"/>
                  </a:lnTo>
                  <a:lnTo>
                    <a:pt x="45951" y="142793"/>
                  </a:lnTo>
                  <a:lnTo>
                    <a:pt x="46101" y="142793"/>
                  </a:lnTo>
                  <a:lnTo>
                    <a:pt x="45652" y="142195"/>
                  </a:lnTo>
                  <a:lnTo>
                    <a:pt x="45802" y="142195"/>
                  </a:lnTo>
                  <a:lnTo>
                    <a:pt x="46400" y="142045"/>
                  </a:lnTo>
                  <a:lnTo>
                    <a:pt x="46999" y="142344"/>
                  </a:lnTo>
                  <a:lnTo>
                    <a:pt x="46700" y="141895"/>
                  </a:lnTo>
                  <a:lnTo>
                    <a:pt x="47747" y="141596"/>
                  </a:lnTo>
                  <a:close/>
                  <a:moveTo>
                    <a:pt x="174226" y="110313"/>
                  </a:moveTo>
                  <a:lnTo>
                    <a:pt x="174076" y="112858"/>
                  </a:lnTo>
                  <a:lnTo>
                    <a:pt x="173777" y="115402"/>
                  </a:lnTo>
                  <a:lnTo>
                    <a:pt x="173328" y="117947"/>
                  </a:lnTo>
                  <a:lnTo>
                    <a:pt x="172729" y="120342"/>
                  </a:lnTo>
                  <a:lnTo>
                    <a:pt x="166742" y="120342"/>
                  </a:lnTo>
                  <a:lnTo>
                    <a:pt x="171980" y="123335"/>
                  </a:lnTo>
                  <a:lnTo>
                    <a:pt x="170484" y="128125"/>
                  </a:lnTo>
                  <a:lnTo>
                    <a:pt x="168687" y="132615"/>
                  </a:lnTo>
                  <a:lnTo>
                    <a:pt x="166592" y="137106"/>
                  </a:lnTo>
                  <a:lnTo>
                    <a:pt x="164197" y="141297"/>
                  </a:lnTo>
                  <a:lnTo>
                    <a:pt x="158659" y="139500"/>
                  </a:lnTo>
                  <a:lnTo>
                    <a:pt x="162551" y="143841"/>
                  </a:lnTo>
                  <a:lnTo>
                    <a:pt x="160904" y="146086"/>
                  </a:lnTo>
                  <a:lnTo>
                    <a:pt x="159258" y="148182"/>
                  </a:lnTo>
                  <a:lnTo>
                    <a:pt x="157611" y="150277"/>
                  </a:lnTo>
                  <a:lnTo>
                    <a:pt x="155815" y="152373"/>
                  </a:lnTo>
                  <a:lnTo>
                    <a:pt x="145936" y="139351"/>
                  </a:lnTo>
                  <a:lnTo>
                    <a:pt x="147733" y="137106"/>
                  </a:lnTo>
                  <a:lnTo>
                    <a:pt x="149379" y="134860"/>
                  </a:lnTo>
                  <a:lnTo>
                    <a:pt x="152522" y="136956"/>
                  </a:lnTo>
                  <a:lnTo>
                    <a:pt x="152373" y="137854"/>
                  </a:lnTo>
                  <a:lnTo>
                    <a:pt x="152522" y="138602"/>
                  </a:lnTo>
                  <a:lnTo>
                    <a:pt x="153121" y="139201"/>
                  </a:lnTo>
                  <a:lnTo>
                    <a:pt x="153869" y="139650"/>
                  </a:lnTo>
                  <a:lnTo>
                    <a:pt x="154169" y="139800"/>
                  </a:lnTo>
                  <a:lnTo>
                    <a:pt x="154618" y="139800"/>
                  </a:lnTo>
                  <a:lnTo>
                    <a:pt x="155516" y="139650"/>
                  </a:lnTo>
                  <a:lnTo>
                    <a:pt x="156115" y="139201"/>
                  </a:lnTo>
                  <a:lnTo>
                    <a:pt x="156414" y="138752"/>
                  </a:lnTo>
                  <a:lnTo>
                    <a:pt x="156564" y="138453"/>
                  </a:lnTo>
                  <a:lnTo>
                    <a:pt x="156713" y="138004"/>
                  </a:lnTo>
                  <a:lnTo>
                    <a:pt x="156713" y="137555"/>
                  </a:lnTo>
                  <a:lnTo>
                    <a:pt x="156564" y="136657"/>
                  </a:lnTo>
                  <a:lnTo>
                    <a:pt x="156115" y="136058"/>
                  </a:lnTo>
                  <a:lnTo>
                    <a:pt x="155665" y="135758"/>
                  </a:lnTo>
                  <a:lnTo>
                    <a:pt x="155366" y="135609"/>
                  </a:lnTo>
                  <a:lnTo>
                    <a:pt x="154618" y="135459"/>
                  </a:lnTo>
                  <a:lnTo>
                    <a:pt x="154019" y="135459"/>
                  </a:lnTo>
                  <a:lnTo>
                    <a:pt x="153420" y="135758"/>
                  </a:lnTo>
                  <a:lnTo>
                    <a:pt x="152971" y="136058"/>
                  </a:lnTo>
                  <a:lnTo>
                    <a:pt x="149828" y="134112"/>
                  </a:lnTo>
                  <a:lnTo>
                    <a:pt x="152073" y="130520"/>
                  </a:lnTo>
                  <a:lnTo>
                    <a:pt x="153869" y="126778"/>
                  </a:lnTo>
                  <a:lnTo>
                    <a:pt x="155516" y="122736"/>
                  </a:lnTo>
                  <a:lnTo>
                    <a:pt x="156713" y="118695"/>
                  </a:lnTo>
                  <a:lnTo>
                    <a:pt x="160605" y="119593"/>
                  </a:lnTo>
                  <a:lnTo>
                    <a:pt x="160755" y="120342"/>
                  </a:lnTo>
                  <a:lnTo>
                    <a:pt x="161204" y="121090"/>
                  </a:lnTo>
                  <a:lnTo>
                    <a:pt x="161952" y="121539"/>
                  </a:lnTo>
                  <a:lnTo>
                    <a:pt x="162700" y="121689"/>
                  </a:lnTo>
                  <a:lnTo>
                    <a:pt x="163149" y="121689"/>
                  </a:lnTo>
                  <a:lnTo>
                    <a:pt x="163598" y="121539"/>
                  </a:lnTo>
                  <a:lnTo>
                    <a:pt x="164347" y="121090"/>
                  </a:lnTo>
                  <a:lnTo>
                    <a:pt x="164796" y="120342"/>
                  </a:lnTo>
                  <a:lnTo>
                    <a:pt x="164946" y="120042"/>
                  </a:lnTo>
                  <a:lnTo>
                    <a:pt x="164946" y="119593"/>
                  </a:lnTo>
                  <a:lnTo>
                    <a:pt x="164946" y="119144"/>
                  </a:lnTo>
                  <a:lnTo>
                    <a:pt x="164796" y="118695"/>
                  </a:lnTo>
                  <a:lnTo>
                    <a:pt x="164347" y="117947"/>
                  </a:lnTo>
                  <a:lnTo>
                    <a:pt x="163748" y="117498"/>
                  </a:lnTo>
                  <a:lnTo>
                    <a:pt x="163299" y="117348"/>
                  </a:lnTo>
                  <a:lnTo>
                    <a:pt x="162102" y="117348"/>
                  </a:lnTo>
                  <a:lnTo>
                    <a:pt x="161653" y="117647"/>
                  </a:lnTo>
                  <a:lnTo>
                    <a:pt x="161054" y="118096"/>
                  </a:lnTo>
                  <a:lnTo>
                    <a:pt x="160755" y="118545"/>
                  </a:lnTo>
                  <a:lnTo>
                    <a:pt x="157013" y="117797"/>
                  </a:lnTo>
                  <a:lnTo>
                    <a:pt x="157611" y="115253"/>
                  </a:lnTo>
                  <a:lnTo>
                    <a:pt x="157911" y="112858"/>
                  </a:lnTo>
                  <a:lnTo>
                    <a:pt x="174226" y="110313"/>
                  </a:lnTo>
                  <a:close/>
                  <a:moveTo>
                    <a:pt x="163000" y="142045"/>
                  </a:moveTo>
                  <a:lnTo>
                    <a:pt x="163598" y="142195"/>
                  </a:lnTo>
                  <a:lnTo>
                    <a:pt x="163748" y="142195"/>
                  </a:lnTo>
                  <a:lnTo>
                    <a:pt x="163299" y="142793"/>
                  </a:lnTo>
                  <a:lnTo>
                    <a:pt x="163449" y="142793"/>
                  </a:lnTo>
                  <a:lnTo>
                    <a:pt x="164047" y="142344"/>
                  </a:lnTo>
                  <a:lnTo>
                    <a:pt x="164646" y="142494"/>
                  </a:lnTo>
                  <a:lnTo>
                    <a:pt x="164646" y="142644"/>
                  </a:lnTo>
                  <a:lnTo>
                    <a:pt x="164197" y="143242"/>
                  </a:lnTo>
                  <a:lnTo>
                    <a:pt x="164047" y="143392"/>
                  </a:lnTo>
                  <a:lnTo>
                    <a:pt x="164497" y="143093"/>
                  </a:lnTo>
                  <a:lnTo>
                    <a:pt x="164796" y="142793"/>
                  </a:lnTo>
                  <a:lnTo>
                    <a:pt x="164946" y="142644"/>
                  </a:lnTo>
                  <a:lnTo>
                    <a:pt x="165694" y="142793"/>
                  </a:lnTo>
                  <a:lnTo>
                    <a:pt x="164946" y="143841"/>
                  </a:lnTo>
                  <a:lnTo>
                    <a:pt x="165844" y="142943"/>
                  </a:lnTo>
                  <a:lnTo>
                    <a:pt x="166592" y="143242"/>
                  </a:lnTo>
                  <a:lnTo>
                    <a:pt x="166442" y="143392"/>
                  </a:lnTo>
                  <a:lnTo>
                    <a:pt x="165844" y="144290"/>
                  </a:lnTo>
                  <a:lnTo>
                    <a:pt x="165844" y="144440"/>
                  </a:lnTo>
                  <a:lnTo>
                    <a:pt x="166293" y="143991"/>
                  </a:lnTo>
                  <a:lnTo>
                    <a:pt x="166592" y="143542"/>
                  </a:lnTo>
                  <a:lnTo>
                    <a:pt x="166891" y="143242"/>
                  </a:lnTo>
                  <a:lnTo>
                    <a:pt x="167640" y="143542"/>
                  </a:lnTo>
                  <a:lnTo>
                    <a:pt x="167340" y="143991"/>
                  </a:lnTo>
                  <a:lnTo>
                    <a:pt x="166891" y="144440"/>
                  </a:lnTo>
                  <a:lnTo>
                    <a:pt x="166742" y="145039"/>
                  </a:lnTo>
                  <a:lnTo>
                    <a:pt x="167490" y="144140"/>
                  </a:lnTo>
                  <a:lnTo>
                    <a:pt x="167789" y="143691"/>
                  </a:lnTo>
                  <a:lnTo>
                    <a:pt x="168687" y="143841"/>
                  </a:lnTo>
                  <a:lnTo>
                    <a:pt x="168238" y="144440"/>
                  </a:lnTo>
                  <a:lnTo>
                    <a:pt x="167490" y="145488"/>
                  </a:lnTo>
                  <a:lnTo>
                    <a:pt x="167490" y="145637"/>
                  </a:lnTo>
                  <a:lnTo>
                    <a:pt x="168089" y="145039"/>
                  </a:lnTo>
                  <a:lnTo>
                    <a:pt x="168687" y="144290"/>
                  </a:lnTo>
                  <a:lnTo>
                    <a:pt x="168987" y="143991"/>
                  </a:lnTo>
                  <a:lnTo>
                    <a:pt x="169735" y="144290"/>
                  </a:lnTo>
                  <a:lnTo>
                    <a:pt x="169436" y="144440"/>
                  </a:lnTo>
                  <a:lnTo>
                    <a:pt x="168238" y="146236"/>
                  </a:lnTo>
                  <a:lnTo>
                    <a:pt x="168388" y="146236"/>
                  </a:lnTo>
                  <a:lnTo>
                    <a:pt x="168987" y="145637"/>
                  </a:lnTo>
                  <a:lnTo>
                    <a:pt x="169436" y="145039"/>
                  </a:lnTo>
                  <a:lnTo>
                    <a:pt x="169885" y="144290"/>
                  </a:lnTo>
                  <a:lnTo>
                    <a:pt x="170783" y="144590"/>
                  </a:lnTo>
                  <a:lnTo>
                    <a:pt x="170184" y="145338"/>
                  </a:lnTo>
                  <a:lnTo>
                    <a:pt x="169735" y="146086"/>
                  </a:lnTo>
                  <a:lnTo>
                    <a:pt x="169286" y="146835"/>
                  </a:lnTo>
                  <a:lnTo>
                    <a:pt x="169286" y="146835"/>
                  </a:lnTo>
                  <a:lnTo>
                    <a:pt x="169885" y="146236"/>
                  </a:lnTo>
                  <a:lnTo>
                    <a:pt x="170484" y="145637"/>
                  </a:lnTo>
                  <a:lnTo>
                    <a:pt x="171082" y="144739"/>
                  </a:lnTo>
                  <a:lnTo>
                    <a:pt x="172280" y="145188"/>
                  </a:lnTo>
                  <a:lnTo>
                    <a:pt x="171681" y="145937"/>
                  </a:lnTo>
                  <a:lnTo>
                    <a:pt x="170633" y="147284"/>
                  </a:lnTo>
                  <a:lnTo>
                    <a:pt x="171232" y="146835"/>
                  </a:lnTo>
                  <a:lnTo>
                    <a:pt x="171831" y="146236"/>
                  </a:lnTo>
                  <a:lnTo>
                    <a:pt x="172579" y="145188"/>
                  </a:lnTo>
                  <a:lnTo>
                    <a:pt x="173328" y="145488"/>
                  </a:lnTo>
                  <a:lnTo>
                    <a:pt x="172579" y="146535"/>
                  </a:lnTo>
                  <a:lnTo>
                    <a:pt x="171980" y="147284"/>
                  </a:lnTo>
                  <a:lnTo>
                    <a:pt x="171531" y="148182"/>
                  </a:lnTo>
                  <a:lnTo>
                    <a:pt x="171531" y="148182"/>
                  </a:lnTo>
                  <a:lnTo>
                    <a:pt x="172280" y="147433"/>
                  </a:lnTo>
                  <a:lnTo>
                    <a:pt x="172729" y="146685"/>
                  </a:lnTo>
                  <a:lnTo>
                    <a:pt x="173627" y="145637"/>
                  </a:lnTo>
                  <a:lnTo>
                    <a:pt x="174525" y="145937"/>
                  </a:lnTo>
                  <a:lnTo>
                    <a:pt x="173777" y="146984"/>
                  </a:lnTo>
                  <a:lnTo>
                    <a:pt x="172579" y="148631"/>
                  </a:lnTo>
                  <a:lnTo>
                    <a:pt x="172729" y="148631"/>
                  </a:lnTo>
                  <a:lnTo>
                    <a:pt x="173328" y="148032"/>
                  </a:lnTo>
                  <a:lnTo>
                    <a:pt x="173926" y="147284"/>
                  </a:lnTo>
                  <a:lnTo>
                    <a:pt x="174824" y="145937"/>
                  </a:lnTo>
                  <a:lnTo>
                    <a:pt x="175124" y="146086"/>
                  </a:lnTo>
                  <a:lnTo>
                    <a:pt x="173178" y="149230"/>
                  </a:lnTo>
                  <a:lnTo>
                    <a:pt x="171082" y="152373"/>
                  </a:lnTo>
                  <a:lnTo>
                    <a:pt x="163748" y="143841"/>
                  </a:lnTo>
                  <a:lnTo>
                    <a:pt x="163000" y="143093"/>
                  </a:lnTo>
                  <a:lnTo>
                    <a:pt x="162551" y="142344"/>
                  </a:lnTo>
                  <a:lnTo>
                    <a:pt x="163000" y="142045"/>
                  </a:lnTo>
                  <a:close/>
                  <a:moveTo>
                    <a:pt x="35174" y="110912"/>
                  </a:moveTo>
                  <a:lnTo>
                    <a:pt x="51489" y="113157"/>
                  </a:lnTo>
                  <a:lnTo>
                    <a:pt x="52088" y="116600"/>
                  </a:lnTo>
                  <a:lnTo>
                    <a:pt x="48346" y="117647"/>
                  </a:lnTo>
                  <a:lnTo>
                    <a:pt x="47747" y="117049"/>
                  </a:lnTo>
                  <a:lnTo>
                    <a:pt x="47149" y="116600"/>
                  </a:lnTo>
                  <a:lnTo>
                    <a:pt x="46251" y="116450"/>
                  </a:lnTo>
                  <a:lnTo>
                    <a:pt x="45502" y="116749"/>
                  </a:lnTo>
                  <a:lnTo>
                    <a:pt x="45053" y="116899"/>
                  </a:lnTo>
                  <a:lnTo>
                    <a:pt x="44754" y="117198"/>
                  </a:lnTo>
                  <a:lnTo>
                    <a:pt x="44305" y="117947"/>
                  </a:lnTo>
                  <a:lnTo>
                    <a:pt x="44305" y="118845"/>
                  </a:lnTo>
                  <a:lnTo>
                    <a:pt x="44305" y="119294"/>
                  </a:lnTo>
                  <a:lnTo>
                    <a:pt x="44454" y="119743"/>
                  </a:lnTo>
                  <a:lnTo>
                    <a:pt x="44754" y="120042"/>
                  </a:lnTo>
                  <a:lnTo>
                    <a:pt x="45053" y="120342"/>
                  </a:lnTo>
                  <a:lnTo>
                    <a:pt x="45652" y="120791"/>
                  </a:lnTo>
                  <a:lnTo>
                    <a:pt x="46550" y="120940"/>
                  </a:lnTo>
                  <a:lnTo>
                    <a:pt x="46999" y="120791"/>
                  </a:lnTo>
                  <a:lnTo>
                    <a:pt x="47448" y="120641"/>
                  </a:lnTo>
                  <a:lnTo>
                    <a:pt x="47897" y="120342"/>
                  </a:lnTo>
                  <a:lnTo>
                    <a:pt x="48346" y="119743"/>
                  </a:lnTo>
                  <a:lnTo>
                    <a:pt x="48645" y="119294"/>
                  </a:lnTo>
                  <a:lnTo>
                    <a:pt x="48645" y="118545"/>
                  </a:lnTo>
                  <a:lnTo>
                    <a:pt x="52387" y="117498"/>
                  </a:lnTo>
                  <a:lnTo>
                    <a:pt x="53585" y="121689"/>
                  </a:lnTo>
                  <a:lnTo>
                    <a:pt x="55082" y="125730"/>
                  </a:lnTo>
                  <a:lnTo>
                    <a:pt x="56878" y="129622"/>
                  </a:lnTo>
                  <a:lnTo>
                    <a:pt x="59123" y="133364"/>
                  </a:lnTo>
                  <a:lnTo>
                    <a:pt x="55680" y="135609"/>
                  </a:lnTo>
                  <a:lnTo>
                    <a:pt x="54932" y="135160"/>
                  </a:lnTo>
                  <a:lnTo>
                    <a:pt x="54034" y="135010"/>
                  </a:lnTo>
                  <a:lnTo>
                    <a:pt x="53285" y="135160"/>
                  </a:lnTo>
                  <a:lnTo>
                    <a:pt x="52537" y="135609"/>
                  </a:lnTo>
                  <a:lnTo>
                    <a:pt x="52238" y="136058"/>
                  </a:lnTo>
                  <a:lnTo>
                    <a:pt x="52088" y="136357"/>
                  </a:lnTo>
                  <a:lnTo>
                    <a:pt x="51938" y="137255"/>
                  </a:lnTo>
                  <a:lnTo>
                    <a:pt x="52088" y="138004"/>
                  </a:lnTo>
                  <a:lnTo>
                    <a:pt x="52238" y="138453"/>
                  </a:lnTo>
                  <a:lnTo>
                    <a:pt x="52537" y="138752"/>
                  </a:lnTo>
                  <a:lnTo>
                    <a:pt x="52986" y="139051"/>
                  </a:lnTo>
                  <a:lnTo>
                    <a:pt x="53285" y="139201"/>
                  </a:lnTo>
                  <a:lnTo>
                    <a:pt x="54184" y="139351"/>
                  </a:lnTo>
                  <a:lnTo>
                    <a:pt x="54932" y="139201"/>
                  </a:lnTo>
                  <a:lnTo>
                    <a:pt x="55381" y="139051"/>
                  </a:lnTo>
                  <a:lnTo>
                    <a:pt x="55680" y="138752"/>
                  </a:lnTo>
                  <a:lnTo>
                    <a:pt x="56129" y="138303"/>
                  </a:lnTo>
                  <a:lnTo>
                    <a:pt x="56279" y="137704"/>
                  </a:lnTo>
                  <a:lnTo>
                    <a:pt x="56279" y="136956"/>
                  </a:lnTo>
                  <a:lnTo>
                    <a:pt x="56129" y="136357"/>
                  </a:lnTo>
                  <a:lnTo>
                    <a:pt x="59572" y="134262"/>
                  </a:lnTo>
                  <a:lnTo>
                    <a:pt x="61817" y="137255"/>
                  </a:lnTo>
                  <a:lnTo>
                    <a:pt x="64062" y="140099"/>
                  </a:lnTo>
                  <a:lnTo>
                    <a:pt x="54483" y="153271"/>
                  </a:lnTo>
                  <a:lnTo>
                    <a:pt x="52387" y="151026"/>
                  </a:lnTo>
                  <a:lnTo>
                    <a:pt x="50442" y="148781"/>
                  </a:lnTo>
                  <a:lnTo>
                    <a:pt x="48645" y="146386"/>
                  </a:lnTo>
                  <a:lnTo>
                    <a:pt x="46849" y="143991"/>
                  </a:lnTo>
                  <a:lnTo>
                    <a:pt x="50891" y="139500"/>
                  </a:lnTo>
                  <a:lnTo>
                    <a:pt x="45203" y="141297"/>
                  </a:lnTo>
                  <a:lnTo>
                    <a:pt x="42808" y="137106"/>
                  </a:lnTo>
                  <a:lnTo>
                    <a:pt x="40713" y="132615"/>
                  </a:lnTo>
                  <a:lnTo>
                    <a:pt x="38916" y="128125"/>
                  </a:lnTo>
                  <a:lnTo>
                    <a:pt x="37420" y="123335"/>
                  </a:lnTo>
                  <a:lnTo>
                    <a:pt x="42658" y="120342"/>
                  </a:lnTo>
                  <a:lnTo>
                    <a:pt x="36671" y="120342"/>
                  </a:lnTo>
                  <a:lnTo>
                    <a:pt x="35773" y="115702"/>
                  </a:lnTo>
                  <a:lnTo>
                    <a:pt x="35174" y="110912"/>
                  </a:lnTo>
                  <a:close/>
                  <a:moveTo>
                    <a:pt x="80677" y="143093"/>
                  </a:moveTo>
                  <a:lnTo>
                    <a:pt x="83371" y="144739"/>
                  </a:lnTo>
                  <a:lnTo>
                    <a:pt x="86364" y="146086"/>
                  </a:lnTo>
                  <a:lnTo>
                    <a:pt x="89508" y="147284"/>
                  </a:lnTo>
                  <a:lnTo>
                    <a:pt x="92651" y="148331"/>
                  </a:lnTo>
                  <a:lnTo>
                    <a:pt x="91453" y="155217"/>
                  </a:lnTo>
                  <a:lnTo>
                    <a:pt x="87562" y="154019"/>
                  </a:lnTo>
                  <a:lnTo>
                    <a:pt x="83820" y="152522"/>
                  </a:lnTo>
                  <a:lnTo>
                    <a:pt x="80377" y="150876"/>
                  </a:lnTo>
                  <a:lnTo>
                    <a:pt x="76935" y="148930"/>
                  </a:lnTo>
                  <a:lnTo>
                    <a:pt x="80677" y="143093"/>
                  </a:lnTo>
                  <a:close/>
                  <a:moveTo>
                    <a:pt x="128125" y="143542"/>
                  </a:moveTo>
                  <a:lnTo>
                    <a:pt x="131717" y="149379"/>
                  </a:lnTo>
                  <a:lnTo>
                    <a:pt x="128274" y="151325"/>
                  </a:lnTo>
                  <a:lnTo>
                    <a:pt x="124532" y="152972"/>
                  </a:lnTo>
                  <a:lnTo>
                    <a:pt x="120790" y="154319"/>
                  </a:lnTo>
                  <a:lnTo>
                    <a:pt x="116899" y="155366"/>
                  </a:lnTo>
                  <a:lnTo>
                    <a:pt x="115552" y="148631"/>
                  </a:lnTo>
                  <a:lnTo>
                    <a:pt x="118845" y="147733"/>
                  </a:lnTo>
                  <a:lnTo>
                    <a:pt x="121988" y="146535"/>
                  </a:lnTo>
                  <a:lnTo>
                    <a:pt x="125131" y="145188"/>
                  </a:lnTo>
                  <a:lnTo>
                    <a:pt x="128125" y="143542"/>
                  </a:lnTo>
                  <a:close/>
                  <a:moveTo>
                    <a:pt x="114504" y="148930"/>
                  </a:moveTo>
                  <a:lnTo>
                    <a:pt x="116001" y="155666"/>
                  </a:lnTo>
                  <a:lnTo>
                    <a:pt x="113307" y="156115"/>
                  </a:lnTo>
                  <a:lnTo>
                    <a:pt x="114354" y="148930"/>
                  </a:lnTo>
                  <a:close/>
                  <a:moveTo>
                    <a:pt x="93549" y="148631"/>
                  </a:moveTo>
                  <a:lnTo>
                    <a:pt x="95345" y="149080"/>
                  </a:lnTo>
                  <a:lnTo>
                    <a:pt x="96393" y="156264"/>
                  </a:lnTo>
                  <a:lnTo>
                    <a:pt x="92352" y="155366"/>
                  </a:lnTo>
                  <a:lnTo>
                    <a:pt x="93549" y="148631"/>
                  </a:lnTo>
                  <a:close/>
                  <a:moveTo>
                    <a:pt x="127676" y="117348"/>
                  </a:moveTo>
                  <a:lnTo>
                    <a:pt x="138902" y="132017"/>
                  </a:lnTo>
                  <a:lnTo>
                    <a:pt x="139800" y="133364"/>
                  </a:lnTo>
                  <a:lnTo>
                    <a:pt x="143991" y="138902"/>
                  </a:lnTo>
                  <a:lnTo>
                    <a:pt x="145188" y="140399"/>
                  </a:lnTo>
                  <a:lnTo>
                    <a:pt x="154917" y="153271"/>
                  </a:lnTo>
                  <a:lnTo>
                    <a:pt x="155516" y="154019"/>
                  </a:lnTo>
                  <a:lnTo>
                    <a:pt x="158659" y="158210"/>
                  </a:lnTo>
                  <a:lnTo>
                    <a:pt x="154468" y="155067"/>
                  </a:lnTo>
                  <a:lnTo>
                    <a:pt x="153720" y="154468"/>
                  </a:lnTo>
                  <a:lnTo>
                    <a:pt x="140698" y="144889"/>
                  </a:lnTo>
                  <a:lnTo>
                    <a:pt x="139201" y="143841"/>
                  </a:lnTo>
                  <a:lnTo>
                    <a:pt x="133513" y="139650"/>
                  </a:lnTo>
                  <a:lnTo>
                    <a:pt x="132316" y="138752"/>
                  </a:lnTo>
                  <a:lnTo>
                    <a:pt x="117348" y="127676"/>
                  </a:lnTo>
                  <a:lnTo>
                    <a:pt x="118545" y="118845"/>
                  </a:lnTo>
                  <a:lnTo>
                    <a:pt x="121090" y="118396"/>
                  </a:lnTo>
                  <a:lnTo>
                    <a:pt x="120341" y="118994"/>
                  </a:lnTo>
                  <a:lnTo>
                    <a:pt x="119892" y="119743"/>
                  </a:lnTo>
                  <a:lnTo>
                    <a:pt x="119892" y="119893"/>
                  </a:lnTo>
                  <a:lnTo>
                    <a:pt x="120940" y="119144"/>
                  </a:lnTo>
                  <a:lnTo>
                    <a:pt x="121688" y="118246"/>
                  </a:lnTo>
                  <a:lnTo>
                    <a:pt x="125281" y="117797"/>
                  </a:lnTo>
                  <a:lnTo>
                    <a:pt x="123784" y="119144"/>
                  </a:lnTo>
                  <a:lnTo>
                    <a:pt x="122587" y="120342"/>
                  </a:lnTo>
                  <a:lnTo>
                    <a:pt x="121988" y="121090"/>
                  </a:lnTo>
                  <a:lnTo>
                    <a:pt x="121389" y="121689"/>
                  </a:lnTo>
                  <a:lnTo>
                    <a:pt x="121389" y="121838"/>
                  </a:lnTo>
                  <a:lnTo>
                    <a:pt x="121539" y="121838"/>
                  </a:lnTo>
                  <a:lnTo>
                    <a:pt x="122138" y="121240"/>
                  </a:lnTo>
                  <a:lnTo>
                    <a:pt x="122736" y="120641"/>
                  </a:lnTo>
                  <a:lnTo>
                    <a:pt x="123934" y="119444"/>
                  </a:lnTo>
                  <a:lnTo>
                    <a:pt x="125730" y="117647"/>
                  </a:lnTo>
                  <a:lnTo>
                    <a:pt x="127676" y="117348"/>
                  </a:lnTo>
                  <a:close/>
                  <a:moveTo>
                    <a:pt x="82323" y="117348"/>
                  </a:moveTo>
                  <a:lnTo>
                    <a:pt x="90705" y="118545"/>
                  </a:lnTo>
                  <a:lnTo>
                    <a:pt x="91154" y="121389"/>
                  </a:lnTo>
                  <a:lnTo>
                    <a:pt x="90555" y="120940"/>
                  </a:lnTo>
                  <a:lnTo>
                    <a:pt x="89957" y="120491"/>
                  </a:lnTo>
                  <a:lnTo>
                    <a:pt x="89807" y="120491"/>
                  </a:lnTo>
                  <a:lnTo>
                    <a:pt x="90406" y="121389"/>
                  </a:lnTo>
                  <a:lnTo>
                    <a:pt x="91154" y="122138"/>
                  </a:lnTo>
                  <a:lnTo>
                    <a:pt x="91753" y="125580"/>
                  </a:lnTo>
                  <a:lnTo>
                    <a:pt x="90555" y="124383"/>
                  </a:lnTo>
                  <a:lnTo>
                    <a:pt x="89358" y="123185"/>
                  </a:lnTo>
                  <a:lnTo>
                    <a:pt x="88610" y="122587"/>
                  </a:lnTo>
                  <a:lnTo>
                    <a:pt x="88011" y="121988"/>
                  </a:lnTo>
                  <a:lnTo>
                    <a:pt x="87861" y="121988"/>
                  </a:lnTo>
                  <a:lnTo>
                    <a:pt x="87861" y="122138"/>
                  </a:lnTo>
                  <a:lnTo>
                    <a:pt x="88460" y="122736"/>
                  </a:lnTo>
                  <a:lnTo>
                    <a:pt x="89059" y="123335"/>
                  </a:lnTo>
                  <a:lnTo>
                    <a:pt x="90256" y="124533"/>
                  </a:lnTo>
                  <a:lnTo>
                    <a:pt x="91753" y="126179"/>
                  </a:lnTo>
                  <a:lnTo>
                    <a:pt x="92202" y="128424"/>
                  </a:lnTo>
                  <a:lnTo>
                    <a:pt x="77833" y="139351"/>
                  </a:lnTo>
                  <a:lnTo>
                    <a:pt x="76635" y="140249"/>
                  </a:lnTo>
                  <a:lnTo>
                    <a:pt x="70948" y="144440"/>
                  </a:lnTo>
                  <a:lnTo>
                    <a:pt x="69600" y="145637"/>
                  </a:lnTo>
                  <a:lnTo>
                    <a:pt x="56578" y="155366"/>
                  </a:lnTo>
                  <a:lnTo>
                    <a:pt x="55830" y="155965"/>
                  </a:lnTo>
                  <a:lnTo>
                    <a:pt x="51489" y="159258"/>
                  </a:lnTo>
                  <a:lnTo>
                    <a:pt x="54782" y="154917"/>
                  </a:lnTo>
                  <a:lnTo>
                    <a:pt x="55381" y="154169"/>
                  </a:lnTo>
                  <a:lnTo>
                    <a:pt x="64960" y="141147"/>
                  </a:lnTo>
                  <a:lnTo>
                    <a:pt x="66008" y="139650"/>
                  </a:lnTo>
                  <a:lnTo>
                    <a:pt x="70199" y="133962"/>
                  </a:lnTo>
                  <a:lnTo>
                    <a:pt x="71097" y="132765"/>
                  </a:lnTo>
                  <a:lnTo>
                    <a:pt x="82323" y="117348"/>
                  </a:lnTo>
                  <a:close/>
                  <a:moveTo>
                    <a:pt x="68852" y="162701"/>
                  </a:moveTo>
                  <a:lnTo>
                    <a:pt x="68702" y="163748"/>
                  </a:lnTo>
                  <a:lnTo>
                    <a:pt x="68104" y="163449"/>
                  </a:lnTo>
                  <a:lnTo>
                    <a:pt x="68852" y="162701"/>
                  </a:lnTo>
                  <a:close/>
                  <a:moveTo>
                    <a:pt x="140548" y="162701"/>
                  </a:moveTo>
                  <a:lnTo>
                    <a:pt x="141296" y="163449"/>
                  </a:lnTo>
                  <a:lnTo>
                    <a:pt x="140847" y="163748"/>
                  </a:lnTo>
                  <a:lnTo>
                    <a:pt x="140548" y="162701"/>
                  </a:lnTo>
                  <a:close/>
                  <a:moveTo>
                    <a:pt x="46251" y="144739"/>
                  </a:moveTo>
                  <a:lnTo>
                    <a:pt x="48047" y="147134"/>
                  </a:lnTo>
                  <a:lnTo>
                    <a:pt x="49843" y="149529"/>
                  </a:lnTo>
                  <a:lnTo>
                    <a:pt x="51789" y="151774"/>
                  </a:lnTo>
                  <a:lnTo>
                    <a:pt x="53884" y="154019"/>
                  </a:lnTo>
                  <a:lnTo>
                    <a:pt x="48047" y="161952"/>
                  </a:lnTo>
                  <a:lnTo>
                    <a:pt x="48945" y="162850"/>
                  </a:lnTo>
                  <a:lnTo>
                    <a:pt x="56728" y="156863"/>
                  </a:lnTo>
                  <a:lnTo>
                    <a:pt x="58973" y="158809"/>
                  </a:lnTo>
                  <a:lnTo>
                    <a:pt x="61218" y="160605"/>
                  </a:lnTo>
                  <a:lnTo>
                    <a:pt x="63613" y="162401"/>
                  </a:lnTo>
                  <a:lnTo>
                    <a:pt x="66158" y="164048"/>
                  </a:lnTo>
                  <a:lnTo>
                    <a:pt x="58225" y="171831"/>
                  </a:lnTo>
                  <a:lnTo>
                    <a:pt x="55381" y="169885"/>
                  </a:lnTo>
                  <a:lnTo>
                    <a:pt x="52836" y="167790"/>
                  </a:lnTo>
                  <a:lnTo>
                    <a:pt x="50292" y="165545"/>
                  </a:lnTo>
                  <a:lnTo>
                    <a:pt x="47747" y="163299"/>
                  </a:lnTo>
                  <a:lnTo>
                    <a:pt x="45353" y="160904"/>
                  </a:lnTo>
                  <a:lnTo>
                    <a:pt x="43107" y="158360"/>
                  </a:lnTo>
                  <a:lnTo>
                    <a:pt x="41012" y="155815"/>
                  </a:lnTo>
                  <a:lnTo>
                    <a:pt x="38916" y="153121"/>
                  </a:lnTo>
                  <a:lnTo>
                    <a:pt x="46251" y="144739"/>
                  </a:lnTo>
                  <a:close/>
                  <a:moveTo>
                    <a:pt x="163149" y="144739"/>
                  </a:moveTo>
                  <a:lnTo>
                    <a:pt x="170484" y="153121"/>
                  </a:lnTo>
                  <a:lnTo>
                    <a:pt x="168388" y="155815"/>
                  </a:lnTo>
                  <a:lnTo>
                    <a:pt x="166293" y="158360"/>
                  </a:lnTo>
                  <a:lnTo>
                    <a:pt x="164047" y="160904"/>
                  </a:lnTo>
                  <a:lnTo>
                    <a:pt x="161653" y="163299"/>
                  </a:lnTo>
                  <a:lnTo>
                    <a:pt x="159108" y="165545"/>
                  </a:lnTo>
                  <a:lnTo>
                    <a:pt x="156564" y="167790"/>
                  </a:lnTo>
                  <a:lnTo>
                    <a:pt x="154019" y="169885"/>
                  </a:lnTo>
                  <a:lnTo>
                    <a:pt x="151175" y="171831"/>
                  </a:lnTo>
                  <a:lnTo>
                    <a:pt x="143242" y="164048"/>
                  </a:lnTo>
                  <a:lnTo>
                    <a:pt x="145936" y="162252"/>
                  </a:lnTo>
                  <a:lnTo>
                    <a:pt x="148631" y="160306"/>
                  </a:lnTo>
                  <a:lnTo>
                    <a:pt x="151175" y="158210"/>
                  </a:lnTo>
                  <a:lnTo>
                    <a:pt x="153570" y="155965"/>
                  </a:lnTo>
                  <a:lnTo>
                    <a:pt x="161353" y="161653"/>
                  </a:lnTo>
                  <a:lnTo>
                    <a:pt x="162251" y="160755"/>
                  </a:lnTo>
                  <a:lnTo>
                    <a:pt x="156414" y="153121"/>
                  </a:lnTo>
                  <a:lnTo>
                    <a:pt x="158210" y="151026"/>
                  </a:lnTo>
                  <a:lnTo>
                    <a:pt x="159856" y="149080"/>
                  </a:lnTo>
                  <a:lnTo>
                    <a:pt x="161653" y="146835"/>
                  </a:lnTo>
                  <a:lnTo>
                    <a:pt x="163149" y="144739"/>
                  </a:lnTo>
                  <a:close/>
                  <a:moveTo>
                    <a:pt x="89358" y="171083"/>
                  </a:moveTo>
                  <a:lnTo>
                    <a:pt x="89358" y="172130"/>
                  </a:lnTo>
                  <a:lnTo>
                    <a:pt x="88759" y="171981"/>
                  </a:lnTo>
                  <a:lnTo>
                    <a:pt x="89358" y="171083"/>
                  </a:lnTo>
                  <a:close/>
                  <a:moveTo>
                    <a:pt x="120192" y="171083"/>
                  </a:moveTo>
                  <a:lnTo>
                    <a:pt x="120641" y="171981"/>
                  </a:lnTo>
                  <a:lnTo>
                    <a:pt x="120042" y="172130"/>
                  </a:lnTo>
                  <a:lnTo>
                    <a:pt x="120192" y="171083"/>
                  </a:lnTo>
                  <a:close/>
                  <a:moveTo>
                    <a:pt x="70499" y="146386"/>
                  </a:moveTo>
                  <a:lnTo>
                    <a:pt x="72744" y="148182"/>
                  </a:lnTo>
                  <a:lnTo>
                    <a:pt x="75139" y="149828"/>
                  </a:lnTo>
                  <a:lnTo>
                    <a:pt x="73043" y="153421"/>
                  </a:lnTo>
                  <a:lnTo>
                    <a:pt x="72145" y="153271"/>
                  </a:lnTo>
                  <a:lnTo>
                    <a:pt x="71397" y="153570"/>
                  </a:lnTo>
                  <a:lnTo>
                    <a:pt x="70648" y="154019"/>
                  </a:lnTo>
                  <a:lnTo>
                    <a:pt x="70199" y="154768"/>
                  </a:lnTo>
                  <a:lnTo>
                    <a:pt x="70199" y="155217"/>
                  </a:lnTo>
                  <a:lnTo>
                    <a:pt x="70199" y="155666"/>
                  </a:lnTo>
                  <a:lnTo>
                    <a:pt x="70349" y="156414"/>
                  </a:lnTo>
                  <a:lnTo>
                    <a:pt x="70798" y="157163"/>
                  </a:lnTo>
                  <a:lnTo>
                    <a:pt x="71247" y="157312"/>
                  </a:lnTo>
                  <a:lnTo>
                    <a:pt x="71546" y="157612"/>
                  </a:lnTo>
                  <a:lnTo>
                    <a:pt x="72444" y="157612"/>
                  </a:lnTo>
                  <a:lnTo>
                    <a:pt x="73342" y="157462"/>
                  </a:lnTo>
                  <a:lnTo>
                    <a:pt x="73941" y="157013"/>
                  </a:lnTo>
                  <a:lnTo>
                    <a:pt x="74240" y="156564"/>
                  </a:lnTo>
                  <a:lnTo>
                    <a:pt x="74390" y="156264"/>
                  </a:lnTo>
                  <a:lnTo>
                    <a:pt x="74540" y="155516"/>
                  </a:lnTo>
                  <a:lnTo>
                    <a:pt x="74390" y="154917"/>
                  </a:lnTo>
                  <a:lnTo>
                    <a:pt x="74240" y="154319"/>
                  </a:lnTo>
                  <a:lnTo>
                    <a:pt x="73791" y="153870"/>
                  </a:lnTo>
                  <a:lnTo>
                    <a:pt x="76037" y="150277"/>
                  </a:lnTo>
                  <a:lnTo>
                    <a:pt x="79629" y="152373"/>
                  </a:lnTo>
                  <a:lnTo>
                    <a:pt x="83221" y="154169"/>
                  </a:lnTo>
                  <a:lnTo>
                    <a:pt x="87113" y="155666"/>
                  </a:lnTo>
                  <a:lnTo>
                    <a:pt x="91004" y="156863"/>
                  </a:lnTo>
                  <a:lnTo>
                    <a:pt x="90256" y="161054"/>
                  </a:lnTo>
                  <a:lnTo>
                    <a:pt x="89508" y="161204"/>
                  </a:lnTo>
                  <a:lnTo>
                    <a:pt x="88909" y="161653"/>
                  </a:lnTo>
                  <a:lnTo>
                    <a:pt x="88460" y="162252"/>
                  </a:lnTo>
                  <a:lnTo>
                    <a:pt x="88161" y="163150"/>
                  </a:lnTo>
                  <a:lnTo>
                    <a:pt x="88310" y="163599"/>
                  </a:lnTo>
                  <a:lnTo>
                    <a:pt x="88310" y="164048"/>
                  </a:lnTo>
                  <a:lnTo>
                    <a:pt x="88909" y="164646"/>
                  </a:lnTo>
                  <a:lnTo>
                    <a:pt x="89508" y="165245"/>
                  </a:lnTo>
                  <a:lnTo>
                    <a:pt x="89957" y="165395"/>
                  </a:lnTo>
                  <a:lnTo>
                    <a:pt x="90855" y="165395"/>
                  </a:lnTo>
                  <a:lnTo>
                    <a:pt x="91304" y="165245"/>
                  </a:lnTo>
                  <a:lnTo>
                    <a:pt x="91903" y="164796"/>
                  </a:lnTo>
                  <a:lnTo>
                    <a:pt x="92501" y="164048"/>
                  </a:lnTo>
                  <a:lnTo>
                    <a:pt x="92651" y="163599"/>
                  </a:lnTo>
                  <a:lnTo>
                    <a:pt x="92651" y="163150"/>
                  </a:lnTo>
                  <a:lnTo>
                    <a:pt x="92501" y="162551"/>
                  </a:lnTo>
                  <a:lnTo>
                    <a:pt x="92202" y="161952"/>
                  </a:lnTo>
                  <a:lnTo>
                    <a:pt x="91903" y="161503"/>
                  </a:lnTo>
                  <a:lnTo>
                    <a:pt x="91304" y="161204"/>
                  </a:lnTo>
                  <a:lnTo>
                    <a:pt x="92052" y="157163"/>
                  </a:lnTo>
                  <a:lnTo>
                    <a:pt x="94297" y="157612"/>
                  </a:lnTo>
                  <a:lnTo>
                    <a:pt x="96692" y="158061"/>
                  </a:lnTo>
                  <a:lnTo>
                    <a:pt x="99087" y="174376"/>
                  </a:lnTo>
                  <a:lnTo>
                    <a:pt x="94746" y="173927"/>
                  </a:lnTo>
                  <a:lnTo>
                    <a:pt x="90406" y="173178"/>
                  </a:lnTo>
                  <a:lnTo>
                    <a:pt x="90106" y="167341"/>
                  </a:lnTo>
                  <a:lnTo>
                    <a:pt x="87562" y="172430"/>
                  </a:lnTo>
                  <a:lnTo>
                    <a:pt x="85167" y="171831"/>
                  </a:lnTo>
                  <a:lnTo>
                    <a:pt x="82772" y="171083"/>
                  </a:lnTo>
                  <a:lnTo>
                    <a:pt x="78132" y="169286"/>
                  </a:lnTo>
                  <a:lnTo>
                    <a:pt x="73642" y="167341"/>
                  </a:lnTo>
                  <a:lnTo>
                    <a:pt x="69301" y="164946"/>
                  </a:lnTo>
                  <a:lnTo>
                    <a:pt x="70798" y="159557"/>
                  </a:lnTo>
                  <a:lnTo>
                    <a:pt x="66906" y="163449"/>
                  </a:lnTo>
                  <a:lnTo>
                    <a:pt x="64362" y="161803"/>
                  </a:lnTo>
                  <a:lnTo>
                    <a:pt x="61967" y="160006"/>
                  </a:lnTo>
                  <a:lnTo>
                    <a:pt x="59722" y="158210"/>
                  </a:lnTo>
                  <a:lnTo>
                    <a:pt x="57476" y="156264"/>
                  </a:lnTo>
                  <a:lnTo>
                    <a:pt x="70499" y="146386"/>
                  </a:lnTo>
                  <a:close/>
                  <a:moveTo>
                    <a:pt x="139650" y="145637"/>
                  </a:moveTo>
                  <a:lnTo>
                    <a:pt x="152822" y="155366"/>
                  </a:lnTo>
                  <a:lnTo>
                    <a:pt x="150427" y="157462"/>
                  </a:lnTo>
                  <a:lnTo>
                    <a:pt x="147882" y="159557"/>
                  </a:lnTo>
                  <a:lnTo>
                    <a:pt x="145338" y="161503"/>
                  </a:lnTo>
                  <a:lnTo>
                    <a:pt x="142643" y="163449"/>
                  </a:lnTo>
                  <a:lnTo>
                    <a:pt x="138602" y="159557"/>
                  </a:lnTo>
                  <a:lnTo>
                    <a:pt x="140099" y="164946"/>
                  </a:lnTo>
                  <a:lnTo>
                    <a:pt x="135758" y="167191"/>
                  </a:lnTo>
                  <a:lnTo>
                    <a:pt x="131418" y="169286"/>
                  </a:lnTo>
                  <a:lnTo>
                    <a:pt x="126778" y="171083"/>
                  </a:lnTo>
                  <a:lnTo>
                    <a:pt x="124383" y="171831"/>
                  </a:lnTo>
                  <a:lnTo>
                    <a:pt x="121988" y="172430"/>
                  </a:lnTo>
                  <a:lnTo>
                    <a:pt x="119443" y="167341"/>
                  </a:lnTo>
                  <a:lnTo>
                    <a:pt x="118994" y="173178"/>
                  </a:lnTo>
                  <a:lnTo>
                    <a:pt x="114953" y="173777"/>
                  </a:lnTo>
                  <a:lnTo>
                    <a:pt x="110912" y="174376"/>
                  </a:lnTo>
                  <a:lnTo>
                    <a:pt x="113157" y="157911"/>
                  </a:lnTo>
                  <a:lnTo>
                    <a:pt x="116300" y="157312"/>
                  </a:lnTo>
                  <a:lnTo>
                    <a:pt x="117198" y="161354"/>
                  </a:lnTo>
                  <a:lnTo>
                    <a:pt x="116450" y="161952"/>
                  </a:lnTo>
                  <a:lnTo>
                    <a:pt x="116150" y="162701"/>
                  </a:lnTo>
                  <a:lnTo>
                    <a:pt x="116001" y="163449"/>
                  </a:lnTo>
                  <a:lnTo>
                    <a:pt x="116150" y="164347"/>
                  </a:lnTo>
                  <a:lnTo>
                    <a:pt x="116450" y="164646"/>
                  </a:lnTo>
                  <a:lnTo>
                    <a:pt x="116749" y="164946"/>
                  </a:lnTo>
                  <a:lnTo>
                    <a:pt x="117498" y="165395"/>
                  </a:lnTo>
                  <a:lnTo>
                    <a:pt x="118396" y="165545"/>
                  </a:lnTo>
                  <a:lnTo>
                    <a:pt x="118695" y="165395"/>
                  </a:lnTo>
                  <a:lnTo>
                    <a:pt x="119144" y="165245"/>
                  </a:lnTo>
                  <a:lnTo>
                    <a:pt x="119593" y="165095"/>
                  </a:lnTo>
                  <a:lnTo>
                    <a:pt x="119892" y="164796"/>
                  </a:lnTo>
                  <a:lnTo>
                    <a:pt x="120341" y="164048"/>
                  </a:lnTo>
                  <a:lnTo>
                    <a:pt x="120341" y="163150"/>
                  </a:lnTo>
                  <a:lnTo>
                    <a:pt x="120341" y="162850"/>
                  </a:lnTo>
                  <a:lnTo>
                    <a:pt x="120192" y="162401"/>
                  </a:lnTo>
                  <a:lnTo>
                    <a:pt x="119743" y="161803"/>
                  </a:lnTo>
                  <a:lnTo>
                    <a:pt x="119294" y="161354"/>
                  </a:lnTo>
                  <a:lnTo>
                    <a:pt x="118695" y="161204"/>
                  </a:lnTo>
                  <a:lnTo>
                    <a:pt x="118096" y="161054"/>
                  </a:lnTo>
                  <a:lnTo>
                    <a:pt x="117348" y="157163"/>
                  </a:lnTo>
                  <a:lnTo>
                    <a:pt x="121389" y="155965"/>
                  </a:lnTo>
                  <a:lnTo>
                    <a:pt x="125281" y="154618"/>
                  </a:lnTo>
                  <a:lnTo>
                    <a:pt x="129023" y="152822"/>
                  </a:lnTo>
                  <a:lnTo>
                    <a:pt x="132615" y="150876"/>
                  </a:lnTo>
                  <a:lnTo>
                    <a:pt x="134711" y="154319"/>
                  </a:lnTo>
                  <a:lnTo>
                    <a:pt x="134261" y="155067"/>
                  </a:lnTo>
                  <a:lnTo>
                    <a:pt x="134112" y="155815"/>
                  </a:lnTo>
                  <a:lnTo>
                    <a:pt x="134411" y="156713"/>
                  </a:lnTo>
                  <a:lnTo>
                    <a:pt x="134860" y="157312"/>
                  </a:lnTo>
                  <a:lnTo>
                    <a:pt x="135160" y="157612"/>
                  </a:lnTo>
                  <a:lnTo>
                    <a:pt x="135609" y="157911"/>
                  </a:lnTo>
                  <a:lnTo>
                    <a:pt x="136357" y="158061"/>
                  </a:lnTo>
                  <a:lnTo>
                    <a:pt x="137255" y="157911"/>
                  </a:lnTo>
                  <a:lnTo>
                    <a:pt x="137554" y="157612"/>
                  </a:lnTo>
                  <a:lnTo>
                    <a:pt x="138003" y="157312"/>
                  </a:lnTo>
                  <a:lnTo>
                    <a:pt x="138153" y="157013"/>
                  </a:lnTo>
                  <a:lnTo>
                    <a:pt x="138452" y="156564"/>
                  </a:lnTo>
                  <a:lnTo>
                    <a:pt x="138602" y="155815"/>
                  </a:lnTo>
                  <a:lnTo>
                    <a:pt x="138452" y="154917"/>
                  </a:lnTo>
                  <a:lnTo>
                    <a:pt x="138303" y="154618"/>
                  </a:lnTo>
                  <a:lnTo>
                    <a:pt x="138003" y="154319"/>
                  </a:lnTo>
                  <a:lnTo>
                    <a:pt x="137405" y="153870"/>
                  </a:lnTo>
                  <a:lnTo>
                    <a:pt x="136806" y="153570"/>
                  </a:lnTo>
                  <a:lnTo>
                    <a:pt x="136207" y="153570"/>
                  </a:lnTo>
                  <a:lnTo>
                    <a:pt x="135609" y="153720"/>
                  </a:lnTo>
                  <a:lnTo>
                    <a:pt x="133513" y="150277"/>
                  </a:lnTo>
                  <a:lnTo>
                    <a:pt x="136656" y="148182"/>
                  </a:lnTo>
                  <a:lnTo>
                    <a:pt x="139650" y="145637"/>
                  </a:lnTo>
                  <a:close/>
                  <a:moveTo>
                    <a:pt x="67954" y="163748"/>
                  </a:moveTo>
                  <a:lnTo>
                    <a:pt x="68553" y="163898"/>
                  </a:lnTo>
                  <a:lnTo>
                    <a:pt x="68403" y="164497"/>
                  </a:lnTo>
                  <a:lnTo>
                    <a:pt x="68104" y="165395"/>
                  </a:lnTo>
                  <a:lnTo>
                    <a:pt x="65110" y="176172"/>
                  </a:lnTo>
                  <a:lnTo>
                    <a:pt x="62117" y="174376"/>
                  </a:lnTo>
                  <a:lnTo>
                    <a:pt x="58973" y="172430"/>
                  </a:lnTo>
                  <a:lnTo>
                    <a:pt x="58973" y="172430"/>
                  </a:lnTo>
                  <a:lnTo>
                    <a:pt x="60320" y="173178"/>
                  </a:lnTo>
                  <a:lnTo>
                    <a:pt x="61218" y="173627"/>
                  </a:lnTo>
                  <a:lnTo>
                    <a:pt x="62117" y="173927"/>
                  </a:lnTo>
                  <a:lnTo>
                    <a:pt x="62117" y="173777"/>
                  </a:lnTo>
                  <a:lnTo>
                    <a:pt x="60320" y="172729"/>
                  </a:lnTo>
                  <a:lnTo>
                    <a:pt x="59273" y="172130"/>
                  </a:lnTo>
                  <a:lnTo>
                    <a:pt x="60021" y="171532"/>
                  </a:lnTo>
                  <a:lnTo>
                    <a:pt x="61218" y="172130"/>
                  </a:lnTo>
                  <a:lnTo>
                    <a:pt x="61967" y="172579"/>
                  </a:lnTo>
                  <a:lnTo>
                    <a:pt x="62865" y="173028"/>
                  </a:lnTo>
                  <a:lnTo>
                    <a:pt x="63015" y="172879"/>
                  </a:lnTo>
                  <a:lnTo>
                    <a:pt x="62117" y="172280"/>
                  </a:lnTo>
                  <a:lnTo>
                    <a:pt x="61368" y="171981"/>
                  </a:lnTo>
                  <a:lnTo>
                    <a:pt x="60171" y="171382"/>
                  </a:lnTo>
                  <a:lnTo>
                    <a:pt x="60769" y="170634"/>
                  </a:lnTo>
                  <a:lnTo>
                    <a:pt x="61967" y="171382"/>
                  </a:lnTo>
                  <a:lnTo>
                    <a:pt x="62715" y="171681"/>
                  </a:lnTo>
                  <a:lnTo>
                    <a:pt x="63314" y="171831"/>
                  </a:lnTo>
                  <a:lnTo>
                    <a:pt x="63464" y="171831"/>
                  </a:lnTo>
                  <a:lnTo>
                    <a:pt x="63314" y="171681"/>
                  </a:lnTo>
                  <a:lnTo>
                    <a:pt x="61817" y="170933"/>
                  </a:lnTo>
                  <a:lnTo>
                    <a:pt x="60919" y="170484"/>
                  </a:lnTo>
                  <a:lnTo>
                    <a:pt x="61817" y="169586"/>
                  </a:lnTo>
                  <a:lnTo>
                    <a:pt x="62865" y="170185"/>
                  </a:lnTo>
                  <a:lnTo>
                    <a:pt x="63613" y="170634"/>
                  </a:lnTo>
                  <a:lnTo>
                    <a:pt x="64362" y="170783"/>
                  </a:lnTo>
                  <a:lnTo>
                    <a:pt x="64511" y="170783"/>
                  </a:lnTo>
                  <a:lnTo>
                    <a:pt x="63763" y="170334"/>
                  </a:lnTo>
                  <a:lnTo>
                    <a:pt x="63015" y="169885"/>
                  </a:lnTo>
                  <a:lnTo>
                    <a:pt x="62117" y="169436"/>
                  </a:lnTo>
                  <a:lnTo>
                    <a:pt x="62715" y="168837"/>
                  </a:lnTo>
                  <a:lnTo>
                    <a:pt x="63464" y="169286"/>
                  </a:lnTo>
                  <a:lnTo>
                    <a:pt x="64212" y="169586"/>
                  </a:lnTo>
                  <a:lnTo>
                    <a:pt x="64960" y="169885"/>
                  </a:lnTo>
                  <a:lnTo>
                    <a:pt x="64960" y="169736"/>
                  </a:lnTo>
                  <a:lnTo>
                    <a:pt x="63314" y="168837"/>
                  </a:lnTo>
                  <a:lnTo>
                    <a:pt x="62865" y="168538"/>
                  </a:lnTo>
                  <a:lnTo>
                    <a:pt x="63464" y="168089"/>
                  </a:lnTo>
                  <a:lnTo>
                    <a:pt x="63913" y="168239"/>
                  </a:lnTo>
                  <a:lnTo>
                    <a:pt x="65409" y="168987"/>
                  </a:lnTo>
                  <a:lnTo>
                    <a:pt x="65559" y="168837"/>
                  </a:lnTo>
                  <a:lnTo>
                    <a:pt x="65409" y="168837"/>
                  </a:lnTo>
                  <a:lnTo>
                    <a:pt x="64212" y="168089"/>
                  </a:lnTo>
                  <a:lnTo>
                    <a:pt x="63613" y="167790"/>
                  </a:lnTo>
                  <a:lnTo>
                    <a:pt x="64362" y="167191"/>
                  </a:lnTo>
                  <a:lnTo>
                    <a:pt x="64811" y="167490"/>
                  </a:lnTo>
                  <a:lnTo>
                    <a:pt x="65858" y="168089"/>
                  </a:lnTo>
                  <a:lnTo>
                    <a:pt x="66008" y="167939"/>
                  </a:lnTo>
                  <a:lnTo>
                    <a:pt x="65260" y="167490"/>
                  </a:lnTo>
                  <a:lnTo>
                    <a:pt x="64511" y="167041"/>
                  </a:lnTo>
                  <a:lnTo>
                    <a:pt x="65110" y="166592"/>
                  </a:lnTo>
                  <a:lnTo>
                    <a:pt x="65260" y="166592"/>
                  </a:lnTo>
                  <a:lnTo>
                    <a:pt x="65858" y="166892"/>
                  </a:lnTo>
                  <a:lnTo>
                    <a:pt x="66457" y="167041"/>
                  </a:lnTo>
                  <a:lnTo>
                    <a:pt x="65409" y="166443"/>
                  </a:lnTo>
                  <a:lnTo>
                    <a:pt x="65260" y="166293"/>
                  </a:lnTo>
                  <a:lnTo>
                    <a:pt x="65709" y="165844"/>
                  </a:lnTo>
                  <a:lnTo>
                    <a:pt x="66906" y="166293"/>
                  </a:lnTo>
                  <a:lnTo>
                    <a:pt x="67056" y="166293"/>
                  </a:lnTo>
                  <a:lnTo>
                    <a:pt x="67056" y="166143"/>
                  </a:lnTo>
                  <a:lnTo>
                    <a:pt x="66008" y="165694"/>
                  </a:lnTo>
                  <a:lnTo>
                    <a:pt x="66457" y="165095"/>
                  </a:lnTo>
                  <a:lnTo>
                    <a:pt x="66607" y="165245"/>
                  </a:lnTo>
                  <a:lnTo>
                    <a:pt x="67056" y="165395"/>
                  </a:lnTo>
                  <a:lnTo>
                    <a:pt x="67655" y="165545"/>
                  </a:lnTo>
                  <a:lnTo>
                    <a:pt x="67655" y="165395"/>
                  </a:lnTo>
                  <a:lnTo>
                    <a:pt x="66906" y="164946"/>
                  </a:lnTo>
                  <a:lnTo>
                    <a:pt x="66607" y="164946"/>
                  </a:lnTo>
                  <a:lnTo>
                    <a:pt x="66906" y="164646"/>
                  </a:lnTo>
                  <a:lnTo>
                    <a:pt x="67206" y="164497"/>
                  </a:lnTo>
                  <a:lnTo>
                    <a:pt x="67954" y="164646"/>
                  </a:lnTo>
                  <a:lnTo>
                    <a:pt x="67954" y="164497"/>
                  </a:lnTo>
                  <a:lnTo>
                    <a:pt x="67355" y="164197"/>
                  </a:lnTo>
                  <a:lnTo>
                    <a:pt x="67655" y="163898"/>
                  </a:lnTo>
                  <a:lnTo>
                    <a:pt x="67954" y="163748"/>
                  </a:lnTo>
                  <a:close/>
                  <a:moveTo>
                    <a:pt x="141446" y="163748"/>
                  </a:moveTo>
                  <a:lnTo>
                    <a:pt x="141745" y="163898"/>
                  </a:lnTo>
                  <a:lnTo>
                    <a:pt x="142045" y="164197"/>
                  </a:lnTo>
                  <a:lnTo>
                    <a:pt x="141446" y="164497"/>
                  </a:lnTo>
                  <a:lnTo>
                    <a:pt x="141446" y="164646"/>
                  </a:lnTo>
                  <a:lnTo>
                    <a:pt x="142194" y="164497"/>
                  </a:lnTo>
                  <a:lnTo>
                    <a:pt x="142494" y="164646"/>
                  </a:lnTo>
                  <a:lnTo>
                    <a:pt x="142793" y="164946"/>
                  </a:lnTo>
                  <a:lnTo>
                    <a:pt x="142643" y="164946"/>
                  </a:lnTo>
                  <a:lnTo>
                    <a:pt x="141745" y="165395"/>
                  </a:lnTo>
                  <a:lnTo>
                    <a:pt x="141895" y="165545"/>
                  </a:lnTo>
                  <a:lnTo>
                    <a:pt x="142344" y="165395"/>
                  </a:lnTo>
                  <a:lnTo>
                    <a:pt x="142793" y="165245"/>
                  </a:lnTo>
                  <a:lnTo>
                    <a:pt x="142943" y="165095"/>
                  </a:lnTo>
                  <a:lnTo>
                    <a:pt x="143542" y="165694"/>
                  </a:lnTo>
                  <a:lnTo>
                    <a:pt x="142344" y="166143"/>
                  </a:lnTo>
                  <a:lnTo>
                    <a:pt x="142344" y="166293"/>
                  </a:lnTo>
                  <a:lnTo>
                    <a:pt x="142494" y="166293"/>
                  </a:lnTo>
                  <a:lnTo>
                    <a:pt x="143691" y="165844"/>
                  </a:lnTo>
                  <a:lnTo>
                    <a:pt x="144140" y="166293"/>
                  </a:lnTo>
                  <a:lnTo>
                    <a:pt x="143991" y="166443"/>
                  </a:lnTo>
                  <a:lnTo>
                    <a:pt x="142943" y="167041"/>
                  </a:lnTo>
                  <a:lnTo>
                    <a:pt x="143093" y="167041"/>
                  </a:lnTo>
                  <a:lnTo>
                    <a:pt x="143542" y="166892"/>
                  </a:lnTo>
                  <a:lnTo>
                    <a:pt x="144140" y="166592"/>
                  </a:lnTo>
                  <a:lnTo>
                    <a:pt x="144440" y="166592"/>
                  </a:lnTo>
                  <a:lnTo>
                    <a:pt x="145038" y="167041"/>
                  </a:lnTo>
                  <a:lnTo>
                    <a:pt x="144140" y="167490"/>
                  </a:lnTo>
                  <a:lnTo>
                    <a:pt x="143542" y="167939"/>
                  </a:lnTo>
                  <a:lnTo>
                    <a:pt x="143542" y="168089"/>
                  </a:lnTo>
                  <a:lnTo>
                    <a:pt x="144589" y="167490"/>
                  </a:lnTo>
                  <a:lnTo>
                    <a:pt x="145188" y="167191"/>
                  </a:lnTo>
                  <a:lnTo>
                    <a:pt x="145787" y="167790"/>
                  </a:lnTo>
                  <a:lnTo>
                    <a:pt x="145338" y="168089"/>
                  </a:lnTo>
                  <a:lnTo>
                    <a:pt x="143991" y="168837"/>
                  </a:lnTo>
                  <a:lnTo>
                    <a:pt x="143991" y="168987"/>
                  </a:lnTo>
                  <a:lnTo>
                    <a:pt x="145487" y="168239"/>
                  </a:lnTo>
                  <a:lnTo>
                    <a:pt x="145936" y="168089"/>
                  </a:lnTo>
                  <a:lnTo>
                    <a:pt x="146535" y="168538"/>
                  </a:lnTo>
                  <a:lnTo>
                    <a:pt x="146236" y="168837"/>
                  </a:lnTo>
                  <a:lnTo>
                    <a:pt x="144440" y="169736"/>
                  </a:lnTo>
                  <a:lnTo>
                    <a:pt x="144440" y="169885"/>
                  </a:lnTo>
                  <a:lnTo>
                    <a:pt x="145188" y="169586"/>
                  </a:lnTo>
                  <a:lnTo>
                    <a:pt x="145936" y="169286"/>
                  </a:lnTo>
                  <a:lnTo>
                    <a:pt x="146685" y="168837"/>
                  </a:lnTo>
                  <a:lnTo>
                    <a:pt x="147433" y="169436"/>
                  </a:lnTo>
                  <a:lnTo>
                    <a:pt x="146535" y="169885"/>
                  </a:lnTo>
                  <a:lnTo>
                    <a:pt x="145787" y="170334"/>
                  </a:lnTo>
                  <a:lnTo>
                    <a:pt x="145038" y="170783"/>
                  </a:lnTo>
                  <a:lnTo>
                    <a:pt x="145787" y="170634"/>
                  </a:lnTo>
                  <a:lnTo>
                    <a:pt x="146685" y="170185"/>
                  </a:lnTo>
                  <a:lnTo>
                    <a:pt x="147583" y="169586"/>
                  </a:lnTo>
                  <a:lnTo>
                    <a:pt x="148481" y="170484"/>
                  </a:lnTo>
                  <a:lnTo>
                    <a:pt x="147583" y="170933"/>
                  </a:lnTo>
                  <a:lnTo>
                    <a:pt x="146086" y="171681"/>
                  </a:lnTo>
                  <a:lnTo>
                    <a:pt x="146086" y="171831"/>
                  </a:lnTo>
                  <a:lnTo>
                    <a:pt x="146834" y="171681"/>
                  </a:lnTo>
                  <a:lnTo>
                    <a:pt x="147433" y="171382"/>
                  </a:lnTo>
                  <a:lnTo>
                    <a:pt x="148631" y="170634"/>
                  </a:lnTo>
                  <a:lnTo>
                    <a:pt x="149379" y="171382"/>
                  </a:lnTo>
                  <a:lnTo>
                    <a:pt x="148032" y="171981"/>
                  </a:lnTo>
                  <a:lnTo>
                    <a:pt x="147283" y="172280"/>
                  </a:lnTo>
                  <a:lnTo>
                    <a:pt x="146535" y="172879"/>
                  </a:lnTo>
                  <a:lnTo>
                    <a:pt x="146535" y="173028"/>
                  </a:lnTo>
                  <a:lnTo>
                    <a:pt x="147433" y="172579"/>
                  </a:lnTo>
                  <a:lnTo>
                    <a:pt x="148182" y="172130"/>
                  </a:lnTo>
                  <a:lnTo>
                    <a:pt x="149529" y="171532"/>
                  </a:lnTo>
                  <a:lnTo>
                    <a:pt x="150127" y="172130"/>
                  </a:lnTo>
                  <a:lnTo>
                    <a:pt x="149080" y="172729"/>
                  </a:lnTo>
                  <a:lnTo>
                    <a:pt x="147283" y="173777"/>
                  </a:lnTo>
                  <a:lnTo>
                    <a:pt x="147283" y="173927"/>
                  </a:lnTo>
                  <a:lnTo>
                    <a:pt x="147433" y="173927"/>
                  </a:lnTo>
                  <a:lnTo>
                    <a:pt x="148331" y="173627"/>
                  </a:lnTo>
                  <a:lnTo>
                    <a:pt x="149080" y="173178"/>
                  </a:lnTo>
                  <a:lnTo>
                    <a:pt x="150277" y="172430"/>
                  </a:lnTo>
                  <a:lnTo>
                    <a:pt x="147283" y="174376"/>
                  </a:lnTo>
                  <a:lnTo>
                    <a:pt x="144290" y="176172"/>
                  </a:lnTo>
                  <a:lnTo>
                    <a:pt x="141296" y="165395"/>
                  </a:lnTo>
                  <a:lnTo>
                    <a:pt x="140997" y="164347"/>
                  </a:lnTo>
                  <a:lnTo>
                    <a:pt x="140847" y="163898"/>
                  </a:lnTo>
                  <a:lnTo>
                    <a:pt x="141446" y="163748"/>
                  </a:lnTo>
                  <a:close/>
                  <a:moveTo>
                    <a:pt x="69002" y="165844"/>
                  </a:moveTo>
                  <a:lnTo>
                    <a:pt x="73342" y="168239"/>
                  </a:lnTo>
                  <a:lnTo>
                    <a:pt x="77683" y="170185"/>
                  </a:lnTo>
                  <a:lnTo>
                    <a:pt x="82323" y="171981"/>
                  </a:lnTo>
                  <a:lnTo>
                    <a:pt x="87113" y="173328"/>
                  </a:lnTo>
                  <a:lnTo>
                    <a:pt x="82024" y="183207"/>
                  </a:lnTo>
                  <a:lnTo>
                    <a:pt x="77982" y="181859"/>
                  </a:lnTo>
                  <a:lnTo>
                    <a:pt x="73791" y="180363"/>
                  </a:lnTo>
                  <a:lnTo>
                    <a:pt x="69900" y="178716"/>
                  </a:lnTo>
                  <a:lnTo>
                    <a:pt x="66008" y="176770"/>
                  </a:lnTo>
                  <a:lnTo>
                    <a:pt x="69002" y="165844"/>
                  </a:lnTo>
                  <a:close/>
                  <a:moveTo>
                    <a:pt x="140398" y="165844"/>
                  </a:moveTo>
                  <a:lnTo>
                    <a:pt x="143392" y="176621"/>
                  </a:lnTo>
                  <a:lnTo>
                    <a:pt x="139500" y="178567"/>
                  </a:lnTo>
                  <a:lnTo>
                    <a:pt x="135609" y="180363"/>
                  </a:lnTo>
                  <a:lnTo>
                    <a:pt x="131567" y="181859"/>
                  </a:lnTo>
                  <a:lnTo>
                    <a:pt x="127376" y="183207"/>
                  </a:lnTo>
                  <a:lnTo>
                    <a:pt x="122437" y="173328"/>
                  </a:lnTo>
                  <a:lnTo>
                    <a:pt x="127077" y="171981"/>
                  </a:lnTo>
                  <a:lnTo>
                    <a:pt x="131717" y="170185"/>
                  </a:lnTo>
                  <a:lnTo>
                    <a:pt x="136058" y="168239"/>
                  </a:lnTo>
                  <a:lnTo>
                    <a:pt x="140398" y="165844"/>
                  </a:lnTo>
                  <a:close/>
                  <a:moveTo>
                    <a:pt x="89358" y="172280"/>
                  </a:moveTo>
                  <a:lnTo>
                    <a:pt x="89358" y="172879"/>
                  </a:lnTo>
                  <a:lnTo>
                    <a:pt x="89508" y="173927"/>
                  </a:lnTo>
                  <a:lnTo>
                    <a:pt x="90106" y="185152"/>
                  </a:lnTo>
                  <a:lnTo>
                    <a:pt x="86514" y="184404"/>
                  </a:lnTo>
                  <a:lnTo>
                    <a:pt x="83071" y="183506"/>
                  </a:lnTo>
                  <a:lnTo>
                    <a:pt x="84568" y="183656"/>
                  </a:lnTo>
                  <a:lnTo>
                    <a:pt x="85466" y="183805"/>
                  </a:lnTo>
                  <a:lnTo>
                    <a:pt x="86364" y="183955"/>
                  </a:lnTo>
                  <a:lnTo>
                    <a:pt x="86514" y="183805"/>
                  </a:lnTo>
                  <a:lnTo>
                    <a:pt x="84419" y="183356"/>
                  </a:lnTo>
                  <a:lnTo>
                    <a:pt x="83221" y="183207"/>
                  </a:lnTo>
                  <a:lnTo>
                    <a:pt x="83670" y="182309"/>
                  </a:lnTo>
                  <a:lnTo>
                    <a:pt x="85017" y="182458"/>
                  </a:lnTo>
                  <a:lnTo>
                    <a:pt x="85915" y="182608"/>
                  </a:lnTo>
                  <a:lnTo>
                    <a:pt x="86963" y="182758"/>
                  </a:lnTo>
                  <a:lnTo>
                    <a:pt x="86963" y="182608"/>
                  </a:lnTo>
                  <a:lnTo>
                    <a:pt x="85915" y="182309"/>
                  </a:lnTo>
                  <a:lnTo>
                    <a:pt x="85017" y="182159"/>
                  </a:lnTo>
                  <a:lnTo>
                    <a:pt x="83820" y="182009"/>
                  </a:lnTo>
                  <a:lnTo>
                    <a:pt x="84119" y="181261"/>
                  </a:lnTo>
                  <a:lnTo>
                    <a:pt x="85616" y="181560"/>
                  </a:lnTo>
                  <a:lnTo>
                    <a:pt x="86963" y="181560"/>
                  </a:lnTo>
                  <a:lnTo>
                    <a:pt x="86963" y="181410"/>
                  </a:lnTo>
                  <a:lnTo>
                    <a:pt x="85317" y="181111"/>
                  </a:lnTo>
                  <a:lnTo>
                    <a:pt x="84269" y="180961"/>
                  </a:lnTo>
                  <a:lnTo>
                    <a:pt x="84868" y="179914"/>
                  </a:lnTo>
                  <a:lnTo>
                    <a:pt x="86215" y="180213"/>
                  </a:lnTo>
                  <a:lnTo>
                    <a:pt x="87712" y="180213"/>
                  </a:lnTo>
                  <a:lnTo>
                    <a:pt x="87712" y="180063"/>
                  </a:lnTo>
                  <a:lnTo>
                    <a:pt x="86813" y="179914"/>
                  </a:lnTo>
                  <a:lnTo>
                    <a:pt x="85915" y="179764"/>
                  </a:lnTo>
                  <a:lnTo>
                    <a:pt x="85017" y="179614"/>
                  </a:lnTo>
                  <a:lnTo>
                    <a:pt x="85466" y="178716"/>
                  </a:lnTo>
                  <a:lnTo>
                    <a:pt x="86364" y="179016"/>
                  </a:lnTo>
                  <a:lnTo>
                    <a:pt x="87113" y="179165"/>
                  </a:lnTo>
                  <a:lnTo>
                    <a:pt x="87861" y="179165"/>
                  </a:lnTo>
                  <a:lnTo>
                    <a:pt x="87861" y="179016"/>
                  </a:lnTo>
                  <a:lnTo>
                    <a:pt x="85915" y="178716"/>
                  </a:lnTo>
                  <a:lnTo>
                    <a:pt x="85466" y="178567"/>
                  </a:lnTo>
                  <a:lnTo>
                    <a:pt x="85915" y="177818"/>
                  </a:lnTo>
                  <a:lnTo>
                    <a:pt x="86364" y="177968"/>
                  </a:lnTo>
                  <a:lnTo>
                    <a:pt x="87113" y="177968"/>
                  </a:lnTo>
                  <a:lnTo>
                    <a:pt x="88011" y="178118"/>
                  </a:lnTo>
                  <a:lnTo>
                    <a:pt x="88011" y="177968"/>
                  </a:lnTo>
                  <a:lnTo>
                    <a:pt x="86813" y="177668"/>
                  </a:lnTo>
                  <a:lnTo>
                    <a:pt x="86065" y="177668"/>
                  </a:lnTo>
                  <a:lnTo>
                    <a:pt x="86364" y="176920"/>
                  </a:lnTo>
                  <a:lnTo>
                    <a:pt x="87262" y="177070"/>
                  </a:lnTo>
                  <a:lnTo>
                    <a:pt x="88161" y="177070"/>
                  </a:lnTo>
                  <a:lnTo>
                    <a:pt x="88161" y="176920"/>
                  </a:lnTo>
                  <a:lnTo>
                    <a:pt x="87412" y="176770"/>
                  </a:lnTo>
                  <a:lnTo>
                    <a:pt x="86514" y="176621"/>
                  </a:lnTo>
                  <a:lnTo>
                    <a:pt x="86813" y="175872"/>
                  </a:lnTo>
                  <a:lnTo>
                    <a:pt x="87562" y="176022"/>
                  </a:lnTo>
                  <a:lnTo>
                    <a:pt x="88310" y="176022"/>
                  </a:lnTo>
                  <a:lnTo>
                    <a:pt x="88310" y="175872"/>
                  </a:lnTo>
                  <a:lnTo>
                    <a:pt x="87113" y="175723"/>
                  </a:lnTo>
                  <a:lnTo>
                    <a:pt x="86963" y="175723"/>
                  </a:lnTo>
                  <a:lnTo>
                    <a:pt x="87262" y="174974"/>
                  </a:lnTo>
                  <a:lnTo>
                    <a:pt x="88610" y="175124"/>
                  </a:lnTo>
                  <a:lnTo>
                    <a:pt x="88610" y="174974"/>
                  </a:lnTo>
                  <a:lnTo>
                    <a:pt x="87412" y="174825"/>
                  </a:lnTo>
                  <a:lnTo>
                    <a:pt x="87712" y="174226"/>
                  </a:lnTo>
                  <a:lnTo>
                    <a:pt x="88011" y="174226"/>
                  </a:lnTo>
                  <a:lnTo>
                    <a:pt x="88909" y="174076"/>
                  </a:lnTo>
                  <a:lnTo>
                    <a:pt x="89059" y="174076"/>
                  </a:lnTo>
                  <a:lnTo>
                    <a:pt x="88909" y="173927"/>
                  </a:lnTo>
                  <a:lnTo>
                    <a:pt x="87861" y="173927"/>
                  </a:lnTo>
                  <a:lnTo>
                    <a:pt x="88011" y="173627"/>
                  </a:lnTo>
                  <a:lnTo>
                    <a:pt x="88161" y="173178"/>
                  </a:lnTo>
                  <a:lnTo>
                    <a:pt x="88909" y="173178"/>
                  </a:lnTo>
                  <a:lnTo>
                    <a:pt x="88909" y="173028"/>
                  </a:lnTo>
                  <a:lnTo>
                    <a:pt x="88310" y="173028"/>
                  </a:lnTo>
                  <a:lnTo>
                    <a:pt x="88460" y="172729"/>
                  </a:lnTo>
                  <a:lnTo>
                    <a:pt x="88610" y="172280"/>
                  </a:lnTo>
                  <a:close/>
                  <a:moveTo>
                    <a:pt x="120790" y="172280"/>
                  </a:moveTo>
                  <a:lnTo>
                    <a:pt x="120940" y="172729"/>
                  </a:lnTo>
                  <a:lnTo>
                    <a:pt x="121090" y="173028"/>
                  </a:lnTo>
                  <a:lnTo>
                    <a:pt x="120491" y="173028"/>
                  </a:lnTo>
                  <a:lnTo>
                    <a:pt x="120491" y="173178"/>
                  </a:lnTo>
                  <a:lnTo>
                    <a:pt x="121239" y="173178"/>
                  </a:lnTo>
                  <a:lnTo>
                    <a:pt x="121389" y="173627"/>
                  </a:lnTo>
                  <a:lnTo>
                    <a:pt x="121539" y="173927"/>
                  </a:lnTo>
                  <a:lnTo>
                    <a:pt x="120491" y="173927"/>
                  </a:lnTo>
                  <a:lnTo>
                    <a:pt x="120491" y="174076"/>
                  </a:lnTo>
                  <a:lnTo>
                    <a:pt x="121389" y="174226"/>
                  </a:lnTo>
                  <a:lnTo>
                    <a:pt x="121688" y="174226"/>
                  </a:lnTo>
                  <a:lnTo>
                    <a:pt x="121988" y="174825"/>
                  </a:lnTo>
                  <a:lnTo>
                    <a:pt x="120790" y="174974"/>
                  </a:lnTo>
                  <a:lnTo>
                    <a:pt x="120790" y="175124"/>
                  </a:lnTo>
                  <a:lnTo>
                    <a:pt x="122138" y="174974"/>
                  </a:lnTo>
                  <a:lnTo>
                    <a:pt x="122437" y="175723"/>
                  </a:lnTo>
                  <a:lnTo>
                    <a:pt x="122287" y="175723"/>
                  </a:lnTo>
                  <a:lnTo>
                    <a:pt x="121090" y="175872"/>
                  </a:lnTo>
                  <a:lnTo>
                    <a:pt x="121090" y="176022"/>
                  </a:lnTo>
                  <a:lnTo>
                    <a:pt x="121838" y="176022"/>
                  </a:lnTo>
                  <a:lnTo>
                    <a:pt x="122587" y="175872"/>
                  </a:lnTo>
                  <a:lnTo>
                    <a:pt x="122886" y="176621"/>
                  </a:lnTo>
                  <a:lnTo>
                    <a:pt x="122138" y="176770"/>
                  </a:lnTo>
                  <a:lnTo>
                    <a:pt x="121239" y="176920"/>
                  </a:lnTo>
                  <a:lnTo>
                    <a:pt x="121239" y="177070"/>
                  </a:lnTo>
                  <a:lnTo>
                    <a:pt x="122138" y="177070"/>
                  </a:lnTo>
                  <a:lnTo>
                    <a:pt x="123036" y="176920"/>
                  </a:lnTo>
                  <a:lnTo>
                    <a:pt x="123485" y="177668"/>
                  </a:lnTo>
                  <a:lnTo>
                    <a:pt x="122736" y="177668"/>
                  </a:lnTo>
                  <a:lnTo>
                    <a:pt x="121389" y="177968"/>
                  </a:lnTo>
                  <a:lnTo>
                    <a:pt x="121389" y="178118"/>
                  </a:lnTo>
                  <a:lnTo>
                    <a:pt x="122287" y="177968"/>
                  </a:lnTo>
                  <a:lnTo>
                    <a:pt x="123185" y="177968"/>
                  </a:lnTo>
                  <a:lnTo>
                    <a:pt x="123634" y="177818"/>
                  </a:lnTo>
                  <a:lnTo>
                    <a:pt x="123934" y="178567"/>
                  </a:lnTo>
                  <a:lnTo>
                    <a:pt x="123485" y="178716"/>
                  </a:lnTo>
                  <a:lnTo>
                    <a:pt x="121539" y="179016"/>
                  </a:lnTo>
                  <a:lnTo>
                    <a:pt x="121539" y="179165"/>
                  </a:lnTo>
                  <a:lnTo>
                    <a:pt x="122287" y="179165"/>
                  </a:lnTo>
                  <a:lnTo>
                    <a:pt x="123036" y="179016"/>
                  </a:lnTo>
                  <a:lnTo>
                    <a:pt x="124083" y="178716"/>
                  </a:lnTo>
                  <a:lnTo>
                    <a:pt x="124532" y="179614"/>
                  </a:lnTo>
                  <a:lnTo>
                    <a:pt x="123634" y="179764"/>
                  </a:lnTo>
                  <a:lnTo>
                    <a:pt x="122736" y="179914"/>
                  </a:lnTo>
                  <a:lnTo>
                    <a:pt x="121838" y="180063"/>
                  </a:lnTo>
                  <a:lnTo>
                    <a:pt x="121838" y="180213"/>
                  </a:lnTo>
                  <a:lnTo>
                    <a:pt x="123185" y="180213"/>
                  </a:lnTo>
                  <a:lnTo>
                    <a:pt x="124532" y="179914"/>
                  </a:lnTo>
                  <a:lnTo>
                    <a:pt x="125131" y="180961"/>
                  </a:lnTo>
                  <a:lnTo>
                    <a:pt x="124233" y="181111"/>
                  </a:lnTo>
                  <a:lnTo>
                    <a:pt x="122437" y="181410"/>
                  </a:lnTo>
                  <a:lnTo>
                    <a:pt x="122437" y="181560"/>
                  </a:lnTo>
                  <a:lnTo>
                    <a:pt x="123784" y="181560"/>
                  </a:lnTo>
                  <a:lnTo>
                    <a:pt x="125281" y="181261"/>
                  </a:lnTo>
                  <a:lnTo>
                    <a:pt x="125730" y="182009"/>
                  </a:lnTo>
                  <a:lnTo>
                    <a:pt x="124383" y="182159"/>
                  </a:lnTo>
                  <a:lnTo>
                    <a:pt x="123485" y="182309"/>
                  </a:lnTo>
                  <a:lnTo>
                    <a:pt x="122437" y="182608"/>
                  </a:lnTo>
                  <a:lnTo>
                    <a:pt x="122437" y="182758"/>
                  </a:lnTo>
                  <a:lnTo>
                    <a:pt x="122587" y="182758"/>
                  </a:lnTo>
                  <a:lnTo>
                    <a:pt x="123485" y="182608"/>
                  </a:lnTo>
                  <a:lnTo>
                    <a:pt x="124383" y="182458"/>
                  </a:lnTo>
                  <a:lnTo>
                    <a:pt x="125730" y="182309"/>
                  </a:lnTo>
                  <a:lnTo>
                    <a:pt x="126179" y="183207"/>
                  </a:lnTo>
                  <a:lnTo>
                    <a:pt x="124981" y="183356"/>
                  </a:lnTo>
                  <a:lnTo>
                    <a:pt x="123036" y="183805"/>
                  </a:lnTo>
                  <a:lnTo>
                    <a:pt x="122886" y="183805"/>
                  </a:lnTo>
                  <a:lnTo>
                    <a:pt x="123036" y="183955"/>
                  </a:lnTo>
                  <a:lnTo>
                    <a:pt x="123934" y="183805"/>
                  </a:lnTo>
                  <a:lnTo>
                    <a:pt x="124832" y="183656"/>
                  </a:lnTo>
                  <a:lnTo>
                    <a:pt x="126329" y="183506"/>
                  </a:lnTo>
                  <a:lnTo>
                    <a:pt x="126478" y="183506"/>
                  </a:lnTo>
                  <a:lnTo>
                    <a:pt x="122886" y="184404"/>
                  </a:lnTo>
                  <a:lnTo>
                    <a:pt x="119294" y="185152"/>
                  </a:lnTo>
                  <a:lnTo>
                    <a:pt x="120042" y="173927"/>
                  </a:lnTo>
                  <a:lnTo>
                    <a:pt x="120042" y="172879"/>
                  </a:lnTo>
                  <a:lnTo>
                    <a:pt x="120042" y="172280"/>
                  </a:lnTo>
                  <a:close/>
                  <a:moveTo>
                    <a:pt x="90406" y="174076"/>
                  </a:moveTo>
                  <a:lnTo>
                    <a:pt x="94746" y="174825"/>
                  </a:lnTo>
                  <a:lnTo>
                    <a:pt x="99237" y="175274"/>
                  </a:lnTo>
                  <a:lnTo>
                    <a:pt x="100883" y="186350"/>
                  </a:lnTo>
                  <a:lnTo>
                    <a:pt x="95944" y="185901"/>
                  </a:lnTo>
                  <a:lnTo>
                    <a:pt x="91154" y="185302"/>
                  </a:lnTo>
                  <a:lnTo>
                    <a:pt x="90406" y="174076"/>
                  </a:lnTo>
                  <a:close/>
                  <a:moveTo>
                    <a:pt x="118994" y="174076"/>
                  </a:moveTo>
                  <a:lnTo>
                    <a:pt x="118246" y="185302"/>
                  </a:lnTo>
                  <a:lnTo>
                    <a:pt x="113756" y="185901"/>
                  </a:lnTo>
                  <a:lnTo>
                    <a:pt x="109265" y="186350"/>
                  </a:lnTo>
                  <a:lnTo>
                    <a:pt x="110762" y="175274"/>
                  </a:lnTo>
                  <a:lnTo>
                    <a:pt x="114953" y="174825"/>
                  </a:lnTo>
                  <a:lnTo>
                    <a:pt x="118994" y="174076"/>
                  </a:lnTo>
                  <a:close/>
                  <a:moveTo>
                    <a:pt x="15716" y="108218"/>
                  </a:moveTo>
                  <a:lnTo>
                    <a:pt x="19608" y="108816"/>
                  </a:lnTo>
                  <a:lnTo>
                    <a:pt x="20057" y="113905"/>
                  </a:lnTo>
                  <a:lnTo>
                    <a:pt x="20805" y="118845"/>
                  </a:lnTo>
                  <a:lnTo>
                    <a:pt x="21703" y="123635"/>
                  </a:lnTo>
                  <a:lnTo>
                    <a:pt x="22901" y="128424"/>
                  </a:lnTo>
                  <a:lnTo>
                    <a:pt x="24398" y="133064"/>
                  </a:lnTo>
                  <a:lnTo>
                    <a:pt x="26194" y="137555"/>
                  </a:lnTo>
                  <a:lnTo>
                    <a:pt x="28140" y="141895"/>
                  </a:lnTo>
                  <a:lnTo>
                    <a:pt x="30385" y="146236"/>
                  </a:lnTo>
                  <a:lnTo>
                    <a:pt x="32780" y="150277"/>
                  </a:lnTo>
                  <a:lnTo>
                    <a:pt x="35474" y="154319"/>
                  </a:lnTo>
                  <a:lnTo>
                    <a:pt x="38318" y="158061"/>
                  </a:lnTo>
                  <a:lnTo>
                    <a:pt x="41461" y="161653"/>
                  </a:lnTo>
                  <a:lnTo>
                    <a:pt x="44754" y="165095"/>
                  </a:lnTo>
                  <a:lnTo>
                    <a:pt x="48196" y="168388"/>
                  </a:lnTo>
                  <a:lnTo>
                    <a:pt x="51938" y="171382"/>
                  </a:lnTo>
                  <a:lnTo>
                    <a:pt x="55680" y="174376"/>
                  </a:lnTo>
                  <a:lnTo>
                    <a:pt x="56129" y="174675"/>
                  </a:lnTo>
                  <a:lnTo>
                    <a:pt x="57177" y="175573"/>
                  </a:lnTo>
                  <a:lnTo>
                    <a:pt x="58375" y="176321"/>
                  </a:lnTo>
                  <a:lnTo>
                    <a:pt x="61218" y="177968"/>
                  </a:lnTo>
                  <a:lnTo>
                    <a:pt x="64661" y="179764"/>
                  </a:lnTo>
                  <a:lnTo>
                    <a:pt x="64960" y="179914"/>
                  </a:lnTo>
                  <a:lnTo>
                    <a:pt x="64960" y="180063"/>
                  </a:lnTo>
                  <a:lnTo>
                    <a:pt x="65110" y="180063"/>
                  </a:lnTo>
                  <a:lnTo>
                    <a:pt x="68852" y="181859"/>
                  </a:lnTo>
                  <a:lnTo>
                    <a:pt x="72594" y="183656"/>
                  </a:lnTo>
                  <a:lnTo>
                    <a:pt x="76486" y="185003"/>
                  </a:lnTo>
                  <a:lnTo>
                    <a:pt x="80527" y="186350"/>
                  </a:lnTo>
                  <a:lnTo>
                    <a:pt x="80976" y="186500"/>
                  </a:lnTo>
                  <a:lnTo>
                    <a:pt x="82323" y="186949"/>
                  </a:lnTo>
                  <a:lnTo>
                    <a:pt x="83820" y="187398"/>
                  </a:lnTo>
                  <a:lnTo>
                    <a:pt x="86963" y="187996"/>
                  </a:lnTo>
                  <a:lnTo>
                    <a:pt x="90555" y="188745"/>
                  </a:lnTo>
                  <a:lnTo>
                    <a:pt x="94148" y="189194"/>
                  </a:lnTo>
                  <a:lnTo>
                    <a:pt x="97740" y="189643"/>
                  </a:lnTo>
                  <a:lnTo>
                    <a:pt x="101482" y="189792"/>
                  </a:lnTo>
                  <a:lnTo>
                    <a:pt x="102081" y="193684"/>
                  </a:lnTo>
                  <a:lnTo>
                    <a:pt x="97740" y="193534"/>
                  </a:lnTo>
                  <a:lnTo>
                    <a:pt x="93399" y="193085"/>
                  </a:lnTo>
                  <a:lnTo>
                    <a:pt x="89208" y="192487"/>
                  </a:lnTo>
                  <a:lnTo>
                    <a:pt x="85017" y="191589"/>
                  </a:lnTo>
                  <a:lnTo>
                    <a:pt x="80976" y="190541"/>
                  </a:lnTo>
                  <a:lnTo>
                    <a:pt x="76935" y="189343"/>
                  </a:lnTo>
                  <a:lnTo>
                    <a:pt x="72893" y="187996"/>
                  </a:lnTo>
                  <a:lnTo>
                    <a:pt x="69151" y="186350"/>
                  </a:lnTo>
                  <a:lnTo>
                    <a:pt x="65409" y="184554"/>
                  </a:lnTo>
                  <a:lnTo>
                    <a:pt x="61667" y="182758"/>
                  </a:lnTo>
                  <a:lnTo>
                    <a:pt x="58075" y="180662"/>
                  </a:lnTo>
                  <a:lnTo>
                    <a:pt x="54633" y="178417"/>
                  </a:lnTo>
                  <a:lnTo>
                    <a:pt x="51340" y="176022"/>
                  </a:lnTo>
                  <a:lnTo>
                    <a:pt x="48196" y="173477"/>
                  </a:lnTo>
                  <a:lnTo>
                    <a:pt x="45053" y="170783"/>
                  </a:lnTo>
                  <a:lnTo>
                    <a:pt x="42060" y="167939"/>
                  </a:lnTo>
                  <a:lnTo>
                    <a:pt x="39216" y="164946"/>
                  </a:lnTo>
                  <a:lnTo>
                    <a:pt x="36522" y="161952"/>
                  </a:lnTo>
                  <a:lnTo>
                    <a:pt x="33977" y="158809"/>
                  </a:lnTo>
                  <a:lnTo>
                    <a:pt x="31582" y="155366"/>
                  </a:lnTo>
                  <a:lnTo>
                    <a:pt x="29187" y="152073"/>
                  </a:lnTo>
                  <a:lnTo>
                    <a:pt x="27092" y="148481"/>
                  </a:lnTo>
                  <a:lnTo>
                    <a:pt x="25146" y="144889"/>
                  </a:lnTo>
                  <a:lnTo>
                    <a:pt x="23350" y="141147"/>
                  </a:lnTo>
                  <a:lnTo>
                    <a:pt x="21853" y="137255"/>
                  </a:lnTo>
                  <a:lnTo>
                    <a:pt x="20356" y="133364"/>
                  </a:lnTo>
                  <a:lnTo>
                    <a:pt x="19159" y="129322"/>
                  </a:lnTo>
                  <a:lnTo>
                    <a:pt x="18111" y="125281"/>
                  </a:lnTo>
                  <a:lnTo>
                    <a:pt x="17213" y="121090"/>
                  </a:lnTo>
                  <a:lnTo>
                    <a:pt x="16465" y="116899"/>
                  </a:lnTo>
                  <a:lnTo>
                    <a:pt x="16016" y="112558"/>
                  </a:lnTo>
                  <a:lnTo>
                    <a:pt x="15716" y="108218"/>
                  </a:lnTo>
                  <a:close/>
                  <a:moveTo>
                    <a:pt x="193684" y="107469"/>
                  </a:moveTo>
                  <a:lnTo>
                    <a:pt x="193534" y="111810"/>
                  </a:lnTo>
                  <a:lnTo>
                    <a:pt x="193085" y="116001"/>
                  </a:lnTo>
                  <a:lnTo>
                    <a:pt x="192337" y="120342"/>
                  </a:lnTo>
                  <a:lnTo>
                    <a:pt x="191588" y="124383"/>
                  </a:lnTo>
                  <a:lnTo>
                    <a:pt x="190541" y="128574"/>
                  </a:lnTo>
                  <a:lnTo>
                    <a:pt x="189343" y="132615"/>
                  </a:lnTo>
                  <a:lnTo>
                    <a:pt x="187846" y="136507"/>
                  </a:lnTo>
                  <a:lnTo>
                    <a:pt x="186350" y="140399"/>
                  </a:lnTo>
                  <a:lnTo>
                    <a:pt x="184553" y="144140"/>
                  </a:lnTo>
                  <a:lnTo>
                    <a:pt x="182608" y="147733"/>
                  </a:lnTo>
                  <a:lnTo>
                    <a:pt x="180512" y="151325"/>
                  </a:lnTo>
                  <a:lnTo>
                    <a:pt x="178267" y="154768"/>
                  </a:lnTo>
                  <a:lnTo>
                    <a:pt x="175872" y="158061"/>
                  </a:lnTo>
                  <a:lnTo>
                    <a:pt x="173477" y="161354"/>
                  </a:lnTo>
                  <a:lnTo>
                    <a:pt x="170783" y="164347"/>
                  </a:lnTo>
                  <a:lnTo>
                    <a:pt x="167939" y="167341"/>
                  </a:lnTo>
                  <a:lnTo>
                    <a:pt x="164946" y="170185"/>
                  </a:lnTo>
                  <a:lnTo>
                    <a:pt x="161952" y="172879"/>
                  </a:lnTo>
                  <a:lnTo>
                    <a:pt x="158659" y="175573"/>
                  </a:lnTo>
                  <a:lnTo>
                    <a:pt x="155366" y="177968"/>
                  </a:lnTo>
                  <a:lnTo>
                    <a:pt x="151924" y="180213"/>
                  </a:lnTo>
                  <a:lnTo>
                    <a:pt x="148481" y="182309"/>
                  </a:lnTo>
                  <a:lnTo>
                    <a:pt x="144739" y="184254"/>
                  </a:lnTo>
                  <a:lnTo>
                    <a:pt x="140997" y="186050"/>
                  </a:lnTo>
                  <a:lnTo>
                    <a:pt x="137255" y="187697"/>
                  </a:lnTo>
                  <a:lnTo>
                    <a:pt x="133214" y="189044"/>
                  </a:lnTo>
                  <a:lnTo>
                    <a:pt x="129322" y="190391"/>
                  </a:lnTo>
                  <a:lnTo>
                    <a:pt x="125131" y="191439"/>
                  </a:lnTo>
                  <a:lnTo>
                    <a:pt x="121090" y="192337"/>
                  </a:lnTo>
                  <a:lnTo>
                    <a:pt x="116899" y="192936"/>
                  </a:lnTo>
                  <a:lnTo>
                    <a:pt x="112558" y="193385"/>
                  </a:lnTo>
                  <a:lnTo>
                    <a:pt x="108217" y="193684"/>
                  </a:lnTo>
                  <a:lnTo>
                    <a:pt x="108816" y="189792"/>
                  </a:lnTo>
                  <a:lnTo>
                    <a:pt x="112109" y="189493"/>
                  </a:lnTo>
                  <a:lnTo>
                    <a:pt x="115552" y="189194"/>
                  </a:lnTo>
                  <a:lnTo>
                    <a:pt x="118845" y="188745"/>
                  </a:lnTo>
                  <a:lnTo>
                    <a:pt x="122138" y="187996"/>
                  </a:lnTo>
                  <a:lnTo>
                    <a:pt x="125430" y="187398"/>
                  </a:lnTo>
                  <a:lnTo>
                    <a:pt x="127077" y="186949"/>
                  </a:lnTo>
                  <a:lnTo>
                    <a:pt x="128424" y="186500"/>
                  </a:lnTo>
                  <a:lnTo>
                    <a:pt x="128873" y="186350"/>
                  </a:lnTo>
                  <a:lnTo>
                    <a:pt x="132615" y="185152"/>
                  </a:lnTo>
                  <a:lnTo>
                    <a:pt x="136357" y="183805"/>
                  </a:lnTo>
                  <a:lnTo>
                    <a:pt x="139949" y="182309"/>
                  </a:lnTo>
                  <a:lnTo>
                    <a:pt x="143392" y="180512"/>
                  </a:lnTo>
                  <a:lnTo>
                    <a:pt x="144290" y="180063"/>
                  </a:lnTo>
                  <a:lnTo>
                    <a:pt x="144889" y="179764"/>
                  </a:lnTo>
                  <a:lnTo>
                    <a:pt x="148182" y="177968"/>
                  </a:lnTo>
                  <a:lnTo>
                    <a:pt x="151025" y="176321"/>
                  </a:lnTo>
                  <a:lnTo>
                    <a:pt x="152223" y="175573"/>
                  </a:lnTo>
                  <a:lnTo>
                    <a:pt x="153420" y="174675"/>
                  </a:lnTo>
                  <a:lnTo>
                    <a:pt x="153869" y="174376"/>
                  </a:lnTo>
                  <a:lnTo>
                    <a:pt x="153720" y="174226"/>
                  </a:lnTo>
                  <a:lnTo>
                    <a:pt x="156863" y="171981"/>
                  </a:lnTo>
                  <a:lnTo>
                    <a:pt x="160006" y="169436"/>
                  </a:lnTo>
                  <a:lnTo>
                    <a:pt x="161952" y="167790"/>
                  </a:lnTo>
                  <a:lnTo>
                    <a:pt x="164047" y="165694"/>
                  </a:lnTo>
                  <a:lnTo>
                    <a:pt x="165993" y="163748"/>
                  </a:lnTo>
                  <a:lnTo>
                    <a:pt x="168089" y="161503"/>
                  </a:lnTo>
                  <a:lnTo>
                    <a:pt x="169885" y="159408"/>
                  </a:lnTo>
                  <a:lnTo>
                    <a:pt x="170633" y="158510"/>
                  </a:lnTo>
                  <a:lnTo>
                    <a:pt x="172579" y="156115"/>
                  </a:lnTo>
                  <a:lnTo>
                    <a:pt x="173777" y="154468"/>
                  </a:lnTo>
                  <a:lnTo>
                    <a:pt x="174226" y="153870"/>
                  </a:lnTo>
                  <a:lnTo>
                    <a:pt x="175872" y="151325"/>
                  </a:lnTo>
                  <a:lnTo>
                    <a:pt x="177519" y="148781"/>
                  </a:lnTo>
                  <a:lnTo>
                    <a:pt x="179015" y="146236"/>
                  </a:lnTo>
                  <a:lnTo>
                    <a:pt x="180362" y="143542"/>
                  </a:lnTo>
                  <a:lnTo>
                    <a:pt x="181710" y="140848"/>
                  </a:lnTo>
                  <a:lnTo>
                    <a:pt x="183057" y="138153"/>
                  </a:lnTo>
                  <a:lnTo>
                    <a:pt x="184104" y="135309"/>
                  </a:lnTo>
                  <a:lnTo>
                    <a:pt x="185152" y="132466"/>
                  </a:lnTo>
                  <a:lnTo>
                    <a:pt x="186200" y="129472"/>
                  </a:lnTo>
                  <a:lnTo>
                    <a:pt x="186948" y="126478"/>
                  </a:lnTo>
                  <a:lnTo>
                    <a:pt x="187697" y="123485"/>
                  </a:lnTo>
                  <a:lnTo>
                    <a:pt x="188295" y="120491"/>
                  </a:lnTo>
                  <a:lnTo>
                    <a:pt x="188894" y="117498"/>
                  </a:lnTo>
                  <a:lnTo>
                    <a:pt x="189343" y="114354"/>
                  </a:lnTo>
                  <a:lnTo>
                    <a:pt x="189642" y="111211"/>
                  </a:lnTo>
                  <a:lnTo>
                    <a:pt x="189792" y="108068"/>
                  </a:lnTo>
                  <a:lnTo>
                    <a:pt x="193684" y="107469"/>
                  </a:lnTo>
                  <a:close/>
                  <a:moveTo>
                    <a:pt x="104925" y="105972"/>
                  </a:moveTo>
                  <a:lnTo>
                    <a:pt x="105523" y="106571"/>
                  </a:lnTo>
                  <a:lnTo>
                    <a:pt x="107020" y="108068"/>
                  </a:lnTo>
                  <a:lnTo>
                    <a:pt x="107170" y="108218"/>
                  </a:lnTo>
                  <a:lnTo>
                    <a:pt x="108217" y="109265"/>
                  </a:lnTo>
                  <a:lnTo>
                    <a:pt x="108367" y="109415"/>
                  </a:lnTo>
                  <a:lnTo>
                    <a:pt x="104925" y="109415"/>
                  </a:lnTo>
                  <a:lnTo>
                    <a:pt x="104775" y="109565"/>
                  </a:lnTo>
                  <a:lnTo>
                    <a:pt x="103278" y="109565"/>
                  </a:lnTo>
                  <a:lnTo>
                    <a:pt x="102679" y="109714"/>
                  </a:lnTo>
                  <a:lnTo>
                    <a:pt x="102530" y="109714"/>
                  </a:lnTo>
                  <a:lnTo>
                    <a:pt x="102530" y="109864"/>
                  </a:lnTo>
                  <a:lnTo>
                    <a:pt x="102530" y="110014"/>
                  </a:lnTo>
                  <a:lnTo>
                    <a:pt x="102679" y="110014"/>
                  </a:lnTo>
                  <a:lnTo>
                    <a:pt x="103877" y="110163"/>
                  </a:lnTo>
                  <a:lnTo>
                    <a:pt x="104326" y="110163"/>
                  </a:lnTo>
                  <a:lnTo>
                    <a:pt x="105523" y="110313"/>
                  </a:lnTo>
                  <a:lnTo>
                    <a:pt x="109265" y="110313"/>
                  </a:lnTo>
                  <a:lnTo>
                    <a:pt x="110612" y="111511"/>
                  </a:lnTo>
                  <a:lnTo>
                    <a:pt x="110612" y="111660"/>
                  </a:lnTo>
                  <a:lnTo>
                    <a:pt x="111361" y="112259"/>
                  </a:lnTo>
                  <a:lnTo>
                    <a:pt x="111510" y="112409"/>
                  </a:lnTo>
                  <a:lnTo>
                    <a:pt x="111959" y="112858"/>
                  </a:lnTo>
                  <a:lnTo>
                    <a:pt x="109265" y="112708"/>
                  </a:lnTo>
                  <a:lnTo>
                    <a:pt x="106571" y="112558"/>
                  </a:lnTo>
                  <a:lnTo>
                    <a:pt x="106421" y="112558"/>
                  </a:lnTo>
                  <a:lnTo>
                    <a:pt x="105673" y="112708"/>
                  </a:lnTo>
                  <a:lnTo>
                    <a:pt x="104326" y="112708"/>
                  </a:lnTo>
                  <a:lnTo>
                    <a:pt x="103278" y="112858"/>
                  </a:lnTo>
                  <a:lnTo>
                    <a:pt x="102979" y="112858"/>
                  </a:lnTo>
                  <a:lnTo>
                    <a:pt x="101781" y="113007"/>
                  </a:lnTo>
                  <a:lnTo>
                    <a:pt x="101781" y="113157"/>
                  </a:lnTo>
                  <a:lnTo>
                    <a:pt x="103727" y="113456"/>
                  </a:lnTo>
                  <a:lnTo>
                    <a:pt x="104475" y="113456"/>
                  </a:lnTo>
                  <a:lnTo>
                    <a:pt x="105673" y="113606"/>
                  </a:lnTo>
                  <a:lnTo>
                    <a:pt x="109116" y="113456"/>
                  </a:lnTo>
                  <a:lnTo>
                    <a:pt x="112408" y="113307"/>
                  </a:lnTo>
                  <a:lnTo>
                    <a:pt x="115851" y="116600"/>
                  </a:lnTo>
                  <a:lnTo>
                    <a:pt x="116599" y="117198"/>
                  </a:lnTo>
                  <a:lnTo>
                    <a:pt x="117048" y="117647"/>
                  </a:lnTo>
                  <a:lnTo>
                    <a:pt x="116749" y="119444"/>
                  </a:lnTo>
                  <a:lnTo>
                    <a:pt x="116300" y="119294"/>
                  </a:lnTo>
                  <a:lnTo>
                    <a:pt x="115552" y="119294"/>
                  </a:lnTo>
                  <a:lnTo>
                    <a:pt x="113157" y="119144"/>
                  </a:lnTo>
                  <a:lnTo>
                    <a:pt x="110762" y="119144"/>
                  </a:lnTo>
                  <a:lnTo>
                    <a:pt x="105972" y="119294"/>
                  </a:lnTo>
                  <a:lnTo>
                    <a:pt x="103577" y="119294"/>
                  </a:lnTo>
                  <a:lnTo>
                    <a:pt x="103428" y="119444"/>
                  </a:lnTo>
                  <a:lnTo>
                    <a:pt x="103428" y="119593"/>
                  </a:lnTo>
                  <a:lnTo>
                    <a:pt x="103428" y="119743"/>
                  </a:lnTo>
                  <a:lnTo>
                    <a:pt x="104625" y="119743"/>
                  </a:lnTo>
                  <a:lnTo>
                    <a:pt x="105523" y="119893"/>
                  </a:lnTo>
                  <a:lnTo>
                    <a:pt x="106721" y="119893"/>
                  </a:lnTo>
                  <a:lnTo>
                    <a:pt x="111061" y="120042"/>
                  </a:lnTo>
                  <a:lnTo>
                    <a:pt x="113307" y="120042"/>
                  </a:lnTo>
                  <a:lnTo>
                    <a:pt x="115402" y="119893"/>
                  </a:lnTo>
                  <a:lnTo>
                    <a:pt x="116150" y="119743"/>
                  </a:lnTo>
                  <a:lnTo>
                    <a:pt x="116749" y="119743"/>
                  </a:lnTo>
                  <a:lnTo>
                    <a:pt x="115851" y="126628"/>
                  </a:lnTo>
                  <a:lnTo>
                    <a:pt x="115701" y="127227"/>
                  </a:lnTo>
                  <a:lnTo>
                    <a:pt x="115552" y="127975"/>
                  </a:lnTo>
                  <a:lnTo>
                    <a:pt x="112857" y="147733"/>
                  </a:lnTo>
                  <a:lnTo>
                    <a:pt x="112708" y="149230"/>
                  </a:lnTo>
                  <a:lnTo>
                    <a:pt x="111660" y="156414"/>
                  </a:lnTo>
                  <a:lnTo>
                    <a:pt x="111510" y="158210"/>
                  </a:lnTo>
                  <a:lnTo>
                    <a:pt x="109265" y="174376"/>
                  </a:lnTo>
                  <a:lnTo>
                    <a:pt x="109116" y="175423"/>
                  </a:lnTo>
                  <a:lnTo>
                    <a:pt x="107619" y="186350"/>
                  </a:lnTo>
                  <a:lnTo>
                    <a:pt x="107170" y="189792"/>
                  </a:lnTo>
                  <a:lnTo>
                    <a:pt x="106571" y="193834"/>
                  </a:lnTo>
                  <a:lnTo>
                    <a:pt x="106122" y="197127"/>
                  </a:lnTo>
                  <a:lnTo>
                    <a:pt x="105673" y="199971"/>
                  </a:lnTo>
                  <a:lnTo>
                    <a:pt x="105224" y="203713"/>
                  </a:lnTo>
                  <a:lnTo>
                    <a:pt x="104625" y="199971"/>
                  </a:lnTo>
                  <a:lnTo>
                    <a:pt x="104176" y="197127"/>
                  </a:lnTo>
                  <a:lnTo>
                    <a:pt x="103727" y="193834"/>
                  </a:lnTo>
                  <a:lnTo>
                    <a:pt x="103128" y="189792"/>
                  </a:lnTo>
                  <a:lnTo>
                    <a:pt x="102530" y="186350"/>
                  </a:lnTo>
                  <a:lnTo>
                    <a:pt x="100883" y="175423"/>
                  </a:lnTo>
                  <a:lnTo>
                    <a:pt x="100734" y="174525"/>
                  </a:lnTo>
                  <a:lnTo>
                    <a:pt x="98339" y="158210"/>
                  </a:lnTo>
                  <a:lnTo>
                    <a:pt x="98039" y="156414"/>
                  </a:lnTo>
                  <a:lnTo>
                    <a:pt x="96992" y="149379"/>
                  </a:lnTo>
                  <a:lnTo>
                    <a:pt x="96692" y="147733"/>
                  </a:lnTo>
                  <a:lnTo>
                    <a:pt x="93848" y="128724"/>
                  </a:lnTo>
                  <a:lnTo>
                    <a:pt x="93699" y="127975"/>
                  </a:lnTo>
                  <a:lnTo>
                    <a:pt x="93699" y="127376"/>
                  </a:lnTo>
                  <a:lnTo>
                    <a:pt x="93100" y="124084"/>
                  </a:lnTo>
                  <a:lnTo>
                    <a:pt x="93100" y="123485"/>
                  </a:lnTo>
                  <a:lnTo>
                    <a:pt x="92501" y="119743"/>
                  </a:lnTo>
                  <a:lnTo>
                    <a:pt x="92501" y="119444"/>
                  </a:lnTo>
                  <a:lnTo>
                    <a:pt x="92352" y="118845"/>
                  </a:lnTo>
                  <a:lnTo>
                    <a:pt x="92651" y="118845"/>
                  </a:lnTo>
                  <a:lnTo>
                    <a:pt x="92950" y="118545"/>
                  </a:lnTo>
                  <a:lnTo>
                    <a:pt x="93549" y="117797"/>
                  </a:lnTo>
                  <a:lnTo>
                    <a:pt x="93848" y="117498"/>
                  </a:lnTo>
                  <a:lnTo>
                    <a:pt x="95495" y="115702"/>
                  </a:lnTo>
                  <a:lnTo>
                    <a:pt x="95644" y="115702"/>
                  </a:lnTo>
                  <a:lnTo>
                    <a:pt x="97141" y="113905"/>
                  </a:lnTo>
                  <a:lnTo>
                    <a:pt x="97291" y="113905"/>
                  </a:lnTo>
                  <a:lnTo>
                    <a:pt x="98937" y="112109"/>
                  </a:lnTo>
                  <a:lnTo>
                    <a:pt x="99237" y="111660"/>
                  </a:lnTo>
                  <a:lnTo>
                    <a:pt x="99386" y="112409"/>
                  </a:lnTo>
                  <a:lnTo>
                    <a:pt x="99386" y="112558"/>
                  </a:lnTo>
                  <a:lnTo>
                    <a:pt x="99386" y="113606"/>
                  </a:lnTo>
                  <a:lnTo>
                    <a:pt x="99536" y="113756"/>
                  </a:lnTo>
                  <a:lnTo>
                    <a:pt x="99686" y="113606"/>
                  </a:lnTo>
                  <a:lnTo>
                    <a:pt x="99835" y="113007"/>
                  </a:lnTo>
                  <a:lnTo>
                    <a:pt x="99835" y="112858"/>
                  </a:lnTo>
                  <a:lnTo>
                    <a:pt x="99985" y="111062"/>
                  </a:lnTo>
                  <a:lnTo>
                    <a:pt x="100584" y="110313"/>
                  </a:lnTo>
                  <a:lnTo>
                    <a:pt x="100734" y="110163"/>
                  </a:lnTo>
                  <a:lnTo>
                    <a:pt x="102230" y="108517"/>
                  </a:lnTo>
                  <a:lnTo>
                    <a:pt x="102380" y="108367"/>
                  </a:lnTo>
                  <a:lnTo>
                    <a:pt x="104176" y="106421"/>
                  </a:lnTo>
                  <a:lnTo>
                    <a:pt x="104775" y="105972"/>
                  </a:lnTo>
                  <a:close/>
                  <a:moveTo>
                    <a:pt x="103428" y="0"/>
                  </a:moveTo>
                  <a:lnTo>
                    <a:pt x="101632" y="12423"/>
                  </a:lnTo>
                  <a:lnTo>
                    <a:pt x="97141" y="12573"/>
                  </a:lnTo>
                  <a:lnTo>
                    <a:pt x="92651" y="13172"/>
                  </a:lnTo>
                  <a:lnTo>
                    <a:pt x="88161" y="13770"/>
                  </a:lnTo>
                  <a:lnTo>
                    <a:pt x="83820" y="14669"/>
                  </a:lnTo>
                  <a:lnTo>
                    <a:pt x="79629" y="15866"/>
                  </a:lnTo>
                  <a:lnTo>
                    <a:pt x="75288" y="17063"/>
                  </a:lnTo>
                  <a:lnTo>
                    <a:pt x="71247" y="18560"/>
                  </a:lnTo>
                  <a:lnTo>
                    <a:pt x="67206" y="20207"/>
                  </a:lnTo>
                  <a:lnTo>
                    <a:pt x="63314" y="22152"/>
                  </a:lnTo>
                  <a:lnTo>
                    <a:pt x="59572" y="24098"/>
                  </a:lnTo>
                  <a:lnTo>
                    <a:pt x="55830" y="26343"/>
                  </a:lnTo>
                  <a:lnTo>
                    <a:pt x="52238" y="28738"/>
                  </a:lnTo>
                  <a:lnTo>
                    <a:pt x="48795" y="31283"/>
                  </a:lnTo>
                  <a:lnTo>
                    <a:pt x="45353" y="33977"/>
                  </a:lnTo>
                  <a:lnTo>
                    <a:pt x="42209" y="36821"/>
                  </a:lnTo>
                  <a:lnTo>
                    <a:pt x="39066" y="39665"/>
                  </a:lnTo>
                  <a:lnTo>
                    <a:pt x="36072" y="42808"/>
                  </a:lnTo>
                  <a:lnTo>
                    <a:pt x="33378" y="46101"/>
                  </a:lnTo>
                  <a:lnTo>
                    <a:pt x="30684" y="49394"/>
                  </a:lnTo>
                  <a:lnTo>
                    <a:pt x="28140" y="52986"/>
                  </a:lnTo>
                  <a:lnTo>
                    <a:pt x="25894" y="56579"/>
                  </a:lnTo>
                  <a:lnTo>
                    <a:pt x="23649" y="60320"/>
                  </a:lnTo>
                  <a:lnTo>
                    <a:pt x="21703" y="64212"/>
                  </a:lnTo>
                  <a:lnTo>
                    <a:pt x="19907" y="68104"/>
                  </a:lnTo>
                  <a:lnTo>
                    <a:pt x="18261" y="72145"/>
                  </a:lnTo>
                  <a:lnTo>
                    <a:pt x="16764" y="76186"/>
                  </a:lnTo>
                  <a:lnTo>
                    <a:pt x="15567" y="80527"/>
                  </a:lnTo>
                  <a:lnTo>
                    <a:pt x="14519" y="84718"/>
                  </a:lnTo>
                  <a:lnTo>
                    <a:pt x="13621" y="89059"/>
                  </a:lnTo>
                  <a:lnTo>
                    <a:pt x="12872" y="93549"/>
                  </a:lnTo>
                  <a:lnTo>
                    <a:pt x="12573" y="98039"/>
                  </a:lnTo>
                  <a:lnTo>
                    <a:pt x="12274" y="102680"/>
                  </a:lnTo>
                  <a:lnTo>
                    <a:pt x="0" y="104476"/>
                  </a:lnTo>
                  <a:lnTo>
                    <a:pt x="0" y="106122"/>
                  </a:lnTo>
                  <a:lnTo>
                    <a:pt x="12274" y="107769"/>
                  </a:lnTo>
                  <a:lnTo>
                    <a:pt x="12573" y="112409"/>
                  </a:lnTo>
                  <a:lnTo>
                    <a:pt x="13022" y="116899"/>
                  </a:lnTo>
                  <a:lnTo>
                    <a:pt x="13770" y="121240"/>
                  </a:lnTo>
                  <a:lnTo>
                    <a:pt x="14668" y="125580"/>
                  </a:lnTo>
                  <a:lnTo>
                    <a:pt x="15716" y="129921"/>
                  </a:lnTo>
                  <a:lnTo>
                    <a:pt x="17063" y="134112"/>
                  </a:lnTo>
                  <a:lnTo>
                    <a:pt x="18560" y="138153"/>
                  </a:lnTo>
                  <a:lnTo>
                    <a:pt x="20207" y="142195"/>
                  </a:lnTo>
                  <a:lnTo>
                    <a:pt x="22003" y="146086"/>
                  </a:lnTo>
                  <a:lnTo>
                    <a:pt x="24098" y="149978"/>
                  </a:lnTo>
                  <a:lnTo>
                    <a:pt x="26343" y="153720"/>
                  </a:lnTo>
                  <a:lnTo>
                    <a:pt x="28589" y="157312"/>
                  </a:lnTo>
                  <a:lnTo>
                    <a:pt x="31133" y="160755"/>
                  </a:lnTo>
                  <a:lnTo>
                    <a:pt x="33827" y="164048"/>
                  </a:lnTo>
                  <a:lnTo>
                    <a:pt x="36671" y="167341"/>
                  </a:lnTo>
                  <a:lnTo>
                    <a:pt x="39665" y="170334"/>
                  </a:lnTo>
                  <a:lnTo>
                    <a:pt x="42808" y="173328"/>
                  </a:lnTo>
                  <a:lnTo>
                    <a:pt x="46101" y="176172"/>
                  </a:lnTo>
                  <a:lnTo>
                    <a:pt x="49394" y="178716"/>
                  </a:lnTo>
                  <a:lnTo>
                    <a:pt x="52836" y="181261"/>
                  </a:lnTo>
                  <a:lnTo>
                    <a:pt x="56578" y="183656"/>
                  </a:lnTo>
                  <a:lnTo>
                    <a:pt x="60320" y="185751"/>
                  </a:lnTo>
                  <a:lnTo>
                    <a:pt x="64062" y="187847"/>
                  </a:lnTo>
                  <a:lnTo>
                    <a:pt x="68104" y="189643"/>
                  </a:lnTo>
                  <a:lnTo>
                    <a:pt x="71995" y="191289"/>
                  </a:lnTo>
                  <a:lnTo>
                    <a:pt x="76186" y="192636"/>
                  </a:lnTo>
                  <a:lnTo>
                    <a:pt x="80377" y="193983"/>
                  </a:lnTo>
                  <a:lnTo>
                    <a:pt x="84718" y="195031"/>
                  </a:lnTo>
                  <a:lnTo>
                    <a:pt x="89059" y="195929"/>
                  </a:lnTo>
                  <a:lnTo>
                    <a:pt x="93549" y="196528"/>
                  </a:lnTo>
                  <a:lnTo>
                    <a:pt x="98039" y="196977"/>
                  </a:lnTo>
                  <a:lnTo>
                    <a:pt x="102530" y="197127"/>
                  </a:lnTo>
                  <a:lnTo>
                    <a:pt x="104475" y="209550"/>
                  </a:lnTo>
                  <a:lnTo>
                    <a:pt x="105972" y="209550"/>
                  </a:lnTo>
                  <a:lnTo>
                    <a:pt x="107768" y="197127"/>
                  </a:lnTo>
                  <a:lnTo>
                    <a:pt x="112259" y="196827"/>
                  </a:lnTo>
                  <a:lnTo>
                    <a:pt x="116749" y="196378"/>
                  </a:lnTo>
                  <a:lnTo>
                    <a:pt x="121239" y="195630"/>
                  </a:lnTo>
                  <a:lnTo>
                    <a:pt x="125580" y="194732"/>
                  </a:lnTo>
                  <a:lnTo>
                    <a:pt x="129771" y="193684"/>
                  </a:lnTo>
                  <a:lnTo>
                    <a:pt x="133962" y="192337"/>
                  </a:lnTo>
                  <a:lnTo>
                    <a:pt x="138153" y="190990"/>
                  </a:lnTo>
                  <a:lnTo>
                    <a:pt x="142194" y="189194"/>
                  </a:lnTo>
                  <a:lnTo>
                    <a:pt x="146086" y="187398"/>
                  </a:lnTo>
                  <a:lnTo>
                    <a:pt x="149828" y="185302"/>
                  </a:lnTo>
                  <a:lnTo>
                    <a:pt x="153570" y="183207"/>
                  </a:lnTo>
                  <a:lnTo>
                    <a:pt x="157162" y="180812"/>
                  </a:lnTo>
                  <a:lnTo>
                    <a:pt x="160605" y="178267"/>
                  </a:lnTo>
                  <a:lnTo>
                    <a:pt x="164047" y="175573"/>
                  </a:lnTo>
                  <a:lnTo>
                    <a:pt x="167191" y="172729"/>
                  </a:lnTo>
                  <a:lnTo>
                    <a:pt x="170334" y="169736"/>
                  </a:lnTo>
                  <a:lnTo>
                    <a:pt x="173328" y="166592"/>
                  </a:lnTo>
                  <a:lnTo>
                    <a:pt x="176022" y="163449"/>
                  </a:lnTo>
                  <a:lnTo>
                    <a:pt x="178716" y="160006"/>
                  </a:lnTo>
                  <a:lnTo>
                    <a:pt x="181260" y="156564"/>
                  </a:lnTo>
                  <a:lnTo>
                    <a:pt x="183506" y="152972"/>
                  </a:lnTo>
                  <a:lnTo>
                    <a:pt x="185751" y="149230"/>
                  </a:lnTo>
                  <a:lnTo>
                    <a:pt x="187697" y="145338"/>
                  </a:lnTo>
                  <a:lnTo>
                    <a:pt x="189493" y="141446"/>
                  </a:lnTo>
                  <a:lnTo>
                    <a:pt x="191139" y="137405"/>
                  </a:lnTo>
                  <a:lnTo>
                    <a:pt x="192636" y="133214"/>
                  </a:lnTo>
                  <a:lnTo>
                    <a:pt x="193833" y="129023"/>
                  </a:lnTo>
                  <a:lnTo>
                    <a:pt x="194881" y="124682"/>
                  </a:lnTo>
                  <a:lnTo>
                    <a:pt x="195779" y="120342"/>
                  </a:lnTo>
                  <a:lnTo>
                    <a:pt x="196378" y="116001"/>
                  </a:lnTo>
                  <a:lnTo>
                    <a:pt x="196827" y="111511"/>
                  </a:lnTo>
                  <a:lnTo>
                    <a:pt x="197126" y="106871"/>
                  </a:lnTo>
                  <a:lnTo>
                    <a:pt x="209400" y="105074"/>
                  </a:lnTo>
                  <a:lnTo>
                    <a:pt x="209400" y="103428"/>
                  </a:lnTo>
                  <a:lnTo>
                    <a:pt x="197126" y="101781"/>
                  </a:lnTo>
                  <a:lnTo>
                    <a:pt x="196827" y="97141"/>
                  </a:lnTo>
                  <a:lnTo>
                    <a:pt x="196378" y="92651"/>
                  </a:lnTo>
                  <a:lnTo>
                    <a:pt x="195630" y="88310"/>
                  </a:lnTo>
                  <a:lnTo>
                    <a:pt x="194732" y="83820"/>
                  </a:lnTo>
                  <a:lnTo>
                    <a:pt x="193684" y="79629"/>
                  </a:lnTo>
                  <a:lnTo>
                    <a:pt x="192337" y="75438"/>
                  </a:lnTo>
                  <a:lnTo>
                    <a:pt x="190840" y="71247"/>
                  </a:lnTo>
                  <a:lnTo>
                    <a:pt x="189193" y="67355"/>
                  </a:lnTo>
                  <a:lnTo>
                    <a:pt x="187397" y="63314"/>
                  </a:lnTo>
                  <a:lnTo>
                    <a:pt x="185302" y="59572"/>
                  </a:lnTo>
                  <a:lnTo>
                    <a:pt x="183057" y="55830"/>
                  </a:lnTo>
                  <a:lnTo>
                    <a:pt x="180662" y="52238"/>
                  </a:lnTo>
                  <a:lnTo>
                    <a:pt x="178267" y="48795"/>
                  </a:lnTo>
                  <a:lnTo>
                    <a:pt x="175573" y="45502"/>
                  </a:lnTo>
                  <a:lnTo>
                    <a:pt x="172729" y="42209"/>
                  </a:lnTo>
                  <a:lnTo>
                    <a:pt x="169735" y="39066"/>
                  </a:lnTo>
                  <a:lnTo>
                    <a:pt x="166592" y="36222"/>
                  </a:lnTo>
                  <a:lnTo>
                    <a:pt x="163299" y="33378"/>
                  </a:lnTo>
                  <a:lnTo>
                    <a:pt x="160006" y="30684"/>
                  </a:lnTo>
                  <a:lnTo>
                    <a:pt x="156414" y="28289"/>
                  </a:lnTo>
                  <a:lnTo>
                    <a:pt x="152822" y="25894"/>
                  </a:lnTo>
                  <a:lnTo>
                    <a:pt x="149080" y="23799"/>
                  </a:lnTo>
                  <a:lnTo>
                    <a:pt x="145338" y="21703"/>
                  </a:lnTo>
                  <a:lnTo>
                    <a:pt x="141296" y="19907"/>
                  </a:lnTo>
                  <a:lnTo>
                    <a:pt x="137405" y="18261"/>
                  </a:lnTo>
                  <a:lnTo>
                    <a:pt x="133214" y="16764"/>
                  </a:lnTo>
                  <a:lnTo>
                    <a:pt x="129023" y="15567"/>
                  </a:lnTo>
                  <a:lnTo>
                    <a:pt x="124682" y="14519"/>
                  </a:lnTo>
                  <a:lnTo>
                    <a:pt x="120341" y="13621"/>
                  </a:lnTo>
                  <a:lnTo>
                    <a:pt x="115851" y="13022"/>
                  </a:lnTo>
                  <a:lnTo>
                    <a:pt x="111361" y="12573"/>
                  </a:lnTo>
                  <a:lnTo>
                    <a:pt x="106870" y="12423"/>
                  </a:lnTo>
                  <a:lnTo>
                    <a:pt x="10492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5" name="Google Shape;655;p43"/>
            <p:cNvSpPr/>
            <p:nvPr/>
          </p:nvSpPr>
          <p:spPr>
            <a:xfrm>
              <a:off x="4088775" y="2591800"/>
              <a:ext cx="18725" cy="291900"/>
            </a:xfrm>
            <a:custGeom>
              <a:rect b="b" l="l" r="r" t="t"/>
              <a:pathLst>
                <a:path extrusionOk="0" h="11676" w="749">
                  <a:moveTo>
                    <a:pt x="299" y="1"/>
                  </a:moveTo>
                  <a:lnTo>
                    <a:pt x="299" y="151"/>
                  </a:lnTo>
                  <a:lnTo>
                    <a:pt x="0" y="4791"/>
                  </a:lnTo>
                  <a:lnTo>
                    <a:pt x="150" y="9281"/>
                  </a:lnTo>
                  <a:lnTo>
                    <a:pt x="150" y="9730"/>
                  </a:lnTo>
                  <a:lnTo>
                    <a:pt x="150" y="9880"/>
                  </a:lnTo>
                  <a:lnTo>
                    <a:pt x="150" y="10329"/>
                  </a:lnTo>
                  <a:lnTo>
                    <a:pt x="150" y="10628"/>
                  </a:lnTo>
                  <a:lnTo>
                    <a:pt x="150" y="11077"/>
                  </a:lnTo>
                  <a:lnTo>
                    <a:pt x="299" y="11526"/>
                  </a:lnTo>
                  <a:lnTo>
                    <a:pt x="299" y="11676"/>
                  </a:lnTo>
                  <a:lnTo>
                    <a:pt x="599" y="11676"/>
                  </a:lnTo>
                  <a:lnTo>
                    <a:pt x="599" y="11526"/>
                  </a:lnTo>
                  <a:lnTo>
                    <a:pt x="599" y="10927"/>
                  </a:lnTo>
                  <a:lnTo>
                    <a:pt x="599" y="10628"/>
                  </a:lnTo>
                  <a:lnTo>
                    <a:pt x="748" y="10329"/>
                  </a:lnTo>
                  <a:lnTo>
                    <a:pt x="748" y="9880"/>
                  </a:lnTo>
                  <a:lnTo>
                    <a:pt x="748" y="9730"/>
                  </a:lnTo>
                  <a:lnTo>
                    <a:pt x="748" y="9281"/>
                  </a:lnTo>
                  <a:lnTo>
                    <a:pt x="748" y="4791"/>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6" name="Google Shape;656;p43"/>
            <p:cNvSpPr/>
            <p:nvPr/>
          </p:nvSpPr>
          <p:spPr>
            <a:xfrm>
              <a:off x="4253400" y="2584325"/>
              <a:ext cx="15000" cy="276925"/>
            </a:xfrm>
            <a:custGeom>
              <a:rect b="b" l="l" r="r" t="t"/>
              <a:pathLst>
                <a:path extrusionOk="0" h="11077" w="600">
                  <a:moveTo>
                    <a:pt x="151" y="0"/>
                  </a:moveTo>
                  <a:lnTo>
                    <a:pt x="1" y="2096"/>
                  </a:lnTo>
                  <a:lnTo>
                    <a:pt x="1" y="4341"/>
                  </a:lnTo>
                  <a:lnTo>
                    <a:pt x="1" y="5389"/>
                  </a:lnTo>
                  <a:lnTo>
                    <a:pt x="1" y="6287"/>
                  </a:lnTo>
                  <a:lnTo>
                    <a:pt x="151" y="10927"/>
                  </a:lnTo>
                  <a:lnTo>
                    <a:pt x="151" y="11077"/>
                  </a:lnTo>
                  <a:lnTo>
                    <a:pt x="450" y="11077"/>
                  </a:lnTo>
                  <a:lnTo>
                    <a:pt x="450" y="10927"/>
                  </a:lnTo>
                  <a:lnTo>
                    <a:pt x="600" y="5389"/>
                  </a:lnTo>
                  <a:lnTo>
                    <a:pt x="600" y="4341"/>
                  </a:lnTo>
                  <a:lnTo>
                    <a:pt x="600" y="3293"/>
                  </a:lnTo>
                  <a:lnTo>
                    <a:pt x="600" y="1647"/>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7" name="Google Shape;657;p43"/>
            <p:cNvSpPr/>
            <p:nvPr/>
          </p:nvSpPr>
          <p:spPr>
            <a:xfrm>
              <a:off x="4328250" y="2595550"/>
              <a:ext cx="26225" cy="273200"/>
            </a:xfrm>
            <a:custGeom>
              <a:rect b="b" l="l" r="r" t="t"/>
              <a:pathLst>
                <a:path extrusionOk="0" h="10928" w="1049">
                  <a:moveTo>
                    <a:pt x="449" y="1"/>
                  </a:moveTo>
                  <a:lnTo>
                    <a:pt x="449" y="150"/>
                  </a:lnTo>
                  <a:lnTo>
                    <a:pt x="300" y="1348"/>
                  </a:lnTo>
                  <a:lnTo>
                    <a:pt x="0" y="3742"/>
                  </a:lnTo>
                  <a:lnTo>
                    <a:pt x="0" y="6137"/>
                  </a:lnTo>
                  <a:lnTo>
                    <a:pt x="150" y="8532"/>
                  </a:lnTo>
                  <a:lnTo>
                    <a:pt x="449" y="10777"/>
                  </a:lnTo>
                  <a:lnTo>
                    <a:pt x="599" y="10927"/>
                  </a:lnTo>
                  <a:lnTo>
                    <a:pt x="599" y="10777"/>
                  </a:lnTo>
                  <a:lnTo>
                    <a:pt x="899" y="8383"/>
                  </a:lnTo>
                  <a:lnTo>
                    <a:pt x="1048" y="5838"/>
                  </a:lnTo>
                  <a:lnTo>
                    <a:pt x="1048" y="3144"/>
                  </a:lnTo>
                  <a:lnTo>
                    <a:pt x="749" y="749"/>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8" name="Google Shape;658;p43"/>
            <p:cNvSpPr/>
            <p:nvPr/>
          </p:nvSpPr>
          <p:spPr>
            <a:xfrm>
              <a:off x="4410575" y="2599300"/>
              <a:ext cx="22475" cy="258200"/>
            </a:xfrm>
            <a:custGeom>
              <a:rect b="b" l="l" r="r" t="t"/>
              <a:pathLst>
                <a:path extrusionOk="0" h="10328" w="899">
                  <a:moveTo>
                    <a:pt x="300" y="0"/>
                  </a:moveTo>
                  <a:lnTo>
                    <a:pt x="300" y="150"/>
                  </a:lnTo>
                  <a:lnTo>
                    <a:pt x="150" y="2844"/>
                  </a:lnTo>
                  <a:lnTo>
                    <a:pt x="0" y="5538"/>
                  </a:lnTo>
                  <a:lnTo>
                    <a:pt x="0" y="7933"/>
                  </a:lnTo>
                  <a:lnTo>
                    <a:pt x="150" y="9131"/>
                  </a:lnTo>
                  <a:lnTo>
                    <a:pt x="449" y="10328"/>
                  </a:lnTo>
                  <a:lnTo>
                    <a:pt x="599" y="10328"/>
                  </a:lnTo>
                  <a:lnTo>
                    <a:pt x="749" y="9131"/>
                  </a:lnTo>
                  <a:lnTo>
                    <a:pt x="898" y="7933"/>
                  </a:lnTo>
                  <a:lnTo>
                    <a:pt x="898" y="5538"/>
                  </a:lnTo>
                  <a:lnTo>
                    <a:pt x="898" y="2844"/>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9" name="Google Shape;659;p43"/>
            <p:cNvSpPr/>
            <p:nvPr/>
          </p:nvSpPr>
          <p:spPr>
            <a:xfrm>
              <a:off x="4489150" y="2614250"/>
              <a:ext cx="29975" cy="243250"/>
            </a:xfrm>
            <a:custGeom>
              <a:rect b="b" l="l" r="r" t="t"/>
              <a:pathLst>
                <a:path extrusionOk="0" h="9730" w="1199">
                  <a:moveTo>
                    <a:pt x="450" y="1"/>
                  </a:moveTo>
                  <a:lnTo>
                    <a:pt x="300" y="2396"/>
                  </a:lnTo>
                  <a:lnTo>
                    <a:pt x="1" y="4940"/>
                  </a:lnTo>
                  <a:lnTo>
                    <a:pt x="1" y="7335"/>
                  </a:lnTo>
                  <a:lnTo>
                    <a:pt x="150" y="8533"/>
                  </a:lnTo>
                  <a:lnTo>
                    <a:pt x="450" y="9580"/>
                  </a:lnTo>
                  <a:lnTo>
                    <a:pt x="599" y="9730"/>
                  </a:lnTo>
                  <a:lnTo>
                    <a:pt x="749" y="9580"/>
                  </a:lnTo>
                  <a:lnTo>
                    <a:pt x="899" y="8533"/>
                  </a:lnTo>
                  <a:lnTo>
                    <a:pt x="1048" y="7335"/>
                  </a:lnTo>
                  <a:lnTo>
                    <a:pt x="1198" y="4940"/>
                  </a:lnTo>
                  <a:lnTo>
                    <a:pt x="899" y="2396"/>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0" name="Google Shape;660;p43"/>
            <p:cNvSpPr/>
            <p:nvPr/>
          </p:nvSpPr>
          <p:spPr>
            <a:xfrm>
              <a:off x="4571475" y="2621750"/>
              <a:ext cx="22475" cy="243250"/>
            </a:xfrm>
            <a:custGeom>
              <a:rect b="b" l="l" r="r" t="t"/>
              <a:pathLst>
                <a:path extrusionOk="0" h="9730" w="899">
                  <a:moveTo>
                    <a:pt x="450" y="0"/>
                  </a:moveTo>
                  <a:lnTo>
                    <a:pt x="300" y="150"/>
                  </a:lnTo>
                  <a:lnTo>
                    <a:pt x="300" y="300"/>
                  </a:lnTo>
                  <a:lnTo>
                    <a:pt x="150" y="2694"/>
                  </a:lnTo>
                  <a:lnTo>
                    <a:pt x="150" y="5239"/>
                  </a:lnTo>
                  <a:lnTo>
                    <a:pt x="1" y="7484"/>
                  </a:lnTo>
                  <a:lnTo>
                    <a:pt x="150" y="8532"/>
                  </a:lnTo>
                  <a:lnTo>
                    <a:pt x="300" y="9580"/>
                  </a:lnTo>
                  <a:lnTo>
                    <a:pt x="450" y="9729"/>
                  </a:lnTo>
                  <a:lnTo>
                    <a:pt x="599" y="9580"/>
                  </a:lnTo>
                  <a:lnTo>
                    <a:pt x="899" y="8532"/>
                  </a:lnTo>
                  <a:lnTo>
                    <a:pt x="899" y="7484"/>
                  </a:lnTo>
                  <a:lnTo>
                    <a:pt x="899" y="5239"/>
                  </a:lnTo>
                  <a:lnTo>
                    <a:pt x="899" y="2694"/>
                  </a:lnTo>
                  <a:lnTo>
                    <a:pt x="599" y="300"/>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1" name="Google Shape;661;p43"/>
            <p:cNvSpPr/>
            <p:nvPr/>
          </p:nvSpPr>
          <p:spPr>
            <a:xfrm>
              <a:off x="4653800" y="2636700"/>
              <a:ext cx="22475" cy="232050"/>
            </a:xfrm>
            <a:custGeom>
              <a:rect b="b" l="l" r="r" t="t"/>
              <a:pathLst>
                <a:path extrusionOk="0" h="9282" w="899">
                  <a:moveTo>
                    <a:pt x="150" y="1"/>
                  </a:moveTo>
                  <a:lnTo>
                    <a:pt x="0" y="2246"/>
                  </a:lnTo>
                  <a:lnTo>
                    <a:pt x="0" y="4641"/>
                  </a:lnTo>
                  <a:lnTo>
                    <a:pt x="150" y="9131"/>
                  </a:lnTo>
                  <a:lnTo>
                    <a:pt x="300" y="9281"/>
                  </a:lnTo>
                  <a:lnTo>
                    <a:pt x="599" y="9281"/>
                  </a:lnTo>
                  <a:lnTo>
                    <a:pt x="599" y="9131"/>
                  </a:lnTo>
                  <a:lnTo>
                    <a:pt x="899" y="4641"/>
                  </a:lnTo>
                  <a:lnTo>
                    <a:pt x="749" y="2246"/>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2" name="Google Shape;662;p43"/>
            <p:cNvSpPr/>
            <p:nvPr/>
          </p:nvSpPr>
          <p:spPr>
            <a:xfrm>
              <a:off x="4736125" y="2640450"/>
              <a:ext cx="22475" cy="235775"/>
            </a:xfrm>
            <a:custGeom>
              <a:rect b="b" l="l" r="r" t="t"/>
              <a:pathLst>
                <a:path extrusionOk="0" h="9431" w="899">
                  <a:moveTo>
                    <a:pt x="449" y="1"/>
                  </a:moveTo>
                  <a:lnTo>
                    <a:pt x="300" y="150"/>
                  </a:lnTo>
                  <a:lnTo>
                    <a:pt x="150" y="1198"/>
                  </a:lnTo>
                  <a:lnTo>
                    <a:pt x="0" y="2246"/>
                  </a:lnTo>
                  <a:lnTo>
                    <a:pt x="0" y="4491"/>
                  </a:lnTo>
                  <a:lnTo>
                    <a:pt x="0" y="6886"/>
                  </a:lnTo>
                  <a:lnTo>
                    <a:pt x="150" y="9281"/>
                  </a:lnTo>
                  <a:lnTo>
                    <a:pt x="150" y="9430"/>
                  </a:lnTo>
                  <a:lnTo>
                    <a:pt x="449" y="9430"/>
                  </a:lnTo>
                  <a:lnTo>
                    <a:pt x="599" y="9281"/>
                  </a:lnTo>
                  <a:lnTo>
                    <a:pt x="749" y="6886"/>
                  </a:lnTo>
                  <a:lnTo>
                    <a:pt x="898" y="4491"/>
                  </a:lnTo>
                  <a:lnTo>
                    <a:pt x="898" y="2246"/>
                  </a:lnTo>
                  <a:lnTo>
                    <a:pt x="898" y="119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3" name="Google Shape;663;p43"/>
            <p:cNvSpPr/>
            <p:nvPr/>
          </p:nvSpPr>
          <p:spPr>
            <a:xfrm>
              <a:off x="4814700" y="2659175"/>
              <a:ext cx="22475" cy="205825"/>
            </a:xfrm>
            <a:custGeom>
              <a:rect b="b" l="l" r="r" t="t"/>
              <a:pathLst>
                <a:path extrusionOk="0" h="8233" w="899">
                  <a:moveTo>
                    <a:pt x="599" y="0"/>
                  </a:moveTo>
                  <a:lnTo>
                    <a:pt x="450" y="150"/>
                  </a:lnTo>
                  <a:lnTo>
                    <a:pt x="1" y="4041"/>
                  </a:lnTo>
                  <a:lnTo>
                    <a:pt x="1" y="5987"/>
                  </a:lnTo>
                  <a:lnTo>
                    <a:pt x="150" y="7933"/>
                  </a:lnTo>
                  <a:lnTo>
                    <a:pt x="300" y="8083"/>
                  </a:lnTo>
                  <a:lnTo>
                    <a:pt x="450" y="8232"/>
                  </a:lnTo>
                  <a:lnTo>
                    <a:pt x="599" y="8083"/>
                  </a:lnTo>
                  <a:lnTo>
                    <a:pt x="749" y="7933"/>
                  </a:lnTo>
                  <a:lnTo>
                    <a:pt x="899" y="5987"/>
                  </a:lnTo>
                  <a:lnTo>
                    <a:pt x="899" y="4041"/>
                  </a:lnTo>
                  <a:lnTo>
                    <a:pt x="899" y="2096"/>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4" name="Google Shape;664;p43"/>
            <p:cNvSpPr/>
            <p:nvPr/>
          </p:nvSpPr>
          <p:spPr>
            <a:xfrm>
              <a:off x="4893275" y="2670400"/>
              <a:ext cx="29975" cy="243250"/>
            </a:xfrm>
            <a:custGeom>
              <a:rect b="b" l="l" r="r" t="t"/>
              <a:pathLst>
                <a:path extrusionOk="0" h="9730" w="1199">
                  <a:moveTo>
                    <a:pt x="600" y="0"/>
                  </a:moveTo>
                  <a:lnTo>
                    <a:pt x="450" y="150"/>
                  </a:lnTo>
                  <a:lnTo>
                    <a:pt x="151" y="2245"/>
                  </a:lnTo>
                  <a:lnTo>
                    <a:pt x="1" y="4041"/>
                  </a:lnTo>
                  <a:lnTo>
                    <a:pt x="1" y="5987"/>
                  </a:lnTo>
                  <a:lnTo>
                    <a:pt x="151" y="7783"/>
                  </a:lnTo>
                  <a:lnTo>
                    <a:pt x="300" y="9580"/>
                  </a:lnTo>
                  <a:lnTo>
                    <a:pt x="450" y="9729"/>
                  </a:lnTo>
                  <a:lnTo>
                    <a:pt x="600" y="9729"/>
                  </a:lnTo>
                  <a:lnTo>
                    <a:pt x="749" y="9580"/>
                  </a:lnTo>
                  <a:lnTo>
                    <a:pt x="1049" y="7334"/>
                  </a:lnTo>
                  <a:lnTo>
                    <a:pt x="1198" y="4939"/>
                  </a:lnTo>
                  <a:lnTo>
                    <a:pt x="1049" y="2395"/>
                  </a:lnTo>
                  <a:lnTo>
                    <a:pt x="749" y="150"/>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5" name="Google Shape;665;p43"/>
            <p:cNvSpPr/>
            <p:nvPr/>
          </p:nvSpPr>
          <p:spPr>
            <a:xfrm>
              <a:off x="4975600" y="2681625"/>
              <a:ext cx="22475" cy="194600"/>
            </a:xfrm>
            <a:custGeom>
              <a:rect b="b" l="l" r="r" t="t"/>
              <a:pathLst>
                <a:path extrusionOk="0" h="7784" w="899">
                  <a:moveTo>
                    <a:pt x="300" y="0"/>
                  </a:moveTo>
                  <a:lnTo>
                    <a:pt x="150" y="1946"/>
                  </a:lnTo>
                  <a:lnTo>
                    <a:pt x="1" y="3742"/>
                  </a:lnTo>
                  <a:lnTo>
                    <a:pt x="1" y="5688"/>
                  </a:lnTo>
                  <a:lnTo>
                    <a:pt x="300" y="7484"/>
                  </a:lnTo>
                  <a:lnTo>
                    <a:pt x="300" y="7783"/>
                  </a:lnTo>
                  <a:lnTo>
                    <a:pt x="600" y="7783"/>
                  </a:lnTo>
                  <a:lnTo>
                    <a:pt x="749" y="7484"/>
                  </a:lnTo>
                  <a:lnTo>
                    <a:pt x="899" y="5688"/>
                  </a:lnTo>
                  <a:lnTo>
                    <a:pt x="899" y="3742"/>
                  </a:lnTo>
                  <a:lnTo>
                    <a:pt x="899" y="1946"/>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6" name="Google Shape;666;p43"/>
            <p:cNvSpPr/>
            <p:nvPr/>
          </p:nvSpPr>
          <p:spPr>
            <a:xfrm>
              <a:off x="5136500" y="2700325"/>
              <a:ext cx="22500" cy="164675"/>
            </a:xfrm>
            <a:custGeom>
              <a:rect b="b" l="l" r="r" t="t"/>
              <a:pathLst>
                <a:path extrusionOk="0" h="6587" w="900">
                  <a:moveTo>
                    <a:pt x="300" y="1"/>
                  </a:moveTo>
                  <a:lnTo>
                    <a:pt x="151" y="150"/>
                  </a:lnTo>
                  <a:lnTo>
                    <a:pt x="1" y="1647"/>
                  </a:lnTo>
                  <a:lnTo>
                    <a:pt x="1" y="3293"/>
                  </a:lnTo>
                  <a:lnTo>
                    <a:pt x="1" y="4940"/>
                  </a:lnTo>
                  <a:lnTo>
                    <a:pt x="300" y="6437"/>
                  </a:lnTo>
                  <a:lnTo>
                    <a:pt x="300" y="6586"/>
                  </a:lnTo>
                  <a:lnTo>
                    <a:pt x="600" y="6586"/>
                  </a:lnTo>
                  <a:lnTo>
                    <a:pt x="749" y="6437"/>
                  </a:lnTo>
                  <a:lnTo>
                    <a:pt x="749"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7" name="Google Shape;667;p43"/>
            <p:cNvSpPr/>
            <p:nvPr/>
          </p:nvSpPr>
          <p:spPr>
            <a:xfrm>
              <a:off x="5057925" y="2692850"/>
              <a:ext cx="22475" cy="172150"/>
            </a:xfrm>
            <a:custGeom>
              <a:rect b="b" l="l" r="r" t="t"/>
              <a:pathLst>
                <a:path extrusionOk="0" h="6886" w="899">
                  <a:moveTo>
                    <a:pt x="300" y="0"/>
                  </a:moveTo>
                  <a:lnTo>
                    <a:pt x="300" y="150"/>
                  </a:lnTo>
                  <a:lnTo>
                    <a:pt x="1" y="1647"/>
                  </a:lnTo>
                  <a:lnTo>
                    <a:pt x="1" y="3293"/>
                  </a:lnTo>
                  <a:lnTo>
                    <a:pt x="1" y="4940"/>
                  </a:lnTo>
                  <a:lnTo>
                    <a:pt x="150" y="6586"/>
                  </a:lnTo>
                  <a:lnTo>
                    <a:pt x="300" y="6736"/>
                  </a:lnTo>
                  <a:lnTo>
                    <a:pt x="450" y="6885"/>
                  </a:lnTo>
                  <a:lnTo>
                    <a:pt x="599" y="6736"/>
                  </a:lnTo>
                  <a:lnTo>
                    <a:pt x="599" y="6586"/>
                  </a:lnTo>
                  <a:lnTo>
                    <a:pt x="899" y="4940"/>
                  </a:lnTo>
                  <a:lnTo>
                    <a:pt x="899" y="3293"/>
                  </a:lnTo>
                  <a:lnTo>
                    <a:pt x="749" y="1647"/>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8" name="Google Shape;668;p43"/>
            <p:cNvSpPr/>
            <p:nvPr/>
          </p:nvSpPr>
          <p:spPr>
            <a:xfrm>
              <a:off x="5218825" y="2711550"/>
              <a:ext cx="22475" cy="149700"/>
            </a:xfrm>
            <a:custGeom>
              <a:rect b="b" l="l" r="r" t="t"/>
              <a:pathLst>
                <a:path extrusionOk="0" h="5988" w="899">
                  <a:moveTo>
                    <a:pt x="450" y="1"/>
                  </a:moveTo>
                  <a:lnTo>
                    <a:pt x="300" y="150"/>
                  </a:lnTo>
                  <a:lnTo>
                    <a:pt x="1" y="1497"/>
                  </a:lnTo>
                  <a:lnTo>
                    <a:pt x="1" y="2994"/>
                  </a:lnTo>
                  <a:lnTo>
                    <a:pt x="1" y="4491"/>
                  </a:lnTo>
                  <a:lnTo>
                    <a:pt x="151" y="5838"/>
                  </a:lnTo>
                  <a:lnTo>
                    <a:pt x="300" y="5988"/>
                  </a:lnTo>
                  <a:lnTo>
                    <a:pt x="600" y="5988"/>
                  </a:lnTo>
                  <a:lnTo>
                    <a:pt x="600"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9" name="Google Shape;669;p43"/>
            <p:cNvSpPr/>
            <p:nvPr/>
          </p:nvSpPr>
          <p:spPr>
            <a:xfrm>
              <a:off x="5297425" y="2726525"/>
              <a:ext cx="26200" cy="134725"/>
            </a:xfrm>
            <a:custGeom>
              <a:rect b="b" l="l" r="r" t="t"/>
              <a:pathLst>
                <a:path extrusionOk="0" h="5389" w="1048">
                  <a:moveTo>
                    <a:pt x="300" y="0"/>
                  </a:moveTo>
                  <a:lnTo>
                    <a:pt x="300" y="150"/>
                  </a:lnTo>
                  <a:lnTo>
                    <a:pt x="0" y="1347"/>
                  </a:lnTo>
                  <a:lnTo>
                    <a:pt x="0" y="2694"/>
                  </a:lnTo>
                  <a:lnTo>
                    <a:pt x="0" y="3892"/>
                  </a:lnTo>
                  <a:lnTo>
                    <a:pt x="300" y="5089"/>
                  </a:lnTo>
                  <a:lnTo>
                    <a:pt x="300" y="5239"/>
                  </a:lnTo>
                  <a:lnTo>
                    <a:pt x="449" y="5389"/>
                  </a:lnTo>
                  <a:lnTo>
                    <a:pt x="599" y="5239"/>
                  </a:lnTo>
                  <a:lnTo>
                    <a:pt x="749" y="5089"/>
                  </a:lnTo>
                  <a:lnTo>
                    <a:pt x="898" y="3892"/>
                  </a:lnTo>
                  <a:lnTo>
                    <a:pt x="1048" y="269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0" name="Google Shape;670;p43"/>
            <p:cNvSpPr/>
            <p:nvPr/>
          </p:nvSpPr>
          <p:spPr>
            <a:xfrm>
              <a:off x="5379750" y="2734000"/>
              <a:ext cx="22475" cy="142225"/>
            </a:xfrm>
            <a:custGeom>
              <a:rect b="b" l="l" r="r" t="t"/>
              <a:pathLst>
                <a:path extrusionOk="0" h="5689" w="899">
                  <a:moveTo>
                    <a:pt x="449" y="1"/>
                  </a:moveTo>
                  <a:lnTo>
                    <a:pt x="150" y="150"/>
                  </a:lnTo>
                  <a:lnTo>
                    <a:pt x="0" y="1497"/>
                  </a:lnTo>
                  <a:lnTo>
                    <a:pt x="0" y="2994"/>
                  </a:lnTo>
                  <a:lnTo>
                    <a:pt x="0" y="4341"/>
                  </a:lnTo>
                  <a:lnTo>
                    <a:pt x="150" y="4940"/>
                  </a:lnTo>
                  <a:lnTo>
                    <a:pt x="299" y="5539"/>
                  </a:lnTo>
                  <a:lnTo>
                    <a:pt x="449" y="5688"/>
                  </a:lnTo>
                  <a:lnTo>
                    <a:pt x="599" y="5539"/>
                  </a:lnTo>
                  <a:lnTo>
                    <a:pt x="748" y="4940"/>
                  </a:lnTo>
                  <a:lnTo>
                    <a:pt x="898" y="4341"/>
                  </a:lnTo>
                  <a:lnTo>
                    <a:pt x="898" y="2994"/>
                  </a:lnTo>
                  <a:lnTo>
                    <a:pt x="748" y="1497"/>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1" name="Google Shape;671;p43"/>
            <p:cNvSpPr/>
            <p:nvPr/>
          </p:nvSpPr>
          <p:spPr>
            <a:xfrm>
              <a:off x="5458325" y="2748975"/>
              <a:ext cx="22475" cy="131000"/>
            </a:xfrm>
            <a:custGeom>
              <a:rect b="b" l="l" r="r" t="t"/>
              <a:pathLst>
                <a:path extrusionOk="0" h="5240" w="899">
                  <a:moveTo>
                    <a:pt x="300" y="0"/>
                  </a:moveTo>
                  <a:lnTo>
                    <a:pt x="300" y="150"/>
                  </a:lnTo>
                  <a:lnTo>
                    <a:pt x="150" y="1347"/>
                  </a:lnTo>
                  <a:lnTo>
                    <a:pt x="0" y="2844"/>
                  </a:lnTo>
                  <a:lnTo>
                    <a:pt x="150" y="4042"/>
                  </a:lnTo>
                  <a:lnTo>
                    <a:pt x="150" y="4640"/>
                  </a:lnTo>
                  <a:lnTo>
                    <a:pt x="449" y="5239"/>
                  </a:lnTo>
                  <a:lnTo>
                    <a:pt x="599" y="5239"/>
                  </a:lnTo>
                  <a:lnTo>
                    <a:pt x="898" y="4640"/>
                  </a:lnTo>
                  <a:lnTo>
                    <a:pt x="898" y="4042"/>
                  </a:lnTo>
                  <a:lnTo>
                    <a:pt x="898" y="284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2" name="Google Shape;672;p43"/>
            <p:cNvSpPr/>
            <p:nvPr/>
          </p:nvSpPr>
          <p:spPr>
            <a:xfrm>
              <a:off x="5536900" y="2748975"/>
              <a:ext cx="29950" cy="134725"/>
            </a:xfrm>
            <a:custGeom>
              <a:rect b="b" l="l" r="r" t="t"/>
              <a:pathLst>
                <a:path extrusionOk="0" h="5389" w="1198">
                  <a:moveTo>
                    <a:pt x="450" y="0"/>
                  </a:moveTo>
                  <a:lnTo>
                    <a:pt x="450" y="150"/>
                  </a:lnTo>
                  <a:lnTo>
                    <a:pt x="150" y="1347"/>
                  </a:lnTo>
                  <a:lnTo>
                    <a:pt x="1" y="2695"/>
                  </a:lnTo>
                  <a:lnTo>
                    <a:pt x="150" y="4042"/>
                  </a:lnTo>
                  <a:lnTo>
                    <a:pt x="150" y="4790"/>
                  </a:lnTo>
                  <a:lnTo>
                    <a:pt x="450" y="5389"/>
                  </a:lnTo>
                  <a:lnTo>
                    <a:pt x="749" y="5389"/>
                  </a:lnTo>
                  <a:lnTo>
                    <a:pt x="1048" y="4790"/>
                  </a:lnTo>
                  <a:lnTo>
                    <a:pt x="1198" y="4042"/>
                  </a:lnTo>
                  <a:lnTo>
                    <a:pt x="1198" y="2695"/>
                  </a:lnTo>
                  <a:lnTo>
                    <a:pt x="1048" y="134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3" name="Google Shape;673;p43"/>
            <p:cNvSpPr/>
            <p:nvPr/>
          </p:nvSpPr>
          <p:spPr>
            <a:xfrm>
              <a:off x="5619225" y="2767675"/>
              <a:ext cx="26225" cy="134750"/>
            </a:xfrm>
            <a:custGeom>
              <a:rect b="b" l="l" r="r" t="t"/>
              <a:pathLst>
                <a:path extrusionOk="0" h="5390" w="1049">
                  <a:moveTo>
                    <a:pt x="599" y="1"/>
                  </a:moveTo>
                  <a:lnTo>
                    <a:pt x="450" y="150"/>
                  </a:lnTo>
                  <a:lnTo>
                    <a:pt x="150" y="1348"/>
                  </a:lnTo>
                  <a:lnTo>
                    <a:pt x="0" y="2695"/>
                  </a:lnTo>
                  <a:lnTo>
                    <a:pt x="150" y="4042"/>
                  </a:lnTo>
                  <a:lnTo>
                    <a:pt x="300" y="5239"/>
                  </a:lnTo>
                  <a:lnTo>
                    <a:pt x="599" y="5389"/>
                  </a:lnTo>
                  <a:lnTo>
                    <a:pt x="749" y="5239"/>
                  </a:lnTo>
                  <a:lnTo>
                    <a:pt x="1048" y="4042"/>
                  </a:lnTo>
                  <a:lnTo>
                    <a:pt x="1048" y="2695"/>
                  </a:lnTo>
                  <a:lnTo>
                    <a:pt x="899" y="134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4" name="Google Shape;674;p43"/>
            <p:cNvSpPr/>
            <p:nvPr/>
          </p:nvSpPr>
          <p:spPr>
            <a:xfrm>
              <a:off x="5701550" y="2778900"/>
              <a:ext cx="22475" cy="108550"/>
            </a:xfrm>
            <a:custGeom>
              <a:rect b="b" l="l" r="r" t="t"/>
              <a:pathLst>
                <a:path extrusionOk="0" h="4342" w="899">
                  <a:moveTo>
                    <a:pt x="300" y="1"/>
                  </a:moveTo>
                  <a:lnTo>
                    <a:pt x="0" y="1049"/>
                  </a:lnTo>
                  <a:lnTo>
                    <a:pt x="0" y="2096"/>
                  </a:lnTo>
                  <a:lnTo>
                    <a:pt x="0" y="3144"/>
                  </a:lnTo>
                  <a:lnTo>
                    <a:pt x="150" y="3743"/>
                  </a:lnTo>
                  <a:lnTo>
                    <a:pt x="300" y="4192"/>
                  </a:lnTo>
                  <a:lnTo>
                    <a:pt x="449" y="4341"/>
                  </a:lnTo>
                  <a:lnTo>
                    <a:pt x="749" y="4192"/>
                  </a:lnTo>
                  <a:lnTo>
                    <a:pt x="898" y="3743"/>
                  </a:lnTo>
                  <a:lnTo>
                    <a:pt x="898" y="3144"/>
                  </a:lnTo>
                  <a:lnTo>
                    <a:pt x="898" y="2096"/>
                  </a:lnTo>
                  <a:lnTo>
                    <a:pt x="898" y="1049"/>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5" name="Google Shape;675;p43"/>
            <p:cNvSpPr/>
            <p:nvPr/>
          </p:nvSpPr>
          <p:spPr>
            <a:xfrm>
              <a:off x="5783875" y="2786400"/>
              <a:ext cx="22475" cy="82350"/>
            </a:xfrm>
            <a:custGeom>
              <a:rect b="b" l="l" r="r" t="t"/>
              <a:pathLst>
                <a:path extrusionOk="0" h="3294" w="899">
                  <a:moveTo>
                    <a:pt x="449" y="0"/>
                  </a:moveTo>
                  <a:lnTo>
                    <a:pt x="300" y="150"/>
                  </a:lnTo>
                  <a:lnTo>
                    <a:pt x="0" y="1647"/>
                  </a:lnTo>
                  <a:lnTo>
                    <a:pt x="0" y="2395"/>
                  </a:lnTo>
                  <a:lnTo>
                    <a:pt x="150" y="3143"/>
                  </a:lnTo>
                  <a:lnTo>
                    <a:pt x="300" y="3293"/>
                  </a:lnTo>
                  <a:lnTo>
                    <a:pt x="599" y="3293"/>
                  </a:lnTo>
                  <a:lnTo>
                    <a:pt x="749" y="3143"/>
                  </a:lnTo>
                  <a:lnTo>
                    <a:pt x="898" y="2395"/>
                  </a:lnTo>
                  <a:lnTo>
                    <a:pt x="749" y="1647"/>
                  </a:lnTo>
                  <a:lnTo>
                    <a:pt x="599" y="150"/>
                  </a:lnTo>
                  <a:lnTo>
                    <a:pt x="4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6" name="Google Shape;676;p43"/>
            <p:cNvSpPr/>
            <p:nvPr/>
          </p:nvSpPr>
          <p:spPr>
            <a:xfrm>
              <a:off x="5862450" y="2793875"/>
              <a:ext cx="22475" cy="67375"/>
            </a:xfrm>
            <a:custGeom>
              <a:rect b="b" l="l" r="r" t="t"/>
              <a:pathLst>
                <a:path extrusionOk="0" h="2695" w="899">
                  <a:moveTo>
                    <a:pt x="300" y="0"/>
                  </a:moveTo>
                  <a:lnTo>
                    <a:pt x="150" y="599"/>
                  </a:lnTo>
                  <a:lnTo>
                    <a:pt x="1" y="1348"/>
                  </a:lnTo>
                  <a:lnTo>
                    <a:pt x="150" y="1946"/>
                  </a:lnTo>
                  <a:lnTo>
                    <a:pt x="300" y="2545"/>
                  </a:lnTo>
                  <a:lnTo>
                    <a:pt x="300" y="2695"/>
                  </a:lnTo>
                  <a:lnTo>
                    <a:pt x="599" y="2695"/>
                  </a:lnTo>
                  <a:lnTo>
                    <a:pt x="749" y="2545"/>
                  </a:lnTo>
                  <a:lnTo>
                    <a:pt x="899" y="1946"/>
                  </a:lnTo>
                  <a:lnTo>
                    <a:pt x="899" y="1348"/>
                  </a:lnTo>
                  <a:lnTo>
                    <a:pt x="899" y="599"/>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7" name="Google Shape;677;p43"/>
            <p:cNvSpPr/>
            <p:nvPr/>
          </p:nvSpPr>
          <p:spPr>
            <a:xfrm>
              <a:off x="5944775" y="2808850"/>
              <a:ext cx="22475" cy="67375"/>
            </a:xfrm>
            <a:custGeom>
              <a:rect b="b" l="l" r="r" t="t"/>
              <a:pathLst>
                <a:path extrusionOk="0" h="2695" w="899">
                  <a:moveTo>
                    <a:pt x="300" y="0"/>
                  </a:moveTo>
                  <a:lnTo>
                    <a:pt x="150" y="599"/>
                  </a:lnTo>
                  <a:lnTo>
                    <a:pt x="1" y="1347"/>
                  </a:lnTo>
                  <a:lnTo>
                    <a:pt x="1" y="2096"/>
                  </a:lnTo>
                  <a:lnTo>
                    <a:pt x="150" y="2395"/>
                  </a:lnTo>
                  <a:lnTo>
                    <a:pt x="300" y="2545"/>
                  </a:lnTo>
                  <a:lnTo>
                    <a:pt x="450" y="2694"/>
                  </a:lnTo>
                  <a:lnTo>
                    <a:pt x="599" y="2545"/>
                  </a:lnTo>
                  <a:lnTo>
                    <a:pt x="749" y="2395"/>
                  </a:lnTo>
                  <a:lnTo>
                    <a:pt x="899" y="2096"/>
                  </a:lnTo>
                  <a:lnTo>
                    <a:pt x="899" y="1347"/>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8" name="Google Shape;678;p43"/>
            <p:cNvSpPr/>
            <p:nvPr/>
          </p:nvSpPr>
          <p:spPr>
            <a:xfrm>
              <a:off x="6027100" y="2812575"/>
              <a:ext cx="18725" cy="59900"/>
            </a:xfrm>
            <a:custGeom>
              <a:rect b="b" l="l" r="r" t="t"/>
              <a:pathLst>
                <a:path extrusionOk="0" h="2396" w="749">
                  <a:moveTo>
                    <a:pt x="300" y="1"/>
                  </a:moveTo>
                  <a:lnTo>
                    <a:pt x="150" y="151"/>
                  </a:lnTo>
                  <a:lnTo>
                    <a:pt x="0" y="1198"/>
                  </a:lnTo>
                  <a:lnTo>
                    <a:pt x="150" y="2246"/>
                  </a:lnTo>
                  <a:lnTo>
                    <a:pt x="150" y="2396"/>
                  </a:lnTo>
                  <a:lnTo>
                    <a:pt x="449" y="2396"/>
                  </a:lnTo>
                  <a:lnTo>
                    <a:pt x="599" y="224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1000" fill="hold"/>
                                        <p:tgtEl>
                                          <p:spTgt spid="509"/>
                                        </p:tgtEl>
                                        <p:attrNameLst>
                                          <p:attrName>r</p:attrName>
                                        </p:attrNameLst>
                                      </p:cBhvr>
                                    </p:animRo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p44"/>
          <p:cNvSpPr txBox="1"/>
          <p:nvPr>
            <p:ph type="title"/>
          </p:nvPr>
        </p:nvSpPr>
        <p:spPr>
          <a:xfrm>
            <a:off x="720000" y="445025"/>
            <a:ext cx="54207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400"/>
              <a:buNone/>
            </a:pPr>
            <a:r>
              <a:rPr lang="en"/>
              <a:t>Beskikbare Studielokale Op Kampus</a:t>
            </a:r>
            <a:endParaRPr/>
          </a:p>
        </p:txBody>
      </p:sp>
      <p:sp>
        <p:nvSpPr>
          <p:cNvPr id="684" name="Google Shape;684;p44"/>
          <p:cNvSpPr txBox="1"/>
          <p:nvPr>
            <p:ph idx="1" type="body"/>
          </p:nvPr>
        </p:nvSpPr>
        <p:spPr>
          <a:xfrm>
            <a:off x="720000" y="2160500"/>
            <a:ext cx="4086900" cy="25791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solidFill>
                  <a:schemeClr val="accent1"/>
                </a:solidFill>
              </a:rPr>
              <a:t>Studente sukkel dikwels om vinnig ‘n beskikbare studieruimte te vind vir hulle leer behoeftes.</a:t>
            </a:r>
            <a:endParaRPr>
              <a:solidFill>
                <a:schemeClr val="accent1"/>
              </a:solidFill>
            </a:endParaRPr>
          </a:p>
          <a:p>
            <a:pPr indent="0" lvl="0" marL="0" rtl="0" algn="l">
              <a:lnSpc>
                <a:spcPct val="100000"/>
              </a:lnSpc>
              <a:spcBef>
                <a:spcPts val="1600"/>
              </a:spcBef>
              <a:spcAft>
                <a:spcPts val="0"/>
              </a:spcAft>
              <a:buSzPts val="1400"/>
              <a:buNone/>
            </a:pPr>
            <a:r>
              <a:rPr lang="en">
                <a:solidFill>
                  <a:schemeClr val="accent1"/>
                </a:solidFill>
              </a:rPr>
              <a:t>Tyd word vermors deur:</a:t>
            </a:r>
            <a:endParaRPr>
              <a:solidFill>
                <a:schemeClr val="accent1"/>
              </a:solidFill>
            </a:endParaRPr>
          </a:p>
          <a:p>
            <a:pPr indent="-317500" lvl="0" marL="457200" rtl="0" algn="l">
              <a:lnSpc>
                <a:spcPct val="100000"/>
              </a:lnSpc>
              <a:spcBef>
                <a:spcPts val="1600"/>
              </a:spcBef>
              <a:spcAft>
                <a:spcPts val="0"/>
              </a:spcAft>
              <a:buClr>
                <a:schemeClr val="accent1"/>
              </a:buClr>
              <a:buSzPts val="1400"/>
              <a:buChar char="●"/>
            </a:pPr>
            <a:r>
              <a:rPr lang="en">
                <a:solidFill>
                  <a:schemeClr val="accent1"/>
                </a:solidFill>
              </a:rPr>
              <a:t>Rond te beweeg na lokale</a:t>
            </a:r>
            <a:endParaRPr>
              <a:solidFill>
                <a:schemeClr val="accent1"/>
              </a:solidFill>
            </a:endParaRPr>
          </a:p>
          <a:p>
            <a:pPr indent="-317500" lvl="0" marL="457200" rtl="0" algn="l">
              <a:lnSpc>
                <a:spcPct val="100000"/>
              </a:lnSpc>
              <a:spcBef>
                <a:spcPts val="0"/>
              </a:spcBef>
              <a:spcAft>
                <a:spcPts val="0"/>
              </a:spcAft>
              <a:buClr>
                <a:schemeClr val="accent1"/>
              </a:buClr>
              <a:buSzPts val="1400"/>
              <a:buChar char="●"/>
            </a:pPr>
            <a:r>
              <a:rPr lang="en">
                <a:solidFill>
                  <a:schemeClr val="accent1"/>
                </a:solidFill>
              </a:rPr>
              <a:t>Binne elke lokaal kyk vir studente</a:t>
            </a:r>
            <a:endParaRPr>
              <a:solidFill>
                <a:schemeClr val="accent1"/>
              </a:solidFill>
            </a:endParaRPr>
          </a:p>
          <a:p>
            <a:pPr indent="0" lvl="0" marL="0" rtl="0" algn="l">
              <a:lnSpc>
                <a:spcPct val="100000"/>
              </a:lnSpc>
              <a:spcBef>
                <a:spcPts val="1600"/>
              </a:spcBef>
              <a:spcAft>
                <a:spcPts val="1600"/>
              </a:spcAft>
              <a:buSzPts val="1400"/>
              <a:buNone/>
            </a:pPr>
            <a:r>
              <a:rPr lang="en">
                <a:solidFill>
                  <a:schemeClr val="accent1"/>
                </a:solidFill>
              </a:rPr>
              <a:t>Daar is geen eenvoudige manier om die beskikbaarheid en ligging te sien van lokale nie.</a:t>
            </a:r>
            <a:endParaRPr>
              <a:solidFill>
                <a:schemeClr val="accent1"/>
              </a:solidFill>
            </a:endParaRPr>
          </a:p>
        </p:txBody>
      </p:sp>
      <p:pic>
        <p:nvPicPr>
          <p:cNvPr id="685" name="Google Shape;685;p44"/>
          <p:cNvPicPr preferRelativeResize="0"/>
          <p:nvPr/>
        </p:nvPicPr>
        <p:blipFill rotWithShape="1">
          <a:blip r:embed="rId3">
            <a:alphaModFix amt="41000"/>
          </a:blip>
          <a:srcRect b="0" l="0" r="0" t="0"/>
          <a:stretch/>
        </p:blipFill>
        <p:spPr>
          <a:xfrm rot="186918">
            <a:off x="4923369" y="1341135"/>
            <a:ext cx="6907361" cy="4474229"/>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45"/>
          <p:cNvSpPr txBox="1"/>
          <p:nvPr>
            <p:ph type="title"/>
          </p:nvPr>
        </p:nvSpPr>
        <p:spPr>
          <a:xfrm>
            <a:off x="4586325" y="2302100"/>
            <a:ext cx="3739200" cy="12957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600"/>
              <a:buNone/>
            </a:pPr>
            <a:r>
              <a:rPr lang="en"/>
              <a:t>Doel</a:t>
            </a:r>
            <a:endParaRPr/>
          </a:p>
        </p:txBody>
      </p:sp>
      <p:sp>
        <p:nvSpPr>
          <p:cNvPr id="691" name="Google Shape;691;p45"/>
          <p:cNvSpPr txBox="1"/>
          <p:nvPr>
            <p:ph idx="2" type="title"/>
          </p:nvPr>
        </p:nvSpPr>
        <p:spPr>
          <a:xfrm>
            <a:off x="6562700" y="1241175"/>
            <a:ext cx="1762800" cy="7134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6000"/>
              <a:buNone/>
            </a:pPr>
            <a:r>
              <a:rPr lang="en"/>
              <a:t>02</a:t>
            </a:r>
            <a:endParaRPr/>
          </a:p>
        </p:txBody>
      </p:sp>
      <p:sp>
        <p:nvSpPr>
          <p:cNvPr id="692" name="Google Shape;692;p45"/>
          <p:cNvSpPr txBox="1"/>
          <p:nvPr>
            <p:ph idx="1" type="subTitle"/>
          </p:nvPr>
        </p:nvSpPr>
        <p:spPr>
          <a:xfrm>
            <a:off x="5244525" y="3679125"/>
            <a:ext cx="3081000" cy="7134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1600"/>
              </a:spcAft>
              <a:buSzPts val="1400"/>
              <a:buNone/>
            </a:pPr>
            <a:r>
              <a:rPr lang="en"/>
              <a:t>Doel wat bereik wil word deur die projek</a:t>
            </a:r>
            <a:endParaRPr/>
          </a:p>
        </p:txBody>
      </p:sp>
      <p:grpSp>
        <p:nvGrpSpPr>
          <p:cNvPr id="693" name="Google Shape;693;p45"/>
          <p:cNvGrpSpPr/>
          <p:nvPr/>
        </p:nvGrpSpPr>
        <p:grpSpPr>
          <a:xfrm>
            <a:off x="1969472" y="529416"/>
            <a:ext cx="2287695" cy="2289334"/>
            <a:chOff x="1192500" y="238125"/>
            <a:chExt cx="5235000" cy="5238750"/>
          </a:xfrm>
        </p:grpSpPr>
        <p:sp>
          <p:nvSpPr>
            <p:cNvPr id="694" name="Google Shape;694;p45"/>
            <p:cNvSpPr/>
            <p:nvPr/>
          </p:nvSpPr>
          <p:spPr>
            <a:xfrm>
              <a:off x="4141150" y="2266250"/>
              <a:ext cx="123500" cy="123525"/>
            </a:xfrm>
            <a:custGeom>
              <a:rect b="b" l="l" r="r" t="t"/>
              <a:pathLst>
                <a:path extrusionOk="0" h="4941" w="4940">
                  <a:moveTo>
                    <a:pt x="1" y="1"/>
                  </a:moveTo>
                  <a:lnTo>
                    <a:pt x="1" y="150"/>
                  </a:lnTo>
                  <a:lnTo>
                    <a:pt x="1048" y="1348"/>
                  </a:lnTo>
                  <a:lnTo>
                    <a:pt x="2246" y="2545"/>
                  </a:lnTo>
                  <a:lnTo>
                    <a:pt x="4790" y="4940"/>
                  </a:lnTo>
                  <a:lnTo>
                    <a:pt x="4940" y="4940"/>
                  </a:lnTo>
                  <a:lnTo>
                    <a:pt x="4940" y="4791"/>
                  </a:lnTo>
                  <a:lnTo>
                    <a:pt x="2545" y="23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5" name="Google Shape;695;p45"/>
            <p:cNvSpPr/>
            <p:nvPr/>
          </p:nvSpPr>
          <p:spPr>
            <a:xfrm>
              <a:off x="4189800" y="2221350"/>
              <a:ext cx="123500" cy="131000"/>
            </a:xfrm>
            <a:custGeom>
              <a:rect b="b" l="l" r="r" t="t"/>
              <a:pathLst>
                <a:path extrusionOk="0" h="5240" w="4940">
                  <a:moveTo>
                    <a:pt x="150" y="1"/>
                  </a:moveTo>
                  <a:lnTo>
                    <a:pt x="0" y="150"/>
                  </a:lnTo>
                  <a:lnTo>
                    <a:pt x="1048" y="1497"/>
                  </a:lnTo>
                  <a:lnTo>
                    <a:pt x="2246" y="2695"/>
                  </a:lnTo>
                  <a:lnTo>
                    <a:pt x="3443" y="3892"/>
                  </a:lnTo>
                  <a:lnTo>
                    <a:pt x="4790" y="5239"/>
                  </a:lnTo>
                  <a:lnTo>
                    <a:pt x="4940" y="5239"/>
                  </a:lnTo>
                  <a:lnTo>
                    <a:pt x="4940" y="5090"/>
                  </a:lnTo>
                  <a:lnTo>
                    <a:pt x="2545" y="2396"/>
                  </a:lnTo>
                  <a:lnTo>
                    <a:pt x="1347" y="1198"/>
                  </a:lnTo>
                  <a:lnTo>
                    <a:pt x="749" y="5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6" name="Google Shape;696;p45"/>
            <p:cNvSpPr/>
            <p:nvPr/>
          </p:nvSpPr>
          <p:spPr>
            <a:xfrm>
              <a:off x="4242175" y="2187675"/>
              <a:ext cx="108550" cy="112275"/>
            </a:xfrm>
            <a:custGeom>
              <a:rect b="b" l="l" r="r" t="t"/>
              <a:pathLst>
                <a:path extrusionOk="0" h="4491" w="4342">
                  <a:moveTo>
                    <a:pt x="1" y="1"/>
                  </a:moveTo>
                  <a:lnTo>
                    <a:pt x="1" y="150"/>
                  </a:lnTo>
                  <a:lnTo>
                    <a:pt x="1947" y="2395"/>
                  </a:lnTo>
                  <a:lnTo>
                    <a:pt x="4042" y="4491"/>
                  </a:lnTo>
                  <a:lnTo>
                    <a:pt x="4342" y="4491"/>
                  </a:lnTo>
                  <a:lnTo>
                    <a:pt x="4342" y="4341"/>
                  </a:lnTo>
                  <a:lnTo>
                    <a:pt x="2246" y="20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7" name="Google Shape;697;p45"/>
            <p:cNvSpPr/>
            <p:nvPr/>
          </p:nvSpPr>
          <p:spPr>
            <a:xfrm>
              <a:off x="4290825" y="2154000"/>
              <a:ext cx="131000" cy="131000"/>
            </a:xfrm>
            <a:custGeom>
              <a:rect b="b" l="l" r="r" t="t"/>
              <a:pathLst>
                <a:path extrusionOk="0" h="5240" w="5240">
                  <a:moveTo>
                    <a:pt x="1" y="0"/>
                  </a:moveTo>
                  <a:lnTo>
                    <a:pt x="1" y="150"/>
                  </a:lnTo>
                  <a:lnTo>
                    <a:pt x="1198" y="1348"/>
                  </a:lnTo>
                  <a:lnTo>
                    <a:pt x="2396" y="2695"/>
                  </a:lnTo>
                  <a:lnTo>
                    <a:pt x="3743" y="4042"/>
                  </a:lnTo>
                  <a:lnTo>
                    <a:pt x="5090" y="5239"/>
                  </a:lnTo>
                  <a:lnTo>
                    <a:pt x="5239" y="5239"/>
                  </a:lnTo>
                  <a:lnTo>
                    <a:pt x="5239" y="5090"/>
                  </a:lnTo>
                  <a:lnTo>
                    <a:pt x="4042" y="3742"/>
                  </a:lnTo>
                  <a:lnTo>
                    <a:pt x="2695" y="2395"/>
                  </a:lnTo>
                  <a:lnTo>
                    <a:pt x="149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8" name="Google Shape;698;p45"/>
            <p:cNvSpPr/>
            <p:nvPr/>
          </p:nvSpPr>
          <p:spPr>
            <a:xfrm>
              <a:off x="4339475" y="2112825"/>
              <a:ext cx="104800" cy="104800"/>
            </a:xfrm>
            <a:custGeom>
              <a:rect b="b" l="l" r="r" t="t"/>
              <a:pathLst>
                <a:path extrusionOk="0" h="4192" w="4192">
                  <a:moveTo>
                    <a:pt x="0" y="1"/>
                  </a:moveTo>
                  <a:lnTo>
                    <a:pt x="0" y="151"/>
                  </a:lnTo>
                  <a:lnTo>
                    <a:pt x="899" y="1198"/>
                  </a:lnTo>
                  <a:lnTo>
                    <a:pt x="1946" y="2246"/>
                  </a:lnTo>
                  <a:lnTo>
                    <a:pt x="4042" y="4192"/>
                  </a:lnTo>
                  <a:lnTo>
                    <a:pt x="4191" y="4192"/>
                  </a:lnTo>
                  <a:lnTo>
                    <a:pt x="4191" y="4042"/>
                  </a:lnTo>
                  <a:lnTo>
                    <a:pt x="2246" y="1947"/>
                  </a:lnTo>
                  <a:lnTo>
                    <a:pt x="1198" y="10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99" name="Google Shape;699;p45"/>
            <p:cNvSpPr/>
            <p:nvPr/>
          </p:nvSpPr>
          <p:spPr>
            <a:xfrm>
              <a:off x="4436775" y="2041750"/>
              <a:ext cx="89825" cy="86075"/>
            </a:xfrm>
            <a:custGeom>
              <a:rect b="b" l="l" r="r" t="t"/>
              <a:pathLst>
                <a:path extrusionOk="0" h="3443" w="3593">
                  <a:moveTo>
                    <a:pt x="0" y="0"/>
                  </a:moveTo>
                  <a:lnTo>
                    <a:pt x="1647" y="1796"/>
                  </a:lnTo>
                  <a:lnTo>
                    <a:pt x="3443" y="3443"/>
                  </a:lnTo>
                  <a:lnTo>
                    <a:pt x="3592" y="3443"/>
                  </a:lnTo>
                  <a:lnTo>
                    <a:pt x="3592" y="3293"/>
                  </a:lnTo>
                  <a:lnTo>
                    <a:pt x="2844" y="2395"/>
                  </a:lnTo>
                  <a:lnTo>
                    <a:pt x="1946"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0" name="Google Shape;700;p45"/>
            <p:cNvSpPr/>
            <p:nvPr/>
          </p:nvSpPr>
          <p:spPr>
            <a:xfrm>
              <a:off x="4388125" y="2079150"/>
              <a:ext cx="93575" cy="89850"/>
            </a:xfrm>
            <a:custGeom>
              <a:rect b="b" l="l" r="r" t="t"/>
              <a:pathLst>
                <a:path extrusionOk="0" h="3594" w="3743">
                  <a:moveTo>
                    <a:pt x="0" y="1"/>
                  </a:moveTo>
                  <a:lnTo>
                    <a:pt x="1647" y="1947"/>
                  </a:lnTo>
                  <a:lnTo>
                    <a:pt x="3443" y="3593"/>
                  </a:lnTo>
                  <a:lnTo>
                    <a:pt x="3742" y="3593"/>
                  </a:lnTo>
                  <a:lnTo>
                    <a:pt x="3742" y="3443"/>
                  </a:lnTo>
                  <a:lnTo>
                    <a:pt x="1946" y="16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1" name="Google Shape;701;p45"/>
            <p:cNvSpPr/>
            <p:nvPr/>
          </p:nvSpPr>
          <p:spPr>
            <a:xfrm>
              <a:off x="4485400" y="2000575"/>
              <a:ext cx="82350" cy="78600"/>
            </a:xfrm>
            <a:custGeom>
              <a:rect b="b" l="l" r="r" t="t"/>
              <a:pathLst>
                <a:path extrusionOk="0" h="3144" w="3294">
                  <a:moveTo>
                    <a:pt x="1" y="1"/>
                  </a:moveTo>
                  <a:lnTo>
                    <a:pt x="1" y="150"/>
                  </a:lnTo>
                  <a:lnTo>
                    <a:pt x="1498" y="1797"/>
                  </a:lnTo>
                  <a:lnTo>
                    <a:pt x="2246" y="2545"/>
                  </a:lnTo>
                  <a:lnTo>
                    <a:pt x="3144" y="3144"/>
                  </a:lnTo>
                  <a:lnTo>
                    <a:pt x="3294" y="3144"/>
                  </a:lnTo>
                  <a:lnTo>
                    <a:pt x="3294" y="2994"/>
                  </a:lnTo>
                  <a:lnTo>
                    <a:pt x="2545" y="2246"/>
                  </a:lnTo>
                  <a:lnTo>
                    <a:pt x="1797" y="1497"/>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2" name="Google Shape;702;p45"/>
            <p:cNvSpPr/>
            <p:nvPr/>
          </p:nvSpPr>
          <p:spPr>
            <a:xfrm>
              <a:off x="4537800" y="1966900"/>
              <a:ext cx="71125" cy="67375"/>
            </a:xfrm>
            <a:custGeom>
              <a:rect b="b" l="l" r="r" t="t"/>
              <a:pathLst>
                <a:path extrusionOk="0" h="2695" w="2845">
                  <a:moveTo>
                    <a:pt x="0" y="1"/>
                  </a:moveTo>
                  <a:lnTo>
                    <a:pt x="0" y="150"/>
                  </a:lnTo>
                  <a:lnTo>
                    <a:pt x="1198" y="1497"/>
                  </a:lnTo>
                  <a:lnTo>
                    <a:pt x="2695" y="2695"/>
                  </a:lnTo>
                  <a:lnTo>
                    <a:pt x="2844" y="2695"/>
                  </a:lnTo>
                  <a:lnTo>
                    <a:pt x="2844" y="2545"/>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3" name="Google Shape;703;p45"/>
            <p:cNvSpPr/>
            <p:nvPr/>
          </p:nvSpPr>
          <p:spPr>
            <a:xfrm>
              <a:off x="4586450" y="1925750"/>
              <a:ext cx="74850" cy="74850"/>
            </a:xfrm>
            <a:custGeom>
              <a:rect b="b" l="l" r="r" t="t"/>
              <a:pathLst>
                <a:path extrusionOk="0" h="2994" w="2994">
                  <a:moveTo>
                    <a:pt x="0" y="0"/>
                  </a:moveTo>
                  <a:lnTo>
                    <a:pt x="0" y="150"/>
                  </a:lnTo>
                  <a:lnTo>
                    <a:pt x="1347" y="1796"/>
                  </a:lnTo>
                  <a:lnTo>
                    <a:pt x="2096" y="2395"/>
                  </a:lnTo>
                  <a:lnTo>
                    <a:pt x="2994" y="2994"/>
                  </a:lnTo>
                  <a:lnTo>
                    <a:pt x="2994" y="2994"/>
                  </a:lnTo>
                  <a:lnTo>
                    <a:pt x="2395" y="2096"/>
                  </a:lnTo>
                  <a:lnTo>
                    <a:pt x="1647"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4" name="Google Shape;704;p45"/>
            <p:cNvSpPr/>
            <p:nvPr/>
          </p:nvSpPr>
          <p:spPr>
            <a:xfrm>
              <a:off x="4635100" y="1888325"/>
              <a:ext cx="74850" cy="71125"/>
            </a:xfrm>
            <a:custGeom>
              <a:rect b="b" l="l" r="r" t="t"/>
              <a:pathLst>
                <a:path extrusionOk="0" h="2845" w="2994">
                  <a:moveTo>
                    <a:pt x="150" y="0"/>
                  </a:moveTo>
                  <a:lnTo>
                    <a:pt x="150" y="150"/>
                  </a:lnTo>
                  <a:lnTo>
                    <a:pt x="0" y="150"/>
                  </a:lnTo>
                  <a:lnTo>
                    <a:pt x="1347" y="1647"/>
                  </a:lnTo>
                  <a:lnTo>
                    <a:pt x="2096" y="2245"/>
                  </a:lnTo>
                  <a:lnTo>
                    <a:pt x="2844" y="2844"/>
                  </a:lnTo>
                  <a:lnTo>
                    <a:pt x="2994" y="2844"/>
                  </a:lnTo>
                  <a:lnTo>
                    <a:pt x="2395" y="1946"/>
                  </a:lnTo>
                  <a:lnTo>
                    <a:pt x="1647" y="13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5" name="Google Shape;705;p45"/>
            <p:cNvSpPr/>
            <p:nvPr/>
          </p:nvSpPr>
          <p:spPr>
            <a:xfrm>
              <a:off x="4683725" y="1847150"/>
              <a:ext cx="71125" cy="71125"/>
            </a:xfrm>
            <a:custGeom>
              <a:rect b="b" l="l" r="r" t="t"/>
              <a:pathLst>
                <a:path extrusionOk="0" h="2845" w="2845">
                  <a:moveTo>
                    <a:pt x="1" y="1"/>
                  </a:moveTo>
                  <a:lnTo>
                    <a:pt x="1" y="150"/>
                  </a:lnTo>
                  <a:lnTo>
                    <a:pt x="1348" y="1647"/>
                  </a:lnTo>
                  <a:lnTo>
                    <a:pt x="1947" y="2246"/>
                  </a:lnTo>
                  <a:lnTo>
                    <a:pt x="2695" y="2845"/>
                  </a:lnTo>
                  <a:lnTo>
                    <a:pt x="2845" y="2845"/>
                  </a:lnTo>
                  <a:lnTo>
                    <a:pt x="2845" y="2695"/>
                  </a:lnTo>
                  <a:lnTo>
                    <a:pt x="2246" y="1947"/>
                  </a:lnTo>
                  <a:lnTo>
                    <a:pt x="1647" y="1348"/>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6" name="Google Shape;706;p45"/>
            <p:cNvSpPr/>
            <p:nvPr/>
          </p:nvSpPr>
          <p:spPr>
            <a:xfrm>
              <a:off x="4736125" y="1813475"/>
              <a:ext cx="71125" cy="71125"/>
            </a:xfrm>
            <a:custGeom>
              <a:rect b="b" l="l" r="r" t="t"/>
              <a:pathLst>
                <a:path extrusionOk="0" h="2845" w="2845">
                  <a:moveTo>
                    <a:pt x="0" y="1"/>
                  </a:moveTo>
                  <a:lnTo>
                    <a:pt x="1348" y="1497"/>
                  </a:lnTo>
                  <a:lnTo>
                    <a:pt x="1946" y="2246"/>
                  </a:lnTo>
                  <a:lnTo>
                    <a:pt x="2695" y="2845"/>
                  </a:lnTo>
                  <a:lnTo>
                    <a:pt x="2844" y="2845"/>
                  </a:lnTo>
                  <a:lnTo>
                    <a:pt x="2844" y="2695"/>
                  </a:lnTo>
                  <a:lnTo>
                    <a:pt x="2246" y="1947"/>
                  </a:lnTo>
                  <a:lnTo>
                    <a:pt x="1647" y="134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7" name="Google Shape;707;p45"/>
            <p:cNvSpPr/>
            <p:nvPr/>
          </p:nvSpPr>
          <p:spPr>
            <a:xfrm>
              <a:off x="4784775" y="1776050"/>
              <a:ext cx="56150" cy="56175"/>
            </a:xfrm>
            <a:custGeom>
              <a:rect b="b" l="l" r="r" t="t"/>
              <a:pathLst>
                <a:path extrusionOk="0" h="2247" w="2246">
                  <a:moveTo>
                    <a:pt x="0" y="1"/>
                  </a:moveTo>
                  <a:lnTo>
                    <a:pt x="898" y="1198"/>
                  </a:lnTo>
                  <a:lnTo>
                    <a:pt x="1497" y="1797"/>
                  </a:lnTo>
                  <a:lnTo>
                    <a:pt x="2096" y="2246"/>
                  </a:lnTo>
                  <a:lnTo>
                    <a:pt x="2245" y="2246"/>
                  </a:lnTo>
                  <a:lnTo>
                    <a:pt x="2245" y="2096"/>
                  </a:lnTo>
                  <a:lnTo>
                    <a:pt x="1796" y="1498"/>
                  </a:lnTo>
                  <a:lnTo>
                    <a:pt x="1198" y="8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8" name="Google Shape;708;p45"/>
            <p:cNvSpPr/>
            <p:nvPr/>
          </p:nvSpPr>
          <p:spPr>
            <a:xfrm>
              <a:off x="4833425" y="1738650"/>
              <a:ext cx="41175" cy="41175"/>
            </a:xfrm>
            <a:custGeom>
              <a:rect b="b" l="l" r="r" t="t"/>
              <a:pathLst>
                <a:path extrusionOk="0" h="1647" w="1647">
                  <a:moveTo>
                    <a:pt x="0" y="0"/>
                  </a:moveTo>
                  <a:lnTo>
                    <a:pt x="748" y="898"/>
                  </a:lnTo>
                  <a:lnTo>
                    <a:pt x="1497" y="1647"/>
                  </a:lnTo>
                  <a:lnTo>
                    <a:pt x="1646" y="1647"/>
                  </a:lnTo>
                  <a:lnTo>
                    <a:pt x="1646" y="149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9" name="Google Shape;709;p45"/>
            <p:cNvSpPr/>
            <p:nvPr/>
          </p:nvSpPr>
          <p:spPr>
            <a:xfrm>
              <a:off x="4882050" y="1697475"/>
              <a:ext cx="33700" cy="33700"/>
            </a:xfrm>
            <a:custGeom>
              <a:rect b="b" l="l" r="r" t="t"/>
              <a:pathLst>
                <a:path extrusionOk="0" h="1348" w="1348">
                  <a:moveTo>
                    <a:pt x="1" y="1"/>
                  </a:moveTo>
                  <a:lnTo>
                    <a:pt x="450" y="749"/>
                  </a:lnTo>
                  <a:lnTo>
                    <a:pt x="1198" y="1348"/>
                  </a:lnTo>
                  <a:lnTo>
                    <a:pt x="1348" y="1348"/>
                  </a:lnTo>
                  <a:lnTo>
                    <a:pt x="1348" y="1198"/>
                  </a:lnTo>
                  <a:lnTo>
                    <a:pt x="749" y="45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0" name="Google Shape;710;p45"/>
            <p:cNvSpPr/>
            <p:nvPr/>
          </p:nvSpPr>
          <p:spPr>
            <a:xfrm>
              <a:off x="4930700" y="1660050"/>
              <a:ext cx="37450" cy="33700"/>
            </a:xfrm>
            <a:custGeom>
              <a:rect b="b" l="l" r="r" t="t"/>
              <a:pathLst>
                <a:path extrusionOk="0" h="1348" w="1498">
                  <a:moveTo>
                    <a:pt x="1" y="1"/>
                  </a:moveTo>
                  <a:lnTo>
                    <a:pt x="1" y="151"/>
                  </a:lnTo>
                  <a:lnTo>
                    <a:pt x="599" y="899"/>
                  </a:lnTo>
                  <a:lnTo>
                    <a:pt x="899" y="1198"/>
                  </a:lnTo>
                  <a:lnTo>
                    <a:pt x="1348" y="1348"/>
                  </a:lnTo>
                  <a:lnTo>
                    <a:pt x="1497" y="1348"/>
                  </a:lnTo>
                  <a:lnTo>
                    <a:pt x="1497" y="1198"/>
                  </a:lnTo>
                  <a:lnTo>
                    <a:pt x="1198" y="899"/>
                  </a:lnTo>
                  <a:lnTo>
                    <a:pt x="899"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1" name="Google Shape;711;p45"/>
            <p:cNvSpPr/>
            <p:nvPr/>
          </p:nvSpPr>
          <p:spPr>
            <a:xfrm>
              <a:off x="4979350" y="1618900"/>
              <a:ext cx="29950" cy="29950"/>
            </a:xfrm>
            <a:custGeom>
              <a:rect b="b" l="l" r="r" t="t"/>
              <a:pathLst>
                <a:path extrusionOk="0" h="1198" w="1198">
                  <a:moveTo>
                    <a:pt x="0" y="0"/>
                  </a:moveTo>
                  <a:lnTo>
                    <a:pt x="0" y="150"/>
                  </a:lnTo>
                  <a:lnTo>
                    <a:pt x="450" y="749"/>
                  </a:lnTo>
                  <a:lnTo>
                    <a:pt x="1048" y="1198"/>
                  </a:lnTo>
                  <a:lnTo>
                    <a:pt x="1198" y="1198"/>
                  </a:lnTo>
                  <a:lnTo>
                    <a:pt x="1198" y="1048"/>
                  </a:lnTo>
                  <a:lnTo>
                    <a:pt x="599" y="449"/>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45"/>
            <p:cNvSpPr/>
            <p:nvPr/>
          </p:nvSpPr>
          <p:spPr>
            <a:xfrm>
              <a:off x="3228125" y="2386000"/>
              <a:ext cx="123500" cy="127250"/>
            </a:xfrm>
            <a:custGeom>
              <a:rect b="b" l="l" r="r" t="t"/>
              <a:pathLst>
                <a:path extrusionOk="0" h="5090" w="4940">
                  <a:moveTo>
                    <a:pt x="4790" y="1"/>
                  </a:moveTo>
                  <a:lnTo>
                    <a:pt x="2395" y="2395"/>
                  </a:lnTo>
                  <a:lnTo>
                    <a:pt x="0" y="4940"/>
                  </a:lnTo>
                  <a:lnTo>
                    <a:pt x="0" y="5090"/>
                  </a:lnTo>
                  <a:lnTo>
                    <a:pt x="150" y="5090"/>
                  </a:lnTo>
                  <a:lnTo>
                    <a:pt x="1347" y="3892"/>
                  </a:lnTo>
                  <a:lnTo>
                    <a:pt x="2545" y="2695"/>
                  </a:lnTo>
                  <a:lnTo>
                    <a:pt x="4939" y="150"/>
                  </a:lnTo>
                  <a:lnTo>
                    <a:pt x="49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3" name="Google Shape;713;p45"/>
            <p:cNvSpPr/>
            <p:nvPr/>
          </p:nvSpPr>
          <p:spPr>
            <a:xfrm>
              <a:off x="3183200" y="2337350"/>
              <a:ext cx="131000" cy="123525"/>
            </a:xfrm>
            <a:custGeom>
              <a:rect b="b" l="l" r="r" t="t"/>
              <a:pathLst>
                <a:path extrusionOk="0" h="4941" w="5240">
                  <a:moveTo>
                    <a:pt x="5090" y="1"/>
                  </a:moveTo>
                  <a:lnTo>
                    <a:pt x="2396" y="2545"/>
                  </a:lnTo>
                  <a:lnTo>
                    <a:pt x="1198" y="3593"/>
                  </a:lnTo>
                  <a:lnTo>
                    <a:pt x="600" y="4192"/>
                  </a:lnTo>
                  <a:lnTo>
                    <a:pt x="1" y="4940"/>
                  </a:lnTo>
                  <a:lnTo>
                    <a:pt x="151" y="4940"/>
                  </a:lnTo>
                  <a:lnTo>
                    <a:pt x="1498" y="3892"/>
                  </a:lnTo>
                  <a:lnTo>
                    <a:pt x="2695" y="2845"/>
                  </a:lnTo>
                  <a:lnTo>
                    <a:pt x="3893" y="1497"/>
                  </a:lnTo>
                  <a:lnTo>
                    <a:pt x="5240" y="150"/>
                  </a:lnTo>
                  <a:lnTo>
                    <a:pt x="52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4" name="Google Shape;714;p45"/>
            <p:cNvSpPr/>
            <p:nvPr/>
          </p:nvSpPr>
          <p:spPr>
            <a:xfrm>
              <a:off x="3149525" y="2303675"/>
              <a:ext cx="112300" cy="108550"/>
            </a:xfrm>
            <a:custGeom>
              <a:rect b="b" l="l" r="r" t="t"/>
              <a:pathLst>
                <a:path extrusionOk="0" h="4342" w="4492">
                  <a:moveTo>
                    <a:pt x="4341" y="1"/>
                  </a:moveTo>
                  <a:lnTo>
                    <a:pt x="2096" y="1946"/>
                  </a:lnTo>
                  <a:lnTo>
                    <a:pt x="1" y="4192"/>
                  </a:lnTo>
                  <a:lnTo>
                    <a:pt x="1" y="4341"/>
                  </a:lnTo>
                  <a:lnTo>
                    <a:pt x="150" y="4341"/>
                  </a:lnTo>
                  <a:lnTo>
                    <a:pt x="2396" y="2246"/>
                  </a:lnTo>
                  <a:lnTo>
                    <a:pt x="4491" y="150"/>
                  </a:lnTo>
                  <a:lnTo>
                    <a:pt x="44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5" name="Google Shape;715;p45"/>
            <p:cNvSpPr/>
            <p:nvPr/>
          </p:nvSpPr>
          <p:spPr>
            <a:xfrm>
              <a:off x="3115850" y="2228850"/>
              <a:ext cx="131000" cy="130975"/>
            </a:xfrm>
            <a:custGeom>
              <a:rect b="b" l="l" r="r" t="t"/>
              <a:pathLst>
                <a:path extrusionOk="0" h="5239" w="5240">
                  <a:moveTo>
                    <a:pt x="5090" y="0"/>
                  </a:moveTo>
                  <a:lnTo>
                    <a:pt x="3743" y="1197"/>
                  </a:lnTo>
                  <a:lnTo>
                    <a:pt x="2396" y="2545"/>
                  </a:lnTo>
                  <a:lnTo>
                    <a:pt x="1198" y="3892"/>
                  </a:lnTo>
                  <a:lnTo>
                    <a:pt x="1" y="5089"/>
                  </a:lnTo>
                  <a:lnTo>
                    <a:pt x="1" y="5239"/>
                  </a:lnTo>
                  <a:lnTo>
                    <a:pt x="150" y="5239"/>
                  </a:lnTo>
                  <a:lnTo>
                    <a:pt x="1497" y="4041"/>
                  </a:lnTo>
                  <a:lnTo>
                    <a:pt x="2695" y="2844"/>
                  </a:lnTo>
                  <a:lnTo>
                    <a:pt x="4042" y="1497"/>
                  </a:lnTo>
                  <a:lnTo>
                    <a:pt x="5239" y="150"/>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6" name="Google Shape;716;p45"/>
            <p:cNvSpPr/>
            <p:nvPr/>
          </p:nvSpPr>
          <p:spPr>
            <a:xfrm>
              <a:off x="3074700" y="2210125"/>
              <a:ext cx="104800" cy="101050"/>
            </a:xfrm>
            <a:custGeom>
              <a:rect b="b" l="l" r="r" t="t"/>
              <a:pathLst>
                <a:path extrusionOk="0" h="4042" w="4192">
                  <a:moveTo>
                    <a:pt x="4042" y="1"/>
                  </a:moveTo>
                  <a:lnTo>
                    <a:pt x="1946" y="1797"/>
                  </a:lnTo>
                  <a:lnTo>
                    <a:pt x="1048" y="2845"/>
                  </a:lnTo>
                  <a:lnTo>
                    <a:pt x="0" y="4042"/>
                  </a:lnTo>
                  <a:lnTo>
                    <a:pt x="150" y="4042"/>
                  </a:lnTo>
                  <a:lnTo>
                    <a:pt x="1198" y="3144"/>
                  </a:lnTo>
                  <a:lnTo>
                    <a:pt x="2245" y="2096"/>
                  </a:lnTo>
                  <a:lnTo>
                    <a:pt x="4191" y="150"/>
                  </a:lnTo>
                  <a:lnTo>
                    <a:pt x="41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7" name="Google Shape;717;p45"/>
            <p:cNvSpPr/>
            <p:nvPr/>
          </p:nvSpPr>
          <p:spPr>
            <a:xfrm>
              <a:off x="3003600" y="2127800"/>
              <a:ext cx="86075" cy="86100"/>
            </a:xfrm>
            <a:custGeom>
              <a:rect b="b" l="l" r="r" t="t"/>
              <a:pathLst>
                <a:path extrusionOk="0" h="3444" w="3443">
                  <a:moveTo>
                    <a:pt x="3293" y="1"/>
                  </a:moveTo>
                  <a:lnTo>
                    <a:pt x="2395" y="749"/>
                  </a:lnTo>
                  <a:lnTo>
                    <a:pt x="1497" y="1497"/>
                  </a:lnTo>
                  <a:lnTo>
                    <a:pt x="0" y="3294"/>
                  </a:lnTo>
                  <a:lnTo>
                    <a:pt x="0" y="3443"/>
                  </a:lnTo>
                  <a:lnTo>
                    <a:pt x="1796"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8" name="Google Shape;718;p45"/>
            <p:cNvSpPr/>
            <p:nvPr/>
          </p:nvSpPr>
          <p:spPr>
            <a:xfrm>
              <a:off x="3041025" y="2172700"/>
              <a:ext cx="89825" cy="89850"/>
            </a:xfrm>
            <a:custGeom>
              <a:rect b="b" l="l" r="r" t="t"/>
              <a:pathLst>
                <a:path extrusionOk="0" h="3594" w="3593">
                  <a:moveTo>
                    <a:pt x="3443" y="1"/>
                  </a:moveTo>
                  <a:lnTo>
                    <a:pt x="1647" y="1647"/>
                  </a:lnTo>
                  <a:lnTo>
                    <a:pt x="0" y="3443"/>
                  </a:lnTo>
                  <a:lnTo>
                    <a:pt x="0" y="3593"/>
                  </a:lnTo>
                  <a:lnTo>
                    <a:pt x="1946" y="1947"/>
                  </a:lnTo>
                  <a:lnTo>
                    <a:pt x="3592" y="151"/>
                  </a:lnTo>
                  <a:lnTo>
                    <a:pt x="35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9" name="Google Shape;719;p45"/>
            <p:cNvSpPr/>
            <p:nvPr/>
          </p:nvSpPr>
          <p:spPr>
            <a:xfrm>
              <a:off x="2962425" y="2086650"/>
              <a:ext cx="78625" cy="78600"/>
            </a:xfrm>
            <a:custGeom>
              <a:rect b="b" l="l" r="r" t="t"/>
              <a:pathLst>
                <a:path extrusionOk="0" h="3144" w="3145">
                  <a:moveTo>
                    <a:pt x="2994" y="0"/>
                  </a:moveTo>
                  <a:lnTo>
                    <a:pt x="2246" y="599"/>
                  </a:lnTo>
                  <a:lnTo>
                    <a:pt x="1049" y="1796"/>
                  </a:lnTo>
                  <a:lnTo>
                    <a:pt x="1" y="2994"/>
                  </a:lnTo>
                  <a:lnTo>
                    <a:pt x="1" y="3143"/>
                  </a:lnTo>
                  <a:lnTo>
                    <a:pt x="151" y="3143"/>
                  </a:lnTo>
                  <a:lnTo>
                    <a:pt x="1797" y="1647"/>
                  </a:lnTo>
                  <a:lnTo>
                    <a:pt x="2545" y="898"/>
                  </a:lnTo>
                  <a:lnTo>
                    <a:pt x="3144" y="150"/>
                  </a:lnTo>
                  <a:lnTo>
                    <a:pt x="31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0" name="Google Shape;720;p45"/>
            <p:cNvSpPr/>
            <p:nvPr/>
          </p:nvSpPr>
          <p:spPr>
            <a:xfrm>
              <a:off x="2928750" y="2041750"/>
              <a:ext cx="67375" cy="71100"/>
            </a:xfrm>
            <a:custGeom>
              <a:rect b="b" l="l" r="r" t="t"/>
              <a:pathLst>
                <a:path extrusionOk="0" h="2844" w="2695">
                  <a:moveTo>
                    <a:pt x="2545" y="0"/>
                  </a:moveTo>
                  <a:lnTo>
                    <a:pt x="1198" y="1347"/>
                  </a:lnTo>
                  <a:lnTo>
                    <a:pt x="1" y="2694"/>
                  </a:lnTo>
                  <a:lnTo>
                    <a:pt x="1" y="2844"/>
                  </a:lnTo>
                  <a:lnTo>
                    <a:pt x="150" y="2844"/>
                  </a:lnTo>
                  <a:lnTo>
                    <a:pt x="1498" y="1647"/>
                  </a:lnTo>
                  <a:lnTo>
                    <a:pt x="2695" y="150"/>
                  </a:lnTo>
                  <a:lnTo>
                    <a:pt x="269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1" name="Google Shape;721;p45"/>
            <p:cNvSpPr/>
            <p:nvPr/>
          </p:nvSpPr>
          <p:spPr>
            <a:xfrm>
              <a:off x="2887600" y="1989350"/>
              <a:ext cx="74850" cy="74875"/>
            </a:xfrm>
            <a:custGeom>
              <a:rect b="b" l="l" r="r" t="t"/>
              <a:pathLst>
                <a:path extrusionOk="0" h="2995" w="2994">
                  <a:moveTo>
                    <a:pt x="2994" y="1"/>
                  </a:moveTo>
                  <a:lnTo>
                    <a:pt x="2096" y="599"/>
                  </a:lnTo>
                  <a:lnTo>
                    <a:pt x="1497" y="1348"/>
                  </a:lnTo>
                  <a:lnTo>
                    <a:pt x="0" y="2994"/>
                  </a:lnTo>
                  <a:lnTo>
                    <a:pt x="150" y="2994"/>
                  </a:lnTo>
                  <a:lnTo>
                    <a:pt x="1796" y="1647"/>
                  </a:lnTo>
                  <a:lnTo>
                    <a:pt x="2395" y="899"/>
                  </a:lnTo>
                  <a:lnTo>
                    <a:pt x="2994" y="150"/>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2" name="Google Shape;722;p45"/>
            <p:cNvSpPr/>
            <p:nvPr/>
          </p:nvSpPr>
          <p:spPr>
            <a:xfrm>
              <a:off x="2853925" y="1944450"/>
              <a:ext cx="67375" cy="71125"/>
            </a:xfrm>
            <a:custGeom>
              <a:rect b="b" l="l" r="r" t="t"/>
              <a:pathLst>
                <a:path extrusionOk="0" h="2845" w="2695">
                  <a:moveTo>
                    <a:pt x="2694" y="0"/>
                  </a:moveTo>
                  <a:lnTo>
                    <a:pt x="1946" y="599"/>
                  </a:lnTo>
                  <a:lnTo>
                    <a:pt x="1198" y="1198"/>
                  </a:lnTo>
                  <a:lnTo>
                    <a:pt x="0" y="2695"/>
                  </a:lnTo>
                  <a:lnTo>
                    <a:pt x="0" y="2844"/>
                  </a:lnTo>
                  <a:lnTo>
                    <a:pt x="1497" y="1497"/>
                  </a:lnTo>
                  <a:lnTo>
                    <a:pt x="2245" y="749"/>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3" name="Google Shape;723;p45"/>
            <p:cNvSpPr/>
            <p:nvPr/>
          </p:nvSpPr>
          <p:spPr>
            <a:xfrm>
              <a:off x="2809025" y="1899550"/>
              <a:ext cx="71100" cy="71125"/>
            </a:xfrm>
            <a:custGeom>
              <a:rect b="b" l="l" r="r" t="t"/>
              <a:pathLst>
                <a:path extrusionOk="0" h="2845" w="2844">
                  <a:moveTo>
                    <a:pt x="2694" y="0"/>
                  </a:moveTo>
                  <a:lnTo>
                    <a:pt x="1946" y="449"/>
                  </a:lnTo>
                  <a:lnTo>
                    <a:pt x="1347" y="1198"/>
                  </a:lnTo>
                  <a:lnTo>
                    <a:pt x="0" y="2695"/>
                  </a:lnTo>
                  <a:lnTo>
                    <a:pt x="0" y="2844"/>
                  </a:lnTo>
                  <a:lnTo>
                    <a:pt x="150" y="2844"/>
                  </a:lnTo>
                  <a:lnTo>
                    <a:pt x="1647" y="1497"/>
                  </a:lnTo>
                  <a:lnTo>
                    <a:pt x="2245" y="749"/>
                  </a:lnTo>
                  <a:lnTo>
                    <a:pt x="2844" y="150"/>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4" name="Google Shape;724;p45"/>
            <p:cNvSpPr/>
            <p:nvPr/>
          </p:nvSpPr>
          <p:spPr>
            <a:xfrm>
              <a:off x="2775325" y="1847150"/>
              <a:ext cx="71125" cy="67375"/>
            </a:xfrm>
            <a:custGeom>
              <a:rect b="b" l="l" r="r" t="t"/>
              <a:pathLst>
                <a:path extrusionOk="0" h="2695" w="2845">
                  <a:moveTo>
                    <a:pt x="2695" y="1"/>
                  </a:moveTo>
                  <a:lnTo>
                    <a:pt x="1947" y="450"/>
                  </a:lnTo>
                  <a:lnTo>
                    <a:pt x="1348" y="1198"/>
                  </a:lnTo>
                  <a:lnTo>
                    <a:pt x="1" y="2695"/>
                  </a:lnTo>
                  <a:lnTo>
                    <a:pt x="151" y="2695"/>
                  </a:lnTo>
                  <a:lnTo>
                    <a:pt x="1647" y="1498"/>
                  </a:lnTo>
                  <a:lnTo>
                    <a:pt x="2246" y="749"/>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5" name="Google Shape;725;p45"/>
            <p:cNvSpPr/>
            <p:nvPr/>
          </p:nvSpPr>
          <p:spPr>
            <a:xfrm>
              <a:off x="2737925" y="1809750"/>
              <a:ext cx="56150" cy="56150"/>
            </a:xfrm>
            <a:custGeom>
              <a:rect b="b" l="l" r="r" t="t"/>
              <a:pathLst>
                <a:path extrusionOk="0" h="2246" w="2246">
                  <a:moveTo>
                    <a:pt x="2096" y="0"/>
                  </a:moveTo>
                  <a:lnTo>
                    <a:pt x="1497" y="449"/>
                  </a:lnTo>
                  <a:lnTo>
                    <a:pt x="898" y="1048"/>
                  </a:lnTo>
                  <a:lnTo>
                    <a:pt x="0" y="2245"/>
                  </a:lnTo>
                  <a:lnTo>
                    <a:pt x="1198" y="1347"/>
                  </a:lnTo>
                  <a:lnTo>
                    <a:pt x="1796" y="748"/>
                  </a:lnTo>
                  <a:lnTo>
                    <a:pt x="2245" y="150"/>
                  </a:lnTo>
                  <a:lnTo>
                    <a:pt x="22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6" name="Google Shape;726;p45"/>
            <p:cNvSpPr/>
            <p:nvPr/>
          </p:nvSpPr>
          <p:spPr>
            <a:xfrm>
              <a:off x="2700500" y="1776050"/>
              <a:ext cx="41175" cy="41200"/>
            </a:xfrm>
            <a:custGeom>
              <a:rect b="b" l="l" r="r" t="t"/>
              <a:pathLst>
                <a:path extrusionOk="0" h="1648" w="1647">
                  <a:moveTo>
                    <a:pt x="1497" y="1"/>
                  </a:moveTo>
                  <a:lnTo>
                    <a:pt x="599" y="749"/>
                  </a:lnTo>
                  <a:lnTo>
                    <a:pt x="0" y="1647"/>
                  </a:lnTo>
                  <a:lnTo>
                    <a:pt x="0" y="1647"/>
                  </a:lnTo>
                  <a:lnTo>
                    <a:pt x="898" y="1049"/>
                  </a:lnTo>
                  <a:lnTo>
                    <a:pt x="1647" y="151"/>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7" name="Google Shape;727;p45"/>
            <p:cNvSpPr/>
            <p:nvPr/>
          </p:nvSpPr>
          <p:spPr>
            <a:xfrm>
              <a:off x="2659325" y="1734900"/>
              <a:ext cx="33725" cy="37450"/>
            </a:xfrm>
            <a:custGeom>
              <a:rect b="b" l="l" r="r" t="t"/>
              <a:pathLst>
                <a:path extrusionOk="0" h="1498" w="1349">
                  <a:moveTo>
                    <a:pt x="1198" y="0"/>
                  </a:moveTo>
                  <a:lnTo>
                    <a:pt x="450" y="599"/>
                  </a:lnTo>
                  <a:lnTo>
                    <a:pt x="1" y="1348"/>
                  </a:lnTo>
                  <a:lnTo>
                    <a:pt x="1" y="1497"/>
                  </a:lnTo>
                  <a:lnTo>
                    <a:pt x="151" y="1497"/>
                  </a:lnTo>
                  <a:lnTo>
                    <a:pt x="749" y="899"/>
                  </a:lnTo>
                  <a:lnTo>
                    <a:pt x="134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8" name="Google Shape;728;p45"/>
            <p:cNvSpPr/>
            <p:nvPr/>
          </p:nvSpPr>
          <p:spPr>
            <a:xfrm>
              <a:off x="2621925" y="1686250"/>
              <a:ext cx="37425" cy="33700"/>
            </a:xfrm>
            <a:custGeom>
              <a:rect b="b" l="l" r="r" t="t"/>
              <a:pathLst>
                <a:path extrusionOk="0" h="1348" w="1497">
                  <a:moveTo>
                    <a:pt x="1347" y="1"/>
                  </a:moveTo>
                  <a:lnTo>
                    <a:pt x="898" y="150"/>
                  </a:lnTo>
                  <a:lnTo>
                    <a:pt x="599" y="450"/>
                  </a:lnTo>
                  <a:lnTo>
                    <a:pt x="0" y="1198"/>
                  </a:lnTo>
                  <a:lnTo>
                    <a:pt x="0" y="1348"/>
                  </a:lnTo>
                  <a:lnTo>
                    <a:pt x="150" y="1348"/>
                  </a:lnTo>
                  <a:lnTo>
                    <a:pt x="898" y="749"/>
                  </a:lnTo>
                  <a:lnTo>
                    <a:pt x="1198" y="450"/>
                  </a:lnTo>
                  <a:lnTo>
                    <a:pt x="14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9" name="Google Shape;729;p45"/>
            <p:cNvSpPr/>
            <p:nvPr/>
          </p:nvSpPr>
          <p:spPr>
            <a:xfrm>
              <a:off x="2580750" y="1641350"/>
              <a:ext cx="29975" cy="33700"/>
            </a:xfrm>
            <a:custGeom>
              <a:rect b="b" l="l" r="r" t="t"/>
              <a:pathLst>
                <a:path extrusionOk="0" h="1348" w="1199">
                  <a:moveTo>
                    <a:pt x="1048" y="0"/>
                  </a:moveTo>
                  <a:lnTo>
                    <a:pt x="450" y="599"/>
                  </a:lnTo>
                  <a:lnTo>
                    <a:pt x="1" y="1198"/>
                  </a:lnTo>
                  <a:lnTo>
                    <a:pt x="1" y="1348"/>
                  </a:lnTo>
                  <a:lnTo>
                    <a:pt x="150" y="1348"/>
                  </a:lnTo>
                  <a:lnTo>
                    <a:pt x="749" y="749"/>
                  </a:lnTo>
                  <a:lnTo>
                    <a:pt x="119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0" name="Google Shape;730;p45"/>
            <p:cNvSpPr/>
            <p:nvPr/>
          </p:nvSpPr>
          <p:spPr>
            <a:xfrm>
              <a:off x="4268375" y="3201750"/>
              <a:ext cx="123500" cy="127250"/>
            </a:xfrm>
            <a:custGeom>
              <a:rect b="b" l="l" r="r" t="t"/>
              <a:pathLst>
                <a:path extrusionOk="0" h="5090" w="4940">
                  <a:moveTo>
                    <a:pt x="4940" y="0"/>
                  </a:moveTo>
                  <a:lnTo>
                    <a:pt x="3593" y="1198"/>
                  </a:lnTo>
                  <a:lnTo>
                    <a:pt x="2395" y="2395"/>
                  </a:lnTo>
                  <a:lnTo>
                    <a:pt x="1" y="4940"/>
                  </a:lnTo>
                  <a:lnTo>
                    <a:pt x="1" y="5090"/>
                  </a:lnTo>
                  <a:lnTo>
                    <a:pt x="150" y="5090"/>
                  </a:lnTo>
                  <a:lnTo>
                    <a:pt x="2695" y="2695"/>
                  </a:lnTo>
                  <a:lnTo>
                    <a:pt x="4940" y="150"/>
                  </a:lnTo>
                  <a:lnTo>
                    <a:pt x="49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1" name="Google Shape;731;p45"/>
            <p:cNvSpPr/>
            <p:nvPr/>
          </p:nvSpPr>
          <p:spPr>
            <a:xfrm>
              <a:off x="4309550" y="3250400"/>
              <a:ext cx="127250" cy="127250"/>
            </a:xfrm>
            <a:custGeom>
              <a:rect b="b" l="l" r="r" t="t"/>
              <a:pathLst>
                <a:path extrusionOk="0" h="5090" w="5090">
                  <a:moveTo>
                    <a:pt x="4939" y="0"/>
                  </a:moveTo>
                  <a:lnTo>
                    <a:pt x="3742" y="1048"/>
                  </a:lnTo>
                  <a:lnTo>
                    <a:pt x="2545" y="2245"/>
                  </a:lnTo>
                  <a:lnTo>
                    <a:pt x="1197" y="3593"/>
                  </a:lnTo>
                  <a:lnTo>
                    <a:pt x="0" y="4940"/>
                  </a:lnTo>
                  <a:lnTo>
                    <a:pt x="0" y="5089"/>
                  </a:lnTo>
                  <a:lnTo>
                    <a:pt x="150" y="5089"/>
                  </a:lnTo>
                  <a:lnTo>
                    <a:pt x="2844" y="2545"/>
                  </a:lnTo>
                  <a:lnTo>
                    <a:pt x="4041" y="1497"/>
                  </a:lnTo>
                  <a:lnTo>
                    <a:pt x="4640" y="898"/>
                  </a:lnTo>
                  <a:lnTo>
                    <a:pt x="5089" y="1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2" name="Google Shape;732;p45"/>
            <p:cNvSpPr/>
            <p:nvPr/>
          </p:nvSpPr>
          <p:spPr>
            <a:xfrm>
              <a:off x="4361925" y="3302775"/>
              <a:ext cx="108550" cy="108550"/>
            </a:xfrm>
            <a:custGeom>
              <a:rect b="b" l="l" r="r" t="t"/>
              <a:pathLst>
                <a:path extrusionOk="0" h="4342" w="4342">
                  <a:moveTo>
                    <a:pt x="4341" y="1"/>
                  </a:moveTo>
                  <a:lnTo>
                    <a:pt x="2096" y="2096"/>
                  </a:lnTo>
                  <a:lnTo>
                    <a:pt x="1" y="4192"/>
                  </a:lnTo>
                  <a:lnTo>
                    <a:pt x="1" y="4341"/>
                  </a:lnTo>
                  <a:lnTo>
                    <a:pt x="150" y="4341"/>
                  </a:lnTo>
                  <a:lnTo>
                    <a:pt x="2246" y="2396"/>
                  </a:lnTo>
                  <a:lnTo>
                    <a:pt x="4341" y="150"/>
                  </a:lnTo>
                  <a:lnTo>
                    <a:pt x="434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3" name="Google Shape;733;p45"/>
            <p:cNvSpPr/>
            <p:nvPr/>
          </p:nvSpPr>
          <p:spPr>
            <a:xfrm>
              <a:off x="4376900" y="3355175"/>
              <a:ext cx="131000" cy="127250"/>
            </a:xfrm>
            <a:custGeom>
              <a:rect b="b" l="l" r="r" t="t"/>
              <a:pathLst>
                <a:path extrusionOk="0" h="5090" w="5240">
                  <a:moveTo>
                    <a:pt x="5089" y="0"/>
                  </a:moveTo>
                  <a:lnTo>
                    <a:pt x="3742" y="1198"/>
                  </a:lnTo>
                  <a:lnTo>
                    <a:pt x="2395" y="2395"/>
                  </a:lnTo>
                  <a:lnTo>
                    <a:pt x="1198" y="3593"/>
                  </a:lnTo>
                  <a:lnTo>
                    <a:pt x="0" y="4940"/>
                  </a:lnTo>
                  <a:lnTo>
                    <a:pt x="0" y="5089"/>
                  </a:lnTo>
                  <a:lnTo>
                    <a:pt x="150" y="5089"/>
                  </a:lnTo>
                  <a:lnTo>
                    <a:pt x="1497" y="3892"/>
                  </a:lnTo>
                  <a:lnTo>
                    <a:pt x="2694" y="2694"/>
                  </a:lnTo>
                  <a:lnTo>
                    <a:pt x="4042" y="1347"/>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4" name="Google Shape;734;p45"/>
            <p:cNvSpPr/>
            <p:nvPr/>
          </p:nvSpPr>
          <p:spPr>
            <a:xfrm>
              <a:off x="4440500" y="3403825"/>
              <a:ext cx="104800" cy="101050"/>
            </a:xfrm>
            <a:custGeom>
              <a:rect b="b" l="l" r="r" t="t"/>
              <a:pathLst>
                <a:path extrusionOk="0" h="4042" w="4192">
                  <a:moveTo>
                    <a:pt x="4042" y="0"/>
                  </a:moveTo>
                  <a:lnTo>
                    <a:pt x="2994" y="898"/>
                  </a:lnTo>
                  <a:lnTo>
                    <a:pt x="1947" y="1796"/>
                  </a:lnTo>
                  <a:lnTo>
                    <a:pt x="1" y="3892"/>
                  </a:lnTo>
                  <a:lnTo>
                    <a:pt x="1" y="4041"/>
                  </a:lnTo>
                  <a:lnTo>
                    <a:pt x="150" y="4041"/>
                  </a:lnTo>
                  <a:lnTo>
                    <a:pt x="2246" y="2096"/>
                  </a:lnTo>
                  <a:lnTo>
                    <a:pt x="3294" y="1048"/>
                  </a:lnTo>
                  <a:lnTo>
                    <a:pt x="41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5" name="Google Shape;735;p45"/>
            <p:cNvSpPr/>
            <p:nvPr/>
          </p:nvSpPr>
          <p:spPr>
            <a:xfrm>
              <a:off x="4534050" y="3501100"/>
              <a:ext cx="86100" cy="86100"/>
            </a:xfrm>
            <a:custGeom>
              <a:rect b="b" l="l" r="r" t="t"/>
              <a:pathLst>
                <a:path extrusionOk="0" h="3444" w="3444">
                  <a:moveTo>
                    <a:pt x="3294" y="1"/>
                  </a:moveTo>
                  <a:lnTo>
                    <a:pt x="1498" y="1498"/>
                  </a:lnTo>
                  <a:lnTo>
                    <a:pt x="1" y="3294"/>
                  </a:lnTo>
                  <a:lnTo>
                    <a:pt x="1" y="3443"/>
                  </a:lnTo>
                  <a:lnTo>
                    <a:pt x="150" y="3443"/>
                  </a:lnTo>
                  <a:lnTo>
                    <a:pt x="1049" y="2695"/>
                  </a:lnTo>
                  <a:lnTo>
                    <a:pt x="1947"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6" name="Google Shape;736;p45"/>
            <p:cNvSpPr/>
            <p:nvPr/>
          </p:nvSpPr>
          <p:spPr>
            <a:xfrm>
              <a:off x="4492900" y="3452450"/>
              <a:ext cx="89825" cy="89850"/>
            </a:xfrm>
            <a:custGeom>
              <a:rect b="b" l="l" r="r" t="t"/>
              <a:pathLst>
                <a:path extrusionOk="0" h="3594" w="3593">
                  <a:moveTo>
                    <a:pt x="3443" y="1"/>
                  </a:moveTo>
                  <a:lnTo>
                    <a:pt x="1647" y="1647"/>
                  </a:lnTo>
                  <a:lnTo>
                    <a:pt x="0" y="3444"/>
                  </a:lnTo>
                  <a:lnTo>
                    <a:pt x="0" y="3593"/>
                  </a:lnTo>
                  <a:lnTo>
                    <a:pt x="150" y="3593"/>
                  </a:lnTo>
                  <a:lnTo>
                    <a:pt x="1946" y="1947"/>
                  </a:lnTo>
                  <a:lnTo>
                    <a:pt x="3593" y="151"/>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7" name="Google Shape;737;p45"/>
            <p:cNvSpPr/>
            <p:nvPr/>
          </p:nvSpPr>
          <p:spPr>
            <a:xfrm>
              <a:off x="4578950" y="3549750"/>
              <a:ext cx="78625" cy="78600"/>
            </a:xfrm>
            <a:custGeom>
              <a:rect b="b" l="l" r="r" t="t"/>
              <a:pathLst>
                <a:path extrusionOk="0" h="3144" w="3145">
                  <a:moveTo>
                    <a:pt x="3144" y="1"/>
                  </a:moveTo>
                  <a:lnTo>
                    <a:pt x="1498" y="1497"/>
                  </a:lnTo>
                  <a:lnTo>
                    <a:pt x="749" y="2246"/>
                  </a:lnTo>
                  <a:lnTo>
                    <a:pt x="1" y="2994"/>
                  </a:lnTo>
                  <a:lnTo>
                    <a:pt x="1" y="3144"/>
                  </a:lnTo>
                  <a:lnTo>
                    <a:pt x="151" y="3144"/>
                  </a:lnTo>
                  <a:lnTo>
                    <a:pt x="450" y="2994"/>
                  </a:lnTo>
                  <a:lnTo>
                    <a:pt x="1947" y="1647"/>
                  </a:lnTo>
                  <a:lnTo>
                    <a:pt x="3144" y="150"/>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8" name="Google Shape;738;p45"/>
            <p:cNvSpPr/>
            <p:nvPr/>
          </p:nvSpPr>
          <p:spPr>
            <a:xfrm>
              <a:off x="4623875" y="3598400"/>
              <a:ext cx="71100" cy="74850"/>
            </a:xfrm>
            <a:custGeom>
              <a:rect b="b" l="l" r="r" t="t"/>
              <a:pathLst>
                <a:path extrusionOk="0" h="2994" w="2844">
                  <a:moveTo>
                    <a:pt x="2694" y="0"/>
                  </a:moveTo>
                  <a:lnTo>
                    <a:pt x="1197" y="1347"/>
                  </a:lnTo>
                  <a:lnTo>
                    <a:pt x="0" y="2695"/>
                  </a:lnTo>
                  <a:lnTo>
                    <a:pt x="0" y="2994"/>
                  </a:lnTo>
                  <a:lnTo>
                    <a:pt x="150" y="2994"/>
                  </a:lnTo>
                  <a:lnTo>
                    <a:pt x="1647" y="1647"/>
                  </a:lnTo>
                  <a:lnTo>
                    <a:pt x="2844"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9" name="Google Shape;739;p45"/>
            <p:cNvSpPr/>
            <p:nvPr/>
          </p:nvSpPr>
          <p:spPr>
            <a:xfrm>
              <a:off x="4657550" y="3650775"/>
              <a:ext cx="74850" cy="74875"/>
            </a:xfrm>
            <a:custGeom>
              <a:rect b="b" l="l" r="r" t="t"/>
              <a:pathLst>
                <a:path extrusionOk="0" h="2995" w="2994">
                  <a:moveTo>
                    <a:pt x="2844" y="1"/>
                  </a:moveTo>
                  <a:lnTo>
                    <a:pt x="1347" y="1348"/>
                  </a:lnTo>
                  <a:lnTo>
                    <a:pt x="599" y="2096"/>
                  </a:lnTo>
                  <a:lnTo>
                    <a:pt x="0" y="2845"/>
                  </a:lnTo>
                  <a:lnTo>
                    <a:pt x="0" y="2994"/>
                  </a:lnTo>
                  <a:lnTo>
                    <a:pt x="150" y="2994"/>
                  </a:lnTo>
                  <a:lnTo>
                    <a:pt x="898" y="2396"/>
                  </a:lnTo>
                  <a:lnTo>
                    <a:pt x="1647" y="1647"/>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0" name="Google Shape;740;p45"/>
            <p:cNvSpPr/>
            <p:nvPr/>
          </p:nvSpPr>
          <p:spPr>
            <a:xfrm>
              <a:off x="4698700" y="3699425"/>
              <a:ext cx="71125" cy="71125"/>
            </a:xfrm>
            <a:custGeom>
              <a:rect b="b" l="l" r="r" t="t"/>
              <a:pathLst>
                <a:path extrusionOk="0" h="2845" w="2845">
                  <a:moveTo>
                    <a:pt x="2695" y="1"/>
                  </a:moveTo>
                  <a:lnTo>
                    <a:pt x="1348" y="1348"/>
                  </a:lnTo>
                  <a:lnTo>
                    <a:pt x="599" y="1947"/>
                  </a:lnTo>
                  <a:lnTo>
                    <a:pt x="1" y="2845"/>
                  </a:lnTo>
                  <a:lnTo>
                    <a:pt x="150" y="2845"/>
                  </a:lnTo>
                  <a:lnTo>
                    <a:pt x="899" y="2246"/>
                  </a:lnTo>
                  <a:lnTo>
                    <a:pt x="1497" y="1647"/>
                  </a:lnTo>
                  <a:lnTo>
                    <a:pt x="2845" y="150"/>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1" name="Google Shape;741;p45"/>
            <p:cNvSpPr/>
            <p:nvPr/>
          </p:nvSpPr>
          <p:spPr>
            <a:xfrm>
              <a:off x="4739875" y="3744325"/>
              <a:ext cx="74850" cy="71125"/>
            </a:xfrm>
            <a:custGeom>
              <a:rect b="b" l="l" r="r" t="t"/>
              <a:pathLst>
                <a:path extrusionOk="0" h="2845" w="2994">
                  <a:moveTo>
                    <a:pt x="2844" y="1"/>
                  </a:moveTo>
                  <a:lnTo>
                    <a:pt x="1347" y="1348"/>
                  </a:lnTo>
                  <a:lnTo>
                    <a:pt x="599" y="1947"/>
                  </a:lnTo>
                  <a:lnTo>
                    <a:pt x="0" y="2695"/>
                  </a:lnTo>
                  <a:lnTo>
                    <a:pt x="150" y="2845"/>
                  </a:lnTo>
                  <a:lnTo>
                    <a:pt x="898" y="2396"/>
                  </a:lnTo>
                  <a:lnTo>
                    <a:pt x="1647" y="1647"/>
                  </a:lnTo>
                  <a:lnTo>
                    <a:pt x="2994" y="151"/>
                  </a:lnTo>
                  <a:lnTo>
                    <a:pt x="28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2" name="Google Shape;742;p45"/>
            <p:cNvSpPr/>
            <p:nvPr/>
          </p:nvSpPr>
          <p:spPr>
            <a:xfrm>
              <a:off x="4777275" y="3800475"/>
              <a:ext cx="71125" cy="67375"/>
            </a:xfrm>
            <a:custGeom>
              <a:rect b="b" l="l" r="r" t="t"/>
              <a:pathLst>
                <a:path extrusionOk="0" h="2695" w="2845">
                  <a:moveTo>
                    <a:pt x="2695" y="0"/>
                  </a:moveTo>
                  <a:lnTo>
                    <a:pt x="1198" y="1197"/>
                  </a:lnTo>
                  <a:lnTo>
                    <a:pt x="600" y="1946"/>
                  </a:lnTo>
                  <a:lnTo>
                    <a:pt x="1" y="2545"/>
                  </a:lnTo>
                  <a:lnTo>
                    <a:pt x="1" y="2694"/>
                  </a:lnTo>
                  <a:lnTo>
                    <a:pt x="151" y="2694"/>
                  </a:lnTo>
                  <a:lnTo>
                    <a:pt x="749" y="2245"/>
                  </a:lnTo>
                  <a:lnTo>
                    <a:pt x="1498" y="149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3" name="Google Shape;743;p45"/>
            <p:cNvSpPr/>
            <p:nvPr/>
          </p:nvSpPr>
          <p:spPr>
            <a:xfrm>
              <a:off x="4829675" y="3845375"/>
              <a:ext cx="56150" cy="59875"/>
            </a:xfrm>
            <a:custGeom>
              <a:rect b="b" l="l" r="r" t="t"/>
              <a:pathLst>
                <a:path extrusionOk="0" h="2395" w="2246">
                  <a:moveTo>
                    <a:pt x="2096" y="0"/>
                  </a:moveTo>
                  <a:lnTo>
                    <a:pt x="898" y="1048"/>
                  </a:lnTo>
                  <a:lnTo>
                    <a:pt x="449" y="1647"/>
                  </a:lnTo>
                  <a:lnTo>
                    <a:pt x="0" y="2245"/>
                  </a:lnTo>
                  <a:lnTo>
                    <a:pt x="0" y="2395"/>
                  </a:lnTo>
                  <a:lnTo>
                    <a:pt x="749" y="1946"/>
                  </a:lnTo>
                  <a:lnTo>
                    <a:pt x="1198" y="1347"/>
                  </a:lnTo>
                  <a:lnTo>
                    <a:pt x="2246" y="150"/>
                  </a:lnTo>
                  <a:lnTo>
                    <a:pt x="22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4" name="Google Shape;744;p45"/>
            <p:cNvSpPr/>
            <p:nvPr/>
          </p:nvSpPr>
          <p:spPr>
            <a:xfrm>
              <a:off x="4882050" y="3897750"/>
              <a:ext cx="41200" cy="41200"/>
            </a:xfrm>
            <a:custGeom>
              <a:rect b="b" l="l" r="r" t="t"/>
              <a:pathLst>
                <a:path extrusionOk="0" h="1648" w="1648">
                  <a:moveTo>
                    <a:pt x="1498" y="1"/>
                  </a:moveTo>
                  <a:lnTo>
                    <a:pt x="749" y="599"/>
                  </a:lnTo>
                  <a:lnTo>
                    <a:pt x="1" y="1497"/>
                  </a:lnTo>
                  <a:lnTo>
                    <a:pt x="1" y="1647"/>
                  </a:lnTo>
                  <a:lnTo>
                    <a:pt x="151" y="1647"/>
                  </a:lnTo>
                  <a:lnTo>
                    <a:pt x="899" y="899"/>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5" name="Google Shape;745;p45"/>
            <p:cNvSpPr/>
            <p:nvPr/>
          </p:nvSpPr>
          <p:spPr>
            <a:xfrm>
              <a:off x="4926950" y="3942650"/>
              <a:ext cx="37450" cy="37450"/>
            </a:xfrm>
            <a:custGeom>
              <a:rect b="b" l="l" r="r" t="t"/>
              <a:pathLst>
                <a:path extrusionOk="0" h="1498" w="1498">
                  <a:moveTo>
                    <a:pt x="1348" y="1"/>
                  </a:moveTo>
                  <a:lnTo>
                    <a:pt x="600" y="600"/>
                  </a:lnTo>
                  <a:lnTo>
                    <a:pt x="1" y="1348"/>
                  </a:lnTo>
                  <a:lnTo>
                    <a:pt x="151" y="1348"/>
                  </a:lnTo>
                  <a:lnTo>
                    <a:pt x="300" y="1498"/>
                  </a:lnTo>
                  <a:lnTo>
                    <a:pt x="899" y="899"/>
                  </a:lnTo>
                  <a:lnTo>
                    <a:pt x="1498" y="150"/>
                  </a:lnTo>
                  <a:lnTo>
                    <a:pt x="149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6" name="Google Shape;746;p45"/>
            <p:cNvSpPr/>
            <p:nvPr/>
          </p:nvSpPr>
          <p:spPr>
            <a:xfrm>
              <a:off x="4964375" y="3995050"/>
              <a:ext cx="37450" cy="33700"/>
            </a:xfrm>
            <a:custGeom>
              <a:rect b="b" l="l" r="r" t="t"/>
              <a:pathLst>
                <a:path extrusionOk="0" h="1348" w="1498">
                  <a:moveTo>
                    <a:pt x="1348" y="0"/>
                  </a:moveTo>
                  <a:lnTo>
                    <a:pt x="599" y="599"/>
                  </a:lnTo>
                  <a:lnTo>
                    <a:pt x="300" y="898"/>
                  </a:lnTo>
                  <a:lnTo>
                    <a:pt x="1" y="1198"/>
                  </a:lnTo>
                  <a:lnTo>
                    <a:pt x="1" y="1347"/>
                  </a:lnTo>
                  <a:lnTo>
                    <a:pt x="150" y="1347"/>
                  </a:lnTo>
                  <a:lnTo>
                    <a:pt x="599" y="1198"/>
                  </a:lnTo>
                  <a:lnTo>
                    <a:pt x="899" y="749"/>
                  </a:lnTo>
                  <a:lnTo>
                    <a:pt x="149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7" name="Google Shape;747;p45"/>
            <p:cNvSpPr/>
            <p:nvPr/>
          </p:nvSpPr>
          <p:spPr>
            <a:xfrm>
              <a:off x="5009275" y="4039950"/>
              <a:ext cx="33725" cy="29950"/>
            </a:xfrm>
            <a:custGeom>
              <a:rect b="b" l="l" r="r" t="t"/>
              <a:pathLst>
                <a:path extrusionOk="0" h="1198" w="1349">
                  <a:moveTo>
                    <a:pt x="1198" y="0"/>
                  </a:moveTo>
                  <a:lnTo>
                    <a:pt x="600" y="599"/>
                  </a:lnTo>
                  <a:lnTo>
                    <a:pt x="1" y="1048"/>
                  </a:lnTo>
                  <a:lnTo>
                    <a:pt x="1" y="1198"/>
                  </a:lnTo>
                  <a:lnTo>
                    <a:pt x="151" y="1198"/>
                  </a:lnTo>
                  <a:lnTo>
                    <a:pt x="749" y="749"/>
                  </a:lnTo>
                  <a:lnTo>
                    <a:pt x="134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8" name="Google Shape;748;p45"/>
            <p:cNvSpPr/>
            <p:nvPr/>
          </p:nvSpPr>
          <p:spPr>
            <a:xfrm>
              <a:off x="3344125" y="3328975"/>
              <a:ext cx="127250" cy="123500"/>
            </a:xfrm>
            <a:custGeom>
              <a:rect b="b" l="l" r="r" t="t"/>
              <a:pathLst>
                <a:path extrusionOk="0" h="4940" w="5090">
                  <a:moveTo>
                    <a:pt x="0" y="1"/>
                  </a:moveTo>
                  <a:lnTo>
                    <a:pt x="0" y="150"/>
                  </a:lnTo>
                  <a:lnTo>
                    <a:pt x="2395" y="2695"/>
                  </a:lnTo>
                  <a:lnTo>
                    <a:pt x="4939" y="4940"/>
                  </a:lnTo>
                  <a:lnTo>
                    <a:pt x="5089" y="4940"/>
                  </a:lnTo>
                  <a:lnTo>
                    <a:pt x="3892" y="3593"/>
                  </a:lnTo>
                  <a:lnTo>
                    <a:pt x="2694" y="2395"/>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9" name="Google Shape;749;p45"/>
            <p:cNvSpPr/>
            <p:nvPr/>
          </p:nvSpPr>
          <p:spPr>
            <a:xfrm>
              <a:off x="3295475" y="3370125"/>
              <a:ext cx="123500" cy="127275"/>
            </a:xfrm>
            <a:custGeom>
              <a:rect b="b" l="l" r="r" t="t"/>
              <a:pathLst>
                <a:path extrusionOk="0" h="5091" w="4940">
                  <a:moveTo>
                    <a:pt x="0" y="1"/>
                  </a:moveTo>
                  <a:lnTo>
                    <a:pt x="0" y="151"/>
                  </a:lnTo>
                  <a:lnTo>
                    <a:pt x="2545" y="2845"/>
                  </a:lnTo>
                  <a:lnTo>
                    <a:pt x="3593" y="4042"/>
                  </a:lnTo>
                  <a:lnTo>
                    <a:pt x="4191" y="4641"/>
                  </a:lnTo>
                  <a:lnTo>
                    <a:pt x="4940" y="5090"/>
                  </a:lnTo>
                  <a:lnTo>
                    <a:pt x="4940" y="4940"/>
                  </a:lnTo>
                  <a:lnTo>
                    <a:pt x="3892" y="3743"/>
                  </a:lnTo>
                  <a:lnTo>
                    <a:pt x="2844" y="2546"/>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0" name="Google Shape;750;p45"/>
            <p:cNvSpPr/>
            <p:nvPr/>
          </p:nvSpPr>
          <p:spPr>
            <a:xfrm>
              <a:off x="3261800" y="3422525"/>
              <a:ext cx="108525" cy="108550"/>
            </a:xfrm>
            <a:custGeom>
              <a:rect b="b" l="l" r="r" t="t"/>
              <a:pathLst>
                <a:path extrusionOk="0" h="4342" w="4341">
                  <a:moveTo>
                    <a:pt x="0" y="0"/>
                  </a:moveTo>
                  <a:lnTo>
                    <a:pt x="0" y="150"/>
                  </a:lnTo>
                  <a:lnTo>
                    <a:pt x="1946" y="2246"/>
                  </a:lnTo>
                  <a:lnTo>
                    <a:pt x="4191" y="4341"/>
                  </a:lnTo>
                  <a:lnTo>
                    <a:pt x="4341" y="4341"/>
                  </a:lnTo>
                  <a:lnTo>
                    <a:pt x="4341" y="4191"/>
                  </a:lnTo>
                  <a:lnTo>
                    <a:pt x="2245" y="2096"/>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1" name="Google Shape;751;p45"/>
            <p:cNvSpPr/>
            <p:nvPr/>
          </p:nvSpPr>
          <p:spPr>
            <a:xfrm>
              <a:off x="3190700" y="3437500"/>
              <a:ext cx="127250" cy="130975"/>
            </a:xfrm>
            <a:custGeom>
              <a:rect b="b" l="l" r="r" t="t"/>
              <a:pathLst>
                <a:path extrusionOk="0" h="5239" w="5090">
                  <a:moveTo>
                    <a:pt x="0" y="0"/>
                  </a:moveTo>
                  <a:lnTo>
                    <a:pt x="0" y="150"/>
                  </a:lnTo>
                  <a:lnTo>
                    <a:pt x="1198" y="1497"/>
                  </a:lnTo>
                  <a:lnTo>
                    <a:pt x="2395" y="2694"/>
                  </a:lnTo>
                  <a:lnTo>
                    <a:pt x="3742" y="4042"/>
                  </a:lnTo>
                  <a:lnTo>
                    <a:pt x="5089" y="5239"/>
                  </a:lnTo>
                  <a:lnTo>
                    <a:pt x="5089" y="5089"/>
                  </a:lnTo>
                  <a:lnTo>
                    <a:pt x="3892" y="3742"/>
                  </a:lnTo>
                  <a:lnTo>
                    <a:pt x="2694" y="2395"/>
                  </a:lnTo>
                  <a:lnTo>
                    <a:pt x="134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2" name="Google Shape;752;p45"/>
            <p:cNvSpPr/>
            <p:nvPr/>
          </p:nvSpPr>
          <p:spPr>
            <a:xfrm>
              <a:off x="3168250" y="3501100"/>
              <a:ext cx="101050" cy="104800"/>
            </a:xfrm>
            <a:custGeom>
              <a:rect b="b" l="l" r="r" t="t"/>
              <a:pathLst>
                <a:path extrusionOk="0" h="4192" w="4042">
                  <a:moveTo>
                    <a:pt x="0" y="1"/>
                  </a:moveTo>
                  <a:lnTo>
                    <a:pt x="0" y="150"/>
                  </a:lnTo>
                  <a:lnTo>
                    <a:pt x="1946" y="2246"/>
                  </a:lnTo>
                  <a:lnTo>
                    <a:pt x="2844" y="3294"/>
                  </a:lnTo>
                  <a:lnTo>
                    <a:pt x="4041" y="4192"/>
                  </a:lnTo>
                  <a:lnTo>
                    <a:pt x="4041" y="4042"/>
                  </a:lnTo>
                  <a:lnTo>
                    <a:pt x="3143" y="2994"/>
                  </a:lnTo>
                  <a:lnTo>
                    <a:pt x="2245" y="19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3" name="Google Shape;753;p45"/>
            <p:cNvSpPr/>
            <p:nvPr/>
          </p:nvSpPr>
          <p:spPr>
            <a:xfrm>
              <a:off x="3085925" y="3594650"/>
              <a:ext cx="86075" cy="86100"/>
            </a:xfrm>
            <a:custGeom>
              <a:rect b="b" l="l" r="r" t="t"/>
              <a:pathLst>
                <a:path extrusionOk="0" h="3444" w="3443">
                  <a:moveTo>
                    <a:pt x="0" y="1"/>
                  </a:moveTo>
                  <a:lnTo>
                    <a:pt x="0" y="150"/>
                  </a:lnTo>
                  <a:lnTo>
                    <a:pt x="749" y="1048"/>
                  </a:lnTo>
                  <a:lnTo>
                    <a:pt x="1497" y="1947"/>
                  </a:lnTo>
                  <a:lnTo>
                    <a:pt x="3443" y="3443"/>
                  </a:lnTo>
                  <a:lnTo>
                    <a:pt x="3443" y="3294"/>
                  </a:lnTo>
                  <a:lnTo>
                    <a:pt x="1946" y="149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4" name="Google Shape;754;p45"/>
            <p:cNvSpPr/>
            <p:nvPr/>
          </p:nvSpPr>
          <p:spPr>
            <a:xfrm>
              <a:off x="3130825" y="3553500"/>
              <a:ext cx="89825" cy="89825"/>
            </a:xfrm>
            <a:custGeom>
              <a:rect b="b" l="l" r="r" t="t"/>
              <a:pathLst>
                <a:path extrusionOk="0" h="3593" w="3593">
                  <a:moveTo>
                    <a:pt x="0" y="0"/>
                  </a:moveTo>
                  <a:lnTo>
                    <a:pt x="0" y="150"/>
                  </a:lnTo>
                  <a:lnTo>
                    <a:pt x="1647" y="1946"/>
                  </a:lnTo>
                  <a:lnTo>
                    <a:pt x="3443" y="3593"/>
                  </a:lnTo>
                  <a:lnTo>
                    <a:pt x="3593" y="3593"/>
                  </a:lnTo>
                  <a:lnTo>
                    <a:pt x="3593" y="3443"/>
                  </a:lnTo>
                  <a:lnTo>
                    <a:pt x="1946" y="16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5" name="Google Shape;755;p45"/>
            <p:cNvSpPr/>
            <p:nvPr/>
          </p:nvSpPr>
          <p:spPr>
            <a:xfrm>
              <a:off x="3044750" y="3639550"/>
              <a:ext cx="78625" cy="78625"/>
            </a:xfrm>
            <a:custGeom>
              <a:rect b="b" l="l" r="r" t="t"/>
              <a:pathLst>
                <a:path extrusionOk="0" h="3145" w="3145">
                  <a:moveTo>
                    <a:pt x="1" y="1"/>
                  </a:moveTo>
                  <a:lnTo>
                    <a:pt x="1" y="151"/>
                  </a:lnTo>
                  <a:lnTo>
                    <a:pt x="599" y="1049"/>
                  </a:lnTo>
                  <a:lnTo>
                    <a:pt x="1348" y="1797"/>
                  </a:lnTo>
                  <a:lnTo>
                    <a:pt x="2994" y="3144"/>
                  </a:lnTo>
                  <a:lnTo>
                    <a:pt x="3144" y="3144"/>
                  </a:lnTo>
                  <a:lnTo>
                    <a:pt x="2096" y="1797"/>
                  </a:lnTo>
                  <a:lnTo>
                    <a:pt x="1049" y="8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6" name="Google Shape;756;p45"/>
            <p:cNvSpPr/>
            <p:nvPr/>
          </p:nvSpPr>
          <p:spPr>
            <a:xfrm>
              <a:off x="2999850" y="3684450"/>
              <a:ext cx="71125" cy="71125"/>
            </a:xfrm>
            <a:custGeom>
              <a:rect b="b" l="l" r="r" t="t"/>
              <a:pathLst>
                <a:path extrusionOk="0" h="2845" w="2845">
                  <a:moveTo>
                    <a:pt x="1" y="1"/>
                  </a:moveTo>
                  <a:lnTo>
                    <a:pt x="1" y="151"/>
                  </a:lnTo>
                  <a:lnTo>
                    <a:pt x="1348" y="1647"/>
                  </a:lnTo>
                  <a:lnTo>
                    <a:pt x="2845" y="2845"/>
                  </a:lnTo>
                  <a:lnTo>
                    <a:pt x="2845" y="2695"/>
                  </a:lnTo>
                  <a:lnTo>
                    <a:pt x="164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7" name="Google Shape;757;p45"/>
            <p:cNvSpPr/>
            <p:nvPr/>
          </p:nvSpPr>
          <p:spPr>
            <a:xfrm>
              <a:off x="2947475" y="3718150"/>
              <a:ext cx="74850" cy="74850"/>
            </a:xfrm>
            <a:custGeom>
              <a:rect b="b" l="l" r="r" t="t"/>
              <a:pathLst>
                <a:path extrusionOk="0" h="2994" w="2994">
                  <a:moveTo>
                    <a:pt x="0" y="0"/>
                  </a:moveTo>
                  <a:lnTo>
                    <a:pt x="0" y="150"/>
                  </a:lnTo>
                  <a:lnTo>
                    <a:pt x="599" y="898"/>
                  </a:lnTo>
                  <a:lnTo>
                    <a:pt x="1347" y="1647"/>
                  </a:lnTo>
                  <a:lnTo>
                    <a:pt x="2994" y="2994"/>
                  </a:lnTo>
                  <a:lnTo>
                    <a:pt x="2994" y="2844"/>
                  </a:lnTo>
                  <a:lnTo>
                    <a:pt x="1647" y="134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8" name="Google Shape;758;p45"/>
            <p:cNvSpPr/>
            <p:nvPr/>
          </p:nvSpPr>
          <p:spPr>
            <a:xfrm>
              <a:off x="2902575" y="3759300"/>
              <a:ext cx="71100" cy="71125"/>
            </a:xfrm>
            <a:custGeom>
              <a:rect b="b" l="l" r="r" t="t"/>
              <a:pathLst>
                <a:path extrusionOk="0" h="2845" w="2844">
                  <a:moveTo>
                    <a:pt x="0" y="1"/>
                  </a:moveTo>
                  <a:lnTo>
                    <a:pt x="0" y="150"/>
                  </a:lnTo>
                  <a:lnTo>
                    <a:pt x="599" y="899"/>
                  </a:lnTo>
                  <a:lnTo>
                    <a:pt x="1197" y="1497"/>
                  </a:lnTo>
                  <a:lnTo>
                    <a:pt x="2694" y="2844"/>
                  </a:lnTo>
                  <a:lnTo>
                    <a:pt x="2844" y="2844"/>
                  </a:lnTo>
                  <a:lnTo>
                    <a:pt x="2844" y="2695"/>
                  </a:lnTo>
                  <a:lnTo>
                    <a:pt x="1497" y="1348"/>
                  </a:lnTo>
                  <a:lnTo>
                    <a:pt x="898" y="5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9" name="Google Shape;759;p45"/>
            <p:cNvSpPr/>
            <p:nvPr/>
          </p:nvSpPr>
          <p:spPr>
            <a:xfrm>
              <a:off x="2857650" y="3800475"/>
              <a:ext cx="71125" cy="71100"/>
            </a:xfrm>
            <a:custGeom>
              <a:rect b="b" l="l" r="r" t="t"/>
              <a:pathLst>
                <a:path extrusionOk="0" h="2844" w="2845">
                  <a:moveTo>
                    <a:pt x="151" y="0"/>
                  </a:moveTo>
                  <a:lnTo>
                    <a:pt x="1" y="150"/>
                  </a:lnTo>
                  <a:lnTo>
                    <a:pt x="1" y="449"/>
                  </a:lnTo>
                  <a:lnTo>
                    <a:pt x="600" y="1048"/>
                  </a:lnTo>
                  <a:lnTo>
                    <a:pt x="1198" y="1646"/>
                  </a:lnTo>
                  <a:lnTo>
                    <a:pt x="2695" y="2844"/>
                  </a:lnTo>
                  <a:lnTo>
                    <a:pt x="2845" y="2844"/>
                  </a:lnTo>
                  <a:lnTo>
                    <a:pt x="1498" y="1347"/>
                  </a:lnTo>
                  <a:lnTo>
                    <a:pt x="749" y="599"/>
                  </a:lnTo>
                  <a:lnTo>
                    <a:pt x="15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60" name="Google Shape;760;p45"/>
            <p:cNvSpPr/>
            <p:nvPr/>
          </p:nvSpPr>
          <p:spPr>
            <a:xfrm>
              <a:off x="2805275" y="3837875"/>
              <a:ext cx="67375" cy="71125"/>
            </a:xfrm>
            <a:custGeom>
              <a:rect b="b" l="l" r="r" t="t"/>
              <a:pathLst>
                <a:path extrusionOk="0" h="2845" w="2695">
                  <a:moveTo>
                    <a:pt x="0" y="1"/>
                  </a:moveTo>
                  <a:lnTo>
                    <a:pt x="0" y="150"/>
                  </a:lnTo>
                  <a:lnTo>
                    <a:pt x="449" y="749"/>
                  </a:lnTo>
                  <a:lnTo>
                    <a:pt x="1198" y="1498"/>
                  </a:lnTo>
                  <a:lnTo>
                    <a:pt x="2695" y="2845"/>
                  </a:lnTo>
                  <a:lnTo>
                    <a:pt x="2695" y="2695"/>
                  </a:lnTo>
                  <a:lnTo>
                    <a:pt x="1497" y="1198"/>
                  </a:lnTo>
                  <a:lnTo>
                    <a:pt x="749" y="600"/>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61" name="Google Shape;761;p45"/>
            <p:cNvSpPr/>
            <p:nvPr/>
          </p:nvSpPr>
          <p:spPr>
            <a:xfrm>
              <a:off x="2767850" y="3890275"/>
              <a:ext cx="59900" cy="56150"/>
            </a:xfrm>
            <a:custGeom>
              <a:rect b="b" l="l" r="r" t="t"/>
              <a:pathLst>
                <a:path extrusionOk="0" h="2246" w="2396">
                  <a:moveTo>
                    <a:pt x="1" y="0"/>
                  </a:moveTo>
                  <a:lnTo>
                    <a:pt x="450" y="749"/>
                  </a:lnTo>
                  <a:lnTo>
                    <a:pt x="1048" y="1198"/>
                  </a:lnTo>
                  <a:lnTo>
                    <a:pt x="2246" y="2245"/>
                  </a:lnTo>
                  <a:lnTo>
                    <a:pt x="2395" y="2096"/>
                  </a:lnTo>
                  <a:lnTo>
                    <a:pt x="1348" y="898"/>
                  </a:lnTo>
                  <a:lnTo>
                    <a:pt x="749" y="44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62" name="Google Shape;762;p45"/>
            <p:cNvSpPr/>
            <p:nvPr/>
          </p:nvSpPr>
          <p:spPr>
            <a:xfrm>
              <a:off x="2734175" y="3942650"/>
              <a:ext cx="41175" cy="41200"/>
            </a:xfrm>
            <a:custGeom>
              <a:rect b="b" l="l" r="r" t="t"/>
              <a:pathLst>
                <a:path extrusionOk="0" h="1648" w="1647">
                  <a:moveTo>
                    <a:pt x="0" y="1"/>
                  </a:moveTo>
                  <a:lnTo>
                    <a:pt x="0" y="150"/>
                  </a:lnTo>
                  <a:lnTo>
                    <a:pt x="749" y="899"/>
                  </a:lnTo>
                  <a:lnTo>
                    <a:pt x="1647" y="1647"/>
                  </a:lnTo>
                  <a:lnTo>
                    <a:pt x="1647" y="1498"/>
                  </a:lnTo>
                  <a:lnTo>
                    <a:pt x="1048" y="7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63" name="Google Shape;763;p45"/>
            <p:cNvSpPr/>
            <p:nvPr/>
          </p:nvSpPr>
          <p:spPr>
            <a:xfrm>
              <a:off x="2693025" y="3987550"/>
              <a:ext cx="37425" cy="37450"/>
            </a:xfrm>
            <a:custGeom>
              <a:rect b="b" l="l" r="r" t="t"/>
              <a:pathLst>
                <a:path extrusionOk="0" h="1498" w="1497">
                  <a:moveTo>
                    <a:pt x="150" y="1"/>
                  </a:moveTo>
                  <a:lnTo>
                    <a:pt x="0" y="151"/>
                  </a:lnTo>
                  <a:lnTo>
                    <a:pt x="0" y="300"/>
                  </a:lnTo>
                  <a:lnTo>
                    <a:pt x="599" y="899"/>
                  </a:lnTo>
                  <a:lnTo>
                    <a:pt x="1347" y="1498"/>
                  </a:lnTo>
                  <a:lnTo>
                    <a:pt x="1497" y="1498"/>
                  </a:lnTo>
                  <a:lnTo>
                    <a:pt x="1497" y="1348"/>
                  </a:lnTo>
                  <a:lnTo>
                    <a:pt x="89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64" name="Google Shape;764;p45"/>
            <p:cNvSpPr/>
            <p:nvPr/>
          </p:nvSpPr>
          <p:spPr>
            <a:xfrm>
              <a:off x="2644375" y="4024975"/>
              <a:ext cx="33700" cy="37450"/>
            </a:xfrm>
            <a:custGeom>
              <a:rect b="b" l="l" r="r" t="t"/>
              <a:pathLst>
                <a:path extrusionOk="0" h="1498" w="1348">
                  <a:moveTo>
                    <a:pt x="0" y="1"/>
                  </a:moveTo>
                  <a:lnTo>
                    <a:pt x="0" y="150"/>
                  </a:lnTo>
                  <a:lnTo>
                    <a:pt x="150" y="599"/>
                  </a:lnTo>
                  <a:lnTo>
                    <a:pt x="449" y="899"/>
                  </a:lnTo>
                  <a:lnTo>
                    <a:pt x="1198" y="1498"/>
                  </a:lnTo>
                  <a:lnTo>
                    <a:pt x="1347" y="1348"/>
                  </a:lnTo>
                  <a:lnTo>
                    <a:pt x="749" y="599"/>
                  </a:lnTo>
                  <a:lnTo>
                    <a:pt x="449" y="3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65" name="Google Shape;765;p45"/>
            <p:cNvSpPr/>
            <p:nvPr/>
          </p:nvSpPr>
          <p:spPr>
            <a:xfrm>
              <a:off x="2599475" y="4069875"/>
              <a:ext cx="33700" cy="33700"/>
            </a:xfrm>
            <a:custGeom>
              <a:rect b="b" l="l" r="r" t="t"/>
              <a:pathLst>
                <a:path extrusionOk="0" h="1348" w="1348">
                  <a:moveTo>
                    <a:pt x="0" y="1"/>
                  </a:moveTo>
                  <a:lnTo>
                    <a:pt x="0" y="151"/>
                  </a:lnTo>
                  <a:lnTo>
                    <a:pt x="599" y="749"/>
                  </a:lnTo>
                  <a:lnTo>
                    <a:pt x="1197" y="1348"/>
                  </a:lnTo>
                  <a:lnTo>
                    <a:pt x="1347" y="1198"/>
                  </a:lnTo>
                  <a:lnTo>
                    <a:pt x="74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66" name="Google Shape;766;p45"/>
            <p:cNvSpPr/>
            <p:nvPr/>
          </p:nvSpPr>
          <p:spPr>
            <a:xfrm>
              <a:off x="3546175" y="2558125"/>
              <a:ext cx="291900" cy="18750"/>
            </a:xfrm>
            <a:custGeom>
              <a:rect b="b" l="l" r="r" t="t"/>
              <a:pathLst>
                <a:path extrusionOk="0" h="750" w="11676">
                  <a:moveTo>
                    <a:pt x="4641" y="1"/>
                  </a:moveTo>
                  <a:lnTo>
                    <a:pt x="150" y="150"/>
                  </a:lnTo>
                  <a:lnTo>
                    <a:pt x="1" y="300"/>
                  </a:lnTo>
                  <a:lnTo>
                    <a:pt x="1" y="450"/>
                  </a:lnTo>
                  <a:lnTo>
                    <a:pt x="150" y="450"/>
                  </a:lnTo>
                  <a:lnTo>
                    <a:pt x="4641" y="749"/>
                  </a:lnTo>
                  <a:lnTo>
                    <a:pt x="9131" y="749"/>
                  </a:lnTo>
                  <a:lnTo>
                    <a:pt x="9730" y="599"/>
                  </a:lnTo>
                  <a:lnTo>
                    <a:pt x="11526" y="599"/>
                  </a:lnTo>
                  <a:lnTo>
                    <a:pt x="11676" y="450"/>
                  </a:lnTo>
                  <a:lnTo>
                    <a:pt x="11676" y="300"/>
                  </a:lnTo>
                  <a:lnTo>
                    <a:pt x="11526" y="150"/>
                  </a:lnTo>
                  <a:lnTo>
                    <a:pt x="9580" y="150"/>
                  </a:lnTo>
                  <a:lnTo>
                    <a:pt x="913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67" name="Google Shape;767;p45"/>
            <p:cNvSpPr/>
            <p:nvPr/>
          </p:nvSpPr>
          <p:spPr>
            <a:xfrm>
              <a:off x="3534950" y="2397225"/>
              <a:ext cx="280675" cy="18725"/>
            </a:xfrm>
            <a:custGeom>
              <a:rect b="b" l="l" r="r" t="t"/>
              <a:pathLst>
                <a:path extrusionOk="0" h="749" w="11227">
                  <a:moveTo>
                    <a:pt x="2396" y="1"/>
                  </a:moveTo>
                  <a:lnTo>
                    <a:pt x="150" y="300"/>
                  </a:lnTo>
                  <a:lnTo>
                    <a:pt x="1" y="300"/>
                  </a:lnTo>
                  <a:lnTo>
                    <a:pt x="150" y="450"/>
                  </a:lnTo>
                  <a:lnTo>
                    <a:pt x="2845" y="749"/>
                  </a:lnTo>
                  <a:lnTo>
                    <a:pt x="6586" y="749"/>
                  </a:lnTo>
                  <a:lnTo>
                    <a:pt x="7634" y="599"/>
                  </a:lnTo>
                  <a:lnTo>
                    <a:pt x="11077" y="599"/>
                  </a:lnTo>
                  <a:lnTo>
                    <a:pt x="11227" y="450"/>
                  </a:lnTo>
                  <a:lnTo>
                    <a:pt x="11227" y="300"/>
                  </a:lnTo>
                  <a:lnTo>
                    <a:pt x="11077" y="150"/>
                  </a:lnTo>
                  <a:lnTo>
                    <a:pt x="673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68" name="Google Shape;768;p45"/>
            <p:cNvSpPr/>
            <p:nvPr/>
          </p:nvSpPr>
          <p:spPr>
            <a:xfrm>
              <a:off x="3546175" y="2311150"/>
              <a:ext cx="273200" cy="26225"/>
            </a:xfrm>
            <a:custGeom>
              <a:rect b="b" l="l" r="r" t="t"/>
              <a:pathLst>
                <a:path extrusionOk="0" h="1049" w="10928">
                  <a:moveTo>
                    <a:pt x="4192" y="1"/>
                  </a:moveTo>
                  <a:lnTo>
                    <a:pt x="1797" y="151"/>
                  </a:lnTo>
                  <a:lnTo>
                    <a:pt x="899" y="300"/>
                  </a:lnTo>
                  <a:lnTo>
                    <a:pt x="150" y="450"/>
                  </a:lnTo>
                  <a:lnTo>
                    <a:pt x="1" y="600"/>
                  </a:lnTo>
                  <a:lnTo>
                    <a:pt x="150" y="600"/>
                  </a:lnTo>
                  <a:lnTo>
                    <a:pt x="450" y="749"/>
                  </a:lnTo>
                  <a:lnTo>
                    <a:pt x="1647" y="899"/>
                  </a:lnTo>
                  <a:lnTo>
                    <a:pt x="2845" y="899"/>
                  </a:lnTo>
                  <a:lnTo>
                    <a:pt x="4940" y="1049"/>
                  </a:lnTo>
                  <a:lnTo>
                    <a:pt x="7036" y="1049"/>
                  </a:lnTo>
                  <a:lnTo>
                    <a:pt x="8981" y="899"/>
                  </a:lnTo>
                  <a:lnTo>
                    <a:pt x="10927" y="600"/>
                  </a:lnTo>
                  <a:lnTo>
                    <a:pt x="10927" y="450"/>
                  </a:lnTo>
                  <a:lnTo>
                    <a:pt x="8682" y="151"/>
                  </a:lnTo>
                  <a:lnTo>
                    <a:pt x="643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69" name="Google Shape;769;p45"/>
            <p:cNvSpPr/>
            <p:nvPr/>
          </p:nvSpPr>
          <p:spPr>
            <a:xfrm>
              <a:off x="3549925" y="2232575"/>
              <a:ext cx="261950" cy="22475"/>
            </a:xfrm>
            <a:custGeom>
              <a:rect b="b" l="l" r="r" t="t"/>
              <a:pathLst>
                <a:path extrusionOk="0" h="899" w="10478">
                  <a:moveTo>
                    <a:pt x="5688" y="1"/>
                  </a:moveTo>
                  <a:lnTo>
                    <a:pt x="2994" y="150"/>
                  </a:lnTo>
                  <a:lnTo>
                    <a:pt x="150" y="300"/>
                  </a:lnTo>
                  <a:lnTo>
                    <a:pt x="0" y="450"/>
                  </a:lnTo>
                  <a:lnTo>
                    <a:pt x="150" y="599"/>
                  </a:lnTo>
                  <a:lnTo>
                    <a:pt x="2994" y="899"/>
                  </a:lnTo>
                  <a:lnTo>
                    <a:pt x="8083" y="899"/>
                  </a:lnTo>
                  <a:lnTo>
                    <a:pt x="9280" y="749"/>
                  </a:lnTo>
                  <a:lnTo>
                    <a:pt x="10478" y="599"/>
                  </a:lnTo>
                  <a:lnTo>
                    <a:pt x="10478" y="450"/>
                  </a:lnTo>
                  <a:lnTo>
                    <a:pt x="9280" y="150"/>
                  </a:lnTo>
                  <a:lnTo>
                    <a:pt x="808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0" name="Google Shape;770;p45"/>
            <p:cNvSpPr/>
            <p:nvPr/>
          </p:nvSpPr>
          <p:spPr>
            <a:xfrm>
              <a:off x="3564900" y="2150250"/>
              <a:ext cx="246975" cy="26225"/>
            </a:xfrm>
            <a:custGeom>
              <a:rect b="b" l="l" r="r" t="t"/>
              <a:pathLst>
                <a:path extrusionOk="0" h="1049" w="9879">
                  <a:moveTo>
                    <a:pt x="4939" y="1"/>
                  </a:moveTo>
                  <a:lnTo>
                    <a:pt x="2545" y="150"/>
                  </a:lnTo>
                  <a:lnTo>
                    <a:pt x="150" y="300"/>
                  </a:lnTo>
                  <a:lnTo>
                    <a:pt x="0" y="450"/>
                  </a:lnTo>
                  <a:lnTo>
                    <a:pt x="150" y="599"/>
                  </a:lnTo>
                  <a:lnTo>
                    <a:pt x="2545" y="899"/>
                  </a:lnTo>
                  <a:lnTo>
                    <a:pt x="4939" y="1049"/>
                  </a:lnTo>
                  <a:lnTo>
                    <a:pt x="7484" y="1049"/>
                  </a:lnTo>
                  <a:lnTo>
                    <a:pt x="8532" y="899"/>
                  </a:lnTo>
                  <a:lnTo>
                    <a:pt x="9729" y="749"/>
                  </a:lnTo>
                  <a:lnTo>
                    <a:pt x="9879" y="599"/>
                  </a:lnTo>
                  <a:lnTo>
                    <a:pt x="9729" y="450"/>
                  </a:lnTo>
                  <a:lnTo>
                    <a:pt x="8532" y="150"/>
                  </a:lnTo>
                  <a:lnTo>
                    <a:pt x="748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1" name="Google Shape;771;p45"/>
            <p:cNvSpPr/>
            <p:nvPr/>
          </p:nvSpPr>
          <p:spPr>
            <a:xfrm>
              <a:off x="3576125" y="2071675"/>
              <a:ext cx="243250" cy="22475"/>
            </a:xfrm>
            <a:custGeom>
              <a:rect b="b" l="l" r="r" t="t"/>
              <a:pathLst>
                <a:path extrusionOk="0" h="899" w="9730">
                  <a:moveTo>
                    <a:pt x="5239" y="1"/>
                  </a:moveTo>
                  <a:lnTo>
                    <a:pt x="2694" y="150"/>
                  </a:lnTo>
                  <a:lnTo>
                    <a:pt x="150" y="300"/>
                  </a:lnTo>
                  <a:lnTo>
                    <a:pt x="0" y="300"/>
                  </a:lnTo>
                  <a:lnTo>
                    <a:pt x="0" y="450"/>
                  </a:lnTo>
                  <a:lnTo>
                    <a:pt x="0" y="599"/>
                  </a:lnTo>
                  <a:lnTo>
                    <a:pt x="150" y="599"/>
                  </a:lnTo>
                  <a:lnTo>
                    <a:pt x="2694" y="749"/>
                  </a:lnTo>
                  <a:lnTo>
                    <a:pt x="5239" y="899"/>
                  </a:lnTo>
                  <a:lnTo>
                    <a:pt x="8532" y="899"/>
                  </a:lnTo>
                  <a:lnTo>
                    <a:pt x="9580" y="599"/>
                  </a:lnTo>
                  <a:lnTo>
                    <a:pt x="9729" y="450"/>
                  </a:lnTo>
                  <a:lnTo>
                    <a:pt x="9580" y="300"/>
                  </a:lnTo>
                  <a:lnTo>
                    <a:pt x="8532" y="150"/>
                  </a:lnTo>
                  <a:lnTo>
                    <a:pt x="733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2" name="Google Shape;772;p45"/>
            <p:cNvSpPr/>
            <p:nvPr/>
          </p:nvSpPr>
          <p:spPr>
            <a:xfrm>
              <a:off x="3587350" y="1993100"/>
              <a:ext cx="235750" cy="22475"/>
            </a:xfrm>
            <a:custGeom>
              <a:rect b="b" l="l" r="r" t="t"/>
              <a:pathLst>
                <a:path extrusionOk="0" h="899" w="9430">
                  <a:moveTo>
                    <a:pt x="2395" y="0"/>
                  </a:moveTo>
                  <a:lnTo>
                    <a:pt x="150" y="300"/>
                  </a:lnTo>
                  <a:lnTo>
                    <a:pt x="0" y="449"/>
                  </a:lnTo>
                  <a:lnTo>
                    <a:pt x="150" y="599"/>
                  </a:lnTo>
                  <a:lnTo>
                    <a:pt x="2395" y="749"/>
                  </a:lnTo>
                  <a:lnTo>
                    <a:pt x="4640" y="898"/>
                  </a:lnTo>
                  <a:lnTo>
                    <a:pt x="9131" y="599"/>
                  </a:lnTo>
                  <a:lnTo>
                    <a:pt x="9280" y="599"/>
                  </a:lnTo>
                  <a:lnTo>
                    <a:pt x="9430" y="449"/>
                  </a:lnTo>
                  <a:lnTo>
                    <a:pt x="9280" y="150"/>
                  </a:lnTo>
                  <a:lnTo>
                    <a:pt x="9131" y="150"/>
                  </a:lnTo>
                  <a:lnTo>
                    <a:pt x="46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3" name="Google Shape;773;p45"/>
            <p:cNvSpPr/>
            <p:nvPr/>
          </p:nvSpPr>
          <p:spPr>
            <a:xfrm>
              <a:off x="3594825" y="1907025"/>
              <a:ext cx="235775" cy="22475"/>
            </a:xfrm>
            <a:custGeom>
              <a:rect b="b" l="l" r="r" t="t"/>
              <a:pathLst>
                <a:path extrusionOk="0" h="899" w="9431">
                  <a:moveTo>
                    <a:pt x="1198" y="1"/>
                  </a:moveTo>
                  <a:lnTo>
                    <a:pt x="150" y="300"/>
                  </a:lnTo>
                  <a:lnTo>
                    <a:pt x="1" y="300"/>
                  </a:lnTo>
                  <a:lnTo>
                    <a:pt x="1" y="450"/>
                  </a:lnTo>
                  <a:lnTo>
                    <a:pt x="1" y="599"/>
                  </a:lnTo>
                  <a:lnTo>
                    <a:pt x="150" y="599"/>
                  </a:lnTo>
                  <a:lnTo>
                    <a:pt x="1198" y="899"/>
                  </a:lnTo>
                  <a:lnTo>
                    <a:pt x="6736" y="899"/>
                  </a:lnTo>
                  <a:lnTo>
                    <a:pt x="9281" y="749"/>
                  </a:lnTo>
                  <a:lnTo>
                    <a:pt x="9430" y="749"/>
                  </a:lnTo>
                  <a:lnTo>
                    <a:pt x="9430" y="599"/>
                  </a:lnTo>
                  <a:lnTo>
                    <a:pt x="9430" y="450"/>
                  </a:lnTo>
                  <a:lnTo>
                    <a:pt x="9281" y="450"/>
                  </a:lnTo>
                  <a:lnTo>
                    <a:pt x="6736" y="150"/>
                  </a:lnTo>
                  <a:lnTo>
                    <a:pt x="4341" y="150"/>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4" name="Google Shape;774;p45"/>
            <p:cNvSpPr/>
            <p:nvPr/>
          </p:nvSpPr>
          <p:spPr>
            <a:xfrm>
              <a:off x="3609800" y="1828450"/>
              <a:ext cx="205825" cy="22475"/>
            </a:xfrm>
            <a:custGeom>
              <a:rect b="b" l="l" r="r" t="t"/>
              <a:pathLst>
                <a:path extrusionOk="0" h="899" w="8233">
                  <a:moveTo>
                    <a:pt x="4042" y="0"/>
                  </a:moveTo>
                  <a:lnTo>
                    <a:pt x="2096" y="150"/>
                  </a:lnTo>
                  <a:lnTo>
                    <a:pt x="150" y="300"/>
                  </a:lnTo>
                  <a:lnTo>
                    <a:pt x="0" y="449"/>
                  </a:lnTo>
                  <a:lnTo>
                    <a:pt x="150" y="599"/>
                  </a:lnTo>
                  <a:lnTo>
                    <a:pt x="4042" y="898"/>
                  </a:lnTo>
                  <a:lnTo>
                    <a:pt x="5987" y="898"/>
                  </a:lnTo>
                  <a:lnTo>
                    <a:pt x="7933" y="749"/>
                  </a:lnTo>
                  <a:lnTo>
                    <a:pt x="8233" y="749"/>
                  </a:lnTo>
                  <a:lnTo>
                    <a:pt x="8233" y="449"/>
                  </a:lnTo>
                  <a:lnTo>
                    <a:pt x="8233" y="300"/>
                  </a:lnTo>
                  <a:lnTo>
                    <a:pt x="7933" y="300"/>
                  </a:lnTo>
                  <a:lnTo>
                    <a:pt x="598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5" name="Google Shape;775;p45"/>
            <p:cNvSpPr/>
            <p:nvPr/>
          </p:nvSpPr>
          <p:spPr>
            <a:xfrm>
              <a:off x="3624750" y="1746125"/>
              <a:ext cx="243275" cy="26225"/>
            </a:xfrm>
            <a:custGeom>
              <a:rect b="b" l="l" r="r" t="t"/>
              <a:pathLst>
                <a:path extrusionOk="0" h="1049" w="9731">
                  <a:moveTo>
                    <a:pt x="4791" y="0"/>
                  </a:moveTo>
                  <a:lnTo>
                    <a:pt x="2396" y="150"/>
                  </a:lnTo>
                  <a:lnTo>
                    <a:pt x="151" y="450"/>
                  </a:lnTo>
                  <a:lnTo>
                    <a:pt x="1" y="599"/>
                  </a:lnTo>
                  <a:lnTo>
                    <a:pt x="151" y="749"/>
                  </a:lnTo>
                  <a:lnTo>
                    <a:pt x="2096" y="899"/>
                  </a:lnTo>
                  <a:lnTo>
                    <a:pt x="4042" y="1048"/>
                  </a:lnTo>
                  <a:lnTo>
                    <a:pt x="7784" y="1048"/>
                  </a:lnTo>
                  <a:lnTo>
                    <a:pt x="9580" y="749"/>
                  </a:lnTo>
                  <a:lnTo>
                    <a:pt x="9730" y="749"/>
                  </a:lnTo>
                  <a:lnTo>
                    <a:pt x="9730" y="450"/>
                  </a:lnTo>
                  <a:lnTo>
                    <a:pt x="9580" y="30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6" name="Google Shape;776;p45"/>
            <p:cNvSpPr/>
            <p:nvPr/>
          </p:nvSpPr>
          <p:spPr>
            <a:xfrm>
              <a:off x="3632250" y="1667550"/>
              <a:ext cx="198350" cy="22475"/>
            </a:xfrm>
            <a:custGeom>
              <a:rect b="b" l="l" r="r" t="t"/>
              <a:pathLst>
                <a:path extrusionOk="0" h="899" w="7934">
                  <a:moveTo>
                    <a:pt x="1946" y="0"/>
                  </a:moveTo>
                  <a:lnTo>
                    <a:pt x="150" y="300"/>
                  </a:lnTo>
                  <a:lnTo>
                    <a:pt x="0" y="449"/>
                  </a:lnTo>
                  <a:lnTo>
                    <a:pt x="150" y="599"/>
                  </a:lnTo>
                  <a:lnTo>
                    <a:pt x="1946" y="898"/>
                  </a:lnTo>
                  <a:lnTo>
                    <a:pt x="5838" y="898"/>
                  </a:lnTo>
                  <a:lnTo>
                    <a:pt x="7634" y="749"/>
                  </a:lnTo>
                  <a:lnTo>
                    <a:pt x="7784" y="599"/>
                  </a:lnTo>
                  <a:lnTo>
                    <a:pt x="7933" y="449"/>
                  </a:lnTo>
                  <a:lnTo>
                    <a:pt x="7784" y="300"/>
                  </a:lnTo>
                  <a:lnTo>
                    <a:pt x="7634" y="300"/>
                  </a:lnTo>
                  <a:lnTo>
                    <a:pt x="5838"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7" name="Google Shape;777;p45"/>
            <p:cNvSpPr/>
            <p:nvPr/>
          </p:nvSpPr>
          <p:spPr>
            <a:xfrm>
              <a:off x="3654700" y="1506650"/>
              <a:ext cx="164675" cy="26200"/>
            </a:xfrm>
            <a:custGeom>
              <a:rect b="b" l="l" r="r" t="t"/>
              <a:pathLst>
                <a:path extrusionOk="0" h="1048" w="6587">
                  <a:moveTo>
                    <a:pt x="2994" y="0"/>
                  </a:moveTo>
                  <a:lnTo>
                    <a:pt x="1497" y="150"/>
                  </a:lnTo>
                  <a:lnTo>
                    <a:pt x="150" y="449"/>
                  </a:lnTo>
                  <a:lnTo>
                    <a:pt x="0" y="449"/>
                  </a:lnTo>
                  <a:lnTo>
                    <a:pt x="0" y="599"/>
                  </a:lnTo>
                  <a:lnTo>
                    <a:pt x="150" y="748"/>
                  </a:lnTo>
                  <a:lnTo>
                    <a:pt x="1647" y="898"/>
                  </a:lnTo>
                  <a:lnTo>
                    <a:pt x="3293" y="1048"/>
                  </a:lnTo>
                  <a:lnTo>
                    <a:pt x="4790" y="898"/>
                  </a:lnTo>
                  <a:lnTo>
                    <a:pt x="6437" y="748"/>
                  </a:lnTo>
                  <a:lnTo>
                    <a:pt x="6586" y="599"/>
                  </a:lnTo>
                  <a:lnTo>
                    <a:pt x="6586" y="449"/>
                  </a:lnTo>
                  <a:lnTo>
                    <a:pt x="6586" y="299"/>
                  </a:lnTo>
                  <a:lnTo>
                    <a:pt x="6437" y="299"/>
                  </a:lnTo>
                  <a:lnTo>
                    <a:pt x="5838" y="150"/>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8" name="Google Shape;778;p45"/>
            <p:cNvSpPr/>
            <p:nvPr/>
          </p:nvSpPr>
          <p:spPr>
            <a:xfrm>
              <a:off x="3643475" y="1588950"/>
              <a:ext cx="172150" cy="22500"/>
            </a:xfrm>
            <a:custGeom>
              <a:rect b="b" l="l" r="r" t="t"/>
              <a:pathLst>
                <a:path extrusionOk="0" h="900" w="6886">
                  <a:moveTo>
                    <a:pt x="1796" y="1"/>
                  </a:moveTo>
                  <a:lnTo>
                    <a:pt x="150" y="300"/>
                  </a:lnTo>
                  <a:lnTo>
                    <a:pt x="0" y="300"/>
                  </a:lnTo>
                  <a:lnTo>
                    <a:pt x="0" y="450"/>
                  </a:lnTo>
                  <a:lnTo>
                    <a:pt x="150" y="600"/>
                  </a:lnTo>
                  <a:lnTo>
                    <a:pt x="1796" y="749"/>
                  </a:lnTo>
                  <a:lnTo>
                    <a:pt x="3443" y="899"/>
                  </a:lnTo>
                  <a:lnTo>
                    <a:pt x="5089" y="899"/>
                  </a:lnTo>
                  <a:lnTo>
                    <a:pt x="6736" y="600"/>
                  </a:lnTo>
                  <a:lnTo>
                    <a:pt x="6886" y="600"/>
                  </a:lnTo>
                  <a:lnTo>
                    <a:pt x="6886" y="450"/>
                  </a:lnTo>
                  <a:lnTo>
                    <a:pt x="6886" y="300"/>
                  </a:lnTo>
                  <a:lnTo>
                    <a:pt x="6736" y="151"/>
                  </a:lnTo>
                  <a:lnTo>
                    <a:pt x="508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9" name="Google Shape;779;p45"/>
            <p:cNvSpPr/>
            <p:nvPr/>
          </p:nvSpPr>
          <p:spPr>
            <a:xfrm>
              <a:off x="3665925" y="1424325"/>
              <a:ext cx="149700" cy="26200"/>
            </a:xfrm>
            <a:custGeom>
              <a:rect b="b" l="l" r="r" t="t"/>
              <a:pathLst>
                <a:path extrusionOk="0" h="1048" w="5988">
                  <a:moveTo>
                    <a:pt x="2844" y="0"/>
                  </a:moveTo>
                  <a:lnTo>
                    <a:pt x="1497" y="150"/>
                  </a:lnTo>
                  <a:lnTo>
                    <a:pt x="0" y="299"/>
                  </a:lnTo>
                  <a:lnTo>
                    <a:pt x="0" y="599"/>
                  </a:lnTo>
                  <a:lnTo>
                    <a:pt x="0" y="749"/>
                  </a:lnTo>
                  <a:lnTo>
                    <a:pt x="1497" y="898"/>
                  </a:lnTo>
                  <a:lnTo>
                    <a:pt x="2844" y="1048"/>
                  </a:lnTo>
                  <a:lnTo>
                    <a:pt x="4341" y="1048"/>
                  </a:lnTo>
                  <a:lnTo>
                    <a:pt x="5688" y="749"/>
                  </a:lnTo>
                  <a:lnTo>
                    <a:pt x="5838" y="599"/>
                  </a:lnTo>
                  <a:lnTo>
                    <a:pt x="5988" y="599"/>
                  </a:lnTo>
                  <a:lnTo>
                    <a:pt x="5838" y="449"/>
                  </a:lnTo>
                  <a:lnTo>
                    <a:pt x="5688" y="299"/>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0" name="Google Shape;780;p45"/>
            <p:cNvSpPr/>
            <p:nvPr/>
          </p:nvSpPr>
          <p:spPr>
            <a:xfrm>
              <a:off x="3677150" y="1345725"/>
              <a:ext cx="134725" cy="26225"/>
            </a:xfrm>
            <a:custGeom>
              <a:rect b="b" l="l" r="r" t="t"/>
              <a:pathLst>
                <a:path extrusionOk="0" h="1049" w="5389">
                  <a:moveTo>
                    <a:pt x="1497" y="1"/>
                  </a:moveTo>
                  <a:lnTo>
                    <a:pt x="150" y="300"/>
                  </a:lnTo>
                  <a:lnTo>
                    <a:pt x="150" y="450"/>
                  </a:lnTo>
                  <a:lnTo>
                    <a:pt x="0" y="450"/>
                  </a:lnTo>
                  <a:lnTo>
                    <a:pt x="150" y="600"/>
                  </a:lnTo>
                  <a:lnTo>
                    <a:pt x="150" y="749"/>
                  </a:lnTo>
                  <a:lnTo>
                    <a:pt x="1497" y="899"/>
                  </a:lnTo>
                  <a:lnTo>
                    <a:pt x="2695" y="1049"/>
                  </a:lnTo>
                  <a:lnTo>
                    <a:pt x="4042" y="899"/>
                  </a:lnTo>
                  <a:lnTo>
                    <a:pt x="5239" y="749"/>
                  </a:lnTo>
                  <a:lnTo>
                    <a:pt x="5389" y="600"/>
                  </a:lnTo>
                  <a:lnTo>
                    <a:pt x="5389" y="450"/>
                  </a:lnTo>
                  <a:lnTo>
                    <a:pt x="5389" y="300"/>
                  </a:lnTo>
                  <a:lnTo>
                    <a:pt x="5239" y="151"/>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1" name="Google Shape;781;p45"/>
            <p:cNvSpPr/>
            <p:nvPr/>
          </p:nvSpPr>
          <p:spPr>
            <a:xfrm>
              <a:off x="3688375" y="1267150"/>
              <a:ext cx="142225" cy="18725"/>
            </a:xfrm>
            <a:custGeom>
              <a:rect b="b" l="l" r="r" t="t"/>
              <a:pathLst>
                <a:path extrusionOk="0" h="749" w="5689">
                  <a:moveTo>
                    <a:pt x="1497" y="1"/>
                  </a:moveTo>
                  <a:lnTo>
                    <a:pt x="150" y="300"/>
                  </a:lnTo>
                  <a:lnTo>
                    <a:pt x="0" y="450"/>
                  </a:lnTo>
                  <a:lnTo>
                    <a:pt x="150" y="599"/>
                  </a:lnTo>
                  <a:lnTo>
                    <a:pt x="1497" y="749"/>
                  </a:lnTo>
                  <a:lnTo>
                    <a:pt x="4940" y="749"/>
                  </a:lnTo>
                  <a:lnTo>
                    <a:pt x="5539" y="450"/>
                  </a:lnTo>
                  <a:lnTo>
                    <a:pt x="5688" y="300"/>
                  </a:lnTo>
                  <a:lnTo>
                    <a:pt x="5539" y="150"/>
                  </a:lnTo>
                  <a:lnTo>
                    <a:pt x="49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2" name="Google Shape;782;p45"/>
            <p:cNvSpPr/>
            <p:nvPr/>
          </p:nvSpPr>
          <p:spPr>
            <a:xfrm>
              <a:off x="3699600" y="1184825"/>
              <a:ext cx="134725" cy="22475"/>
            </a:xfrm>
            <a:custGeom>
              <a:rect b="b" l="l" r="r" t="t"/>
              <a:pathLst>
                <a:path extrusionOk="0" h="899" w="5389">
                  <a:moveTo>
                    <a:pt x="2844" y="1"/>
                  </a:moveTo>
                  <a:lnTo>
                    <a:pt x="1497" y="150"/>
                  </a:lnTo>
                  <a:lnTo>
                    <a:pt x="150" y="300"/>
                  </a:lnTo>
                  <a:lnTo>
                    <a:pt x="0" y="300"/>
                  </a:lnTo>
                  <a:lnTo>
                    <a:pt x="0" y="450"/>
                  </a:lnTo>
                  <a:lnTo>
                    <a:pt x="0" y="599"/>
                  </a:lnTo>
                  <a:lnTo>
                    <a:pt x="150" y="749"/>
                  </a:lnTo>
                  <a:lnTo>
                    <a:pt x="1497" y="899"/>
                  </a:lnTo>
                  <a:lnTo>
                    <a:pt x="4042" y="899"/>
                  </a:lnTo>
                  <a:lnTo>
                    <a:pt x="4790" y="749"/>
                  </a:lnTo>
                  <a:lnTo>
                    <a:pt x="5239" y="599"/>
                  </a:lnTo>
                  <a:lnTo>
                    <a:pt x="5389" y="450"/>
                  </a:lnTo>
                  <a:lnTo>
                    <a:pt x="5239" y="300"/>
                  </a:lnTo>
                  <a:lnTo>
                    <a:pt x="4790" y="15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3" name="Google Shape;783;p45"/>
            <p:cNvSpPr/>
            <p:nvPr/>
          </p:nvSpPr>
          <p:spPr>
            <a:xfrm>
              <a:off x="3703350" y="1098775"/>
              <a:ext cx="134725" cy="29950"/>
            </a:xfrm>
            <a:custGeom>
              <a:rect b="b" l="l" r="r" t="t"/>
              <a:pathLst>
                <a:path extrusionOk="0" h="1198" w="5389">
                  <a:moveTo>
                    <a:pt x="2694" y="0"/>
                  </a:moveTo>
                  <a:lnTo>
                    <a:pt x="1347" y="150"/>
                  </a:lnTo>
                  <a:lnTo>
                    <a:pt x="150" y="449"/>
                  </a:lnTo>
                  <a:lnTo>
                    <a:pt x="0" y="449"/>
                  </a:lnTo>
                  <a:lnTo>
                    <a:pt x="0" y="599"/>
                  </a:lnTo>
                  <a:lnTo>
                    <a:pt x="0" y="748"/>
                  </a:lnTo>
                  <a:lnTo>
                    <a:pt x="150" y="898"/>
                  </a:lnTo>
                  <a:lnTo>
                    <a:pt x="1347" y="1048"/>
                  </a:lnTo>
                  <a:lnTo>
                    <a:pt x="2694" y="1198"/>
                  </a:lnTo>
                  <a:lnTo>
                    <a:pt x="4041" y="1198"/>
                  </a:lnTo>
                  <a:lnTo>
                    <a:pt x="4640" y="1048"/>
                  </a:lnTo>
                  <a:lnTo>
                    <a:pt x="5239" y="898"/>
                  </a:lnTo>
                  <a:lnTo>
                    <a:pt x="5389" y="748"/>
                  </a:lnTo>
                  <a:lnTo>
                    <a:pt x="5389" y="449"/>
                  </a:lnTo>
                  <a:lnTo>
                    <a:pt x="5239" y="449"/>
                  </a:lnTo>
                  <a:lnTo>
                    <a:pt x="4640" y="299"/>
                  </a:lnTo>
                  <a:lnTo>
                    <a:pt x="4041"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4" name="Google Shape;784;p45"/>
            <p:cNvSpPr/>
            <p:nvPr/>
          </p:nvSpPr>
          <p:spPr>
            <a:xfrm>
              <a:off x="3718300" y="1020175"/>
              <a:ext cx="134750" cy="26225"/>
            </a:xfrm>
            <a:custGeom>
              <a:rect b="b" l="l" r="r" t="t"/>
              <a:pathLst>
                <a:path extrusionOk="0" h="1049" w="5390">
                  <a:moveTo>
                    <a:pt x="2695" y="1"/>
                  </a:moveTo>
                  <a:lnTo>
                    <a:pt x="1348" y="151"/>
                  </a:lnTo>
                  <a:lnTo>
                    <a:pt x="151" y="300"/>
                  </a:lnTo>
                  <a:lnTo>
                    <a:pt x="1" y="600"/>
                  </a:lnTo>
                  <a:lnTo>
                    <a:pt x="151" y="749"/>
                  </a:lnTo>
                  <a:lnTo>
                    <a:pt x="1348" y="899"/>
                  </a:lnTo>
                  <a:lnTo>
                    <a:pt x="2695" y="1049"/>
                  </a:lnTo>
                  <a:lnTo>
                    <a:pt x="4042" y="1049"/>
                  </a:lnTo>
                  <a:lnTo>
                    <a:pt x="5240" y="749"/>
                  </a:lnTo>
                  <a:lnTo>
                    <a:pt x="5389" y="600"/>
                  </a:lnTo>
                  <a:lnTo>
                    <a:pt x="5240" y="30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5" name="Google Shape;785;p45"/>
            <p:cNvSpPr/>
            <p:nvPr/>
          </p:nvSpPr>
          <p:spPr>
            <a:xfrm>
              <a:off x="3729525" y="941600"/>
              <a:ext cx="108550" cy="22475"/>
            </a:xfrm>
            <a:custGeom>
              <a:rect b="b" l="l" r="r" t="t"/>
              <a:pathLst>
                <a:path extrusionOk="0" h="899" w="4342">
                  <a:moveTo>
                    <a:pt x="2246" y="1"/>
                  </a:moveTo>
                  <a:lnTo>
                    <a:pt x="1198" y="150"/>
                  </a:lnTo>
                  <a:lnTo>
                    <a:pt x="151" y="300"/>
                  </a:lnTo>
                  <a:lnTo>
                    <a:pt x="1" y="450"/>
                  </a:lnTo>
                  <a:lnTo>
                    <a:pt x="151" y="599"/>
                  </a:lnTo>
                  <a:lnTo>
                    <a:pt x="1198" y="899"/>
                  </a:lnTo>
                  <a:lnTo>
                    <a:pt x="3743" y="899"/>
                  </a:lnTo>
                  <a:lnTo>
                    <a:pt x="4342" y="599"/>
                  </a:lnTo>
                  <a:lnTo>
                    <a:pt x="4342" y="450"/>
                  </a:lnTo>
                  <a:lnTo>
                    <a:pt x="4342" y="300"/>
                  </a:lnTo>
                  <a:lnTo>
                    <a:pt x="3743" y="150"/>
                  </a:lnTo>
                  <a:lnTo>
                    <a:pt x="3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6" name="Google Shape;786;p45"/>
            <p:cNvSpPr/>
            <p:nvPr/>
          </p:nvSpPr>
          <p:spPr>
            <a:xfrm>
              <a:off x="3740750" y="863025"/>
              <a:ext cx="82350" cy="18725"/>
            </a:xfrm>
            <a:custGeom>
              <a:rect b="b" l="l" r="r" t="t"/>
              <a:pathLst>
                <a:path extrusionOk="0" h="749" w="3294">
                  <a:moveTo>
                    <a:pt x="1498" y="0"/>
                  </a:moveTo>
                  <a:lnTo>
                    <a:pt x="151" y="300"/>
                  </a:lnTo>
                  <a:lnTo>
                    <a:pt x="1" y="449"/>
                  </a:lnTo>
                  <a:lnTo>
                    <a:pt x="151" y="599"/>
                  </a:lnTo>
                  <a:lnTo>
                    <a:pt x="1647" y="749"/>
                  </a:lnTo>
                  <a:lnTo>
                    <a:pt x="2396" y="749"/>
                  </a:lnTo>
                  <a:lnTo>
                    <a:pt x="2995" y="599"/>
                  </a:lnTo>
                  <a:lnTo>
                    <a:pt x="3144" y="599"/>
                  </a:lnTo>
                  <a:lnTo>
                    <a:pt x="3294" y="449"/>
                  </a:lnTo>
                  <a:lnTo>
                    <a:pt x="3144" y="150"/>
                  </a:lnTo>
                  <a:lnTo>
                    <a:pt x="2995" y="150"/>
                  </a:lnTo>
                  <a:lnTo>
                    <a:pt x="23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7" name="Google Shape;787;p45"/>
            <p:cNvSpPr/>
            <p:nvPr/>
          </p:nvSpPr>
          <p:spPr>
            <a:xfrm>
              <a:off x="3744500" y="780700"/>
              <a:ext cx="71125" cy="22475"/>
            </a:xfrm>
            <a:custGeom>
              <a:rect b="b" l="l" r="r" t="t"/>
              <a:pathLst>
                <a:path extrusionOk="0" h="899" w="2845">
                  <a:moveTo>
                    <a:pt x="1348" y="0"/>
                  </a:moveTo>
                  <a:lnTo>
                    <a:pt x="749" y="150"/>
                  </a:lnTo>
                  <a:lnTo>
                    <a:pt x="150" y="300"/>
                  </a:lnTo>
                  <a:lnTo>
                    <a:pt x="1" y="449"/>
                  </a:lnTo>
                  <a:lnTo>
                    <a:pt x="150" y="599"/>
                  </a:lnTo>
                  <a:lnTo>
                    <a:pt x="749" y="898"/>
                  </a:lnTo>
                  <a:lnTo>
                    <a:pt x="1946" y="898"/>
                  </a:lnTo>
                  <a:lnTo>
                    <a:pt x="2545" y="749"/>
                  </a:lnTo>
                  <a:lnTo>
                    <a:pt x="2695" y="599"/>
                  </a:lnTo>
                  <a:lnTo>
                    <a:pt x="2845" y="449"/>
                  </a:lnTo>
                  <a:lnTo>
                    <a:pt x="2695" y="300"/>
                  </a:lnTo>
                  <a:lnTo>
                    <a:pt x="2545" y="150"/>
                  </a:lnTo>
                  <a:lnTo>
                    <a:pt x="19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8" name="Google Shape;788;p45"/>
            <p:cNvSpPr/>
            <p:nvPr/>
          </p:nvSpPr>
          <p:spPr>
            <a:xfrm>
              <a:off x="3759475" y="698375"/>
              <a:ext cx="67375" cy="26225"/>
            </a:xfrm>
            <a:custGeom>
              <a:rect b="b" l="l" r="r" t="t"/>
              <a:pathLst>
                <a:path extrusionOk="0" h="1049" w="2695">
                  <a:moveTo>
                    <a:pt x="1497" y="0"/>
                  </a:moveTo>
                  <a:lnTo>
                    <a:pt x="150" y="300"/>
                  </a:lnTo>
                  <a:lnTo>
                    <a:pt x="0" y="450"/>
                  </a:lnTo>
                  <a:lnTo>
                    <a:pt x="150" y="749"/>
                  </a:lnTo>
                  <a:lnTo>
                    <a:pt x="749" y="899"/>
                  </a:lnTo>
                  <a:lnTo>
                    <a:pt x="1497" y="1048"/>
                  </a:lnTo>
                  <a:lnTo>
                    <a:pt x="2096" y="899"/>
                  </a:lnTo>
                  <a:lnTo>
                    <a:pt x="2395" y="899"/>
                  </a:lnTo>
                  <a:lnTo>
                    <a:pt x="2695" y="749"/>
                  </a:lnTo>
                  <a:lnTo>
                    <a:pt x="2695" y="450"/>
                  </a:lnTo>
                  <a:lnTo>
                    <a:pt x="26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9" name="Google Shape;789;p45"/>
            <p:cNvSpPr/>
            <p:nvPr/>
          </p:nvSpPr>
          <p:spPr>
            <a:xfrm>
              <a:off x="3766950" y="623525"/>
              <a:ext cx="59900" cy="15000"/>
            </a:xfrm>
            <a:custGeom>
              <a:rect b="b" l="l" r="r" t="t"/>
              <a:pathLst>
                <a:path extrusionOk="0" h="600" w="2396">
                  <a:moveTo>
                    <a:pt x="1048" y="1"/>
                  </a:moveTo>
                  <a:lnTo>
                    <a:pt x="1" y="151"/>
                  </a:lnTo>
                  <a:lnTo>
                    <a:pt x="1" y="300"/>
                  </a:lnTo>
                  <a:lnTo>
                    <a:pt x="1" y="450"/>
                  </a:lnTo>
                  <a:lnTo>
                    <a:pt x="1048" y="600"/>
                  </a:lnTo>
                  <a:lnTo>
                    <a:pt x="2246" y="450"/>
                  </a:lnTo>
                  <a:lnTo>
                    <a:pt x="2396" y="300"/>
                  </a:lnTo>
                  <a:lnTo>
                    <a:pt x="2246" y="151"/>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0" name="Google Shape;790;p45"/>
            <p:cNvSpPr/>
            <p:nvPr/>
          </p:nvSpPr>
          <p:spPr>
            <a:xfrm>
              <a:off x="3512500" y="2827550"/>
              <a:ext cx="18725" cy="295650"/>
            </a:xfrm>
            <a:custGeom>
              <a:rect b="b" l="l" r="r" t="t"/>
              <a:pathLst>
                <a:path extrusionOk="0" h="11826" w="749">
                  <a:moveTo>
                    <a:pt x="300" y="1"/>
                  </a:moveTo>
                  <a:lnTo>
                    <a:pt x="150" y="150"/>
                  </a:lnTo>
                  <a:lnTo>
                    <a:pt x="150" y="300"/>
                  </a:lnTo>
                  <a:lnTo>
                    <a:pt x="150" y="749"/>
                  </a:lnTo>
                  <a:lnTo>
                    <a:pt x="1" y="1497"/>
                  </a:lnTo>
                  <a:lnTo>
                    <a:pt x="1" y="2096"/>
                  </a:lnTo>
                  <a:lnTo>
                    <a:pt x="1" y="2695"/>
                  </a:lnTo>
                  <a:lnTo>
                    <a:pt x="1" y="7185"/>
                  </a:lnTo>
                  <a:lnTo>
                    <a:pt x="150" y="11676"/>
                  </a:lnTo>
                  <a:lnTo>
                    <a:pt x="300" y="11825"/>
                  </a:lnTo>
                  <a:lnTo>
                    <a:pt x="450" y="11676"/>
                  </a:lnTo>
                  <a:lnTo>
                    <a:pt x="749" y="7185"/>
                  </a:lnTo>
                  <a:lnTo>
                    <a:pt x="599" y="2695"/>
                  </a:lnTo>
                  <a:lnTo>
                    <a:pt x="599" y="2096"/>
                  </a:lnTo>
                  <a:lnTo>
                    <a:pt x="599" y="1497"/>
                  </a:lnTo>
                  <a:lnTo>
                    <a:pt x="599" y="1348"/>
                  </a:lnTo>
                  <a:lnTo>
                    <a:pt x="599" y="749"/>
                  </a:lnTo>
                  <a:lnTo>
                    <a:pt x="450" y="30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1" name="Google Shape;791;p45"/>
            <p:cNvSpPr/>
            <p:nvPr/>
          </p:nvSpPr>
          <p:spPr>
            <a:xfrm>
              <a:off x="3351600" y="2850000"/>
              <a:ext cx="15000" cy="280675"/>
            </a:xfrm>
            <a:custGeom>
              <a:rect b="b" l="l" r="r" t="t"/>
              <a:pathLst>
                <a:path extrusionOk="0" h="11227" w="600">
                  <a:moveTo>
                    <a:pt x="300" y="1"/>
                  </a:moveTo>
                  <a:lnTo>
                    <a:pt x="150" y="150"/>
                  </a:lnTo>
                  <a:lnTo>
                    <a:pt x="0" y="5539"/>
                  </a:lnTo>
                  <a:lnTo>
                    <a:pt x="0" y="6587"/>
                  </a:lnTo>
                  <a:lnTo>
                    <a:pt x="0" y="7634"/>
                  </a:lnTo>
                  <a:lnTo>
                    <a:pt x="0" y="9430"/>
                  </a:lnTo>
                  <a:lnTo>
                    <a:pt x="150" y="11077"/>
                  </a:lnTo>
                  <a:lnTo>
                    <a:pt x="300" y="11227"/>
                  </a:lnTo>
                  <a:lnTo>
                    <a:pt x="449" y="11077"/>
                  </a:lnTo>
                  <a:lnTo>
                    <a:pt x="599" y="8832"/>
                  </a:lnTo>
                  <a:lnTo>
                    <a:pt x="599" y="6587"/>
                  </a:lnTo>
                  <a:lnTo>
                    <a:pt x="599" y="5539"/>
                  </a:lnTo>
                  <a:lnTo>
                    <a:pt x="599" y="4641"/>
                  </a:lnTo>
                  <a:lnTo>
                    <a:pt x="449" y="15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2" name="Google Shape;792;p45"/>
            <p:cNvSpPr/>
            <p:nvPr/>
          </p:nvSpPr>
          <p:spPr>
            <a:xfrm>
              <a:off x="3265525" y="2846250"/>
              <a:ext cx="26225" cy="273200"/>
            </a:xfrm>
            <a:custGeom>
              <a:rect b="b" l="l" r="r" t="t"/>
              <a:pathLst>
                <a:path extrusionOk="0" h="10928" w="1049">
                  <a:moveTo>
                    <a:pt x="450" y="1"/>
                  </a:moveTo>
                  <a:lnTo>
                    <a:pt x="150" y="2396"/>
                  </a:lnTo>
                  <a:lnTo>
                    <a:pt x="1" y="4940"/>
                  </a:lnTo>
                  <a:lnTo>
                    <a:pt x="1" y="7485"/>
                  </a:lnTo>
                  <a:lnTo>
                    <a:pt x="300" y="9880"/>
                  </a:lnTo>
                  <a:lnTo>
                    <a:pt x="300" y="10778"/>
                  </a:lnTo>
                  <a:lnTo>
                    <a:pt x="450" y="10928"/>
                  </a:lnTo>
                  <a:lnTo>
                    <a:pt x="600" y="10778"/>
                  </a:lnTo>
                  <a:lnTo>
                    <a:pt x="600" y="10478"/>
                  </a:lnTo>
                  <a:lnTo>
                    <a:pt x="749" y="9131"/>
                  </a:lnTo>
                  <a:lnTo>
                    <a:pt x="1049" y="6886"/>
                  </a:lnTo>
                  <a:lnTo>
                    <a:pt x="1049" y="4491"/>
                  </a:lnTo>
                  <a:lnTo>
                    <a:pt x="899" y="2246"/>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3" name="Google Shape;793;p45"/>
            <p:cNvSpPr/>
            <p:nvPr/>
          </p:nvSpPr>
          <p:spPr>
            <a:xfrm>
              <a:off x="3186950" y="2857500"/>
              <a:ext cx="22475" cy="258200"/>
            </a:xfrm>
            <a:custGeom>
              <a:rect b="b" l="l" r="r" t="t"/>
              <a:pathLst>
                <a:path extrusionOk="0" h="10328" w="899">
                  <a:moveTo>
                    <a:pt x="300" y="0"/>
                  </a:moveTo>
                  <a:lnTo>
                    <a:pt x="150" y="1048"/>
                  </a:lnTo>
                  <a:lnTo>
                    <a:pt x="1" y="2245"/>
                  </a:lnTo>
                  <a:lnTo>
                    <a:pt x="1" y="4640"/>
                  </a:lnTo>
                  <a:lnTo>
                    <a:pt x="1" y="7484"/>
                  </a:lnTo>
                  <a:lnTo>
                    <a:pt x="300" y="10178"/>
                  </a:lnTo>
                  <a:lnTo>
                    <a:pt x="300" y="10328"/>
                  </a:lnTo>
                  <a:lnTo>
                    <a:pt x="599" y="10328"/>
                  </a:lnTo>
                  <a:lnTo>
                    <a:pt x="599" y="10178"/>
                  </a:lnTo>
                  <a:lnTo>
                    <a:pt x="749" y="7484"/>
                  </a:lnTo>
                  <a:lnTo>
                    <a:pt x="899" y="4640"/>
                  </a:lnTo>
                  <a:lnTo>
                    <a:pt x="899" y="2245"/>
                  </a:lnTo>
                  <a:lnTo>
                    <a:pt x="749" y="1048"/>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4" name="Google Shape;794;p45"/>
            <p:cNvSpPr/>
            <p:nvPr/>
          </p:nvSpPr>
          <p:spPr>
            <a:xfrm>
              <a:off x="3100875" y="2857500"/>
              <a:ext cx="29975" cy="243250"/>
            </a:xfrm>
            <a:custGeom>
              <a:rect b="b" l="l" r="r" t="t"/>
              <a:pathLst>
                <a:path extrusionOk="0" h="9730" w="1199">
                  <a:moveTo>
                    <a:pt x="450" y="0"/>
                  </a:moveTo>
                  <a:lnTo>
                    <a:pt x="300" y="1197"/>
                  </a:lnTo>
                  <a:lnTo>
                    <a:pt x="151" y="2395"/>
                  </a:lnTo>
                  <a:lnTo>
                    <a:pt x="1" y="4790"/>
                  </a:lnTo>
                  <a:lnTo>
                    <a:pt x="300" y="7334"/>
                  </a:lnTo>
                  <a:lnTo>
                    <a:pt x="450" y="9579"/>
                  </a:lnTo>
                  <a:lnTo>
                    <a:pt x="600" y="9729"/>
                  </a:lnTo>
                  <a:lnTo>
                    <a:pt x="749" y="9579"/>
                  </a:lnTo>
                  <a:lnTo>
                    <a:pt x="899" y="7334"/>
                  </a:lnTo>
                  <a:lnTo>
                    <a:pt x="1198" y="4790"/>
                  </a:lnTo>
                  <a:lnTo>
                    <a:pt x="1198" y="2395"/>
                  </a:lnTo>
                  <a:lnTo>
                    <a:pt x="1049" y="1197"/>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5" name="Google Shape;795;p45"/>
            <p:cNvSpPr/>
            <p:nvPr/>
          </p:nvSpPr>
          <p:spPr>
            <a:xfrm>
              <a:off x="3026050" y="2846250"/>
              <a:ext cx="22475" cy="243275"/>
            </a:xfrm>
            <a:custGeom>
              <a:rect b="b" l="l" r="r" t="t"/>
              <a:pathLst>
                <a:path extrusionOk="0" h="9731" w="899">
                  <a:moveTo>
                    <a:pt x="449" y="1"/>
                  </a:moveTo>
                  <a:lnTo>
                    <a:pt x="300" y="151"/>
                  </a:lnTo>
                  <a:lnTo>
                    <a:pt x="0" y="1198"/>
                  </a:lnTo>
                  <a:lnTo>
                    <a:pt x="0" y="2396"/>
                  </a:lnTo>
                  <a:lnTo>
                    <a:pt x="0" y="4641"/>
                  </a:lnTo>
                  <a:lnTo>
                    <a:pt x="0" y="7036"/>
                  </a:lnTo>
                  <a:lnTo>
                    <a:pt x="300" y="9580"/>
                  </a:lnTo>
                  <a:lnTo>
                    <a:pt x="300" y="9730"/>
                  </a:lnTo>
                  <a:lnTo>
                    <a:pt x="599" y="9730"/>
                  </a:lnTo>
                  <a:lnTo>
                    <a:pt x="599" y="9580"/>
                  </a:lnTo>
                  <a:lnTo>
                    <a:pt x="749" y="7036"/>
                  </a:lnTo>
                  <a:lnTo>
                    <a:pt x="749" y="4641"/>
                  </a:lnTo>
                  <a:lnTo>
                    <a:pt x="898" y="239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6" name="Google Shape;796;p45"/>
            <p:cNvSpPr/>
            <p:nvPr/>
          </p:nvSpPr>
          <p:spPr>
            <a:xfrm>
              <a:off x="2943725" y="2846250"/>
              <a:ext cx="22475" cy="232050"/>
            </a:xfrm>
            <a:custGeom>
              <a:rect b="b" l="l" r="r" t="t"/>
              <a:pathLst>
                <a:path extrusionOk="0" h="9282" w="899">
                  <a:moveTo>
                    <a:pt x="300" y="1"/>
                  </a:moveTo>
                  <a:lnTo>
                    <a:pt x="300" y="151"/>
                  </a:lnTo>
                  <a:lnTo>
                    <a:pt x="0" y="4641"/>
                  </a:lnTo>
                  <a:lnTo>
                    <a:pt x="150" y="6886"/>
                  </a:lnTo>
                  <a:lnTo>
                    <a:pt x="300" y="9131"/>
                  </a:lnTo>
                  <a:lnTo>
                    <a:pt x="599" y="9281"/>
                  </a:lnTo>
                  <a:lnTo>
                    <a:pt x="749" y="9131"/>
                  </a:lnTo>
                  <a:lnTo>
                    <a:pt x="899" y="6886"/>
                  </a:lnTo>
                  <a:lnTo>
                    <a:pt x="899" y="4641"/>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7" name="Google Shape;797;p45"/>
            <p:cNvSpPr/>
            <p:nvPr/>
          </p:nvSpPr>
          <p:spPr>
            <a:xfrm>
              <a:off x="2861400" y="2835025"/>
              <a:ext cx="22475" cy="235775"/>
            </a:xfrm>
            <a:custGeom>
              <a:rect b="b" l="l" r="r" t="t"/>
              <a:pathLst>
                <a:path extrusionOk="0" h="9431" w="899">
                  <a:moveTo>
                    <a:pt x="599" y="1"/>
                  </a:moveTo>
                  <a:lnTo>
                    <a:pt x="450" y="151"/>
                  </a:lnTo>
                  <a:lnTo>
                    <a:pt x="300" y="300"/>
                  </a:lnTo>
                  <a:lnTo>
                    <a:pt x="150" y="2695"/>
                  </a:lnTo>
                  <a:lnTo>
                    <a:pt x="1" y="5090"/>
                  </a:lnTo>
                  <a:lnTo>
                    <a:pt x="1" y="7186"/>
                  </a:lnTo>
                  <a:lnTo>
                    <a:pt x="1" y="8383"/>
                  </a:lnTo>
                  <a:lnTo>
                    <a:pt x="150" y="9431"/>
                  </a:lnTo>
                  <a:lnTo>
                    <a:pt x="599" y="9431"/>
                  </a:lnTo>
                  <a:lnTo>
                    <a:pt x="749" y="8383"/>
                  </a:lnTo>
                  <a:lnTo>
                    <a:pt x="899" y="7186"/>
                  </a:lnTo>
                  <a:lnTo>
                    <a:pt x="899" y="5090"/>
                  </a:lnTo>
                  <a:lnTo>
                    <a:pt x="899" y="2695"/>
                  </a:lnTo>
                  <a:lnTo>
                    <a:pt x="749" y="300"/>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8" name="Google Shape;798;p45"/>
            <p:cNvSpPr/>
            <p:nvPr/>
          </p:nvSpPr>
          <p:spPr>
            <a:xfrm>
              <a:off x="2782825" y="2850000"/>
              <a:ext cx="22475" cy="205825"/>
            </a:xfrm>
            <a:custGeom>
              <a:rect b="b" l="l" r="r" t="t"/>
              <a:pathLst>
                <a:path extrusionOk="0" h="8233" w="899">
                  <a:moveTo>
                    <a:pt x="449" y="1"/>
                  </a:moveTo>
                  <a:lnTo>
                    <a:pt x="300" y="150"/>
                  </a:lnTo>
                  <a:lnTo>
                    <a:pt x="150" y="300"/>
                  </a:lnTo>
                  <a:lnTo>
                    <a:pt x="0" y="2246"/>
                  </a:lnTo>
                  <a:lnTo>
                    <a:pt x="0" y="4192"/>
                  </a:lnTo>
                  <a:lnTo>
                    <a:pt x="0" y="6137"/>
                  </a:lnTo>
                  <a:lnTo>
                    <a:pt x="300" y="8083"/>
                  </a:lnTo>
                  <a:lnTo>
                    <a:pt x="300" y="8233"/>
                  </a:lnTo>
                  <a:lnTo>
                    <a:pt x="449" y="8083"/>
                  </a:lnTo>
                  <a:lnTo>
                    <a:pt x="898" y="4192"/>
                  </a:lnTo>
                  <a:lnTo>
                    <a:pt x="898" y="2246"/>
                  </a:lnTo>
                  <a:lnTo>
                    <a:pt x="749" y="300"/>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9" name="Google Shape;799;p45"/>
            <p:cNvSpPr/>
            <p:nvPr/>
          </p:nvSpPr>
          <p:spPr>
            <a:xfrm>
              <a:off x="2696750" y="2797625"/>
              <a:ext cx="29975" cy="246975"/>
            </a:xfrm>
            <a:custGeom>
              <a:rect b="b" l="l" r="r" t="t"/>
              <a:pathLst>
                <a:path extrusionOk="0" h="9879" w="1199">
                  <a:moveTo>
                    <a:pt x="599" y="0"/>
                  </a:moveTo>
                  <a:lnTo>
                    <a:pt x="450" y="150"/>
                  </a:lnTo>
                  <a:lnTo>
                    <a:pt x="150" y="2545"/>
                  </a:lnTo>
                  <a:lnTo>
                    <a:pt x="1" y="4940"/>
                  </a:lnTo>
                  <a:lnTo>
                    <a:pt x="150" y="7334"/>
                  </a:lnTo>
                  <a:lnTo>
                    <a:pt x="450" y="9729"/>
                  </a:lnTo>
                  <a:lnTo>
                    <a:pt x="599" y="9879"/>
                  </a:lnTo>
                  <a:lnTo>
                    <a:pt x="749" y="9729"/>
                  </a:lnTo>
                  <a:lnTo>
                    <a:pt x="1048" y="7634"/>
                  </a:lnTo>
                  <a:lnTo>
                    <a:pt x="1198" y="5688"/>
                  </a:lnTo>
                  <a:lnTo>
                    <a:pt x="1198" y="3892"/>
                  </a:lnTo>
                  <a:lnTo>
                    <a:pt x="1048" y="1946"/>
                  </a:lnTo>
                  <a:lnTo>
                    <a:pt x="899" y="150"/>
                  </a:lnTo>
                  <a:lnTo>
                    <a:pt x="74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0" name="Google Shape;800;p45"/>
            <p:cNvSpPr/>
            <p:nvPr/>
          </p:nvSpPr>
          <p:spPr>
            <a:xfrm>
              <a:off x="2621925" y="2838775"/>
              <a:ext cx="22475" cy="194600"/>
            </a:xfrm>
            <a:custGeom>
              <a:rect b="b" l="l" r="r" t="t"/>
              <a:pathLst>
                <a:path extrusionOk="0" h="7784" w="899">
                  <a:moveTo>
                    <a:pt x="299" y="1"/>
                  </a:moveTo>
                  <a:lnTo>
                    <a:pt x="150" y="150"/>
                  </a:lnTo>
                  <a:lnTo>
                    <a:pt x="0" y="2096"/>
                  </a:lnTo>
                  <a:lnTo>
                    <a:pt x="0" y="3892"/>
                  </a:lnTo>
                  <a:lnTo>
                    <a:pt x="0" y="5838"/>
                  </a:lnTo>
                  <a:lnTo>
                    <a:pt x="299" y="7634"/>
                  </a:lnTo>
                  <a:lnTo>
                    <a:pt x="449" y="7784"/>
                  </a:lnTo>
                  <a:lnTo>
                    <a:pt x="599" y="7634"/>
                  </a:lnTo>
                  <a:lnTo>
                    <a:pt x="749" y="5838"/>
                  </a:lnTo>
                  <a:lnTo>
                    <a:pt x="898" y="3892"/>
                  </a:lnTo>
                  <a:lnTo>
                    <a:pt x="749" y="2096"/>
                  </a:lnTo>
                  <a:lnTo>
                    <a:pt x="59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1" name="Google Shape;801;p45"/>
            <p:cNvSpPr/>
            <p:nvPr/>
          </p:nvSpPr>
          <p:spPr>
            <a:xfrm>
              <a:off x="2461000" y="2846250"/>
              <a:ext cx="22500" cy="164675"/>
            </a:xfrm>
            <a:custGeom>
              <a:rect b="b" l="l" r="r" t="t"/>
              <a:pathLst>
                <a:path extrusionOk="0" h="6587" w="900">
                  <a:moveTo>
                    <a:pt x="450" y="1"/>
                  </a:moveTo>
                  <a:lnTo>
                    <a:pt x="300" y="151"/>
                  </a:lnTo>
                  <a:lnTo>
                    <a:pt x="151" y="300"/>
                  </a:lnTo>
                  <a:lnTo>
                    <a:pt x="151" y="899"/>
                  </a:lnTo>
                  <a:lnTo>
                    <a:pt x="1" y="2246"/>
                  </a:lnTo>
                  <a:lnTo>
                    <a:pt x="1" y="3743"/>
                  </a:lnTo>
                  <a:lnTo>
                    <a:pt x="151" y="5090"/>
                  </a:lnTo>
                  <a:lnTo>
                    <a:pt x="300" y="6587"/>
                  </a:lnTo>
                  <a:lnTo>
                    <a:pt x="600" y="6587"/>
                  </a:lnTo>
                  <a:lnTo>
                    <a:pt x="899" y="4940"/>
                  </a:lnTo>
                  <a:lnTo>
                    <a:pt x="899" y="3444"/>
                  </a:lnTo>
                  <a:lnTo>
                    <a:pt x="899" y="1797"/>
                  </a:lnTo>
                  <a:lnTo>
                    <a:pt x="600" y="300"/>
                  </a:lnTo>
                  <a:lnTo>
                    <a:pt x="600"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2" name="Google Shape;802;p45"/>
            <p:cNvSpPr/>
            <p:nvPr/>
          </p:nvSpPr>
          <p:spPr>
            <a:xfrm>
              <a:off x="2539600" y="2850000"/>
              <a:ext cx="22475" cy="172150"/>
            </a:xfrm>
            <a:custGeom>
              <a:rect b="b" l="l" r="r" t="t"/>
              <a:pathLst>
                <a:path extrusionOk="0" h="6886" w="899">
                  <a:moveTo>
                    <a:pt x="300" y="1"/>
                  </a:moveTo>
                  <a:lnTo>
                    <a:pt x="300" y="150"/>
                  </a:lnTo>
                  <a:lnTo>
                    <a:pt x="0" y="1797"/>
                  </a:lnTo>
                  <a:lnTo>
                    <a:pt x="0" y="3443"/>
                  </a:lnTo>
                  <a:lnTo>
                    <a:pt x="150" y="5090"/>
                  </a:lnTo>
                  <a:lnTo>
                    <a:pt x="300" y="6736"/>
                  </a:lnTo>
                  <a:lnTo>
                    <a:pt x="449" y="6886"/>
                  </a:lnTo>
                  <a:lnTo>
                    <a:pt x="599" y="6886"/>
                  </a:lnTo>
                  <a:lnTo>
                    <a:pt x="599" y="6736"/>
                  </a:lnTo>
                  <a:lnTo>
                    <a:pt x="898" y="5090"/>
                  </a:lnTo>
                  <a:lnTo>
                    <a:pt x="898" y="3443"/>
                  </a:lnTo>
                  <a:lnTo>
                    <a:pt x="898" y="1797"/>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3" name="Google Shape;803;p45"/>
            <p:cNvSpPr/>
            <p:nvPr/>
          </p:nvSpPr>
          <p:spPr>
            <a:xfrm>
              <a:off x="2378700" y="2853750"/>
              <a:ext cx="22475" cy="149700"/>
            </a:xfrm>
            <a:custGeom>
              <a:rect b="b" l="l" r="r" t="t"/>
              <a:pathLst>
                <a:path extrusionOk="0" h="5988" w="899">
                  <a:moveTo>
                    <a:pt x="299" y="0"/>
                  </a:moveTo>
                  <a:lnTo>
                    <a:pt x="299" y="150"/>
                  </a:lnTo>
                  <a:lnTo>
                    <a:pt x="0" y="1497"/>
                  </a:lnTo>
                  <a:lnTo>
                    <a:pt x="0" y="2994"/>
                  </a:lnTo>
                  <a:lnTo>
                    <a:pt x="150" y="4491"/>
                  </a:lnTo>
                  <a:lnTo>
                    <a:pt x="299" y="5838"/>
                  </a:lnTo>
                  <a:lnTo>
                    <a:pt x="449" y="5987"/>
                  </a:lnTo>
                  <a:lnTo>
                    <a:pt x="599" y="5838"/>
                  </a:lnTo>
                  <a:lnTo>
                    <a:pt x="898" y="4491"/>
                  </a:lnTo>
                  <a:lnTo>
                    <a:pt x="898" y="2994"/>
                  </a:lnTo>
                  <a:lnTo>
                    <a:pt x="898" y="1497"/>
                  </a:lnTo>
                  <a:lnTo>
                    <a:pt x="748"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4" name="Google Shape;804;p45"/>
            <p:cNvSpPr/>
            <p:nvPr/>
          </p:nvSpPr>
          <p:spPr>
            <a:xfrm>
              <a:off x="2296375" y="2853750"/>
              <a:ext cx="26200" cy="134725"/>
            </a:xfrm>
            <a:custGeom>
              <a:rect b="b" l="l" r="r" t="t"/>
              <a:pathLst>
                <a:path extrusionOk="0" h="5389" w="1048">
                  <a:moveTo>
                    <a:pt x="449" y="0"/>
                  </a:moveTo>
                  <a:lnTo>
                    <a:pt x="299" y="150"/>
                  </a:lnTo>
                  <a:lnTo>
                    <a:pt x="150" y="1497"/>
                  </a:lnTo>
                  <a:lnTo>
                    <a:pt x="0" y="2695"/>
                  </a:lnTo>
                  <a:lnTo>
                    <a:pt x="150" y="4042"/>
                  </a:lnTo>
                  <a:lnTo>
                    <a:pt x="449" y="5239"/>
                  </a:lnTo>
                  <a:lnTo>
                    <a:pt x="449" y="5389"/>
                  </a:lnTo>
                  <a:lnTo>
                    <a:pt x="749" y="5389"/>
                  </a:lnTo>
                  <a:lnTo>
                    <a:pt x="749" y="5239"/>
                  </a:lnTo>
                  <a:lnTo>
                    <a:pt x="1048" y="4042"/>
                  </a:lnTo>
                  <a:lnTo>
                    <a:pt x="1048" y="2695"/>
                  </a:lnTo>
                  <a:lnTo>
                    <a:pt x="1048" y="149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5" name="Google Shape;805;p45"/>
            <p:cNvSpPr/>
            <p:nvPr/>
          </p:nvSpPr>
          <p:spPr>
            <a:xfrm>
              <a:off x="2217775" y="2838775"/>
              <a:ext cx="22475" cy="142225"/>
            </a:xfrm>
            <a:custGeom>
              <a:rect b="b" l="l" r="r" t="t"/>
              <a:pathLst>
                <a:path extrusionOk="0" h="5689" w="899">
                  <a:moveTo>
                    <a:pt x="300" y="1"/>
                  </a:moveTo>
                  <a:lnTo>
                    <a:pt x="151" y="599"/>
                  </a:lnTo>
                  <a:lnTo>
                    <a:pt x="1" y="1348"/>
                  </a:lnTo>
                  <a:lnTo>
                    <a:pt x="1" y="2695"/>
                  </a:lnTo>
                  <a:lnTo>
                    <a:pt x="151" y="4042"/>
                  </a:lnTo>
                  <a:lnTo>
                    <a:pt x="300" y="5539"/>
                  </a:lnTo>
                  <a:lnTo>
                    <a:pt x="450" y="5688"/>
                  </a:lnTo>
                  <a:lnTo>
                    <a:pt x="749" y="5539"/>
                  </a:lnTo>
                  <a:lnTo>
                    <a:pt x="899" y="4042"/>
                  </a:lnTo>
                  <a:lnTo>
                    <a:pt x="899" y="2695"/>
                  </a:lnTo>
                  <a:lnTo>
                    <a:pt x="899" y="1348"/>
                  </a:lnTo>
                  <a:lnTo>
                    <a:pt x="749" y="599"/>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6" name="Google Shape;806;p45"/>
            <p:cNvSpPr/>
            <p:nvPr/>
          </p:nvSpPr>
          <p:spPr>
            <a:xfrm>
              <a:off x="2139200" y="2831300"/>
              <a:ext cx="22475" cy="134725"/>
            </a:xfrm>
            <a:custGeom>
              <a:rect b="b" l="l" r="r" t="t"/>
              <a:pathLst>
                <a:path extrusionOk="0" h="5389" w="899">
                  <a:moveTo>
                    <a:pt x="300" y="0"/>
                  </a:moveTo>
                  <a:lnTo>
                    <a:pt x="150" y="150"/>
                  </a:lnTo>
                  <a:lnTo>
                    <a:pt x="1" y="749"/>
                  </a:lnTo>
                  <a:lnTo>
                    <a:pt x="1" y="1347"/>
                  </a:lnTo>
                  <a:lnTo>
                    <a:pt x="1" y="2545"/>
                  </a:lnTo>
                  <a:lnTo>
                    <a:pt x="1" y="3892"/>
                  </a:lnTo>
                  <a:lnTo>
                    <a:pt x="150" y="5239"/>
                  </a:lnTo>
                  <a:lnTo>
                    <a:pt x="300" y="5389"/>
                  </a:lnTo>
                  <a:lnTo>
                    <a:pt x="599" y="5389"/>
                  </a:lnTo>
                  <a:lnTo>
                    <a:pt x="599" y="5239"/>
                  </a:lnTo>
                  <a:lnTo>
                    <a:pt x="749" y="3892"/>
                  </a:lnTo>
                  <a:lnTo>
                    <a:pt x="899" y="2545"/>
                  </a:lnTo>
                  <a:lnTo>
                    <a:pt x="749" y="1347"/>
                  </a:lnTo>
                  <a:lnTo>
                    <a:pt x="749" y="749"/>
                  </a:lnTo>
                  <a:lnTo>
                    <a:pt x="450" y="150"/>
                  </a:lnTo>
                  <a:lnTo>
                    <a:pt x="3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7" name="Google Shape;807;p45"/>
            <p:cNvSpPr/>
            <p:nvPr/>
          </p:nvSpPr>
          <p:spPr>
            <a:xfrm>
              <a:off x="2053150" y="2827550"/>
              <a:ext cx="29950" cy="138475"/>
            </a:xfrm>
            <a:custGeom>
              <a:rect b="b" l="l" r="r" t="t"/>
              <a:pathLst>
                <a:path extrusionOk="0" h="5539" w="1198">
                  <a:moveTo>
                    <a:pt x="599" y="1"/>
                  </a:moveTo>
                  <a:lnTo>
                    <a:pt x="449" y="150"/>
                  </a:lnTo>
                  <a:lnTo>
                    <a:pt x="150" y="749"/>
                  </a:lnTo>
                  <a:lnTo>
                    <a:pt x="0" y="1348"/>
                  </a:lnTo>
                  <a:lnTo>
                    <a:pt x="0" y="2695"/>
                  </a:lnTo>
                  <a:lnTo>
                    <a:pt x="150" y="4042"/>
                  </a:lnTo>
                  <a:lnTo>
                    <a:pt x="449" y="5389"/>
                  </a:lnTo>
                  <a:lnTo>
                    <a:pt x="599" y="5539"/>
                  </a:lnTo>
                  <a:lnTo>
                    <a:pt x="748" y="5389"/>
                  </a:lnTo>
                  <a:lnTo>
                    <a:pt x="1048" y="4042"/>
                  </a:lnTo>
                  <a:lnTo>
                    <a:pt x="1197" y="2695"/>
                  </a:lnTo>
                  <a:lnTo>
                    <a:pt x="1048" y="1348"/>
                  </a:lnTo>
                  <a:lnTo>
                    <a:pt x="1048" y="749"/>
                  </a:lnTo>
                  <a:lnTo>
                    <a:pt x="748"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8" name="Google Shape;808;p45"/>
            <p:cNvSpPr/>
            <p:nvPr/>
          </p:nvSpPr>
          <p:spPr>
            <a:xfrm>
              <a:off x="1974550" y="2812575"/>
              <a:ext cx="26225" cy="134750"/>
            </a:xfrm>
            <a:custGeom>
              <a:rect b="b" l="l" r="r" t="t"/>
              <a:pathLst>
                <a:path extrusionOk="0" h="5390" w="1049">
                  <a:moveTo>
                    <a:pt x="450" y="1"/>
                  </a:moveTo>
                  <a:lnTo>
                    <a:pt x="300" y="151"/>
                  </a:lnTo>
                  <a:lnTo>
                    <a:pt x="1" y="1348"/>
                  </a:lnTo>
                  <a:lnTo>
                    <a:pt x="1" y="2695"/>
                  </a:lnTo>
                  <a:lnTo>
                    <a:pt x="150" y="4042"/>
                  </a:lnTo>
                  <a:lnTo>
                    <a:pt x="300" y="5240"/>
                  </a:lnTo>
                  <a:lnTo>
                    <a:pt x="450" y="5389"/>
                  </a:lnTo>
                  <a:lnTo>
                    <a:pt x="599" y="5240"/>
                  </a:lnTo>
                  <a:lnTo>
                    <a:pt x="899" y="4042"/>
                  </a:lnTo>
                  <a:lnTo>
                    <a:pt x="1049" y="2695"/>
                  </a:lnTo>
                  <a:lnTo>
                    <a:pt x="899" y="1348"/>
                  </a:lnTo>
                  <a:lnTo>
                    <a:pt x="749"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9" name="Google Shape;809;p45"/>
            <p:cNvSpPr/>
            <p:nvPr/>
          </p:nvSpPr>
          <p:spPr>
            <a:xfrm>
              <a:off x="1895975" y="2827550"/>
              <a:ext cx="22475" cy="108550"/>
            </a:xfrm>
            <a:custGeom>
              <a:rect b="b" l="l" r="r" t="t"/>
              <a:pathLst>
                <a:path extrusionOk="0" h="4342" w="899">
                  <a:moveTo>
                    <a:pt x="450" y="1"/>
                  </a:moveTo>
                  <a:lnTo>
                    <a:pt x="150" y="150"/>
                  </a:lnTo>
                  <a:lnTo>
                    <a:pt x="1" y="599"/>
                  </a:lnTo>
                  <a:lnTo>
                    <a:pt x="1" y="1048"/>
                  </a:lnTo>
                  <a:lnTo>
                    <a:pt x="1" y="2096"/>
                  </a:lnTo>
                  <a:lnTo>
                    <a:pt x="1" y="3144"/>
                  </a:lnTo>
                  <a:lnTo>
                    <a:pt x="300" y="4192"/>
                  </a:lnTo>
                  <a:lnTo>
                    <a:pt x="450" y="4341"/>
                  </a:lnTo>
                  <a:lnTo>
                    <a:pt x="599" y="4192"/>
                  </a:lnTo>
                  <a:lnTo>
                    <a:pt x="899" y="3144"/>
                  </a:lnTo>
                  <a:lnTo>
                    <a:pt x="899" y="2096"/>
                  </a:lnTo>
                  <a:lnTo>
                    <a:pt x="899" y="1048"/>
                  </a:lnTo>
                  <a:lnTo>
                    <a:pt x="749" y="599"/>
                  </a:lnTo>
                  <a:lnTo>
                    <a:pt x="599"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0" name="Google Shape;810;p45"/>
            <p:cNvSpPr/>
            <p:nvPr/>
          </p:nvSpPr>
          <p:spPr>
            <a:xfrm>
              <a:off x="1813650" y="2846250"/>
              <a:ext cx="22475" cy="78625"/>
            </a:xfrm>
            <a:custGeom>
              <a:rect b="b" l="l" r="r" t="t"/>
              <a:pathLst>
                <a:path extrusionOk="0" h="3145" w="899">
                  <a:moveTo>
                    <a:pt x="300" y="1"/>
                  </a:moveTo>
                  <a:lnTo>
                    <a:pt x="150" y="151"/>
                  </a:lnTo>
                  <a:lnTo>
                    <a:pt x="1" y="899"/>
                  </a:lnTo>
                  <a:lnTo>
                    <a:pt x="150" y="1647"/>
                  </a:lnTo>
                  <a:lnTo>
                    <a:pt x="300" y="3144"/>
                  </a:lnTo>
                  <a:lnTo>
                    <a:pt x="599" y="3144"/>
                  </a:lnTo>
                  <a:lnTo>
                    <a:pt x="899" y="1647"/>
                  </a:lnTo>
                  <a:lnTo>
                    <a:pt x="899" y="899"/>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1" name="Google Shape;811;p45"/>
            <p:cNvSpPr/>
            <p:nvPr/>
          </p:nvSpPr>
          <p:spPr>
            <a:xfrm>
              <a:off x="1735075" y="2853750"/>
              <a:ext cx="22475" cy="67375"/>
            </a:xfrm>
            <a:custGeom>
              <a:rect b="b" l="l" r="r" t="t"/>
              <a:pathLst>
                <a:path extrusionOk="0" h="2695" w="899">
                  <a:moveTo>
                    <a:pt x="300" y="0"/>
                  </a:moveTo>
                  <a:lnTo>
                    <a:pt x="150" y="150"/>
                  </a:lnTo>
                  <a:lnTo>
                    <a:pt x="0" y="749"/>
                  </a:lnTo>
                  <a:lnTo>
                    <a:pt x="0" y="1347"/>
                  </a:lnTo>
                  <a:lnTo>
                    <a:pt x="0" y="1946"/>
                  </a:lnTo>
                  <a:lnTo>
                    <a:pt x="300" y="2545"/>
                  </a:lnTo>
                  <a:lnTo>
                    <a:pt x="449" y="2695"/>
                  </a:lnTo>
                  <a:lnTo>
                    <a:pt x="599" y="2545"/>
                  </a:lnTo>
                  <a:lnTo>
                    <a:pt x="749" y="1946"/>
                  </a:lnTo>
                  <a:lnTo>
                    <a:pt x="898" y="1347"/>
                  </a:lnTo>
                  <a:lnTo>
                    <a:pt x="749" y="749"/>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2" name="Google Shape;812;p45"/>
            <p:cNvSpPr/>
            <p:nvPr/>
          </p:nvSpPr>
          <p:spPr>
            <a:xfrm>
              <a:off x="1652750" y="2838775"/>
              <a:ext cx="22475" cy="67375"/>
            </a:xfrm>
            <a:custGeom>
              <a:rect b="b" l="l" r="r" t="t"/>
              <a:pathLst>
                <a:path extrusionOk="0" h="2695" w="899">
                  <a:moveTo>
                    <a:pt x="300" y="1"/>
                  </a:moveTo>
                  <a:lnTo>
                    <a:pt x="150" y="300"/>
                  </a:lnTo>
                  <a:lnTo>
                    <a:pt x="0" y="599"/>
                  </a:lnTo>
                  <a:lnTo>
                    <a:pt x="0" y="1348"/>
                  </a:lnTo>
                  <a:lnTo>
                    <a:pt x="300" y="2545"/>
                  </a:lnTo>
                  <a:lnTo>
                    <a:pt x="449" y="2695"/>
                  </a:lnTo>
                  <a:lnTo>
                    <a:pt x="599" y="2545"/>
                  </a:lnTo>
                  <a:lnTo>
                    <a:pt x="749" y="1946"/>
                  </a:lnTo>
                  <a:lnTo>
                    <a:pt x="899" y="1348"/>
                  </a:lnTo>
                  <a:lnTo>
                    <a:pt x="899" y="599"/>
                  </a:lnTo>
                  <a:lnTo>
                    <a:pt x="749" y="30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3" name="Google Shape;813;p45"/>
            <p:cNvSpPr/>
            <p:nvPr/>
          </p:nvSpPr>
          <p:spPr>
            <a:xfrm>
              <a:off x="1574175" y="2842525"/>
              <a:ext cx="18725" cy="59900"/>
            </a:xfrm>
            <a:custGeom>
              <a:rect b="b" l="l" r="r" t="t"/>
              <a:pathLst>
                <a:path extrusionOk="0" h="2396" w="749">
                  <a:moveTo>
                    <a:pt x="300" y="0"/>
                  </a:moveTo>
                  <a:lnTo>
                    <a:pt x="150" y="150"/>
                  </a:lnTo>
                  <a:lnTo>
                    <a:pt x="0" y="1198"/>
                  </a:lnTo>
                  <a:lnTo>
                    <a:pt x="150" y="2245"/>
                  </a:lnTo>
                  <a:lnTo>
                    <a:pt x="300" y="2395"/>
                  </a:lnTo>
                  <a:lnTo>
                    <a:pt x="449" y="2395"/>
                  </a:lnTo>
                  <a:lnTo>
                    <a:pt x="599" y="2245"/>
                  </a:lnTo>
                  <a:lnTo>
                    <a:pt x="749" y="1198"/>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4" name="Google Shape;814;p45"/>
            <p:cNvSpPr/>
            <p:nvPr/>
          </p:nvSpPr>
          <p:spPr>
            <a:xfrm>
              <a:off x="3781925" y="3138125"/>
              <a:ext cx="291900" cy="18750"/>
            </a:xfrm>
            <a:custGeom>
              <a:rect b="b" l="l" r="r" t="t"/>
              <a:pathLst>
                <a:path extrusionOk="0" h="750" w="11676">
                  <a:moveTo>
                    <a:pt x="2096" y="1"/>
                  </a:moveTo>
                  <a:lnTo>
                    <a:pt x="898" y="151"/>
                  </a:lnTo>
                  <a:lnTo>
                    <a:pt x="0" y="151"/>
                  </a:lnTo>
                  <a:lnTo>
                    <a:pt x="0" y="300"/>
                  </a:lnTo>
                  <a:lnTo>
                    <a:pt x="0" y="450"/>
                  </a:lnTo>
                  <a:lnTo>
                    <a:pt x="150" y="450"/>
                  </a:lnTo>
                  <a:lnTo>
                    <a:pt x="898" y="600"/>
                  </a:lnTo>
                  <a:lnTo>
                    <a:pt x="2246" y="600"/>
                  </a:lnTo>
                  <a:lnTo>
                    <a:pt x="6886" y="749"/>
                  </a:lnTo>
                  <a:lnTo>
                    <a:pt x="9280" y="600"/>
                  </a:lnTo>
                  <a:lnTo>
                    <a:pt x="11526" y="450"/>
                  </a:lnTo>
                  <a:lnTo>
                    <a:pt x="11675" y="450"/>
                  </a:lnTo>
                  <a:lnTo>
                    <a:pt x="11675" y="300"/>
                  </a:lnTo>
                  <a:lnTo>
                    <a:pt x="11526" y="151"/>
                  </a:lnTo>
                  <a:lnTo>
                    <a:pt x="928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5" name="Google Shape;815;p45"/>
            <p:cNvSpPr/>
            <p:nvPr/>
          </p:nvSpPr>
          <p:spPr>
            <a:xfrm>
              <a:off x="3804375" y="3299050"/>
              <a:ext cx="280675" cy="18725"/>
            </a:xfrm>
            <a:custGeom>
              <a:rect b="b" l="l" r="r" t="t"/>
              <a:pathLst>
                <a:path extrusionOk="0" h="749" w="11227">
                  <a:moveTo>
                    <a:pt x="3742" y="0"/>
                  </a:moveTo>
                  <a:lnTo>
                    <a:pt x="150" y="150"/>
                  </a:lnTo>
                  <a:lnTo>
                    <a:pt x="0" y="299"/>
                  </a:lnTo>
                  <a:lnTo>
                    <a:pt x="0" y="449"/>
                  </a:lnTo>
                  <a:lnTo>
                    <a:pt x="150" y="599"/>
                  </a:lnTo>
                  <a:lnTo>
                    <a:pt x="4491" y="748"/>
                  </a:lnTo>
                  <a:lnTo>
                    <a:pt x="8682" y="748"/>
                  </a:lnTo>
                  <a:lnTo>
                    <a:pt x="10478" y="599"/>
                  </a:lnTo>
                  <a:lnTo>
                    <a:pt x="11077" y="449"/>
                  </a:lnTo>
                  <a:lnTo>
                    <a:pt x="11226" y="299"/>
                  </a:lnTo>
                  <a:lnTo>
                    <a:pt x="11077" y="299"/>
                  </a:lnTo>
                  <a:lnTo>
                    <a:pt x="10628"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6" name="Google Shape;816;p45"/>
            <p:cNvSpPr/>
            <p:nvPr/>
          </p:nvSpPr>
          <p:spPr>
            <a:xfrm>
              <a:off x="3800625" y="3377625"/>
              <a:ext cx="273200" cy="26225"/>
            </a:xfrm>
            <a:custGeom>
              <a:rect b="b" l="l" r="r" t="t"/>
              <a:pathLst>
                <a:path extrusionOk="0" h="1049" w="10928">
                  <a:moveTo>
                    <a:pt x="1947" y="0"/>
                  </a:moveTo>
                  <a:lnTo>
                    <a:pt x="1" y="300"/>
                  </a:lnTo>
                  <a:lnTo>
                    <a:pt x="1" y="449"/>
                  </a:lnTo>
                  <a:lnTo>
                    <a:pt x="2246" y="898"/>
                  </a:lnTo>
                  <a:lnTo>
                    <a:pt x="4491" y="1048"/>
                  </a:lnTo>
                  <a:lnTo>
                    <a:pt x="6886" y="898"/>
                  </a:lnTo>
                  <a:lnTo>
                    <a:pt x="9131" y="749"/>
                  </a:lnTo>
                  <a:lnTo>
                    <a:pt x="10029" y="749"/>
                  </a:lnTo>
                  <a:lnTo>
                    <a:pt x="10179" y="599"/>
                  </a:lnTo>
                  <a:lnTo>
                    <a:pt x="10927" y="599"/>
                  </a:lnTo>
                  <a:lnTo>
                    <a:pt x="10927" y="449"/>
                  </a:lnTo>
                  <a:lnTo>
                    <a:pt x="10778" y="300"/>
                  </a:lnTo>
                  <a:lnTo>
                    <a:pt x="10329" y="300"/>
                  </a:lnTo>
                  <a:lnTo>
                    <a:pt x="9281"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7" name="Google Shape;817;p45"/>
            <p:cNvSpPr/>
            <p:nvPr/>
          </p:nvSpPr>
          <p:spPr>
            <a:xfrm>
              <a:off x="3808125" y="3459950"/>
              <a:ext cx="261950" cy="18725"/>
            </a:xfrm>
            <a:custGeom>
              <a:rect b="b" l="l" r="r" t="t"/>
              <a:pathLst>
                <a:path extrusionOk="0" h="749" w="10478">
                  <a:moveTo>
                    <a:pt x="1198" y="0"/>
                  </a:moveTo>
                  <a:lnTo>
                    <a:pt x="0" y="300"/>
                  </a:lnTo>
                  <a:lnTo>
                    <a:pt x="0" y="449"/>
                  </a:lnTo>
                  <a:lnTo>
                    <a:pt x="1198" y="749"/>
                  </a:lnTo>
                  <a:lnTo>
                    <a:pt x="7185" y="749"/>
                  </a:lnTo>
                  <a:lnTo>
                    <a:pt x="9430" y="599"/>
                  </a:lnTo>
                  <a:lnTo>
                    <a:pt x="10178" y="599"/>
                  </a:lnTo>
                  <a:lnTo>
                    <a:pt x="10328" y="449"/>
                  </a:lnTo>
                  <a:lnTo>
                    <a:pt x="10478" y="449"/>
                  </a:lnTo>
                  <a:lnTo>
                    <a:pt x="10328" y="150"/>
                  </a:lnTo>
                  <a:lnTo>
                    <a:pt x="9580" y="15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8" name="Google Shape;818;p45"/>
            <p:cNvSpPr/>
            <p:nvPr/>
          </p:nvSpPr>
          <p:spPr>
            <a:xfrm>
              <a:off x="3808125" y="3534775"/>
              <a:ext cx="246975" cy="29975"/>
            </a:xfrm>
            <a:custGeom>
              <a:rect b="b" l="l" r="r" t="t"/>
              <a:pathLst>
                <a:path extrusionOk="0" h="1199" w="9879">
                  <a:moveTo>
                    <a:pt x="4640" y="1"/>
                  </a:moveTo>
                  <a:lnTo>
                    <a:pt x="2245" y="151"/>
                  </a:lnTo>
                  <a:lnTo>
                    <a:pt x="1198" y="300"/>
                  </a:lnTo>
                  <a:lnTo>
                    <a:pt x="150" y="450"/>
                  </a:lnTo>
                  <a:lnTo>
                    <a:pt x="0" y="600"/>
                  </a:lnTo>
                  <a:lnTo>
                    <a:pt x="150" y="749"/>
                  </a:lnTo>
                  <a:lnTo>
                    <a:pt x="898" y="899"/>
                  </a:lnTo>
                  <a:lnTo>
                    <a:pt x="2395" y="1198"/>
                  </a:lnTo>
                  <a:lnTo>
                    <a:pt x="4341" y="1198"/>
                  </a:lnTo>
                  <a:lnTo>
                    <a:pt x="6287" y="1049"/>
                  </a:lnTo>
                  <a:lnTo>
                    <a:pt x="7933" y="899"/>
                  </a:lnTo>
                  <a:lnTo>
                    <a:pt x="8981" y="899"/>
                  </a:lnTo>
                  <a:lnTo>
                    <a:pt x="9729" y="749"/>
                  </a:lnTo>
                  <a:lnTo>
                    <a:pt x="9879" y="600"/>
                  </a:lnTo>
                  <a:lnTo>
                    <a:pt x="9729" y="600"/>
                  </a:lnTo>
                  <a:lnTo>
                    <a:pt x="9131" y="450"/>
                  </a:lnTo>
                  <a:lnTo>
                    <a:pt x="6885" y="300"/>
                  </a:lnTo>
                  <a:lnTo>
                    <a:pt x="46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19" name="Google Shape;819;p45"/>
            <p:cNvSpPr/>
            <p:nvPr/>
          </p:nvSpPr>
          <p:spPr>
            <a:xfrm>
              <a:off x="3800625" y="3620850"/>
              <a:ext cx="243250" cy="18725"/>
            </a:xfrm>
            <a:custGeom>
              <a:rect b="b" l="l" r="r" t="t"/>
              <a:pathLst>
                <a:path extrusionOk="0" h="749" w="9730">
                  <a:moveTo>
                    <a:pt x="1198" y="0"/>
                  </a:moveTo>
                  <a:lnTo>
                    <a:pt x="150" y="300"/>
                  </a:lnTo>
                  <a:lnTo>
                    <a:pt x="1" y="449"/>
                  </a:lnTo>
                  <a:lnTo>
                    <a:pt x="150" y="599"/>
                  </a:lnTo>
                  <a:lnTo>
                    <a:pt x="1198" y="749"/>
                  </a:lnTo>
                  <a:lnTo>
                    <a:pt x="4491" y="749"/>
                  </a:lnTo>
                  <a:lnTo>
                    <a:pt x="8832" y="599"/>
                  </a:lnTo>
                  <a:lnTo>
                    <a:pt x="9580" y="599"/>
                  </a:lnTo>
                  <a:lnTo>
                    <a:pt x="9730" y="449"/>
                  </a:lnTo>
                  <a:lnTo>
                    <a:pt x="9730" y="300"/>
                  </a:lnTo>
                  <a:lnTo>
                    <a:pt x="9580" y="150"/>
                  </a:lnTo>
                  <a:lnTo>
                    <a:pt x="8982" y="150"/>
                  </a:lnTo>
                  <a:lnTo>
                    <a:pt x="67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0" name="Google Shape;820;p45"/>
            <p:cNvSpPr/>
            <p:nvPr/>
          </p:nvSpPr>
          <p:spPr>
            <a:xfrm>
              <a:off x="3796900" y="3699425"/>
              <a:ext cx="235750" cy="22475"/>
            </a:xfrm>
            <a:custGeom>
              <a:rect b="b" l="l" r="r" t="t"/>
              <a:pathLst>
                <a:path extrusionOk="0" h="899" w="9430">
                  <a:moveTo>
                    <a:pt x="4490" y="1"/>
                  </a:moveTo>
                  <a:lnTo>
                    <a:pt x="299" y="300"/>
                  </a:lnTo>
                  <a:lnTo>
                    <a:pt x="0" y="300"/>
                  </a:lnTo>
                  <a:lnTo>
                    <a:pt x="0" y="599"/>
                  </a:lnTo>
                  <a:lnTo>
                    <a:pt x="299" y="749"/>
                  </a:lnTo>
                  <a:lnTo>
                    <a:pt x="4490" y="899"/>
                  </a:lnTo>
                  <a:lnTo>
                    <a:pt x="6586" y="899"/>
                  </a:lnTo>
                  <a:lnTo>
                    <a:pt x="8681" y="599"/>
                  </a:lnTo>
                  <a:lnTo>
                    <a:pt x="9280" y="599"/>
                  </a:lnTo>
                  <a:lnTo>
                    <a:pt x="9430" y="450"/>
                  </a:lnTo>
                  <a:lnTo>
                    <a:pt x="9280" y="300"/>
                  </a:lnTo>
                  <a:lnTo>
                    <a:pt x="8681" y="150"/>
                  </a:lnTo>
                  <a:lnTo>
                    <a:pt x="658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1" name="Google Shape;821;p45"/>
            <p:cNvSpPr/>
            <p:nvPr/>
          </p:nvSpPr>
          <p:spPr>
            <a:xfrm>
              <a:off x="3789400" y="3781750"/>
              <a:ext cx="235775" cy="26225"/>
            </a:xfrm>
            <a:custGeom>
              <a:rect b="b" l="l" r="r" t="t"/>
              <a:pathLst>
                <a:path extrusionOk="0" h="1049" w="9431">
                  <a:moveTo>
                    <a:pt x="3593" y="1"/>
                  </a:moveTo>
                  <a:lnTo>
                    <a:pt x="1947" y="150"/>
                  </a:lnTo>
                  <a:lnTo>
                    <a:pt x="150" y="150"/>
                  </a:lnTo>
                  <a:lnTo>
                    <a:pt x="1" y="300"/>
                  </a:lnTo>
                  <a:lnTo>
                    <a:pt x="1" y="450"/>
                  </a:lnTo>
                  <a:lnTo>
                    <a:pt x="1" y="599"/>
                  </a:lnTo>
                  <a:lnTo>
                    <a:pt x="150" y="599"/>
                  </a:lnTo>
                  <a:lnTo>
                    <a:pt x="2695" y="749"/>
                  </a:lnTo>
                  <a:lnTo>
                    <a:pt x="5090" y="899"/>
                  </a:lnTo>
                  <a:lnTo>
                    <a:pt x="6736" y="1048"/>
                  </a:lnTo>
                  <a:lnTo>
                    <a:pt x="8383" y="899"/>
                  </a:lnTo>
                  <a:lnTo>
                    <a:pt x="9131" y="749"/>
                  </a:lnTo>
                  <a:lnTo>
                    <a:pt x="9431" y="749"/>
                  </a:lnTo>
                  <a:lnTo>
                    <a:pt x="9431" y="599"/>
                  </a:lnTo>
                  <a:lnTo>
                    <a:pt x="9431" y="450"/>
                  </a:lnTo>
                  <a:lnTo>
                    <a:pt x="9281" y="300"/>
                  </a:lnTo>
                  <a:lnTo>
                    <a:pt x="8532" y="150"/>
                  </a:lnTo>
                  <a:lnTo>
                    <a:pt x="7185" y="150"/>
                  </a:lnTo>
                  <a:lnTo>
                    <a:pt x="59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2" name="Google Shape;822;p45"/>
            <p:cNvSpPr/>
            <p:nvPr/>
          </p:nvSpPr>
          <p:spPr>
            <a:xfrm>
              <a:off x="3804375" y="3864075"/>
              <a:ext cx="205825" cy="22475"/>
            </a:xfrm>
            <a:custGeom>
              <a:rect b="b" l="l" r="r" t="t"/>
              <a:pathLst>
                <a:path extrusionOk="0" h="899" w="8233">
                  <a:moveTo>
                    <a:pt x="2096" y="1"/>
                  </a:moveTo>
                  <a:lnTo>
                    <a:pt x="150" y="150"/>
                  </a:lnTo>
                  <a:lnTo>
                    <a:pt x="0" y="150"/>
                  </a:lnTo>
                  <a:lnTo>
                    <a:pt x="0" y="300"/>
                  </a:lnTo>
                  <a:lnTo>
                    <a:pt x="0" y="599"/>
                  </a:lnTo>
                  <a:lnTo>
                    <a:pt x="150" y="599"/>
                  </a:lnTo>
                  <a:lnTo>
                    <a:pt x="2096" y="749"/>
                  </a:lnTo>
                  <a:lnTo>
                    <a:pt x="3892" y="899"/>
                  </a:lnTo>
                  <a:lnTo>
                    <a:pt x="7484" y="599"/>
                  </a:lnTo>
                  <a:lnTo>
                    <a:pt x="8083" y="599"/>
                  </a:lnTo>
                  <a:lnTo>
                    <a:pt x="8233" y="450"/>
                  </a:lnTo>
                  <a:lnTo>
                    <a:pt x="8083" y="300"/>
                  </a:lnTo>
                  <a:lnTo>
                    <a:pt x="7484" y="300"/>
                  </a:lnTo>
                  <a:lnTo>
                    <a:pt x="38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3" name="Google Shape;823;p45"/>
            <p:cNvSpPr/>
            <p:nvPr/>
          </p:nvSpPr>
          <p:spPr>
            <a:xfrm>
              <a:off x="3751975" y="3938925"/>
              <a:ext cx="243275" cy="29950"/>
            </a:xfrm>
            <a:custGeom>
              <a:rect b="b" l="l" r="r" t="t"/>
              <a:pathLst>
                <a:path extrusionOk="0" h="1198" w="9731">
                  <a:moveTo>
                    <a:pt x="3743" y="0"/>
                  </a:moveTo>
                  <a:lnTo>
                    <a:pt x="1947" y="150"/>
                  </a:lnTo>
                  <a:lnTo>
                    <a:pt x="151" y="449"/>
                  </a:lnTo>
                  <a:lnTo>
                    <a:pt x="1" y="449"/>
                  </a:lnTo>
                  <a:lnTo>
                    <a:pt x="1" y="599"/>
                  </a:lnTo>
                  <a:lnTo>
                    <a:pt x="151" y="898"/>
                  </a:lnTo>
                  <a:lnTo>
                    <a:pt x="2246" y="1048"/>
                  </a:lnTo>
                  <a:lnTo>
                    <a:pt x="4641" y="1198"/>
                  </a:lnTo>
                  <a:lnTo>
                    <a:pt x="6886" y="1048"/>
                  </a:lnTo>
                  <a:lnTo>
                    <a:pt x="9131" y="898"/>
                  </a:lnTo>
                  <a:lnTo>
                    <a:pt x="9580" y="749"/>
                  </a:lnTo>
                  <a:lnTo>
                    <a:pt x="9730" y="599"/>
                  </a:lnTo>
                  <a:lnTo>
                    <a:pt x="9580" y="449"/>
                  </a:lnTo>
                  <a:lnTo>
                    <a:pt x="9131" y="299"/>
                  </a:lnTo>
                  <a:lnTo>
                    <a:pt x="7635" y="150"/>
                  </a:lnTo>
                  <a:lnTo>
                    <a:pt x="568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4" name="Google Shape;824;p45"/>
            <p:cNvSpPr/>
            <p:nvPr/>
          </p:nvSpPr>
          <p:spPr>
            <a:xfrm>
              <a:off x="3789400" y="4021250"/>
              <a:ext cx="198350" cy="26200"/>
            </a:xfrm>
            <a:custGeom>
              <a:rect b="b" l="l" r="r" t="t"/>
              <a:pathLst>
                <a:path extrusionOk="0" h="1048" w="7934">
                  <a:moveTo>
                    <a:pt x="3743" y="0"/>
                  </a:moveTo>
                  <a:lnTo>
                    <a:pt x="1947" y="150"/>
                  </a:lnTo>
                  <a:lnTo>
                    <a:pt x="300" y="299"/>
                  </a:lnTo>
                  <a:lnTo>
                    <a:pt x="150" y="299"/>
                  </a:lnTo>
                  <a:lnTo>
                    <a:pt x="1" y="449"/>
                  </a:lnTo>
                  <a:lnTo>
                    <a:pt x="150" y="599"/>
                  </a:lnTo>
                  <a:lnTo>
                    <a:pt x="300" y="748"/>
                  </a:lnTo>
                  <a:lnTo>
                    <a:pt x="3743" y="1048"/>
                  </a:lnTo>
                  <a:lnTo>
                    <a:pt x="5389" y="1048"/>
                  </a:lnTo>
                  <a:lnTo>
                    <a:pt x="7185" y="748"/>
                  </a:lnTo>
                  <a:lnTo>
                    <a:pt x="7784" y="748"/>
                  </a:lnTo>
                  <a:lnTo>
                    <a:pt x="7934" y="599"/>
                  </a:lnTo>
                  <a:lnTo>
                    <a:pt x="7784" y="449"/>
                  </a:lnTo>
                  <a:lnTo>
                    <a:pt x="7185" y="299"/>
                  </a:lnTo>
                  <a:lnTo>
                    <a:pt x="5539" y="150"/>
                  </a:lnTo>
                  <a:lnTo>
                    <a:pt x="37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5" name="Google Shape;825;p45"/>
            <p:cNvSpPr/>
            <p:nvPr/>
          </p:nvSpPr>
          <p:spPr>
            <a:xfrm>
              <a:off x="3800625" y="4182150"/>
              <a:ext cx="164675" cy="26200"/>
            </a:xfrm>
            <a:custGeom>
              <a:rect b="b" l="l" r="r" t="t"/>
              <a:pathLst>
                <a:path extrusionOk="0" h="1048" w="6587">
                  <a:moveTo>
                    <a:pt x="2994" y="0"/>
                  </a:moveTo>
                  <a:lnTo>
                    <a:pt x="1498" y="150"/>
                  </a:lnTo>
                  <a:lnTo>
                    <a:pt x="150" y="300"/>
                  </a:lnTo>
                  <a:lnTo>
                    <a:pt x="1" y="449"/>
                  </a:lnTo>
                  <a:lnTo>
                    <a:pt x="1" y="599"/>
                  </a:lnTo>
                  <a:lnTo>
                    <a:pt x="1" y="749"/>
                  </a:lnTo>
                  <a:lnTo>
                    <a:pt x="150" y="749"/>
                  </a:lnTo>
                  <a:lnTo>
                    <a:pt x="749" y="898"/>
                  </a:lnTo>
                  <a:lnTo>
                    <a:pt x="2096" y="1048"/>
                  </a:lnTo>
                  <a:lnTo>
                    <a:pt x="3294" y="1048"/>
                  </a:lnTo>
                  <a:lnTo>
                    <a:pt x="5838" y="749"/>
                  </a:lnTo>
                  <a:lnTo>
                    <a:pt x="6437" y="599"/>
                  </a:lnTo>
                  <a:lnTo>
                    <a:pt x="6587" y="599"/>
                  </a:lnTo>
                  <a:lnTo>
                    <a:pt x="6587" y="449"/>
                  </a:lnTo>
                  <a:lnTo>
                    <a:pt x="6587" y="300"/>
                  </a:lnTo>
                  <a:lnTo>
                    <a:pt x="6437" y="300"/>
                  </a:lnTo>
                  <a:lnTo>
                    <a:pt x="5838" y="150"/>
                  </a:lnTo>
                  <a:lnTo>
                    <a:pt x="449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6" name="Google Shape;826;p45"/>
            <p:cNvSpPr/>
            <p:nvPr/>
          </p:nvSpPr>
          <p:spPr>
            <a:xfrm>
              <a:off x="3804375" y="4103550"/>
              <a:ext cx="172150" cy="22500"/>
            </a:xfrm>
            <a:custGeom>
              <a:rect b="b" l="l" r="r" t="t"/>
              <a:pathLst>
                <a:path extrusionOk="0" h="900" w="6886">
                  <a:moveTo>
                    <a:pt x="1647" y="1"/>
                  </a:moveTo>
                  <a:lnTo>
                    <a:pt x="150" y="151"/>
                  </a:lnTo>
                  <a:lnTo>
                    <a:pt x="0" y="300"/>
                  </a:lnTo>
                  <a:lnTo>
                    <a:pt x="0" y="450"/>
                  </a:lnTo>
                  <a:lnTo>
                    <a:pt x="0" y="600"/>
                  </a:lnTo>
                  <a:lnTo>
                    <a:pt x="150" y="749"/>
                  </a:lnTo>
                  <a:lnTo>
                    <a:pt x="1647" y="899"/>
                  </a:lnTo>
                  <a:lnTo>
                    <a:pt x="3144" y="899"/>
                  </a:lnTo>
                  <a:lnTo>
                    <a:pt x="6137" y="749"/>
                  </a:lnTo>
                  <a:lnTo>
                    <a:pt x="6736" y="600"/>
                  </a:lnTo>
                  <a:lnTo>
                    <a:pt x="6886" y="600"/>
                  </a:lnTo>
                  <a:lnTo>
                    <a:pt x="6886" y="450"/>
                  </a:lnTo>
                  <a:lnTo>
                    <a:pt x="6886" y="300"/>
                  </a:lnTo>
                  <a:lnTo>
                    <a:pt x="6736" y="300"/>
                  </a:lnTo>
                  <a:lnTo>
                    <a:pt x="6137" y="151"/>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7" name="Google Shape;827;p45"/>
            <p:cNvSpPr/>
            <p:nvPr/>
          </p:nvSpPr>
          <p:spPr>
            <a:xfrm>
              <a:off x="3804375" y="4264475"/>
              <a:ext cx="149700" cy="22475"/>
            </a:xfrm>
            <a:custGeom>
              <a:rect b="b" l="l" r="r" t="t"/>
              <a:pathLst>
                <a:path extrusionOk="0" h="899" w="5988">
                  <a:moveTo>
                    <a:pt x="1497" y="0"/>
                  </a:moveTo>
                  <a:lnTo>
                    <a:pt x="150" y="300"/>
                  </a:lnTo>
                  <a:lnTo>
                    <a:pt x="0" y="449"/>
                  </a:lnTo>
                  <a:lnTo>
                    <a:pt x="150" y="599"/>
                  </a:lnTo>
                  <a:lnTo>
                    <a:pt x="150" y="749"/>
                  </a:lnTo>
                  <a:lnTo>
                    <a:pt x="1497" y="898"/>
                  </a:lnTo>
                  <a:lnTo>
                    <a:pt x="3892" y="898"/>
                  </a:lnTo>
                  <a:lnTo>
                    <a:pt x="5239" y="749"/>
                  </a:lnTo>
                  <a:lnTo>
                    <a:pt x="5988" y="599"/>
                  </a:lnTo>
                  <a:lnTo>
                    <a:pt x="5988" y="449"/>
                  </a:lnTo>
                  <a:lnTo>
                    <a:pt x="5988" y="300"/>
                  </a:lnTo>
                  <a:lnTo>
                    <a:pt x="5239" y="150"/>
                  </a:lnTo>
                  <a:lnTo>
                    <a:pt x="404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8" name="Google Shape;828;p45"/>
            <p:cNvSpPr/>
            <p:nvPr/>
          </p:nvSpPr>
          <p:spPr>
            <a:xfrm>
              <a:off x="3808125" y="4343050"/>
              <a:ext cx="134725" cy="26225"/>
            </a:xfrm>
            <a:custGeom>
              <a:rect b="b" l="l" r="r" t="t"/>
              <a:pathLst>
                <a:path extrusionOk="0" h="1049" w="5389">
                  <a:moveTo>
                    <a:pt x="2395" y="0"/>
                  </a:moveTo>
                  <a:lnTo>
                    <a:pt x="1198" y="150"/>
                  </a:lnTo>
                  <a:lnTo>
                    <a:pt x="150" y="300"/>
                  </a:lnTo>
                  <a:lnTo>
                    <a:pt x="0" y="449"/>
                  </a:lnTo>
                  <a:lnTo>
                    <a:pt x="0" y="599"/>
                  </a:lnTo>
                  <a:lnTo>
                    <a:pt x="0" y="749"/>
                  </a:lnTo>
                  <a:lnTo>
                    <a:pt x="150" y="749"/>
                  </a:lnTo>
                  <a:lnTo>
                    <a:pt x="300" y="898"/>
                  </a:lnTo>
                  <a:lnTo>
                    <a:pt x="1347" y="1048"/>
                  </a:lnTo>
                  <a:lnTo>
                    <a:pt x="2395" y="1048"/>
                  </a:lnTo>
                  <a:lnTo>
                    <a:pt x="3892" y="898"/>
                  </a:lnTo>
                  <a:lnTo>
                    <a:pt x="4640" y="749"/>
                  </a:lnTo>
                  <a:lnTo>
                    <a:pt x="5239" y="749"/>
                  </a:lnTo>
                  <a:lnTo>
                    <a:pt x="5239" y="599"/>
                  </a:lnTo>
                  <a:lnTo>
                    <a:pt x="5389" y="449"/>
                  </a:lnTo>
                  <a:lnTo>
                    <a:pt x="5239" y="30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9" name="Google Shape;829;p45"/>
            <p:cNvSpPr/>
            <p:nvPr/>
          </p:nvSpPr>
          <p:spPr>
            <a:xfrm>
              <a:off x="3789400" y="4425375"/>
              <a:ext cx="142225" cy="22475"/>
            </a:xfrm>
            <a:custGeom>
              <a:rect b="b" l="l" r="r" t="t"/>
              <a:pathLst>
                <a:path extrusionOk="0" h="899" w="5689">
                  <a:moveTo>
                    <a:pt x="1348" y="0"/>
                  </a:moveTo>
                  <a:lnTo>
                    <a:pt x="749" y="150"/>
                  </a:lnTo>
                  <a:lnTo>
                    <a:pt x="150" y="300"/>
                  </a:lnTo>
                  <a:lnTo>
                    <a:pt x="1" y="599"/>
                  </a:lnTo>
                  <a:lnTo>
                    <a:pt x="150" y="599"/>
                  </a:lnTo>
                  <a:lnTo>
                    <a:pt x="749" y="898"/>
                  </a:lnTo>
                  <a:lnTo>
                    <a:pt x="2695" y="898"/>
                  </a:lnTo>
                  <a:lnTo>
                    <a:pt x="4940" y="749"/>
                  </a:lnTo>
                  <a:lnTo>
                    <a:pt x="5539" y="599"/>
                  </a:lnTo>
                  <a:lnTo>
                    <a:pt x="5689" y="599"/>
                  </a:lnTo>
                  <a:lnTo>
                    <a:pt x="5689" y="449"/>
                  </a:lnTo>
                  <a:lnTo>
                    <a:pt x="5539" y="300"/>
                  </a:lnTo>
                  <a:lnTo>
                    <a:pt x="4940"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0" name="Google Shape;830;p45"/>
            <p:cNvSpPr/>
            <p:nvPr/>
          </p:nvSpPr>
          <p:spPr>
            <a:xfrm>
              <a:off x="3785675" y="4507700"/>
              <a:ext cx="134725" cy="22475"/>
            </a:xfrm>
            <a:custGeom>
              <a:rect b="b" l="l" r="r" t="t"/>
              <a:pathLst>
                <a:path extrusionOk="0" h="899" w="5389">
                  <a:moveTo>
                    <a:pt x="1497" y="0"/>
                  </a:moveTo>
                  <a:lnTo>
                    <a:pt x="449" y="150"/>
                  </a:lnTo>
                  <a:lnTo>
                    <a:pt x="150" y="300"/>
                  </a:lnTo>
                  <a:lnTo>
                    <a:pt x="0" y="300"/>
                  </a:lnTo>
                  <a:lnTo>
                    <a:pt x="0" y="449"/>
                  </a:lnTo>
                  <a:lnTo>
                    <a:pt x="150" y="599"/>
                  </a:lnTo>
                  <a:lnTo>
                    <a:pt x="599" y="749"/>
                  </a:lnTo>
                  <a:lnTo>
                    <a:pt x="1198" y="898"/>
                  </a:lnTo>
                  <a:lnTo>
                    <a:pt x="2545" y="898"/>
                  </a:lnTo>
                  <a:lnTo>
                    <a:pt x="4640" y="749"/>
                  </a:lnTo>
                  <a:lnTo>
                    <a:pt x="5239" y="599"/>
                  </a:lnTo>
                  <a:lnTo>
                    <a:pt x="5389" y="449"/>
                  </a:lnTo>
                  <a:lnTo>
                    <a:pt x="5389" y="300"/>
                  </a:lnTo>
                  <a:lnTo>
                    <a:pt x="5239" y="15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1" name="Google Shape;831;p45"/>
            <p:cNvSpPr/>
            <p:nvPr/>
          </p:nvSpPr>
          <p:spPr>
            <a:xfrm>
              <a:off x="3781925" y="4586275"/>
              <a:ext cx="134725" cy="26225"/>
            </a:xfrm>
            <a:custGeom>
              <a:rect b="b" l="l" r="r" t="t"/>
              <a:pathLst>
                <a:path extrusionOk="0" h="1049" w="5389">
                  <a:moveTo>
                    <a:pt x="1348" y="1"/>
                  </a:moveTo>
                  <a:lnTo>
                    <a:pt x="749" y="150"/>
                  </a:lnTo>
                  <a:lnTo>
                    <a:pt x="150" y="300"/>
                  </a:lnTo>
                  <a:lnTo>
                    <a:pt x="0" y="450"/>
                  </a:lnTo>
                  <a:lnTo>
                    <a:pt x="0" y="599"/>
                  </a:lnTo>
                  <a:lnTo>
                    <a:pt x="150" y="749"/>
                  </a:lnTo>
                  <a:lnTo>
                    <a:pt x="1048" y="1048"/>
                  </a:lnTo>
                  <a:lnTo>
                    <a:pt x="3293" y="1048"/>
                  </a:lnTo>
                  <a:lnTo>
                    <a:pt x="4341" y="899"/>
                  </a:lnTo>
                  <a:lnTo>
                    <a:pt x="5089" y="749"/>
                  </a:lnTo>
                  <a:lnTo>
                    <a:pt x="5239" y="749"/>
                  </a:lnTo>
                  <a:lnTo>
                    <a:pt x="5389" y="599"/>
                  </a:lnTo>
                  <a:lnTo>
                    <a:pt x="5389" y="450"/>
                  </a:lnTo>
                  <a:lnTo>
                    <a:pt x="5239" y="300"/>
                  </a:lnTo>
                  <a:lnTo>
                    <a:pt x="5089" y="300"/>
                  </a:lnTo>
                  <a:lnTo>
                    <a:pt x="4341" y="150"/>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2" name="Google Shape;832;p45"/>
            <p:cNvSpPr/>
            <p:nvPr/>
          </p:nvSpPr>
          <p:spPr>
            <a:xfrm>
              <a:off x="3766950" y="4668600"/>
              <a:ext cx="134750" cy="26225"/>
            </a:xfrm>
            <a:custGeom>
              <a:rect b="b" l="l" r="r" t="t"/>
              <a:pathLst>
                <a:path extrusionOk="0" h="1049" w="5390">
                  <a:moveTo>
                    <a:pt x="1198" y="0"/>
                  </a:moveTo>
                  <a:lnTo>
                    <a:pt x="150" y="300"/>
                  </a:lnTo>
                  <a:lnTo>
                    <a:pt x="1" y="449"/>
                  </a:lnTo>
                  <a:lnTo>
                    <a:pt x="150" y="599"/>
                  </a:lnTo>
                  <a:lnTo>
                    <a:pt x="1198" y="899"/>
                  </a:lnTo>
                  <a:lnTo>
                    <a:pt x="2246" y="1048"/>
                  </a:lnTo>
                  <a:lnTo>
                    <a:pt x="3294" y="899"/>
                  </a:lnTo>
                  <a:lnTo>
                    <a:pt x="4491" y="749"/>
                  </a:lnTo>
                  <a:lnTo>
                    <a:pt x="5239" y="599"/>
                  </a:lnTo>
                  <a:lnTo>
                    <a:pt x="5389" y="449"/>
                  </a:lnTo>
                  <a:lnTo>
                    <a:pt x="5239" y="300"/>
                  </a:lnTo>
                  <a:lnTo>
                    <a:pt x="4491" y="150"/>
                  </a:lnTo>
                  <a:lnTo>
                    <a:pt x="34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3" name="Google Shape;833;p45"/>
            <p:cNvSpPr/>
            <p:nvPr/>
          </p:nvSpPr>
          <p:spPr>
            <a:xfrm>
              <a:off x="3781925" y="4750925"/>
              <a:ext cx="108550" cy="18725"/>
            </a:xfrm>
            <a:custGeom>
              <a:rect b="b" l="l" r="r" t="t"/>
              <a:pathLst>
                <a:path extrusionOk="0" h="749" w="4342">
                  <a:moveTo>
                    <a:pt x="599" y="0"/>
                  </a:moveTo>
                  <a:lnTo>
                    <a:pt x="0" y="150"/>
                  </a:lnTo>
                  <a:lnTo>
                    <a:pt x="0" y="449"/>
                  </a:lnTo>
                  <a:lnTo>
                    <a:pt x="0" y="599"/>
                  </a:lnTo>
                  <a:lnTo>
                    <a:pt x="599" y="749"/>
                  </a:lnTo>
                  <a:lnTo>
                    <a:pt x="3443" y="749"/>
                  </a:lnTo>
                  <a:lnTo>
                    <a:pt x="4191" y="449"/>
                  </a:lnTo>
                  <a:lnTo>
                    <a:pt x="4341" y="449"/>
                  </a:lnTo>
                  <a:lnTo>
                    <a:pt x="4191" y="300"/>
                  </a:lnTo>
                  <a:lnTo>
                    <a:pt x="4191" y="150"/>
                  </a:lnTo>
                  <a:lnTo>
                    <a:pt x="35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4" name="Google Shape;834;p45"/>
            <p:cNvSpPr/>
            <p:nvPr/>
          </p:nvSpPr>
          <p:spPr>
            <a:xfrm>
              <a:off x="3796900" y="4829500"/>
              <a:ext cx="82350" cy="22475"/>
            </a:xfrm>
            <a:custGeom>
              <a:rect b="b" l="l" r="r" t="t"/>
              <a:pathLst>
                <a:path extrusionOk="0" h="899" w="3294">
                  <a:moveTo>
                    <a:pt x="749" y="1"/>
                  </a:moveTo>
                  <a:lnTo>
                    <a:pt x="299" y="150"/>
                  </a:lnTo>
                  <a:lnTo>
                    <a:pt x="150" y="300"/>
                  </a:lnTo>
                  <a:lnTo>
                    <a:pt x="0" y="450"/>
                  </a:lnTo>
                  <a:lnTo>
                    <a:pt x="150" y="599"/>
                  </a:lnTo>
                  <a:lnTo>
                    <a:pt x="299" y="749"/>
                  </a:lnTo>
                  <a:lnTo>
                    <a:pt x="749" y="899"/>
                  </a:lnTo>
                  <a:lnTo>
                    <a:pt x="1347" y="899"/>
                  </a:lnTo>
                  <a:lnTo>
                    <a:pt x="2395" y="749"/>
                  </a:lnTo>
                  <a:lnTo>
                    <a:pt x="3143" y="599"/>
                  </a:lnTo>
                  <a:lnTo>
                    <a:pt x="3293" y="450"/>
                  </a:lnTo>
                  <a:lnTo>
                    <a:pt x="3143" y="300"/>
                  </a:lnTo>
                  <a:lnTo>
                    <a:pt x="2545" y="150"/>
                  </a:lnTo>
                  <a:lnTo>
                    <a:pt x="13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5" name="Google Shape;835;p45"/>
            <p:cNvSpPr/>
            <p:nvPr/>
          </p:nvSpPr>
          <p:spPr>
            <a:xfrm>
              <a:off x="3804375" y="4911825"/>
              <a:ext cx="71125" cy="18725"/>
            </a:xfrm>
            <a:custGeom>
              <a:rect b="b" l="l" r="r" t="t"/>
              <a:pathLst>
                <a:path extrusionOk="0" h="749" w="2845">
                  <a:moveTo>
                    <a:pt x="899" y="1"/>
                  </a:moveTo>
                  <a:lnTo>
                    <a:pt x="150" y="150"/>
                  </a:lnTo>
                  <a:lnTo>
                    <a:pt x="150" y="300"/>
                  </a:lnTo>
                  <a:lnTo>
                    <a:pt x="0" y="450"/>
                  </a:lnTo>
                  <a:lnTo>
                    <a:pt x="150" y="599"/>
                  </a:lnTo>
                  <a:lnTo>
                    <a:pt x="899" y="749"/>
                  </a:lnTo>
                  <a:lnTo>
                    <a:pt x="1647" y="749"/>
                  </a:lnTo>
                  <a:lnTo>
                    <a:pt x="2395" y="599"/>
                  </a:lnTo>
                  <a:lnTo>
                    <a:pt x="2695" y="599"/>
                  </a:lnTo>
                  <a:lnTo>
                    <a:pt x="2844" y="450"/>
                  </a:lnTo>
                  <a:lnTo>
                    <a:pt x="2695" y="150"/>
                  </a:lnTo>
                  <a:lnTo>
                    <a:pt x="2395" y="150"/>
                  </a:lnTo>
                  <a:lnTo>
                    <a:pt x="17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6" name="Google Shape;836;p45"/>
            <p:cNvSpPr/>
            <p:nvPr/>
          </p:nvSpPr>
          <p:spPr>
            <a:xfrm>
              <a:off x="3793150" y="4990400"/>
              <a:ext cx="67375" cy="22475"/>
            </a:xfrm>
            <a:custGeom>
              <a:rect b="b" l="l" r="r" t="t"/>
              <a:pathLst>
                <a:path extrusionOk="0" h="899" w="2695">
                  <a:moveTo>
                    <a:pt x="1048" y="1"/>
                  </a:moveTo>
                  <a:lnTo>
                    <a:pt x="449" y="150"/>
                  </a:lnTo>
                  <a:lnTo>
                    <a:pt x="0" y="300"/>
                  </a:lnTo>
                  <a:lnTo>
                    <a:pt x="0" y="450"/>
                  </a:lnTo>
                  <a:lnTo>
                    <a:pt x="0" y="749"/>
                  </a:lnTo>
                  <a:lnTo>
                    <a:pt x="300" y="899"/>
                  </a:lnTo>
                  <a:lnTo>
                    <a:pt x="1647" y="899"/>
                  </a:lnTo>
                  <a:lnTo>
                    <a:pt x="2395" y="749"/>
                  </a:lnTo>
                  <a:lnTo>
                    <a:pt x="2545" y="600"/>
                  </a:lnTo>
                  <a:lnTo>
                    <a:pt x="2695" y="450"/>
                  </a:lnTo>
                  <a:lnTo>
                    <a:pt x="2545" y="300"/>
                  </a:lnTo>
                  <a:lnTo>
                    <a:pt x="2395" y="300"/>
                  </a:lnTo>
                  <a:lnTo>
                    <a:pt x="1797" y="150"/>
                  </a:lnTo>
                  <a:lnTo>
                    <a:pt x="104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7" name="Google Shape;837;p45"/>
            <p:cNvSpPr/>
            <p:nvPr/>
          </p:nvSpPr>
          <p:spPr>
            <a:xfrm>
              <a:off x="3793150" y="5076475"/>
              <a:ext cx="59900" cy="15000"/>
            </a:xfrm>
            <a:custGeom>
              <a:rect b="b" l="l" r="r" t="t"/>
              <a:pathLst>
                <a:path extrusionOk="0" h="600" w="2396">
                  <a:moveTo>
                    <a:pt x="150" y="0"/>
                  </a:moveTo>
                  <a:lnTo>
                    <a:pt x="150" y="150"/>
                  </a:lnTo>
                  <a:lnTo>
                    <a:pt x="0" y="300"/>
                  </a:lnTo>
                  <a:lnTo>
                    <a:pt x="0" y="449"/>
                  </a:lnTo>
                  <a:lnTo>
                    <a:pt x="300" y="449"/>
                  </a:lnTo>
                  <a:lnTo>
                    <a:pt x="1048" y="599"/>
                  </a:lnTo>
                  <a:lnTo>
                    <a:pt x="1946" y="599"/>
                  </a:lnTo>
                  <a:lnTo>
                    <a:pt x="2395" y="449"/>
                  </a:lnTo>
                  <a:lnTo>
                    <a:pt x="23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8" name="Google Shape;838;p45"/>
            <p:cNvSpPr/>
            <p:nvPr/>
          </p:nvSpPr>
          <p:spPr>
            <a:xfrm>
              <a:off x="1192500" y="238125"/>
              <a:ext cx="5235000" cy="5238750"/>
            </a:xfrm>
            <a:custGeom>
              <a:rect b="b" l="l" r="r" t="t"/>
              <a:pathLst>
                <a:path extrusionOk="0" h="209550" w="209400">
                  <a:moveTo>
                    <a:pt x="100135" y="23200"/>
                  </a:moveTo>
                  <a:lnTo>
                    <a:pt x="98638" y="34276"/>
                  </a:lnTo>
                  <a:lnTo>
                    <a:pt x="94597" y="34725"/>
                  </a:lnTo>
                  <a:lnTo>
                    <a:pt x="90555" y="35324"/>
                  </a:lnTo>
                  <a:lnTo>
                    <a:pt x="90555" y="35324"/>
                  </a:lnTo>
                  <a:lnTo>
                    <a:pt x="90705" y="24248"/>
                  </a:lnTo>
                  <a:lnTo>
                    <a:pt x="95345" y="23649"/>
                  </a:lnTo>
                  <a:lnTo>
                    <a:pt x="100135" y="23200"/>
                  </a:lnTo>
                  <a:close/>
                  <a:moveTo>
                    <a:pt x="108517" y="23200"/>
                  </a:moveTo>
                  <a:lnTo>
                    <a:pt x="113606" y="23500"/>
                  </a:lnTo>
                  <a:lnTo>
                    <a:pt x="118845" y="24248"/>
                  </a:lnTo>
                  <a:lnTo>
                    <a:pt x="118845" y="35324"/>
                  </a:lnTo>
                  <a:lnTo>
                    <a:pt x="114504" y="34576"/>
                  </a:lnTo>
                  <a:lnTo>
                    <a:pt x="110163" y="34127"/>
                  </a:lnTo>
                  <a:lnTo>
                    <a:pt x="108517" y="23200"/>
                  </a:lnTo>
                  <a:close/>
                  <a:moveTo>
                    <a:pt x="89657" y="24398"/>
                  </a:moveTo>
                  <a:lnTo>
                    <a:pt x="89657" y="24547"/>
                  </a:lnTo>
                  <a:lnTo>
                    <a:pt x="88310" y="24996"/>
                  </a:lnTo>
                  <a:lnTo>
                    <a:pt x="87262" y="25146"/>
                  </a:lnTo>
                  <a:lnTo>
                    <a:pt x="86215" y="25595"/>
                  </a:lnTo>
                  <a:lnTo>
                    <a:pt x="86215" y="25745"/>
                  </a:lnTo>
                  <a:lnTo>
                    <a:pt x="88011" y="25296"/>
                  </a:lnTo>
                  <a:lnTo>
                    <a:pt x="88909" y="25146"/>
                  </a:lnTo>
                  <a:lnTo>
                    <a:pt x="89657" y="24996"/>
                  </a:lnTo>
                  <a:lnTo>
                    <a:pt x="89657" y="25745"/>
                  </a:lnTo>
                  <a:lnTo>
                    <a:pt x="88310" y="26194"/>
                  </a:lnTo>
                  <a:lnTo>
                    <a:pt x="87412" y="26493"/>
                  </a:lnTo>
                  <a:lnTo>
                    <a:pt x="86514" y="26792"/>
                  </a:lnTo>
                  <a:lnTo>
                    <a:pt x="86364" y="26942"/>
                  </a:lnTo>
                  <a:lnTo>
                    <a:pt x="86514" y="26942"/>
                  </a:lnTo>
                  <a:lnTo>
                    <a:pt x="88460" y="26493"/>
                  </a:lnTo>
                  <a:lnTo>
                    <a:pt x="89657" y="26194"/>
                  </a:lnTo>
                  <a:lnTo>
                    <a:pt x="89657" y="27092"/>
                  </a:lnTo>
                  <a:lnTo>
                    <a:pt x="88310" y="27541"/>
                  </a:lnTo>
                  <a:lnTo>
                    <a:pt x="87412" y="27691"/>
                  </a:lnTo>
                  <a:lnTo>
                    <a:pt x="86514" y="28140"/>
                  </a:lnTo>
                  <a:lnTo>
                    <a:pt x="86514" y="28289"/>
                  </a:lnTo>
                  <a:lnTo>
                    <a:pt x="87412" y="27990"/>
                  </a:lnTo>
                  <a:lnTo>
                    <a:pt x="88310" y="27840"/>
                  </a:lnTo>
                  <a:lnTo>
                    <a:pt x="89657" y="27391"/>
                  </a:lnTo>
                  <a:lnTo>
                    <a:pt x="89657" y="28289"/>
                  </a:lnTo>
                  <a:lnTo>
                    <a:pt x="88310" y="28589"/>
                  </a:lnTo>
                  <a:lnTo>
                    <a:pt x="87562" y="28888"/>
                  </a:lnTo>
                  <a:lnTo>
                    <a:pt x="86963" y="29187"/>
                  </a:lnTo>
                  <a:lnTo>
                    <a:pt x="86963" y="29337"/>
                  </a:lnTo>
                  <a:lnTo>
                    <a:pt x="87113" y="29337"/>
                  </a:lnTo>
                  <a:lnTo>
                    <a:pt x="88759" y="28738"/>
                  </a:lnTo>
                  <a:lnTo>
                    <a:pt x="89657" y="28589"/>
                  </a:lnTo>
                  <a:lnTo>
                    <a:pt x="89657" y="29786"/>
                  </a:lnTo>
                  <a:lnTo>
                    <a:pt x="88610" y="30085"/>
                  </a:lnTo>
                  <a:lnTo>
                    <a:pt x="87712" y="30385"/>
                  </a:lnTo>
                  <a:lnTo>
                    <a:pt x="86963" y="30684"/>
                  </a:lnTo>
                  <a:lnTo>
                    <a:pt x="86963" y="30834"/>
                  </a:lnTo>
                  <a:lnTo>
                    <a:pt x="87861" y="30534"/>
                  </a:lnTo>
                  <a:lnTo>
                    <a:pt x="88610" y="30385"/>
                  </a:lnTo>
                  <a:lnTo>
                    <a:pt x="89657" y="30085"/>
                  </a:lnTo>
                  <a:lnTo>
                    <a:pt x="89657" y="30983"/>
                  </a:lnTo>
                  <a:lnTo>
                    <a:pt x="88759" y="31133"/>
                  </a:lnTo>
                  <a:lnTo>
                    <a:pt x="88011" y="31433"/>
                  </a:lnTo>
                  <a:lnTo>
                    <a:pt x="87262" y="31732"/>
                  </a:lnTo>
                  <a:lnTo>
                    <a:pt x="87262" y="31882"/>
                  </a:lnTo>
                  <a:lnTo>
                    <a:pt x="89208" y="31283"/>
                  </a:lnTo>
                  <a:lnTo>
                    <a:pt x="89657" y="31283"/>
                  </a:lnTo>
                  <a:lnTo>
                    <a:pt x="89657" y="32031"/>
                  </a:lnTo>
                  <a:lnTo>
                    <a:pt x="89059" y="32181"/>
                  </a:lnTo>
                  <a:lnTo>
                    <a:pt x="87562" y="32780"/>
                  </a:lnTo>
                  <a:lnTo>
                    <a:pt x="87562" y="32929"/>
                  </a:lnTo>
                  <a:lnTo>
                    <a:pt x="87712" y="32929"/>
                  </a:lnTo>
                  <a:lnTo>
                    <a:pt x="89059" y="32480"/>
                  </a:lnTo>
                  <a:lnTo>
                    <a:pt x="89657" y="32331"/>
                  </a:lnTo>
                  <a:lnTo>
                    <a:pt x="89657" y="32331"/>
                  </a:lnTo>
                  <a:lnTo>
                    <a:pt x="89508" y="33229"/>
                  </a:lnTo>
                  <a:lnTo>
                    <a:pt x="88759" y="33378"/>
                  </a:lnTo>
                  <a:lnTo>
                    <a:pt x="87861" y="33678"/>
                  </a:lnTo>
                  <a:lnTo>
                    <a:pt x="87861" y="33827"/>
                  </a:lnTo>
                  <a:lnTo>
                    <a:pt x="88759" y="33678"/>
                  </a:lnTo>
                  <a:lnTo>
                    <a:pt x="89508" y="33378"/>
                  </a:lnTo>
                  <a:lnTo>
                    <a:pt x="89508" y="34276"/>
                  </a:lnTo>
                  <a:lnTo>
                    <a:pt x="89208" y="34276"/>
                  </a:lnTo>
                  <a:lnTo>
                    <a:pt x="88759" y="34576"/>
                  </a:lnTo>
                  <a:lnTo>
                    <a:pt x="88161" y="34725"/>
                  </a:lnTo>
                  <a:lnTo>
                    <a:pt x="88161" y="34875"/>
                  </a:lnTo>
                  <a:lnTo>
                    <a:pt x="89358" y="34576"/>
                  </a:lnTo>
                  <a:lnTo>
                    <a:pt x="89508" y="34426"/>
                  </a:lnTo>
                  <a:lnTo>
                    <a:pt x="89508" y="35174"/>
                  </a:lnTo>
                  <a:lnTo>
                    <a:pt x="88310" y="35773"/>
                  </a:lnTo>
                  <a:lnTo>
                    <a:pt x="88310" y="35923"/>
                  </a:lnTo>
                  <a:lnTo>
                    <a:pt x="88460" y="35923"/>
                  </a:lnTo>
                  <a:lnTo>
                    <a:pt x="89059" y="35624"/>
                  </a:lnTo>
                  <a:lnTo>
                    <a:pt x="89508" y="35474"/>
                  </a:lnTo>
                  <a:lnTo>
                    <a:pt x="89508" y="35624"/>
                  </a:lnTo>
                  <a:lnTo>
                    <a:pt x="89508" y="36222"/>
                  </a:lnTo>
                  <a:lnTo>
                    <a:pt x="89358" y="36222"/>
                  </a:lnTo>
                  <a:lnTo>
                    <a:pt x="88909" y="36522"/>
                  </a:lnTo>
                  <a:lnTo>
                    <a:pt x="88460" y="36821"/>
                  </a:lnTo>
                  <a:lnTo>
                    <a:pt x="88610" y="36821"/>
                  </a:lnTo>
                  <a:lnTo>
                    <a:pt x="88909" y="36671"/>
                  </a:lnTo>
                  <a:lnTo>
                    <a:pt x="89358" y="36522"/>
                  </a:lnTo>
                  <a:lnTo>
                    <a:pt x="89508" y="36522"/>
                  </a:lnTo>
                  <a:lnTo>
                    <a:pt x="89508" y="37120"/>
                  </a:lnTo>
                  <a:lnTo>
                    <a:pt x="89508" y="37270"/>
                  </a:lnTo>
                  <a:lnTo>
                    <a:pt x="88909" y="37569"/>
                  </a:lnTo>
                  <a:lnTo>
                    <a:pt x="88909" y="37719"/>
                  </a:lnTo>
                  <a:lnTo>
                    <a:pt x="89508" y="37420"/>
                  </a:lnTo>
                  <a:lnTo>
                    <a:pt x="89508" y="38318"/>
                  </a:lnTo>
                  <a:lnTo>
                    <a:pt x="88909" y="38617"/>
                  </a:lnTo>
                  <a:lnTo>
                    <a:pt x="88011" y="36971"/>
                  </a:lnTo>
                  <a:lnTo>
                    <a:pt x="87412" y="36073"/>
                  </a:lnTo>
                  <a:lnTo>
                    <a:pt x="82024" y="26343"/>
                  </a:lnTo>
                  <a:lnTo>
                    <a:pt x="85766" y="25296"/>
                  </a:lnTo>
                  <a:lnTo>
                    <a:pt x="89657" y="24398"/>
                  </a:lnTo>
                  <a:close/>
                  <a:moveTo>
                    <a:pt x="119743" y="24398"/>
                  </a:moveTo>
                  <a:lnTo>
                    <a:pt x="123634" y="25296"/>
                  </a:lnTo>
                  <a:lnTo>
                    <a:pt x="127526" y="26343"/>
                  </a:lnTo>
                  <a:lnTo>
                    <a:pt x="121988" y="36073"/>
                  </a:lnTo>
                  <a:lnTo>
                    <a:pt x="121389" y="36971"/>
                  </a:lnTo>
                  <a:lnTo>
                    <a:pt x="120491" y="38617"/>
                  </a:lnTo>
                  <a:lnTo>
                    <a:pt x="120042" y="38318"/>
                  </a:lnTo>
                  <a:lnTo>
                    <a:pt x="119892" y="38318"/>
                  </a:lnTo>
                  <a:lnTo>
                    <a:pt x="119892" y="37420"/>
                  </a:lnTo>
                  <a:lnTo>
                    <a:pt x="120491" y="37719"/>
                  </a:lnTo>
                  <a:lnTo>
                    <a:pt x="120641" y="37569"/>
                  </a:lnTo>
                  <a:lnTo>
                    <a:pt x="119892" y="37270"/>
                  </a:lnTo>
                  <a:lnTo>
                    <a:pt x="119892" y="37120"/>
                  </a:lnTo>
                  <a:lnTo>
                    <a:pt x="119892" y="36671"/>
                  </a:lnTo>
                  <a:lnTo>
                    <a:pt x="119892" y="36522"/>
                  </a:lnTo>
                  <a:lnTo>
                    <a:pt x="120042" y="36522"/>
                  </a:lnTo>
                  <a:lnTo>
                    <a:pt x="120491" y="36821"/>
                  </a:lnTo>
                  <a:lnTo>
                    <a:pt x="120940" y="36821"/>
                  </a:lnTo>
                  <a:lnTo>
                    <a:pt x="120491" y="36522"/>
                  </a:lnTo>
                  <a:lnTo>
                    <a:pt x="120042" y="36222"/>
                  </a:lnTo>
                  <a:lnTo>
                    <a:pt x="119892" y="36222"/>
                  </a:lnTo>
                  <a:lnTo>
                    <a:pt x="119892" y="35624"/>
                  </a:lnTo>
                  <a:lnTo>
                    <a:pt x="119892" y="35474"/>
                  </a:lnTo>
                  <a:lnTo>
                    <a:pt x="120491" y="35773"/>
                  </a:lnTo>
                  <a:lnTo>
                    <a:pt x="120940" y="35923"/>
                  </a:lnTo>
                  <a:lnTo>
                    <a:pt x="121090" y="35923"/>
                  </a:lnTo>
                  <a:lnTo>
                    <a:pt x="121090" y="35773"/>
                  </a:lnTo>
                  <a:lnTo>
                    <a:pt x="119892" y="35174"/>
                  </a:lnTo>
                  <a:lnTo>
                    <a:pt x="119892" y="34426"/>
                  </a:lnTo>
                  <a:lnTo>
                    <a:pt x="120042" y="34576"/>
                  </a:lnTo>
                  <a:lnTo>
                    <a:pt x="121239" y="34875"/>
                  </a:lnTo>
                  <a:lnTo>
                    <a:pt x="121239" y="34725"/>
                  </a:lnTo>
                  <a:lnTo>
                    <a:pt x="120790" y="34576"/>
                  </a:lnTo>
                  <a:lnTo>
                    <a:pt x="120192" y="34276"/>
                  </a:lnTo>
                  <a:lnTo>
                    <a:pt x="119892" y="34276"/>
                  </a:lnTo>
                  <a:lnTo>
                    <a:pt x="119892" y="33378"/>
                  </a:lnTo>
                  <a:lnTo>
                    <a:pt x="120641" y="33678"/>
                  </a:lnTo>
                  <a:lnTo>
                    <a:pt x="121539" y="33827"/>
                  </a:lnTo>
                  <a:lnTo>
                    <a:pt x="121539" y="33678"/>
                  </a:lnTo>
                  <a:lnTo>
                    <a:pt x="120790" y="33378"/>
                  </a:lnTo>
                  <a:lnTo>
                    <a:pt x="119892" y="33229"/>
                  </a:lnTo>
                  <a:lnTo>
                    <a:pt x="119892" y="32331"/>
                  </a:lnTo>
                  <a:lnTo>
                    <a:pt x="120491" y="32480"/>
                  </a:lnTo>
                  <a:lnTo>
                    <a:pt x="121838" y="32929"/>
                  </a:lnTo>
                  <a:lnTo>
                    <a:pt x="121838" y="32780"/>
                  </a:lnTo>
                  <a:lnTo>
                    <a:pt x="120341" y="32181"/>
                  </a:lnTo>
                  <a:lnTo>
                    <a:pt x="119892" y="32031"/>
                  </a:lnTo>
                  <a:lnTo>
                    <a:pt x="119892" y="31283"/>
                  </a:lnTo>
                  <a:lnTo>
                    <a:pt x="120192" y="31283"/>
                  </a:lnTo>
                  <a:lnTo>
                    <a:pt x="122138" y="31882"/>
                  </a:lnTo>
                  <a:lnTo>
                    <a:pt x="122138" y="31732"/>
                  </a:lnTo>
                  <a:lnTo>
                    <a:pt x="121539" y="31433"/>
                  </a:lnTo>
                  <a:lnTo>
                    <a:pt x="120641" y="31133"/>
                  </a:lnTo>
                  <a:lnTo>
                    <a:pt x="119892" y="30983"/>
                  </a:lnTo>
                  <a:lnTo>
                    <a:pt x="119892" y="30085"/>
                  </a:lnTo>
                  <a:lnTo>
                    <a:pt x="120790" y="30385"/>
                  </a:lnTo>
                  <a:lnTo>
                    <a:pt x="121688" y="30534"/>
                  </a:lnTo>
                  <a:lnTo>
                    <a:pt x="122437" y="30834"/>
                  </a:lnTo>
                  <a:lnTo>
                    <a:pt x="122437" y="30684"/>
                  </a:lnTo>
                  <a:lnTo>
                    <a:pt x="121688" y="30385"/>
                  </a:lnTo>
                  <a:lnTo>
                    <a:pt x="120940" y="30085"/>
                  </a:lnTo>
                  <a:lnTo>
                    <a:pt x="119892" y="29786"/>
                  </a:lnTo>
                  <a:lnTo>
                    <a:pt x="119743" y="28589"/>
                  </a:lnTo>
                  <a:lnTo>
                    <a:pt x="120790" y="28738"/>
                  </a:lnTo>
                  <a:lnTo>
                    <a:pt x="122437" y="29337"/>
                  </a:lnTo>
                  <a:lnTo>
                    <a:pt x="122437" y="29187"/>
                  </a:lnTo>
                  <a:lnTo>
                    <a:pt x="121838" y="28888"/>
                  </a:lnTo>
                  <a:lnTo>
                    <a:pt x="121239" y="28589"/>
                  </a:lnTo>
                  <a:lnTo>
                    <a:pt x="119743" y="28289"/>
                  </a:lnTo>
                  <a:lnTo>
                    <a:pt x="119743" y="27391"/>
                  </a:lnTo>
                  <a:lnTo>
                    <a:pt x="121090" y="27840"/>
                  </a:lnTo>
                  <a:lnTo>
                    <a:pt x="121988" y="27990"/>
                  </a:lnTo>
                  <a:lnTo>
                    <a:pt x="122886" y="28289"/>
                  </a:lnTo>
                  <a:lnTo>
                    <a:pt x="122886" y="28140"/>
                  </a:lnTo>
                  <a:lnTo>
                    <a:pt x="121988" y="27691"/>
                  </a:lnTo>
                  <a:lnTo>
                    <a:pt x="121090" y="27541"/>
                  </a:lnTo>
                  <a:lnTo>
                    <a:pt x="119743" y="27092"/>
                  </a:lnTo>
                  <a:lnTo>
                    <a:pt x="119743" y="26194"/>
                  </a:lnTo>
                  <a:lnTo>
                    <a:pt x="120940" y="26493"/>
                  </a:lnTo>
                  <a:lnTo>
                    <a:pt x="122886" y="26942"/>
                  </a:lnTo>
                  <a:lnTo>
                    <a:pt x="123036" y="26942"/>
                  </a:lnTo>
                  <a:lnTo>
                    <a:pt x="123036" y="26792"/>
                  </a:lnTo>
                  <a:lnTo>
                    <a:pt x="122138" y="26493"/>
                  </a:lnTo>
                  <a:lnTo>
                    <a:pt x="121239" y="26194"/>
                  </a:lnTo>
                  <a:lnTo>
                    <a:pt x="119743" y="25745"/>
                  </a:lnTo>
                  <a:lnTo>
                    <a:pt x="119743" y="24996"/>
                  </a:lnTo>
                  <a:lnTo>
                    <a:pt x="120641" y="25146"/>
                  </a:lnTo>
                  <a:lnTo>
                    <a:pt x="121539" y="25296"/>
                  </a:lnTo>
                  <a:lnTo>
                    <a:pt x="123185" y="25745"/>
                  </a:lnTo>
                  <a:lnTo>
                    <a:pt x="123335" y="25595"/>
                  </a:lnTo>
                  <a:lnTo>
                    <a:pt x="123185" y="25595"/>
                  </a:lnTo>
                  <a:lnTo>
                    <a:pt x="122287" y="25146"/>
                  </a:lnTo>
                  <a:lnTo>
                    <a:pt x="121090" y="24996"/>
                  </a:lnTo>
                  <a:lnTo>
                    <a:pt x="119743" y="24547"/>
                  </a:lnTo>
                  <a:lnTo>
                    <a:pt x="119743" y="24398"/>
                  </a:lnTo>
                  <a:close/>
                  <a:moveTo>
                    <a:pt x="89508" y="38467"/>
                  </a:moveTo>
                  <a:lnTo>
                    <a:pt x="89508" y="39665"/>
                  </a:lnTo>
                  <a:lnTo>
                    <a:pt x="89059" y="38767"/>
                  </a:lnTo>
                  <a:lnTo>
                    <a:pt x="89508" y="38467"/>
                  </a:lnTo>
                  <a:close/>
                  <a:moveTo>
                    <a:pt x="119892" y="38467"/>
                  </a:moveTo>
                  <a:lnTo>
                    <a:pt x="120491" y="38767"/>
                  </a:lnTo>
                  <a:lnTo>
                    <a:pt x="119892" y="39665"/>
                  </a:lnTo>
                  <a:lnTo>
                    <a:pt x="119892" y="38467"/>
                  </a:lnTo>
                  <a:close/>
                  <a:moveTo>
                    <a:pt x="80976" y="26643"/>
                  </a:moveTo>
                  <a:lnTo>
                    <a:pt x="86514" y="36372"/>
                  </a:lnTo>
                  <a:lnTo>
                    <a:pt x="81874" y="37719"/>
                  </a:lnTo>
                  <a:lnTo>
                    <a:pt x="77384" y="39515"/>
                  </a:lnTo>
                  <a:lnTo>
                    <a:pt x="73043" y="41461"/>
                  </a:lnTo>
                  <a:lnTo>
                    <a:pt x="68702" y="43706"/>
                  </a:lnTo>
                  <a:lnTo>
                    <a:pt x="65260" y="33229"/>
                  </a:lnTo>
                  <a:lnTo>
                    <a:pt x="69002" y="31283"/>
                  </a:lnTo>
                  <a:lnTo>
                    <a:pt x="72893" y="29487"/>
                  </a:lnTo>
                  <a:lnTo>
                    <a:pt x="76935" y="27990"/>
                  </a:lnTo>
                  <a:lnTo>
                    <a:pt x="80976" y="26643"/>
                  </a:lnTo>
                  <a:close/>
                  <a:moveTo>
                    <a:pt x="128424" y="26643"/>
                  </a:moveTo>
                  <a:lnTo>
                    <a:pt x="132465" y="27990"/>
                  </a:lnTo>
                  <a:lnTo>
                    <a:pt x="136507" y="29487"/>
                  </a:lnTo>
                  <a:lnTo>
                    <a:pt x="140398" y="31283"/>
                  </a:lnTo>
                  <a:lnTo>
                    <a:pt x="144140" y="33229"/>
                  </a:lnTo>
                  <a:lnTo>
                    <a:pt x="140698" y="43706"/>
                  </a:lnTo>
                  <a:lnTo>
                    <a:pt x="136507" y="41461"/>
                  </a:lnTo>
                  <a:lnTo>
                    <a:pt x="132166" y="39515"/>
                  </a:lnTo>
                  <a:lnTo>
                    <a:pt x="127526" y="37719"/>
                  </a:lnTo>
                  <a:lnTo>
                    <a:pt x="122886" y="36372"/>
                  </a:lnTo>
                  <a:lnTo>
                    <a:pt x="128424" y="26643"/>
                  </a:lnTo>
                  <a:close/>
                  <a:moveTo>
                    <a:pt x="64511" y="33678"/>
                  </a:moveTo>
                  <a:lnTo>
                    <a:pt x="64511" y="33827"/>
                  </a:lnTo>
                  <a:lnTo>
                    <a:pt x="63314" y="34576"/>
                  </a:lnTo>
                  <a:lnTo>
                    <a:pt x="62416" y="35174"/>
                  </a:lnTo>
                  <a:lnTo>
                    <a:pt x="61518" y="35923"/>
                  </a:lnTo>
                  <a:lnTo>
                    <a:pt x="61667" y="35923"/>
                  </a:lnTo>
                  <a:lnTo>
                    <a:pt x="63613" y="34725"/>
                  </a:lnTo>
                  <a:lnTo>
                    <a:pt x="64511" y="34127"/>
                  </a:lnTo>
                  <a:lnTo>
                    <a:pt x="64811" y="35025"/>
                  </a:lnTo>
                  <a:lnTo>
                    <a:pt x="63613" y="35923"/>
                  </a:lnTo>
                  <a:lnTo>
                    <a:pt x="62865" y="36372"/>
                  </a:lnTo>
                  <a:lnTo>
                    <a:pt x="62117" y="36971"/>
                  </a:lnTo>
                  <a:lnTo>
                    <a:pt x="62117" y="37120"/>
                  </a:lnTo>
                  <a:lnTo>
                    <a:pt x="62266" y="37120"/>
                  </a:lnTo>
                  <a:lnTo>
                    <a:pt x="63913" y="36073"/>
                  </a:lnTo>
                  <a:lnTo>
                    <a:pt x="64960" y="35324"/>
                  </a:lnTo>
                  <a:lnTo>
                    <a:pt x="65260" y="36222"/>
                  </a:lnTo>
                  <a:lnTo>
                    <a:pt x="64062" y="36971"/>
                  </a:lnTo>
                  <a:lnTo>
                    <a:pt x="63314" y="37569"/>
                  </a:lnTo>
                  <a:lnTo>
                    <a:pt x="62566" y="38168"/>
                  </a:lnTo>
                  <a:lnTo>
                    <a:pt x="62566" y="38318"/>
                  </a:lnTo>
                  <a:lnTo>
                    <a:pt x="62715" y="38318"/>
                  </a:lnTo>
                  <a:lnTo>
                    <a:pt x="63464" y="37869"/>
                  </a:lnTo>
                  <a:lnTo>
                    <a:pt x="64212" y="37270"/>
                  </a:lnTo>
                  <a:lnTo>
                    <a:pt x="65409" y="36372"/>
                  </a:lnTo>
                  <a:lnTo>
                    <a:pt x="65559" y="37270"/>
                  </a:lnTo>
                  <a:lnTo>
                    <a:pt x="64661" y="38018"/>
                  </a:lnTo>
                  <a:lnTo>
                    <a:pt x="63913" y="38467"/>
                  </a:lnTo>
                  <a:lnTo>
                    <a:pt x="63464" y="39066"/>
                  </a:lnTo>
                  <a:lnTo>
                    <a:pt x="63464" y="39216"/>
                  </a:lnTo>
                  <a:lnTo>
                    <a:pt x="63613" y="39216"/>
                  </a:lnTo>
                  <a:lnTo>
                    <a:pt x="64960" y="38168"/>
                  </a:lnTo>
                  <a:lnTo>
                    <a:pt x="65709" y="37569"/>
                  </a:lnTo>
                  <a:lnTo>
                    <a:pt x="66158" y="38767"/>
                  </a:lnTo>
                  <a:lnTo>
                    <a:pt x="65260" y="39365"/>
                  </a:lnTo>
                  <a:lnTo>
                    <a:pt x="64511" y="39815"/>
                  </a:lnTo>
                  <a:lnTo>
                    <a:pt x="63913" y="40413"/>
                  </a:lnTo>
                  <a:lnTo>
                    <a:pt x="63913" y="40563"/>
                  </a:lnTo>
                  <a:lnTo>
                    <a:pt x="64661" y="40114"/>
                  </a:lnTo>
                  <a:lnTo>
                    <a:pt x="65409" y="39515"/>
                  </a:lnTo>
                  <a:lnTo>
                    <a:pt x="66158" y="39066"/>
                  </a:lnTo>
                  <a:lnTo>
                    <a:pt x="66457" y="39964"/>
                  </a:lnTo>
                  <a:lnTo>
                    <a:pt x="65709" y="40264"/>
                  </a:lnTo>
                  <a:lnTo>
                    <a:pt x="65110" y="40862"/>
                  </a:lnTo>
                  <a:lnTo>
                    <a:pt x="64511" y="41461"/>
                  </a:lnTo>
                  <a:lnTo>
                    <a:pt x="64511" y="41461"/>
                  </a:lnTo>
                  <a:lnTo>
                    <a:pt x="66308" y="40264"/>
                  </a:lnTo>
                  <a:lnTo>
                    <a:pt x="66607" y="40114"/>
                  </a:lnTo>
                  <a:lnTo>
                    <a:pt x="66757" y="40862"/>
                  </a:lnTo>
                  <a:lnTo>
                    <a:pt x="66457" y="41162"/>
                  </a:lnTo>
                  <a:lnTo>
                    <a:pt x="65858" y="41611"/>
                  </a:lnTo>
                  <a:lnTo>
                    <a:pt x="65110" y="42209"/>
                  </a:lnTo>
                  <a:lnTo>
                    <a:pt x="65110" y="42359"/>
                  </a:lnTo>
                  <a:lnTo>
                    <a:pt x="65260" y="42359"/>
                  </a:lnTo>
                  <a:lnTo>
                    <a:pt x="66457" y="41461"/>
                  </a:lnTo>
                  <a:lnTo>
                    <a:pt x="66906" y="41162"/>
                  </a:lnTo>
                  <a:lnTo>
                    <a:pt x="67206" y="41910"/>
                  </a:lnTo>
                  <a:lnTo>
                    <a:pt x="66607" y="42359"/>
                  </a:lnTo>
                  <a:lnTo>
                    <a:pt x="65709" y="43107"/>
                  </a:lnTo>
                  <a:lnTo>
                    <a:pt x="65858" y="43107"/>
                  </a:lnTo>
                  <a:lnTo>
                    <a:pt x="66308" y="42808"/>
                  </a:lnTo>
                  <a:lnTo>
                    <a:pt x="66757" y="42509"/>
                  </a:lnTo>
                  <a:lnTo>
                    <a:pt x="67206" y="42209"/>
                  </a:lnTo>
                  <a:lnTo>
                    <a:pt x="67505" y="42958"/>
                  </a:lnTo>
                  <a:lnTo>
                    <a:pt x="67206" y="43257"/>
                  </a:lnTo>
                  <a:lnTo>
                    <a:pt x="66757" y="43556"/>
                  </a:lnTo>
                  <a:lnTo>
                    <a:pt x="66308" y="44006"/>
                  </a:lnTo>
                  <a:lnTo>
                    <a:pt x="66457" y="44006"/>
                  </a:lnTo>
                  <a:lnTo>
                    <a:pt x="67505" y="43257"/>
                  </a:lnTo>
                  <a:lnTo>
                    <a:pt x="67804" y="43856"/>
                  </a:lnTo>
                  <a:lnTo>
                    <a:pt x="66906" y="44754"/>
                  </a:lnTo>
                  <a:lnTo>
                    <a:pt x="66906" y="44904"/>
                  </a:lnTo>
                  <a:lnTo>
                    <a:pt x="67505" y="44455"/>
                  </a:lnTo>
                  <a:lnTo>
                    <a:pt x="67954" y="44155"/>
                  </a:lnTo>
                  <a:lnTo>
                    <a:pt x="67954" y="44305"/>
                  </a:lnTo>
                  <a:lnTo>
                    <a:pt x="68104" y="44754"/>
                  </a:lnTo>
                  <a:lnTo>
                    <a:pt x="67954" y="45053"/>
                  </a:lnTo>
                  <a:lnTo>
                    <a:pt x="67505" y="45353"/>
                  </a:lnTo>
                  <a:lnTo>
                    <a:pt x="67355" y="45652"/>
                  </a:lnTo>
                  <a:lnTo>
                    <a:pt x="67355" y="45802"/>
                  </a:lnTo>
                  <a:lnTo>
                    <a:pt x="67804" y="45502"/>
                  </a:lnTo>
                  <a:lnTo>
                    <a:pt x="68104" y="45203"/>
                  </a:lnTo>
                  <a:lnTo>
                    <a:pt x="68253" y="45053"/>
                  </a:lnTo>
                  <a:lnTo>
                    <a:pt x="68253" y="45203"/>
                  </a:lnTo>
                  <a:lnTo>
                    <a:pt x="68403" y="45802"/>
                  </a:lnTo>
                  <a:lnTo>
                    <a:pt x="67954" y="46400"/>
                  </a:lnTo>
                  <a:lnTo>
                    <a:pt x="68553" y="46101"/>
                  </a:lnTo>
                  <a:lnTo>
                    <a:pt x="68702" y="46849"/>
                  </a:lnTo>
                  <a:lnTo>
                    <a:pt x="68403" y="47298"/>
                  </a:lnTo>
                  <a:lnTo>
                    <a:pt x="66906" y="46101"/>
                  </a:lnTo>
                  <a:lnTo>
                    <a:pt x="66158" y="45353"/>
                  </a:lnTo>
                  <a:lnTo>
                    <a:pt x="57776" y="38018"/>
                  </a:lnTo>
                  <a:lnTo>
                    <a:pt x="61069" y="35773"/>
                  </a:lnTo>
                  <a:lnTo>
                    <a:pt x="64511" y="33678"/>
                  </a:lnTo>
                  <a:close/>
                  <a:moveTo>
                    <a:pt x="145038" y="33678"/>
                  </a:moveTo>
                  <a:lnTo>
                    <a:pt x="148331" y="35773"/>
                  </a:lnTo>
                  <a:lnTo>
                    <a:pt x="151624" y="38018"/>
                  </a:lnTo>
                  <a:lnTo>
                    <a:pt x="143242" y="45353"/>
                  </a:lnTo>
                  <a:lnTo>
                    <a:pt x="142494" y="46101"/>
                  </a:lnTo>
                  <a:lnTo>
                    <a:pt x="141147" y="47298"/>
                  </a:lnTo>
                  <a:lnTo>
                    <a:pt x="140698" y="46849"/>
                  </a:lnTo>
                  <a:lnTo>
                    <a:pt x="140997" y="46101"/>
                  </a:lnTo>
                  <a:lnTo>
                    <a:pt x="141446" y="46400"/>
                  </a:lnTo>
                  <a:lnTo>
                    <a:pt x="140997" y="45802"/>
                  </a:lnTo>
                  <a:lnTo>
                    <a:pt x="141147" y="45203"/>
                  </a:lnTo>
                  <a:lnTo>
                    <a:pt x="141296" y="45053"/>
                  </a:lnTo>
                  <a:lnTo>
                    <a:pt x="141296" y="45203"/>
                  </a:lnTo>
                  <a:lnTo>
                    <a:pt x="141895" y="45652"/>
                  </a:lnTo>
                  <a:lnTo>
                    <a:pt x="142045" y="45802"/>
                  </a:lnTo>
                  <a:lnTo>
                    <a:pt x="142194" y="45652"/>
                  </a:lnTo>
                  <a:lnTo>
                    <a:pt x="141895" y="45353"/>
                  </a:lnTo>
                  <a:lnTo>
                    <a:pt x="141446" y="45053"/>
                  </a:lnTo>
                  <a:lnTo>
                    <a:pt x="141296" y="44754"/>
                  </a:lnTo>
                  <a:lnTo>
                    <a:pt x="141596" y="44305"/>
                  </a:lnTo>
                  <a:lnTo>
                    <a:pt x="141596" y="44155"/>
                  </a:lnTo>
                  <a:lnTo>
                    <a:pt x="142194" y="44754"/>
                  </a:lnTo>
                  <a:lnTo>
                    <a:pt x="142494" y="44904"/>
                  </a:lnTo>
                  <a:lnTo>
                    <a:pt x="142643" y="44754"/>
                  </a:lnTo>
                  <a:lnTo>
                    <a:pt x="141596" y="43856"/>
                  </a:lnTo>
                  <a:lnTo>
                    <a:pt x="141895" y="43257"/>
                  </a:lnTo>
                  <a:lnTo>
                    <a:pt x="142045" y="43257"/>
                  </a:lnTo>
                  <a:lnTo>
                    <a:pt x="143093" y="44006"/>
                  </a:lnTo>
                  <a:lnTo>
                    <a:pt x="143093" y="44006"/>
                  </a:lnTo>
                  <a:lnTo>
                    <a:pt x="142643" y="43556"/>
                  </a:lnTo>
                  <a:lnTo>
                    <a:pt x="142344" y="43257"/>
                  </a:lnTo>
                  <a:lnTo>
                    <a:pt x="141895" y="42958"/>
                  </a:lnTo>
                  <a:lnTo>
                    <a:pt x="142194" y="42209"/>
                  </a:lnTo>
                  <a:lnTo>
                    <a:pt x="142643" y="42509"/>
                  </a:lnTo>
                  <a:lnTo>
                    <a:pt x="143093" y="42808"/>
                  </a:lnTo>
                  <a:lnTo>
                    <a:pt x="143691" y="43107"/>
                  </a:lnTo>
                  <a:lnTo>
                    <a:pt x="142793" y="42359"/>
                  </a:lnTo>
                  <a:lnTo>
                    <a:pt x="142344" y="41910"/>
                  </a:lnTo>
                  <a:lnTo>
                    <a:pt x="142494" y="41162"/>
                  </a:lnTo>
                  <a:lnTo>
                    <a:pt x="143093" y="41461"/>
                  </a:lnTo>
                  <a:lnTo>
                    <a:pt x="144140" y="42359"/>
                  </a:lnTo>
                  <a:lnTo>
                    <a:pt x="144290" y="42359"/>
                  </a:lnTo>
                  <a:lnTo>
                    <a:pt x="144290" y="42209"/>
                  </a:lnTo>
                  <a:lnTo>
                    <a:pt x="143691" y="41611"/>
                  </a:lnTo>
                  <a:lnTo>
                    <a:pt x="142943" y="41162"/>
                  </a:lnTo>
                  <a:lnTo>
                    <a:pt x="142643" y="40862"/>
                  </a:lnTo>
                  <a:lnTo>
                    <a:pt x="142943" y="40114"/>
                  </a:lnTo>
                  <a:lnTo>
                    <a:pt x="143093" y="40264"/>
                  </a:lnTo>
                  <a:lnTo>
                    <a:pt x="144889" y="41461"/>
                  </a:lnTo>
                  <a:lnTo>
                    <a:pt x="144290" y="40862"/>
                  </a:lnTo>
                  <a:lnTo>
                    <a:pt x="143691" y="40264"/>
                  </a:lnTo>
                  <a:lnTo>
                    <a:pt x="142943" y="39964"/>
                  </a:lnTo>
                  <a:lnTo>
                    <a:pt x="143242" y="39066"/>
                  </a:lnTo>
                  <a:lnTo>
                    <a:pt x="143991" y="39515"/>
                  </a:lnTo>
                  <a:lnTo>
                    <a:pt x="144739" y="40114"/>
                  </a:lnTo>
                  <a:lnTo>
                    <a:pt x="145487" y="40563"/>
                  </a:lnTo>
                  <a:lnTo>
                    <a:pt x="145487" y="40413"/>
                  </a:lnTo>
                  <a:lnTo>
                    <a:pt x="144889" y="39815"/>
                  </a:lnTo>
                  <a:lnTo>
                    <a:pt x="144290" y="39365"/>
                  </a:lnTo>
                  <a:lnTo>
                    <a:pt x="143392" y="38767"/>
                  </a:lnTo>
                  <a:lnTo>
                    <a:pt x="143691" y="37569"/>
                  </a:lnTo>
                  <a:lnTo>
                    <a:pt x="144589" y="38168"/>
                  </a:lnTo>
                  <a:lnTo>
                    <a:pt x="145936" y="39216"/>
                  </a:lnTo>
                  <a:lnTo>
                    <a:pt x="145936" y="39066"/>
                  </a:lnTo>
                  <a:lnTo>
                    <a:pt x="145487" y="38467"/>
                  </a:lnTo>
                  <a:lnTo>
                    <a:pt x="144889" y="38018"/>
                  </a:lnTo>
                  <a:lnTo>
                    <a:pt x="143841" y="37270"/>
                  </a:lnTo>
                  <a:lnTo>
                    <a:pt x="144140" y="36372"/>
                  </a:lnTo>
                  <a:lnTo>
                    <a:pt x="145188" y="37270"/>
                  </a:lnTo>
                  <a:lnTo>
                    <a:pt x="145936" y="37869"/>
                  </a:lnTo>
                  <a:lnTo>
                    <a:pt x="146834" y="38318"/>
                  </a:lnTo>
                  <a:lnTo>
                    <a:pt x="146834" y="38168"/>
                  </a:lnTo>
                  <a:lnTo>
                    <a:pt x="146086" y="37569"/>
                  </a:lnTo>
                  <a:lnTo>
                    <a:pt x="145338" y="36971"/>
                  </a:lnTo>
                  <a:lnTo>
                    <a:pt x="144140" y="36222"/>
                  </a:lnTo>
                  <a:lnTo>
                    <a:pt x="144440" y="35324"/>
                  </a:lnTo>
                  <a:lnTo>
                    <a:pt x="145487" y="36073"/>
                  </a:lnTo>
                  <a:lnTo>
                    <a:pt x="147134" y="37120"/>
                  </a:lnTo>
                  <a:lnTo>
                    <a:pt x="147283" y="37120"/>
                  </a:lnTo>
                  <a:lnTo>
                    <a:pt x="147283" y="36971"/>
                  </a:lnTo>
                  <a:lnTo>
                    <a:pt x="146535" y="36372"/>
                  </a:lnTo>
                  <a:lnTo>
                    <a:pt x="145936" y="35923"/>
                  </a:lnTo>
                  <a:lnTo>
                    <a:pt x="144589" y="35025"/>
                  </a:lnTo>
                  <a:lnTo>
                    <a:pt x="144889" y="34127"/>
                  </a:lnTo>
                  <a:lnTo>
                    <a:pt x="145787" y="34725"/>
                  </a:lnTo>
                  <a:lnTo>
                    <a:pt x="147882" y="35923"/>
                  </a:lnTo>
                  <a:lnTo>
                    <a:pt x="147134" y="35174"/>
                  </a:lnTo>
                  <a:lnTo>
                    <a:pt x="146236" y="34576"/>
                  </a:lnTo>
                  <a:lnTo>
                    <a:pt x="145038" y="33827"/>
                  </a:lnTo>
                  <a:lnTo>
                    <a:pt x="145038" y="33678"/>
                  </a:lnTo>
                  <a:close/>
                  <a:moveTo>
                    <a:pt x="140548" y="46999"/>
                  </a:moveTo>
                  <a:lnTo>
                    <a:pt x="140997" y="47448"/>
                  </a:lnTo>
                  <a:lnTo>
                    <a:pt x="140249" y="48047"/>
                  </a:lnTo>
                  <a:lnTo>
                    <a:pt x="140249" y="48047"/>
                  </a:lnTo>
                  <a:lnTo>
                    <a:pt x="140548" y="46999"/>
                  </a:lnTo>
                  <a:close/>
                  <a:moveTo>
                    <a:pt x="68852" y="46999"/>
                  </a:moveTo>
                  <a:lnTo>
                    <a:pt x="69151" y="48047"/>
                  </a:lnTo>
                  <a:lnTo>
                    <a:pt x="69151" y="48047"/>
                  </a:lnTo>
                  <a:lnTo>
                    <a:pt x="68403" y="47448"/>
                  </a:lnTo>
                  <a:lnTo>
                    <a:pt x="68852" y="46999"/>
                  </a:lnTo>
                  <a:close/>
                  <a:moveTo>
                    <a:pt x="96094" y="53286"/>
                  </a:moveTo>
                  <a:lnTo>
                    <a:pt x="95046" y="60620"/>
                  </a:lnTo>
                  <a:lnTo>
                    <a:pt x="94896" y="60620"/>
                  </a:lnTo>
                  <a:lnTo>
                    <a:pt x="93100" y="53884"/>
                  </a:lnTo>
                  <a:lnTo>
                    <a:pt x="96094" y="53286"/>
                  </a:lnTo>
                  <a:close/>
                  <a:moveTo>
                    <a:pt x="113007" y="53286"/>
                  </a:moveTo>
                  <a:lnTo>
                    <a:pt x="116150" y="53884"/>
                  </a:lnTo>
                  <a:lnTo>
                    <a:pt x="114803" y="60620"/>
                  </a:lnTo>
                  <a:lnTo>
                    <a:pt x="114055" y="60470"/>
                  </a:lnTo>
                  <a:lnTo>
                    <a:pt x="113007" y="53286"/>
                  </a:lnTo>
                  <a:close/>
                  <a:moveTo>
                    <a:pt x="110313" y="35174"/>
                  </a:moveTo>
                  <a:lnTo>
                    <a:pt x="114654" y="35624"/>
                  </a:lnTo>
                  <a:lnTo>
                    <a:pt x="118994" y="36372"/>
                  </a:lnTo>
                  <a:lnTo>
                    <a:pt x="118994" y="43257"/>
                  </a:lnTo>
                  <a:lnTo>
                    <a:pt x="122437" y="37270"/>
                  </a:lnTo>
                  <a:lnTo>
                    <a:pt x="127077" y="38617"/>
                  </a:lnTo>
                  <a:lnTo>
                    <a:pt x="131717" y="40413"/>
                  </a:lnTo>
                  <a:lnTo>
                    <a:pt x="136058" y="42359"/>
                  </a:lnTo>
                  <a:lnTo>
                    <a:pt x="140398" y="44754"/>
                  </a:lnTo>
                  <a:lnTo>
                    <a:pt x="138153" y="51190"/>
                  </a:lnTo>
                  <a:lnTo>
                    <a:pt x="138153" y="51190"/>
                  </a:lnTo>
                  <a:lnTo>
                    <a:pt x="143392" y="46700"/>
                  </a:lnTo>
                  <a:lnTo>
                    <a:pt x="145637" y="48197"/>
                  </a:lnTo>
                  <a:lnTo>
                    <a:pt x="147733" y="49843"/>
                  </a:lnTo>
                  <a:lnTo>
                    <a:pt x="149828" y="51489"/>
                  </a:lnTo>
                  <a:lnTo>
                    <a:pt x="151774" y="53286"/>
                  </a:lnTo>
                  <a:lnTo>
                    <a:pt x="138902" y="63164"/>
                  </a:lnTo>
                  <a:lnTo>
                    <a:pt x="136207" y="61069"/>
                  </a:lnTo>
                  <a:lnTo>
                    <a:pt x="133513" y="59273"/>
                  </a:lnTo>
                  <a:lnTo>
                    <a:pt x="135609" y="55980"/>
                  </a:lnTo>
                  <a:lnTo>
                    <a:pt x="136357" y="55980"/>
                  </a:lnTo>
                  <a:lnTo>
                    <a:pt x="137105" y="55830"/>
                  </a:lnTo>
                  <a:lnTo>
                    <a:pt x="137704" y="55231"/>
                  </a:lnTo>
                  <a:lnTo>
                    <a:pt x="138153" y="54483"/>
                  </a:lnTo>
                  <a:lnTo>
                    <a:pt x="138303" y="54034"/>
                  </a:lnTo>
                  <a:lnTo>
                    <a:pt x="138303" y="53735"/>
                  </a:lnTo>
                  <a:lnTo>
                    <a:pt x="138003" y="52837"/>
                  </a:lnTo>
                  <a:lnTo>
                    <a:pt x="137554" y="52238"/>
                  </a:lnTo>
                  <a:lnTo>
                    <a:pt x="137255" y="51938"/>
                  </a:lnTo>
                  <a:lnTo>
                    <a:pt x="136806" y="51789"/>
                  </a:lnTo>
                  <a:lnTo>
                    <a:pt x="136357" y="51639"/>
                  </a:lnTo>
                  <a:lnTo>
                    <a:pt x="135908" y="51639"/>
                  </a:lnTo>
                  <a:lnTo>
                    <a:pt x="135160" y="51789"/>
                  </a:lnTo>
                  <a:lnTo>
                    <a:pt x="134411" y="52388"/>
                  </a:lnTo>
                  <a:lnTo>
                    <a:pt x="134261" y="52687"/>
                  </a:lnTo>
                  <a:lnTo>
                    <a:pt x="133962" y="53136"/>
                  </a:lnTo>
                  <a:lnTo>
                    <a:pt x="133962" y="53735"/>
                  </a:lnTo>
                  <a:lnTo>
                    <a:pt x="133962" y="54483"/>
                  </a:lnTo>
                  <a:lnTo>
                    <a:pt x="134261" y="55082"/>
                  </a:lnTo>
                  <a:lnTo>
                    <a:pt x="134711" y="55531"/>
                  </a:lnTo>
                  <a:lnTo>
                    <a:pt x="132765" y="58824"/>
                  </a:lnTo>
                  <a:lnTo>
                    <a:pt x="129172" y="56728"/>
                  </a:lnTo>
                  <a:lnTo>
                    <a:pt x="125430" y="54932"/>
                  </a:lnTo>
                  <a:lnTo>
                    <a:pt x="121539" y="53585"/>
                  </a:lnTo>
                  <a:lnTo>
                    <a:pt x="117348" y="52388"/>
                  </a:lnTo>
                  <a:lnTo>
                    <a:pt x="118246" y="48346"/>
                  </a:lnTo>
                  <a:lnTo>
                    <a:pt x="118994" y="48047"/>
                  </a:lnTo>
                  <a:lnTo>
                    <a:pt x="119743" y="47598"/>
                  </a:lnTo>
                  <a:lnTo>
                    <a:pt x="120192" y="46999"/>
                  </a:lnTo>
                  <a:lnTo>
                    <a:pt x="120341" y="46101"/>
                  </a:lnTo>
                  <a:lnTo>
                    <a:pt x="120341" y="45652"/>
                  </a:lnTo>
                  <a:lnTo>
                    <a:pt x="120192" y="45203"/>
                  </a:lnTo>
                  <a:lnTo>
                    <a:pt x="119743" y="44604"/>
                  </a:lnTo>
                  <a:lnTo>
                    <a:pt x="118994" y="44155"/>
                  </a:lnTo>
                  <a:lnTo>
                    <a:pt x="118545" y="44006"/>
                  </a:lnTo>
                  <a:lnTo>
                    <a:pt x="118096" y="43856"/>
                  </a:lnTo>
                  <a:lnTo>
                    <a:pt x="117647" y="44006"/>
                  </a:lnTo>
                  <a:lnTo>
                    <a:pt x="117198" y="44155"/>
                  </a:lnTo>
                  <a:lnTo>
                    <a:pt x="116599" y="44604"/>
                  </a:lnTo>
                  <a:lnTo>
                    <a:pt x="116150" y="45203"/>
                  </a:lnTo>
                  <a:lnTo>
                    <a:pt x="116001" y="45652"/>
                  </a:lnTo>
                  <a:lnTo>
                    <a:pt x="115851" y="46101"/>
                  </a:lnTo>
                  <a:lnTo>
                    <a:pt x="116001" y="46849"/>
                  </a:lnTo>
                  <a:lnTo>
                    <a:pt x="116300" y="47298"/>
                  </a:lnTo>
                  <a:lnTo>
                    <a:pt x="116749" y="47897"/>
                  </a:lnTo>
                  <a:lnTo>
                    <a:pt x="117348" y="48197"/>
                  </a:lnTo>
                  <a:lnTo>
                    <a:pt x="116450" y="52238"/>
                  </a:lnTo>
                  <a:lnTo>
                    <a:pt x="112708" y="51489"/>
                  </a:lnTo>
                  <a:lnTo>
                    <a:pt x="110313" y="35174"/>
                  </a:lnTo>
                  <a:close/>
                  <a:moveTo>
                    <a:pt x="98488" y="35174"/>
                  </a:moveTo>
                  <a:lnTo>
                    <a:pt x="96243" y="51489"/>
                  </a:lnTo>
                  <a:lnTo>
                    <a:pt x="92651" y="52238"/>
                  </a:lnTo>
                  <a:lnTo>
                    <a:pt x="91453" y="48346"/>
                  </a:lnTo>
                  <a:lnTo>
                    <a:pt x="92052" y="47747"/>
                  </a:lnTo>
                  <a:lnTo>
                    <a:pt x="92501" y="46999"/>
                  </a:lnTo>
                  <a:lnTo>
                    <a:pt x="92501" y="46251"/>
                  </a:lnTo>
                  <a:lnTo>
                    <a:pt x="92352" y="45353"/>
                  </a:lnTo>
                  <a:lnTo>
                    <a:pt x="92052" y="45053"/>
                  </a:lnTo>
                  <a:lnTo>
                    <a:pt x="91753" y="44754"/>
                  </a:lnTo>
                  <a:lnTo>
                    <a:pt x="91004" y="44305"/>
                  </a:lnTo>
                  <a:lnTo>
                    <a:pt x="90256" y="44155"/>
                  </a:lnTo>
                  <a:lnTo>
                    <a:pt x="89807" y="44305"/>
                  </a:lnTo>
                  <a:lnTo>
                    <a:pt x="89358" y="44455"/>
                  </a:lnTo>
                  <a:lnTo>
                    <a:pt x="88909" y="44604"/>
                  </a:lnTo>
                  <a:lnTo>
                    <a:pt x="88610" y="44904"/>
                  </a:lnTo>
                  <a:lnTo>
                    <a:pt x="88310" y="45652"/>
                  </a:lnTo>
                  <a:lnTo>
                    <a:pt x="88161" y="46550"/>
                  </a:lnTo>
                  <a:lnTo>
                    <a:pt x="88161" y="46999"/>
                  </a:lnTo>
                  <a:lnTo>
                    <a:pt x="88310" y="47448"/>
                  </a:lnTo>
                  <a:lnTo>
                    <a:pt x="88759" y="47897"/>
                  </a:lnTo>
                  <a:lnTo>
                    <a:pt x="89208" y="48346"/>
                  </a:lnTo>
                  <a:lnTo>
                    <a:pt x="89807" y="48496"/>
                  </a:lnTo>
                  <a:lnTo>
                    <a:pt x="90555" y="48646"/>
                  </a:lnTo>
                  <a:lnTo>
                    <a:pt x="91603" y="52537"/>
                  </a:lnTo>
                  <a:lnTo>
                    <a:pt x="87412" y="53735"/>
                  </a:lnTo>
                  <a:lnTo>
                    <a:pt x="83521" y="55231"/>
                  </a:lnTo>
                  <a:lnTo>
                    <a:pt x="79629" y="57028"/>
                  </a:lnTo>
                  <a:lnTo>
                    <a:pt x="75887" y="59273"/>
                  </a:lnTo>
                  <a:lnTo>
                    <a:pt x="73941" y="55680"/>
                  </a:lnTo>
                  <a:lnTo>
                    <a:pt x="74390" y="54932"/>
                  </a:lnTo>
                  <a:lnTo>
                    <a:pt x="74540" y="54034"/>
                  </a:lnTo>
                  <a:lnTo>
                    <a:pt x="74240" y="53286"/>
                  </a:lnTo>
                  <a:lnTo>
                    <a:pt x="73791" y="52537"/>
                  </a:lnTo>
                  <a:lnTo>
                    <a:pt x="73492" y="52238"/>
                  </a:lnTo>
                  <a:lnTo>
                    <a:pt x="73043" y="52088"/>
                  </a:lnTo>
                  <a:lnTo>
                    <a:pt x="72295" y="51938"/>
                  </a:lnTo>
                  <a:lnTo>
                    <a:pt x="71397" y="52088"/>
                  </a:lnTo>
                  <a:lnTo>
                    <a:pt x="71097" y="52388"/>
                  </a:lnTo>
                  <a:lnTo>
                    <a:pt x="70648" y="52687"/>
                  </a:lnTo>
                  <a:lnTo>
                    <a:pt x="70499" y="52986"/>
                  </a:lnTo>
                  <a:lnTo>
                    <a:pt x="70199" y="53286"/>
                  </a:lnTo>
                  <a:lnTo>
                    <a:pt x="70049" y="54184"/>
                  </a:lnTo>
                  <a:lnTo>
                    <a:pt x="70199" y="55082"/>
                  </a:lnTo>
                  <a:lnTo>
                    <a:pt x="70499" y="55381"/>
                  </a:lnTo>
                  <a:lnTo>
                    <a:pt x="70798" y="55680"/>
                  </a:lnTo>
                  <a:lnTo>
                    <a:pt x="71247" y="56129"/>
                  </a:lnTo>
                  <a:lnTo>
                    <a:pt x="71846" y="56279"/>
                  </a:lnTo>
                  <a:lnTo>
                    <a:pt x="72444" y="56429"/>
                  </a:lnTo>
                  <a:lnTo>
                    <a:pt x="73043" y="56279"/>
                  </a:lnTo>
                  <a:lnTo>
                    <a:pt x="75139" y="59722"/>
                  </a:lnTo>
                  <a:lnTo>
                    <a:pt x="72444" y="61668"/>
                  </a:lnTo>
                  <a:lnTo>
                    <a:pt x="69750" y="63763"/>
                  </a:lnTo>
                  <a:lnTo>
                    <a:pt x="56728" y="54184"/>
                  </a:lnTo>
                  <a:lnTo>
                    <a:pt x="58824" y="52088"/>
                  </a:lnTo>
                  <a:lnTo>
                    <a:pt x="61218" y="50142"/>
                  </a:lnTo>
                  <a:lnTo>
                    <a:pt x="63613" y="48346"/>
                  </a:lnTo>
                  <a:lnTo>
                    <a:pt x="66008" y="46550"/>
                  </a:lnTo>
                  <a:lnTo>
                    <a:pt x="71247" y="51190"/>
                  </a:lnTo>
                  <a:lnTo>
                    <a:pt x="71247" y="51190"/>
                  </a:lnTo>
                  <a:lnTo>
                    <a:pt x="69151" y="44754"/>
                  </a:lnTo>
                  <a:lnTo>
                    <a:pt x="73342" y="42359"/>
                  </a:lnTo>
                  <a:lnTo>
                    <a:pt x="77683" y="40264"/>
                  </a:lnTo>
                  <a:lnTo>
                    <a:pt x="82323" y="38617"/>
                  </a:lnTo>
                  <a:lnTo>
                    <a:pt x="86963" y="37120"/>
                  </a:lnTo>
                  <a:lnTo>
                    <a:pt x="90406" y="43257"/>
                  </a:lnTo>
                  <a:lnTo>
                    <a:pt x="90555" y="36372"/>
                  </a:lnTo>
                  <a:lnTo>
                    <a:pt x="94447" y="35624"/>
                  </a:lnTo>
                  <a:lnTo>
                    <a:pt x="98488" y="35174"/>
                  </a:lnTo>
                  <a:close/>
                  <a:moveTo>
                    <a:pt x="56878" y="38467"/>
                  </a:moveTo>
                  <a:lnTo>
                    <a:pt x="65260" y="45951"/>
                  </a:lnTo>
                  <a:lnTo>
                    <a:pt x="62865" y="47747"/>
                  </a:lnTo>
                  <a:lnTo>
                    <a:pt x="60470" y="49544"/>
                  </a:lnTo>
                  <a:lnTo>
                    <a:pt x="58075" y="51489"/>
                  </a:lnTo>
                  <a:lnTo>
                    <a:pt x="55830" y="53585"/>
                  </a:lnTo>
                  <a:lnTo>
                    <a:pt x="48196" y="47897"/>
                  </a:lnTo>
                  <a:lnTo>
                    <a:pt x="47298" y="48646"/>
                  </a:lnTo>
                  <a:lnTo>
                    <a:pt x="53136" y="56279"/>
                  </a:lnTo>
                  <a:lnTo>
                    <a:pt x="51040" y="58524"/>
                  </a:lnTo>
                  <a:lnTo>
                    <a:pt x="49244" y="60770"/>
                  </a:lnTo>
                  <a:lnTo>
                    <a:pt x="47448" y="63164"/>
                  </a:lnTo>
                  <a:lnTo>
                    <a:pt x="45802" y="65559"/>
                  </a:lnTo>
                  <a:lnTo>
                    <a:pt x="38018" y="57477"/>
                  </a:lnTo>
                  <a:lnTo>
                    <a:pt x="40114" y="54782"/>
                  </a:lnTo>
                  <a:lnTo>
                    <a:pt x="42209" y="52238"/>
                  </a:lnTo>
                  <a:lnTo>
                    <a:pt x="44454" y="49693"/>
                  </a:lnTo>
                  <a:lnTo>
                    <a:pt x="46700" y="47298"/>
                  </a:lnTo>
                  <a:lnTo>
                    <a:pt x="49094" y="44904"/>
                  </a:lnTo>
                  <a:lnTo>
                    <a:pt x="51639" y="42658"/>
                  </a:lnTo>
                  <a:lnTo>
                    <a:pt x="54184" y="40563"/>
                  </a:lnTo>
                  <a:lnTo>
                    <a:pt x="56878" y="38467"/>
                  </a:lnTo>
                  <a:close/>
                  <a:moveTo>
                    <a:pt x="152522" y="38617"/>
                  </a:moveTo>
                  <a:lnTo>
                    <a:pt x="155216" y="40563"/>
                  </a:lnTo>
                  <a:lnTo>
                    <a:pt x="157761" y="42658"/>
                  </a:lnTo>
                  <a:lnTo>
                    <a:pt x="160306" y="44904"/>
                  </a:lnTo>
                  <a:lnTo>
                    <a:pt x="162700" y="47298"/>
                  </a:lnTo>
                  <a:lnTo>
                    <a:pt x="164946" y="49693"/>
                  </a:lnTo>
                  <a:lnTo>
                    <a:pt x="167191" y="52238"/>
                  </a:lnTo>
                  <a:lnTo>
                    <a:pt x="169286" y="54932"/>
                  </a:lnTo>
                  <a:lnTo>
                    <a:pt x="171382" y="57626"/>
                  </a:lnTo>
                  <a:lnTo>
                    <a:pt x="163748" y="65559"/>
                  </a:lnTo>
                  <a:lnTo>
                    <a:pt x="161802" y="62865"/>
                  </a:lnTo>
                  <a:lnTo>
                    <a:pt x="159707" y="60320"/>
                  </a:lnTo>
                  <a:lnTo>
                    <a:pt x="157611" y="57776"/>
                  </a:lnTo>
                  <a:lnTo>
                    <a:pt x="155366" y="55381"/>
                  </a:lnTo>
                  <a:lnTo>
                    <a:pt x="161054" y="47897"/>
                  </a:lnTo>
                  <a:lnTo>
                    <a:pt x="160156" y="46999"/>
                  </a:lnTo>
                  <a:lnTo>
                    <a:pt x="152672" y="52687"/>
                  </a:lnTo>
                  <a:lnTo>
                    <a:pt x="150576" y="50891"/>
                  </a:lnTo>
                  <a:lnTo>
                    <a:pt x="148481" y="49095"/>
                  </a:lnTo>
                  <a:lnTo>
                    <a:pt x="146385" y="47448"/>
                  </a:lnTo>
                  <a:lnTo>
                    <a:pt x="144140" y="45951"/>
                  </a:lnTo>
                  <a:lnTo>
                    <a:pt x="152522" y="38617"/>
                  </a:lnTo>
                  <a:close/>
                  <a:moveTo>
                    <a:pt x="117048" y="54184"/>
                  </a:moveTo>
                  <a:lnTo>
                    <a:pt x="120940" y="55231"/>
                  </a:lnTo>
                  <a:lnTo>
                    <a:pt x="124682" y="56579"/>
                  </a:lnTo>
                  <a:lnTo>
                    <a:pt x="128424" y="58375"/>
                  </a:lnTo>
                  <a:lnTo>
                    <a:pt x="131867" y="60320"/>
                  </a:lnTo>
                  <a:lnTo>
                    <a:pt x="128274" y="66158"/>
                  </a:lnTo>
                  <a:lnTo>
                    <a:pt x="125281" y="64511"/>
                  </a:lnTo>
                  <a:lnTo>
                    <a:pt x="122287" y="63015"/>
                  </a:lnTo>
                  <a:lnTo>
                    <a:pt x="118994" y="61817"/>
                  </a:lnTo>
                  <a:lnTo>
                    <a:pt x="115701" y="60919"/>
                  </a:lnTo>
                  <a:lnTo>
                    <a:pt x="117048" y="54184"/>
                  </a:lnTo>
                  <a:close/>
                  <a:moveTo>
                    <a:pt x="92052" y="54184"/>
                  </a:moveTo>
                  <a:lnTo>
                    <a:pt x="93998" y="60770"/>
                  </a:lnTo>
                  <a:lnTo>
                    <a:pt x="90406" y="61817"/>
                  </a:lnTo>
                  <a:lnTo>
                    <a:pt x="86813" y="63164"/>
                  </a:lnTo>
                  <a:lnTo>
                    <a:pt x="83521" y="64811"/>
                  </a:lnTo>
                  <a:lnTo>
                    <a:pt x="80228" y="66757"/>
                  </a:lnTo>
                  <a:lnTo>
                    <a:pt x="76785" y="60770"/>
                  </a:lnTo>
                  <a:lnTo>
                    <a:pt x="80377" y="58674"/>
                  </a:lnTo>
                  <a:lnTo>
                    <a:pt x="84119" y="56878"/>
                  </a:lnTo>
                  <a:lnTo>
                    <a:pt x="88011" y="55381"/>
                  </a:lnTo>
                  <a:lnTo>
                    <a:pt x="92052" y="54184"/>
                  </a:lnTo>
                  <a:close/>
                  <a:moveTo>
                    <a:pt x="132615" y="60770"/>
                  </a:moveTo>
                  <a:lnTo>
                    <a:pt x="135160" y="62416"/>
                  </a:lnTo>
                  <a:lnTo>
                    <a:pt x="137405" y="64212"/>
                  </a:lnTo>
                  <a:lnTo>
                    <a:pt x="131717" y="68553"/>
                  </a:lnTo>
                  <a:lnTo>
                    <a:pt x="129172" y="66607"/>
                  </a:lnTo>
                  <a:lnTo>
                    <a:pt x="132615" y="60770"/>
                  </a:lnTo>
                  <a:close/>
                  <a:moveTo>
                    <a:pt x="37569" y="58375"/>
                  </a:moveTo>
                  <a:lnTo>
                    <a:pt x="38168" y="59123"/>
                  </a:lnTo>
                  <a:lnTo>
                    <a:pt x="37420" y="60320"/>
                  </a:lnTo>
                  <a:lnTo>
                    <a:pt x="36971" y="61219"/>
                  </a:lnTo>
                  <a:lnTo>
                    <a:pt x="36671" y="62117"/>
                  </a:lnTo>
                  <a:lnTo>
                    <a:pt x="37719" y="60470"/>
                  </a:lnTo>
                  <a:lnTo>
                    <a:pt x="38467" y="59273"/>
                  </a:lnTo>
                  <a:lnTo>
                    <a:pt x="39066" y="60021"/>
                  </a:lnTo>
                  <a:lnTo>
                    <a:pt x="38318" y="61219"/>
                  </a:lnTo>
                  <a:lnTo>
                    <a:pt x="37869" y="62117"/>
                  </a:lnTo>
                  <a:lnTo>
                    <a:pt x="37569" y="63015"/>
                  </a:lnTo>
                  <a:lnTo>
                    <a:pt x="37569" y="63015"/>
                  </a:lnTo>
                  <a:lnTo>
                    <a:pt x="38168" y="62266"/>
                  </a:lnTo>
                  <a:lnTo>
                    <a:pt x="38617" y="61368"/>
                  </a:lnTo>
                  <a:lnTo>
                    <a:pt x="39216" y="60171"/>
                  </a:lnTo>
                  <a:lnTo>
                    <a:pt x="39814" y="60770"/>
                  </a:lnTo>
                  <a:lnTo>
                    <a:pt x="39066" y="62117"/>
                  </a:lnTo>
                  <a:lnTo>
                    <a:pt x="38916" y="62715"/>
                  </a:lnTo>
                  <a:lnTo>
                    <a:pt x="38617" y="63314"/>
                  </a:lnTo>
                  <a:lnTo>
                    <a:pt x="38767" y="63464"/>
                  </a:lnTo>
                  <a:lnTo>
                    <a:pt x="39665" y="61967"/>
                  </a:lnTo>
                  <a:lnTo>
                    <a:pt x="40114" y="61069"/>
                  </a:lnTo>
                  <a:lnTo>
                    <a:pt x="40862" y="61967"/>
                  </a:lnTo>
                  <a:lnTo>
                    <a:pt x="40413" y="62865"/>
                  </a:lnTo>
                  <a:lnTo>
                    <a:pt x="39964" y="63613"/>
                  </a:lnTo>
                  <a:lnTo>
                    <a:pt x="39665" y="64511"/>
                  </a:lnTo>
                  <a:lnTo>
                    <a:pt x="39814" y="64511"/>
                  </a:lnTo>
                  <a:lnTo>
                    <a:pt x="40263" y="63763"/>
                  </a:lnTo>
                  <a:lnTo>
                    <a:pt x="40563" y="63015"/>
                  </a:lnTo>
                  <a:lnTo>
                    <a:pt x="41162" y="62117"/>
                  </a:lnTo>
                  <a:lnTo>
                    <a:pt x="41760" y="62865"/>
                  </a:lnTo>
                  <a:lnTo>
                    <a:pt x="41311" y="63613"/>
                  </a:lnTo>
                  <a:lnTo>
                    <a:pt x="40862" y="64362"/>
                  </a:lnTo>
                  <a:lnTo>
                    <a:pt x="40563" y="65110"/>
                  </a:lnTo>
                  <a:lnTo>
                    <a:pt x="40713" y="65110"/>
                  </a:lnTo>
                  <a:lnTo>
                    <a:pt x="41760" y="63314"/>
                  </a:lnTo>
                  <a:lnTo>
                    <a:pt x="41910" y="63015"/>
                  </a:lnTo>
                  <a:lnTo>
                    <a:pt x="42509" y="63613"/>
                  </a:lnTo>
                  <a:lnTo>
                    <a:pt x="42209" y="64062"/>
                  </a:lnTo>
                  <a:lnTo>
                    <a:pt x="41611" y="65559"/>
                  </a:lnTo>
                  <a:lnTo>
                    <a:pt x="41760" y="65559"/>
                  </a:lnTo>
                  <a:lnTo>
                    <a:pt x="42359" y="64212"/>
                  </a:lnTo>
                  <a:lnTo>
                    <a:pt x="42658" y="63763"/>
                  </a:lnTo>
                  <a:lnTo>
                    <a:pt x="43257" y="64362"/>
                  </a:lnTo>
                  <a:lnTo>
                    <a:pt x="42958" y="64961"/>
                  </a:lnTo>
                  <a:lnTo>
                    <a:pt x="42509" y="66008"/>
                  </a:lnTo>
                  <a:lnTo>
                    <a:pt x="43107" y="65410"/>
                  </a:lnTo>
                  <a:lnTo>
                    <a:pt x="43407" y="64511"/>
                  </a:lnTo>
                  <a:lnTo>
                    <a:pt x="44005" y="65110"/>
                  </a:lnTo>
                  <a:lnTo>
                    <a:pt x="43856" y="65410"/>
                  </a:lnTo>
                  <a:lnTo>
                    <a:pt x="43556" y="66008"/>
                  </a:lnTo>
                  <a:lnTo>
                    <a:pt x="43407" y="66457"/>
                  </a:lnTo>
                  <a:lnTo>
                    <a:pt x="43556" y="66607"/>
                  </a:lnTo>
                  <a:lnTo>
                    <a:pt x="44005" y="65559"/>
                  </a:lnTo>
                  <a:lnTo>
                    <a:pt x="44155" y="65410"/>
                  </a:lnTo>
                  <a:lnTo>
                    <a:pt x="44754" y="65859"/>
                  </a:lnTo>
                  <a:lnTo>
                    <a:pt x="44155" y="67056"/>
                  </a:lnTo>
                  <a:lnTo>
                    <a:pt x="44305" y="67206"/>
                  </a:lnTo>
                  <a:lnTo>
                    <a:pt x="44904" y="66158"/>
                  </a:lnTo>
                  <a:lnTo>
                    <a:pt x="45203" y="66457"/>
                  </a:lnTo>
                  <a:lnTo>
                    <a:pt x="45353" y="66607"/>
                  </a:lnTo>
                  <a:lnTo>
                    <a:pt x="45203" y="66757"/>
                  </a:lnTo>
                  <a:lnTo>
                    <a:pt x="45053" y="67206"/>
                  </a:lnTo>
                  <a:lnTo>
                    <a:pt x="45053" y="67655"/>
                  </a:lnTo>
                  <a:lnTo>
                    <a:pt x="45053" y="67804"/>
                  </a:lnTo>
                  <a:lnTo>
                    <a:pt x="45203" y="67804"/>
                  </a:lnTo>
                  <a:lnTo>
                    <a:pt x="45502" y="66906"/>
                  </a:lnTo>
                  <a:lnTo>
                    <a:pt x="45502" y="66757"/>
                  </a:lnTo>
                  <a:lnTo>
                    <a:pt x="45951" y="67206"/>
                  </a:lnTo>
                  <a:lnTo>
                    <a:pt x="46101" y="67355"/>
                  </a:lnTo>
                  <a:lnTo>
                    <a:pt x="45802" y="68104"/>
                  </a:lnTo>
                  <a:lnTo>
                    <a:pt x="45951" y="68104"/>
                  </a:lnTo>
                  <a:lnTo>
                    <a:pt x="46251" y="67505"/>
                  </a:lnTo>
                  <a:lnTo>
                    <a:pt x="46849" y="68104"/>
                  </a:lnTo>
                  <a:lnTo>
                    <a:pt x="46700" y="68104"/>
                  </a:lnTo>
                  <a:lnTo>
                    <a:pt x="46700" y="68702"/>
                  </a:lnTo>
                  <a:lnTo>
                    <a:pt x="45203" y="68253"/>
                  </a:lnTo>
                  <a:lnTo>
                    <a:pt x="44155" y="68104"/>
                  </a:lnTo>
                  <a:lnTo>
                    <a:pt x="33378" y="64961"/>
                  </a:lnTo>
                  <a:lnTo>
                    <a:pt x="35534" y="61368"/>
                  </a:lnTo>
                  <a:lnTo>
                    <a:pt x="35623" y="61368"/>
                  </a:lnTo>
                  <a:lnTo>
                    <a:pt x="36971" y="59422"/>
                  </a:lnTo>
                  <a:lnTo>
                    <a:pt x="37569" y="58375"/>
                  </a:lnTo>
                  <a:close/>
                  <a:moveTo>
                    <a:pt x="171831" y="58375"/>
                  </a:moveTo>
                  <a:lnTo>
                    <a:pt x="172579" y="59422"/>
                  </a:lnTo>
                  <a:lnTo>
                    <a:pt x="173777" y="61368"/>
                  </a:lnTo>
                  <a:lnTo>
                    <a:pt x="173926" y="61368"/>
                  </a:lnTo>
                  <a:lnTo>
                    <a:pt x="176022" y="64961"/>
                  </a:lnTo>
                  <a:lnTo>
                    <a:pt x="165245" y="68104"/>
                  </a:lnTo>
                  <a:lnTo>
                    <a:pt x="164197" y="68403"/>
                  </a:lnTo>
                  <a:lnTo>
                    <a:pt x="162850" y="68702"/>
                  </a:lnTo>
                  <a:lnTo>
                    <a:pt x="162700" y="68104"/>
                  </a:lnTo>
                  <a:lnTo>
                    <a:pt x="163149" y="67505"/>
                  </a:lnTo>
                  <a:lnTo>
                    <a:pt x="163449" y="68104"/>
                  </a:lnTo>
                  <a:lnTo>
                    <a:pt x="163598" y="68104"/>
                  </a:lnTo>
                  <a:lnTo>
                    <a:pt x="163449" y="67355"/>
                  </a:lnTo>
                  <a:lnTo>
                    <a:pt x="163449" y="67206"/>
                  </a:lnTo>
                  <a:lnTo>
                    <a:pt x="163898" y="66757"/>
                  </a:lnTo>
                  <a:lnTo>
                    <a:pt x="163898" y="66906"/>
                  </a:lnTo>
                  <a:lnTo>
                    <a:pt x="164347" y="67804"/>
                  </a:lnTo>
                  <a:lnTo>
                    <a:pt x="164497" y="67655"/>
                  </a:lnTo>
                  <a:lnTo>
                    <a:pt x="164347" y="67206"/>
                  </a:lnTo>
                  <a:lnTo>
                    <a:pt x="164197" y="66757"/>
                  </a:lnTo>
                  <a:lnTo>
                    <a:pt x="164047" y="66607"/>
                  </a:lnTo>
                  <a:lnTo>
                    <a:pt x="164197" y="66457"/>
                  </a:lnTo>
                  <a:lnTo>
                    <a:pt x="164497" y="66158"/>
                  </a:lnTo>
                  <a:lnTo>
                    <a:pt x="165095" y="67206"/>
                  </a:lnTo>
                  <a:lnTo>
                    <a:pt x="165245" y="67206"/>
                  </a:lnTo>
                  <a:lnTo>
                    <a:pt x="165245" y="67056"/>
                  </a:lnTo>
                  <a:lnTo>
                    <a:pt x="164796" y="65859"/>
                  </a:lnTo>
                  <a:lnTo>
                    <a:pt x="165245" y="65410"/>
                  </a:lnTo>
                  <a:lnTo>
                    <a:pt x="165395" y="65559"/>
                  </a:lnTo>
                  <a:lnTo>
                    <a:pt x="165993" y="66607"/>
                  </a:lnTo>
                  <a:lnTo>
                    <a:pt x="165993" y="66457"/>
                  </a:lnTo>
                  <a:lnTo>
                    <a:pt x="165844" y="66008"/>
                  </a:lnTo>
                  <a:lnTo>
                    <a:pt x="165544" y="65410"/>
                  </a:lnTo>
                  <a:lnTo>
                    <a:pt x="165395" y="65110"/>
                  </a:lnTo>
                  <a:lnTo>
                    <a:pt x="165993" y="64511"/>
                  </a:lnTo>
                  <a:lnTo>
                    <a:pt x="166442" y="65410"/>
                  </a:lnTo>
                  <a:lnTo>
                    <a:pt x="166891" y="66008"/>
                  </a:lnTo>
                  <a:lnTo>
                    <a:pt x="167041" y="66008"/>
                  </a:lnTo>
                  <a:lnTo>
                    <a:pt x="166442" y="64961"/>
                  </a:lnTo>
                  <a:lnTo>
                    <a:pt x="166143" y="64362"/>
                  </a:lnTo>
                  <a:lnTo>
                    <a:pt x="166742" y="63763"/>
                  </a:lnTo>
                  <a:lnTo>
                    <a:pt x="167041" y="64212"/>
                  </a:lnTo>
                  <a:lnTo>
                    <a:pt x="167640" y="65559"/>
                  </a:lnTo>
                  <a:lnTo>
                    <a:pt x="167789" y="65559"/>
                  </a:lnTo>
                  <a:lnTo>
                    <a:pt x="167191" y="64062"/>
                  </a:lnTo>
                  <a:lnTo>
                    <a:pt x="166891" y="63613"/>
                  </a:lnTo>
                  <a:lnTo>
                    <a:pt x="167490" y="63015"/>
                  </a:lnTo>
                  <a:lnTo>
                    <a:pt x="167789" y="63314"/>
                  </a:lnTo>
                  <a:lnTo>
                    <a:pt x="168687" y="65110"/>
                  </a:lnTo>
                  <a:lnTo>
                    <a:pt x="168837" y="65110"/>
                  </a:lnTo>
                  <a:lnTo>
                    <a:pt x="168538" y="64362"/>
                  </a:lnTo>
                  <a:lnTo>
                    <a:pt x="168238" y="63613"/>
                  </a:lnTo>
                  <a:lnTo>
                    <a:pt x="167640" y="62865"/>
                  </a:lnTo>
                  <a:lnTo>
                    <a:pt x="168388" y="62117"/>
                  </a:lnTo>
                  <a:lnTo>
                    <a:pt x="168837" y="63015"/>
                  </a:lnTo>
                  <a:lnTo>
                    <a:pt x="169286" y="63763"/>
                  </a:lnTo>
                  <a:lnTo>
                    <a:pt x="169735" y="64511"/>
                  </a:lnTo>
                  <a:lnTo>
                    <a:pt x="169436" y="63613"/>
                  </a:lnTo>
                  <a:lnTo>
                    <a:pt x="168987" y="62865"/>
                  </a:lnTo>
                  <a:lnTo>
                    <a:pt x="168538" y="61967"/>
                  </a:lnTo>
                  <a:lnTo>
                    <a:pt x="169436" y="61069"/>
                  </a:lnTo>
                  <a:lnTo>
                    <a:pt x="169885" y="61967"/>
                  </a:lnTo>
                  <a:lnTo>
                    <a:pt x="170633" y="63464"/>
                  </a:lnTo>
                  <a:lnTo>
                    <a:pt x="170783" y="63464"/>
                  </a:lnTo>
                  <a:lnTo>
                    <a:pt x="170783" y="63314"/>
                  </a:lnTo>
                  <a:lnTo>
                    <a:pt x="170633" y="62715"/>
                  </a:lnTo>
                  <a:lnTo>
                    <a:pt x="170334" y="62117"/>
                  </a:lnTo>
                  <a:lnTo>
                    <a:pt x="169586" y="60770"/>
                  </a:lnTo>
                  <a:lnTo>
                    <a:pt x="170184" y="60171"/>
                  </a:lnTo>
                  <a:lnTo>
                    <a:pt x="170783" y="61368"/>
                  </a:lnTo>
                  <a:lnTo>
                    <a:pt x="171232" y="62266"/>
                  </a:lnTo>
                  <a:lnTo>
                    <a:pt x="171831" y="63015"/>
                  </a:lnTo>
                  <a:lnTo>
                    <a:pt x="171531" y="62117"/>
                  </a:lnTo>
                  <a:lnTo>
                    <a:pt x="171082" y="61219"/>
                  </a:lnTo>
                  <a:lnTo>
                    <a:pt x="170334" y="60021"/>
                  </a:lnTo>
                  <a:lnTo>
                    <a:pt x="171082" y="59273"/>
                  </a:lnTo>
                  <a:lnTo>
                    <a:pt x="171681" y="60470"/>
                  </a:lnTo>
                  <a:lnTo>
                    <a:pt x="172729" y="62117"/>
                  </a:lnTo>
                  <a:lnTo>
                    <a:pt x="172878" y="62117"/>
                  </a:lnTo>
                  <a:lnTo>
                    <a:pt x="172429" y="61219"/>
                  </a:lnTo>
                  <a:lnTo>
                    <a:pt x="171980" y="60320"/>
                  </a:lnTo>
                  <a:lnTo>
                    <a:pt x="171232" y="59123"/>
                  </a:lnTo>
                  <a:lnTo>
                    <a:pt x="171831" y="58375"/>
                  </a:lnTo>
                  <a:close/>
                  <a:moveTo>
                    <a:pt x="46999" y="68253"/>
                  </a:moveTo>
                  <a:lnTo>
                    <a:pt x="47747" y="69002"/>
                  </a:lnTo>
                  <a:lnTo>
                    <a:pt x="47747" y="69002"/>
                  </a:lnTo>
                  <a:lnTo>
                    <a:pt x="46849" y="68852"/>
                  </a:lnTo>
                  <a:lnTo>
                    <a:pt x="46999" y="68253"/>
                  </a:lnTo>
                  <a:close/>
                  <a:moveTo>
                    <a:pt x="162401" y="68253"/>
                  </a:moveTo>
                  <a:lnTo>
                    <a:pt x="162700" y="68852"/>
                  </a:lnTo>
                  <a:lnTo>
                    <a:pt x="161653" y="69002"/>
                  </a:lnTo>
                  <a:lnTo>
                    <a:pt x="161653" y="69002"/>
                  </a:lnTo>
                  <a:lnTo>
                    <a:pt x="162401" y="68253"/>
                  </a:lnTo>
                  <a:close/>
                  <a:moveTo>
                    <a:pt x="76037" y="61219"/>
                  </a:moveTo>
                  <a:lnTo>
                    <a:pt x="79479" y="67206"/>
                  </a:lnTo>
                  <a:lnTo>
                    <a:pt x="76935" y="69002"/>
                  </a:lnTo>
                  <a:lnTo>
                    <a:pt x="71247" y="64811"/>
                  </a:lnTo>
                  <a:lnTo>
                    <a:pt x="73492" y="63015"/>
                  </a:lnTo>
                  <a:lnTo>
                    <a:pt x="76037" y="61219"/>
                  </a:lnTo>
                  <a:close/>
                  <a:moveTo>
                    <a:pt x="114354" y="62117"/>
                  </a:moveTo>
                  <a:lnTo>
                    <a:pt x="116599" y="62566"/>
                  </a:lnTo>
                  <a:lnTo>
                    <a:pt x="118695" y="63314"/>
                  </a:lnTo>
                  <a:lnTo>
                    <a:pt x="120790" y="64062"/>
                  </a:lnTo>
                  <a:lnTo>
                    <a:pt x="122886" y="64961"/>
                  </a:lnTo>
                  <a:lnTo>
                    <a:pt x="124832" y="65859"/>
                  </a:lnTo>
                  <a:lnTo>
                    <a:pt x="126778" y="67056"/>
                  </a:lnTo>
                  <a:lnTo>
                    <a:pt x="128723" y="68104"/>
                  </a:lnTo>
                  <a:lnTo>
                    <a:pt x="130520" y="69451"/>
                  </a:lnTo>
                  <a:lnTo>
                    <a:pt x="117048" y="79629"/>
                  </a:lnTo>
                  <a:lnTo>
                    <a:pt x="114354" y="62117"/>
                  </a:lnTo>
                  <a:close/>
                  <a:moveTo>
                    <a:pt x="64511" y="71546"/>
                  </a:moveTo>
                  <a:lnTo>
                    <a:pt x="68852" y="77234"/>
                  </a:lnTo>
                  <a:lnTo>
                    <a:pt x="67056" y="79779"/>
                  </a:lnTo>
                  <a:lnTo>
                    <a:pt x="61218" y="76186"/>
                  </a:lnTo>
                  <a:lnTo>
                    <a:pt x="62865" y="73792"/>
                  </a:lnTo>
                  <a:lnTo>
                    <a:pt x="64511" y="71546"/>
                  </a:lnTo>
                  <a:close/>
                  <a:moveTo>
                    <a:pt x="94896" y="62117"/>
                  </a:moveTo>
                  <a:lnTo>
                    <a:pt x="92352" y="80377"/>
                  </a:lnTo>
                  <a:lnTo>
                    <a:pt x="78132" y="69900"/>
                  </a:lnTo>
                  <a:lnTo>
                    <a:pt x="80078" y="68553"/>
                  </a:lnTo>
                  <a:lnTo>
                    <a:pt x="81874" y="67355"/>
                  </a:lnTo>
                  <a:lnTo>
                    <a:pt x="83970" y="66158"/>
                  </a:lnTo>
                  <a:lnTo>
                    <a:pt x="86065" y="65110"/>
                  </a:lnTo>
                  <a:lnTo>
                    <a:pt x="88161" y="64212"/>
                  </a:lnTo>
                  <a:lnTo>
                    <a:pt x="90256" y="63464"/>
                  </a:lnTo>
                  <a:lnTo>
                    <a:pt x="92501" y="62715"/>
                  </a:lnTo>
                  <a:lnTo>
                    <a:pt x="94896" y="62117"/>
                  </a:lnTo>
                  <a:close/>
                  <a:moveTo>
                    <a:pt x="144140" y="70648"/>
                  </a:moveTo>
                  <a:lnTo>
                    <a:pt x="146535" y="73792"/>
                  </a:lnTo>
                  <a:lnTo>
                    <a:pt x="148780" y="77084"/>
                  </a:lnTo>
                  <a:lnTo>
                    <a:pt x="143093" y="80826"/>
                  </a:lnTo>
                  <a:lnTo>
                    <a:pt x="141596" y="78581"/>
                  </a:lnTo>
                  <a:lnTo>
                    <a:pt x="139949" y="76336"/>
                  </a:lnTo>
                  <a:lnTo>
                    <a:pt x="144140" y="70648"/>
                  </a:lnTo>
                  <a:close/>
                  <a:moveTo>
                    <a:pt x="32929" y="65859"/>
                  </a:moveTo>
                  <a:lnTo>
                    <a:pt x="43706" y="68852"/>
                  </a:lnTo>
                  <a:lnTo>
                    <a:pt x="41311" y="73193"/>
                  </a:lnTo>
                  <a:lnTo>
                    <a:pt x="39365" y="77534"/>
                  </a:lnTo>
                  <a:lnTo>
                    <a:pt x="37569" y="82024"/>
                  </a:lnTo>
                  <a:lnTo>
                    <a:pt x="36222" y="86664"/>
                  </a:lnTo>
                  <a:lnTo>
                    <a:pt x="26343" y="81575"/>
                  </a:lnTo>
                  <a:lnTo>
                    <a:pt x="26643" y="80527"/>
                  </a:lnTo>
                  <a:lnTo>
                    <a:pt x="27990" y="76635"/>
                  </a:lnTo>
                  <a:lnTo>
                    <a:pt x="29487" y="73043"/>
                  </a:lnTo>
                  <a:lnTo>
                    <a:pt x="31133" y="69301"/>
                  </a:lnTo>
                  <a:lnTo>
                    <a:pt x="32929" y="65859"/>
                  </a:lnTo>
                  <a:close/>
                  <a:moveTo>
                    <a:pt x="176471" y="65859"/>
                  </a:moveTo>
                  <a:lnTo>
                    <a:pt x="178417" y="69601"/>
                  </a:lnTo>
                  <a:lnTo>
                    <a:pt x="180213" y="73492"/>
                  </a:lnTo>
                  <a:lnTo>
                    <a:pt x="181710" y="77534"/>
                  </a:lnTo>
                  <a:lnTo>
                    <a:pt x="183057" y="81575"/>
                  </a:lnTo>
                  <a:lnTo>
                    <a:pt x="173178" y="86814"/>
                  </a:lnTo>
                  <a:lnTo>
                    <a:pt x="171831" y="82024"/>
                  </a:lnTo>
                  <a:lnTo>
                    <a:pt x="170035" y="77534"/>
                  </a:lnTo>
                  <a:lnTo>
                    <a:pt x="168089" y="73193"/>
                  </a:lnTo>
                  <a:lnTo>
                    <a:pt x="165694" y="68852"/>
                  </a:lnTo>
                  <a:lnTo>
                    <a:pt x="176471" y="65859"/>
                  </a:lnTo>
                  <a:close/>
                  <a:moveTo>
                    <a:pt x="38168" y="88909"/>
                  </a:moveTo>
                  <a:lnTo>
                    <a:pt x="39216" y="89358"/>
                  </a:lnTo>
                  <a:lnTo>
                    <a:pt x="38168" y="89358"/>
                  </a:lnTo>
                  <a:lnTo>
                    <a:pt x="38168" y="88909"/>
                  </a:lnTo>
                  <a:close/>
                  <a:moveTo>
                    <a:pt x="171232" y="88909"/>
                  </a:moveTo>
                  <a:lnTo>
                    <a:pt x="171232" y="89358"/>
                  </a:lnTo>
                  <a:lnTo>
                    <a:pt x="170334" y="89358"/>
                  </a:lnTo>
                  <a:lnTo>
                    <a:pt x="171232" y="88909"/>
                  </a:lnTo>
                  <a:close/>
                  <a:moveTo>
                    <a:pt x="26194" y="82623"/>
                  </a:moveTo>
                  <a:lnTo>
                    <a:pt x="26942" y="83072"/>
                  </a:lnTo>
                  <a:lnTo>
                    <a:pt x="26643" y="84568"/>
                  </a:lnTo>
                  <a:lnTo>
                    <a:pt x="26493" y="85466"/>
                  </a:lnTo>
                  <a:lnTo>
                    <a:pt x="26343" y="86365"/>
                  </a:lnTo>
                  <a:lnTo>
                    <a:pt x="26493" y="86365"/>
                  </a:lnTo>
                  <a:lnTo>
                    <a:pt x="26942" y="84419"/>
                  </a:lnTo>
                  <a:lnTo>
                    <a:pt x="27241" y="83221"/>
                  </a:lnTo>
                  <a:lnTo>
                    <a:pt x="27990" y="83670"/>
                  </a:lnTo>
                  <a:lnTo>
                    <a:pt x="27840" y="85017"/>
                  </a:lnTo>
                  <a:lnTo>
                    <a:pt x="27690" y="85916"/>
                  </a:lnTo>
                  <a:lnTo>
                    <a:pt x="27541" y="86814"/>
                  </a:lnTo>
                  <a:lnTo>
                    <a:pt x="27541" y="86963"/>
                  </a:lnTo>
                  <a:lnTo>
                    <a:pt x="27690" y="86963"/>
                  </a:lnTo>
                  <a:lnTo>
                    <a:pt x="27990" y="85916"/>
                  </a:lnTo>
                  <a:lnTo>
                    <a:pt x="28140" y="85017"/>
                  </a:lnTo>
                  <a:lnTo>
                    <a:pt x="28289" y="83670"/>
                  </a:lnTo>
                  <a:lnTo>
                    <a:pt x="29038" y="84119"/>
                  </a:lnTo>
                  <a:lnTo>
                    <a:pt x="28738" y="85466"/>
                  </a:lnTo>
                  <a:lnTo>
                    <a:pt x="28738" y="86215"/>
                  </a:lnTo>
                  <a:lnTo>
                    <a:pt x="28738" y="86963"/>
                  </a:lnTo>
                  <a:lnTo>
                    <a:pt x="28888" y="86963"/>
                  </a:lnTo>
                  <a:lnTo>
                    <a:pt x="29187" y="85167"/>
                  </a:lnTo>
                  <a:lnTo>
                    <a:pt x="29337" y="84269"/>
                  </a:lnTo>
                  <a:lnTo>
                    <a:pt x="30385" y="84868"/>
                  </a:lnTo>
                  <a:lnTo>
                    <a:pt x="30085" y="86215"/>
                  </a:lnTo>
                  <a:lnTo>
                    <a:pt x="30085" y="87562"/>
                  </a:lnTo>
                  <a:lnTo>
                    <a:pt x="30385" y="86814"/>
                  </a:lnTo>
                  <a:lnTo>
                    <a:pt x="30534" y="85766"/>
                  </a:lnTo>
                  <a:lnTo>
                    <a:pt x="30684" y="85017"/>
                  </a:lnTo>
                  <a:lnTo>
                    <a:pt x="31432" y="85317"/>
                  </a:lnTo>
                  <a:lnTo>
                    <a:pt x="31283" y="86365"/>
                  </a:lnTo>
                  <a:lnTo>
                    <a:pt x="31133" y="87113"/>
                  </a:lnTo>
                  <a:lnTo>
                    <a:pt x="31133" y="87861"/>
                  </a:lnTo>
                  <a:lnTo>
                    <a:pt x="31283" y="87861"/>
                  </a:lnTo>
                  <a:lnTo>
                    <a:pt x="31582" y="85916"/>
                  </a:lnTo>
                  <a:lnTo>
                    <a:pt x="31732" y="85466"/>
                  </a:lnTo>
                  <a:lnTo>
                    <a:pt x="32480" y="85916"/>
                  </a:lnTo>
                  <a:lnTo>
                    <a:pt x="32331" y="86215"/>
                  </a:lnTo>
                  <a:lnTo>
                    <a:pt x="32181" y="87113"/>
                  </a:lnTo>
                  <a:lnTo>
                    <a:pt x="32181" y="88011"/>
                  </a:lnTo>
                  <a:lnTo>
                    <a:pt x="32331" y="88011"/>
                  </a:lnTo>
                  <a:lnTo>
                    <a:pt x="32480" y="86814"/>
                  </a:lnTo>
                  <a:lnTo>
                    <a:pt x="32630" y="86065"/>
                  </a:lnTo>
                  <a:lnTo>
                    <a:pt x="33378" y="86365"/>
                  </a:lnTo>
                  <a:lnTo>
                    <a:pt x="33229" y="87263"/>
                  </a:lnTo>
                  <a:lnTo>
                    <a:pt x="33229" y="88161"/>
                  </a:lnTo>
                  <a:lnTo>
                    <a:pt x="33528" y="87412"/>
                  </a:lnTo>
                  <a:lnTo>
                    <a:pt x="33678" y="86514"/>
                  </a:lnTo>
                  <a:lnTo>
                    <a:pt x="34426" y="86814"/>
                  </a:lnTo>
                  <a:lnTo>
                    <a:pt x="34276" y="87263"/>
                  </a:lnTo>
                  <a:lnTo>
                    <a:pt x="34276" y="87712"/>
                  </a:lnTo>
                  <a:lnTo>
                    <a:pt x="34276" y="88310"/>
                  </a:lnTo>
                  <a:lnTo>
                    <a:pt x="34576" y="87263"/>
                  </a:lnTo>
                  <a:lnTo>
                    <a:pt x="34576" y="86963"/>
                  </a:lnTo>
                  <a:lnTo>
                    <a:pt x="35324" y="87263"/>
                  </a:lnTo>
                  <a:lnTo>
                    <a:pt x="35174" y="88610"/>
                  </a:lnTo>
                  <a:lnTo>
                    <a:pt x="35324" y="88759"/>
                  </a:lnTo>
                  <a:lnTo>
                    <a:pt x="35324" y="88610"/>
                  </a:lnTo>
                  <a:lnTo>
                    <a:pt x="35474" y="87412"/>
                  </a:lnTo>
                  <a:lnTo>
                    <a:pt x="35923" y="87712"/>
                  </a:lnTo>
                  <a:lnTo>
                    <a:pt x="36072" y="87712"/>
                  </a:lnTo>
                  <a:lnTo>
                    <a:pt x="36072" y="88011"/>
                  </a:lnTo>
                  <a:lnTo>
                    <a:pt x="36222" y="88909"/>
                  </a:lnTo>
                  <a:lnTo>
                    <a:pt x="36372" y="88161"/>
                  </a:lnTo>
                  <a:lnTo>
                    <a:pt x="36372" y="87861"/>
                  </a:lnTo>
                  <a:lnTo>
                    <a:pt x="36821" y="88161"/>
                  </a:lnTo>
                  <a:lnTo>
                    <a:pt x="36971" y="88310"/>
                  </a:lnTo>
                  <a:lnTo>
                    <a:pt x="37120" y="89059"/>
                  </a:lnTo>
                  <a:lnTo>
                    <a:pt x="37270" y="88310"/>
                  </a:lnTo>
                  <a:lnTo>
                    <a:pt x="38018" y="88759"/>
                  </a:lnTo>
                  <a:lnTo>
                    <a:pt x="38018" y="89358"/>
                  </a:lnTo>
                  <a:lnTo>
                    <a:pt x="36522" y="89508"/>
                  </a:lnTo>
                  <a:lnTo>
                    <a:pt x="35474" y="89508"/>
                  </a:lnTo>
                  <a:lnTo>
                    <a:pt x="24398" y="90107"/>
                  </a:lnTo>
                  <a:lnTo>
                    <a:pt x="24398" y="90107"/>
                  </a:lnTo>
                  <a:lnTo>
                    <a:pt x="25146" y="86065"/>
                  </a:lnTo>
                  <a:lnTo>
                    <a:pt x="25296" y="86065"/>
                  </a:lnTo>
                  <a:lnTo>
                    <a:pt x="25745" y="84269"/>
                  </a:lnTo>
                  <a:lnTo>
                    <a:pt x="26044" y="83521"/>
                  </a:lnTo>
                  <a:lnTo>
                    <a:pt x="26194" y="82623"/>
                  </a:lnTo>
                  <a:close/>
                  <a:moveTo>
                    <a:pt x="183356" y="82623"/>
                  </a:moveTo>
                  <a:lnTo>
                    <a:pt x="183506" y="83521"/>
                  </a:lnTo>
                  <a:lnTo>
                    <a:pt x="183655" y="84269"/>
                  </a:lnTo>
                  <a:lnTo>
                    <a:pt x="184104" y="86065"/>
                  </a:lnTo>
                  <a:lnTo>
                    <a:pt x="184254" y="86065"/>
                  </a:lnTo>
                  <a:lnTo>
                    <a:pt x="185002" y="90107"/>
                  </a:lnTo>
                  <a:lnTo>
                    <a:pt x="185002" y="90107"/>
                  </a:lnTo>
                  <a:lnTo>
                    <a:pt x="173926" y="89508"/>
                  </a:lnTo>
                  <a:lnTo>
                    <a:pt x="172878" y="89508"/>
                  </a:lnTo>
                  <a:lnTo>
                    <a:pt x="171382" y="89358"/>
                  </a:lnTo>
                  <a:lnTo>
                    <a:pt x="171531" y="88759"/>
                  </a:lnTo>
                  <a:lnTo>
                    <a:pt x="172130" y="88310"/>
                  </a:lnTo>
                  <a:lnTo>
                    <a:pt x="172280" y="89059"/>
                  </a:lnTo>
                  <a:lnTo>
                    <a:pt x="172429" y="89059"/>
                  </a:lnTo>
                  <a:lnTo>
                    <a:pt x="172429" y="88310"/>
                  </a:lnTo>
                  <a:lnTo>
                    <a:pt x="172579" y="88161"/>
                  </a:lnTo>
                  <a:lnTo>
                    <a:pt x="173028" y="87861"/>
                  </a:lnTo>
                  <a:lnTo>
                    <a:pt x="173028" y="88161"/>
                  </a:lnTo>
                  <a:lnTo>
                    <a:pt x="173178" y="88909"/>
                  </a:lnTo>
                  <a:lnTo>
                    <a:pt x="173178" y="89059"/>
                  </a:lnTo>
                  <a:lnTo>
                    <a:pt x="173328" y="88909"/>
                  </a:lnTo>
                  <a:lnTo>
                    <a:pt x="173328" y="88011"/>
                  </a:lnTo>
                  <a:lnTo>
                    <a:pt x="173328" y="87712"/>
                  </a:lnTo>
                  <a:lnTo>
                    <a:pt x="173477" y="87712"/>
                  </a:lnTo>
                  <a:lnTo>
                    <a:pt x="173926" y="87412"/>
                  </a:lnTo>
                  <a:lnTo>
                    <a:pt x="174076" y="88610"/>
                  </a:lnTo>
                  <a:lnTo>
                    <a:pt x="174226" y="88759"/>
                  </a:lnTo>
                  <a:lnTo>
                    <a:pt x="174226" y="88610"/>
                  </a:lnTo>
                  <a:lnTo>
                    <a:pt x="174226" y="87263"/>
                  </a:lnTo>
                  <a:lnTo>
                    <a:pt x="174824" y="86963"/>
                  </a:lnTo>
                  <a:lnTo>
                    <a:pt x="174824" y="87263"/>
                  </a:lnTo>
                  <a:lnTo>
                    <a:pt x="175124" y="88310"/>
                  </a:lnTo>
                  <a:lnTo>
                    <a:pt x="175273" y="87712"/>
                  </a:lnTo>
                  <a:lnTo>
                    <a:pt x="175124" y="87263"/>
                  </a:lnTo>
                  <a:lnTo>
                    <a:pt x="175124" y="86814"/>
                  </a:lnTo>
                  <a:lnTo>
                    <a:pt x="175722" y="86514"/>
                  </a:lnTo>
                  <a:lnTo>
                    <a:pt x="175872" y="87412"/>
                  </a:lnTo>
                  <a:lnTo>
                    <a:pt x="176171" y="88161"/>
                  </a:lnTo>
                  <a:lnTo>
                    <a:pt x="176171" y="87263"/>
                  </a:lnTo>
                  <a:lnTo>
                    <a:pt x="176022" y="86365"/>
                  </a:lnTo>
                  <a:lnTo>
                    <a:pt x="176770" y="86065"/>
                  </a:lnTo>
                  <a:lnTo>
                    <a:pt x="176920" y="86814"/>
                  </a:lnTo>
                  <a:lnTo>
                    <a:pt x="177069" y="88011"/>
                  </a:lnTo>
                  <a:lnTo>
                    <a:pt x="177219" y="88011"/>
                  </a:lnTo>
                  <a:lnTo>
                    <a:pt x="177219" y="87113"/>
                  </a:lnTo>
                  <a:lnTo>
                    <a:pt x="177069" y="86215"/>
                  </a:lnTo>
                  <a:lnTo>
                    <a:pt x="177069" y="85916"/>
                  </a:lnTo>
                  <a:lnTo>
                    <a:pt x="177668" y="85466"/>
                  </a:lnTo>
                  <a:lnTo>
                    <a:pt x="177818" y="85916"/>
                  </a:lnTo>
                  <a:lnTo>
                    <a:pt x="178267" y="87861"/>
                  </a:lnTo>
                  <a:lnTo>
                    <a:pt x="178267" y="87113"/>
                  </a:lnTo>
                  <a:lnTo>
                    <a:pt x="178117" y="86365"/>
                  </a:lnTo>
                  <a:lnTo>
                    <a:pt x="177968" y="85317"/>
                  </a:lnTo>
                  <a:lnTo>
                    <a:pt x="178716" y="85017"/>
                  </a:lnTo>
                  <a:lnTo>
                    <a:pt x="178866" y="85766"/>
                  </a:lnTo>
                  <a:lnTo>
                    <a:pt x="179015" y="86814"/>
                  </a:lnTo>
                  <a:lnTo>
                    <a:pt x="179315" y="87562"/>
                  </a:lnTo>
                  <a:lnTo>
                    <a:pt x="179315" y="86215"/>
                  </a:lnTo>
                  <a:lnTo>
                    <a:pt x="179015" y="84868"/>
                  </a:lnTo>
                  <a:lnTo>
                    <a:pt x="180063" y="84269"/>
                  </a:lnTo>
                  <a:lnTo>
                    <a:pt x="180362" y="85167"/>
                  </a:lnTo>
                  <a:lnTo>
                    <a:pt x="180512" y="86963"/>
                  </a:lnTo>
                  <a:lnTo>
                    <a:pt x="180662" y="86963"/>
                  </a:lnTo>
                  <a:lnTo>
                    <a:pt x="180662" y="86215"/>
                  </a:lnTo>
                  <a:lnTo>
                    <a:pt x="180662" y="85466"/>
                  </a:lnTo>
                  <a:lnTo>
                    <a:pt x="180362" y="84119"/>
                  </a:lnTo>
                  <a:lnTo>
                    <a:pt x="181111" y="83670"/>
                  </a:lnTo>
                  <a:lnTo>
                    <a:pt x="181410" y="85017"/>
                  </a:lnTo>
                  <a:lnTo>
                    <a:pt x="181560" y="85916"/>
                  </a:lnTo>
                  <a:lnTo>
                    <a:pt x="181859" y="86963"/>
                  </a:lnTo>
                  <a:lnTo>
                    <a:pt x="181859" y="86814"/>
                  </a:lnTo>
                  <a:lnTo>
                    <a:pt x="181859" y="85916"/>
                  </a:lnTo>
                  <a:lnTo>
                    <a:pt x="181710" y="85017"/>
                  </a:lnTo>
                  <a:lnTo>
                    <a:pt x="181410" y="83670"/>
                  </a:lnTo>
                  <a:lnTo>
                    <a:pt x="182308" y="83221"/>
                  </a:lnTo>
                  <a:lnTo>
                    <a:pt x="182458" y="84419"/>
                  </a:lnTo>
                  <a:lnTo>
                    <a:pt x="182907" y="86365"/>
                  </a:lnTo>
                  <a:lnTo>
                    <a:pt x="183057" y="86365"/>
                  </a:lnTo>
                  <a:lnTo>
                    <a:pt x="183057" y="85466"/>
                  </a:lnTo>
                  <a:lnTo>
                    <a:pt x="182907" y="84568"/>
                  </a:lnTo>
                  <a:lnTo>
                    <a:pt x="182608" y="83072"/>
                  </a:lnTo>
                  <a:lnTo>
                    <a:pt x="183356" y="82623"/>
                  </a:lnTo>
                  <a:close/>
                  <a:moveTo>
                    <a:pt x="50891" y="51340"/>
                  </a:moveTo>
                  <a:lnTo>
                    <a:pt x="54932" y="54333"/>
                  </a:lnTo>
                  <a:lnTo>
                    <a:pt x="55680" y="54932"/>
                  </a:lnTo>
                  <a:lnTo>
                    <a:pt x="68852" y="64661"/>
                  </a:lnTo>
                  <a:lnTo>
                    <a:pt x="70199" y="65709"/>
                  </a:lnTo>
                  <a:lnTo>
                    <a:pt x="75887" y="69900"/>
                  </a:lnTo>
                  <a:lnTo>
                    <a:pt x="77084" y="70798"/>
                  </a:lnTo>
                  <a:lnTo>
                    <a:pt x="92052" y="81874"/>
                  </a:lnTo>
                  <a:lnTo>
                    <a:pt x="90855" y="90705"/>
                  </a:lnTo>
                  <a:lnTo>
                    <a:pt x="88460" y="91154"/>
                  </a:lnTo>
                  <a:lnTo>
                    <a:pt x="89059" y="90406"/>
                  </a:lnTo>
                  <a:lnTo>
                    <a:pt x="89657" y="89807"/>
                  </a:lnTo>
                  <a:lnTo>
                    <a:pt x="89657" y="89657"/>
                  </a:lnTo>
                  <a:lnTo>
                    <a:pt x="89508" y="89657"/>
                  </a:lnTo>
                  <a:lnTo>
                    <a:pt x="88610" y="90406"/>
                  </a:lnTo>
                  <a:lnTo>
                    <a:pt x="87861" y="91154"/>
                  </a:lnTo>
                  <a:lnTo>
                    <a:pt x="84269" y="91753"/>
                  </a:lnTo>
                  <a:lnTo>
                    <a:pt x="85766" y="90406"/>
                  </a:lnTo>
                  <a:lnTo>
                    <a:pt x="86963" y="89059"/>
                  </a:lnTo>
                  <a:lnTo>
                    <a:pt x="87562" y="88460"/>
                  </a:lnTo>
                  <a:lnTo>
                    <a:pt x="88011" y="87861"/>
                  </a:lnTo>
                  <a:lnTo>
                    <a:pt x="88011" y="87712"/>
                  </a:lnTo>
                  <a:lnTo>
                    <a:pt x="87262" y="88310"/>
                  </a:lnTo>
                  <a:lnTo>
                    <a:pt x="86664" y="88909"/>
                  </a:lnTo>
                  <a:lnTo>
                    <a:pt x="85466" y="90107"/>
                  </a:lnTo>
                  <a:lnTo>
                    <a:pt x="83820" y="91753"/>
                  </a:lnTo>
                  <a:lnTo>
                    <a:pt x="81724" y="92052"/>
                  </a:lnTo>
                  <a:lnTo>
                    <a:pt x="70499" y="77384"/>
                  </a:lnTo>
                  <a:lnTo>
                    <a:pt x="69600" y="76186"/>
                  </a:lnTo>
                  <a:lnTo>
                    <a:pt x="65409" y="70499"/>
                  </a:lnTo>
                  <a:lnTo>
                    <a:pt x="64362" y="69152"/>
                  </a:lnTo>
                  <a:lnTo>
                    <a:pt x="54483" y="56279"/>
                  </a:lnTo>
                  <a:lnTo>
                    <a:pt x="53884" y="55381"/>
                  </a:lnTo>
                  <a:lnTo>
                    <a:pt x="50891" y="51340"/>
                  </a:lnTo>
                  <a:close/>
                  <a:moveTo>
                    <a:pt x="157462" y="50591"/>
                  </a:moveTo>
                  <a:lnTo>
                    <a:pt x="154468" y="54483"/>
                  </a:lnTo>
                  <a:lnTo>
                    <a:pt x="154019" y="55231"/>
                  </a:lnTo>
                  <a:lnTo>
                    <a:pt x="144290" y="68253"/>
                  </a:lnTo>
                  <a:lnTo>
                    <a:pt x="143242" y="69750"/>
                  </a:lnTo>
                  <a:lnTo>
                    <a:pt x="139051" y="75438"/>
                  </a:lnTo>
                  <a:lnTo>
                    <a:pt x="138153" y="76635"/>
                  </a:lnTo>
                  <a:lnTo>
                    <a:pt x="126778" y="92052"/>
                  </a:lnTo>
                  <a:lnTo>
                    <a:pt x="118695" y="91005"/>
                  </a:lnTo>
                  <a:lnTo>
                    <a:pt x="118396" y="88759"/>
                  </a:lnTo>
                  <a:lnTo>
                    <a:pt x="118396" y="88759"/>
                  </a:lnTo>
                  <a:lnTo>
                    <a:pt x="119144" y="89358"/>
                  </a:lnTo>
                  <a:lnTo>
                    <a:pt x="119144" y="89208"/>
                  </a:lnTo>
                  <a:lnTo>
                    <a:pt x="118246" y="88161"/>
                  </a:lnTo>
                  <a:lnTo>
                    <a:pt x="117797" y="84718"/>
                  </a:lnTo>
                  <a:lnTo>
                    <a:pt x="118545" y="85466"/>
                  </a:lnTo>
                  <a:lnTo>
                    <a:pt x="119743" y="86664"/>
                  </a:lnTo>
                  <a:lnTo>
                    <a:pt x="120341" y="87263"/>
                  </a:lnTo>
                  <a:lnTo>
                    <a:pt x="120940" y="87712"/>
                  </a:lnTo>
                  <a:lnTo>
                    <a:pt x="121090" y="87712"/>
                  </a:lnTo>
                  <a:lnTo>
                    <a:pt x="120641" y="86963"/>
                  </a:lnTo>
                  <a:lnTo>
                    <a:pt x="120042" y="86365"/>
                  </a:lnTo>
                  <a:lnTo>
                    <a:pt x="118695" y="85167"/>
                  </a:lnTo>
                  <a:lnTo>
                    <a:pt x="117647" y="84119"/>
                  </a:lnTo>
                  <a:lnTo>
                    <a:pt x="117198" y="80976"/>
                  </a:lnTo>
                  <a:lnTo>
                    <a:pt x="131567" y="70199"/>
                  </a:lnTo>
                  <a:lnTo>
                    <a:pt x="132765" y="69301"/>
                  </a:lnTo>
                  <a:lnTo>
                    <a:pt x="138452" y="64961"/>
                  </a:lnTo>
                  <a:lnTo>
                    <a:pt x="139800" y="63913"/>
                  </a:lnTo>
                  <a:lnTo>
                    <a:pt x="152672" y="54184"/>
                  </a:lnTo>
                  <a:lnTo>
                    <a:pt x="153570" y="53585"/>
                  </a:lnTo>
                  <a:lnTo>
                    <a:pt x="157462" y="50591"/>
                  </a:lnTo>
                  <a:close/>
                  <a:moveTo>
                    <a:pt x="149379" y="77833"/>
                  </a:moveTo>
                  <a:lnTo>
                    <a:pt x="151175" y="81275"/>
                  </a:lnTo>
                  <a:lnTo>
                    <a:pt x="152822" y="84868"/>
                  </a:lnTo>
                  <a:lnTo>
                    <a:pt x="154169" y="88460"/>
                  </a:lnTo>
                  <a:lnTo>
                    <a:pt x="155366" y="92352"/>
                  </a:lnTo>
                  <a:lnTo>
                    <a:pt x="148481" y="93100"/>
                  </a:lnTo>
                  <a:lnTo>
                    <a:pt x="147583" y="90107"/>
                  </a:lnTo>
                  <a:lnTo>
                    <a:pt x="146385" y="87263"/>
                  </a:lnTo>
                  <a:lnTo>
                    <a:pt x="145038" y="84419"/>
                  </a:lnTo>
                  <a:lnTo>
                    <a:pt x="143542" y="81575"/>
                  </a:lnTo>
                  <a:lnTo>
                    <a:pt x="149379" y="77833"/>
                  </a:lnTo>
                  <a:close/>
                  <a:moveTo>
                    <a:pt x="60620" y="76935"/>
                  </a:moveTo>
                  <a:lnTo>
                    <a:pt x="66457" y="80527"/>
                  </a:lnTo>
                  <a:lnTo>
                    <a:pt x="64661" y="83521"/>
                  </a:lnTo>
                  <a:lnTo>
                    <a:pt x="63164" y="86664"/>
                  </a:lnTo>
                  <a:lnTo>
                    <a:pt x="61967" y="89957"/>
                  </a:lnTo>
                  <a:lnTo>
                    <a:pt x="60919" y="93399"/>
                  </a:lnTo>
                  <a:lnTo>
                    <a:pt x="54184" y="91903"/>
                  </a:lnTo>
                  <a:lnTo>
                    <a:pt x="55381" y="88011"/>
                  </a:lnTo>
                  <a:lnTo>
                    <a:pt x="56878" y="84119"/>
                  </a:lnTo>
                  <a:lnTo>
                    <a:pt x="58524" y="80527"/>
                  </a:lnTo>
                  <a:lnTo>
                    <a:pt x="60620" y="76935"/>
                  </a:lnTo>
                  <a:close/>
                  <a:moveTo>
                    <a:pt x="139051" y="77683"/>
                  </a:moveTo>
                  <a:lnTo>
                    <a:pt x="140398" y="79479"/>
                  </a:lnTo>
                  <a:lnTo>
                    <a:pt x="141745" y="81575"/>
                  </a:lnTo>
                  <a:lnTo>
                    <a:pt x="142943" y="83521"/>
                  </a:lnTo>
                  <a:lnTo>
                    <a:pt x="144140" y="85766"/>
                  </a:lnTo>
                  <a:lnTo>
                    <a:pt x="145038" y="87861"/>
                  </a:lnTo>
                  <a:lnTo>
                    <a:pt x="145936" y="90256"/>
                  </a:lnTo>
                  <a:lnTo>
                    <a:pt x="146685" y="92501"/>
                  </a:lnTo>
                  <a:lnTo>
                    <a:pt x="147283" y="94896"/>
                  </a:lnTo>
                  <a:lnTo>
                    <a:pt x="128274" y="92202"/>
                  </a:lnTo>
                  <a:lnTo>
                    <a:pt x="139051" y="77683"/>
                  </a:lnTo>
                  <a:close/>
                  <a:moveTo>
                    <a:pt x="69750" y="78432"/>
                  </a:moveTo>
                  <a:lnTo>
                    <a:pt x="80377" y="92352"/>
                  </a:lnTo>
                  <a:lnTo>
                    <a:pt x="61967" y="95046"/>
                  </a:lnTo>
                  <a:lnTo>
                    <a:pt x="61967" y="95046"/>
                  </a:lnTo>
                  <a:lnTo>
                    <a:pt x="62566" y="92801"/>
                  </a:lnTo>
                  <a:lnTo>
                    <a:pt x="63314" y="90556"/>
                  </a:lnTo>
                  <a:lnTo>
                    <a:pt x="64062" y="88460"/>
                  </a:lnTo>
                  <a:lnTo>
                    <a:pt x="64960" y="86215"/>
                  </a:lnTo>
                  <a:lnTo>
                    <a:pt x="66008" y="84119"/>
                  </a:lnTo>
                  <a:lnTo>
                    <a:pt x="67206" y="82174"/>
                  </a:lnTo>
                  <a:lnTo>
                    <a:pt x="68403" y="80228"/>
                  </a:lnTo>
                  <a:lnTo>
                    <a:pt x="69750" y="78432"/>
                  </a:lnTo>
                  <a:close/>
                  <a:moveTo>
                    <a:pt x="155516" y="93250"/>
                  </a:moveTo>
                  <a:lnTo>
                    <a:pt x="156115" y="96094"/>
                  </a:lnTo>
                  <a:lnTo>
                    <a:pt x="148930" y="95046"/>
                  </a:lnTo>
                  <a:lnTo>
                    <a:pt x="148631" y="94148"/>
                  </a:lnTo>
                  <a:lnTo>
                    <a:pt x="155516" y="93250"/>
                  </a:lnTo>
                  <a:close/>
                  <a:moveTo>
                    <a:pt x="53884" y="92950"/>
                  </a:moveTo>
                  <a:lnTo>
                    <a:pt x="60620" y="94447"/>
                  </a:lnTo>
                  <a:lnTo>
                    <a:pt x="60470" y="95345"/>
                  </a:lnTo>
                  <a:lnTo>
                    <a:pt x="53285" y="96393"/>
                  </a:lnTo>
                  <a:lnTo>
                    <a:pt x="53884" y="92950"/>
                  </a:lnTo>
                  <a:close/>
                  <a:moveTo>
                    <a:pt x="154767" y="56129"/>
                  </a:moveTo>
                  <a:lnTo>
                    <a:pt x="157013" y="58524"/>
                  </a:lnTo>
                  <a:lnTo>
                    <a:pt x="159108" y="61069"/>
                  </a:lnTo>
                  <a:lnTo>
                    <a:pt x="161054" y="63613"/>
                  </a:lnTo>
                  <a:lnTo>
                    <a:pt x="163000" y="66308"/>
                  </a:lnTo>
                  <a:lnTo>
                    <a:pt x="158509" y="70948"/>
                  </a:lnTo>
                  <a:lnTo>
                    <a:pt x="164796" y="69152"/>
                  </a:lnTo>
                  <a:lnTo>
                    <a:pt x="167041" y="73492"/>
                  </a:lnTo>
                  <a:lnTo>
                    <a:pt x="169137" y="77833"/>
                  </a:lnTo>
                  <a:lnTo>
                    <a:pt x="170933" y="82473"/>
                  </a:lnTo>
                  <a:lnTo>
                    <a:pt x="172280" y="87263"/>
                  </a:lnTo>
                  <a:lnTo>
                    <a:pt x="166592" y="90107"/>
                  </a:lnTo>
                  <a:lnTo>
                    <a:pt x="173028" y="90406"/>
                  </a:lnTo>
                  <a:lnTo>
                    <a:pt x="173777" y="94447"/>
                  </a:lnTo>
                  <a:lnTo>
                    <a:pt x="174226" y="98638"/>
                  </a:lnTo>
                  <a:lnTo>
                    <a:pt x="157911" y="96393"/>
                  </a:lnTo>
                  <a:lnTo>
                    <a:pt x="157312" y="93100"/>
                  </a:lnTo>
                  <a:lnTo>
                    <a:pt x="161204" y="92651"/>
                  </a:lnTo>
                  <a:lnTo>
                    <a:pt x="161653" y="93250"/>
                  </a:lnTo>
                  <a:lnTo>
                    <a:pt x="162401" y="93699"/>
                  </a:lnTo>
                  <a:lnTo>
                    <a:pt x="163299" y="93848"/>
                  </a:lnTo>
                  <a:lnTo>
                    <a:pt x="164047" y="93549"/>
                  </a:lnTo>
                  <a:lnTo>
                    <a:pt x="164497" y="93399"/>
                  </a:lnTo>
                  <a:lnTo>
                    <a:pt x="164796" y="93100"/>
                  </a:lnTo>
                  <a:lnTo>
                    <a:pt x="165245" y="92352"/>
                  </a:lnTo>
                  <a:lnTo>
                    <a:pt x="165395" y="91603"/>
                  </a:lnTo>
                  <a:lnTo>
                    <a:pt x="165245" y="91154"/>
                  </a:lnTo>
                  <a:lnTo>
                    <a:pt x="165095" y="90705"/>
                  </a:lnTo>
                  <a:lnTo>
                    <a:pt x="164946" y="90256"/>
                  </a:lnTo>
                  <a:lnTo>
                    <a:pt x="164646" y="89957"/>
                  </a:lnTo>
                  <a:lnTo>
                    <a:pt x="163898" y="89508"/>
                  </a:lnTo>
                  <a:lnTo>
                    <a:pt x="163000" y="89358"/>
                  </a:lnTo>
                  <a:lnTo>
                    <a:pt x="162700" y="89508"/>
                  </a:lnTo>
                  <a:lnTo>
                    <a:pt x="162251" y="89657"/>
                  </a:lnTo>
                  <a:lnTo>
                    <a:pt x="161653" y="89957"/>
                  </a:lnTo>
                  <a:lnTo>
                    <a:pt x="161353" y="90406"/>
                  </a:lnTo>
                  <a:lnTo>
                    <a:pt x="161054" y="91005"/>
                  </a:lnTo>
                  <a:lnTo>
                    <a:pt x="160904" y="91603"/>
                  </a:lnTo>
                  <a:lnTo>
                    <a:pt x="157013" y="92052"/>
                  </a:lnTo>
                  <a:lnTo>
                    <a:pt x="155965" y="88161"/>
                  </a:lnTo>
                  <a:lnTo>
                    <a:pt x="154468" y="84269"/>
                  </a:lnTo>
                  <a:lnTo>
                    <a:pt x="152822" y="80527"/>
                  </a:lnTo>
                  <a:lnTo>
                    <a:pt x="150876" y="76935"/>
                  </a:lnTo>
                  <a:lnTo>
                    <a:pt x="154169" y="74690"/>
                  </a:lnTo>
                  <a:lnTo>
                    <a:pt x="154917" y="75139"/>
                  </a:lnTo>
                  <a:lnTo>
                    <a:pt x="155665" y="75288"/>
                  </a:lnTo>
                  <a:lnTo>
                    <a:pt x="156564" y="74989"/>
                  </a:lnTo>
                  <a:lnTo>
                    <a:pt x="157312" y="74540"/>
                  </a:lnTo>
                  <a:lnTo>
                    <a:pt x="157611" y="74241"/>
                  </a:lnTo>
                  <a:lnTo>
                    <a:pt x="157761" y="73941"/>
                  </a:lnTo>
                  <a:lnTo>
                    <a:pt x="157911" y="73043"/>
                  </a:lnTo>
                  <a:lnTo>
                    <a:pt x="157761" y="72295"/>
                  </a:lnTo>
                  <a:lnTo>
                    <a:pt x="157611" y="71846"/>
                  </a:lnTo>
                  <a:lnTo>
                    <a:pt x="157312" y="71546"/>
                  </a:lnTo>
                  <a:lnTo>
                    <a:pt x="157013" y="71247"/>
                  </a:lnTo>
                  <a:lnTo>
                    <a:pt x="156564" y="70948"/>
                  </a:lnTo>
                  <a:lnTo>
                    <a:pt x="155815" y="70798"/>
                  </a:lnTo>
                  <a:lnTo>
                    <a:pt x="154917" y="70948"/>
                  </a:lnTo>
                  <a:lnTo>
                    <a:pt x="154468" y="71097"/>
                  </a:lnTo>
                  <a:lnTo>
                    <a:pt x="154169" y="71397"/>
                  </a:lnTo>
                  <a:lnTo>
                    <a:pt x="153720" y="71995"/>
                  </a:lnTo>
                  <a:lnTo>
                    <a:pt x="153570" y="72594"/>
                  </a:lnTo>
                  <a:lnTo>
                    <a:pt x="153570" y="73193"/>
                  </a:lnTo>
                  <a:lnTo>
                    <a:pt x="153720" y="73792"/>
                  </a:lnTo>
                  <a:lnTo>
                    <a:pt x="150277" y="76037"/>
                  </a:lnTo>
                  <a:lnTo>
                    <a:pt x="147882" y="72594"/>
                  </a:lnTo>
                  <a:lnTo>
                    <a:pt x="145188" y="69301"/>
                  </a:lnTo>
                  <a:lnTo>
                    <a:pt x="154767" y="56129"/>
                  </a:lnTo>
                  <a:close/>
                  <a:moveTo>
                    <a:pt x="53735" y="57177"/>
                  </a:moveTo>
                  <a:lnTo>
                    <a:pt x="63464" y="70050"/>
                  </a:lnTo>
                  <a:lnTo>
                    <a:pt x="61518" y="72594"/>
                  </a:lnTo>
                  <a:lnTo>
                    <a:pt x="59722" y="75139"/>
                  </a:lnTo>
                  <a:lnTo>
                    <a:pt x="56429" y="73193"/>
                  </a:lnTo>
                  <a:lnTo>
                    <a:pt x="56578" y="72444"/>
                  </a:lnTo>
                  <a:lnTo>
                    <a:pt x="56279" y="71546"/>
                  </a:lnTo>
                  <a:lnTo>
                    <a:pt x="55830" y="70948"/>
                  </a:lnTo>
                  <a:lnTo>
                    <a:pt x="55082" y="70499"/>
                  </a:lnTo>
                  <a:lnTo>
                    <a:pt x="54633" y="70349"/>
                  </a:lnTo>
                  <a:lnTo>
                    <a:pt x="54184" y="70349"/>
                  </a:lnTo>
                  <a:lnTo>
                    <a:pt x="53435" y="70648"/>
                  </a:lnTo>
                  <a:lnTo>
                    <a:pt x="52687" y="71097"/>
                  </a:lnTo>
                  <a:lnTo>
                    <a:pt x="52537" y="71397"/>
                  </a:lnTo>
                  <a:lnTo>
                    <a:pt x="52238" y="71846"/>
                  </a:lnTo>
                  <a:lnTo>
                    <a:pt x="52238" y="72295"/>
                  </a:lnTo>
                  <a:lnTo>
                    <a:pt x="52238" y="72744"/>
                  </a:lnTo>
                  <a:lnTo>
                    <a:pt x="52387" y="73492"/>
                  </a:lnTo>
                  <a:lnTo>
                    <a:pt x="52836" y="74241"/>
                  </a:lnTo>
                  <a:lnTo>
                    <a:pt x="53285" y="74540"/>
                  </a:lnTo>
                  <a:lnTo>
                    <a:pt x="53585" y="74690"/>
                  </a:lnTo>
                  <a:lnTo>
                    <a:pt x="54333" y="74839"/>
                  </a:lnTo>
                  <a:lnTo>
                    <a:pt x="54932" y="74690"/>
                  </a:lnTo>
                  <a:lnTo>
                    <a:pt x="55531" y="74540"/>
                  </a:lnTo>
                  <a:lnTo>
                    <a:pt x="55980" y="74091"/>
                  </a:lnTo>
                  <a:lnTo>
                    <a:pt x="59123" y="76037"/>
                  </a:lnTo>
                  <a:lnTo>
                    <a:pt x="57027" y="79629"/>
                  </a:lnTo>
                  <a:lnTo>
                    <a:pt x="55231" y="83521"/>
                  </a:lnTo>
                  <a:lnTo>
                    <a:pt x="53585" y="87412"/>
                  </a:lnTo>
                  <a:lnTo>
                    <a:pt x="52387" y="91603"/>
                  </a:lnTo>
                  <a:lnTo>
                    <a:pt x="48645" y="90705"/>
                  </a:lnTo>
                  <a:lnTo>
                    <a:pt x="48496" y="89957"/>
                  </a:lnTo>
                  <a:lnTo>
                    <a:pt x="47897" y="89208"/>
                  </a:lnTo>
                  <a:lnTo>
                    <a:pt x="47298" y="88759"/>
                  </a:lnTo>
                  <a:lnTo>
                    <a:pt x="46400" y="88610"/>
                  </a:lnTo>
                  <a:lnTo>
                    <a:pt x="45951" y="88759"/>
                  </a:lnTo>
                  <a:lnTo>
                    <a:pt x="45652" y="88759"/>
                  </a:lnTo>
                  <a:lnTo>
                    <a:pt x="44904" y="89358"/>
                  </a:lnTo>
                  <a:lnTo>
                    <a:pt x="44454" y="89957"/>
                  </a:lnTo>
                  <a:lnTo>
                    <a:pt x="44305" y="90406"/>
                  </a:lnTo>
                  <a:lnTo>
                    <a:pt x="44155" y="90855"/>
                  </a:lnTo>
                  <a:lnTo>
                    <a:pt x="44305" y="91304"/>
                  </a:lnTo>
                  <a:lnTo>
                    <a:pt x="44454" y="91753"/>
                  </a:lnTo>
                  <a:lnTo>
                    <a:pt x="44904" y="92352"/>
                  </a:lnTo>
                  <a:lnTo>
                    <a:pt x="45502" y="92950"/>
                  </a:lnTo>
                  <a:lnTo>
                    <a:pt x="45951" y="92950"/>
                  </a:lnTo>
                  <a:lnTo>
                    <a:pt x="46400" y="93100"/>
                  </a:lnTo>
                  <a:lnTo>
                    <a:pt x="46999" y="92950"/>
                  </a:lnTo>
                  <a:lnTo>
                    <a:pt x="47598" y="92651"/>
                  </a:lnTo>
                  <a:lnTo>
                    <a:pt x="48047" y="92352"/>
                  </a:lnTo>
                  <a:lnTo>
                    <a:pt x="48496" y="91753"/>
                  </a:lnTo>
                  <a:lnTo>
                    <a:pt x="52238" y="92501"/>
                  </a:lnTo>
                  <a:lnTo>
                    <a:pt x="51789" y="94597"/>
                  </a:lnTo>
                  <a:lnTo>
                    <a:pt x="51340" y="96692"/>
                  </a:lnTo>
                  <a:lnTo>
                    <a:pt x="35025" y="99237"/>
                  </a:lnTo>
                  <a:lnTo>
                    <a:pt x="35623" y="94747"/>
                  </a:lnTo>
                  <a:lnTo>
                    <a:pt x="36372" y="90406"/>
                  </a:lnTo>
                  <a:lnTo>
                    <a:pt x="42808" y="90107"/>
                  </a:lnTo>
                  <a:lnTo>
                    <a:pt x="37120" y="87113"/>
                  </a:lnTo>
                  <a:lnTo>
                    <a:pt x="38467" y="82473"/>
                  </a:lnTo>
                  <a:lnTo>
                    <a:pt x="40263" y="77833"/>
                  </a:lnTo>
                  <a:lnTo>
                    <a:pt x="42359" y="73492"/>
                  </a:lnTo>
                  <a:lnTo>
                    <a:pt x="44604" y="69152"/>
                  </a:lnTo>
                  <a:lnTo>
                    <a:pt x="50891" y="70948"/>
                  </a:lnTo>
                  <a:lnTo>
                    <a:pt x="46400" y="66308"/>
                  </a:lnTo>
                  <a:lnTo>
                    <a:pt x="48047" y="63913"/>
                  </a:lnTo>
                  <a:lnTo>
                    <a:pt x="49843" y="61518"/>
                  </a:lnTo>
                  <a:lnTo>
                    <a:pt x="51789" y="59273"/>
                  </a:lnTo>
                  <a:lnTo>
                    <a:pt x="53735" y="57177"/>
                  </a:lnTo>
                  <a:close/>
                  <a:moveTo>
                    <a:pt x="174076" y="90556"/>
                  </a:moveTo>
                  <a:lnTo>
                    <a:pt x="185302" y="91005"/>
                  </a:lnTo>
                  <a:lnTo>
                    <a:pt x="185901" y="95645"/>
                  </a:lnTo>
                  <a:lnTo>
                    <a:pt x="186200" y="100285"/>
                  </a:lnTo>
                  <a:lnTo>
                    <a:pt x="175273" y="98638"/>
                  </a:lnTo>
                  <a:lnTo>
                    <a:pt x="174824" y="94597"/>
                  </a:lnTo>
                  <a:lnTo>
                    <a:pt x="174076" y="90556"/>
                  </a:lnTo>
                  <a:close/>
                  <a:moveTo>
                    <a:pt x="35324" y="90556"/>
                  </a:moveTo>
                  <a:lnTo>
                    <a:pt x="34576" y="94896"/>
                  </a:lnTo>
                  <a:lnTo>
                    <a:pt x="34127" y="99387"/>
                  </a:lnTo>
                  <a:lnTo>
                    <a:pt x="23050" y="101033"/>
                  </a:lnTo>
                  <a:lnTo>
                    <a:pt x="23500" y="95944"/>
                  </a:lnTo>
                  <a:lnTo>
                    <a:pt x="24098" y="91154"/>
                  </a:lnTo>
                  <a:lnTo>
                    <a:pt x="35324" y="90556"/>
                  </a:lnTo>
                  <a:close/>
                  <a:moveTo>
                    <a:pt x="107319" y="15716"/>
                  </a:moveTo>
                  <a:lnTo>
                    <a:pt x="111660" y="16016"/>
                  </a:lnTo>
                  <a:lnTo>
                    <a:pt x="116001" y="16465"/>
                  </a:lnTo>
                  <a:lnTo>
                    <a:pt x="120192" y="17063"/>
                  </a:lnTo>
                  <a:lnTo>
                    <a:pt x="124383" y="17961"/>
                  </a:lnTo>
                  <a:lnTo>
                    <a:pt x="128424" y="19009"/>
                  </a:lnTo>
                  <a:lnTo>
                    <a:pt x="132465" y="20207"/>
                  </a:lnTo>
                  <a:lnTo>
                    <a:pt x="136507" y="21554"/>
                  </a:lnTo>
                  <a:lnTo>
                    <a:pt x="140249" y="23200"/>
                  </a:lnTo>
                  <a:lnTo>
                    <a:pt x="143991" y="24847"/>
                  </a:lnTo>
                  <a:lnTo>
                    <a:pt x="147733" y="26792"/>
                  </a:lnTo>
                  <a:lnTo>
                    <a:pt x="151325" y="28888"/>
                  </a:lnTo>
                  <a:lnTo>
                    <a:pt x="154767" y="31133"/>
                  </a:lnTo>
                  <a:lnTo>
                    <a:pt x="158060" y="33528"/>
                  </a:lnTo>
                  <a:lnTo>
                    <a:pt x="161204" y="36073"/>
                  </a:lnTo>
                  <a:lnTo>
                    <a:pt x="164347" y="38767"/>
                  </a:lnTo>
                  <a:lnTo>
                    <a:pt x="167340" y="41611"/>
                  </a:lnTo>
                  <a:lnTo>
                    <a:pt x="170184" y="44455"/>
                  </a:lnTo>
                  <a:lnTo>
                    <a:pt x="172878" y="47598"/>
                  </a:lnTo>
                  <a:lnTo>
                    <a:pt x="175423" y="50741"/>
                  </a:lnTo>
                  <a:lnTo>
                    <a:pt x="177818" y="54034"/>
                  </a:lnTo>
                  <a:lnTo>
                    <a:pt x="180063" y="57477"/>
                  </a:lnTo>
                  <a:lnTo>
                    <a:pt x="182308" y="61069"/>
                  </a:lnTo>
                  <a:lnTo>
                    <a:pt x="184254" y="64661"/>
                  </a:lnTo>
                  <a:lnTo>
                    <a:pt x="186050" y="68403"/>
                  </a:lnTo>
                  <a:lnTo>
                    <a:pt x="187547" y="72295"/>
                  </a:lnTo>
                  <a:lnTo>
                    <a:pt x="189044" y="76186"/>
                  </a:lnTo>
                  <a:lnTo>
                    <a:pt x="190241" y="80228"/>
                  </a:lnTo>
                  <a:lnTo>
                    <a:pt x="191289" y="84269"/>
                  </a:lnTo>
                  <a:lnTo>
                    <a:pt x="192187" y="88460"/>
                  </a:lnTo>
                  <a:lnTo>
                    <a:pt x="192935" y="92651"/>
                  </a:lnTo>
                  <a:lnTo>
                    <a:pt x="193384" y="96842"/>
                  </a:lnTo>
                  <a:lnTo>
                    <a:pt x="193684" y="101183"/>
                  </a:lnTo>
                  <a:lnTo>
                    <a:pt x="189792" y="100734"/>
                  </a:lnTo>
                  <a:lnTo>
                    <a:pt x="189343" y="95944"/>
                  </a:lnTo>
                  <a:lnTo>
                    <a:pt x="188744" y="91454"/>
                  </a:lnTo>
                  <a:lnTo>
                    <a:pt x="187846" y="86814"/>
                  </a:lnTo>
                  <a:lnTo>
                    <a:pt x="186799" y="82323"/>
                  </a:lnTo>
                  <a:lnTo>
                    <a:pt x="185451" y="77983"/>
                  </a:lnTo>
                  <a:lnTo>
                    <a:pt x="183955" y="73792"/>
                  </a:lnTo>
                  <a:lnTo>
                    <a:pt x="182159" y="69601"/>
                  </a:lnTo>
                  <a:lnTo>
                    <a:pt x="180213" y="65559"/>
                  </a:lnTo>
                  <a:lnTo>
                    <a:pt x="178117" y="61668"/>
                  </a:lnTo>
                  <a:lnTo>
                    <a:pt x="175722" y="57926"/>
                  </a:lnTo>
                  <a:lnTo>
                    <a:pt x="173178" y="54184"/>
                  </a:lnTo>
                  <a:lnTo>
                    <a:pt x="170334" y="50741"/>
                  </a:lnTo>
                  <a:lnTo>
                    <a:pt x="167490" y="47298"/>
                  </a:lnTo>
                  <a:lnTo>
                    <a:pt x="164347" y="44155"/>
                  </a:lnTo>
                  <a:lnTo>
                    <a:pt x="161204" y="41162"/>
                  </a:lnTo>
                  <a:lnTo>
                    <a:pt x="157761" y="38318"/>
                  </a:lnTo>
                  <a:lnTo>
                    <a:pt x="156414" y="37120"/>
                  </a:lnTo>
                  <a:lnTo>
                    <a:pt x="152373" y="34276"/>
                  </a:lnTo>
                  <a:lnTo>
                    <a:pt x="148182" y="31582"/>
                  </a:lnTo>
                  <a:lnTo>
                    <a:pt x="146535" y="30684"/>
                  </a:lnTo>
                  <a:lnTo>
                    <a:pt x="143691" y="29038"/>
                  </a:lnTo>
                  <a:lnTo>
                    <a:pt x="143392" y="28888"/>
                  </a:lnTo>
                  <a:lnTo>
                    <a:pt x="140099" y="27391"/>
                  </a:lnTo>
                  <a:lnTo>
                    <a:pt x="138902" y="26792"/>
                  </a:lnTo>
                  <a:lnTo>
                    <a:pt x="135309" y="25296"/>
                  </a:lnTo>
                  <a:lnTo>
                    <a:pt x="131567" y="23949"/>
                  </a:lnTo>
                  <a:lnTo>
                    <a:pt x="127825" y="22751"/>
                  </a:lnTo>
                  <a:lnTo>
                    <a:pt x="123934" y="21853"/>
                  </a:lnTo>
                  <a:lnTo>
                    <a:pt x="120042" y="20955"/>
                  </a:lnTo>
                  <a:lnTo>
                    <a:pt x="116001" y="20356"/>
                  </a:lnTo>
                  <a:lnTo>
                    <a:pt x="111959" y="19907"/>
                  </a:lnTo>
                  <a:lnTo>
                    <a:pt x="107918" y="19758"/>
                  </a:lnTo>
                  <a:lnTo>
                    <a:pt x="107319" y="15716"/>
                  </a:lnTo>
                  <a:close/>
                  <a:moveTo>
                    <a:pt x="101183" y="15716"/>
                  </a:moveTo>
                  <a:lnTo>
                    <a:pt x="100584" y="19758"/>
                  </a:lnTo>
                  <a:lnTo>
                    <a:pt x="96543" y="20057"/>
                  </a:lnTo>
                  <a:lnTo>
                    <a:pt x="92501" y="20506"/>
                  </a:lnTo>
                  <a:lnTo>
                    <a:pt x="88460" y="21105"/>
                  </a:lnTo>
                  <a:lnTo>
                    <a:pt x="84568" y="22003"/>
                  </a:lnTo>
                  <a:lnTo>
                    <a:pt x="80826" y="23051"/>
                  </a:lnTo>
                  <a:lnTo>
                    <a:pt x="76935" y="24248"/>
                  </a:lnTo>
                  <a:lnTo>
                    <a:pt x="73342" y="25595"/>
                  </a:lnTo>
                  <a:lnTo>
                    <a:pt x="69600" y="27242"/>
                  </a:lnTo>
                  <a:lnTo>
                    <a:pt x="66158" y="28888"/>
                  </a:lnTo>
                  <a:lnTo>
                    <a:pt x="62715" y="30684"/>
                  </a:lnTo>
                  <a:lnTo>
                    <a:pt x="59422" y="32780"/>
                  </a:lnTo>
                  <a:lnTo>
                    <a:pt x="56129" y="34875"/>
                  </a:lnTo>
                  <a:lnTo>
                    <a:pt x="52986" y="37120"/>
                  </a:lnTo>
                  <a:lnTo>
                    <a:pt x="49993" y="39665"/>
                  </a:lnTo>
                  <a:lnTo>
                    <a:pt x="46999" y="42209"/>
                  </a:lnTo>
                  <a:lnTo>
                    <a:pt x="44305" y="44904"/>
                  </a:lnTo>
                  <a:lnTo>
                    <a:pt x="41611" y="47747"/>
                  </a:lnTo>
                  <a:lnTo>
                    <a:pt x="39066" y="50591"/>
                  </a:lnTo>
                  <a:lnTo>
                    <a:pt x="36671" y="53585"/>
                  </a:lnTo>
                  <a:lnTo>
                    <a:pt x="34426" y="56878"/>
                  </a:lnTo>
                  <a:lnTo>
                    <a:pt x="32331" y="60021"/>
                  </a:lnTo>
                  <a:lnTo>
                    <a:pt x="30235" y="63464"/>
                  </a:lnTo>
                  <a:lnTo>
                    <a:pt x="28439" y="66906"/>
                  </a:lnTo>
                  <a:lnTo>
                    <a:pt x="26792" y="70349"/>
                  </a:lnTo>
                  <a:lnTo>
                    <a:pt x="25296" y="74091"/>
                  </a:lnTo>
                  <a:lnTo>
                    <a:pt x="23949" y="77833"/>
                  </a:lnTo>
                  <a:lnTo>
                    <a:pt x="22751" y="81575"/>
                  </a:lnTo>
                  <a:lnTo>
                    <a:pt x="21853" y="85466"/>
                  </a:lnTo>
                  <a:lnTo>
                    <a:pt x="20955" y="89358"/>
                  </a:lnTo>
                  <a:lnTo>
                    <a:pt x="20356" y="93399"/>
                  </a:lnTo>
                  <a:lnTo>
                    <a:pt x="19907" y="97441"/>
                  </a:lnTo>
                  <a:lnTo>
                    <a:pt x="19608" y="101482"/>
                  </a:lnTo>
                  <a:lnTo>
                    <a:pt x="15716" y="102081"/>
                  </a:lnTo>
                  <a:lnTo>
                    <a:pt x="15866" y="97740"/>
                  </a:lnTo>
                  <a:lnTo>
                    <a:pt x="16315" y="93399"/>
                  </a:lnTo>
                  <a:lnTo>
                    <a:pt x="17063" y="89208"/>
                  </a:lnTo>
                  <a:lnTo>
                    <a:pt x="17812" y="85017"/>
                  </a:lnTo>
                  <a:lnTo>
                    <a:pt x="18859" y="80976"/>
                  </a:lnTo>
                  <a:lnTo>
                    <a:pt x="20057" y="76935"/>
                  </a:lnTo>
                  <a:lnTo>
                    <a:pt x="21554" y="73043"/>
                  </a:lnTo>
                  <a:lnTo>
                    <a:pt x="23050" y="69152"/>
                  </a:lnTo>
                  <a:lnTo>
                    <a:pt x="24847" y="65410"/>
                  </a:lnTo>
                  <a:lnTo>
                    <a:pt x="26792" y="61817"/>
                  </a:lnTo>
                  <a:lnTo>
                    <a:pt x="28888" y="58225"/>
                  </a:lnTo>
                  <a:lnTo>
                    <a:pt x="31133" y="54782"/>
                  </a:lnTo>
                  <a:lnTo>
                    <a:pt x="33378" y="51340"/>
                  </a:lnTo>
                  <a:lnTo>
                    <a:pt x="35923" y="48197"/>
                  </a:lnTo>
                  <a:lnTo>
                    <a:pt x="38617" y="45053"/>
                  </a:lnTo>
                  <a:lnTo>
                    <a:pt x="41461" y="42060"/>
                  </a:lnTo>
                  <a:lnTo>
                    <a:pt x="44454" y="39216"/>
                  </a:lnTo>
                  <a:lnTo>
                    <a:pt x="47448" y="36522"/>
                  </a:lnTo>
                  <a:lnTo>
                    <a:pt x="50741" y="33977"/>
                  </a:lnTo>
                  <a:lnTo>
                    <a:pt x="54034" y="31582"/>
                  </a:lnTo>
                  <a:lnTo>
                    <a:pt x="57476" y="29337"/>
                  </a:lnTo>
                  <a:lnTo>
                    <a:pt x="60919" y="27242"/>
                  </a:lnTo>
                  <a:lnTo>
                    <a:pt x="64661" y="25296"/>
                  </a:lnTo>
                  <a:lnTo>
                    <a:pt x="68403" y="23500"/>
                  </a:lnTo>
                  <a:lnTo>
                    <a:pt x="72145" y="21853"/>
                  </a:lnTo>
                  <a:lnTo>
                    <a:pt x="76186" y="20356"/>
                  </a:lnTo>
                  <a:lnTo>
                    <a:pt x="80078" y="19159"/>
                  </a:lnTo>
                  <a:lnTo>
                    <a:pt x="84119" y="18111"/>
                  </a:lnTo>
                  <a:lnTo>
                    <a:pt x="88310" y="17213"/>
                  </a:lnTo>
                  <a:lnTo>
                    <a:pt x="92501" y="16614"/>
                  </a:lnTo>
                  <a:lnTo>
                    <a:pt x="96842" y="16016"/>
                  </a:lnTo>
                  <a:lnTo>
                    <a:pt x="101183" y="15716"/>
                  </a:lnTo>
                  <a:close/>
                  <a:moveTo>
                    <a:pt x="104176" y="5837"/>
                  </a:moveTo>
                  <a:lnTo>
                    <a:pt x="105224" y="12274"/>
                  </a:lnTo>
                  <a:lnTo>
                    <a:pt x="105673" y="15716"/>
                  </a:lnTo>
                  <a:lnTo>
                    <a:pt x="106272" y="19608"/>
                  </a:lnTo>
                  <a:lnTo>
                    <a:pt x="106870" y="23051"/>
                  </a:lnTo>
                  <a:lnTo>
                    <a:pt x="108517" y="33977"/>
                  </a:lnTo>
                  <a:lnTo>
                    <a:pt x="108666" y="35025"/>
                  </a:lnTo>
                  <a:lnTo>
                    <a:pt x="111061" y="51190"/>
                  </a:lnTo>
                  <a:lnTo>
                    <a:pt x="111361" y="52986"/>
                  </a:lnTo>
                  <a:lnTo>
                    <a:pt x="112408" y="60171"/>
                  </a:lnTo>
                  <a:lnTo>
                    <a:pt x="112708" y="61668"/>
                  </a:lnTo>
                  <a:lnTo>
                    <a:pt x="115552" y="80826"/>
                  </a:lnTo>
                  <a:lnTo>
                    <a:pt x="115701" y="81425"/>
                  </a:lnTo>
                  <a:lnTo>
                    <a:pt x="115701" y="82174"/>
                  </a:lnTo>
                  <a:lnTo>
                    <a:pt x="116300" y="86215"/>
                  </a:lnTo>
                  <a:lnTo>
                    <a:pt x="116450" y="86814"/>
                  </a:lnTo>
                  <a:lnTo>
                    <a:pt x="117048" y="90556"/>
                  </a:lnTo>
                  <a:lnTo>
                    <a:pt x="117048" y="90705"/>
                  </a:lnTo>
                  <a:lnTo>
                    <a:pt x="116749" y="90705"/>
                  </a:lnTo>
                  <a:lnTo>
                    <a:pt x="115252" y="92352"/>
                  </a:lnTo>
                  <a:lnTo>
                    <a:pt x="113606" y="94148"/>
                  </a:lnTo>
                  <a:lnTo>
                    <a:pt x="113456" y="94148"/>
                  </a:lnTo>
                  <a:lnTo>
                    <a:pt x="111810" y="95944"/>
                  </a:lnTo>
                  <a:lnTo>
                    <a:pt x="110163" y="97740"/>
                  </a:lnTo>
                  <a:lnTo>
                    <a:pt x="110163" y="97590"/>
                  </a:lnTo>
                  <a:lnTo>
                    <a:pt x="110014" y="95794"/>
                  </a:lnTo>
                  <a:lnTo>
                    <a:pt x="109714" y="95794"/>
                  </a:lnTo>
                  <a:lnTo>
                    <a:pt x="109565" y="97141"/>
                  </a:lnTo>
                  <a:lnTo>
                    <a:pt x="109565" y="97291"/>
                  </a:lnTo>
                  <a:lnTo>
                    <a:pt x="109415" y="98489"/>
                  </a:lnTo>
                  <a:lnTo>
                    <a:pt x="108517" y="99536"/>
                  </a:lnTo>
                  <a:lnTo>
                    <a:pt x="108367" y="99686"/>
                  </a:lnTo>
                  <a:lnTo>
                    <a:pt x="106870" y="101332"/>
                  </a:lnTo>
                  <a:lnTo>
                    <a:pt x="106721" y="101482"/>
                  </a:lnTo>
                  <a:lnTo>
                    <a:pt x="105224" y="102979"/>
                  </a:lnTo>
                  <a:lnTo>
                    <a:pt x="104775" y="103428"/>
                  </a:lnTo>
                  <a:lnTo>
                    <a:pt x="104625" y="103578"/>
                  </a:lnTo>
                  <a:lnTo>
                    <a:pt x="104026" y="102979"/>
                  </a:lnTo>
                  <a:lnTo>
                    <a:pt x="103577" y="102530"/>
                  </a:lnTo>
                  <a:lnTo>
                    <a:pt x="102380" y="101482"/>
                  </a:lnTo>
                  <a:lnTo>
                    <a:pt x="102380" y="101332"/>
                  </a:lnTo>
                  <a:lnTo>
                    <a:pt x="101033" y="100135"/>
                  </a:lnTo>
                  <a:lnTo>
                    <a:pt x="103428" y="100135"/>
                  </a:lnTo>
                  <a:lnTo>
                    <a:pt x="103877" y="99985"/>
                  </a:lnTo>
                  <a:lnTo>
                    <a:pt x="105523" y="99985"/>
                  </a:lnTo>
                  <a:lnTo>
                    <a:pt x="106721" y="99836"/>
                  </a:lnTo>
                  <a:lnTo>
                    <a:pt x="106870" y="99686"/>
                  </a:lnTo>
                  <a:lnTo>
                    <a:pt x="106870" y="99536"/>
                  </a:lnTo>
                  <a:lnTo>
                    <a:pt x="106721" y="99387"/>
                  </a:lnTo>
                  <a:lnTo>
                    <a:pt x="105224" y="99237"/>
                  </a:lnTo>
                  <a:lnTo>
                    <a:pt x="100135" y="99237"/>
                  </a:lnTo>
                  <a:lnTo>
                    <a:pt x="98788" y="98039"/>
                  </a:lnTo>
                  <a:lnTo>
                    <a:pt x="98788" y="97890"/>
                  </a:lnTo>
                  <a:lnTo>
                    <a:pt x="97441" y="96692"/>
                  </a:lnTo>
                  <a:lnTo>
                    <a:pt x="99835" y="96842"/>
                  </a:lnTo>
                  <a:lnTo>
                    <a:pt x="105074" y="96842"/>
                  </a:lnTo>
                  <a:lnTo>
                    <a:pt x="105523" y="96692"/>
                  </a:lnTo>
                  <a:lnTo>
                    <a:pt x="105673" y="96692"/>
                  </a:lnTo>
                  <a:lnTo>
                    <a:pt x="107619" y="96543"/>
                  </a:lnTo>
                  <a:lnTo>
                    <a:pt x="107619" y="96393"/>
                  </a:lnTo>
                  <a:lnTo>
                    <a:pt x="107619" y="96243"/>
                  </a:lnTo>
                  <a:lnTo>
                    <a:pt x="105074" y="95944"/>
                  </a:lnTo>
                  <a:lnTo>
                    <a:pt x="100284" y="95944"/>
                  </a:lnTo>
                  <a:lnTo>
                    <a:pt x="97141" y="96243"/>
                  </a:lnTo>
                  <a:lnTo>
                    <a:pt x="96992" y="96243"/>
                  </a:lnTo>
                  <a:lnTo>
                    <a:pt x="92352" y="91753"/>
                  </a:lnTo>
                  <a:lnTo>
                    <a:pt x="92651" y="90107"/>
                  </a:lnTo>
                  <a:lnTo>
                    <a:pt x="95195" y="90406"/>
                  </a:lnTo>
                  <a:lnTo>
                    <a:pt x="97890" y="90406"/>
                  </a:lnTo>
                  <a:lnTo>
                    <a:pt x="103128" y="90256"/>
                  </a:lnTo>
                  <a:lnTo>
                    <a:pt x="104925" y="90256"/>
                  </a:lnTo>
                  <a:lnTo>
                    <a:pt x="105224" y="90107"/>
                  </a:lnTo>
                  <a:lnTo>
                    <a:pt x="105972" y="90107"/>
                  </a:lnTo>
                  <a:lnTo>
                    <a:pt x="105972" y="89957"/>
                  </a:lnTo>
                  <a:lnTo>
                    <a:pt x="105972" y="89807"/>
                  </a:lnTo>
                  <a:lnTo>
                    <a:pt x="105823" y="89657"/>
                  </a:lnTo>
                  <a:lnTo>
                    <a:pt x="102679" y="89657"/>
                  </a:lnTo>
                  <a:lnTo>
                    <a:pt x="97590" y="89508"/>
                  </a:lnTo>
                  <a:lnTo>
                    <a:pt x="95195" y="89508"/>
                  </a:lnTo>
                  <a:lnTo>
                    <a:pt x="92651" y="89807"/>
                  </a:lnTo>
                  <a:lnTo>
                    <a:pt x="93549" y="82922"/>
                  </a:lnTo>
                  <a:lnTo>
                    <a:pt x="93699" y="82174"/>
                  </a:lnTo>
                  <a:lnTo>
                    <a:pt x="93848" y="81425"/>
                  </a:lnTo>
                  <a:lnTo>
                    <a:pt x="96543" y="61817"/>
                  </a:lnTo>
                  <a:lnTo>
                    <a:pt x="96692" y="60171"/>
                  </a:lnTo>
                  <a:lnTo>
                    <a:pt x="97740" y="53136"/>
                  </a:lnTo>
                  <a:lnTo>
                    <a:pt x="97890" y="51340"/>
                  </a:lnTo>
                  <a:lnTo>
                    <a:pt x="100135" y="35025"/>
                  </a:lnTo>
                  <a:lnTo>
                    <a:pt x="100284" y="34127"/>
                  </a:lnTo>
                  <a:lnTo>
                    <a:pt x="101781" y="23051"/>
                  </a:lnTo>
                  <a:lnTo>
                    <a:pt x="102230" y="19608"/>
                  </a:lnTo>
                  <a:lnTo>
                    <a:pt x="102829" y="15716"/>
                  </a:lnTo>
                  <a:lnTo>
                    <a:pt x="103278" y="12274"/>
                  </a:lnTo>
                  <a:lnTo>
                    <a:pt x="104176" y="5837"/>
                  </a:lnTo>
                  <a:close/>
                  <a:moveTo>
                    <a:pt x="53285" y="113456"/>
                  </a:moveTo>
                  <a:lnTo>
                    <a:pt x="60021" y="114354"/>
                  </a:lnTo>
                  <a:lnTo>
                    <a:pt x="53884" y="116151"/>
                  </a:lnTo>
                  <a:lnTo>
                    <a:pt x="53285" y="113456"/>
                  </a:lnTo>
                  <a:close/>
                  <a:moveTo>
                    <a:pt x="90705" y="92352"/>
                  </a:moveTo>
                  <a:lnTo>
                    <a:pt x="90555" y="92651"/>
                  </a:lnTo>
                  <a:lnTo>
                    <a:pt x="92052" y="93998"/>
                  </a:lnTo>
                  <a:lnTo>
                    <a:pt x="92202" y="94148"/>
                  </a:lnTo>
                  <a:lnTo>
                    <a:pt x="93998" y="95794"/>
                  </a:lnTo>
                  <a:lnTo>
                    <a:pt x="95794" y="97441"/>
                  </a:lnTo>
                  <a:lnTo>
                    <a:pt x="95794" y="97590"/>
                  </a:lnTo>
                  <a:lnTo>
                    <a:pt x="97590" y="99087"/>
                  </a:lnTo>
                  <a:lnTo>
                    <a:pt x="97590" y="99237"/>
                  </a:lnTo>
                  <a:lnTo>
                    <a:pt x="97740" y="99387"/>
                  </a:lnTo>
                  <a:lnTo>
                    <a:pt x="97291" y="99387"/>
                  </a:lnTo>
                  <a:lnTo>
                    <a:pt x="95794" y="99536"/>
                  </a:lnTo>
                  <a:lnTo>
                    <a:pt x="95644" y="99686"/>
                  </a:lnTo>
                  <a:lnTo>
                    <a:pt x="95794" y="99686"/>
                  </a:lnTo>
                  <a:lnTo>
                    <a:pt x="96842" y="99836"/>
                  </a:lnTo>
                  <a:lnTo>
                    <a:pt x="96992" y="99836"/>
                  </a:lnTo>
                  <a:lnTo>
                    <a:pt x="98488" y="99985"/>
                  </a:lnTo>
                  <a:lnTo>
                    <a:pt x="99237" y="100734"/>
                  </a:lnTo>
                  <a:lnTo>
                    <a:pt x="99386" y="100883"/>
                  </a:lnTo>
                  <a:lnTo>
                    <a:pt x="101183" y="102530"/>
                  </a:lnTo>
                  <a:lnTo>
                    <a:pt x="101183" y="102680"/>
                  </a:lnTo>
                  <a:lnTo>
                    <a:pt x="102829" y="104027"/>
                  </a:lnTo>
                  <a:lnTo>
                    <a:pt x="103428" y="104625"/>
                  </a:lnTo>
                  <a:lnTo>
                    <a:pt x="103577" y="104775"/>
                  </a:lnTo>
                  <a:lnTo>
                    <a:pt x="103428" y="104775"/>
                  </a:lnTo>
                  <a:lnTo>
                    <a:pt x="102979" y="105374"/>
                  </a:lnTo>
                  <a:lnTo>
                    <a:pt x="102829" y="105523"/>
                  </a:lnTo>
                  <a:lnTo>
                    <a:pt x="102230" y="106122"/>
                  </a:lnTo>
                  <a:lnTo>
                    <a:pt x="101183" y="107320"/>
                  </a:lnTo>
                  <a:lnTo>
                    <a:pt x="101033" y="107320"/>
                  </a:lnTo>
                  <a:lnTo>
                    <a:pt x="99985" y="108517"/>
                  </a:lnTo>
                  <a:lnTo>
                    <a:pt x="99985" y="106122"/>
                  </a:lnTo>
                  <a:lnTo>
                    <a:pt x="99985" y="105523"/>
                  </a:lnTo>
                  <a:lnTo>
                    <a:pt x="99985" y="105374"/>
                  </a:lnTo>
                  <a:lnTo>
                    <a:pt x="99985" y="104925"/>
                  </a:lnTo>
                  <a:lnTo>
                    <a:pt x="99985" y="104775"/>
                  </a:lnTo>
                  <a:lnTo>
                    <a:pt x="99985" y="104176"/>
                  </a:lnTo>
                  <a:lnTo>
                    <a:pt x="99835" y="104027"/>
                  </a:lnTo>
                  <a:lnTo>
                    <a:pt x="99835" y="103727"/>
                  </a:lnTo>
                  <a:lnTo>
                    <a:pt x="99686" y="102680"/>
                  </a:lnTo>
                  <a:lnTo>
                    <a:pt x="99686" y="102530"/>
                  </a:lnTo>
                  <a:lnTo>
                    <a:pt x="99386" y="102530"/>
                  </a:lnTo>
                  <a:lnTo>
                    <a:pt x="99386" y="102680"/>
                  </a:lnTo>
                  <a:lnTo>
                    <a:pt x="99237" y="104176"/>
                  </a:lnTo>
                  <a:lnTo>
                    <a:pt x="99237" y="104476"/>
                  </a:lnTo>
                  <a:lnTo>
                    <a:pt x="99237" y="104625"/>
                  </a:lnTo>
                  <a:lnTo>
                    <a:pt x="99237" y="104775"/>
                  </a:lnTo>
                  <a:lnTo>
                    <a:pt x="99237" y="104925"/>
                  </a:lnTo>
                  <a:lnTo>
                    <a:pt x="99087" y="105374"/>
                  </a:lnTo>
                  <a:lnTo>
                    <a:pt x="99087" y="105523"/>
                  </a:lnTo>
                  <a:lnTo>
                    <a:pt x="99087" y="106122"/>
                  </a:lnTo>
                  <a:lnTo>
                    <a:pt x="99087" y="108667"/>
                  </a:lnTo>
                  <a:lnTo>
                    <a:pt x="99087" y="108816"/>
                  </a:lnTo>
                  <a:lnTo>
                    <a:pt x="99087" y="109415"/>
                  </a:lnTo>
                  <a:lnTo>
                    <a:pt x="96543" y="111960"/>
                  </a:lnTo>
                  <a:lnTo>
                    <a:pt x="96842" y="109116"/>
                  </a:lnTo>
                  <a:lnTo>
                    <a:pt x="96842" y="106272"/>
                  </a:lnTo>
                  <a:lnTo>
                    <a:pt x="96842" y="105523"/>
                  </a:lnTo>
                  <a:lnTo>
                    <a:pt x="96842" y="104925"/>
                  </a:lnTo>
                  <a:lnTo>
                    <a:pt x="96692" y="104326"/>
                  </a:lnTo>
                  <a:lnTo>
                    <a:pt x="96692" y="103727"/>
                  </a:lnTo>
                  <a:lnTo>
                    <a:pt x="96692" y="103428"/>
                  </a:lnTo>
                  <a:lnTo>
                    <a:pt x="96393" y="101931"/>
                  </a:lnTo>
                  <a:lnTo>
                    <a:pt x="96393" y="101781"/>
                  </a:lnTo>
                  <a:lnTo>
                    <a:pt x="96243" y="101931"/>
                  </a:lnTo>
                  <a:lnTo>
                    <a:pt x="95944" y="104176"/>
                  </a:lnTo>
                  <a:lnTo>
                    <a:pt x="95944" y="104326"/>
                  </a:lnTo>
                  <a:lnTo>
                    <a:pt x="95944" y="104925"/>
                  </a:lnTo>
                  <a:lnTo>
                    <a:pt x="95944" y="105523"/>
                  </a:lnTo>
                  <a:lnTo>
                    <a:pt x="95944" y="105673"/>
                  </a:lnTo>
                  <a:lnTo>
                    <a:pt x="95944" y="106272"/>
                  </a:lnTo>
                  <a:lnTo>
                    <a:pt x="95944" y="109415"/>
                  </a:lnTo>
                  <a:lnTo>
                    <a:pt x="96094" y="112558"/>
                  </a:lnTo>
                  <a:lnTo>
                    <a:pt x="91753" y="117049"/>
                  </a:lnTo>
                  <a:lnTo>
                    <a:pt x="90106" y="116899"/>
                  </a:lnTo>
                  <a:lnTo>
                    <a:pt x="90106" y="116749"/>
                  </a:lnTo>
                  <a:lnTo>
                    <a:pt x="90256" y="114354"/>
                  </a:lnTo>
                  <a:lnTo>
                    <a:pt x="90406" y="111810"/>
                  </a:lnTo>
                  <a:lnTo>
                    <a:pt x="90256" y="106721"/>
                  </a:lnTo>
                  <a:lnTo>
                    <a:pt x="90106" y="105823"/>
                  </a:lnTo>
                  <a:lnTo>
                    <a:pt x="90106" y="105224"/>
                  </a:lnTo>
                  <a:lnTo>
                    <a:pt x="90106" y="105074"/>
                  </a:lnTo>
                  <a:lnTo>
                    <a:pt x="90106" y="104176"/>
                  </a:lnTo>
                  <a:lnTo>
                    <a:pt x="90106" y="103727"/>
                  </a:lnTo>
                  <a:lnTo>
                    <a:pt x="90106" y="103578"/>
                  </a:lnTo>
                  <a:lnTo>
                    <a:pt x="89957" y="103428"/>
                  </a:lnTo>
                  <a:lnTo>
                    <a:pt x="89807" y="103578"/>
                  </a:lnTo>
                  <a:lnTo>
                    <a:pt x="89657" y="103578"/>
                  </a:lnTo>
                  <a:lnTo>
                    <a:pt x="89657" y="103727"/>
                  </a:lnTo>
                  <a:lnTo>
                    <a:pt x="89657" y="104625"/>
                  </a:lnTo>
                  <a:lnTo>
                    <a:pt x="89657" y="105523"/>
                  </a:lnTo>
                  <a:lnTo>
                    <a:pt x="89508" y="106571"/>
                  </a:lnTo>
                  <a:lnTo>
                    <a:pt x="89508" y="107769"/>
                  </a:lnTo>
                  <a:lnTo>
                    <a:pt x="89358" y="112259"/>
                  </a:lnTo>
                  <a:lnTo>
                    <a:pt x="89508" y="114504"/>
                  </a:lnTo>
                  <a:lnTo>
                    <a:pt x="89657" y="116749"/>
                  </a:lnTo>
                  <a:lnTo>
                    <a:pt x="89657" y="116749"/>
                  </a:lnTo>
                  <a:lnTo>
                    <a:pt x="83521" y="116001"/>
                  </a:lnTo>
                  <a:lnTo>
                    <a:pt x="82772" y="115851"/>
                  </a:lnTo>
                  <a:lnTo>
                    <a:pt x="82024" y="115702"/>
                  </a:lnTo>
                  <a:lnTo>
                    <a:pt x="61667" y="113007"/>
                  </a:lnTo>
                  <a:lnTo>
                    <a:pt x="60171" y="112708"/>
                  </a:lnTo>
                  <a:lnTo>
                    <a:pt x="52986" y="111810"/>
                  </a:lnTo>
                  <a:lnTo>
                    <a:pt x="51190" y="111511"/>
                  </a:lnTo>
                  <a:lnTo>
                    <a:pt x="35025" y="109265"/>
                  </a:lnTo>
                  <a:lnTo>
                    <a:pt x="33977" y="109116"/>
                  </a:lnTo>
                  <a:lnTo>
                    <a:pt x="23050" y="107619"/>
                  </a:lnTo>
                  <a:lnTo>
                    <a:pt x="19608" y="107170"/>
                  </a:lnTo>
                  <a:lnTo>
                    <a:pt x="15716" y="106571"/>
                  </a:lnTo>
                  <a:lnTo>
                    <a:pt x="12274" y="106122"/>
                  </a:lnTo>
                  <a:lnTo>
                    <a:pt x="5688" y="105224"/>
                  </a:lnTo>
                  <a:lnTo>
                    <a:pt x="12274" y="104326"/>
                  </a:lnTo>
                  <a:lnTo>
                    <a:pt x="15716" y="103727"/>
                  </a:lnTo>
                  <a:lnTo>
                    <a:pt x="19608" y="103129"/>
                  </a:lnTo>
                  <a:lnTo>
                    <a:pt x="23050" y="102680"/>
                  </a:lnTo>
                  <a:lnTo>
                    <a:pt x="33977" y="101033"/>
                  </a:lnTo>
                  <a:lnTo>
                    <a:pt x="35025" y="100883"/>
                  </a:lnTo>
                  <a:lnTo>
                    <a:pt x="51190" y="98339"/>
                  </a:lnTo>
                  <a:lnTo>
                    <a:pt x="52986" y="98039"/>
                  </a:lnTo>
                  <a:lnTo>
                    <a:pt x="60171" y="96992"/>
                  </a:lnTo>
                  <a:lnTo>
                    <a:pt x="61667" y="96842"/>
                  </a:lnTo>
                  <a:lnTo>
                    <a:pt x="81425" y="93848"/>
                  </a:lnTo>
                  <a:lnTo>
                    <a:pt x="82173" y="93699"/>
                  </a:lnTo>
                  <a:lnTo>
                    <a:pt x="82922" y="93549"/>
                  </a:lnTo>
                  <a:lnTo>
                    <a:pt x="85915" y="93100"/>
                  </a:lnTo>
                  <a:lnTo>
                    <a:pt x="86514" y="93100"/>
                  </a:lnTo>
                  <a:lnTo>
                    <a:pt x="90106" y="92501"/>
                  </a:lnTo>
                  <a:lnTo>
                    <a:pt x="90555" y="92352"/>
                  </a:lnTo>
                  <a:close/>
                  <a:moveTo>
                    <a:pt x="117647" y="92501"/>
                  </a:moveTo>
                  <a:lnTo>
                    <a:pt x="119294" y="92651"/>
                  </a:lnTo>
                  <a:lnTo>
                    <a:pt x="119144" y="95046"/>
                  </a:lnTo>
                  <a:lnTo>
                    <a:pt x="118994" y="97590"/>
                  </a:lnTo>
                  <a:lnTo>
                    <a:pt x="119144" y="102530"/>
                  </a:lnTo>
                  <a:lnTo>
                    <a:pt x="119144" y="103428"/>
                  </a:lnTo>
                  <a:lnTo>
                    <a:pt x="119294" y="104176"/>
                  </a:lnTo>
                  <a:lnTo>
                    <a:pt x="119294" y="104476"/>
                  </a:lnTo>
                  <a:lnTo>
                    <a:pt x="119294" y="105224"/>
                  </a:lnTo>
                  <a:lnTo>
                    <a:pt x="119294" y="105823"/>
                  </a:lnTo>
                  <a:lnTo>
                    <a:pt x="119294" y="105972"/>
                  </a:lnTo>
                  <a:lnTo>
                    <a:pt x="119593" y="105972"/>
                  </a:lnTo>
                  <a:lnTo>
                    <a:pt x="119743" y="105823"/>
                  </a:lnTo>
                  <a:lnTo>
                    <a:pt x="119743" y="104775"/>
                  </a:lnTo>
                  <a:lnTo>
                    <a:pt x="119743" y="103727"/>
                  </a:lnTo>
                  <a:lnTo>
                    <a:pt x="119892" y="102680"/>
                  </a:lnTo>
                  <a:lnTo>
                    <a:pt x="119892" y="101482"/>
                  </a:lnTo>
                  <a:lnTo>
                    <a:pt x="120042" y="97141"/>
                  </a:lnTo>
                  <a:lnTo>
                    <a:pt x="119892" y="94896"/>
                  </a:lnTo>
                  <a:lnTo>
                    <a:pt x="119743" y="92651"/>
                  </a:lnTo>
                  <a:lnTo>
                    <a:pt x="119743" y="92651"/>
                  </a:lnTo>
                  <a:lnTo>
                    <a:pt x="125730" y="93549"/>
                  </a:lnTo>
                  <a:lnTo>
                    <a:pt x="126478" y="93699"/>
                  </a:lnTo>
                  <a:lnTo>
                    <a:pt x="127077" y="93699"/>
                  </a:lnTo>
                  <a:lnTo>
                    <a:pt x="147733" y="96543"/>
                  </a:lnTo>
                  <a:lnTo>
                    <a:pt x="149229" y="96842"/>
                  </a:lnTo>
                  <a:lnTo>
                    <a:pt x="156414" y="97740"/>
                  </a:lnTo>
                  <a:lnTo>
                    <a:pt x="158210" y="98039"/>
                  </a:lnTo>
                  <a:lnTo>
                    <a:pt x="174375" y="100285"/>
                  </a:lnTo>
                  <a:lnTo>
                    <a:pt x="175423" y="100434"/>
                  </a:lnTo>
                  <a:lnTo>
                    <a:pt x="186350" y="101931"/>
                  </a:lnTo>
                  <a:lnTo>
                    <a:pt x="189792" y="102380"/>
                  </a:lnTo>
                  <a:lnTo>
                    <a:pt x="193684" y="102829"/>
                  </a:lnTo>
                  <a:lnTo>
                    <a:pt x="197126" y="103278"/>
                  </a:lnTo>
                  <a:lnTo>
                    <a:pt x="203712" y="104326"/>
                  </a:lnTo>
                  <a:lnTo>
                    <a:pt x="197126" y="105224"/>
                  </a:lnTo>
                  <a:lnTo>
                    <a:pt x="193684" y="105823"/>
                  </a:lnTo>
                  <a:lnTo>
                    <a:pt x="189792" y="106421"/>
                  </a:lnTo>
                  <a:lnTo>
                    <a:pt x="186350" y="106871"/>
                  </a:lnTo>
                  <a:lnTo>
                    <a:pt x="175423" y="108517"/>
                  </a:lnTo>
                  <a:lnTo>
                    <a:pt x="174375" y="108667"/>
                  </a:lnTo>
                  <a:lnTo>
                    <a:pt x="158210" y="111062"/>
                  </a:lnTo>
                  <a:lnTo>
                    <a:pt x="156414" y="111361"/>
                  </a:lnTo>
                  <a:lnTo>
                    <a:pt x="149229" y="112409"/>
                  </a:lnTo>
                  <a:lnTo>
                    <a:pt x="147733" y="112708"/>
                  </a:lnTo>
                  <a:lnTo>
                    <a:pt x="127975" y="115702"/>
                  </a:lnTo>
                  <a:lnTo>
                    <a:pt x="127376" y="115851"/>
                  </a:lnTo>
                  <a:lnTo>
                    <a:pt x="126628" y="115851"/>
                  </a:lnTo>
                  <a:lnTo>
                    <a:pt x="123634" y="116300"/>
                  </a:lnTo>
                  <a:lnTo>
                    <a:pt x="123036" y="116450"/>
                  </a:lnTo>
                  <a:lnTo>
                    <a:pt x="119443" y="117049"/>
                  </a:lnTo>
                  <a:lnTo>
                    <a:pt x="118695" y="117049"/>
                  </a:lnTo>
                  <a:lnTo>
                    <a:pt x="118695" y="116899"/>
                  </a:lnTo>
                  <a:lnTo>
                    <a:pt x="117348" y="115552"/>
                  </a:lnTo>
                  <a:lnTo>
                    <a:pt x="117198" y="115402"/>
                  </a:lnTo>
                  <a:lnTo>
                    <a:pt x="115552" y="113756"/>
                  </a:lnTo>
                  <a:lnTo>
                    <a:pt x="115402" y="113756"/>
                  </a:lnTo>
                  <a:lnTo>
                    <a:pt x="113756" y="112109"/>
                  </a:lnTo>
                  <a:lnTo>
                    <a:pt x="113606" y="111960"/>
                  </a:lnTo>
                  <a:lnTo>
                    <a:pt x="111959" y="110463"/>
                  </a:lnTo>
                  <a:lnTo>
                    <a:pt x="111810" y="110313"/>
                  </a:lnTo>
                  <a:lnTo>
                    <a:pt x="111660" y="110163"/>
                  </a:lnTo>
                  <a:lnTo>
                    <a:pt x="112259" y="110163"/>
                  </a:lnTo>
                  <a:lnTo>
                    <a:pt x="113606" y="110014"/>
                  </a:lnTo>
                  <a:lnTo>
                    <a:pt x="113756" y="109864"/>
                  </a:lnTo>
                  <a:lnTo>
                    <a:pt x="113606" y="109714"/>
                  </a:lnTo>
                  <a:lnTo>
                    <a:pt x="112558" y="109714"/>
                  </a:lnTo>
                  <a:lnTo>
                    <a:pt x="110912" y="109565"/>
                  </a:lnTo>
                  <a:lnTo>
                    <a:pt x="110912" y="109415"/>
                  </a:lnTo>
                  <a:lnTo>
                    <a:pt x="110762" y="109265"/>
                  </a:lnTo>
                  <a:lnTo>
                    <a:pt x="110163" y="108816"/>
                  </a:lnTo>
                  <a:lnTo>
                    <a:pt x="110014" y="108667"/>
                  </a:lnTo>
                  <a:lnTo>
                    <a:pt x="108367" y="107020"/>
                  </a:lnTo>
                  <a:lnTo>
                    <a:pt x="108217" y="106871"/>
                  </a:lnTo>
                  <a:lnTo>
                    <a:pt x="106571" y="105374"/>
                  </a:lnTo>
                  <a:lnTo>
                    <a:pt x="106122" y="104925"/>
                  </a:lnTo>
                  <a:lnTo>
                    <a:pt x="105972" y="104775"/>
                  </a:lnTo>
                  <a:lnTo>
                    <a:pt x="105823" y="104775"/>
                  </a:lnTo>
                  <a:lnTo>
                    <a:pt x="106272" y="104326"/>
                  </a:lnTo>
                  <a:lnTo>
                    <a:pt x="106272" y="104176"/>
                  </a:lnTo>
                  <a:lnTo>
                    <a:pt x="106870" y="103727"/>
                  </a:lnTo>
                  <a:lnTo>
                    <a:pt x="107918" y="102530"/>
                  </a:lnTo>
                  <a:lnTo>
                    <a:pt x="109415" y="101033"/>
                  </a:lnTo>
                  <a:lnTo>
                    <a:pt x="109415" y="103578"/>
                  </a:lnTo>
                  <a:lnTo>
                    <a:pt x="109415" y="104176"/>
                  </a:lnTo>
                  <a:lnTo>
                    <a:pt x="109415" y="104775"/>
                  </a:lnTo>
                  <a:lnTo>
                    <a:pt x="109415" y="104925"/>
                  </a:lnTo>
                  <a:lnTo>
                    <a:pt x="109415" y="105374"/>
                  </a:lnTo>
                  <a:lnTo>
                    <a:pt x="109565" y="105673"/>
                  </a:lnTo>
                  <a:lnTo>
                    <a:pt x="109565" y="105823"/>
                  </a:lnTo>
                  <a:lnTo>
                    <a:pt x="109714" y="106871"/>
                  </a:lnTo>
                  <a:lnTo>
                    <a:pt x="109864" y="107020"/>
                  </a:lnTo>
                  <a:lnTo>
                    <a:pt x="109864" y="106871"/>
                  </a:lnTo>
                  <a:lnTo>
                    <a:pt x="110014" y="106871"/>
                  </a:lnTo>
                  <a:lnTo>
                    <a:pt x="110163" y="105374"/>
                  </a:lnTo>
                  <a:lnTo>
                    <a:pt x="110163" y="105224"/>
                  </a:lnTo>
                  <a:lnTo>
                    <a:pt x="110163" y="104925"/>
                  </a:lnTo>
                  <a:lnTo>
                    <a:pt x="110163" y="104775"/>
                  </a:lnTo>
                  <a:lnTo>
                    <a:pt x="110163" y="104176"/>
                  </a:lnTo>
                  <a:lnTo>
                    <a:pt x="110313" y="104027"/>
                  </a:lnTo>
                  <a:lnTo>
                    <a:pt x="110313" y="103578"/>
                  </a:lnTo>
                  <a:lnTo>
                    <a:pt x="110313" y="100135"/>
                  </a:lnTo>
                  <a:lnTo>
                    <a:pt x="112857" y="97441"/>
                  </a:lnTo>
                  <a:lnTo>
                    <a:pt x="112558" y="100434"/>
                  </a:lnTo>
                  <a:lnTo>
                    <a:pt x="112558" y="103578"/>
                  </a:lnTo>
                  <a:lnTo>
                    <a:pt x="112558" y="104027"/>
                  </a:lnTo>
                  <a:lnTo>
                    <a:pt x="112558" y="104176"/>
                  </a:lnTo>
                  <a:lnTo>
                    <a:pt x="112558" y="104625"/>
                  </a:lnTo>
                  <a:lnTo>
                    <a:pt x="112558" y="104775"/>
                  </a:lnTo>
                  <a:lnTo>
                    <a:pt x="112708" y="105224"/>
                  </a:lnTo>
                  <a:lnTo>
                    <a:pt x="112708" y="105972"/>
                  </a:lnTo>
                  <a:lnTo>
                    <a:pt x="112708" y="106122"/>
                  </a:lnTo>
                  <a:lnTo>
                    <a:pt x="112857" y="107619"/>
                  </a:lnTo>
                  <a:lnTo>
                    <a:pt x="113007" y="107769"/>
                  </a:lnTo>
                  <a:lnTo>
                    <a:pt x="113157" y="107619"/>
                  </a:lnTo>
                  <a:lnTo>
                    <a:pt x="113456" y="105374"/>
                  </a:lnTo>
                  <a:lnTo>
                    <a:pt x="113456" y="105224"/>
                  </a:lnTo>
                  <a:lnTo>
                    <a:pt x="113456" y="104775"/>
                  </a:lnTo>
                  <a:lnTo>
                    <a:pt x="113456" y="104625"/>
                  </a:lnTo>
                  <a:lnTo>
                    <a:pt x="113456" y="104176"/>
                  </a:lnTo>
                  <a:lnTo>
                    <a:pt x="113456" y="104027"/>
                  </a:lnTo>
                  <a:lnTo>
                    <a:pt x="113456" y="103578"/>
                  </a:lnTo>
                  <a:lnTo>
                    <a:pt x="113456" y="100285"/>
                  </a:lnTo>
                  <a:lnTo>
                    <a:pt x="113307" y="96992"/>
                  </a:lnTo>
                  <a:lnTo>
                    <a:pt x="117647" y="92501"/>
                  </a:lnTo>
                  <a:close/>
                  <a:moveTo>
                    <a:pt x="156115" y="113007"/>
                  </a:moveTo>
                  <a:lnTo>
                    <a:pt x="155815" y="115253"/>
                  </a:lnTo>
                  <a:lnTo>
                    <a:pt x="155216" y="117348"/>
                  </a:lnTo>
                  <a:lnTo>
                    <a:pt x="148481" y="116001"/>
                  </a:lnTo>
                  <a:lnTo>
                    <a:pt x="148930" y="114205"/>
                  </a:lnTo>
                  <a:lnTo>
                    <a:pt x="156115" y="113007"/>
                  </a:lnTo>
                  <a:close/>
                  <a:moveTo>
                    <a:pt x="23200" y="109265"/>
                  </a:moveTo>
                  <a:lnTo>
                    <a:pt x="34127" y="110762"/>
                  </a:lnTo>
                  <a:lnTo>
                    <a:pt x="34725" y="115552"/>
                  </a:lnTo>
                  <a:lnTo>
                    <a:pt x="35623" y="120342"/>
                  </a:lnTo>
                  <a:lnTo>
                    <a:pt x="24547" y="120342"/>
                  </a:lnTo>
                  <a:lnTo>
                    <a:pt x="24098" y="117647"/>
                  </a:lnTo>
                  <a:lnTo>
                    <a:pt x="23649" y="114803"/>
                  </a:lnTo>
                  <a:lnTo>
                    <a:pt x="23350" y="112109"/>
                  </a:lnTo>
                  <a:lnTo>
                    <a:pt x="23200" y="109265"/>
                  </a:lnTo>
                  <a:close/>
                  <a:moveTo>
                    <a:pt x="186350" y="108517"/>
                  </a:moveTo>
                  <a:lnTo>
                    <a:pt x="186050" y="111511"/>
                  </a:lnTo>
                  <a:lnTo>
                    <a:pt x="185751" y="114504"/>
                  </a:lnTo>
                  <a:lnTo>
                    <a:pt x="185451" y="117348"/>
                  </a:lnTo>
                  <a:lnTo>
                    <a:pt x="184853" y="120342"/>
                  </a:lnTo>
                  <a:lnTo>
                    <a:pt x="173777" y="120342"/>
                  </a:lnTo>
                  <a:lnTo>
                    <a:pt x="174226" y="117797"/>
                  </a:lnTo>
                  <a:lnTo>
                    <a:pt x="174675" y="115253"/>
                  </a:lnTo>
                  <a:lnTo>
                    <a:pt x="174974" y="112708"/>
                  </a:lnTo>
                  <a:lnTo>
                    <a:pt x="175273" y="110163"/>
                  </a:lnTo>
                  <a:lnTo>
                    <a:pt x="186350" y="108517"/>
                  </a:lnTo>
                  <a:close/>
                  <a:moveTo>
                    <a:pt x="37869" y="121240"/>
                  </a:moveTo>
                  <a:lnTo>
                    <a:pt x="39066" y="121389"/>
                  </a:lnTo>
                  <a:lnTo>
                    <a:pt x="38168" y="121838"/>
                  </a:lnTo>
                  <a:lnTo>
                    <a:pt x="37869" y="121240"/>
                  </a:lnTo>
                  <a:close/>
                  <a:moveTo>
                    <a:pt x="171531" y="121240"/>
                  </a:moveTo>
                  <a:lnTo>
                    <a:pt x="171232" y="121838"/>
                  </a:lnTo>
                  <a:lnTo>
                    <a:pt x="170484" y="121389"/>
                  </a:lnTo>
                  <a:lnTo>
                    <a:pt x="171531" y="121240"/>
                  </a:lnTo>
                  <a:close/>
                  <a:moveTo>
                    <a:pt x="37569" y="121240"/>
                  </a:moveTo>
                  <a:lnTo>
                    <a:pt x="37719" y="121389"/>
                  </a:lnTo>
                  <a:lnTo>
                    <a:pt x="38018" y="121838"/>
                  </a:lnTo>
                  <a:lnTo>
                    <a:pt x="37120" y="122437"/>
                  </a:lnTo>
                  <a:lnTo>
                    <a:pt x="36222" y="122886"/>
                  </a:lnTo>
                  <a:lnTo>
                    <a:pt x="26493" y="128574"/>
                  </a:lnTo>
                  <a:lnTo>
                    <a:pt x="25595" y="124982"/>
                  </a:lnTo>
                  <a:lnTo>
                    <a:pt x="24697" y="121240"/>
                  </a:lnTo>
                  <a:lnTo>
                    <a:pt x="25146" y="121240"/>
                  </a:lnTo>
                  <a:lnTo>
                    <a:pt x="25595" y="122736"/>
                  </a:lnTo>
                  <a:lnTo>
                    <a:pt x="25894" y="123635"/>
                  </a:lnTo>
                  <a:lnTo>
                    <a:pt x="26194" y="124533"/>
                  </a:lnTo>
                  <a:lnTo>
                    <a:pt x="26343" y="124533"/>
                  </a:lnTo>
                  <a:lnTo>
                    <a:pt x="26343" y="124383"/>
                  </a:lnTo>
                  <a:lnTo>
                    <a:pt x="25894" y="122437"/>
                  </a:lnTo>
                  <a:lnTo>
                    <a:pt x="25445" y="121240"/>
                  </a:lnTo>
                  <a:lnTo>
                    <a:pt x="26493" y="121240"/>
                  </a:lnTo>
                  <a:lnTo>
                    <a:pt x="26942" y="122587"/>
                  </a:lnTo>
                  <a:lnTo>
                    <a:pt x="27092" y="123485"/>
                  </a:lnTo>
                  <a:lnTo>
                    <a:pt x="27541" y="124383"/>
                  </a:lnTo>
                  <a:lnTo>
                    <a:pt x="27690" y="124383"/>
                  </a:lnTo>
                  <a:lnTo>
                    <a:pt x="27391" y="123485"/>
                  </a:lnTo>
                  <a:lnTo>
                    <a:pt x="27241" y="122587"/>
                  </a:lnTo>
                  <a:lnTo>
                    <a:pt x="26792" y="121240"/>
                  </a:lnTo>
                  <a:lnTo>
                    <a:pt x="27541" y="121240"/>
                  </a:lnTo>
                  <a:lnTo>
                    <a:pt x="27990" y="122736"/>
                  </a:lnTo>
                  <a:lnTo>
                    <a:pt x="28289" y="123335"/>
                  </a:lnTo>
                  <a:lnTo>
                    <a:pt x="28589" y="123934"/>
                  </a:lnTo>
                  <a:lnTo>
                    <a:pt x="28738" y="123934"/>
                  </a:lnTo>
                  <a:lnTo>
                    <a:pt x="28738" y="123784"/>
                  </a:lnTo>
                  <a:lnTo>
                    <a:pt x="28140" y="122287"/>
                  </a:lnTo>
                  <a:lnTo>
                    <a:pt x="27840" y="121240"/>
                  </a:lnTo>
                  <a:lnTo>
                    <a:pt x="29187" y="121240"/>
                  </a:lnTo>
                  <a:lnTo>
                    <a:pt x="29487" y="122287"/>
                  </a:lnTo>
                  <a:lnTo>
                    <a:pt x="29786" y="123185"/>
                  </a:lnTo>
                  <a:lnTo>
                    <a:pt x="30085" y="123934"/>
                  </a:lnTo>
                  <a:lnTo>
                    <a:pt x="30235" y="123934"/>
                  </a:lnTo>
                  <a:lnTo>
                    <a:pt x="29936" y="123036"/>
                  </a:lnTo>
                  <a:lnTo>
                    <a:pt x="29786" y="122287"/>
                  </a:lnTo>
                  <a:lnTo>
                    <a:pt x="29337" y="121240"/>
                  </a:lnTo>
                  <a:lnTo>
                    <a:pt x="30385" y="121240"/>
                  </a:lnTo>
                  <a:lnTo>
                    <a:pt x="30534" y="122138"/>
                  </a:lnTo>
                  <a:lnTo>
                    <a:pt x="30834" y="122886"/>
                  </a:lnTo>
                  <a:lnTo>
                    <a:pt x="31133" y="123635"/>
                  </a:lnTo>
                  <a:lnTo>
                    <a:pt x="31283" y="123635"/>
                  </a:lnTo>
                  <a:lnTo>
                    <a:pt x="30684" y="121689"/>
                  </a:lnTo>
                  <a:lnTo>
                    <a:pt x="30684" y="121240"/>
                  </a:lnTo>
                  <a:lnTo>
                    <a:pt x="31432" y="121240"/>
                  </a:lnTo>
                  <a:lnTo>
                    <a:pt x="31582" y="121838"/>
                  </a:lnTo>
                  <a:lnTo>
                    <a:pt x="32181" y="123335"/>
                  </a:lnTo>
                  <a:lnTo>
                    <a:pt x="32331" y="123335"/>
                  </a:lnTo>
                  <a:lnTo>
                    <a:pt x="32331" y="123185"/>
                  </a:lnTo>
                  <a:lnTo>
                    <a:pt x="31881" y="121838"/>
                  </a:lnTo>
                  <a:lnTo>
                    <a:pt x="31732" y="121240"/>
                  </a:lnTo>
                  <a:lnTo>
                    <a:pt x="32480" y="121240"/>
                  </a:lnTo>
                  <a:lnTo>
                    <a:pt x="32780" y="122138"/>
                  </a:lnTo>
                  <a:lnTo>
                    <a:pt x="33079" y="123036"/>
                  </a:lnTo>
                  <a:lnTo>
                    <a:pt x="33229" y="123036"/>
                  </a:lnTo>
                  <a:lnTo>
                    <a:pt x="33079" y="122138"/>
                  </a:lnTo>
                  <a:lnTo>
                    <a:pt x="32780" y="121240"/>
                  </a:lnTo>
                  <a:lnTo>
                    <a:pt x="33528" y="121240"/>
                  </a:lnTo>
                  <a:lnTo>
                    <a:pt x="33678" y="121689"/>
                  </a:lnTo>
                  <a:lnTo>
                    <a:pt x="33827" y="122138"/>
                  </a:lnTo>
                  <a:lnTo>
                    <a:pt x="34127" y="122736"/>
                  </a:lnTo>
                  <a:lnTo>
                    <a:pt x="34276" y="122587"/>
                  </a:lnTo>
                  <a:lnTo>
                    <a:pt x="33977" y="121539"/>
                  </a:lnTo>
                  <a:lnTo>
                    <a:pt x="33827" y="121240"/>
                  </a:lnTo>
                  <a:lnTo>
                    <a:pt x="34576" y="121240"/>
                  </a:lnTo>
                  <a:lnTo>
                    <a:pt x="35174" y="122437"/>
                  </a:lnTo>
                  <a:lnTo>
                    <a:pt x="35324" y="122437"/>
                  </a:lnTo>
                  <a:lnTo>
                    <a:pt x="34875" y="121240"/>
                  </a:lnTo>
                  <a:lnTo>
                    <a:pt x="35623" y="121240"/>
                  </a:lnTo>
                  <a:lnTo>
                    <a:pt x="35623" y="121539"/>
                  </a:lnTo>
                  <a:lnTo>
                    <a:pt x="36072" y="122287"/>
                  </a:lnTo>
                  <a:lnTo>
                    <a:pt x="36222" y="122437"/>
                  </a:lnTo>
                  <a:lnTo>
                    <a:pt x="36222" y="122287"/>
                  </a:lnTo>
                  <a:lnTo>
                    <a:pt x="35923" y="121389"/>
                  </a:lnTo>
                  <a:lnTo>
                    <a:pt x="35923" y="121240"/>
                  </a:lnTo>
                  <a:lnTo>
                    <a:pt x="36522" y="121240"/>
                  </a:lnTo>
                  <a:lnTo>
                    <a:pt x="36522" y="121389"/>
                  </a:lnTo>
                  <a:lnTo>
                    <a:pt x="36971" y="121988"/>
                  </a:lnTo>
                  <a:lnTo>
                    <a:pt x="37120" y="121838"/>
                  </a:lnTo>
                  <a:lnTo>
                    <a:pt x="36821" y="121389"/>
                  </a:lnTo>
                  <a:lnTo>
                    <a:pt x="36821" y="121240"/>
                  </a:lnTo>
                  <a:close/>
                  <a:moveTo>
                    <a:pt x="184703" y="121240"/>
                  </a:moveTo>
                  <a:lnTo>
                    <a:pt x="183805" y="124982"/>
                  </a:lnTo>
                  <a:lnTo>
                    <a:pt x="182907" y="128574"/>
                  </a:lnTo>
                  <a:lnTo>
                    <a:pt x="173178" y="122886"/>
                  </a:lnTo>
                  <a:lnTo>
                    <a:pt x="172280" y="122437"/>
                  </a:lnTo>
                  <a:lnTo>
                    <a:pt x="171382" y="121838"/>
                  </a:lnTo>
                  <a:lnTo>
                    <a:pt x="171831" y="121389"/>
                  </a:lnTo>
                  <a:lnTo>
                    <a:pt x="171831" y="121240"/>
                  </a:lnTo>
                  <a:lnTo>
                    <a:pt x="172579" y="121240"/>
                  </a:lnTo>
                  <a:lnTo>
                    <a:pt x="172429" y="121539"/>
                  </a:lnTo>
                  <a:lnTo>
                    <a:pt x="172429" y="121838"/>
                  </a:lnTo>
                  <a:lnTo>
                    <a:pt x="172429" y="121988"/>
                  </a:lnTo>
                  <a:lnTo>
                    <a:pt x="172878" y="121389"/>
                  </a:lnTo>
                  <a:lnTo>
                    <a:pt x="172878" y="121240"/>
                  </a:lnTo>
                  <a:lnTo>
                    <a:pt x="173627" y="121240"/>
                  </a:lnTo>
                  <a:lnTo>
                    <a:pt x="173477" y="121389"/>
                  </a:lnTo>
                  <a:lnTo>
                    <a:pt x="173477" y="121539"/>
                  </a:lnTo>
                  <a:lnTo>
                    <a:pt x="173178" y="122287"/>
                  </a:lnTo>
                  <a:lnTo>
                    <a:pt x="173178" y="122437"/>
                  </a:lnTo>
                  <a:lnTo>
                    <a:pt x="173328" y="122287"/>
                  </a:lnTo>
                  <a:lnTo>
                    <a:pt x="173777" y="121539"/>
                  </a:lnTo>
                  <a:lnTo>
                    <a:pt x="173926" y="121240"/>
                  </a:lnTo>
                  <a:lnTo>
                    <a:pt x="174525" y="121240"/>
                  </a:lnTo>
                  <a:lnTo>
                    <a:pt x="174226" y="122437"/>
                  </a:lnTo>
                  <a:lnTo>
                    <a:pt x="174375" y="122437"/>
                  </a:lnTo>
                  <a:lnTo>
                    <a:pt x="174824" y="121240"/>
                  </a:lnTo>
                  <a:lnTo>
                    <a:pt x="175573" y="121240"/>
                  </a:lnTo>
                  <a:lnTo>
                    <a:pt x="175573" y="121539"/>
                  </a:lnTo>
                  <a:lnTo>
                    <a:pt x="175124" y="122587"/>
                  </a:lnTo>
                  <a:lnTo>
                    <a:pt x="175273" y="122736"/>
                  </a:lnTo>
                  <a:lnTo>
                    <a:pt x="175573" y="122138"/>
                  </a:lnTo>
                  <a:lnTo>
                    <a:pt x="175722" y="121689"/>
                  </a:lnTo>
                  <a:lnTo>
                    <a:pt x="175872" y="121240"/>
                  </a:lnTo>
                  <a:lnTo>
                    <a:pt x="176620" y="121240"/>
                  </a:lnTo>
                  <a:lnTo>
                    <a:pt x="176321" y="122138"/>
                  </a:lnTo>
                  <a:lnTo>
                    <a:pt x="176171" y="123036"/>
                  </a:lnTo>
                  <a:lnTo>
                    <a:pt x="176321" y="123036"/>
                  </a:lnTo>
                  <a:lnTo>
                    <a:pt x="176620" y="122138"/>
                  </a:lnTo>
                  <a:lnTo>
                    <a:pt x="176920" y="121240"/>
                  </a:lnTo>
                  <a:lnTo>
                    <a:pt x="177818" y="121240"/>
                  </a:lnTo>
                  <a:lnTo>
                    <a:pt x="177519" y="121838"/>
                  </a:lnTo>
                  <a:lnTo>
                    <a:pt x="177069" y="123185"/>
                  </a:lnTo>
                  <a:lnTo>
                    <a:pt x="177219" y="123335"/>
                  </a:lnTo>
                  <a:lnTo>
                    <a:pt x="177818" y="121838"/>
                  </a:lnTo>
                  <a:lnTo>
                    <a:pt x="177968" y="121240"/>
                  </a:lnTo>
                  <a:lnTo>
                    <a:pt x="178866" y="121240"/>
                  </a:lnTo>
                  <a:lnTo>
                    <a:pt x="178716" y="121689"/>
                  </a:lnTo>
                  <a:lnTo>
                    <a:pt x="178117" y="123635"/>
                  </a:lnTo>
                  <a:lnTo>
                    <a:pt x="178267" y="123635"/>
                  </a:lnTo>
                  <a:lnTo>
                    <a:pt x="178566" y="122886"/>
                  </a:lnTo>
                  <a:lnTo>
                    <a:pt x="178866" y="122138"/>
                  </a:lnTo>
                  <a:lnTo>
                    <a:pt x="179015" y="121240"/>
                  </a:lnTo>
                  <a:lnTo>
                    <a:pt x="180063" y="121240"/>
                  </a:lnTo>
                  <a:lnTo>
                    <a:pt x="179764" y="122287"/>
                  </a:lnTo>
                  <a:lnTo>
                    <a:pt x="179464" y="123036"/>
                  </a:lnTo>
                  <a:lnTo>
                    <a:pt x="179315" y="123934"/>
                  </a:lnTo>
                  <a:lnTo>
                    <a:pt x="179764" y="123185"/>
                  </a:lnTo>
                  <a:lnTo>
                    <a:pt x="180063" y="122287"/>
                  </a:lnTo>
                  <a:lnTo>
                    <a:pt x="180362" y="121240"/>
                  </a:lnTo>
                  <a:lnTo>
                    <a:pt x="181560" y="121240"/>
                  </a:lnTo>
                  <a:lnTo>
                    <a:pt x="181260" y="122287"/>
                  </a:lnTo>
                  <a:lnTo>
                    <a:pt x="180662" y="123784"/>
                  </a:lnTo>
                  <a:lnTo>
                    <a:pt x="180662" y="123934"/>
                  </a:lnTo>
                  <a:lnTo>
                    <a:pt x="180811" y="123934"/>
                  </a:lnTo>
                  <a:lnTo>
                    <a:pt x="181111" y="123335"/>
                  </a:lnTo>
                  <a:lnTo>
                    <a:pt x="181410" y="122736"/>
                  </a:lnTo>
                  <a:lnTo>
                    <a:pt x="181859" y="121240"/>
                  </a:lnTo>
                  <a:lnTo>
                    <a:pt x="182757" y="121240"/>
                  </a:lnTo>
                  <a:lnTo>
                    <a:pt x="182308" y="122587"/>
                  </a:lnTo>
                  <a:lnTo>
                    <a:pt x="182009" y="123485"/>
                  </a:lnTo>
                  <a:lnTo>
                    <a:pt x="181859" y="124383"/>
                  </a:lnTo>
                  <a:lnTo>
                    <a:pt x="182308" y="123485"/>
                  </a:lnTo>
                  <a:lnTo>
                    <a:pt x="182608" y="122587"/>
                  </a:lnTo>
                  <a:lnTo>
                    <a:pt x="182907" y="121240"/>
                  </a:lnTo>
                  <a:lnTo>
                    <a:pt x="183955" y="121240"/>
                  </a:lnTo>
                  <a:lnTo>
                    <a:pt x="183506" y="122437"/>
                  </a:lnTo>
                  <a:lnTo>
                    <a:pt x="183057" y="124383"/>
                  </a:lnTo>
                  <a:lnTo>
                    <a:pt x="183057" y="124533"/>
                  </a:lnTo>
                  <a:lnTo>
                    <a:pt x="183206" y="124533"/>
                  </a:lnTo>
                  <a:lnTo>
                    <a:pt x="183506" y="123635"/>
                  </a:lnTo>
                  <a:lnTo>
                    <a:pt x="183805" y="122736"/>
                  </a:lnTo>
                  <a:lnTo>
                    <a:pt x="184254" y="121240"/>
                  </a:lnTo>
                  <a:close/>
                  <a:moveTo>
                    <a:pt x="147433" y="114354"/>
                  </a:moveTo>
                  <a:lnTo>
                    <a:pt x="146834" y="116749"/>
                  </a:lnTo>
                  <a:lnTo>
                    <a:pt x="146086" y="118845"/>
                  </a:lnTo>
                  <a:lnTo>
                    <a:pt x="145338" y="121090"/>
                  </a:lnTo>
                  <a:lnTo>
                    <a:pt x="144440" y="123185"/>
                  </a:lnTo>
                  <a:lnTo>
                    <a:pt x="143392" y="125281"/>
                  </a:lnTo>
                  <a:lnTo>
                    <a:pt x="142194" y="127227"/>
                  </a:lnTo>
                  <a:lnTo>
                    <a:pt x="140997" y="129173"/>
                  </a:lnTo>
                  <a:lnTo>
                    <a:pt x="139650" y="131118"/>
                  </a:lnTo>
                  <a:lnTo>
                    <a:pt x="129172" y="117198"/>
                  </a:lnTo>
                  <a:lnTo>
                    <a:pt x="147433" y="114354"/>
                  </a:lnTo>
                  <a:close/>
                  <a:moveTo>
                    <a:pt x="62117" y="114654"/>
                  </a:moveTo>
                  <a:lnTo>
                    <a:pt x="80976" y="117198"/>
                  </a:lnTo>
                  <a:lnTo>
                    <a:pt x="70199" y="131717"/>
                  </a:lnTo>
                  <a:lnTo>
                    <a:pt x="68852" y="129921"/>
                  </a:lnTo>
                  <a:lnTo>
                    <a:pt x="67505" y="127826"/>
                  </a:lnTo>
                  <a:lnTo>
                    <a:pt x="66308" y="125880"/>
                  </a:lnTo>
                  <a:lnTo>
                    <a:pt x="65260" y="123635"/>
                  </a:lnTo>
                  <a:lnTo>
                    <a:pt x="64212" y="121539"/>
                  </a:lnTo>
                  <a:lnTo>
                    <a:pt x="63464" y="119294"/>
                  </a:lnTo>
                  <a:lnTo>
                    <a:pt x="62715" y="117049"/>
                  </a:lnTo>
                  <a:lnTo>
                    <a:pt x="62117" y="114654"/>
                  </a:lnTo>
                  <a:close/>
                  <a:moveTo>
                    <a:pt x="60620" y="115253"/>
                  </a:moveTo>
                  <a:lnTo>
                    <a:pt x="61667" y="118845"/>
                  </a:lnTo>
                  <a:lnTo>
                    <a:pt x="63015" y="122287"/>
                  </a:lnTo>
                  <a:lnTo>
                    <a:pt x="64511" y="125580"/>
                  </a:lnTo>
                  <a:lnTo>
                    <a:pt x="66308" y="128724"/>
                  </a:lnTo>
                  <a:lnTo>
                    <a:pt x="60470" y="132466"/>
                  </a:lnTo>
                  <a:lnTo>
                    <a:pt x="58524" y="128873"/>
                  </a:lnTo>
                  <a:lnTo>
                    <a:pt x="56728" y="125131"/>
                  </a:lnTo>
                  <a:lnTo>
                    <a:pt x="55231" y="121090"/>
                  </a:lnTo>
                  <a:lnTo>
                    <a:pt x="54034" y="117049"/>
                  </a:lnTo>
                  <a:lnTo>
                    <a:pt x="60620" y="115253"/>
                  </a:lnTo>
                  <a:close/>
                  <a:moveTo>
                    <a:pt x="148331" y="116899"/>
                  </a:moveTo>
                  <a:lnTo>
                    <a:pt x="155067" y="118396"/>
                  </a:lnTo>
                  <a:lnTo>
                    <a:pt x="153869" y="122287"/>
                  </a:lnTo>
                  <a:lnTo>
                    <a:pt x="152223" y="126029"/>
                  </a:lnTo>
                  <a:lnTo>
                    <a:pt x="150427" y="129622"/>
                  </a:lnTo>
                  <a:lnTo>
                    <a:pt x="148481" y="133064"/>
                  </a:lnTo>
                  <a:lnTo>
                    <a:pt x="142643" y="129322"/>
                  </a:lnTo>
                  <a:lnTo>
                    <a:pt x="144440" y="126329"/>
                  </a:lnTo>
                  <a:lnTo>
                    <a:pt x="145936" y="123335"/>
                  </a:lnTo>
                  <a:lnTo>
                    <a:pt x="147283" y="120192"/>
                  </a:lnTo>
                  <a:lnTo>
                    <a:pt x="148331" y="116899"/>
                  </a:lnTo>
                  <a:close/>
                  <a:moveTo>
                    <a:pt x="142194" y="130071"/>
                  </a:moveTo>
                  <a:lnTo>
                    <a:pt x="147882" y="133962"/>
                  </a:lnTo>
                  <a:lnTo>
                    <a:pt x="146385" y="135908"/>
                  </a:lnTo>
                  <a:lnTo>
                    <a:pt x="144889" y="138004"/>
                  </a:lnTo>
                  <a:lnTo>
                    <a:pt x="140548" y="132316"/>
                  </a:lnTo>
                  <a:lnTo>
                    <a:pt x="142194" y="130071"/>
                  </a:lnTo>
                  <a:close/>
                  <a:moveTo>
                    <a:pt x="66906" y="129472"/>
                  </a:moveTo>
                  <a:lnTo>
                    <a:pt x="68104" y="131268"/>
                  </a:lnTo>
                  <a:lnTo>
                    <a:pt x="69301" y="132915"/>
                  </a:lnTo>
                  <a:lnTo>
                    <a:pt x="65110" y="138752"/>
                  </a:lnTo>
                  <a:lnTo>
                    <a:pt x="63015" y="136058"/>
                  </a:lnTo>
                  <a:lnTo>
                    <a:pt x="61069" y="133214"/>
                  </a:lnTo>
                  <a:lnTo>
                    <a:pt x="66906" y="129472"/>
                  </a:lnTo>
                  <a:close/>
                  <a:moveTo>
                    <a:pt x="161802" y="141596"/>
                  </a:moveTo>
                  <a:lnTo>
                    <a:pt x="162700" y="141895"/>
                  </a:lnTo>
                  <a:lnTo>
                    <a:pt x="162401" y="142344"/>
                  </a:lnTo>
                  <a:lnTo>
                    <a:pt x="161802" y="141596"/>
                  </a:lnTo>
                  <a:close/>
                  <a:moveTo>
                    <a:pt x="36522" y="123934"/>
                  </a:moveTo>
                  <a:lnTo>
                    <a:pt x="38018" y="128574"/>
                  </a:lnTo>
                  <a:lnTo>
                    <a:pt x="39814" y="133064"/>
                  </a:lnTo>
                  <a:lnTo>
                    <a:pt x="41910" y="137405"/>
                  </a:lnTo>
                  <a:lnTo>
                    <a:pt x="44305" y="141596"/>
                  </a:lnTo>
                  <a:lnTo>
                    <a:pt x="33827" y="145188"/>
                  </a:lnTo>
                  <a:lnTo>
                    <a:pt x="31732" y="141446"/>
                  </a:lnTo>
                  <a:lnTo>
                    <a:pt x="29936" y="137555"/>
                  </a:lnTo>
                  <a:lnTo>
                    <a:pt x="28289" y="133663"/>
                  </a:lnTo>
                  <a:lnTo>
                    <a:pt x="26792" y="129472"/>
                  </a:lnTo>
                  <a:lnTo>
                    <a:pt x="36522" y="123934"/>
                  </a:lnTo>
                  <a:close/>
                  <a:moveTo>
                    <a:pt x="172878" y="123934"/>
                  </a:moveTo>
                  <a:lnTo>
                    <a:pt x="182608" y="129472"/>
                  </a:lnTo>
                  <a:lnTo>
                    <a:pt x="181111" y="133513"/>
                  </a:lnTo>
                  <a:lnTo>
                    <a:pt x="179464" y="137555"/>
                  </a:lnTo>
                  <a:lnTo>
                    <a:pt x="177668" y="141446"/>
                  </a:lnTo>
                  <a:lnTo>
                    <a:pt x="175573" y="145188"/>
                  </a:lnTo>
                  <a:lnTo>
                    <a:pt x="165095" y="141596"/>
                  </a:lnTo>
                  <a:lnTo>
                    <a:pt x="167490" y="137405"/>
                  </a:lnTo>
                  <a:lnTo>
                    <a:pt x="169586" y="133064"/>
                  </a:lnTo>
                  <a:lnTo>
                    <a:pt x="171382" y="128574"/>
                  </a:lnTo>
                  <a:lnTo>
                    <a:pt x="172878" y="123934"/>
                  </a:lnTo>
                  <a:close/>
                  <a:moveTo>
                    <a:pt x="92352" y="129771"/>
                  </a:moveTo>
                  <a:lnTo>
                    <a:pt x="95046" y="147433"/>
                  </a:lnTo>
                  <a:lnTo>
                    <a:pt x="92801" y="146835"/>
                  </a:lnTo>
                  <a:lnTo>
                    <a:pt x="90705" y="146236"/>
                  </a:lnTo>
                  <a:lnTo>
                    <a:pt x="88610" y="145488"/>
                  </a:lnTo>
                  <a:lnTo>
                    <a:pt x="86514" y="144590"/>
                  </a:lnTo>
                  <a:lnTo>
                    <a:pt x="84568" y="143542"/>
                  </a:lnTo>
                  <a:lnTo>
                    <a:pt x="82622" y="142494"/>
                  </a:lnTo>
                  <a:lnTo>
                    <a:pt x="80677" y="141297"/>
                  </a:lnTo>
                  <a:lnTo>
                    <a:pt x="78880" y="140099"/>
                  </a:lnTo>
                  <a:lnTo>
                    <a:pt x="92352" y="129771"/>
                  </a:lnTo>
                  <a:close/>
                  <a:moveTo>
                    <a:pt x="117048" y="129023"/>
                  </a:moveTo>
                  <a:lnTo>
                    <a:pt x="131268" y="139500"/>
                  </a:lnTo>
                  <a:lnTo>
                    <a:pt x="129472" y="140848"/>
                  </a:lnTo>
                  <a:lnTo>
                    <a:pt x="127526" y="142045"/>
                  </a:lnTo>
                  <a:lnTo>
                    <a:pt x="125430" y="143242"/>
                  </a:lnTo>
                  <a:lnTo>
                    <a:pt x="123485" y="144290"/>
                  </a:lnTo>
                  <a:lnTo>
                    <a:pt x="121239" y="145188"/>
                  </a:lnTo>
                  <a:lnTo>
                    <a:pt x="119144" y="146086"/>
                  </a:lnTo>
                  <a:lnTo>
                    <a:pt x="116899" y="146835"/>
                  </a:lnTo>
                  <a:lnTo>
                    <a:pt x="114504" y="147433"/>
                  </a:lnTo>
                  <a:lnTo>
                    <a:pt x="117048" y="129023"/>
                  </a:lnTo>
                  <a:close/>
                  <a:moveTo>
                    <a:pt x="77683" y="140997"/>
                  </a:moveTo>
                  <a:lnTo>
                    <a:pt x="79779" y="142494"/>
                  </a:lnTo>
                  <a:lnTo>
                    <a:pt x="76186" y="148331"/>
                  </a:lnTo>
                  <a:lnTo>
                    <a:pt x="73941" y="146835"/>
                  </a:lnTo>
                  <a:lnTo>
                    <a:pt x="71995" y="145338"/>
                  </a:lnTo>
                  <a:lnTo>
                    <a:pt x="77683" y="140997"/>
                  </a:lnTo>
                  <a:close/>
                  <a:moveTo>
                    <a:pt x="132465" y="140399"/>
                  </a:moveTo>
                  <a:lnTo>
                    <a:pt x="138303" y="144590"/>
                  </a:lnTo>
                  <a:lnTo>
                    <a:pt x="135459" y="146835"/>
                  </a:lnTo>
                  <a:lnTo>
                    <a:pt x="132465" y="148781"/>
                  </a:lnTo>
                  <a:lnTo>
                    <a:pt x="128873" y="142943"/>
                  </a:lnTo>
                  <a:lnTo>
                    <a:pt x="130669" y="141746"/>
                  </a:lnTo>
                  <a:lnTo>
                    <a:pt x="132465" y="140399"/>
                  </a:lnTo>
                  <a:close/>
                  <a:moveTo>
                    <a:pt x="47747" y="141596"/>
                  </a:moveTo>
                  <a:lnTo>
                    <a:pt x="46999" y="142344"/>
                  </a:lnTo>
                  <a:lnTo>
                    <a:pt x="46400" y="143093"/>
                  </a:lnTo>
                  <a:lnTo>
                    <a:pt x="45652" y="143841"/>
                  </a:lnTo>
                  <a:lnTo>
                    <a:pt x="38318" y="152373"/>
                  </a:lnTo>
                  <a:lnTo>
                    <a:pt x="36222" y="149230"/>
                  </a:lnTo>
                  <a:lnTo>
                    <a:pt x="34276" y="146086"/>
                  </a:lnTo>
                  <a:lnTo>
                    <a:pt x="34576" y="145937"/>
                  </a:lnTo>
                  <a:lnTo>
                    <a:pt x="35474" y="147284"/>
                  </a:lnTo>
                  <a:lnTo>
                    <a:pt x="36072" y="148032"/>
                  </a:lnTo>
                  <a:lnTo>
                    <a:pt x="36671" y="148631"/>
                  </a:lnTo>
                  <a:lnTo>
                    <a:pt x="36821" y="148631"/>
                  </a:lnTo>
                  <a:lnTo>
                    <a:pt x="35623" y="146984"/>
                  </a:lnTo>
                  <a:lnTo>
                    <a:pt x="34875" y="145937"/>
                  </a:lnTo>
                  <a:lnTo>
                    <a:pt x="35773" y="145637"/>
                  </a:lnTo>
                  <a:lnTo>
                    <a:pt x="36671" y="146685"/>
                  </a:lnTo>
                  <a:lnTo>
                    <a:pt x="37270" y="147433"/>
                  </a:lnTo>
                  <a:lnTo>
                    <a:pt x="37869" y="148182"/>
                  </a:lnTo>
                  <a:lnTo>
                    <a:pt x="38018" y="148182"/>
                  </a:lnTo>
                  <a:lnTo>
                    <a:pt x="37420" y="147284"/>
                  </a:lnTo>
                  <a:lnTo>
                    <a:pt x="36821" y="146535"/>
                  </a:lnTo>
                  <a:lnTo>
                    <a:pt x="36072" y="145488"/>
                  </a:lnTo>
                  <a:lnTo>
                    <a:pt x="36971" y="145188"/>
                  </a:lnTo>
                  <a:lnTo>
                    <a:pt x="37569" y="146236"/>
                  </a:lnTo>
                  <a:lnTo>
                    <a:pt x="38168" y="146835"/>
                  </a:lnTo>
                  <a:lnTo>
                    <a:pt x="38767" y="147284"/>
                  </a:lnTo>
                  <a:lnTo>
                    <a:pt x="37719" y="145937"/>
                  </a:lnTo>
                  <a:lnTo>
                    <a:pt x="37270" y="145188"/>
                  </a:lnTo>
                  <a:lnTo>
                    <a:pt x="38318" y="144739"/>
                  </a:lnTo>
                  <a:lnTo>
                    <a:pt x="39066" y="145637"/>
                  </a:lnTo>
                  <a:lnTo>
                    <a:pt x="39515" y="146236"/>
                  </a:lnTo>
                  <a:lnTo>
                    <a:pt x="40114" y="146835"/>
                  </a:lnTo>
                  <a:lnTo>
                    <a:pt x="40263" y="146835"/>
                  </a:lnTo>
                  <a:lnTo>
                    <a:pt x="39814" y="146086"/>
                  </a:lnTo>
                  <a:lnTo>
                    <a:pt x="39216" y="145338"/>
                  </a:lnTo>
                  <a:lnTo>
                    <a:pt x="38617" y="144590"/>
                  </a:lnTo>
                  <a:lnTo>
                    <a:pt x="39515" y="144290"/>
                  </a:lnTo>
                  <a:lnTo>
                    <a:pt x="39964" y="145039"/>
                  </a:lnTo>
                  <a:lnTo>
                    <a:pt x="40413" y="145637"/>
                  </a:lnTo>
                  <a:lnTo>
                    <a:pt x="41012" y="146236"/>
                  </a:lnTo>
                  <a:lnTo>
                    <a:pt x="41162" y="146236"/>
                  </a:lnTo>
                  <a:lnTo>
                    <a:pt x="39964" y="144440"/>
                  </a:lnTo>
                  <a:lnTo>
                    <a:pt x="39814" y="144290"/>
                  </a:lnTo>
                  <a:lnTo>
                    <a:pt x="40563" y="143991"/>
                  </a:lnTo>
                  <a:lnTo>
                    <a:pt x="40713" y="144290"/>
                  </a:lnTo>
                  <a:lnTo>
                    <a:pt x="41311" y="145039"/>
                  </a:lnTo>
                  <a:lnTo>
                    <a:pt x="41910" y="145637"/>
                  </a:lnTo>
                  <a:lnTo>
                    <a:pt x="42060" y="145637"/>
                  </a:lnTo>
                  <a:lnTo>
                    <a:pt x="42060" y="145488"/>
                  </a:lnTo>
                  <a:lnTo>
                    <a:pt x="41162" y="144440"/>
                  </a:lnTo>
                  <a:lnTo>
                    <a:pt x="40862" y="143841"/>
                  </a:lnTo>
                  <a:lnTo>
                    <a:pt x="41611" y="143691"/>
                  </a:lnTo>
                  <a:lnTo>
                    <a:pt x="42060" y="144140"/>
                  </a:lnTo>
                  <a:lnTo>
                    <a:pt x="42658" y="145039"/>
                  </a:lnTo>
                  <a:lnTo>
                    <a:pt x="42808" y="145039"/>
                  </a:lnTo>
                  <a:lnTo>
                    <a:pt x="42509" y="144440"/>
                  </a:lnTo>
                  <a:lnTo>
                    <a:pt x="42060" y="143991"/>
                  </a:lnTo>
                  <a:lnTo>
                    <a:pt x="41760" y="143542"/>
                  </a:lnTo>
                  <a:lnTo>
                    <a:pt x="42509" y="143242"/>
                  </a:lnTo>
                  <a:lnTo>
                    <a:pt x="42808" y="143542"/>
                  </a:lnTo>
                  <a:lnTo>
                    <a:pt x="43107" y="143991"/>
                  </a:lnTo>
                  <a:lnTo>
                    <a:pt x="43556" y="144440"/>
                  </a:lnTo>
                  <a:lnTo>
                    <a:pt x="43706" y="144290"/>
                  </a:lnTo>
                  <a:lnTo>
                    <a:pt x="42958" y="143392"/>
                  </a:lnTo>
                  <a:lnTo>
                    <a:pt x="42808" y="143242"/>
                  </a:lnTo>
                  <a:lnTo>
                    <a:pt x="43556" y="142943"/>
                  </a:lnTo>
                  <a:lnTo>
                    <a:pt x="44454" y="143841"/>
                  </a:lnTo>
                  <a:lnTo>
                    <a:pt x="44604" y="143841"/>
                  </a:lnTo>
                  <a:lnTo>
                    <a:pt x="43856" y="142793"/>
                  </a:lnTo>
                  <a:lnTo>
                    <a:pt x="44454" y="142644"/>
                  </a:lnTo>
                  <a:lnTo>
                    <a:pt x="44604" y="142793"/>
                  </a:lnTo>
                  <a:lnTo>
                    <a:pt x="44904" y="143093"/>
                  </a:lnTo>
                  <a:lnTo>
                    <a:pt x="45353" y="143392"/>
                  </a:lnTo>
                  <a:lnTo>
                    <a:pt x="45502" y="143392"/>
                  </a:lnTo>
                  <a:lnTo>
                    <a:pt x="45053" y="142943"/>
                  </a:lnTo>
                  <a:lnTo>
                    <a:pt x="44904" y="142644"/>
                  </a:lnTo>
                  <a:lnTo>
                    <a:pt x="44754" y="142494"/>
                  </a:lnTo>
                  <a:lnTo>
                    <a:pt x="45353" y="142344"/>
                  </a:lnTo>
                  <a:lnTo>
                    <a:pt x="45502" y="142344"/>
                  </a:lnTo>
                  <a:lnTo>
                    <a:pt x="45951" y="142793"/>
                  </a:lnTo>
                  <a:lnTo>
                    <a:pt x="46101" y="142793"/>
                  </a:lnTo>
                  <a:lnTo>
                    <a:pt x="45652" y="142195"/>
                  </a:lnTo>
                  <a:lnTo>
                    <a:pt x="45802" y="142195"/>
                  </a:lnTo>
                  <a:lnTo>
                    <a:pt x="46400" y="142045"/>
                  </a:lnTo>
                  <a:lnTo>
                    <a:pt x="46999" y="142344"/>
                  </a:lnTo>
                  <a:lnTo>
                    <a:pt x="46700" y="141895"/>
                  </a:lnTo>
                  <a:lnTo>
                    <a:pt x="47747" y="141596"/>
                  </a:lnTo>
                  <a:close/>
                  <a:moveTo>
                    <a:pt x="174226" y="110313"/>
                  </a:moveTo>
                  <a:lnTo>
                    <a:pt x="174076" y="112858"/>
                  </a:lnTo>
                  <a:lnTo>
                    <a:pt x="173777" y="115402"/>
                  </a:lnTo>
                  <a:lnTo>
                    <a:pt x="173328" y="117947"/>
                  </a:lnTo>
                  <a:lnTo>
                    <a:pt x="172729" y="120342"/>
                  </a:lnTo>
                  <a:lnTo>
                    <a:pt x="166742" y="120342"/>
                  </a:lnTo>
                  <a:lnTo>
                    <a:pt x="171980" y="123335"/>
                  </a:lnTo>
                  <a:lnTo>
                    <a:pt x="170484" y="128125"/>
                  </a:lnTo>
                  <a:lnTo>
                    <a:pt x="168687" y="132615"/>
                  </a:lnTo>
                  <a:lnTo>
                    <a:pt x="166592" y="137106"/>
                  </a:lnTo>
                  <a:lnTo>
                    <a:pt x="164197" y="141297"/>
                  </a:lnTo>
                  <a:lnTo>
                    <a:pt x="158659" y="139500"/>
                  </a:lnTo>
                  <a:lnTo>
                    <a:pt x="162551" y="143841"/>
                  </a:lnTo>
                  <a:lnTo>
                    <a:pt x="160904" y="146086"/>
                  </a:lnTo>
                  <a:lnTo>
                    <a:pt x="159258" y="148182"/>
                  </a:lnTo>
                  <a:lnTo>
                    <a:pt x="157611" y="150277"/>
                  </a:lnTo>
                  <a:lnTo>
                    <a:pt x="155815" y="152373"/>
                  </a:lnTo>
                  <a:lnTo>
                    <a:pt x="145936" y="139351"/>
                  </a:lnTo>
                  <a:lnTo>
                    <a:pt x="147733" y="137106"/>
                  </a:lnTo>
                  <a:lnTo>
                    <a:pt x="149379" y="134860"/>
                  </a:lnTo>
                  <a:lnTo>
                    <a:pt x="152522" y="136956"/>
                  </a:lnTo>
                  <a:lnTo>
                    <a:pt x="152373" y="137854"/>
                  </a:lnTo>
                  <a:lnTo>
                    <a:pt x="152522" y="138602"/>
                  </a:lnTo>
                  <a:lnTo>
                    <a:pt x="153121" y="139201"/>
                  </a:lnTo>
                  <a:lnTo>
                    <a:pt x="153869" y="139650"/>
                  </a:lnTo>
                  <a:lnTo>
                    <a:pt x="154169" y="139800"/>
                  </a:lnTo>
                  <a:lnTo>
                    <a:pt x="154618" y="139800"/>
                  </a:lnTo>
                  <a:lnTo>
                    <a:pt x="155516" y="139650"/>
                  </a:lnTo>
                  <a:lnTo>
                    <a:pt x="156115" y="139201"/>
                  </a:lnTo>
                  <a:lnTo>
                    <a:pt x="156414" y="138752"/>
                  </a:lnTo>
                  <a:lnTo>
                    <a:pt x="156564" y="138453"/>
                  </a:lnTo>
                  <a:lnTo>
                    <a:pt x="156713" y="138004"/>
                  </a:lnTo>
                  <a:lnTo>
                    <a:pt x="156713" y="137555"/>
                  </a:lnTo>
                  <a:lnTo>
                    <a:pt x="156564" y="136657"/>
                  </a:lnTo>
                  <a:lnTo>
                    <a:pt x="156115" y="136058"/>
                  </a:lnTo>
                  <a:lnTo>
                    <a:pt x="155665" y="135758"/>
                  </a:lnTo>
                  <a:lnTo>
                    <a:pt x="155366" y="135609"/>
                  </a:lnTo>
                  <a:lnTo>
                    <a:pt x="154618" y="135459"/>
                  </a:lnTo>
                  <a:lnTo>
                    <a:pt x="154019" y="135459"/>
                  </a:lnTo>
                  <a:lnTo>
                    <a:pt x="153420" y="135758"/>
                  </a:lnTo>
                  <a:lnTo>
                    <a:pt x="152971" y="136058"/>
                  </a:lnTo>
                  <a:lnTo>
                    <a:pt x="149828" y="134112"/>
                  </a:lnTo>
                  <a:lnTo>
                    <a:pt x="152073" y="130520"/>
                  </a:lnTo>
                  <a:lnTo>
                    <a:pt x="153869" y="126778"/>
                  </a:lnTo>
                  <a:lnTo>
                    <a:pt x="155516" y="122736"/>
                  </a:lnTo>
                  <a:lnTo>
                    <a:pt x="156713" y="118695"/>
                  </a:lnTo>
                  <a:lnTo>
                    <a:pt x="160605" y="119593"/>
                  </a:lnTo>
                  <a:lnTo>
                    <a:pt x="160755" y="120342"/>
                  </a:lnTo>
                  <a:lnTo>
                    <a:pt x="161204" y="121090"/>
                  </a:lnTo>
                  <a:lnTo>
                    <a:pt x="161952" y="121539"/>
                  </a:lnTo>
                  <a:lnTo>
                    <a:pt x="162700" y="121689"/>
                  </a:lnTo>
                  <a:lnTo>
                    <a:pt x="163149" y="121689"/>
                  </a:lnTo>
                  <a:lnTo>
                    <a:pt x="163598" y="121539"/>
                  </a:lnTo>
                  <a:lnTo>
                    <a:pt x="164347" y="121090"/>
                  </a:lnTo>
                  <a:lnTo>
                    <a:pt x="164796" y="120342"/>
                  </a:lnTo>
                  <a:lnTo>
                    <a:pt x="164946" y="120042"/>
                  </a:lnTo>
                  <a:lnTo>
                    <a:pt x="164946" y="119593"/>
                  </a:lnTo>
                  <a:lnTo>
                    <a:pt x="164946" y="119144"/>
                  </a:lnTo>
                  <a:lnTo>
                    <a:pt x="164796" y="118695"/>
                  </a:lnTo>
                  <a:lnTo>
                    <a:pt x="164347" y="117947"/>
                  </a:lnTo>
                  <a:lnTo>
                    <a:pt x="163748" y="117498"/>
                  </a:lnTo>
                  <a:lnTo>
                    <a:pt x="163299" y="117348"/>
                  </a:lnTo>
                  <a:lnTo>
                    <a:pt x="162102" y="117348"/>
                  </a:lnTo>
                  <a:lnTo>
                    <a:pt x="161653" y="117647"/>
                  </a:lnTo>
                  <a:lnTo>
                    <a:pt x="161054" y="118096"/>
                  </a:lnTo>
                  <a:lnTo>
                    <a:pt x="160755" y="118545"/>
                  </a:lnTo>
                  <a:lnTo>
                    <a:pt x="157013" y="117797"/>
                  </a:lnTo>
                  <a:lnTo>
                    <a:pt x="157611" y="115253"/>
                  </a:lnTo>
                  <a:lnTo>
                    <a:pt x="157911" y="112858"/>
                  </a:lnTo>
                  <a:lnTo>
                    <a:pt x="174226" y="110313"/>
                  </a:lnTo>
                  <a:close/>
                  <a:moveTo>
                    <a:pt x="163000" y="142045"/>
                  </a:moveTo>
                  <a:lnTo>
                    <a:pt x="163598" y="142195"/>
                  </a:lnTo>
                  <a:lnTo>
                    <a:pt x="163748" y="142195"/>
                  </a:lnTo>
                  <a:lnTo>
                    <a:pt x="163299" y="142793"/>
                  </a:lnTo>
                  <a:lnTo>
                    <a:pt x="163449" y="142793"/>
                  </a:lnTo>
                  <a:lnTo>
                    <a:pt x="164047" y="142344"/>
                  </a:lnTo>
                  <a:lnTo>
                    <a:pt x="164646" y="142494"/>
                  </a:lnTo>
                  <a:lnTo>
                    <a:pt x="164646" y="142644"/>
                  </a:lnTo>
                  <a:lnTo>
                    <a:pt x="164197" y="143242"/>
                  </a:lnTo>
                  <a:lnTo>
                    <a:pt x="164047" y="143392"/>
                  </a:lnTo>
                  <a:lnTo>
                    <a:pt x="164497" y="143093"/>
                  </a:lnTo>
                  <a:lnTo>
                    <a:pt x="164796" y="142793"/>
                  </a:lnTo>
                  <a:lnTo>
                    <a:pt x="164946" y="142644"/>
                  </a:lnTo>
                  <a:lnTo>
                    <a:pt x="165694" y="142793"/>
                  </a:lnTo>
                  <a:lnTo>
                    <a:pt x="164946" y="143841"/>
                  </a:lnTo>
                  <a:lnTo>
                    <a:pt x="165844" y="142943"/>
                  </a:lnTo>
                  <a:lnTo>
                    <a:pt x="166592" y="143242"/>
                  </a:lnTo>
                  <a:lnTo>
                    <a:pt x="166442" y="143392"/>
                  </a:lnTo>
                  <a:lnTo>
                    <a:pt x="165844" y="144290"/>
                  </a:lnTo>
                  <a:lnTo>
                    <a:pt x="165844" y="144440"/>
                  </a:lnTo>
                  <a:lnTo>
                    <a:pt x="166293" y="143991"/>
                  </a:lnTo>
                  <a:lnTo>
                    <a:pt x="166592" y="143542"/>
                  </a:lnTo>
                  <a:lnTo>
                    <a:pt x="166891" y="143242"/>
                  </a:lnTo>
                  <a:lnTo>
                    <a:pt x="167640" y="143542"/>
                  </a:lnTo>
                  <a:lnTo>
                    <a:pt x="167340" y="143991"/>
                  </a:lnTo>
                  <a:lnTo>
                    <a:pt x="166891" y="144440"/>
                  </a:lnTo>
                  <a:lnTo>
                    <a:pt x="166742" y="145039"/>
                  </a:lnTo>
                  <a:lnTo>
                    <a:pt x="167490" y="144140"/>
                  </a:lnTo>
                  <a:lnTo>
                    <a:pt x="167789" y="143691"/>
                  </a:lnTo>
                  <a:lnTo>
                    <a:pt x="168687" y="143841"/>
                  </a:lnTo>
                  <a:lnTo>
                    <a:pt x="168238" y="144440"/>
                  </a:lnTo>
                  <a:lnTo>
                    <a:pt x="167490" y="145488"/>
                  </a:lnTo>
                  <a:lnTo>
                    <a:pt x="167490" y="145637"/>
                  </a:lnTo>
                  <a:lnTo>
                    <a:pt x="168089" y="145039"/>
                  </a:lnTo>
                  <a:lnTo>
                    <a:pt x="168687" y="144290"/>
                  </a:lnTo>
                  <a:lnTo>
                    <a:pt x="168987" y="143991"/>
                  </a:lnTo>
                  <a:lnTo>
                    <a:pt x="169735" y="144290"/>
                  </a:lnTo>
                  <a:lnTo>
                    <a:pt x="169436" y="144440"/>
                  </a:lnTo>
                  <a:lnTo>
                    <a:pt x="168238" y="146236"/>
                  </a:lnTo>
                  <a:lnTo>
                    <a:pt x="168388" y="146236"/>
                  </a:lnTo>
                  <a:lnTo>
                    <a:pt x="168987" y="145637"/>
                  </a:lnTo>
                  <a:lnTo>
                    <a:pt x="169436" y="145039"/>
                  </a:lnTo>
                  <a:lnTo>
                    <a:pt x="169885" y="144290"/>
                  </a:lnTo>
                  <a:lnTo>
                    <a:pt x="170783" y="144590"/>
                  </a:lnTo>
                  <a:lnTo>
                    <a:pt x="170184" y="145338"/>
                  </a:lnTo>
                  <a:lnTo>
                    <a:pt x="169735" y="146086"/>
                  </a:lnTo>
                  <a:lnTo>
                    <a:pt x="169286" y="146835"/>
                  </a:lnTo>
                  <a:lnTo>
                    <a:pt x="169286" y="146835"/>
                  </a:lnTo>
                  <a:lnTo>
                    <a:pt x="169885" y="146236"/>
                  </a:lnTo>
                  <a:lnTo>
                    <a:pt x="170484" y="145637"/>
                  </a:lnTo>
                  <a:lnTo>
                    <a:pt x="171082" y="144739"/>
                  </a:lnTo>
                  <a:lnTo>
                    <a:pt x="172280" y="145188"/>
                  </a:lnTo>
                  <a:lnTo>
                    <a:pt x="171681" y="145937"/>
                  </a:lnTo>
                  <a:lnTo>
                    <a:pt x="170633" y="147284"/>
                  </a:lnTo>
                  <a:lnTo>
                    <a:pt x="171232" y="146835"/>
                  </a:lnTo>
                  <a:lnTo>
                    <a:pt x="171831" y="146236"/>
                  </a:lnTo>
                  <a:lnTo>
                    <a:pt x="172579" y="145188"/>
                  </a:lnTo>
                  <a:lnTo>
                    <a:pt x="173328" y="145488"/>
                  </a:lnTo>
                  <a:lnTo>
                    <a:pt x="172579" y="146535"/>
                  </a:lnTo>
                  <a:lnTo>
                    <a:pt x="171980" y="147284"/>
                  </a:lnTo>
                  <a:lnTo>
                    <a:pt x="171531" y="148182"/>
                  </a:lnTo>
                  <a:lnTo>
                    <a:pt x="171531" y="148182"/>
                  </a:lnTo>
                  <a:lnTo>
                    <a:pt x="172280" y="147433"/>
                  </a:lnTo>
                  <a:lnTo>
                    <a:pt x="172729" y="146685"/>
                  </a:lnTo>
                  <a:lnTo>
                    <a:pt x="173627" y="145637"/>
                  </a:lnTo>
                  <a:lnTo>
                    <a:pt x="174525" y="145937"/>
                  </a:lnTo>
                  <a:lnTo>
                    <a:pt x="173777" y="146984"/>
                  </a:lnTo>
                  <a:lnTo>
                    <a:pt x="172579" y="148631"/>
                  </a:lnTo>
                  <a:lnTo>
                    <a:pt x="172729" y="148631"/>
                  </a:lnTo>
                  <a:lnTo>
                    <a:pt x="173328" y="148032"/>
                  </a:lnTo>
                  <a:lnTo>
                    <a:pt x="173926" y="147284"/>
                  </a:lnTo>
                  <a:lnTo>
                    <a:pt x="174824" y="145937"/>
                  </a:lnTo>
                  <a:lnTo>
                    <a:pt x="175124" y="146086"/>
                  </a:lnTo>
                  <a:lnTo>
                    <a:pt x="173178" y="149230"/>
                  </a:lnTo>
                  <a:lnTo>
                    <a:pt x="171082" y="152373"/>
                  </a:lnTo>
                  <a:lnTo>
                    <a:pt x="163748" y="143841"/>
                  </a:lnTo>
                  <a:lnTo>
                    <a:pt x="163000" y="143093"/>
                  </a:lnTo>
                  <a:lnTo>
                    <a:pt x="162551" y="142344"/>
                  </a:lnTo>
                  <a:lnTo>
                    <a:pt x="163000" y="142045"/>
                  </a:lnTo>
                  <a:close/>
                  <a:moveTo>
                    <a:pt x="35174" y="110912"/>
                  </a:moveTo>
                  <a:lnTo>
                    <a:pt x="51489" y="113157"/>
                  </a:lnTo>
                  <a:lnTo>
                    <a:pt x="52088" y="116600"/>
                  </a:lnTo>
                  <a:lnTo>
                    <a:pt x="48346" y="117647"/>
                  </a:lnTo>
                  <a:lnTo>
                    <a:pt x="47747" y="117049"/>
                  </a:lnTo>
                  <a:lnTo>
                    <a:pt x="47149" y="116600"/>
                  </a:lnTo>
                  <a:lnTo>
                    <a:pt x="46251" y="116450"/>
                  </a:lnTo>
                  <a:lnTo>
                    <a:pt x="45502" y="116749"/>
                  </a:lnTo>
                  <a:lnTo>
                    <a:pt x="45053" y="116899"/>
                  </a:lnTo>
                  <a:lnTo>
                    <a:pt x="44754" y="117198"/>
                  </a:lnTo>
                  <a:lnTo>
                    <a:pt x="44305" y="117947"/>
                  </a:lnTo>
                  <a:lnTo>
                    <a:pt x="44305" y="118845"/>
                  </a:lnTo>
                  <a:lnTo>
                    <a:pt x="44305" y="119294"/>
                  </a:lnTo>
                  <a:lnTo>
                    <a:pt x="44454" y="119743"/>
                  </a:lnTo>
                  <a:lnTo>
                    <a:pt x="44754" y="120042"/>
                  </a:lnTo>
                  <a:lnTo>
                    <a:pt x="45053" y="120342"/>
                  </a:lnTo>
                  <a:lnTo>
                    <a:pt x="45652" y="120791"/>
                  </a:lnTo>
                  <a:lnTo>
                    <a:pt x="46550" y="120940"/>
                  </a:lnTo>
                  <a:lnTo>
                    <a:pt x="46999" y="120791"/>
                  </a:lnTo>
                  <a:lnTo>
                    <a:pt x="47448" y="120641"/>
                  </a:lnTo>
                  <a:lnTo>
                    <a:pt x="47897" y="120342"/>
                  </a:lnTo>
                  <a:lnTo>
                    <a:pt x="48346" y="119743"/>
                  </a:lnTo>
                  <a:lnTo>
                    <a:pt x="48645" y="119294"/>
                  </a:lnTo>
                  <a:lnTo>
                    <a:pt x="48645" y="118545"/>
                  </a:lnTo>
                  <a:lnTo>
                    <a:pt x="52387" y="117498"/>
                  </a:lnTo>
                  <a:lnTo>
                    <a:pt x="53585" y="121689"/>
                  </a:lnTo>
                  <a:lnTo>
                    <a:pt x="55082" y="125730"/>
                  </a:lnTo>
                  <a:lnTo>
                    <a:pt x="56878" y="129622"/>
                  </a:lnTo>
                  <a:lnTo>
                    <a:pt x="59123" y="133364"/>
                  </a:lnTo>
                  <a:lnTo>
                    <a:pt x="55680" y="135609"/>
                  </a:lnTo>
                  <a:lnTo>
                    <a:pt x="54932" y="135160"/>
                  </a:lnTo>
                  <a:lnTo>
                    <a:pt x="54034" y="135010"/>
                  </a:lnTo>
                  <a:lnTo>
                    <a:pt x="53285" y="135160"/>
                  </a:lnTo>
                  <a:lnTo>
                    <a:pt x="52537" y="135609"/>
                  </a:lnTo>
                  <a:lnTo>
                    <a:pt x="52238" y="136058"/>
                  </a:lnTo>
                  <a:lnTo>
                    <a:pt x="52088" y="136357"/>
                  </a:lnTo>
                  <a:lnTo>
                    <a:pt x="51938" y="137255"/>
                  </a:lnTo>
                  <a:lnTo>
                    <a:pt x="52088" y="138004"/>
                  </a:lnTo>
                  <a:lnTo>
                    <a:pt x="52238" y="138453"/>
                  </a:lnTo>
                  <a:lnTo>
                    <a:pt x="52537" y="138752"/>
                  </a:lnTo>
                  <a:lnTo>
                    <a:pt x="52986" y="139051"/>
                  </a:lnTo>
                  <a:lnTo>
                    <a:pt x="53285" y="139201"/>
                  </a:lnTo>
                  <a:lnTo>
                    <a:pt x="54184" y="139351"/>
                  </a:lnTo>
                  <a:lnTo>
                    <a:pt x="54932" y="139201"/>
                  </a:lnTo>
                  <a:lnTo>
                    <a:pt x="55381" y="139051"/>
                  </a:lnTo>
                  <a:lnTo>
                    <a:pt x="55680" y="138752"/>
                  </a:lnTo>
                  <a:lnTo>
                    <a:pt x="56129" y="138303"/>
                  </a:lnTo>
                  <a:lnTo>
                    <a:pt x="56279" y="137704"/>
                  </a:lnTo>
                  <a:lnTo>
                    <a:pt x="56279" y="136956"/>
                  </a:lnTo>
                  <a:lnTo>
                    <a:pt x="56129" y="136357"/>
                  </a:lnTo>
                  <a:lnTo>
                    <a:pt x="59572" y="134262"/>
                  </a:lnTo>
                  <a:lnTo>
                    <a:pt x="61817" y="137255"/>
                  </a:lnTo>
                  <a:lnTo>
                    <a:pt x="64062" y="140099"/>
                  </a:lnTo>
                  <a:lnTo>
                    <a:pt x="54483" y="153271"/>
                  </a:lnTo>
                  <a:lnTo>
                    <a:pt x="52387" y="151026"/>
                  </a:lnTo>
                  <a:lnTo>
                    <a:pt x="50442" y="148781"/>
                  </a:lnTo>
                  <a:lnTo>
                    <a:pt x="48645" y="146386"/>
                  </a:lnTo>
                  <a:lnTo>
                    <a:pt x="46849" y="143991"/>
                  </a:lnTo>
                  <a:lnTo>
                    <a:pt x="50891" y="139500"/>
                  </a:lnTo>
                  <a:lnTo>
                    <a:pt x="45203" y="141297"/>
                  </a:lnTo>
                  <a:lnTo>
                    <a:pt x="42808" y="137106"/>
                  </a:lnTo>
                  <a:lnTo>
                    <a:pt x="40713" y="132615"/>
                  </a:lnTo>
                  <a:lnTo>
                    <a:pt x="38916" y="128125"/>
                  </a:lnTo>
                  <a:lnTo>
                    <a:pt x="37420" y="123335"/>
                  </a:lnTo>
                  <a:lnTo>
                    <a:pt x="42658" y="120342"/>
                  </a:lnTo>
                  <a:lnTo>
                    <a:pt x="36671" y="120342"/>
                  </a:lnTo>
                  <a:lnTo>
                    <a:pt x="35773" y="115702"/>
                  </a:lnTo>
                  <a:lnTo>
                    <a:pt x="35174" y="110912"/>
                  </a:lnTo>
                  <a:close/>
                  <a:moveTo>
                    <a:pt x="80677" y="143093"/>
                  </a:moveTo>
                  <a:lnTo>
                    <a:pt x="83371" y="144739"/>
                  </a:lnTo>
                  <a:lnTo>
                    <a:pt x="86364" y="146086"/>
                  </a:lnTo>
                  <a:lnTo>
                    <a:pt x="89508" y="147284"/>
                  </a:lnTo>
                  <a:lnTo>
                    <a:pt x="92651" y="148331"/>
                  </a:lnTo>
                  <a:lnTo>
                    <a:pt x="91453" y="155217"/>
                  </a:lnTo>
                  <a:lnTo>
                    <a:pt x="87562" y="154019"/>
                  </a:lnTo>
                  <a:lnTo>
                    <a:pt x="83820" y="152522"/>
                  </a:lnTo>
                  <a:lnTo>
                    <a:pt x="80377" y="150876"/>
                  </a:lnTo>
                  <a:lnTo>
                    <a:pt x="76935" y="148930"/>
                  </a:lnTo>
                  <a:lnTo>
                    <a:pt x="80677" y="143093"/>
                  </a:lnTo>
                  <a:close/>
                  <a:moveTo>
                    <a:pt x="128125" y="143542"/>
                  </a:moveTo>
                  <a:lnTo>
                    <a:pt x="131717" y="149379"/>
                  </a:lnTo>
                  <a:lnTo>
                    <a:pt x="128274" y="151325"/>
                  </a:lnTo>
                  <a:lnTo>
                    <a:pt x="124532" y="152972"/>
                  </a:lnTo>
                  <a:lnTo>
                    <a:pt x="120790" y="154319"/>
                  </a:lnTo>
                  <a:lnTo>
                    <a:pt x="116899" y="155366"/>
                  </a:lnTo>
                  <a:lnTo>
                    <a:pt x="115552" y="148631"/>
                  </a:lnTo>
                  <a:lnTo>
                    <a:pt x="118845" y="147733"/>
                  </a:lnTo>
                  <a:lnTo>
                    <a:pt x="121988" y="146535"/>
                  </a:lnTo>
                  <a:lnTo>
                    <a:pt x="125131" y="145188"/>
                  </a:lnTo>
                  <a:lnTo>
                    <a:pt x="128125" y="143542"/>
                  </a:lnTo>
                  <a:close/>
                  <a:moveTo>
                    <a:pt x="114504" y="148930"/>
                  </a:moveTo>
                  <a:lnTo>
                    <a:pt x="116001" y="155666"/>
                  </a:lnTo>
                  <a:lnTo>
                    <a:pt x="113307" y="156115"/>
                  </a:lnTo>
                  <a:lnTo>
                    <a:pt x="114354" y="148930"/>
                  </a:lnTo>
                  <a:close/>
                  <a:moveTo>
                    <a:pt x="93549" y="148631"/>
                  </a:moveTo>
                  <a:lnTo>
                    <a:pt x="95345" y="149080"/>
                  </a:lnTo>
                  <a:lnTo>
                    <a:pt x="96393" y="156264"/>
                  </a:lnTo>
                  <a:lnTo>
                    <a:pt x="92352" y="155366"/>
                  </a:lnTo>
                  <a:lnTo>
                    <a:pt x="93549" y="148631"/>
                  </a:lnTo>
                  <a:close/>
                  <a:moveTo>
                    <a:pt x="127676" y="117348"/>
                  </a:moveTo>
                  <a:lnTo>
                    <a:pt x="138902" y="132017"/>
                  </a:lnTo>
                  <a:lnTo>
                    <a:pt x="139800" y="133364"/>
                  </a:lnTo>
                  <a:lnTo>
                    <a:pt x="143991" y="138902"/>
                  </a:lnTo>
                  <a:lnTo>
                    <a:pt x="145188" y="140399"/>
                  </a:lnTo>
                  <a:lnTo>
                    <a:pt x="154917" y="153271"/>
                  </a:lnTo>
                  <a:lnTo>
                    <a:pt x="155516" y="154019"/>
                  </a:lnTo>
                  <a:lnTo>
                    <a:pt x="158659" y="158210"/>
                  </a:lnTo>
                  <a:lnTo>
                    <a:pt x="154468" y="155067"/>
                  </a:lnTo>
                  <a:lnTo>
                    <a:pt x="153720" y="154468"/>
                  </a:lnTo>
                  <a:lnTo>
                    <a:pt x="140698" y="144889"/>
                  </a:lnTo>
                  <a:lnTo>
                    <a:pt x="139201" y="143841"/>
                  </a:lnTo>
                  <a:lnTo>
                    <a:pt x="133513" y="139650"/>
                  </a:lnTo>
                  <a:lnTo>
                    <a:pt x="132316" y="138752"/>
                  </a:lnTo>
                  <a:lnTo>
                    <a:pt x="117348" y="127676"/>
                  </a:lnTo>
                  <a:lnTo>
                    <a:pt x="118545" y="118845"/>
                  </a:lnTo>
                  <a:lnTo>
                    <a:pt x="121090" y="118396"/>
                  </a:lnTo>
                  <a:lnTo>
                    <a:pt x="120341" y="118994"/>
                  </a:lnTo>
                  <a:lnTo>
                    <a:pt x="119892" y="119743"/>
                  </a:lnTo>
                  <a:lnTo>
                    <a:pt x="119892" y="119893"/>
                  </a:lnTo>
                  <a:lnTo>
                    <a:pt x="120940" y="119144"/>
                  </a:lnTo>
                  <a:lnTo>
                    <a:pt x="121688" y="118246"/>
                  </a:lnTo>
                  <a:lnTo>
                    <a:pt x="125281" y="117797"/>
                  </a:lnTo>
                  <a:lnTo>
                    <a:pt x="123784" y="119144"/>
                  </a:lnTo>
                  <a:lnTo>
                    <a:pt x="122587" y="120342"/>
                  </a:lnTo>
                  <a:lnTo>
                    <a:pt x="121988" y="121090"/>
                  </a:lnTo>
                  <a:lnTo>
                    <a:pt x="121389" y="121689"/>
                  </a:lnTo>
                  <a:lnTo>
                    <a:pt x="121389" y="121838"/>
                  </a:lnTo>
                  <a:lnTo>
                    <a:pt x="121539" y="121838"/>
                  </a:lnTo>
                  <a:lnTo>
                    <a:pt x="122138" y="121240"/>
                  </a:lnTo>
                  <a:lnTo>
                    <a:pt x="122736" y="120641"/>
                  </a:lnTo>
                  <a:lnTo>
                    <a:pt x="123934" y="119444"/>
                  </a:lnTo>
                  <a:lnTo>
                    <a:pt x="125730" y="117647"/>
                  </a:lnTo>
                  <a:lnTo>
                    <a:pt x="127676" y="117348"/>
                  </a:lnTo>
                  <a:close/>
                  <a:moveTo>
                    <a:pt x="82323" y="117348"/>
                  </a:moveTo>
                  <a:lnTo>
                    <a:pt x="90705" y="118545"/>
                  </a:lnTo>
                  <a:lnTo>
                    <a:pt x="91154" y="121389"/>
                  </a:lnTo>
                  <a:lnTo>
                    <a:pt x="90555" y="120940"/>
                  </a:lnTo>
                  <a:lnTo>
                    <a:pt x="89957" y="120491"/>
                  </a:lnTo>
                  <a:lnTo>
                    <a:pt x="89807" y="120491"/>
                  </a:lnTo>
                  <a:lnTo>
                    <a:pt x="90406" y="121389"/>
                  </a:lnTo>
                  <a:lnTo>
                    <a:pt x="91154" y="122138"/>
                  </a:lnTo>
                  <a:lnTo>
                    <a:pt x="91753" y="125580"/>
                  </a:lnTo>
                  <a:lnTo>
                    <a:pt x="90555" y="124383"/>
                  </a:lnTo>
                  <a:lnTo>
                    <a:pt x="89358" y="123185"/>
                  </a:lnTo>
                  <a:lnTo>
                    <a:pt x="88610" y="122587"/>
                  </a:lnTo>
                  <a:lnTo>
                    <a:pt x="88011" y="121988"/>
                  </a:lnTo>
                  <a:lnTo>
                    <a:pt x="87861" y="121988"/>
                  </a:lnTo>
                  <a:lnTo>
                    <a:pt x="87861" y="122138"/>
                  </a:lnTo>
                  <a:lnTo>
                    <a:pt x="88460" y="122736"/>
                  </a:lnTo>
                  <a:lnTo>
                    <a:pt x="89059" y="123335"/>
                  </a:lnTo>
                  <a:lnTo>
                    <a:pt x="90256" y="124533"/>
                  </a:lnTo>
                  <a:lnTo>
                    <a:pt x="91753" y="126179"/>
                  </a:lnTo>
                  <a:lnTo>
                    <a:pt x="92202" y="128424"/>
                  </a:lnTo>
                  <a:lnTo>
                    <a:pt x="77833" y="139351"/>
                  </a:lnTo>
                  <a:lnTo>
                    <a:pt x="76635" y="140249"/>
                  </a:lnTo>
                  <a:lnTo>
                    <a:pt x="70948" y="144440"/>
                  </a:lnTo>
                  <a:lnTo>
                    <a:pt x="69600" y="145637"/>
                  </a:lnTo>
                  <a:lnTo>
                    <a:pt x="56578" y="155366"/>
                  </a:lnTo>
                  <a:lnTo>
                    <a:pt x="55830" y="155965"/>
                  </a:lnTo>
                  <a:lnTo>
                    <a:pt x="51489" y="159258"/>
                  </a:lnTo>
                  <a:lnTo>
                    <a:pt x="54782" y="154917"/>
                  </a:lnTo>
                  <a:lnTo>
                    <a:pt x="55381" y="154169"/>
                  </a:lnTo>
                  <a:lnTo>
                    <a:pt x="64960" y="141147"/>
                  </a:lnTo>
                  <a:lnTo>
                    <a:pt x="66008" y="139650"/>
                  </a:lnTo>
                  <a:lnTo>
                    <a:pt x="70199" y="133962"/>
                  </a:lnTo>
                  <a:lnTo>
                    <a:pt x="71097" y="132765"/>
                  </a:lnTo>
                  <a:lnTo>
                    <a:pt x="82323" y="117348"/>
                  </a:lnTo>
                  <a:close/>
                  <a:moveTo>
                    <a:pt x="68852" y="162701"/>
                  </a:moveTo>
                  <a:lnTo>
                    <a:pt x="68702" y="163748"/>
                  </a:lnTo>
                  <a:lnTo>
                    <a:pt x="68104" y="163449"/>
                  </a:lnTo>
                  <a:lnTo>
                    <a:pt x="68852" y="162701"/>
                  </a:lnTo>
                  <a:close/>
                  <a:moveTo>
                    <a:pt x="140548" y="162701"/>
                  </a:moveTo>
                  <a:lnTo>
                    <a:pt x="141296" y="163449"/>
                  </a:lnTo>
                  <a:lnTo>
                    <a:pt x="140847" y="163748"/>
                  </a:lnTo>
                  <a:lnTo>
                    <a:pt x="140548" y="162701"/>
                  </a:lnTo>
                  <a:close/>
                  <a:moveTo>
                    <a:pt x="46251" y="144739"/>
                  </a:moveTo>
                  <a:lnTo>
                    <a:pt x="48047" y="147134"/>
                  </a:lnTo>
                  <a:lnTo>
                    <a:pt x="49843" y="149529"/>
                  </a:lnTo>
                  <a:lnTo>
                    <a:pt x="51789" y="151774"/>
                  </a:lnTo>
                  <a:lnTo>
                    <a:pt x="53884" y="154019"/>
                  </a:lnTo>
                  <a:lnTo>
                    <a:pt x="48047" y="161952"/>
                  </a:lnTo>
                  <a:lnTo>
                    <a:pt x="48945" y="162850"/>
                  </a:lnTo>
                  <a:lnTo>
                    <a:pt x="56728" y="156863"/>
                  </a:lnTo>
                  <a:lnTo>
                    <a:pt x="58973" y="158809"/>
                  </a:lnTo>
                  <a:lnTo>
                    <a:pt x="61218" y="160605"/>
                  </a:lnTo>
                  <a:lnTo>
                    <a:pt x="63613" y="162401"/>
                  </a:lnTo>
                  <a:lnTo>
                    <a:pt x="66158" y="164048"/>
                  </a:lnTo>
                  <a:lnTo>
                    <a:pt x="58225" y="171831"/>
                  </a:lnTo>
                  <a:lnTo>
                    <a:pt x="55381" y="169885"/>
                  </a:lnTo>
                  <a:lnTo>
                    <a:pt x="52836" y="167790"/>
                  </a:lnTo>
                  <a:lnTo>
                    <a:pt x="50292" y="165545"/>
                  </a:lnTo>
                  <a:lnTo>
                    <a:pt x="47747" y="163299"/>
                  </a:lnTo>
                  <a:lnTo>
                    <a:pt x="45353" y="160904"/>
                  </a:lnTo>
                  <a:lnTo>
                    <a:pt x="43107" y="158360"/>
                  </a:lnTo>
                  <a:lnTo>
                    <a:pt x="41012" y="155815"/>
                  </a:lnTo>
                  <a:lnTo>
                    <a:pt x="38916" y="153121"/>
                  </a:lnTo>
                  <a:lnTo>
                    <a:pt x="46251" y="144739"/>
                  </a:lnTo>
                  <a:close/>
                  <a:moveTo>
                    <a:pt x="163149" y="144739"/>
                  </a:moveTo>
                  <a:lnTo>
                    <a:pt x="170484" y="153121"/>
                  </a:lnTo>
                  <a:lnTo>
                    <a:pt x="168388" y="155815"/>
                  </a:lnTo>
                  <a:lnTo>
                    <a:pt x="166293" y="158360"/>
                  </a:lnTo>
                  <a:lnTo>
                    <a:pt x="164047" y="160904"/>
                  </a:lnTo>
                  <a:lnTo>
                    <a:pt x="161653" y="163299"/>
                  </a:lnTo>
                  <a:lnTo>
                    <a:pt x="159108" y="165545"/>
                  </a:lnTo>
                  <a:lnTo>
                    <a:pt x="156564" y="167790"/>
                  </a:lnTo>
                  <a:lnTo>
                    <a:pt x="154019" y="169885"/>
                  </a:lnTo>
                  <a:lnTo>
                    <a:pt x="151175" y="171831"/>
                  </a:lnTo>
                  <a:lnTo>
                    <a:pt x="143242" y="164048"/>
                  </a:lnTo>
                  <a:lnTo>
                    <a:pt x="145936" y="162252"/>
                  </a:lnTo>
                  <a:lnTo>
                    <a:pt x="148631" y="160306"/>
                  </a:lnTo>
                  <a:lnTo>
                    <a:pt x="151175" y="158210"/>
                  </a:lnTo>
                  <a:lnTo>
                    <a:pt x="153570" y="155965"/>
                  </a:lnTo>
                  <a:lnTo>
                    <a:pt x="161353" y="161653"/>
                  </a:lnTo>
                  <a:lnTo>
                    <a:pt x="162251" y="160755"/>
                  </a:lnTo>
                  <a:lnTo>
                    <a:pt x="156414" y="153121"/>
                  </a:lnTo>
                  <a:lnTo>
                    <a:pt x="158210" y="151026"/>
                  </a:lnTo>
                  <a:lnTo>
                    <a:pt x="159856" y="149080"/>
                  </a:lnTo>
                  <a:lnTo>
                    <a:pt x="161653" y="146835"/>
                  </a:lnTo>
                  <a:lnTo>
                    <a:pt x="163149" y="144739"/>
                  </a:lnTo>
                  <a:close/>
                  <a:moveTo>
                    <a:pt x="89358" y="171083"/>
                  </a:moveTo>
                  <a:lnTo>
                    <a:pt x="89358" y="172130"/>
                  </a:lnTo>
                  <a:lnTo>
                    <a:pt x="88759" y="171981"/>
                  </a:lnTo>
                  <a:lnTo>
                    <a:pt x="89358" y="171083"/>
                  </a:lnTo>
                  <a:close/>
                  <a:moveTo>
                    <a:pt x="120192" y="171083"/>
                  </a:moveTo>
                  <a:lnTo>
                    <a:pt x="120641" y="171981"/>
                  </a:lnTo>
                  <a:lnTo>
                    <a:pt x="120042" y="172130"/>
                  </a:lnTo>
                  <a:lnTo>
                    <a:pt x="120192" y="171083"/>
                  </a:lnTo>
                  <a:close/>
                  <a:moveTo>
                    <a:pt x="70499" y="146386"/>
                  </a:moveTo>
                  <a:lnTo>
                    <a:pt x="72744" y="148182"/>
                  </a:lnTo>
                  <a:lnTo>
                    <a:pt x="75139" y="149828"/>
                  </a:lnTo>
                  <a:lnTo>
                    <a:pt x="73043" y="153421"/>
                  </a:lnTo>
                  <a:lnTo>
                    <a:pt x="72145" y="153271"/>
                  </a:lnTo>
                  <a:lnTo>
                    <a:pt x="71397" y="153570"/>
                  </a:lnTo>
                  <a:lnTo>
                    <a:pt x="70648" y="154019"/>
                  </a:lnTo>
                  <a:lnTo>
                    <a:pt x="70199" y="154768"/>
                  </a:lnTo>
                  <a:lnTo>
                    <a:pt x="70199" y="155217"/>
                  </a:lnTo>
                  <a:lnTo>
                    <a:pt x="70199" y="155666"/>
                  </a:lnTo>
                  <a:lnTo>
                    <a:pt x="70349" y="156414"/>
                  </a:lnTo>
                  <a:lnTo>
                    <a:pt x="70798" y="157163"/>
                  </a:lnTo>
                  <a:lnTo>
                    <a:pt x="71247" y="157312"/>
                  </a:lnTo>
                  <a:lnTo>
                    <a:pt x="71546" y="157612"/>
                  </a:lnTo>
                  <a:lnTo>
                    <a:pt x="72444" y="157612"/>
                  </a:lnTo>
                  <a:lnTo>
                    <a:pt x="73342" y="157462"/>
                  </a:lnTo>
                  <a:lnTo>
                    <a:pt x="73941" y="157013"/>
                  </a:lnTo>
                  <a:lnTo>
                    <a:pt x="74240" y="156564"/>
                  </a:lnTo>
                  <a:lnTo>
                    <a:pt x="74390" y="156264"/>
                  </a:lnTo>
                  <a:lnTo>
                    <a:pt x="74540" y="155516"/>
                  </a:lnTo>
                  <a:lnTo>
                    <a:pt x="74390" y="154917"/>
                  </a:lnTo>
                  <a:lnTo>
                    <a:pt x="74240" y="154319"/>
                  </a:lnTo>
                  <a:lnTo>
                    <a:pt x="73791" y="153870"/>
                  </a:lnTo>
                  <a:lnTo>
                    <a:pt x="76037" y="150277"/>
                  </a:lnTo>
                  <a:lnTo>
                    <a:pt x="79629" y="152373"/>
                  </a:lnTo>
                  <a:lnTo>
                    <a:pt x="83221" y="154169"/>
                  </a:lnTo>
                  <a:lnTo>
                    <a:pt x="87113" y="155666"/>
                  </a:lnTo>
                  <a:lnTo>
                    <a:pt x="91004" y="156863"/>
                  </a:lnTo>
                  <a:lnTo>
                    <a:pt x="90256" y="161054"/>
                  </a:lnTo>
                  <a:lnTo>
                    <a:pt x="89508" y="161204"/>
                  </a:lnTo>
                  <a:lnTo>
                    <a:pt x="88909" y="161653"/>
                  </a:lnTo>
                  <a:lnTo>
                    <a:pt x="88460" y="162252"/>
                  </a:lnTo>
                  <a:lnTo>
                    <a:pt x="88161" y="163150"/>
                  </a:lnTo>
                  <a:lnTo>
                    <a:pt x="88310" y="163599"/>
                  </a:lnTo>
                  <a:lnTo>
                    <a:pt x="88310" y="164048"/>
                  </a:lnTo>
                  <a:lnTo>
                    <a:pt x="88909" y="164646"/>
                  </a:lnTo>
                  <a:lnTo>
                    <a:pt x="89508" y="165245"/>
                  </a:lnTo>
                  <a:lnTo>
                    <a:pt x="89957" y="165395"/>
                  </a:lnTo>
                  <a:lnTo>
                    <a:pt x="90855" y="165395"/>
                  </a:lnTo>
                  <a:lnTo>
                    <a:pt x="91304" y="165245"/>
                  </a:lnTo>
                  <a:lnTo>
                    <a:pt x="91903" y="164796"/>
                  </a:lnTo>
                  <a:lnTo>
                    <a:pt x="92501" y="164048"/>
                  </a:lnTo>
                  <a:lnTo>
                    <a:pt x="92651" y="163599"/>
                  </a:lnTo>
                  <a:lnTo>
                    <a:pt x="92651" y="163150"/>
                  </a:lnTo>
                  <a:lnTo>
                    <a:pt x="92501" y="162551"/>
                  </a:lnTo>
                  <a:lnTo>
                    <a:pt x="92202" y="161952"/>
                  </a:lnTo>
                  <a:lnTo>
                    <a:pt x="91903" y="161503"/>
                  </a:lnTo>
                  <a:lnTo>
                    <a:pt x="91304" y="161204"/>
                  </a:lnTo>
                  <a:lnTo>
                    <a:pt x="92052" y="157163"/>
                  </a:lnTo>
                  <a:lnTo>
                    <a:pt x="94297" y="157612"/>
                  </a:lnTo>
                  <a:lnTo>
                    <a:pt x="96692" y="158061"/>
                  </a:lnTo>
                  <a:lnTo>
                    <a:pt x="99087" y="174376"/>
                  </a:lnTo>
                  <a:lnTo>
                    <a:pt x="94746" y="173927"/>
                  </a:lnTo>
                  <a:lnTo>
                    <a:pt x="90406" y="173178"/>
                  </a:lnTo>
                  <a:lnTo>
                    <a:pt x="90106" y="167341"/>
                  </a:lnTo>
                  <a:lnTo>
                    <a:pt x="87562" y="172430"/>
                  </a:lnTo>
                  <a:lnTo>
                    <a:pt x="85167" y="171831"/>
                  </a:lnTo>
                  <a:lnTo>
                    <a:pt x="82772" y="171083"/>
                  </a:lnTo>
                  <a:lnTo>
                    <a:pt x="78132" y="169286"/>
                  </a:lnTo>
                  <a:lnTo>
                    <a:pt x="73642" y="167341"/>
                  </a:lnTo>
                  <a:lnTo>
                    <a:pt x="69301" y="164946"/>
                  </a:lnTo>
                  <a:lnTo>
                    <a:pt x="70798" y="159557"/>
                  </a:lnTo>
                  <a:lnTo>
                    <a:pt x="66906" y="163449"/>
                  </a:lnTo>
                  <a:lnTo>
                    <a:pt x="64362" y="161803"/>
                  </a:lnTo>
                  <a:lnTo>
                    <a:pt x="61967" y="160006"/>
                  </a:lnTo>
                  <a:lnTo>
                    <a:pt x="59722" y="158210"/>
                  </a:lnTo>
                  <a:lnTo>
                    <a:pt x="57476" y="156264"/>
                  </a:lnTo>
                  <a:lnTo>
                    <a:pt x="70499" y="146386"/>
                  </a:lnTo>
                  <a:close/>
                  <a:moveTo>
                    <a:pt x="139650" y="145637"/>
                  </a:moveTo>
                  <a:lnTo>
                    <a:pt x="152822" y="155366"/>
                  </a:lnTo>
                  <a:lnTo>
                    <a:pt x="150427" y="157462"/>
                  </a:lnTo>
                  <a:lnTo>
                    <a:pt x="147882" y="159557"/>
                  </a:lnTo>
                  <a:lnTo>
                    <a:pt x="145338" y="161503"/>
                  </a:lnTo>
                  <a:lnTo>
                    <a:pt x="142643" y="163449"/>
                  </a:lnTo>
                  <a:lnTo>
                    <a:pt x="138602" y="159557"/>
                  </a:lnTo>
                  <a:lnTo>
                    <a:pt x="140099" y="164946"/>
                  </a:lnTo>
                  <a:lnTo>
                    <a:pt x="135758" y="167191"/>
                  </a:lnTo>
                  <a:lnTo>
                    <a:pt x="131418" y="169286"/>
                  </a:lnTo>
                  <a:lnTo>
                    <a:pt x="126778" y="171083"/>
                  </a:lnTo>
                  <a:lnTo>
                    <a:pt x="124383" y="171831"/>
                  </a:lnTo>
                  <a:lnTo>
                    <a:pt x="121988" y="172430"/>
                  </a:lnTo>
                  <a:lnTo>
                    <a:pt x="119443" y="167341"/>
                  </a:lnTo>
                  <a:lnTo>
                    <a:pt x="118994" y="173178"/>
                  </a:lnTo>
                  <a:lnTo>
                    <a:pt x="114953" y="173777"/>
                  </a:lnTo>
                  <a:lnTo>
                    <a:pt x="110912" y="174376"/>
                  </a:lnTo>
                  <a:lnTo>
                    <a:pt x="113157" y="157911"/>
                  </a:lnTo>
                  <a:lnTo>
                    <a:pt x="116300" y="157312"/>
                  </a:lnTo>
                  <a:lnTo>
                    <a:pt x="117198" y="161354"/>
                  </a:lnTo>
                  <a:lnTo>
                    <a:pt x="116450" y="161952"/>
                  </a:lnTo>
                  <a:lnTo>
                    <a:pt x="116150" y="162701"/>
                  </a:lnTo>
                  <a:lnTo>
                    <a:pt x="116001" y="163449"/>
                  </a:lnTo>
                  <a:lnTo>
                    <a:pt x="116150" y="164347"/>
                  </a:lnTo>
                  <a:lnTo>
                    <a:pt x="116450" y="164646"/>
                  </a:lnTo>
                  <a:lnTo>
                    <a:pt x="116749" y="164946"/>
                  </a:lnTo>
                  <a:lnTo>
                    <a:pt x="117498" y="165395"/>
                  </a:lnTo>
                  <a:lnTo>
                    <a:pt x="118396" y="165545"/>
                  </a:lnTo>
                  <a:lnTo>
                    <a:pt x="118695" y="165395"/>
                  </a:lnTo>
                  <a:lnTo>
                    <a:pt x="119144" y="165245"/>
                  </a:lnTo>
                  <a:lnTo>
                    <a:pt x="119593" y="165095"/>
                  </a:lnTo>
                  <a:lnTo>
                    <a:pt x="119892" y="164796"/>
                  </a:lnTo>
                  <a:lnTo>
                    <a:pt x="120341" y="164048"/>
                  </a:lnTo>
                  <a:lnTo>
                    <a:pt x="120341" y="163150"/>
                  </a:lnTo>
                  <a:lnTo>
                    <a:pt x="120341" y="162850"/>
                  </a:lnTo>
                  <a:lnTo>
                    <a:pt x="120192" y="162401"/>
                  </a:lnTo>
                  <a:lnTo>
                    <a:pt x="119743" y="161803"/>
                  </a:lnTo>
                  <a:lnTo>
                    <a:pt x="119294" y="161354"/>
                  </a:lnTo>
                  <a:lnTo>
                    <a:pt x="118695" y="161204"/>
                  </a:lnTo>
                  <a:lnTo>
                    <a:pt x="118096" y="161054"/>
                  </a:lnTo>
                  <a:lnTo>
                    <a:pt x="117348" y="157163"/>
                  </a:lnTo>
                  <a:lnTo>
                    <a:pt x="121389" y="155965"/>
                  </a:lnTo>
                  <a:lnTo>
                    <a:pt x="125281" y="154618"/>
                  </a:lnTo>
                  <a:lnTo>
                    <a:pt x="129023" y="152822"/>
                  </a:lnTo>
                  <a:lnTo>
                    <a:pt x="132615" y="150876"/>
                  </a:lnTo>
                  <a:lnTo>
                    <a:pt x="134711" y="154319"/>
                  </a:lnTo>
                  <a:lnTo>
                    <a:pt x="134261" y="155067"/>
                  </a:lnTo>
                  <a:lnTo>
                    <a:pt x="134112" y="155815"/>
                  </a:lnTo>
                  <a:lnTo>
                    <a:pt x="134411" y="156713"/>
                  </a:lnTo>
                  <a:lnTo>
                    <a:pt x="134860" y="157312"/>
                  </a:lnTo>
                  <a:lnTo>
                    <a:pt x="135160" y="157612"/>
                  </a:lnTo>
                  <a:lnTo>
                    <a:pt x="135609" y="157911"/>
                  </a:lnTo>
                  <a:lnTo>
                    <a:pt x="136357" y="158061"/>
                  </a:lnTo>
                  <a:lnTo>
                    <a:pt x="137255" y="157911"/>
                  </a:lnTo>
                  <a:lnTo>
                    <a:pt x="137554" y="157612"/>
                  </a:lnTo>
                  <a:lnTo>
                    <a:pt x="138003" y="157312"/>
                  </a:lnTo>
                  <a:lnTo>
                    <a:pt x="138153" y="157013"/>
                  </a:lnTo>
                  <a:lnTo>
                    <a:pt x="138452" y="156564"/>
                  </a:lnTo>
                  <a:lnTo>
                    <a:pt x="138602" y="155815"/>
                  </a:lnTo>
                  <a:lnTo>
                    <a:pt x="138452" y="154917"/>
                  </a:lnTo>
                  <a:lnTo>
                    <a:pt x="138303" y="154618"/>
                  </a:lnTo>
                  <a:lnTo>
                    <a:pt x="138003" y="154319"/>
                  </a:lnTo>
                  <a:lnTo>
                    <a:pt x="137405" y="153870"/>
                  </a:lnTo>
                  <a:lnTo>
                    <a:pt x="136806" y="153570"/>
                  </a:lnTo>
                  <a:lnTo>
                    <a:pt x="136207" y="153570"/>
                  </a:lnTo>
                  <a:lnTo>
                    <a:pt x="135609" y="153720"/>
                  </a:lnTo>
                  <a:lnTo>
                    <a:pt x="133513" y="150277"/>
                  </a:lnTo>
                  <a:lnTo>
                    <a:pt x="136656" y="148182"/>
                  </a:lnTo>
                  <a:lnTo>
                    <a:pt x="139650" y="145637"/>
                  </a:lnTo>
                  <a:close/>
                  <a:moveTo>
                    <a:pt x="67954" y="163748"/>
                  </a:moveTo>
                  <a:lnTo>
                    <a:pt x="68553" y="163898"/>
                  </a:lnTo>
                  <a:lnTo>
                    <a:pt x="68403" y="164497"/>
                  </a:lnTo>
                  <a:lnTo>
                    <a:pt x="68104" y="165395"/>
                  </a:lnTo>
                  <a:lnTo>
                    <a:pt x="65110" y="176172"/>
                  </a:lnTo>
                  <a:lnTo>
                    <a:pt x="62117" y="174376"/>
                  </a:lnTo>
                  <a:lnTo>
                    <a:pt x="58973" y="172430"/>
                  </a:lnTo>
                  <a:lnTo>
                    <a:pt x="58973" y="172430"/>
                  </a:lnTo>
                  <a:lnTo>
                    <a:pt x="60320" y="173178"/>
                  </a:lnTo>
                  <a:lnTo>
                    <a:pt x="61218" y="173627"/>
                  </a:lnTo>
                  <a:lnTo>
                    <a:pt x="62117" y="173927"/>
                  </a:lnTo>
                  <a:lnTo>
                    <a:pt x="62117" y="173777"/>
                  </a:lnTo>
                  <a:lnTo>
                    <a:pt x="60320" y="172729"/>
                  </a:lnTo>
                  <a:lnTo>
                    <a:pt x="59273" y="172130"/>
                  </a:lnTo>
                  <a:lnTo>
                    <a:pt x="60021" y="171532"/>
                  </a:lnTo>
                  <a:lnTo>
                    <a:pt x="61218" y="172130"/>
                  </a:lnTo>
                  <a:lnTo>
                    <a:pt x="61967" y="172579"/>
                  </a:lnTo>
                  <a:lnTo>
                    <a:pt x="62865" y="173028"/>
                  </a:lnTo>
                  <a:lnTo>
                    <a:pt x="63015" y="172879"/>
                  </a:lnTo>
                  <a:lnTo>
                    <a:pt x="62117" y="172280"/>
                  </a:lnTo>
                  <a:lnTo>
                    <a:pt x="61368" y="171981"/>
                  </a:lnTo>
                  <a:lnTo>
                    <a:pt x="60171" y="171382"/>
                  </a:lnTo>
                  <a:lnTo>
                    <a:pt x="60769" y="170634"/>
                  </a:lnTo>
                  <a:lnTo>
                    <a:pt x="61967" y="171382"/>
                  </a:lnTo>
                  <a:lnTo>
                    <a:pt x="62715" y="171681"/>
                  </a:lnTo>
                  <a:lnTo>
                    <a:pt x="63314" y="171831"/>
                  </a:lnTo>
                  <a:lnTo>
                    <a:pt x="63464" y="171831"/>
                  </a:lnTo>
                  <a:lnTo>
                    <a:pt x="63314" y="171681"/>
                  </a:lnTo>
                  <a:lnTo>
                    <a:pt x="61817" y="170933"/>
                  </a:lnTo>
                  <a:lnTo>
                    <a:pt x="60919" y="170484"/>
                  </a:lnTo>
                  <a:lnTo>
                    <a:pt x="61817" y="169586"/>
                  </a:lnTo>
                  <a:lnTo>
                    <a:pt x="62865" y="170185"/>
                  </a:lnTo>
                  <a:lnTo>
                    <a:pt x="63613" y="170634"/>
                  </a:lnTo>
                  <a:lnTo>
                    <a:pt x="64362" y="170783"/>
                  </a:lnTo>
                  <a:lnTo>
                    <a:pt x="64511" y="170783"/>
                  </a:lnTo>
                  <a:lnTo>
                    <a:pt x="63763" y="170334"/>
                  </a:lnTo>
                  <a:lnTo>
                    <a:pt x="63015" y="169885"/>
                  </a:lnTo>
                  <a:lnTo>
                    <a:pt x="62117" y="169436"/>
                  </a:lnTo>
                  <a:lnTo>
                    <a:pt x="62715" y="168837"/>
                  </a:lnTo>
                  <a:lnTo>
                    <a:pt x="63464" y="169286"/>
                  </a:lnTo>
                  <a:lnTo>
                    <a:pt x="64212" y="169586"/>
                  </a:lnTo>
                  <a:lnTo>
                    <a:pt x="64960" y="169885"/>
                  </a:lnTo>
                  <a:lnTo>
                    <a:pt x="64960" y="169736"/>
                  </a:lnTo>
                  <a:lnTo>
                    <a:pt x="63314" y="168837"/>
                  </a:lnTo>
                  <a:lnTo>
                    <a:pt x="62865" y="168538"/>
                  </a:lnTo>
                  <a:lnTo>
                    <a:pt x="63464" y="168089"/>
                  </a:lnTo>
                  <a:lnTo>
                    <a:pt x="63913" y="168239"/>
                  </a:lnTo>
                  <a:lnTo>
                    <a:pt x="65409" y="168987"/>
                  </a:lnTo>
                  <a:lnTo>
                    <a:pt x="65559" y="168837"/>
                  </a:lnTo>
                  <a:lnTo>
                    <a:pt x="65409" y="168837"/>
                  </a:lnTo>
                  <a:lnTo>
                    <a:pt x="64212" y="168089"/>
                  </a:lnTo>
                  <a:lnTo>
                    <a:pt x="63613" y="167790"/>
                  </a:lnTo>
                  <a:lnTo>
                    <a:pt x="64362" y="167191"/>
                  </a:lnTo>
                  <a:lnTo>
                    <a:pt x="64811" y="167490"/>
                  </a:lnTo>
                  <a:lnTo>
                    <a:pt x="65858" y="168089"/>
                  </a:lnTo>
                  <a:lnTo>
                    <a:pt x="66008" y="167939"/>
                  </a:lnTo>
                  <a:lnTo>
                    <a:pt x="65260" y="167490"/>
                  </a:lnTo>
                  <a:lnTo>
                    <a:pt x="64511" y="167041"/>
                  </a:lnTo>
                  <a:lnTo>
                    <a:pt x="65110" y="166592"/>
                  </a:lnTo>
                  <a:lnTo>
                    <a:pt x="65260" y="166592"/>
                  </a:lnTo>
                  <a:lnTo>
                    <a:pt x="65858" y="166892"/>
                  </a:lnTo>
                  <a:lnTo>
                    <a:pt x="66457" y="167041"/>
                  </a:lnTo>
                  <a:lnTo>
                    <a:pt x="65409" y="166443"/>
                  </a:lnTo>
                  <a:lnTo>
                    <a:pt x="65260" y="166293"/>
                  </a:lnTo>
                  <a:lnTo>
                    <a:pt x="65709" y="165844"/>
                  </a:lnTo>
                  <a:lnTo>
                    <a:pt x="66906" y="166293"/>
                  </a:lnTo>
                  <a:lnTo>
                    <a:pt x="67056" y="166293"/>
                  </a:lnTo>
                  <a:lnTo>
                    <a:pt x="67056" y="166143"/>
                  </a:lnTo>
                  <a:lnTo>
                    <a:pt x="66008" y="165694"/>
                  </a:lnTo>
                  <a:lnTo>
                    <a:pt x="66457" y="165095"/>
                  </a:lnTo>
                  <a:lnTo>
                    <a:pt x="66607" y="165245"/>
                  </a:lnTo>
                  <a:lnTo>
                    <a:pt x="67056" y="165395"/>
                  </a:lnTo>
                  <a:lnTo>
                    <a:pt x="67655" y="165545"/>
                  </a:lnTo>
                  <a:lnTo>
                    <a:pt x="67655" y="165395"/>
                  </a:lnTo>
                  <a:lnTo>
                    <a:pt x="66906" y="164946"/>
                  </a:lnTo>
                  <a:lnTo>
                    <a:pt x="66607" y="164946"/>
                  </a:lnTo>
                  <a:lnTo>
                    <a:pt x="66906" y="164646"/>
                  </a:lnTo>
                  <a:lnTo>
                    <a:pt x="67206" y="164497"/>
                  </a:lnTo>
                  <a:lnTo>
                    <a:pt x="67954" y="164646"/>
                  </a:lnTo>
                  <a:lnTo>
                    <a:pt x="67954" y="164497"/>
                  </a:lnTo>
                  <a:lnTo>
                    <a:pt x="67355" y="164197"/>
                  </a:lnTo>
                  <a:lnTo>
                    <a:pt x="67655" y="163898"/>
                  </a:lnTo>
                  <a:lnTo>
                    <a:pt x="67954" y="163748"/>
                  </a:lnTo>
                  <a:close/>
                  <a:moveTo>
                    <a:pt x="141446" y="163748"/>
                  </a:moveTo>
                  <a:lnTo>
                    <a:pt x="141745" y="163898"/>
                  </a:lnTo>
                  <a:lnTo>
                    <a:pt x="142045" y="164197"/>
                  </a:lnTo>
                  <a:lnTo>
                    <a:pt x="141446" y="164497"/>
                  </a:lnTo>
                  <a:lnTo>
                    <a:pt x="141446" y="164646"/>
                  </a:lnTo>
                  <a:lnTo>
                    <a:pt x="142194" y="164497"/>
                  </a:lnTo>
                  <a:lnTo>
                    <a:pt x="142494" y="164646"/>
                  </a:lnTo>
                  <a:lnTo>
                    <a:pt x="142793" y="164946"/>
                  </a:lnTo>
                  <a:lnTo>
                    <a:pt x="142643" y="164946"/>
                  </a:lnTo>
                  <a:lnTo>
                    <a:pt x="141745" y="165395"/>
                  </a:lnTo>
                  <a:lnTo>
                    <a:pt x="141895" y="165545"/>
                  </a:lnTo>
                  <a:lnTo>
                    <a:pt x="142344" y="165395"/>
                  </a:lnTo>
                  <a:lnTo>
                    <a:pt x="142793" y="165245"/>
                  </a:lnTo>
                  <a:lnTo>
                    <a:pt x="142943" y="165095"/>
                  </a:lnTo>
                  <a:lnTo>
                    <a:pt x="143542" y="165694"/>
                  </a:lnTo>
                  <a:lnTo>
                    <a:pt x="142344" y="166143"/>
                  </a:lnTo>
                  <a:lnTo>
                    <a:pt x="142344" y="166293"/>
                  </a:lnTo>
                  <a:lnTo>
                    <a:pt x="142494" y="166293"/>
                  </a:lnTo>
                  <a:lnTo>
                    <a:pt x="143691" y="165844"/>
                  </a:lnTo>
                  <a:lnTo>
                    <a:pt x="144140" y="166293"/>
                  </a:lnTo>
                  <a:lnTo>
                    <a:pt x="143991" y="166443"/>
                  </a:lnTo>
                  <a:lnTo>
                    <a:pt x="142943" y="167041"/>
                  </a:lnTo>
                  <a:lnTo>
                    <a:pt x="143093" y="167041"/>
                  </a:lnTo>
                  <a:lnTo>
                    <a:pt x="143542" y="166892"/>
                  </a:lnTo>
                  <a:lnTo>
                    <a:pt x="144140" y="166592"/>
                  </a:lnTo>
                  <a:lnTo>
                    <a:pt x="144440" y="166592"/>
                  </a:lnTo>
                  <a:lnTo>
                    <a:pt x="145038" y="167041"/>
                  </a:lnTo>
                  <a:lnTo>
                    <a:pt x="144140" y="167490"/>
                  </a:lnTo>
                  <a:lnTo>
                    <a:pt x="143542" y="167939"/>
                  </a:lnTo>
                  <a:lnTo>
                    <a:pt x="143542" y="168089"/>
                  </a:lnTo>
                  <a:lnTo>
                    <a:pt x="144589" y="167490"/>
                  </a:lnTo>
                  <a:lnTo>
                    <a:pt x="145188" y="167191"/>
                  </a:lnTo>
                  <a:lnTo>
                    <a:pt x="145787" y="167790"/>
                  </a:lnTo>
                  <a:lnTo>
                    <a:pt x="145338" y="168089"/>
                  </a:lnTo>
                  <a:lnTo>
                    <a:pt x="143991" y="168837"/>
                  </a:lnTo>
                  <a:lnTo>
                    <a:pt x="143991" y="168987"/>
                  </a:lnTo>
                  <a:lnTo>
                    <a:pt x="145487" y="168239"/>
                  </a:lnTo>
                  <a:lnTo>
                    <a:pt x="145936" y="168089"/>
                  </a:lnTo>
                  <a:lnTo>
                    <a:pt x="146535" y="168538"/>
                  </a:lnTo>
                  <a:lnTo>
                    <a:pt x="146236" y="168837"/>
                  </a:lnTo>
                  <a:lnTo>
                    <a:pt x="144440" y="169736"/>
                  </a:lnTo>
                  <a:lnTo>
                    <a:pt x="144440" y="169885"/>
                  </a:lnTo>
                  <a:lnTo>
                    <a:pt x="145188" y="169586"/>
                  </a:lnTo>
                  <a:lnTo>
                    <a:pt x="145936" y="169286"/>
                  </a:lnTo>
                  <a:lnTo>
                    <a:pt x="146685" y="168837"/>
                  </a:lnTo>
                  <a:lnTo>
                    <a:pt x="147433" y="169436"/>
                  </a:lnTo>
                  <a:lnTo>
                    <a:pt x="146535" y="169885"/>
                  </a:lnTo>
                  <a:lnTo>
                    <a:pt x="145787" y="170334"/>
                  </a:lnTo>
                  <a:lnTo>
                    <a:pt x="145038" y="170783"/>
                  </a:lnTo>
                  <a:lnTo>
                    <a:pt x="145787" y="170634"/>
                  </a:lnTo>
                  <a:lnTo>
                    <a:pt x="146685" y="170185"/>
                  </a:lnTo>
                  <a:lnTo>
                    <a:pt x="147583" y="169586"/>
                  </a:lnTo>
                  <a:lnTo>
                    <a:pt x="148481" y="170484"/>
                  </a:lnTo>
                  <a:lnTo>
                    <a:pt x="147583" y="170933"/>
                  </a:lnTo>
                  <a:lnTo>
                    <a:pt x="146086" y="171681"/>
                  </a:lnTo>
                  <a:lnTo>
                    <a:pt x="146086" y="171831"/>
                  </a:lnTo>
                  <a:lnTo>
                    <a:pt x="146834" y="171681"/>
                  </a:lnTo>
                  <a:lnTo>
                    <a:pt x="147433" y="171382"/>
                  </a:lnTo>
                  <a:lnTo>
                    <a:pt x="148631" y="170634"/>
                  </a:lnTo>
                  <a:lnTo>
                    <a:pt x="149379" y="171382"/>
                  </a:lnTo>
                  <a:lnTo>
                    <a:pt x="148032" y="171981"/>
                  </a:lnTo>
                  <a:lnTo>
                    <a:pt x="147283" y="172280"/>
                  </a:lnTo>
                  <a:lnTo>
                    <a:pt x="146535" y="172879"/>
                  </a:lnTo>
                  <a:lnTo>
                    <a:pt x="146535" y="173028"/>
                  </a:lnTo>
                  <a:lnTo>
                    <a:pt x="147433" y="172579"/>
                  </a:lnTo>
                  <a:lnTo>
                    <a:pt x="148182" y="172130"/>
                  </a:lnTo>
                  <a:lnTo>
                    <a:pt x="149529" y="171532"/>
                  </a:lnTo>
                  <a:lnTo>
                    <a:pt x="150127" y="172130"/>
                  </a:lnTo>
                  <a:lnTo>
                    <a:pt x="149080" y="172729"/>
                  </a:lnTo>
                  <a:lnTo>
                    <a:pt x="147283" y="173777"/>
                  </a:lnTo>
                  <a:lnTo>
                    <a:pt x="147283" y="173927"/>
                  </a:lnTo>
                  <a:lnTo>
                    <a:pt x="147433" y="173927"/>
                  </a:lnTo>
                  <a:lnTo>
                    <a:pt x="148331" y="173627"/>
                  </a:lnTo>
                  <a:lnTo>
                    <a:pt x="149080" y="173178"/>
                  </a:lnTo>
                  <a:lnTo>
                    <a:pt x="150277" y="172430"/>
                  </a:lnTo>
                  <a:lnTo>
                    <a:pt x="147283" y="174376"/>
                  </a:lnTo>
                  <a:lnTo>
                    <a:pt x="144290" y="176172"/>
                  </a:lnTo>
                  <a:lnTo>
                    <a:pt x="141296" y="165395"/>
                  </a:lnTo>
                  <a:lnTo>
                    <a:pt x="140997" y="164347"/>
                  </a:lnTo>
                  <a:lnTo>
                    <a:pt x="140847" y="163898"/>
                  </a:lnTo>
                  <a:lnTo>
                    <a:pt x="141446" y="163748"/>
                  </a:lnTo>
                  <a:close/>
                  <a:moveTo>
                    <a:pt x="69002" y="165844"/>
                  </a:moveTo>
                  <a:lnTo>
                    <a:pt x="73342" y="168239"/>
                  </a:lnTo>
                  <a:lnTo>
                    <a:pt x="77683" y="170185"/>
                  </a:lnTo>
                  <a:lnTo>
                    <a:pt x="82323" y="171981"/>
                  </a:lnTo>
                  <a:lnTo>
                    <a:pt x="87113" y="173328"/>
                  </a:lnTo>
                  <a:lnTo>
                    <a:pt x="82024" y="183207"/>
                  </a:lnTo>
                  <a:lnTo>
                    <a:pt x="77982" y="181859"/>
                  </a:lnTo>
                  <a:lnTo>
                    <a:pt x="73791" y="180363"/>
                  </a:lnTo>
                  <a:lnTo>
                    <a:pt x="69900" y="178716"/>
                  </a:lnTo>
                  <a:lnTo>
                    <a:pt x="66008" y="176770"/>
                  </a:lnTo>
                  <a:lnTo>
                    <a:pt x="69002" y="165844"/>
                  </a:lnTo>
                  <a:close/>
                  <a:moveTo>
                    <a:pt x="140398" y="165844"/>
                  </a:moveTo>
                  <a:lnTo>
                    <a:pt x="143392" y="176621"/>
                  </a:lnTo>
                  <a:lnTo>
                    <a:pt x="139500" y="178567"/>
                  </a:lnTo>
                  <a:lnTo>
                    <a:pt x="135609" y="180363"/>
                  </a:lnTo>
                  <a:lnTo>
                    <a:pt x="131567" y="181859"/>
                  </a:lnTo>
                  <a:lnTo>
                    <a:pt x="127376" y="183207"/>
                  </a:lnTo>
                  <a:lnTo>
                    <a:pt x="122437" y="173328"/>
                  </a:lnTo>
                  <a:lnTo>
                    <a:pt x="127077" y="171981"/>
                  </a:lnTo>
                  <a:lnTo>
                    <a:pt x="131717" y="170185"/>
                  </a:lnTo>
                  <a:lnTo>
                    <a:pt x="136058" y="168239"/>
                  </a:lnTo>
                  <a:lnTo>
                    <a:pt x="140398" y="165844"/>
                  </a:lnTo>
                  <a:close/>
                  <a:moveTo>
                    <a:pt x="89358" y="172280"/>
                  </a:moveTo>
                  <a:lnTo>
                    <a:pt x="89358" y="172879"/>
                  </a:lnTo>
                  <a:lnTo>
                    <a:pt x="89508" y="173927"/>
                  </a:lnTo>
                  <a:lnTo>
                    <a:pt x="90106" y="185152"/>
                  </a:lnTo>
                  <a:lnTo>
                    <a:pt x="86514" y="184404"/>
                  </a:lnTo>
                  <a:lnTo>
                    <a:pt x="83071" y="183506"/>
                  </a:lnTo>
                  <a:lnTo>
                    <a:pt x="84568" y="183656"/>
                  </a:lnTo>
                  <a:lnTo>
                    <a:pt x="85466" y="183805"/>
                  </a:lnTo>
                  <a:lnTo>
                    <a:pt x="86364" y="183955"/>
                  </a:lnTo>
                  <a:lnTo>
                    <a:pt x="86514" y="183805"/>
                  </a:lnTo>
                  <a:lnTo>
                    <a:pt x="84419" y="183356"/>
                  </a:lnTo>
                  <a:lnTo>
                    <a:pt x="83221" y="183207"/>
                  </a:lnTo>
                  <a:lnTo>
                    <a:pt x="83670" y="182309"/>
                  </a:lnTo>
                  <a:lnTo>
                    <a:pt x="85017" y="182458"/>
                  </a:lnTo>
                  <a:lnTo>
                    <a:pt x="85915" y="182608"/>
                  </a:lnTo>
                  <a:lnTo>
                    <a:pt x="86963" y="182758"/>
                  </a:lnTo>
                  <a:lnTo>
                    <a:pt x="86963" y="182608"/>
                  </a:lnTo>
                  <a:lnTo>
                    <a:pt x="85915" y="182309"/>
                  </a:lnTo>
                  <a:lnTo>
                    <a:pt x="85017" y="182159"/>
                  </a:lnTo>
                  <a:lnTo>
                    <a:pt x="83820" y="182009"/>
                  </a:lnTo>
                  <a:lnTo>
                    <a:pt x="84119" y="181261"/>
                  </a:lnTo>
                  <a:lnTo>
                    <a:pt x="85616" y="181560"/>
                  </a:lnTo>
                  <a:lnTo>
                    <a:pt x="86963" y="181560"/>
                  </a:lnTo>
                  <a:lnTo>
                    <a:pt x="86963" y="181410"/>
                  </a:lnTo>
                  <a:lnTo>
                    <a:pt x="85317" y="181111"/>
                  </a:lnTo>
                  <a:lnTo>
                    <a:pt x="84269" y="180961"/>
                  </a:lnTo>
                  <a:lnTo>
                    <a:pt x="84868" y="179914"/>
                  </a:lnTo>
                  <a:lnTo>
                    <a:pt x="86215" y="180213"/>
                  </a:lnTo>
                  <a:lnTo>
                    <a:pt x="87712" y="180213"/>
                  </a:lnTo>
                  <a:lnTo>
                    <a:pt x="87712" y="180063"/>
                  </a:lnTo>
                  <a:lnTo>
                    <a:pt x="86813" y="179914"/>
                  </a:lnTo>
                  <a:lnTo>
                    <a:pt x="85915" y="179764"/>
                  </a:lnTo>
                  <a:lnTo>
                    <a:pt x="85017" y="179614"/>
                  </a:lnTo>
                  <a:lnTo>
                    <a:pt x="85466" y="178716"/>
                  </a:lnTo>
                  <a:lnTo>
                    <a:pt x="86364" y="179016"/>
                  </a:lnTo>
                  <a:lnTo>
                    <a:pt x="87113" y="179165"/>
                  </a:lnTo>
                  <a:lnTo>
                    <a:pt x="87861" y="179165"/>
                  </a:lnTo>
                  <a:lnTo>
                    <a:pt x="87861" y="179016"/>
                  </a:lnTo>
                  <a:lnTo>
                    <a:pt x="85915" y="178716"/>
                  </a:lnTo>
                  <a:lnTo>
                    <a:pt x="85466" y="178567"/>
                  </a:lnTo>
                  <a:lnTo>
                    <a:pt x="85915" y="177818"/>
                  </a:lnTo>
                  <a:lnTo>
                    <a:pt x="86364" y="177968"/>
                  </a:lnTo>
                  <a:lnTo>
                    <a:pt x="87113" y="177968"/>
                  </a:lnTo>
                  <a:lnTo>
                    <a:pt x="88011" y="178118"/>
                  </a:lnTo>
                  <a:lnTo>
                    <a:pt x="88011" y="177968"/>
                  </a:lnTo>
                  <a:lnTo>
                    <a:pt x="86813" y="177668"/>
                  </a:lnTo>
                  <a:lnTo>
                    <a:pt x="86065" y="177668"/>
                  </a:lnTo>
                  <a:lnTo>
                    <a:pt x="86364" y="176920"/>
                  </a:lnTo>
                  <a:lnTo>
                    <a:pt x="87262" y="177070"/>
                  </a:lnTo>
                  <a:lnTo>
                    <a:pt x="88161" y="177070"/>
                  </a:lnTo>
                  <a:lnTo>
                    <a:pt x="88161" y="176920"/>
                  </a:lnTo>
                  <a:lnTo>
                    <a:pt x="87412" y="176770"/>
                  </a:lnTo>
                  <a:lnTo>
                    <a:pt x="86514" y="176621"/>
                  </a:lnTo>
                  <a:lnTo>
                    <a:pt x="86813" y="175872"/>
                  </a:lnTo>
                  <a:lnTo>
                    <a:pt x="87562" y="176022"/>
                  </a:lnTo>
                  <a:lnTo>
                    <a:pt x="88310" y="176022"/>
                  </a:lnTo>
                  <a:lnTo>
                    <a:pt x="88310" y="175872"/>
                  </a:lnTo>
                  <a:lnTo>
                    <a:pt x="87113" y="175723"/>
                  </a:lnTo>
                  <a:lnTo>
                    <a:pt x="86963" y="175723"/>
                  </a:lnTo>
                  <a:lnTo>
                    <a:pt x="87262" y="174974"/>
                  </a:lnTo>
                  <a:lnTo>
                    <a:pt x="88610" y="175124"/>
                  </a:lnTo>
                  <a:lnTo>
                    <a:pt x="88610" y="174974"/>
                  </a:lnTo>
                  <a:lnTo>
                    <a:pt x="87412" y="174825"/>
                  </a:lnTo>
                  <a:lnTo>
                    <a:pt x="87712" y="174226"/>
                  </a:lnTo>
                  <a:lnTo>
                    <a:pt x="88011" y="174226"/>
                  </a:lnTo>
                  <a:lnTo>
                    <a:pt x="88909" y="174076"/>
                  </a:lnTo>
                  <a:lnTo>
                    <a:pt x="89059" y="174076"/>
                  </a:lnTo>
                  <a:lnTo>
                    <a:pt x="88909" y="173927"/>
                  </a:lnTo>
                  <a:lnTo>
                    <a:pt x="87861" y="173927"/>
                  </a:lnTo>
                  <a:lnTo>
                    <a:pt x="88011" y="173627"/>
                  </a:lnTo>
                  <a:lnTo>
                    <a:pt x="88161" y="173178"/>
                  </a:lnTo>
                  <a:lnTo>
                    <a:pt x="88909" y="173178"/>
                  </a:lnTo>
                  <a:lnTo>
                    <a:pt x="88909" y="173028"/>
                  </a:lnTo>
                  <a:lnTo>
                    <a:pt x="88310" y="173028"/>
                  </a:lnTo>
                  <a:lnTo>
                    <a:pt x="88460" y="172729"/>
                  </a:lnTo>
                  <a:lnTo>
                    <a:pt x="88610" y="172280"/>
                  </a:lnTo>
                  <a:close/>
                  <a:moveTo>
                    <a:pt x="120790" y="172280"/>
                  </a:moveTo>
                  <a:lnTo>
                    <a:pt x="120940" y="172729"/>
                  </a:lnTo>
                  <a:lnTo>
                    <a:pt x="121090" y="173028"/>
                  </a:lnTo>
                  <a:lnTo>
                    <a:pt x="120491" y="173028"/>
                  </a:lnTo>
                  <a:lnTo>
                    <a:pt x="120491" y="173178"/>
                  </a:lnTo>
                  <a:lnTo>
                    <a:pt x="121239" y="173178"/>
                  </a:lnTo>
                  <a:lnTo>
                    <a:pt x="121389" y="173627"/>
                  </a:lnTo>
                  <a:lnTo>
                    <a:pt x="121539" y="173927"/>
                  </a:lnTo>
                  <a:lnTo>
                    <a:pt x="120491" y="173927"/>
                  </a:lnTo>
                  <a:lnTo>
                    <a:pt x="120491" y="174076"/>
                  </a:lnTo>
                  <a:lnTo>
                    <a:pt x="121389" y="174226"/>
                  </a:lnTo>
                  <a:lnTo>
                    <a:pt x="121688" y="174226"/>
                  </a:lnTo>
                  <a:lnTo>
                    <a:pt x="121988" y="174825"/>
                  </a:lnTo>
                  <a:lnTo>
                    <a:pt x="120790" y="174974"/>
                  </a:lnTo>
                  <a:lnTo>
                    <a:pt x="120790" y="175124"/>
                  </a:lnTo>
                  <a:lnTo>
                    <a:pt x="122138" y="174974"/>
                  </a:lnTo>
                  <a:lnTo>
                    <a:pt x="122437" y="175723"/>
                  </a:lnTo>
                  <a:lnTo>
                    <a:pt x="122287" y="175723"/>
                  </a:lnTo>
                  <a:lnTo>
                    <a:pt x="121090" y="175872"/>
                  </a:lnTo>
                  <a:lnTo>
                    <a:pt x="121090" y="176022"/>
                  </a:lnTo>
                  <a:lnTo>
                    <a:pt x="121838" y="176022"/>
                  </a:lnTo>
                  <a:lnTo>
                    <a:pt x="122587" y="175872"/>
                  </a:lnTo>
                  <a:lnTo>
                    <a:pt x="122886" y="176621"/>
                  </a:lnTo>
                  <a:lnTo>
                    <a:pt x="122138" y="176770"/>
                  </a:lnTo>
                  <a:lnTo>
                    <a:pt x="121239" y="176920"/>
                  </a:lnTo>
                  <a:lnTo>
                    <a:pt x="121239" y="177070"/>
                  </a:lnTo>
                  <a:lnTo>
                    <a:pt x="122138" y="177070"/>
                  </a:lnTo>
                  <a:lnTo>
                    <a:pt x="123036" y="176920"/>
                  </a:lnTo>
                  <a:lnTo>
                    <a:pt x="123485" y="177668"/>
                  </a:lnTo>
                  <a:lnTo>
                    <a:pt x="122736" y="177668"/>
                  </a:lnTo>
                  <a:lnTo>
                    <a:pt x="121389" y="177968"/>
                  </a:lnTo>
                  <a:lnTo>
                    <a:pt x="121389" y="178118"/>
                  </a:lnTo>
                  <a:lnTo>
                    <a:pt x="122287" y="177968"/>
                  </a:lnTo>
                  <a:lnTo>
                    <a:pt x="123185" y="177968"/>
                  </a:lnTo>
                  <a:lnTo>
                    <a:pt x="123634" y="177818"/>
                  </a:lnTo>
                  <a:lnTo>
                    <a:pt x="123934" y="178567"/>
                  </a:lnTo>
                  <a:lnTo>
                    <a:pt x="123485" y="178716"/>
                  </a:lnTo>
                  <a:lnTo>
                    <a:pt x="121539" y="179016"/>
                  </a:lnTo>
                  <a:lnTo>
                    <a:pt x="121539" y="179165"/>
                  </a:lnTo>
                  <a:lnTo>
                    <a:pt x="122287" y="179165"/>
                  </a:lnTo>
                  <a:lnTo>
                    <a:pt x="123036" y="179016"/>
                  </a:lnTo>
                  <a:lnTo>
                    <a:pt x="124083" y="178716"/>
                  </a:lnTo>
                  <a:lnTo>
                    <a:pt x="124532" y="179614"/>
                  </a:lnTo>
                  <a:lnTo>
                    <a:pt x="123634" y="179764"/>
                  </a:lnTo>
                  <a:lnTo>
                    <a:pt x="122736" y="179914"/>
                  </a:lnTo>
                  <a:lnTo>
                    <a:pt x="121838" y="180063"/>
                  </a:lnTo>
                  <a:lnTo>
                    <a:pt x="121838" y="180213"/>
                  </a:lnTo>
                  <a:lnTo>
                    <a:pt x="123185" y="180213"/>
                  </a:lnTo>
                  <a:lnTo>
                    <a:pt x="124532" y="179914"/>
                  </a:lnTo>
                  <a:lnTo>
                    <a:pt x="125131" y="180961"/>
                  </a:lnTo>
                  <a:lnTo>
                    <a:pt x="124233" y="181111"/>
                  </a:lnTo>
                  <a:lnTo>
                    <a:pt x="122437" y="181410"/>
                  </a:lnTo>
                  <a:lnTo>
                    <a:pt x="122437" y="181560"/>
                  </a:lnTo>
                  <a:lnTo>
                    <a:pt x="123784" y="181560"/>
                  </a:lnTo>
                  <a:lnTo>
                    <a:pt x="125281" y="181261"/>
                  </a:lnTo>
                  <a:lnTo>
                    <a:pt x="125730" y="182009"/>
                  </a:lnTo>
                  <a:lnTo>
                    <a:pt x="124383" y="182159"/>
                  </a:lnTo>
                  <a:lnTo>
                    <a:pt x="123485" y="182309"/>
                  </a:lnTo>
                  <a:lnTo>
                    <a:pt x="122437" y="182608"/>
                  </a:lnTo>
                  <a:lnTo>
                    <a:pt x="122437" y="182758"/>
                  </a:lnTo>
                  <a:lnTo>
                    <a:pt x="122587" y="182758"/>
                  </a:lnTo>
                  <a:lnTo>
                    <a:pt x="123485" y="182608"/>
                  </a:lnTo>
                  <a:lnTo>
                    <a:pt x="124383" y="182458"/>
                  </a:lnTo>
                  <a:lnTo>
                    <a:pt x="125730" y="182309"/>
                  </a:lnTo>
                  <a:lnTo>
                    <a:pt x="126179" y="183207"/>
                  </a:lnTo>
                  <a:lnTo>
                    <a:pt x="124981" y="183356"/>
                  </a:lnTo>
                  <a:lnTo>
                    <a:pt x="123036" y="183805"/>
                  </a:lnTo>
                  <a:lnTo>
                    <a:pt x="122886" y="183805"/>
                  </a:lnTo>
                  <a:lnTo>
                    <a:pt x="123036" y="183955"/>
                  </a:lnTo>
                  <a:lnTo>
                    <a:pt x="123934" y="183805"/>
                  </a:lnTo>
                  <a:lnTo>
                    <a:pt x="124832" y="183656"/>
                  </a:lnTo>
                  <a:lnTo>
                    <a:pt x="126329" y="183506"/>
                  </a:lnTo>
                  <a:lnTo>
                    <a:pt x="126478" y="183506"/>
                  </a:lnTo>
                  <a:lnTo>
                    <a:pt x="122886" y="184404"/>
                  </a:lnTo>
                  <a:lnTo>
                    <a:pt x="119294" y="185152"/>
                  </a:lnTo>
                  <a:lnTo>
                    <a:pt x="120042" y="173927"/>
                  </a:lnTo>
                  <a:lnTo>
                    <a:pt x="120042" y="172879"/>
                  </a:lnTo>
                  <a:lnTo>
                    <a:pt x="120042" y="172280"/>
                  </a:lnTo>
                  <a:close/>
                  <a:moveTo>
                    <a:pt x="90406" y="174076"/>
                  </a:moveTo>
                  <a:lnTo>
                    <a:pt x="94746" y="174825"/>
                  </a:lnTo>
                  <a:lnTo>
                    <a:pt x="99237" y="175274"/>
                  </a:lnTo>
                  <a:lnTo>
                    <a:pt x="100883" y="186350"/>
                  </a:lnTo>
                  <a:lnTo>
                    <a:pt x="95944" y="185901"/>
                  </a:lnTo>
                  <a:lnTo>
                    <a:pt x="91154" y="185302"/>
                  </a:lnTo>
                  <a:lnTo>
                    <a:pt x="90406" y="174076"/>
                  </a:lnTo>
                  <a:close/>
                  <a:moveTo>
                    <a:pt x="118994" y="174076"/>
                  </a:moveTo>
                  <a:lnTo>
                    <a:pt x="118246" y="185302"/>
                  </a:lnTo>
                  <a:lnTo>
                    <a:pt x="113756" y="185901"/>
                  </a:lnTo>
                  <a:lnTo>
                    <a:pt x="109265" y="186350"/>
                  </a:lnTo>
                  <a:lnTo>
                    <a:pt x="110762" y="175274"/>
                  </a:lnTo>
                  <a:lnTo>
                    <a:pt x="114953" y="174825"/>
                  </a:lnTo>
                  <a:lnTo>
                    <a:pt x="118994" y="174076"/>
                  </a:lnTo>
                  <a:close/>
                  <a:moveTo>
                    <a:pt x="15716" y="108218"/>
                  </a:moveTo>
                  <a:lnTo>
                    <a:pt x="19608" y="108816"/>
                  </a:lnTo>
                  <a:lnTo>
                    <a:pt x="20057" y="113905"/>
                  </a:lnTo>
                  <a:lnTo>
                    <a:pt x="20805" y="118845"/>
                  </a:lnTo>
                  <a:lnTo>
                    <a:pt x="21703" y="123635"/>
                  </a:lnTo>
                  <a:lnTo>
                    <a:pt x="22901" y="128424"/>
                  </a:lnTo>
                  <a:lnTo>
                    <a:pt x="24398" y="133064"/>
                  </a:lnTo>
                  <a:lnTo>
                    <a:pt x="26194" y="137555"/>
                  </a:lnTo>
                  <a:lnTo>
                    <a:pt x="28140" y="141895"/>
                  </a:lnTo>
                  <a:lnTo>
                    <a:pt x="30385" y="146236"/>
                  </a:lnTo>
                  <a:lnTo>
                    <a:pt x="32780" y="150277"/>
                  </a:lnTo>
                  <a:lnTo>
                    <a:pt x="35474" y="154319"/>
                  </a:lnTo>
                  <a:lnTo>
                    <a:pt x="38318" y="158061"/>
                  </a:lnTo>
                  <a:lnTo>
                    <a:pt x="41461" y="161653"/>
                  </a:lnTo>
                  <a:lnTo>
                    <a:pt x="44754" y="165095"/>
                  </a:lnTo>
                  <a:lnTo>
                    <a:pt x="48196" y="168388"/>
                  </a:lnTo>
                  <a:lnTo>
                    <a:pt x="51938" y="171382"/>
                  </a:lnTo>
                  <a:lnTo>
                    <a:pt x="55680" y="174376"/>
                  </a:lnTo>
                  <a:lnTo>
                    <a:pt x="56129" y="174675"/>
                  </a:lnTo>
                  <a:lnTo>
                    <a:pt x="57177" y="175573"/>
                  </a:lnTo>
                  <a:lnTo>
                    <a:pt x="58375" y="176321"/>
                  </a:lnTo>
                  <a:lnTo>
                    <a:pt x="61218" y="177968"/>
                  </a:lnTo>
                  <a:lnTo>
                    <a:pt x="64661" y="179764"/>
                  </a:lnTo>
                  <a:lnTo>
                    <a:pt x="64960" y="179914"/>
                  </a:lnTo>
                  <a:lnTo>
                    <a:pt x="64960" y="180063"/>
                  </a:lnTo>
                  <a:lnTo>
                    <a:pt x="65110" y="180063"/>
                  </a:lnTo>
                  <a:lnTo>
                    <a:pt x="68852" y="181859"/>
                  </a:lnTo>
                  <a:lnTo>
                    <a:pt x="72594" y="183656"/>
                  </a:lnTo>
                  <a:lnTo>
                    <a:pt x="76486" y="185003"/>
                  </a:lnTo>
                  <a:lnTo>
                    <a:pt x="80527" y="186350"/>
                  </a:lnTo>
                  <a:lnTo>
                    <a:pt x="80976" y="186500"/>
                  </a:lnTo>
                  <a:lnTo>
                    <a:pt x="82323" y="186949"/>
                  </a:lnTo>
                  <a:lnTo>
                    <a:pt x="83820" y="187398"/>
                  </a:lnTo>
                  <a:lnTo>
                    <a:pt x="86963" y="187996"/>
                  </a:lnTo>
                  <a:lnTo>
                    <a:pt x="90555" y="188745"/>
                  </a:lnTo>
                  <a:lnTo>
                    <a:pt x="94148" y="189194"/>
                  </a:lnTo>
                  <a:lnTo>
                    <a:pt x="97740" y="189643"/>
                  </a:lnTo>
                  <a:lnTo>
                    <a:pt x="101482" y="189792"/>
                  </a:lnTo>
                  <a:lnTo>
                    <a:pt x="102081" y="193684"/>
                  </a:lnTo>
                  <a:lnTo>
                    <a:pt x="97740" y="193534"/>
                  </a:lnTo>
                  <a:lnTo>
                    <a:pt x="93399" y="193085"/>
                  </a:lnTo>
                  <a:lnTo>
                    <a:pt x="89208" y="192487"/>
                  </a:lnTo>
                  <a:lnTo>
                    <a:pt x="85017" y="191589"/>
                  </a:lnTo>
                  <a:lnTo>
                    <a:pt x="80976" y="190541"/>
                  </a:lnTo>
                  <a:lnTo>
                    <a:pt x="76935" y="189343"/>
                  </a:lnTo>
                  <a:lnTo>
                    <a:pt x="72893" y="187996"/>
                  </a:lnTo>
                  <a:lnTo>
                    <a:pt x="69151" y="186350"/>
                  </a:lnTo>
                  <a:lnTo>
                    <a:pt x="65409" y="184554"/>
                  </a:lnTo>
                  <a:lnTo>
                    <a:pt x="61667" y="182758"/>
                  </a:lnTo>
                  <a:lnTo>
                    <a:pt x="58075" y="180662"/>
                  </a:lnTo>
                  <a:lnTo>
                    <a:pt x="54633" y="178417"/>
                  </a:lnTo>
                  <a:lnTo>
                    <a:pt x="51340" y="176022"/>
                  </a:lnTo>
                  <a:lnTo>
                    <a:pt x="48196" y="173477"/>
                  </a:lnTo>
                  <a:lnTo>
                    <a:pt x="45053" y="170783"/>
                  </a:lnTo>
                  <a:lnTo>
                    <a:pt x="42060" y="167939"/>
                  </a:lnTo>
                  <a:lnTo>
                    <a:pt x="39216" y="164946"/>
                  </a:lnTo>
                  <a:lnTo>
                    <a:pt x="36522" y="161952"/>
                  </a:lnTo>
                  <a:lnTo>
                    <a:pt x="33977" y="158809"/>
                  </a:lnTo>
                  <a:lnTo>
                    <a:pt x="31582" y="155366"/>
                  </a:lnTo>
                  <a:lnTo>
                    <a:pt x="29187" y="152073"/>
                  </a:lnTo>
                  <a:lnTo>
                    <a:pt x="27092" y="148481"/>
                  </a:lnTo>
                  <a:lnTo>
                    <a:pt x="25146" y="144889"/>
                  </a:lnTo>
                  <a:lnTo>
                    <a:pt x="23350" y="141147"/>
                  </a:lnTo>
                  <a:lnTo>
                    <a:pt x="21853" y="137255"/>
                  </a:lnTo>
                  <a:lnTo>
                    <a:pt x="20356" y="133364"/>
                  </a:lnTo>
                  <a:lnTo>
                    <a:pt x="19159" y="129322"/>
                  </a:lnTo>
                  <a:lnTo>
                    <a:pt x="18111" y="125281"/>
                  </a:lnTo>
                  <a:lnTo>
                    <a:pt x="17213" y="121090"/>
                  </a:lnTo>
                  <a:lnTo>
                    <a:pt x="16465" y="116899"/>
                  </a:lnTo>
                  <a:lnTo>
                    <a:pt x="16016" y="112558"/>
                  </a:lnTo>
                  <a:lnTo>
                    <a:pt x="15716" y="108218"/>
                  </a:lnTo>
                  <a:close/>
                  <a:moveTo>
                    <a:pt x="193684" y="107469"/>
                  </a:moveTo>
                  <a:lnTo>
                    <a:pt x="193534" y="111810"/>
                  </a:lnTo>
                  <a:lnTo>
                    <a:pt x="193085" y="116001"/>
                  </a:lnTo>
                  <a:lnTo>
                    <a:pt x="192337" y="120342"/>
                  </a:lnTo>
                  <a:lnTo>
                    <a:pt x="191588" y="124383"/>
                  </a:lnTo>
                  <a:lnTo>
                    <a:pt x="190541" y="128574"/>
                  </a:lnTo>
                  <a:lnTo>
                    <a:pt x="189343" y="132615"/>
                  </a:lnTo>
                  <a:lnTo>
                    <a:pt x="187846" y="136507"/>
                  </a:lnTo>
                  <a:lnTo>
                    <a:pt x="186350" y="140399"/>
                  </a:lnTo>
                  <a:lnTo>
                    <a:pt x="184553" y="144140"/>
                  </a:lnTo>
                  <a:lnTo>
                    <a:pt x="182608" y="147733"/>
                  </a:lnTo>
                  <a:lnTo>
                    <a:pt x="180512" y="151325"/>
                  </a:lnTo>
                  <a:lnTo>
                    <a:pt x="178267" y="154768"/>
                  </a:lnTo>
                  <a:lnTo>
                    <a:pt x="175872" y="158061"/>
                  </a:lnTo>
                  <a:lnTo>
                    <a:pt x="173477" y="161354"/>
                  </a:lnTo>
                  <a:lnTo>
                    <a:pt x="170783" y="164347"/>
                  </a:lnTo>
                  <a:lnTo>
                    <a:pt x="167939" y="167341"/>
                  </a:lnTo>
                  <a:lnTo>
                    <a:pt x="164946" y="170185"/>
                  </a:lnTo>
                  <a:lnTo>
                    <a:pt x="161952" y="172879"/>
                  </a:lnTo>
                  <a:lnTo>
                    <a:pt x="158659" y="175573"/>
                  </a:lnTo>
                  <a:lnTo>
                    <a:pt x="155366" y="177968"/>
                  </a:lnTo>
                  <a:lnTo>
                    <a:pt x="151924" y="180213"/>
                  </a:lnTo>
                  <a:lnTo>
                    <a:pt x="148481" y="182309"/>
                  </a:lnTo>
                  <a:lnTo>
                    <a:pt x="144739" y="184254"/>
                  </a:lnTo>
                  <a:lnTo>
                    <a:pt x="140997" y="186050"/>
                  </a:lnTo>
                  <a:lnTo>
                    <a:pt x="137255" y="187697"/>
                  </a:lnTo>
                  <a:lnTo>
                    <a:pt x="133214" y="189044"/>
                  </a:lnTo>
                  <a:lnTo>
                    <a:pt x="129322" y="190391"/>
                  </a:lnTo>
                  <a:lnTo>
                    <a:pt x="125131" y="191439"/>
                  </a:lnTo>
                  <a:lnTo>
                    <a:pt x="121090" y="192337"/>
                  </a:lnTo>
                  <a:lnTo>
                    <a:pt x="116899" y="192936"/>
                  </a:lnTo>
                  <a:lnTo>
                    <a:pt x="112558" y="193385"/>
                  </a:lnTo>
                  <a:lnTo>
                    <a:pt x="108217" y="193684"/>
                  </a:lnTo>
                  <a:lnTo>
                    <a:pt x="108816" y="189792"/>
                  </a:lnTo>
                  <a:lnTo>
                    <a:pt x="112109" y="189493"/>
                  </a:lnTo>
                  <a:lnTo>
                    <a:pt x="115552" y="189194"/>
                  </a:lnTo>
                  <a:lnTo>
                    <a:pt x="118845" y="188745"/>
                  </a:lnTo>
                  <a:lnTo>
                    <a:pt x="122138" y="187996"/>
                  </a:lnTo>
                  <a:lnTo>
                    <a:pt x="125430" y="187398"/>
                  </a:lnTo>
                  <a:lnTo>
                    <a:pt x="127077" y="186949"/>
                  </a:lnTo>
                  <a:lnTo>
                    <a:pt x="128424" y="186500"/>
                  </a:lnTo>
                  <a:lnTo>
                    <a:pt x="128873" y="186350"/>
                  </a:lnTo>
                  <a:lnTo>
                    <a:pt x="132615" y="185152"/>
                  </a:lnTo>
                  <a:lnTo>
                    <a:pt x="136357" y="183805"/>
                  </a:lnTo>
                  <a:lnTo>
                    <a:pt x="139949" y="182309"/>
                  </a:lnTo>
                  <a:lnTo>
                    <a:pt x="143392" y="180512"/>
                  </a:lnTo>
                  <a:lnTo>
                    <a:pt x="144290" y="180063"/>
                  </a:lnTo>
                  <a:lnTo>
                    <a:pt x="144889" y="179764"/>
                  </a:lnTo>
                  <a:lnTo>
                    <a:pt x="148182" y="177968"/>
                  </a:lnTo>
                  <a:lnTo>
                    <a:pt x="151025" y="176321"/>
                  </a:lnTo>
                  <a:lnTo>
                    <a:pt x="152223" y="175573"/>
                  </a:lnTo>
                  <a:lnTo>
                    <a:pt x="153420" y="174675"/>
                  </a:lnTo>
                  <a:lnTo>
                    <a:pt x="153869" y="174376"/>
                  </a:lnTo>
                  <a:lnTo>
                    <a:pt x="153720" y="174226"/>
                  </a:lnTo>
                  <a:lnTo>
                    <a:pt x="156863" y="171981"/>
                  </a:lnTo>
                  <a:lnTo>
                    <a:pt x="160006" y="169436"/>
                  </a:lnTo>
                  <a:lnTo>
                    <a:pt x="161952" y="167790"/>
                  </a:lnTo>
                  <a:lnTo>
                    <a:pt x="164047" y="165694"/>
                  </a:lnTo>
                  <a:lnTo>
                    <a:pt x="165993" y="163748"/>
                  </a:lnTo>
                  <a:lnTo>
                    <a:pt x="168089" y="161503"/>
                  </a:lnTo>
                  <a:lnTo>
                    <a:pt x="169885" y="159408"/>
                  </a:lnTo>
                  <a:lnTo>
                    <a:pt x="170633" y="158510"/>
                  </a:lnTo>
                  <a:lnTo>
                    <a:pt x="172579" y="156115"/>
                  </a:lnTo>
                  <a:lnTo>
                    <a:pt x="173777" y="154468"/>
                  </a:lnTo>
                  <a:lnTo>
                    <a:pt x="174226" y="153870"/>
                  </a:lnTo>
                  <a:lnTo>
                    <a:pt x="175872" y="151325"/>
                  </a:lnTo>
                  <a:lnTo>
                    <a:pt x="177519" y="148781"/>
                  </a:lnTo>
                  <a:lnTo>
                    <a:pt x="179015" y="146236"/>
                  </a:lnTo>
                  <a:lnTo>
                    <a:pt x="180362" y="143542"/>
                  </a:lnTo>
                  <a:lnTo>
                    <a:pt x="181710" y="140848"/>
                  </a:lnTo>
                  <a:lnTo>
                    <a:pt x="183057" y="138153"/>
                  </a:lnTo>
                  <a:lnTo>
                    <a:pt x="184104" y="135309"/>
                  </a:lnTo>
                  <a:lnTo>
                    <a:pt x="185152" y="132466"/>
                  </a:lnTo>
                  <a:lnTo>
                    <a:pt x="186200" y="129472"/>
                  </a:lnTo>
                  <a:lnTo>
                    <a:pt x="186948" y="126478"/>
                  </a:lnTo>
                  <a:lnTo>
                    <a:pt x="187697" y="123485"/>
                  </a:lnTo>
                  <a:lnTo>
                    <a:pt x="188295" y="120491"/>
                  </a:lnTo>
                  <a:lnTo>
                    <a:pt x="188894" y="117498"/>
                  </a:lnTo>
                  <a:lnTo>
                    <a:pt x="189343" y="114354"/>
                  </a:lnTo>
                  <a:lnTo>
                    <a:pt x="189642" y="111211"/>
                  </a:lnTo>
                  <a:lnTo>
                    <a:pt x="189792" y="108068"/>
                  </a:lnTo>
                  <a:lnTo>
                    <a:pt x="193684" y="107469"/>
                  </a:lnTo>
                  <a:close/>
                  <a:moveTo>
                    <a:pt x="104925" y="105972"/>
                  </a:moveTo>
                  <a:lnTo>
                    <a:pt x="105523" y="106571"/>
                  </a:lnTo>
                  <a:lnTo>
                    <a:pt x="107020" y="108068"/>
                  </a:lnTo>
                  <a:lnTo>
                    <a:pt x="107170" y="108218"/>
                  </a:lnTo>
                  <a:lnTo>
                    <a:pt x="108217" y="109265"/>
                  </a:lnTo>
                  <a:lnTo>
                    <a:pt x="108367" y="109415"/>
                  </a:lnTo>
                  <a:lnTo>
                    <a:pt x="104925" y="109415"/>
                  </a:lnTo>
                  <a:lnTo>
                    <a:pt x="104775" y="109565"/>
                  </a:lnTo>
                  <a:lnTo>
                    <a:pt x="103278" y="109565"/>
                  </a:lnTo>
                  <a:lnTo>
                    <a:pt x="102679" y="109714"/>
                  </a:lnTo>
                  <a:lnTo>
                    <a:pt x="102530" y="109714"/>
                  </a:lnTo>
                  <a:lnTo>
                    <a:pt x="102530" y="109864"/>
                  </a:lnTo>
                  <a:lnTo>
                    <a:pt x="102530" y="110014"/>
                  </a:lnTo>
                  <a:lnTo>
                    <a:pt x="102679" y="110014"/>
                  </a:lnTo>
                  <a:lnTo>
                    <a:pt x="103877" y="110163"/>
                  </a:lnTo>
                  <a:lnTo>
                    <a:pt x="104326" y="110163"/>
                  </a:lnTo>
                  <a:lnTo>
                    <a:pt x="105523" y="110313"/>
                  </a:lnTo>
                  <a:lnTo>
                    <a:pt x="109265" y="110313"/>
                  </a:lnTo>
                  <a:lnTo>
                    <a:pt x="110612" y="111511"/>
                  </a:lnTo>
                  <a:lnTo>
                    <a:pt x="110612" y="111660"/>
                  </a:lnTo>
                  <a:lnTo>
                    <a:pt x="111361" y="112259"/>
                  </a:lnTo>
                  <a:lnTo>
                    <a:pt x="111510" y="112409"/>
                  </a:lnTo>
                  <a:lnTo>
                    <a:pt x="111959" y="112858"/>
                  </a:lnTo>
                  <a:lnTo>
                    <a:pt x="109265" y="112708"/>
                  </a:lnTo>
                  <a:lnTo>
                    <a:pt x="106571" y="112558"/>
                  </a:lnTo>
                  <a:lnTo>
                    <a:pt x="106421" y="112558"/>
                  </a:lnTo>
                  <a:lnTo>
                    <a:pt x="105673" y="112708"/>
                  </a:lnTo>
                  <a:lnTo>
                    <a:pt x="104326" y="112708"/>
                  </a:lnTo>
                  <a:lnTo>
                    <a:pt x="103278" y="112858"/>
                  </a:lnTo>
                  <a:lnTo>
                    <a:pt x="102979" y="112858"/>
                  </a:lnTo>
                  <a:lnTo>
                    <a:pt x="101781" y="113007"/>
                  </a:lnTo>
                  <a:lnTo>
                    <a:pt x="101781" y="113157"/>
                  </a:lnTo>
                  <a:lnTo>
                    <a:pt x="103727" y="113456"/>
                  </a:lnTo>
                  <a:lnTo>
                    <a:pt x="104475" y="113456"/>
                  </a:lnTo>
                  <a:lnTo>
                    <a:pt x="105673" y="113606"/>
                  </a:lnTo>
                  <a:lnTo>
                    <a:pt x="109116" y="113456"/>
                  </a:lnTo>
                  <a:lnTo>
                    <a:pt x="112408" y="113307"/>
                  </a:lnTo>
                  <a:lnTo>
                    <a:pt x="115851" y="116600"/>
                  </a:lnTo>
                  <a:lnTo>
                    <a:pt x="116599" y="117198"/>
                  </a:lnTo>
                  <a:lnTo>
                    <a:pt x="117048" y="117647"/>
                  </a:lnTo>
                  <a:lnTo>
                    <a:pt x="116749" y="119444"/>
                  </a:lnTo>
                  <a:lnTo>
                    <a:pt x="116300" y="119294"/>
                  </a:lnTo>
                  <a:lnTo>
                    <a:pt x="115552" y="119294"/>
                  </a:lnTo>
                  <a:lnTo>
                    <a:pt x="113157" y="119144"/>
                  </a:lnTo>
                  <a:lnTo>
                    <a:pt x="110762" y="119144"/>
                  </a:lnTo>
                  <a:lnTo>
                    <a:pt x="105972" y="119294"/>
                  </a:lnTo>
                  <a:lnTo>
                    <a:pt x="103577" y="119294"/>
                  </a:lnTo>
                  <a:lnTo>
                    <a:pt x="103428" y="119444"/>
                  </a:lnTo>
                  <a:lnTo>
                    <a:pt x="103428" y="119593"/>
                  </a:lnTo>
                  <a:lnTo>
                    <a:pt x="103428" y="119743"/>
                  </a:lnTo>
                  <a:lnTo>
                    <a:pt x="104625" y="119743"/>
                  </a:lnTo>
                  <a:lnTo>
                    <a:pt x="105523" y="119893"/>
                  </a:lnTo>
                  <a:lnTo>
                    <a:pt x="106721" y="119893"/>
                  </a:lnTo>
                  <a:lnTo>
                    <a:pt x="111061" y="120042"/>
                  </a:lnTo>
                  <a:lnTo>
                    <a:pt x="113307" y="120042"/>
                  </a:lnTo>
                  <a:lnTo>
                    <a:pt x="115402" y="119893"/>
                  </a:lnTo>
                  <a:lnTo>
                    <a:pt x="116150" y="119743"/>
                  </a:lnTo>
                  <a:lnTo>
                    <a:pt x="116749" y="119743"/>
                  </a:lnTo>
                  <a:lnTo>
                    <a:pt x="115851" y="126628"/>
                  </a:lnTo>
                  <a:lnTo>
                    <a:pt x="115701" y="127227"/>
                  </a:lnTo>
                  <a:lnTo>
                    <a:pt x="115552" y="127975"/>
                  </a:lnTo>
                  <a:lnTo>
                    <a:pt x="112857" y="147733"/>
                  </a:lnTo>
                  <a:lnTo>
                    <a:pt x="112708" y="149230"/>
                  </a:lnTo>
                  <a:lnTo>
                    <a:pt x="111660" y="156414"/>
                  </a:lnTo>
                  <a:lnTo>
                    <a:pt x="111510" y="158210"/>
                  </a:lnTo>
                  <a:lnTo>
                    <a:pt x="109265" y="174376"/>
                  </a:lnTo>
                  <a:lnTo>
                    <a:pt x="109116" y="175423"/>
                  </a:lnTo>
                  <a:lnTo>
                    <a:pt x="107619" y="186350"/>
                  </a:lnTo>
                  <a:lnTo>
                    <a:pt x="107170" y="189792"/>
                  </a:lnTo>
                  <a:lnTo>
                    <a:pt x="106571" y="193834"/>
                  </a:lnTo>
                  <a:lnTo>
                    <a:pt x="106122" y="197127"/>
                  </a:lnTo>
                  <a:lnTo>
                    <a:pt x="105673" y="199971"/>
                  </a:lnTo>
                  <a:lnTo>
                    <a:pt x="105224" y="203713"/>
                  </a:lnTo>
                  <a:lnTo>
                    <a:pt x="104625" y="199971"/>
                  </a:lnTo>
                  <a:lnTo>
                    <a:pt x="104176" y="197127"/>
                  </a:lnTo>
                  <a:lnTo>
                    <a:pt x="103727" y="193834"/>
                  </a:lnTo>
                  <a:lnTo>
                    <a:pt x="103128" y="189792"/>
                  </a:lnTo>
                  <a:lnTo>
                    <a:pt x="102530" y="186350"/>
                  </a:lnTo>
                  <a:lnTo>
                    <a:pt x="100883" y="175423"/>
                  </a:lnTo>
                  <a:lnTo>
                    <a:pt x="100734" y="174525"/>
                  </a:lnTo>
                  <a:lnTo>
                    <a:pt x="98339" y="158210"/>
                  </a:lnTo>
                  <a:lnTo>
                    <a:pt x="98039" y="156414"/>
                  </a:lnTo>
                  <a:lnTo>
                    <a:pt x="96992" y="149379"/>
                  </a:lnTo>
                  <a:lnTo>
                    <a:pt x="96692" y="147733"/>
                  </a:lnTo>
                  <a:lnTo>
                    <a:pt x="93848" y="128724"/>
                  </a:lnTo>
                  <a:lnTo>
                    <a:pt x="93699" y="127975"/>
                  </a:lnTo>
                  <a:lnTo>
                    <a:pt x="93699" y="127376"/>
                  </a:lnTo>
                  <a:lnTo>
                    <a:pt x="93100" y="124084"/>
                  </a:lnTo>
                  <a:lnTo>
                    <a:pt x="93100" y="123485"/>
                  </a:lnTo>
                  <a:lnTo>
                    <a:pt x="92501" y="119743"/>
                  </a:lnTo>
                  <a:lnTo>
                    <a:pt x="92501" y="119444"/>
                  </a:lnTo>
                  <a:lnTo>
                    <a:pt x="92352" y="118845"/>
                  </a:lnTo>
                  <a:lnTo>
                    <a:pt x="92651" y="118845"/>
                  </a:lnTo>
                  <a:lnTo>
                    <a:pt x="92950" y="118545"/>
                  </a:lnTo>
                  <a:lnTo>
                    <a:pt x="93549" y="117797"/>
                  </a:lnTo>
                  <a:lnTo>
                    <a:pt x="93848" y="117498"/>
                  </a:lnTo>
                  <a:lnTo>
                    <a:pt x="95495" y="115702"/>
                  </a:lnTo>
                  <a:lnTo>
                    <a:pt x="95644" y="115702"/>
                  </a:lnTo>
                  <a:lnTo>
                    <a:pt x="97141" y="113905"/>
                  </a:lnTo>
                  <a:lnTo>
                    <a:pt x="97291" y="113905"/>
                  </a:lnTo>
                  <a:lnTo>
                    <a:pt x="98937" y="112109"/>
                  </a:lnTo>
                  <a:lnTo>
                    <a:pt x="99237" y="111660"/>
                  </a:lnTo>
                  <a:lnTo>
                    <a:pt x="99386" y="112409"/>
                  </a:lnTo>
                  <a:lnTo>
                    <a:pt x="99386" y="112558"/>
                  </a:lnTo>
                  <a:lnTo>
                    <a:pt x="99386" y="113606"/>
                  </a:lnTo>
                  <a:lnTo>
                    <a:pt x="99536" y="113756"/>
                  </a:lnTo>
                  <a:lnTo>
                    <a:pt x="99686" y="113606"/>
                  </a:lnTo>
                  <a:lnTo>
                    <a:pt x="99835" y="113007"/>
                  </a:lnTo>
                  <a:lnTo>
                    <a:pt x="99835" y="112858"/>
                  </a:lnTo>
                  <a:lnTo>
                    <a:pt x="99985" y="111062"/>
                  </a:lnTo>
                  <a:lnTo>
                    <a:pt x="100584" y="110313"/>
                  </a:lnTo>
                  <a:lnTo>
                    <a:pt x="100734" y="110163"/>
                  </a:lnTo>
                  <a:lnTo>
                    <a:pt x="102230" y="108517"/>
                  </a:lnTo>
                  <a:lnTo>
                    <a:pt x="102380" y="108367"/>
                  </a:lnTo>
                  <a:lnTo>
                    <a:pt x="104176" y="106421"/>
                  </a:lnTo>
                  <a:lnTo>
                    <a:pt x="104775" y="105972"/>
                  </a:lnTo>
                  <a:close/>
                  <a:moveTo>
                    <a:pt x="103428" y="0"/>
                  </a:moveTo>
                  <a:lnTo>
                    <a:pt x="101632" y="12423"/>
                  </a:lnTo>
                  <a:lnTo>
                    <a:pt x="97141" y="12573"/>
                  </a:lnTo>
                  <a:lnTo>
                    <a:pt x="92651" y="13172"/>
                  </a:lnTo>
                  <a:lnTo>
                    <a:pt x="88161" y="13770"/>
                  </a:lnTo>
                  <a:lnTo>
                    <a:pt x="83820" y="14669"/>
                  </a:lnTo>
                  <a:lnTo>
                    <a:pt x="79629" y="15866"/>
                  </a:lnTo>
                  <a:lnTo>
                    <a:pt x="75288" y="17063"/>
                  </a:lnTo>
                  <a:lnTo>
                    <a:pt x="71247" y="18560"/>
                  </a:lnTo>
                  <a:lnTo>
                    <a:pt x="67206" y="20207"/>
                  </a:lnTo>
                  <a:lnTo>
                    <a:pt x="63314" y="22152"/>
                  </a:lnTo>
                  <a:lnTo>
                    <a:pt x="59572" y="24098"/>
                  </a:lnTo>
                  <a:lnTo>
                    <a:pt x="55830" y="26343"/>
                  </a:lnTo>
                  <a:lnTo>
                    <a:pt x="52238" y="28738"/>
                  </a:lnTo>
                  <a:lnTo>
                    <a:pt x="48795" y="31283"/>
                  </a:lnTo>
                  <a:lnTo>
                    <a:pt x="45353" y="33977"/>
                  </a:lnTo>
                  <a:lnTo>
                    <a:pt x="42209" y="36821"/>
                  </a:lnTo>
                  <a:lnTo>
                    <a:pt x="39066" y="39665"/>
                  </a:lnTo>
                  <a:lnTo>
                    <a:pt x="36072" y="42808"/>
                  </a:lnTo>
                  <a:lnTo>
                    <a:pt x="33378" y="46101"/>
                  </a:lnTo>
                  <a:lnTo>
                    <a:pt x="30684" y="49394"/>
                  </a:lnTo>
                  <a:lnTo>
                    <a:pt x="28140" y="52986"/>
                  </a:lnTo>
                  <a:lnTo>
                    <a:pt x="25894" y="56579"/>
                  </a:lnTo>
                  <a:lnTo>
                    <a:pt x="23649" y="60320"/>
                  </a:lnTo>
                  <a:lnTo>
                    <a:pt x="21703" y="64212"/>
                  </a:lnTo>
                  <a:lnTo>
                    <a:pt x="19907" y="68104"/>
                  </a:lnTo>
                  <a:lnTo>
                    <a:pt x="18261" y="72145"/>
                  </a:lnTo>
                  <a:lnTo>
                    <a:pt x="16764" y="76186"/>
                  </a:lnTo>
                  <a:lnTo>
                    <a:pt x="15567" y="80527"/>
                  </a:lnTo>
                  <a:lnTo>
                    <a:pt x="14519" y="84718"/>
                  </a:lnTo>
                  <a:lnTo>
                    <a:pt x="13621" y="89059"/>
                  </a:lnTo>
                  <a:lnTo>
                    <a:pt x="12872" y="93549"/>
                  </a:lnTo>
                  <a:lnTo>
                    <a:pt x="12573" y="98039"/>
                  </a:lnTo>
                  <a:lnTo>
                    <a:pt x="12274" y="102680"/>
                  </a:lnTo>
                  <a:lnTo>
                    <a:pt x="0" y="104476"/>
                  </a:lnTo>
                  <a:lnTo>
                    <a:pt x="0" y="106122"/>
                  </a:lnTo>
                  <a:lnTo>
                    <a:pt x="12274" y="107769"/>
                  </a:lnTo>
                  <a:lnTo>
                    <a:pt x="12573" y="112409"/>
                  </a:lnTo>
                  <a:lnTo>
                    <a:pt x="13022" y="116899"/>
                  </a:lnTo>
                  <a:lnTo>
                    <a:pt x="13770" y="121240"/>
                  </a:lnTo>
                  <a:lnTo>
                    <a:pt x="14668" y="125580"/>
                  </a:lnTo>
                  <a:lnTo>
                    <a:pt x="15716" y="129921"/>
                  </a:lnTo>
                  <a:lnTo>
                    <a:pt x="17063" y="134112"/>
                  </a:lnTo>
                  <a:lnTo>
                    <a:pt x="18560" y="138153"/>
                  </a:lnTo>
                  <a:lnTo>
                    <a:pt x="20207" y="142195"/>
                  </a:lnTo>
                  <a:lnTo>
                    <a:pt x="22003" y="146086"/>
                  </a:lnTo>
                  <a:lnTo>
                    <a:pt x="24098" y="149978"/>
                  </a:lnTo>
                  <a:lnTo>
                    <a:pt x="26343" y="153720"/>
                  </a:lnTo>
                  <a:lnTo>
                    <a:pt x="28589" y="157312"/>
                  </a:lnTo>
                  <a:lnTo>
                    <a:pt x="31133" y="160755"/>
                  </a:lnTo>
                  <a:lnTo>
                    <a:pt x="33827" y="164048"/>
                  </a:lnTo>
                  <a:lnTo>
                    <a:pt x="36671" y="167341"/>
                  </a:lnTo>
                  <a:lnTo>
                    <a:pt x="39665" y="170334"/>
                  </a:lnTo>
                  <a:lnTo>
                    <a:pt x="42808" y="173328"/>
                  </a:lnTo>
                  <a:lnTo>
                    <a:pt x="46101" y="176172"/>
                  </a:lnTo>
                  <a:lnTo>
                    <a:pt x="49394" y="178716"/>
                  </a:lnTo>
                  <a:lnTo>
                    <a:pt x="52836" y="181261"/>
                  </a:lnTo>
                  <a:lnTo>
                    <a:pt x="56578" y="183656"/>
                  </a:lnTo>
                  <a:lnTo>
                    <a:pt x="60320" y="185751"/>
                  </a:lnTo>
                  <a:lnTo>
                    <a:pt x="64062" y="187847"/>
                  </a:lnTo>
                  <a:lnTo>
                    <a:pt x="68104" y="189643"/>
                  </a:lnTo>
                  <a:lnTo>
                    <a:pt x="71995" y="191289"/>
                  </a:lnTo>
                  <a:lnTo>
                    <a:pt x="76186" y="192636"/>
                  </a:lnTo>
                  <a:lnTo>
                    <a:pt x="80377" y="193983"/>
                  </a:lnTo>
                  <a:lnTo>
                    <a:pt x="84718" y="195031"/>
                  </a:lnTo>
                  <a:lnTo>
                    <a:pt x="89059" y="195929"/>
                  </a:lnTo>
                  <a:lnTo>
                    <a:pt x="93549" y="196528"/>
                  </a:lnTo>
                  <a:lnTo>
                    <a:pt x="98039" y="196977"/>
                  </a:lnTo>
                  <a:lnTo>
                    <a:pt x="102530" y="197127"/>
                  </a:lnTo>
                  <a:lnTo>
                    <a:pt x="104475" y="209550"/>
                  </a:lnTo>
                  <a:lnTo>
                    <a:pt x="105972" y="209550"/>
                  </a:lnTo>
                  <a:lnTo>
                    <a:pt x="107768" y="197127"/>
                  </a:lnTo>
                  <a:lnTo>
                    <a:pt x="112259" y="196827"/>
                  </a:lnTo>
                  <a:lnTo>
                    <a:pt x="116749" y="196378"/>
                  </a:lnTo>
                  <a:lnTo>
                    <a:pt x="121239" y="195630"/>
                  </a:lnTo>
                  <a:lnTo>
                    <a:pt x="125580" y="194732"/>
                  </a:lnTo>
                  <a:lnTo>
                    <a:pt x="129771" y="193684"/>
                  </a:lnTo>
                  <a:lnTo>
                    <a:pt x="133962" y="192337"/>
                  </a:lnTo>
                  <a:lnTo>
                    <a:pt x="138153" y="190990"/>
                  </a:lnTo>
                  <a:lnTo>
                    <a:pt x="142194" y="189194"/>
                  </a:lnTo>
                  <a:lnTo>
                    <a:pt x="146086" y="187398"/>
                  </a:lnTo>
                  <a:lnTo>
                    <a:pt x="149828" y="185302"/>
                  </a:lnTo>
                  <a:lnTo>
                    <a:pt x="153570" y="183207"/>
                  </a:lnTo>
                  <a:lnTo>
                    <a:pt x="157162" y="180812"/>
                  </a:lnTo>
                  <a:lnTo>
                    <a:pt x="160605" y="178267"/>
                  </a:lnTo>
                  <a:lnTo>
                    <a:pt x="164047" y="175573"/>
                  </a:lnTo>
                  <a:lnTo>
                    <a:pt x="167191" y="172729"/>
                  </a:lnTo>
                  <a:lnTo>
                    <a:pt x="170334" y="169736"/>
                  </a:lnTo>
                  <a:lnTo>
                    <a:pt x="173328" y="166592"/>
                  </a:lnTo>
                  <a:lnTo>
                    <a:pt x="176022" y="163449"/>
                  </a:lnTo>
                  <a:lnTo>
                    <a:pt x="178716" y="160006"/>
                  </a:lnTo>
                  <a:lnTo>
                    <a:pt x="181260" y="156564"/>
                  </a:lnTo>
                  <a:lnTo>
                    <a:pt x="183506" y="152972"/>
                  </a:lnTo>
                  <a:lnTo>
                    <a:pt x="185751" y="149230"/>
                  </a:lnTo>
                  <a:lnTo>
                    <a:pt x="187697" y="145338"/>
                  </a:lnTo>
                  <a:lnTo>
                    <a:pt x="189493" y="141446"/>
                  </a:lnTo>
                  <a:lnTo>
                    <a:pt x="191139" y="137405"/>
                  </a:lnTo>
                  <a:lnTo>
                    <a:pt x="192636" y="133214"/>
                  </a:lnTo>
                  <a:lnTo>
                    <a:pt x="193833" y="129023"/>
                  </a:lnTo>
                  <a:lnTo>
                    <a:pt x="194881" y="124682"/>
                  </a:lnTo>
                  <a:lnTo>
                    <a:pt x="195779" y="120342"/>
                  </a:lnTo>
                  <a:lnTo>
                    <a:pt x="196378" y="116001"/>
                  </a:lnTo>
                  <a:lnTo>
                    <a:pt x="196827" y="111511"/>
                  </a:lnTo>
                  <a:lnTo>
                    <a:pt x="197126" y="106871"/>
                  </a:lnTo>
                  <a:lnTo>
                    <a:pt x="209400" y="105074"/>
                  </a:lnTo>
                  <a:lnTo>
                    <a:pt x="209400" y="103428"/>
                  </a:lnTo>
                  <a:lnTo>
                    <a:pt x="197126" y="101781"/>
                  </a:lnTo>
                  <a:lnTo>
                    <a:pt x="196827" y="97141"/>
                  </a:lnTo>
                  <a:lnTo>
                    <a:pt x="196378" y="92651"/>
                  </a:lnTo>
                  <a:lnTo>
                    <a:pt x="195630" y="88310"/>
                  </a:lnTo>
                  <a:lnTo>
                    <a:pt x="194732" y="83820"/>
                  </a:lnTo>
                  <a:lnTo>
                    <a:pt x="193684" y="79629"/>
                  </a:lnTo>
                  <a:lnTo>
                    <a:pt x="192337" y="75438"/>
                  </a:lnTo>
                  <a:lnTo>
                    <a:pt x="190840" y="71247"/>
                  </a:lnTo>
                  <a:lnTo>
                    <a:pt x="189193" y="67355"/>
                  </a:lnTo>
                  <a:lnTo>
                    <a:pt x="187397" y="63314"/>
                  </a:lnTo>
                  <a:lnTo>
                    <a:pt x="185302" y="59572"/>
                  </a:lnTo>
                  <a:lnTo>
                    <a:pt x="183057" y="55830"/>
                  </a:lnTo>
                  <a:lnTo>
                    <a:pt x="180662" y="52238"/>
                  </a:lnTo>
                  <a:lnTo>
                    <a:pt x="178267" y="48795"/>
                  </a:lnTo>
                  <a:lnTo>
                    <a:pt x="175573" y="45502"/>
                  </a:lnTo>
                  <a:lnTo>
                    <a:pt x="172729" y="42209"/>
                  </a:lnTo>
                  <a:lnTo>
                    <a:pt x="169735" y="39066"/>
                  </a:lnTo>
                  <a:lnTo>
                    <a:pt x="166592" y="36222"/>
                  </a:lnTo>
                  <a:lnTo>
                    <a:pt x="163299" y="33378"/>
                  </a:lnTo>
                  <a:lnTo>
                    <a:pt x="160006" y="30684"/>
                  </a:lnTo>
                  <a:lnTo>
                    <a:pt x="156414" y="28289"/>
                  </a:lnTo>
                  <a:lnTo>
                    <a:pt x="152822" y="25894"/>
                  </a:lnTo>
                  <a:lnTo>
                    <a:pt x="149080" y="23799"/>
                  </a:lnTo>
                  <a:lnTo>
                    <a:pt x="145338" y="21703"/>
                  </a:lnTo>
                  <a:lnTo>
                    <a:pt x="141296" y="19907"/>
                  </a:lnTo>
                  <a:lnTo>
                    <a:pt x="137405" y="18261"/>
                  </a:lnTo>
                  <a:lnTo>
                    <a:pt x="133214" y="16764"/>
                  </a:lnTo>
                  <a:lnTo>
                    <a:pt x="129023" y="15567"/>
                  </a:lnTo>
                  <a:lnTo>
                    <a:pt x="124682" y="14519"/>
                  </a:lnTo>
                  <a:lnTo>
                    <a:pt x="120341" y="13621"/>
                  </a:lnTo>
                  <a:lnTo>
                    <a:pt x="115851" y="13022"/>
                  </a:lnTo>
                  <a:lnTo>
                    <a:pt x="111361" y="12573"/>
                  </a:lnTo>
                  <a:lnTo>
                    <a:pt x="106870" y="12423"/>
                  </a:lnTo>
                  <a:lnTo>
                    <a:pt x="10492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9" name="Google Shape;839;p45"/>
            <p:cNvSpPr/>
            <p:nvPr/>
          </p:nvSpPr>
          <p:spPr>
            <a:xfrm>
              <a:off x="4088775" y="2591800"/>
              <a:ext cx="18725" cy="291900"/>
            </a:xfrm>
            <a:custGeom>
              <a:rect b="b" l="l" r="r" t="t"/>
              <a:pathLst>
                <a:path extrusionOk="0" h="11676" w="749">
                  <a:moveTo>
                    <a:pt x="299" y="1"/>
                  </a:moveTo>
                  <a:lnTo>
                    <a:pt x="299" y="151"/>
                  </a:lnTo>
                  <a:lnTo>
                    <a:pt x="0" y="4791"/>
                  </a:lnTo>
                  <a:lnTo>
                    <a:pt x="150" y="9281"/>
                  </a:lnTo>
                  <a:lnTo>
                    <a:pt x="150" y="9730"/>
                  </a:lnTo>
                  <a:lnTo>
                    <a:pt x="150" y="9880"/>
                  </a:lnTo>
                  <a:lnTo>
                    <a:pt x="150" y="10329"/>
                  </a:lnTo>
                  <a:lnTo>
                    <a:pt x="150" y="10628"/>
                  </a:lnTo>
                  <a:lnTo>
                    <a:pt x="150" y="11077"/>
                  </a:lnTo>
                  <a:lnTo>
                    <a:pt x="299" y="11526"/>
                  </a:lnTo>
                  <a:lnTo>
                    <a:pt x="299" y="11676"/>
                  </a:lnTo>
                  <a:lnTo>
                    <a:pt x="599" y="11676"/>
                  </a:lnTo>
                  <a:lnTo>
                    <a:pt x="599" y="11526"/>
                  </a:lnTo>
                  <a:lnTo>
                    <a:pt x="599" y="10927"/>
                  </a:lnTo>
                  <a:lnTo>
                    <a:pt x="599" y="10628"/>
                  </a:lnTo>
                  <a:lnTo>
                    <a:pt x="748" y="10329"/>
                  </a:lnTo>
                  <a:lnTo>
                    <a:pt x="748" y="9880"/>
                  </a:lnTo>
                  <a:lnTo>
                    <a:pt x="748" y="9730"/>
                  </a:lnTo>
                  <a:lnTo>
                    <a:pt x="748" y="9281"/>
                  </a:lnTo>
                  <a:lnTo>
                    <a:pt x="748" y="4791"/>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0" name="Google Shape;840;p45"/>
            <p:cNvSpPr/>
            <p:nvPr/>
          </p:nvSpPr>
          <p:spPr>
            <a:xfrm>
              <a:off x="4253400" y="2584325"/>
              <a:ext cx="15000" cy="276925"/>
            </a:xfrm>
            <a:custGeom>
              <a:rect b="b" l="l" r="r" t="t"/>
              <a:pathLst>
                <a:path extrusionOk="0" h="11077" w="600">
                  <a:moveTo>
                    <a:pt x="151" y="0"/>
                  </a:moveTo>
                  <a:lnTo>
                    <a:pt x="1" y="2096"/>
                  </a:lnTo>
                  <a:lnTo>
                    <a:pt x="1" y="4341"/>
                  </a:lnTo>
                  <a:lnTo>
                    <a:pt x="1" y="5389"/>
                  </a:lnTo>
                  <a:lnTo>
                    <a:pt x="1" y="6287"/>
                  </a:lnTo>
                  <a:lnTo>
                    <a:pt x="151" y="10927"/>
                  </a:lnTo>
                  <a:lnTo>
                    <a:pt x="151" y="11077"/>
                  </a:lnTo>
                  <a:lnTo>
                    <a:pt x="450" y="11077"/>
                  </a:lnTo>
                  <a:lnTo>
                    <a:pt x="450" y="10927"/>
                  </a:lnTo>
                  <a:lnTo>
                    <a:pt x="600" y="5389"/>
                  </a:lnTo>
                  <a:lnTo>
                    <a:pt x="600" y="4341"/>
                  </a:lnTo>
                  <a:lnTo>
                    <a:pt x="600" y="3293"/>
                  </a:lnTo>
                  <a:lnTo>
                    <a:pt x="600" y="1647"/>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1" name="Google Shape;841;p45"/>
            <p:cNvSpPr/>
            <p:nvPr/>
          </p:nvSpPr>
          <p:spPr>
            <a:xfrm>
              <a:off x="4328250" y="2595550"/>
              <a:ext cx="26225" cy="273200"/>
            </a:xfrm>
            <a:custGeom>
              <a:rect b="b" l="l" r="r" t="t"/>
              <a:pathLst>
                <a:path extrusionOk="0" h="10928" w="1049">
                  <a:moveTo>
                    <a:pt x="449" y="1"/>
                  </a:moveTo>
                  <a:lnTo>
                    <a:pt x="449" y="150"/>
                  </a:lnTo>
                  <a:lnTo>
                    <a:pt x="300" y="1348"/>
                  </a:lnTo>
                  <a:lnTo>
                    <a:pt x="0" y="3742"/>
                  </a:lnTo>
                  <a:lnTo>
                    <a:pt x="0" y="6137"/>
                  </a:lnTo>
                  <a:lnTo>
                    <a:pt x="150" y="8532"/>
                  </a:lnTo>
                  <a:lnTo>
                    <a:pt x="449" y="10777"/>
                  </a:lnTo>
                  <a:lnTo>
                    <a:pt x="599" y="10927"/>
                  </a:lnTo>
                  <a:lnTo>
                    <a:pt x="599" y="10777"/>
                  </a:lnTo>
                  <a:lnTo>
                    <a:pt x="899" y="8383"/>
                  </a:lnTo>
                  <a:lnTo>
                    <a:pt x="1048" y="5838"/>
                  </a:lnTo>
                  <a:lnTo>
                    <a:pt x="1048" y="3144"/>
                  </a:lnTo>
                  <a:lnTo>
                    <a:pt x="749" y="749"/>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2" name="Google Shape;842;p45"/>
            <p:cNvSpPr/>
            <p:nvPr/>
          </p:nvSpPr>
          <p:spPr>
            <a:xfrm>
              <a:off x="4410575" y="2599300"/>
              <a:ext cx="22475" cy="258200"/>
            </a:xfrm>
            <a:custGeom>
              <a:rect b="b" l="l" r="r" t="t"/>
              <a:pathLst>
                <a:path extrusionOk="0" h="10328" w="899">
                  <a:moveTo>
                    <a:pt x="300" y="0"/>
                  </a:moveTo>
                  <a:lnTo>
                    <a:pt x="300" y="150"/>
                  </a:lnTo>
                  <a:lnTo>
                    <a:pt x="150" y="2844"/>
                  </a:lnTo>
                  <a:lnTo>
                    <a:pt x="0" y="5538"/>
                  </a:lnTo>
                  <a:lnTo>
                    <a:pt x="0" y="7933"/>
                  </a:lnTo>
                  <a:lnTo>
                    <a:pt x="150" y="9131"/>
                  </a:lnTo>
                  <a:lnTo>
                    <a:pt x="449" y="10328"/>
                  </a:lnTo>
                  <a:lnTo>
                    <a:pt x="599" y="10328"/>
                  </a:lnTo>
                  <a:lnTo>
                    <a:pt x="749" y="9131"/>
                  </a:lnTo>
                  <a:lnTo>
                    <a:pt x="898" y="7933"/>
                  </a:lnTo>
                  <a:lnTo>
                    <a:pt x="898" y="5538"/>
                  </a:lnTo>
                  <a:lnTo>
                    <a:pt x="898" y="2844"/>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3" name="Google Shape;843;p45"/>
            <p:cNvSpPr/>
            <p:nvPr/>
          </p:nvSpPr>
          <p:spPr>
            <a:xfrm>
              <a:off x="4489150" y="2614250"/>
              <a:ext cx="29975" cy="243250"/>
            </a:xfrm>
            <a:custGeom>
              <a:rect b="b" l="l" r="r" t="t"/>
              <a:pathLst>
                <a:path extrusionOk="0" h="9730" w="1199">
                  <a:moveTo>
                    <a:pt x="450" y="1"/>
                  </a:moveTo>
                  <a:lnTo>
                    <a:pt x="300" y="2396"/>
                  </a:lnTo>
                  <a:lnTo>
                    <a:pt x="1" y="4940"/>
                  </a:lnTo>
                  <a:lnTo>
                    <a:pt x="1" y="7335"/>
                  </a:lnTo>
                  <a:lnTo>
                    <a:pt x="150" y="8533"/>
                  </a:lnTo>
                  <a:lnTo>
                    <a:pt x="450" y="9580"/>
                  </a:lnTo>
                  <a:lnTo>
                    <a:pt x="599" y="9730"/>
                  </a:lnTo>
                  <a:lnTo>
                    <a:pt x="749" y="9580"/>
                  </a:lnTo>
                  <a:lnTo>
                    <a:pt x="899" y="8533"/>
                  </a:lnTo>
                  <a:lnTo>
                    <a:pt x="1048" y="7335"/>
                  </a:lnTo>
                  <a:lnTo>
                    <a:pt x="1198" y="4940"/>
                  </a:lnTo>
                  <a:lnTo>
                    <a:pt x="899" y="2396"/>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4" name="Google Shape;844;p45"/>
            <p:cNvSpPr/>
            <p:nvPr/>
          </p:nvSpPr>
          <p:spPr>
            <a:xfrm>
              <a:off x="4571475" y="2621750"/>
              <a:ext cx="22475" cy="243250"/>
            </a:xfrm>
            <a:custGeom>
              <a:rect b="b" l="l" r="r" t="t"/>
              <a:pathLst>
                <a:path extrusionOk="0" h="9730" w="899">
                  <a:moveTo>
                    <a:pt x="450" y="0"/>
                  </a:moveTo>
                  <a:lnTo>
                    <a:pt x="300" y="150"/>
                  </a:lnTo>
                  <a:lnTo>
                    <a:pt x="300" y="300"/>
                  </a:lnTo>
                  <a:lnTo>
                    <a:pt x="150" y="2694"/>
                  </a:lnTo>
                  <a:lnTo>
                    <a:pt x="150" y="5239"/>
                  </a:lnTo>
                  <a:lnTo>
                    <a:pt x="1" y="7484"/>
                  </a:lnTo>
                  <a:lnTo>
                    <a:pt x="150" y="8532"/>
                  </a:lnTo>
                  <a:lnTo>
                    <a:pt x="300" y="9580"/>
                  </a:lnTo>
                  <a:lnTo>
                    <a:pt x="450" y="9729"/>
                  </a:lnTo>
                  <a:lnTo>
                    <a:pt x="599" y="9580"/>
                  </a:lnTo>
                  <a:lnTo>
                    <a:pt x="899" y="8532"/>
                  </a:lnTo>
                  <a:lnTo>
                    <a:pt x="899" y="7484"/>
                  </a:lnTo>
                  <a:lnTo>
                    <a:pt x="899" y="5239"/>
                  </a:lnTo>
                  <a:lnTo>
                    <a:pt x="899" y="2694"/>
                  </a:lnTo>
                  <a:lnTo>
                    <a:pt x="599" y="300"/>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5" name="Google Shape;845;p45"/>
            <p:cNvSpPr/>
            <p:nvPr/>
          </p:nvSpPr>
          <p:spPr>
            <a:xfrm>
              <a:off x="4653800" y="2636700"/>
              <a:ext cx="22475" cy="232050"/>
            </a:xfrm>
            <a:custGeom>
              <a:rect b="b" l="l" r="r" t="t"/>
              <a:pathLst>
                <a:path extrusionOk="0" h="9282" w="899">
                  <a:moveTo>
                    <a:pt x="150" y="1"/>
                  </a:moveTo>
                  <a:lnTo>
                    <a:pt x="0" y="2246"/>
                  </a:lnTo>
                  <a:lnTo>
                    <a:pt x="0" y="4641"/>
                  </a:lnTo>
                  <a:lnTo>
                    <a:pt x="150" y="9131"/>
                  </a:lnTo>
                  <a:lnTo>
                    <a:pt x="300" y="9281"/>
                  </a:lnTo>
                  <a:lnTo>
                    <a:pt x="599" y="9281"/>
                  </a:lnTo>
                  <a:lnTo>
                    <a:pt x="599" y="9131"/>
                  </a:lnTo>
                  <a:lnTo>
                    <a:pt x="899" y="4641"/>
                  </a:lnTo>
                  <a:lnTo>
                    <a:pt x="749" y="2246"/>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6" name="Google Shape;846;p45"/>
            <p:cNvSpPr/>
            <p:nvPr/>
          </p:nvSpPr>
          <p:spPr>
            <a:xfrm>
              <a:off x="4736125" y="2640450"/>
              <a:ext cx="22475" cy="235775"/>
            </a:xfrm>
            <a:custGeom>
              <a:rect b="b" l="l" r="r" t="t"/>
              <a:pathLst>
                <a:path extrusionOk="0" h="9431" w="899">
                  <a:moveTo>
                    <a:pt x="449" y="1"/>
                  </a:moveTo>
                  <a:lnTo>
                    <a:pt x="300" y="150"/>
                  </a:lnTo>
                  <a:lnTo>
                    <a:pt x="150" y="1198"/>
                  </a:lnTo>
                  <a:lnTo>
                    <a:pt x="0" y="2246"/>
                  </a:lnTo>
                  <a:lnTo>
                    <a:pt x="0" y="4491"/>
                  </a:lnTo>
                  <a:lnTo>
                    <a:pt x="0" y="6886"/>
                  </a:lnTo>
                  <a:lnTo>
                    <a:pt x="150" y="9281"/>
                  </a:lnTo>
                  <a:lnTo>
                    <a:pt x="150" y="9430"/>
                  </a:lnTo>
                  <a:lnTo>
                    <a:pt x="449" y="9430"/>
                  </a:lnTo>
                  <a:lnTo>
                    <a:pt x="599" y="9281"/>
                  </a:lnTo>
                  <a:lnTo>
                    <a:pt x="749" y="6886"/>
                  </a:lnTo>
                  <a:lnTo>
                    <a:pt x="898" y="4491"/>
                  </a:lnTo>
                  <a:lnTo>
                    <a:pt x="898" y="2246"/>
                  </a:lnTo>
                  <a:lnTo>
                    <a:pt x="898" y="119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7" name="Google Shape;847;p45"/>
            <p:cNvSpPr/>
            <p:nvPr/>
          </p:nvSpPr>
          <p:spPr>
            <a:xfrm>
              <a:off x="4814700" y="2659175"/>
              <a:ext cx="22475" cy="205825"/>
            </a:xfrm>
            <a:custGeom>
              <a:rect b="b" l="l" r="r" t="t"/>
              <a:pathLst>
                <a:path extrusionOk="0" h="8233" w="899">
                  <a:moveTo>
                    <a:pt x="599" y="0"/>
                  </a:moveTo>
                  <a:lnTo>
                    <a:pt x="450" y="150"/>
                  </a:lnTo>
                  <a:lnTo>
                    <a:pt x="1" y="4041"/>
                  </a:lnTo>
                  <a:lnTo>
                    <a:pt x="1" y="5987"/>
                  </a:lnTo>
                  <a:lnTo>
                    <a:pt x="150" y="7933"/>
                  </a:lnTo>
                  <a:lnTo>
                    <a:pt x="300" y="8083"/>
                  </a:lnTo>
                  <a:lnTo>
                    <a:pt x="450" y="8232"/>
                  </a:lnTo>
                  <a:lnTo>
                    <a:pt x="599" y="8083"/>
                  </a:lnTo>
                  <a:lnTo>
                    <a:pt x="749" y="7933"/>
                  </a:lnTo>
                  <a:lnTo>
                    <a:pt x="899" y="5987"/>
                  </a:lnTo>
                  <a:lnTo>
                    <a:pt x="899" y="4041"/>
                  </a:lnTo>
                  <a:lnTo>
                    <a:pt x="899" y="2096"/>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8" name="Google Shape;848;p45"/>
            <p:cNvSpPr/>
            <p:nvPr/>
          </p:nvSpPr>
          <p:spPr>
            <a:xfrm>
              <a:off x="4893275" y="2670400"/>
              <a:ext cx="29975" cy="243250"/>
            </a:xfrm>
            <a:custGeom>
              <a:rect b="b" l="l" r="r" t="t"/>
              <a:pathLst>
                <a:path extrusionOk="0" h="9730" w="1199">
                  <a:moveTo>
                    <a:pt x="600" y="0"/>
                  </a:moveTo>
                  <a:lnTo>
                    <a:pt x="450" y="150"/>
                  </a:lnTo>
                  <a:lnTo>
                    <a:pt x="151" y="2245"/>
                  </a:lnTo>
                  <a:lnTo>
                    <a:pt x="1" y="4041"/>
                  </a:lnTo>
                  <a:lnTo>
                    <a:pt x="1" y="5987"/>
                  </a:lnTo>
                  <a:lnTo>
                    <a:pt x="151" y="7783"/>
                  </a:lnTo>
                  <a:lnTo>
                    <a:pt x="300" y="9580"/>
                  </a:lnTo>
                  <a:lnTo>
                    <a:pt x="450" y="9729"/>
                  </a:lnTo>
                  <a:lnTo>
                    <a:pt x="600" y="9729"/>
                  </a:lnTo>
                  <a:lnTo>
                    <a:pt x="749" y="9580"/>
                  </a:lnTo>
                  <a:lnTo>
                    <a:pt x="1049" y="7334"/>
                  </a:lnTo>
                  <a:lnTo>
                    <a:pt x="1198" y="4939"/>
                  </a:lnTo>
                  <a:lnTo>
                    <a:pt x="1049" y="2395"/>
                  </a:lnTo>
                  <a:lnTo>
                    <a:pt x="749" y="150"/>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9" name="Google Shape;849;p45"/>
            <p:cNvSpPr/>
            <p:nvPr/>
          </p:nvSpPr>
          <p:spPr>
            <a:xfrm>
              <a:off x="4975600" y="2681625"/>
              <a:ext cx="22475" cy="194600"/>
            </a:xfrm>
            <a:custGeom>
              <a:rect b="b" l="l" r="r" t="t"/>
              <a:pathLst>
                <a:path extrusionOk="0" h="7784" w="899">
                  <a:moveTo>
                    <a:pt x="300" y="0"/>
                  </a:moveTo>
                  <a:lnTo>
                    <a:pt x="150" y="1946"/>
                  </a:lnTo>
                  <a:lnTo>
                    <a:pt x="1" y="3742"/>
                  </a:lnTo>
                  <a:lnTo>
                    <a:pt x="1" y="5688"/>
                  </a:lnTo>
                  <a:lnTo>
                    <a:pt x="300" y="7484"/>
                  </a:lnTo>
                  <a:lnTo>
                    <a:pt x="300" y="7783"/>
                  </a:lnTo>
                  <a:lnTo>
                    <a:pt x="600" y="7783"/>
                  </a:lnTo>
                  <a:lnTo>
                    <a:pt x="749" y="7484"/>
                  </a:lnTo>
                  <a:lnTo>
                    <a:pt x="899" y="5688"/>
                  </a:lnTo>
                  <a:lnTo>
                    <a:pt x="899" y="3742"/>
                  </a:lnTo>
                  <a:lnTo>
                    <a:pt x="899" y="1946"/>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0" name="Google Shape;850;p45"/>
            <p:cNvSpPr/>
            <p:nvPr/>
          </p:nvSpPr>
          <p:spPr>
            <a:xfrm>
              <a:off x="5136500" y="2700325"/>
              <a:ext cx="22500" cy="164675"/>
            </a:xfrm>
            <a:custGeom>
              <a:rect b="b" l="l" r="r" t="t"/>
              <a:pathLst>
                <a:path extrusionOk="0" h="6587" w="900">
                  <a:moveTo>
                    <a:pt x="300" y="1"/>
                  </a:moveTo>
                  <a:lnTo>
                    <a:pt x="151" y="150"/>
                  </a:lnTo>
                  <a:lnTo>
                    <a:pt x="1" y="1647"/>
                  </a:lnTo>
                  <a:lnTo>
                    <a:pt x="1" y="3293"/>
                  </a:lnTo>
                  <a:lnTo>
                    <a:pt x="1" y="4940"/>
                  </a:lnTo>
                  <a:lnTo>
                    <a:pt x="300" y="6437"/>
                  </a:lnTo>
                  <a:lnTo>
                    <a:pt x="300" y="6586"/>
                  </a:lnTo>
                  <a:lnTo>
                    <a:pt x="600" y="6586"/>
                  </a:lnTo>
                  <a:lnTo>
                    <a:pt x="749" y="6437"/>
                  </a:lnTo>
                  <a:lnTo>
                    <a:pt x="749"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1" name="Google Shape;851;p45"/>
            <p:cNvSpPr/>
            <p:nvPr/>
          </p:nvSpPr>
          <p:spPr>
            <a:xfrm>
              <a:off x="5057925" y="2692850"/>
              <a:ext cx="22475" cy="172150"/>
            </a:xfrm>
            <a:custGeom>
              <a:rect b="b" l="l" r="r" t="t"/>
              <a:pathLst>
                <a:path extrusionOk="0" h="6886" w="899">
                  <a:moveTo>
                    <a:pt x="300" y="0"/>
                  </a:moveTo>
                  <a:lnTo>
                    <a:pt x="300" y="150"/>
                  </a:lnTo>
                  <a:lnTo>
                    <a:pt x="1" y="1647"/>
                  </a:lnTo>
                  <a:lnTo>
                    <a:pt x="1" y="3293"/>
                  </a:lnTo>
                  <a:lnTo>
                    <a:pt x="1" y="4940"/>
                  </a:lnTo>
                  <a:lnTo>
                    <a:pt x="150" y="6586"/>
                  </a:lnTo>
                  <a:lnTo>
                    <a:pt x="300" y="6736"/>
                  </a:lnTo>
                  <a:lnTo>
                    <a:pt x="450" y="6885"/>
                  </a:lnTo>
                  <a:lnTo>
                    <a:pt x="599" y="6736"/>
                  </a:lnTo>
                  <a:lnTo>
                    <a:pt x="599" y="6586"/>
                  </a:lnTo>
                  <a:lnTo>
                    <a:pt x="899" y="4940"/>
                  </a:lnTo>
                  <a:lnTo>
                    <a:pt x="899" y="3293"/>
                  </a:lnTo>
                  <a:lnTo>
                    <a:pt x="749" y="1647"/>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2" name="Google Shape;852;p45"/>
            <p:cNvSpPr/>
            <p:nvPr/>
          </p:nvSpPr>
          <p:spPr>
            <a:xfrm>
              <a:off x="5218825" y="2711550"/>
              <a:ext cx="22475" cy="149700"/>
            </a:xfrm>
            <a:custGeom>
              <a:rect b="b" l="l" r="r" t="t"/>
              <a:pathLst>
                <a:path extrusionOk="0" h="5988" w="899">
                  <a:moveTo>
                    <a:pt x="450" y="1"/>
                  </a:moveTo>
                  <a:lnTo>
                    <a:pt x="300" y="150"/>
                  </a:lnTo>
                  <a:lnTo>
                    <a:pt x="1" y="1497"/>
                  </a:lnTo>
                  <a:lnTo>
                    <a:pt x="1" y="2994"/>
                  </a:lnTo>
                  <a:lnTo>
                    <a:pt x="1" y="4491"/>
                  </a:lnTo>
                  <a:lnTo>
                    <a:pt x="151" y="5838"/>
                  </a:lnTo>
                  <a:lnTo>
                    <a:pt x="300" y="5988"/>
                  </a:lnTo>
                  <a:lnTo>
                    <a:pt x="600" y="5988"/>
                  </a:lnTo>
                  <a:lnTo>
                    <a:pt x="600"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3" name="Google Shape;853;p45"/>
            <p:cNvSpPr/>
            <p:nvPr/>
          </p:nvSpPr>
          <p:spPr>
            <a:xfrm>
              <a:off x="5297425" y="2726525"/>
              <a:ext cx="26200" cy="134725"/>
            </a:xfrm>
            <a:custGeom>
              <a:rect b="b" l="l" r="r" t="t"/>
              <a:pathLst>
                <a:path extrusionOk="0" h="5389" w="1048">
                  <a:moveTo>
                    <a:pt x="300" y="0"/>
                  </a:moveTo>
                  <a:lnTo>
                    <a:pt x="300" y="150"/>
                  </a:lnTo>
                  <a:lnTo>
                    <a:pt x="0" y="1347"/>
                  </a:lnTo>
                  <a:lnTo>
                    <a:pt x="0" y="2694"/>
                  </a:lnTo>
                  <a:lnTo>
                    <a:pt x="0" y="3892"/>
                  </a:lnTo>
                  <a:lnTo>
                    <a:pt x="300" y="5089"/>
                  </a:lnTo>
                  <a:lnTo>
                    <a:pt x="300" y="5239"/>
                  </a:lnTo>
                  <a:lnTo>
                    <a:pt x="449" y="5389"/>
                  </a:lnTo>
                  <a:lnTo>
                    <a:pt x="599" y="5239"/>
                  </a:lnTo>
                  <a:lnTo>
                    <a:pt x="749" y="5089"/>
                  </a:lnTo>
                  <a:lnTo>
                    <a:pt x="898" y="3892"/>
                  </a:lnTo>
                  <a:lnTo>
                    <a:pt x="1048" y="269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4" name="Google Shape;854;p45"/>
            <p:cNvSpPr/>
            <p:nvPr/>
          </p:nvSpPr>
          <p:spPr>
            <a:xfrm>
              <a:off x="5379750" y="2734000"/>
              <a:ext cx="22475" cy="142225"/>
            </a:xfrm>
            <a:custGeom>
              <a:rect b="b" l="l" r="r" t="t"/>
              <a:pathLst>
                <a:path extrusionOk="0" h="5689" w="899">
                  <a:moveTo>
                    <a:pt x="449" y="1"/>
                  </a:moveTo>
                  <a:lnTo>
                    <a:pt x="150" y="150"/>
                  </a:lnTo>
                  <a:lnTo>
                    <a:pt x="0" y="1497"/>
                  </a:lnTo>
                  <a:lnTo>
                    <a:pt x="0" y="2994"/>
                  </a:lnTo>
                  <a:lnTo>
                    <a:pt x="0" y="4341"/>
                  </a:lnTo>
                  <a:lnTo>
                    <a:pt x="150" y="4940"/>
                  </a:lnTo>
                  <a:lnTo>
                    <a:pt x="299" y="5539"/>
                  </a:lnTo>
                  <a:lnTo>
                    <a:pt x="449" y="5688"/>
                  </a:lnTo>
                  <a:lnTo>
                    <a:pt x="599" y="5539"/>
                  </a:lnTo>
                  <a:lnTo>
                    <a:pt x="748" y="4940"/>
                  </a:lnTo>
                  <a:lnTo>
                    <a:pt x="898" y="4341"/>
                  </a:lnTo>
                  <a:lnTo>
                    <a:pt x="898" y="2994"/>
                  </a:lnTo>
                  <a:lnTo>
                    <a:pt x="748" y="1497"/>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5" name="Google Shape;855;p45"/>
            <p:cNvSpPr/>
            <p:nvPr/>
          </p:nvSpPr>
          <p:spPr>
            <a:xfrm>
              <a:off x="5458325" y="2748975"/>
              <a:ext cx="22475" cy="131000"/>
            </a:xfrm>
            <a:custGeom>
              <a:rect b="b" l="l" r="r" t="t"/>
              <a:pathLst>
                <a:path extrusionOk="0" h="5240" w="899">
                  <a:moveTo>
                    <a:pt x="300" y="0"/>
                  </a:moveTo>
                  <a:lnTo>
                    <a:pt x="300" y="150"/>
                  </a:lnTo>
                  <a:lnTo>
                    <a:pt x="150" y="1347"/>
                  </a:lnTo>
                  <a:lnTo>
                    <a:pt x="0" y="2844"/>
                  </a:lnTo>
                  <a:lnTo>
                    <a:pt x="150" y="4042"/>
                  </a:lnTo>
                  <a:lnTo>
                    <a:pt x="150" y="4640"/>
                  </a:lnTo>
                  <a:lnTo>
                    <a:pt x="449" y="5239"/>
                  </a:lnTo>
                  <a:lnTo>
                    <a:pt x="599" y="5239"/>
                  </a:lnTo>
                  <a:lnTo>
                    <a:pt x="898" y="4640"/>
                  </a:lnTo>
                  <a:lnTo>
                    <a:pt x="898" y="4042"/>
                  </a:lnTo>
                  <a:lnTo>
                    <a:pt x="898" y="284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6" name="Google Shape;856;p45"/>
            <p:cNvSpPr/>
            <p:nvPr/>
          </p:nvSpPr>
          <p:spPr>
            <a:xfrm>
              <a:off x="5536900" y="2748975"/>
              <a:ext cx="29950" cy="134725"/>
            </a:xfrm>
            <a:custGeom>
              <a:rect b="b" l="l" r="r" t="t"/>
              <a:pathLst>
                <a:path extrusionOk="0" h="5389" w="1198">
                  <a:moveTo>
                    <a:pt x="450" y="0"/>
                  </a:moveTo>
                  <a:lnTo>
                    <a:pt x="450" y="150"/>
                  </a:lnTo>
                  <a:lnTo>
                    <a:pt x="150" y="1347"/>
                  </a:lnTo>
                  <a:lnTo>
                    <a:pt x="1" y="2695"/>
                  </a:lnTo>
                  <a:lnTo>
                    <a:pt x="150" y="4042"/>
                  </a:lnTo>
                  <a:lnTo>
                    <a:pt x="150" y="4790"/>
                  </a:lnTo>
                  <a:lnTo>
                    <a:pt x="450" y="5389"/>
                  </a:lnTo>
                  <a:lnTo>
                    <a:pt x="749" y="5389"/>
                  </a:lnTo>
                  <a:lnTo>
                    <a:pt x="1048" y="4790"/>
                  </a:lnTo>
                  <a:lnTo>
                    <a:pt x="1198" y="4042"/>
                  </a:lnTo>
                  <a:lnTo>
                    <a:pt x="1198" y="2695"/>
                  </a:lnTo>
                  <a:lnTo>
                    <a:pt x="1048" y="134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7" name="Google Shape;857;p45"/>
            <p:cNvSpPr/>
            <p:nvPr/>
          </p:nvSpPr>
          <p:spPr>
            <a:xfrm>
              <a:off x="5619225" y="2767675"/>
              <a:ext cx="26225" cy="134750"/>
            </a:xfrm>
            <a:custGeom>
              <a:rect b="b" l="l" r="r" t="t"/>
              <a:pathLst>
                <a:path extrusionOk="0" h="5390" w="1049">
                  <a:moveTo>
                    <a:pt x="599" y="1"/>
                  </a:moveTo>
                  <a:lnTo>
                    <a:pt x="450" y="150"/>
                  </a:lnTo>
                  <a:lnTo>
                    <a:pt x="150" y="1348"/>
                  </a:lnTo>
                  <a:lnTo>
                    <a:pt x="0" y="2695"/>
                  </a:lnTo>
                  <a:lnTo>
                    <a:pt x="150" y="4042"/>
                  </a:lnTo>
                  <a:lnTo>
                    <a:pt x="300" y="5239"/>
                  </a:lnTo>
                  <a:lnTo>
                    <a:pt x="599" y="5389"/>
                  </a:lnTo>
                  <a:lnTo>
                    <a:pt x="749" y="5239"/>
                  </a:lnTo>
                  <a:lnTo>
                    <a:pt x="1048" y="4042"/>
                  </a:lnTo>
                  <a:lnTo>
                    <a:pt x="1048" y="2695"/>
                  </a:lnTo>
                  <a:lnTo>
                    <a:pt x="899" y="134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8" name="Google Shape;858;p45"/>
            <p:cNvSpPr/>
            <p:nvPr/>
          </p:nvSpPr>
          <p:spPr>
            <a:xfrm>
              <a:off x="5701550" y="2778900"/>
              <a:ext cx="22475" cy="108550"/>
            </a:xfrm>
            <a:custGeom>
              <a:rect b="b" l="l" r="r" t="t"/>
              <a:pathLst>
                <a:path extrusionOk="0" h="4342" w="899">
                  <a:moveTo>
                    <a:pt x="300" y="1"/>
                  </a:moveTo>
                  <a:lnTo>
                    <a:pt x="0" y="1049"/>
                  </a:lnTo>
                  <a:lnTo>
                    <a:pt x="0" y="2096"/>
                  </a:lnTo>
                  <a:lnTo>
                    <a:pt x="0" y="3144"/>
                  </a:lnTo>
                  <a:lnTo>
                    <a:pt x="150" y="3743"/>
                  </a:lnTo>
                  <a:lnTo>
                    <a:pt x="300" y="4192"/>
                  </a:lnTo>
                  <a:lnTo>
                    <a:pt x="449" y="4341"/>
                  </a:lnTo>
                  <a:lnTo>
                    <a:pt x="749" y="4192"/>
                  </a:lnTo>
                  <a:lnTo>
                    <a:pt x="898" y="3743"/>
                  </a:lnTo>
                  <a:lnTo>
                    <a:pt x="898" y="3144"/>
                  </a:lnTo>
                  <a:lnTo>
                    <a:pt x="898" y="2096"/>
                  </a:lnTo>
                  <a:lnTo>
                    <a:pt x="898" y="1049"/>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9" name="Google Shape;859;p45"/>
            <p:cNvSpPr/>
            <p:nvPr/>
          </p:nvSpPr>
          <p:spPr>
            <a:xfrm>
              <a:off x="5783875" y="2786400"/>
              <a:ext cx="22475" cy="82350"/>
            </a:xfrm>
            <a:custGeom>
              <a:rect b="b" l="l" r="r" t="t"/>
              <a:pathLst>
                <a:path extrusionOk="0" h="3294" w="899">
                  <a:moveTo>
                    <a:pt x="449" y="0"/>
                  </a:moveTo>
                  <a:lnTo>
                    <a:pt x="300" y="150"/>
                  </a:lnTo>
                  <a:lnTo>
                    <a:pt x="0" y="1647"/>
                  </a:lnTo>
                  <a:lnTo>
                    <a:pt x="0" y="2395"/>
                  </a:lnTo>
                  <a:lnTo>
                    <a:pt x="150" y="3143"/>
                  </a:lnTo>
                  <a:lnTo>
                    <a:pt x="300" y="3293"/>
                  </a:lnTo>
                  <a:lnTo>
                    <a:pt x="599" y="3293"/>
                  </a:lnTo>
                  <a:lnTo>
                    <a:pt x="749" y="3143"/>
                  </a:lnTo>
                  <a:lnTo>
                    <a:pt x="898" y="2395"/>
                  </a:lnTo>
                  <a:lnTo>
                    <a:pt x="749" y="1647"/>
                  </a:lnTo>
                  <a:lnTo>
                    <a:pt x="599" y="150"/>
                  </a:lnTo>
                  <a:lnTo>
                    <a:pt x="4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0" name="Google Shape;860;p45"/>
            <p:cNvSpPr/>
            <p:nvPr/>
          </p:nvSpPr>
          <p:spPr>
            <a:xfrm>
              <a:off x="5862450" y="2793875"/>
              <a:ext cx="22475" cy="67375"/>
            </a:xfrm>
            <a:custGeom>
              <a:rect b="b" l="l" r="r" t="t"/>
              <a:pathLst>
                <a:path extrusionOk="0" h="2695" w="899">
                  <a:moveTo>
                    <a:pt x="300" y="0"/>
                  </a:moveTo>
                  <a:lnTo>
                    <a:pt x="150" y="599"/>
                  </a:lnTo>
                  <a:lnTo>
                    <a:pt x="1" y="1348"/>
                  </a:lnTo>
                  <a:lnTo>
                    <a:pt x="150" y="1946"/>
                  </a:lnTo>
                  <a:lnTo>
                    <a:pt x="300" y="2545"/>
                  </a:lnTo>
                  <a:lnTo>
                    <a:pt x="300" y="2695"/>
                  </a:lnTo>
                  <a:lnTo>
                    <a:pt x="599" y="2695"/>
                  </a:lnTo>
                  <a:lnTo>
                    <a:pt x="749" y="2545"/>
                  </a:lnTo>
                  <a:lnTo>
                    <a:pt x="899" y="1946"/>
                  </a:lnTo>
                  <a:lnTo>
                    <a:pt x="899" y="1348"/>
                  </a:lnTo>
                  <a:lnTo>
                    <a:pt x="899" y="599"/>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1" name="Google Shape;861;p45"/>
            <p:cNvSpPr/>
            <p:nvPr/>
          </p:nvSpPr>
          <p:spPr>
            <a:xfrm>
              <a:off x="5944775" y="2808850"/>
              <a:ext cx="22475" cy="67375"/>
            </a:xfrm>
            <a:custGeom>
              <a:rect b="b" l="l" r="r" t="t"/>
              <a:pathLst>
                <a:path extrusionOk="0" h="2695" w="899">
                  <a:moveTo>
                    <a:pt x="300" y="0"/>
                  </a:moveTo>
                  <a:lnTo>
                    <a:pt x="150" y="599"/>
                  </a:lnTo>
                  <a:lnTo>
                    <a:pt x="1" y="1347"/>
                  </a:lnTo>
                  <a:lnTo>
                    <a:pt x="1" y="2096"/>
                  </a:lnTo>
                  <a:lnTo>
                    <a:pt x="150" y="2395"/>
                  </a:lnTo>
                  <a:lnTo>
                    <a:pt x="300" y="2545"/>
                  </a:lnTo>
                  <a:lnTo>
                    <a:pt x="450" y="2694"/>
                  </a:lnTo>
                  <a:lnTo>
                    <a:pt x="599" y="2545"/>
                  </a:lnTo>
                  <a:lnTo>
                    <a:pt x="749" y="2395"/>
                  </a:lnTo>
                  <a:lnTo>
                    <a:pt x="899" y="2096"/>
                  </a:lnTo>
                  <a:lnTo>
                    <a:pt x="899" y="1347"/>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2" name="Google Shape;862;p45"/>
            <p:cNvSpPr/>
            <p:nvPr/>
          </p:nvSpPr>
          <p:spPr>
            <a:xfrm>
              <a:off x="6027100" y="2812575"/>
              <a:ext cx="18725" cy="59900"/>
            </a:xfrm>
            <a:custGeom>
              <a:rect b="b" l="l" r="r" t="t"/>
              <a:pathLst>
                <a:path extrusionOk="0" h="2396" w="749">
                  <a:moveTo>
                    <a:pt x="300" y="1"/>
                  </a:moveTo>
                  <a:lnTo>
                    <a:pt x="150" y="151"/>
                  </a:lnTo>
                  <a:lnTo>
                    <a:pt x="0" y="1198"/>
                  </a:lnTo>
                  <a:lnTo>
                    <a:pt x="150" y="2246"/>
                  </a:lnTo>
                  <a:lnTo>
                    <a:pt x="150" y="2396"/>
                  </a:lnTo>
                  <a:lnTo>
                    <a:pt x="449" y="2396"/>
                  </a:lnTo>
                  <a:lnTo>
                    <a:pt x="599" y="224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cxnSp>
        <p:nvCxnSpPr>
          <p:cNvPr id="863" name="Google Shape;863;p45"/>
          <p:cNvCxnSpPr/>
          <p:nvPr/>
        </p:nvCxnSpPr>
        <p:spPr>
          <a:xfrm>
            <a:off x="6849150" y="2134753"/>
            <a:ext cx="1364700" cy="0"/>
          </a:xfrm>
          <a:prstGeom prst="straightConnector1">
            <a:avLst/>
          </a:prstGeom>
          <a:noFill/>
          <a:ln cap="flat" cmpd="sng" w="9525">
            <a:solidFill>
              <a:schemeClr val="dk1"/>
            </a:solidFill>
            <a:prstDash val="solid"/>
            <a:round/>
            <a:headEnd len="sm" w="sm" type="none"/>
            <a:tailEnd len="sm" w="sm" type="none"/>
          </a:ln>
        </p:spPr>
      </p:cxnSp>
      <p:pic>
        <p:nvPicPr>
          <p:cNvPr id="864" name="Google Shape;864;p45"/>
          <p:cNvPicPr preferRelativeResize="0"/>
          <p:nvPr/>
        </p:nvPicPr>
        <p:blipFill rotWithShape="1">
          <a:blip r:embed="rId3">
            <a:alphaModFix amt="41000"/>
          </a:blip>
          <a:srcRect b="0" l="0" r="0" t="0"/>
          <a:stretch/>
        </p:blipFill>
        <p:spPr>
          <a:xfrm rot="-703988">
            <a:off x="-1540757" y="2530473"/>
            <a:ext cx="6907361" cy="447423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1000" fill="hold"/>
                                        <p:tgtEl>
                                          <p:spTgt spid="693"/>
                                        </p:tgtEl>
                                        <p:attrNameLst>
                                          <p:attrName>r</p:attrName>
                                        </p:attrNameLst>
                                      </p:cBhvr>
                                    </p:animRo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690"/>
                                        </p:tgtEl>
                                        <p:attrNameLst>
                                          <p:attrName>style.visibility</p:attrName>
                                        </p:attrNameLst>
                                      </p:cBhvr>
                                      <p:to>
                                        <p:strVal val="visible"/>
                                      </p:to>
                                    </p:set>
                                    <p:animEffect filter="fade" transition="in">
                                      <p:cBhvr>
                                        <p:cTn dur="1000"/>
                                        <p:tgtEl>
                                          <p:spTgt spid="690"/>
                                        </p:tgtEl>
                                      </p:cBhvr>
                                    </p:animEffect>
                                  </p:childTnLst>
                                </p:cTn>
                              </p:par>
                              <p:par>
                                <p:cTn fill="hold" nodeType="withEffect" presetClass="entr" presetID="10" presetSubtype="0">
                                  <p:stCondLst>
                                    <p:cond delay="0"/>
                                  </p:stCondLst>
                                  <p:childTnLst>
                                    <p:set>
                                      <p:cBhvr>
                                        <p:cTn dur="1" fill="hold">
                                          <p:stCondLst>
                                            <p:cond delay="0"/>
                                          </p:stCondLst>
                                        </p:cTn>
                                        <p:tgtEl>
                                          <p:spTgt spid="691"/>
                                        </p:tgtEl>
                                        <p:attrNameLst>
                                          <p:attrName>style.visibility</p:attrName>
                                        </p:attrNameLst>
                                      </p:cBhvr>
                                      <p:to>
                                        <p:strVal val="visible"/>
                                      </p:to>
                                    </p:set>
                                    <p:animEffect filter="fade" transition="in">
                                      <p:cBhvr>
                                        <p:cTn dur="1000"/>
                                        <p:tgtEl>
                                          <p:spTgt spid="691"/>
                                        </p:tgtEl>
                                      </p:cBhvr>
                                    </p:animEffect>
                                  </p:childTnLst>
                                </p:cTn>
                              </p:par>
                              <p:par>
                                <p:cTn fill="hold" nodeType="withEffect" presetClass="entr" presetID="10" presetSubtype="0">
                                  <p:stCondLst>
                                    <p:cond delay="0"/>
                                  </p:stCondLst>
                                  <p:childTnLst>
                                    <p:set>
                                      <p:cBhvr>
                                        <p:cTn dur="1" fill="hold">
                                          <p:stCondLst>
                                            <p:cond delay="0"/>
                                          </p:stCondLst>
                                        </p:cTn>
                                        <p:tgtEl>
                                          <p:spTgt spid="692"/>
                                        </p:tgtEl>
                                        <p:attrNameLst>
                                          <p:attrName>style.visibility</p:attrName>
                                        </p:attrNameLst>
                                      </p:cBhvr>
                                      <p:to>
                                        <p:strVal val="visible"/>
                                      </p:to>
                                    </p:set>
                                    <p:animEffect filter="fade" transition="in">
                                      <p:cBhvr>
                                        <p:cTn dur="1000"/>
                                        <p:tgtEl>
                                          <p:spTgt spid="692"/>
                                        </p:tgtEl>
                                      </p:cBhvr>
                                    </p:animEffect>
                                  </p:childTnLst>
                                </p:cTn>
                              </p:par>
                              <p:par>
                                <p:cTn fill="hold" nodeType="withEffect" presetClass="entr" presetID="10" presetSubtype="0">
                                  <p:stCondLst>
                                    <p:cond delay="0"/>
                                  </p:stCondLst>
                                  <p:childTnLst>
                                    <p:set>
                                      <p:cBhvr>
                                        <p:cTn dur="1" fill="hold">
                                          <p:stCondLst>
                                            <p:cond delay="0"/>
                                          </p:stCondLst>
                                        </p:cTn>
                                        <p:tgtEl>
                                          <p:spTgt spid="863"/>
                                        </p:tgtEl>
                                        <p:attrNameLst>
                                          <p:attrName>style.visibility</p:attrName>
                                        </p:attrNameLst>
                                      </p:cBhvr>
                                      <p:to>
                                        <p:strVal val="visible"/>
                                      </p:to>
                                    </p:set>
                                    <p:animEffect filter="fade" transition="in">
                                      <p:cBhvr>
                                        <p:cTn dur="1000"/>
                                        <p:tgtEl>
                                          <p:spTgt spid="86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8" name="Shape 868"/>
        <p:cNvGrpSpPr/>
        <p:nvPr/>
      </p:nvGrpSpPr>
      <p:grpSpPr>
        <a:xfrm>
          <a:off x="0" y="0"/>
          <a:ext cx="0" cy="0"/>
          <a:chOff x="0" y="0"/>
          <a:chExt cx="0" cy="0"/>
        </a:xfrm>
      </p:grpSpPr>
      <p:sp>
        <p:nvSpPr>
          <p:cNvPr id="869" name="Google Shape;869;p46"/>
          <p:cNvSpPr txBox="1"/>
          <p:nvPr>
            <p:ph idx="2" type="title"/>
          </p:nvPr>
        </p:nvSpPr>
        <p:spPr>
          <a:xfrm>
            <a:off x="1090100" y="2712387"/>
            <a:ext cx="2175300" cy="5277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500"/>
              <a:buNone/>
            </a:pPr>
            <a:r>
              <a:rPr lang="en"/>
              <a:t>Vinnig</a:t>
            </a:r>
            <a:endParaRPr/>
          </a:p>
        </p:txBody>
      </p:sp>
      <p:sp>
        <p:nvSpPr>
          <p:cNvPr id="870" name="Google Shape;870;p46"/>
          <p:cNvSpPr txBox="1"/>
          <p:nvPr>
            <p:ph idx="1" type="subTitle"/>
          </p:nvPr>
        </p:nvSpPr>
        <p:spPr>
          <a:xfrm>
            <a:off x="1090100" y="3165308"/>
            <a:ext cx="2175300" cy="8694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1400"/>
              <a:buNone/>
            </a:pPr>
            <a:r>
              <a:rPr lang="en"/>
              <a:t>Help studente om vinnig ‘n beskikbare studieruimte te vind</a:t>
            </a:r>
            <a:endParaRPr/>
          </a:p>
        </p:txBody>
      </p:sp>
      <p:sp>
        <p:nvSpPr>
          <p:cNvPr id="871" name="Google Shape;871;p46"/>
          <p:cNvSpPr txBox="1"/>
          <p:nvPr>
            <p:ph idx="3" type="title"/>
          </p:nvPr>
        </p:nvSpPr>
        <p:spPr>
          <a:xfrm>
            <a:off x="3484423" y="2712387"/>
            <a:ext cx="2175300" cy="5277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500"/>
              <a:buNone/>
            </a:pPr>
            <a:r>
              <a:rPr lang="en"/>
              <a:t>Kortste Pad</a:t>
            </a:r>
            <a:endParaRPr/>
          </a:p>
        </p:txBody>
      </p:sp>
      <p:sp>
        <p:nvSpPr>
          <p:cNvPr id="872" name="Google Shape;872;p46"/>
          <p:cNvSpPr txBox="1"/>
          <p:nvPr>
            <p:ph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400"/>
              <a:buNone/>
            </a:pPr>
            <a:r>
              <a:rPr lang="en"/>
              <a:t>Doel</a:t>
            </a:r>
            <a:endParaRPr/>
          </a:p>
        </p:txBody>
      </p:sp>
      <p:sp>
        <p:nvSpPr>
          <p:cNvPr id="873" name="Google Shape;873;p46"/>
          <p:cNvSpPr txBox="1"/>
          <p:nvPr>
            <p:ph idx="4" type="subTitle"/>
          </p:nvPr>
        </p:nvSpPr>
        <p:spPr>
          <a:xfrm>
            <a:off x="3484421" y="3165308"/>
            <a:ext cx="2175300" cy="8694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1400"/>
              <a:buNone/>
            </a:pPr>
            <a:r>
              <a:rPr lang="en"/>
              <a:t>Bereken die kortste roete na die lokaal</a:t>
            </a:r>
            <a:endParaRPr/>
          </a:p>
        </p:txBody>
      </p:sp>
      <p:sp>
        <p:nvSpPr>
          <p:cNvPr id="874" name="Google Shape;874;p46"/>
          <p:cNvSpPr txBox="1"/>
          <p:nvPr>
            <p:ph idx="5" type="title"/>
          </p:nvPr>
        </p:nvSpPr>
        <p:spPr>
          <a:xfrm>
            <a:off x="5878746" y="2712387"/>
            <a:ext cx="2175300" cy="5277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500"/>
              <a:buNone/>
            </a:pPr>
            <a:r>
              <a:rPr lang="en"/>
              <a:t>Ervaring</a:t>
            </a:r>
            <a:endParaRPr/>
          </a:p>
        </p:txBody>
      </p:sp>
      <p:sp>
        <p:nvSpPr>
          <p:cNvPr id="875" name="Google Shape;875;p46"/>
          <p:cNvSpPr txBox="1"/>
          <p:nvPr>
            <p:ph idx="6" type="subTitle"/>
          </p:nvPr>
        </p:nvSpPr>
        <p:spPr>
          <a:xfrm>
            <a:off x="5878749" y="3165308"/>
            <a:ext cx="2175300" cy="8694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1400"/>
              <a:buNone/>
            </a:pPr>
            <a:r>
              <a:rPr lang="en"/>
              <a:t>Bespaar tyden verbeter studeer ervaring</a:t>
            </a:r>
            <a:endParaRPr/>
          </a:p>
        </p:txBody>
      </p:sp>
      <p:grpSp>
        <p:nvGrpSpPr>
          <p:cNvPr id="876" name="Google Shape;876;p46"/>
          <p:cNvGrpSpPr/>
          <p:nvPr/>
        </p:nvGrpSpPr>
        <p:grpSpPr>
          <a:xfrm>
            <a:off x="4327886" y="1827482"/>
            <a:ext cx="488229" cy="492715"/>
            <a:chOff x="-45673275" y="3199325"/>
            <a:chExt cx="299325" cy="302075"/>
          </a:xfrm>
        </p:grpSpPr>
        <p:sp>
          <p:nvSpPr>
            <p:cNvPr id="877" name="Google Shape;877;p46"/>
            <p:cNvSpPr/>
            <p:nvPr/>
          </p:nvSpPr>
          <p:spPr>
            <a:xfrm>
              <a:off x="-45672500" y="3199325"/>
              <a:ext cx="298550" cy="194175"/>
            </a:xfrm>
            <a:custGeom>
              <a:rect b="b" l="l" r="r" t="t"/>
              <a:pathLst>
                <a:path extrusionOk="0" h="7767" w="11942">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8" name="Google Shape;878;p46"/>
            <p:cNvSpPr/>
            <p:nvPr/>
          </p:nvSpPr>
          <p:spPr>
            <a:xfrm>
              <a:off x="-45673275" y="3387150"/>
              <a:ext cx="299325" cy="114250"/>
            </a:xfrm>
            <a:custGeom>
              <a:rect b="b" l="l" r="r" t="t"/>
              <a:pathLst>
                <a:path extrusionOk="0" h="4570" w="11973">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9" name="Google Shape;879;p46"/>
            <p:cNvSpPr/>
            <p:nvPr/>
          </p:nvSpPr>
          <p:spPr>
            <a:xfrm>
              <a:off x="-45673275" y="3334400"/>
              <a:ext cx="299325" cy="113425"/>
            </a:xfrm>
            <a:custGeom>
              <a:rect b="b" l="l" r="r" t="t"/>
              <a:pathLst>
                <a:path extrusionOk="0" h="4537" w="11973">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grpSp>
        <p:nvGrpSpPr>
          <p:cNvPr id="880" name="Google Shape;880;p46"/>
          <p:cNvGrpSpPr/>
          <p:nvPr/>
        </p:nvGrpSpPr>
        <p:grpSpPr>
          <a:xfrm>
            <a:off x="1933645" y="1822830"/>
            <a:ext cx="488229" cy="488229"/>
            <a:chOff x="-49027775" y="3183175"/>
            <a:chExt cx="299325" cy="299325"/>
          </a:xfrm>
        </p:grpSpPr>
        <p:sp>
          <p:nvSpPr>
            <p:cNvPr id="881" name="Google Shape;881;p46"/>
            <p:cNvSpPr/>
            <p:nvPr/>
          </p:nvSpPr>
          <p:spPr>
            <a:xfrm>
              <a:off x="-48870250" y="3183175"/>
              <a:ext cx="141800" cy="185900"/>
            </a:xfrm>
            <a:custGeom>
              <a:rect b="b" l="l" r="r" t="t"/>
              <a:pathLst>
                <a:path extrusionOk="0" h="7436" w="5672">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2" name="Google Shape;882;p46"/>
            <p:cNvSpPr/>
            <p:nvPr/>
          </p:nvSpPr>
          <p:spPr>
            <a:xfrm>
              <a:off x="-49027775" y="3183175"/>
              <a:ext cx="185900" cy="141800"/>
            </a:xfrm>
            <a:custGeom>
              <a:rect b="b" l="l" r="r" t="t"/>
              <a:pathLst>
                <a:path extrusionOk="0" h="5672" w="7436">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3" name="Google Shape;883;p46"/>
            <p:cNvSpPr/>
            <p:nvPr/>
          </p:nvSpPr>
          <p:spPr>
            <a:xfrm>
              <a:off x="-49027775" y="3295800"/>
              <a:ext cx="141800" cy="186700"/>
            </a:xfrm>
            <a:custGeom>
              <a:rect b="b" l="l" r="r" t="t"/>
              <a:pathLst>
                <a:path extrusionOk="0" h="7468" w="5672">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4" name="Google Shape;884;p46"/>
            <p:cNvSpPr/>
            <p:nvPr/>
          </p:nvSpPr>
          <p:spPr>
            <a:xfrm>
              <a:off x="-48914350" y="3340700"/>
              <a:ext cx="185900" cy="141800"/>
            </a:xfrm>
            <a:custGeom>
              <a:rect b="b" l="l" r="r" t="t"/>
              <a:pathLst>
                <a:path extrusionOk="0" h="5672" w="7436">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grpSp>
        <p:nvGrpSpPr>
          <p:cNvPr id="885" name="Google Shape;885;p46"/>
          <p:cNvGrpSpPr/>
          <p:nvPr/>
        </p:nvGrpSpPr>
        <p:grpSpPr>
          <a:xfrm>
            <a:off x="6722124" y="1829729"/>
            <a:ext cx="488263" cy="488203"/>
            <a:chOff x="-50134375" y="3183175"/>
            <a:chExt cx="300100" cy="300100"/>
          </a:xfrm>
        </p:grpSpPr>
        <p:sp>
          <p:nvSpPr>
            <p:cNvPr id="886" name="Google Shape;886;p46"/>
            <p:cNvSpPr/>
            <p:nvPr/>
          </p:nvSpPr>
          <p:spPr>
            <a:xfrm>
              <a:off x="-50134375" y="3270600"/>
              <a:ext cx="87450" cy="53575"/>
            </a:xfrm>
            <a:custGeom>
              <a:rect b="b" l="l" r="r" t="t"/>
              <a:pathLst>
                <a:path extrusionOk="0" h="2143" w="3498">
                  <a:moveTo>
                    <a:pt x="0" y="0"/>
                  </a:moveTo>
                  <a:lnTo>
                    <a:pt x="0" y="2143"/>
                  </a:lnTo>
                  <a:lnTo>
                    <a:pt x="3497" y="2143"/>
                  </a:lnTo>
                  <a:lnTo>
                    <a:pt x="349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7" name="Google Shape;887;p46"/>
            <p:cNvSpPr/>
            <p:nvPr/>
          </p:nvSpPr>
          <p:spPr>
            <a:xfrm>
              <a:off x="-50134375" y="3340700"/>
              <a:ext cx="87450" cy="54375"/>
            </a:xfrm>
            <a:custGeom>
              <a:rect b="b" l="l" r="r" t="t"/>
              <a:pathLst>
                <a:path extrusionOk="0" h="2175" w="3498">
                  <a:moveTo>
                    <a:pt x="0" y="0"/>
                  </a:moveTo>
                  <a:lnTo>
                    <a:pt x="0" y="2174"/>
                  </a:lnTo>
                  <a:cubicBezTo>
                    <a:pt x="441" y="1701"/>
                    <a:pt x="1071" y="1418"/>
                    <a:pt x="1765" y="1418"/>
                  </a:cubicBezTo>
                  <a:cubicBezTo>
                    <a:pt x="2426" y="1418"/>
                    <a:pt x="3056" y="1670"/>
                    <a:pt x="3497" y="2174"/>
                  </a:cubicBezTo>
                  <a:lnTo>
                    <a:pt x="349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8" name="Google Shape;888;p46"/>
            <p:cNvSpPr/>
            <p:nvPr/>
          </p:nvSpPr>
          <p:spPr>
            <a:xfrm>
              <a:off x="-50134375" y="3183175"/>
              <a:ext cx="87450" cy="70125"/>
            </a:xfrm>
            <a:custGeom>
              <a:rect b="b" l="l" r="r" t="t"/>
              <a:pathLst>
                <a:path extrusionOk="0" h="2805" w="3498">
                  <a:moveTo>
                    <a:pt x="347" y="0"/>
                  </a:moveTo>
                  <a:cubicBezTo>
                    <a:pt x="158" y="0"/>
                    <a:pt x="0" y="158"/>
                    <a:pt x="0" y="347"/>
                  </a:cubicBezTo>
                  <a:lnTo>
                    <a:pt x="0" y="2804"/>
                  </a:lnTo>
                  <a:lnTo>
                    <a:pt x="3497" y="2804"/>
                  </a:lnTo>
                  <a:lnTo>
                    <a:pt x="3497" y="347"/>
                  </a:lnTo>
                  <a:cubicBezTo>
                    <a:pt x="3497" y="158"/>
                    <a:pt x="3340" y="0"/>
                    <a:pt x="3151"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9" name="Google Shape;889;p46"/>
            <p:cNvSpPr/>
            <p:nvPr/>
          </p:nvSpPr>
          <p:spPr>
            <a:xfrm>
              <a:off x="-50028050" y="3363525"/>
              <a:ext cx="37050" cy="75650"/>
            </a:xfrm>
            <a:custGeom>
              <a:rect b="b" l="l" r="r" t="t"/>
              <a:pathLst>
                <a:path extrusionOk="0" h="3026" w="1482">
                  <a:moveTo>
                    <a:pt x="0" y="1"/>
                  </a:moveTo>
                  <a:lnTo>
                    <a:pt x="0" y="3025"/>
                  </a:lnTo>
                  <a:lnTo>
                    <a:pt x="1481" y="1482"/>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0" name="Google Shape;890;p46"/>
            <p:cNvSpPr/>
            <p:nvPr/>
          </p:nvSpPr>
          <p:spPr>
            <a:xfrm>
              <a:off x="-50028050" y="3287125"/>
              <a:ext cx="88225" cy="101625"/>
            </a:xfrm>
            <a:custGeom>
              <a:rect b="b" l="l" r="r" t="t"/>
              <a:pathLst>
                <a:path extrusionOk="0" h="4065" w="3529">
                  <a:moveTo>
                    <a:pt x="1072" y="1"/>
                  </a:moveTo>
                  <a:lnTo>
                    <a:pt x="0" y="1104"/>
                  </a:lnTo>
                  <a:lnTo>
                    <a:pt x="0" y="2049"/>
                  </a:lnTo>
                  <a:lnTo>
                    <a:pt x="2017" y="4065"/>
                  </a:lnTo>
                  <a:lnTo>
                    <a:pt x="3529" y="2490"/>
                  </a:lnTo>
                  <a:lnTo>
                    <a:pt x="107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1" name="Google Shape;891;p46"/>
            <p:cNvSpPr/>
            <p:nvPr/>
          </p:nvSpPr>
          <p:spPr>
            <a:xfrm>
              <a:off x="-49988675" y="3225700"/>
              <a:ext cx="111875" cy="111875"/>
            </a:xfrm>
            <a:custGeom>
              <a:rect b="b" l="l" r="r" t="t"/>
              <a:pathLst>
                <a:path extrusionOk="0" h="4475" w="4475">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2" name="Google Shape;892;p46"/>
            <p:cNvSpPr/>
            <p:nvPr/>
          </p:nvSpPr>
          <p:spPr>
            <a:xfrm>
              <a:off x="-50134375" y="3395050"/>
              <a:ext cx="89025" cy="88225"/>
            </a:xfrm>
            <a:custGeom>
              <a:rect b="b" l="l" r="r" t="t"/>
              <a:pathLst>
                <a:path extrusionOk="0" h="3529" w="3561">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3" name="Google Shape;893;p46"/>
            <p:cNvSpPr/>
            <p:nvPr/>
          </p:nvSpPr>
          <p:spPr>
            <a:xfrm>
              <a:off x="-50045375" y="3428900"/>
              <a:ext cx="52800" cy="53600"/>
            </a:xfrm>
            <a:custGeom>
              <a:rect b="b" l="l" r="r" t="t"/>
              <a:pathLst>
                <a:path extrusionOk="0" h="2144" w="2112">
                  <a:moveTo>
                    <a:pt x="2111" y="1"/>
                  </a:moveTo>
                  <a:lnTo>
                    <a:pt x="0" y="2143"/>
                  </a:lnTo>
                  <a:lnTo>
                    <a:pt x="2111" y="2143"/>
                  </a:lnTo>
                  <a:lnTo>
                    <a:pt x="211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4" name="Google Shape;894;p46"/>
            <p:cNvSpPr/>
            <p:nvPr/>
          </p:nvSpPr>
          <p:spPr>
            <a:xfrm>
              <a:off x="-49975275" y="3395050"/>
              <a:ext cx="52775" cy="87450"/>
            </a:xfrm>
            <a:custGeom>
              <a:rect b="b" l="l" r="r" t="t"/>
              <a:pathLst>
                <a:path extrusionOk="0" h="3498" w="2111">
                  <a:moveTo>
                    <a:pt x="693" y="0"/>
                  </a:moveTo>
                  <a:lnTo>
                    <a:pt x="0" y="662"/>
                  </a:lnTo>
                  <a:lnTo>
                    <a:pt x="0" y="3497"/>
                  </a:lnTo>
                  <a:lnTo>
                    <a:pt x="2111" y="3497"/>
                  </a:lnTo>
                  <a:lnTo>
                    <a:pt x="211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5" name="Google Shape;895;p46"/>
            <p:cNvSpPr/>
            <p:nvPr/>
          </p:nvSpPr>
          <p:spPr>
            <a:xfrm>
              <a:off x="-49905175" y="3395050"/>
              <a:ext cx="70900" cy="87450"/>
            </a:xfrm>
            <a:custGeom>
              <a:rect b="b" l="l" r="r" t="t"/>
              <a:pathLst>
                <a:path extrusionOk="0" h="3498" w="2836">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cxnSp>
        <p:nvCxnSpPr>
          <p:cNvPr id="896" name="Google Shape;896;p46"/>
          <p:cNvCxnSpPr/>
          <p:nvPr/>
        </p:nvCxnSpPr>
        <p:spPr>
          <a:xfrm>
            <a:off x="1707225" y="2622913"/>
            <a:ext cx="960000" cy="0"/>
          </a:xfrm>
          <a:prstGeom prst="straightConnector1">
            <a:avLst/>
          </a:prstGeom>
          <a:noFill/>
          <a:ln cap="flat" cmpd="sng" w="9525">
            <a:solidFill>
              <a:schemeClr val="dk1"/>
            </a:solidFill>
            <a:prstDash val="solid"/>
            <a:round/>
            <a:headEnd len="sm" w="sm" type="none"/>
            <a:tailEnd len="sm" w="sm" type="none"/>
          </a:ln>
        </p:spPr>
      </p:cxnSp>
      <p:cxnSp>
        <p:nvCxnSpPr>
          <p:cNvPr id="897" name="Google Shape;897;p46"/>
          <p:cNvCxnSpPr/>
          <p:nvPr/>
        </p:nvCxnSpPr>
        <p:spPr>
          <a:xfrm>
            <a:off x="4092000" y="2622913"/>
            <a:ext cx="960000" cy="0"/>
          </a:xfrm>
          <a:prstGeom prst="straightConnector1">
            <a:avLst/>
          </a:prstGeom>
          <a:noFill/>
          <a:ln cap="flat" cmpd="sng" w="9525">
            <a:solidFill>
              <a:schemeClr val="dk1"/>
            </a:solidFill>
            <a:prstDash val="solid"/>
            <a:round/>
            <a:headEnd len="sm" w="sm" type="none"/>
            <a:tailEnd len="sm" w="sm" type="none"/>
          </a:ln>
        </p:spPr>
      </p:cxnSp>
      <p:cxnSp>
        <p:nvCxnSpPr>
          <p:cNvPr id="898" name="Google Shape;898;p46"/>
          <p:cNvCxnSpPr/>
          <p:nvPr/>
        </p:nvCxnSpPr>
        <p:spPr>
          <a:xfrm>
            <a:off x="6486400" y="2622913"/>
            <a:ext cx="960000" cy="0"/>
          </a:xfrm>
          <a:prstGeom prst="straightConnector1">
            <a:avLst/>
          </a:prstGeom>
          <a:noFill/>
          <a:ln cap="flat" cmpd="sng" w="9525">
            <a:solidFill>
              <a:schemeClr val="dk1"/>
            </a:solidFill>
            <a:prstDash val="solid"/>
            <a:round/>
            <a:headEnd len="sm" w="sm" type="none"/>
            <a:tailEnd len="sm" w="sm" type="non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876"/>
                                        </p:tgtEl>
                                        <p:attrNameLst>
                                          <p:attrName>style.visibility</p:attrName>
                                        </p:attrNameLst>
                                      </p:cBhvr>
                                      <p:to>
                                        <p:strVal val="visible"/>
                                      </p:to>
                                    </p:set>
                                    <p:animEffect filter="fade" transition="in">
                                      <p:cBhvr>
                                        <p:cTn dur="1000"/>
                                        <p:tgtEl>
                                          <p:spTgt spid="876"/>
                                        </p:tgtEl>
                                      </p:cBhvr>
                                    </p:animEffec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880"/>
                                        </p:tgtEl>
                                        <p:attrNameLst>
                                          <p:attrName>style.visibility</p:attrName>
                                        </p:attrNameLst>
                                      </p:cBhvr>
                                      <p:to>
                                        <p:strVal val="visible"/>
                                      </p:to>
                                    </p:set>
                                    <p:animEffect filter="fade" transition="in">
                                      <p:cBhvr>
                                        <p:cTn dur="1000"/>
                                        <p:tgtEl>
                                          <p:spTgt spid="880"/>
                                        </p:tgtEl>
                                      </p:cBhvr>
                                    </p:animEffect>
                                  </p:childTnLst>
                                </p:cTn>
                              </p:par>
                            </p:childTnLst>
                          </p:cTn>
                        </p:par>
                        <p:par>
                          <p:cTn fill="hold">
                            <p:stCondLst>
                              <p:cond delay="2000"/>
                            </p:stCondLst>
                            <p:childTnLst>
                              <p:par>
                                <p:cTn fill="hold" nodeType="afterEffect" presetClass="entr" presetID="10" presetSubtype="0">
                                  <p:stCondLst>
                                    <p:cond delay="0"/>
                                  </p:stCondLst>
                                  <p:childTnLst>
                                    <p:set>
                                      <p:cBhvr>
                                        <p:cTn dur="1" fill="hold">
                                          <p:stCondLst>
                                            <p:cond delay="0"/>
                                          </p:stCondLst>
                                        </p:cTn>
                                        <p:tgtEl>
                                          <p:spTgt spid="885"/>
                                        </p:tgtEl>
                                        <p:attrNameLst>
                                          <p:attrName>style.visibility</p:attrName>
                                        </p:attrNameLst>
                                      </p:cBhvr>
                                      <p:to>
                                        <p:strVal val="visible"/>
                                      </p:to>
                                    </p:set>
                                    <p:animEffect filter="fade" transition="in">
                                      <p:cBhvr>
                                        <p:cTn dur="1000"/>
                                        <p:tgtEl>
                                          <p:spTgt spid="88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2" name="Shape 902"/>
        <p:cNvGrpSpPr/>
        <p:nvPr/>
      </p:nvGrpSpPr>
      <p:grpSpPr>
        <a:xfrm>
          <a:off x="0" y="0"/>
          <a:ext cx="0" cy="0"/>
          <a:chOff x="0" y="0"/>
          <a:chExt cx="0" cy="0"/>
        </a:xfrm>
      </p:grpSpPr>
      <p:sp>
        <p:nvSpPr>
          <p:cNvPr id="903" name="Google Shape;903;p47"/>
          <p:cNvSpPr txBox="1"/>
          <p:nvPr>
            <p:ph type="title"/>
          </p:nvPr>
        </p:nvSpPr>
        <p:spPr>
          <a:xfrm>
            <a:off x="994913" y="2302100"/>
            <a:ext cx="4530000" cy="12957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a:t>Funksies</a:t>
            </a:r>
            <a:endParaRPr/>
          </a:p>
        </p:txBody>
      </p:sp>
      <p:sp>
        <p:nvSpPr>
          <p:cNvPr id="904" name="Google Shape;904;p47"/>
          <p:cNvSpPr txBox="1"/>
          <p:nvPr>
            <p:ph idx="2" type="title"/>
          </p:nvPr>
        </p:nvSpPr>
        <p:spPr>
          <a:xfrm>
            <a:off x="2494438" y="1164975"/>
            <a:ext cx="1530900" cy="7134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6000"/>
              <a:buNone/>
            </a:pPr>
            <a:r>
              <a:rPr lang="en"/>
              <a:t>03</a:t>
            </a:r>
            <a:endParaRPr/>
          </a:p>
        </p:txBody>
      </p:sp>
      <p:sp>
        <p:nvSpPr>
          <p:cNvPr id="905" name="Google Shape;905;p47"/>
          <p:cNvSpPr txBox="1"/>
          <p:nvPr>
            <p:ph idx="1" type="subTitle"/>
          </p:nvPr>
        </p:nvSpPr>
        <p:spPr>
          <a:xfrm>
            <a:off x="1719388" y="3679125"/>
            <a:ext cx="3081000" cy="7134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lang="en"/>
              <a:t>Funksies wat deur die koppelvlak aangebied word</a:t>
            </a:r>
            <a:endParaRPr/>
          </a:p>
        </p:txBody>
      </p:sp>
      <p:cxnSp>
        <p:nvCxnSpPr>
          <p:cNvPr id="906" name="Google Shape;906;p47"/>
          <p:cNvCxnSpPr/>
          <p:nvPr/>
        </p:nvCxnSpPr>
        <p:spPr>
          <a:xfrm>
            <a:off x="2577538" y="2134753"/>
            <a:ext cx="1364700" cy="0"/>
          </a:xfrm>
          <a:prstGeom prst="straightConnector1">
            <a:avLst/>
          </a:prstGeom>
          <a:noFill/>
          <a:ln cap="flat" cmpd="sng" w="9525">
            <a:solidFill>
              <a:schemeClr val="dk1"/>
            </a:solidFill>
            <a:prstDash val="solid"/>
            <a:round/>
            <a:headEnd len="sm" w="sm" type="none"/>
            <a:tailEnd len="sm" w="sm" type="none"/>
          </a:ln>
        </p:spPr>
      </p:cxnSp>
      <p:grpSp>
        <p:nvGrpSpPr>
          <p:cNvPr id="907" name="Google Shape;907;p47"/>
          <p:cNvGrpSpPr/>
          <p:nvPr/>
        </p:nvGrpSpPr>
        <p:grpSpPr>
          <a:xfrm>
            <a:off x="5861384" y="1427078"/>
            <a:ext cx="2287695" cy="2289334"/>
            <a:chOff x="1192500" y="238125"/>
            <a:chExt cx="5235000" cy="5238750"/>
          </a:xfrm>
        </p:grpSpPr>
        <p:sp>
          <p:nvSpPr>
            <p:cNvPr id="908" name="Google Shape;908;p47"/>
            <p:cNvSpPr/>
            <p:nvPr/>
          </p:nvSpPr>
          <p:spPr>
            <a:xfrm>
              <a:off x="4141150" y="2266250"/>
              <a:ext cx="123500" cy="123525"/>
            </a:xfrm>
            <a:custGeom>
              <a:rect b="b" l="l" r="r" t="t"/>
              <a:pathLst>
                <a:path extrusionOk="0" h="4941" w="4940">
                  <a:moveTo>
                    <a:pt x="1" y="1"/>
                  </a:moveTo>
                  <a:lnTo>
                    <a:pt x="1" y="150"/>
                  </a:lnTo>
                  <a:lnTo>
                    <a:pt x="1048" y="1348"/>
                  </a:lnTo>
                  <a:lnTo>
                    <a:pt x="2246" y="2545"/>
                  </a:lnTo>
                  <a:lnTo>
                    <a:pt x="4790" y="4940"/>
                  </a:lnTo>
                  <a:lnTo>
                    <a:pt x="4940" y="4940"/>
                  </a:lnTo>
                  <a:lnTo>
                    <a:pt x="4940" y="4791"/>
                  </a:lnTo>
                  <a:lnTo>
                    <a:pt x="2545" y="23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9" name="Google Shape;909;p47"/>
            <p:cNvSpPr/>
            <p:nvPr/>
          </p:nvSpPr>
          <p:spPr>
            <a:xfrm>
              <a:off x="4189800" y="2221350"/>
              <a:ext cx="123500" cy="131000"/>
            </a:xfrm>
            <a:custGeom>
              <a:rect b="b" l="l" r="r" t="t"/>
              <a:pathLst>
                <a:path extrusionOk="0" h="5240" w="4940">
                  <a:moveTo>
                    <a:pt x="150" y="1"/>
                  </a:moveTo>
                  <a:lnTo>
                    <a:pt x="0" y="150"/>
                  </a:lnTo>
                  <a:lnTo>
                    <a:pt x="1048" y="1497"/>
                  </a:lnTo>
                  <a:lnTo>
                    <a:pt x="2246" y="2695"/>
                  </a:lnTo>
                  <a:lnTo>
                    <a:pt x="3443" y="3892"/>
                  </a:lnTo>
                  <a:lnTo>
                    <a:pt x="4790" y="5239"/>
                  </a:lnTo>
                  <a:lnTo>
                    <a:pt x="4940" y="5239"/>
                  </a:lnTo>
                  <a:lnTo>
                    <a:pt x="4940" y="5090"/>
                  </a:lnTo>
                  <a:lnTo>
                    <a:pt x="2545" y="2396"/>
                  </a:lnTo>
                  <a:lnTo>
                    <a:pt x="1347" y="1198"/>
                  </a:lnTo>
                  <a:lnTo>
                    <a:pt x="749" y="5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0" name="Google Shape;910;p47"/>
            <p:cNvSpPr/>
            <p:nvPr/>
          </p:nvSpPr>
          <p:spPr>
            <a:xfrm>
              <a:off x="4242175" y="2187675"/>
              <a:ext cx="108550" cy="112275"/>
            </a:xfrm>
            <a:custGeom>
              <a:rect b="b" l="l" r="r" t="t"/>
              <a:pathLst>
                <a:path extrusionOk="0" h="4491" w="4342">
                  <a:moveTo>
                    <a:pt x="1" y="1"/>
                  </a:moveTo>
                  <a:lnTo>
                    <a:pt x="1" y="150"/>
                  </a:lnTo>
                  <a:lnTo>
                    <a:pt x="1947" y="2395"/>
                  </a:lnTo>
                  <a:lnTo>
                    <a:pt x="4042" y="4491"/>
                  </a:lnTo>
                  <a:lnTo>
                    <a:pt x="4342" y="4491"/>
                  </a:lnTo>
                  <a:lnTo>
                    <a:pt x="4342" y="4341"/>
                  </a:lnTo>
                  <a:lnTo>
                    <a:pt x="2246" y="20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1" name="Google Shape;911;p47"/>
            <p:cNvSpPr/>
            <p:nvPr/>
          </p:nvSpPr>
          <p:spPr>
            <a:xfrm>
              <a:off x="4290825" y="2154000"/>
              <a:ext cx="131000" cy="131000"/>
            </a:xfrm>
            <a:custGeom>
              <a:rect b="b" l="l" r="r" t="t"/>
              <a:pathLst>
                <a:path extrusionOk="0" h="5240" w="5240">
                  <a:moveTo>
                    <a:pt x="1" y="0"/>
                  </a:moveTo>
                  <a:lnTo>
                    <a:pt x="1" y="150"/>
                  </a:lnTo>
                  <a:lnTo>
                    <a:pt x="1198" y="1348"/>
                  </a:lnTo>
                  <a:lnTo>
                    <a:pt x="2396" y="2695"/>
                  </a:lnTo>
                  <a:lnTo>
                    <a:pt x="3743" y="4042"/>
                  </a:lnTo>
                  <a:lnTo>
                    <a:pt x="5090" y="5239"/>
                  </a:lnTo>
                  <a:lnTo>
                    <a:pt x="5239" y="5239"/>
                  </a:lnTo>
                  <a:lnTo>
                    <a:pt x="5239" y="5090"/>
                  </a:lnTo>
                  <a:lnTo>
                    <a:pt x="4042" y="3742"/>
                  </a:lnTo>
                  <a:lnTo>
                    <a:pt x="2695" y="2395"/>
                  </a:lnTo>
                  <a:lnTo>
                    <a:pt x="149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2" name="Google Shape;912;p47"/>
            <p:cNvSpPr/>
            <p:nvPr/>
          </p:nvSpPr>
          <p:spPr>
            <a:xfrm>
              <a:off x="4339475" y="2112825"/>
              <a:ext cx="104800" cy="104800"/>
            </a:xfrm>
            <a:custGeom>
              <a:rect b="b" l="l" r="r" t="t"/>
              <a:pathLst>
                <a:path extrusionOk="0" h="4192" w="4192">
                  <a:moveTo>
                    <a:pt x="0" y="1"/>
                  </a:moveTo>
                  <a:lnTo>
                    <a:pt x="0" y="151"/>
                  </a:lnTo>
                  <a:lnTo>
                    <a:pt x="899" y="1198"/>
                  </a:lnTo>
                  <a:lnTo>
                    <a:pt x="1946" y="2246"/>
                  </a:lnTo>
                  <a:lnTo>
                    <a:pt x="4042" y="4192"/>
                  </a:lnTo>
                  <a:lnTo>
                    <a:pt x="4191" y="4192"/>
                  </a:lnTo>
                  <a:lnTo>
                    <a:pt x="4191" y="4042"/>
                  </a:lnTo>
                  <a:lnTo>
                    <a:pt x="2246" y="1947"/>
                  </a:lnTo>
                  <a:lnTo>
                    <a:pt x="1198" y="10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3" name="Google Shape;913;p47"/>
            <p:cNvSpPr/>
            <p:nvPr/>
          </p:nvSpPr>
          <p:spPr>
            <a:xfrm>
              <a:off x="4436775" y="2041750"/>
              <a:ext cx="89825" cy="86075"/>
            </a:xfrm>
            <a:custGeom>
              <a:rect b="b" l="l" r="r" t="t"/>
              <a:pathLst>
                <a:path extrusionOk="0" h="3443" w="3593">
                  <a:moveTo>
                    <a:pt x="0" y="0"/>
                  </a:moveTo>
                  <a:lnTo>
                    <a:pt x="1647" y="1796"/>
                  </a:lnTo>
                  <a:lnTo>
                    <a:pt x="3443" y="3443"/>
                  </a:lnTo>
                  <a:lnTo>
                    <a:pt x="3592" y="3443"/>
                  </a:lnTo>
                  <a:lnTo>
                    <a:pt x="3592" y="3293"/>
                  </a:lnTo>
                  <a:lnTo>
                    <a:pt x="2844" y="2395"/>
                  </a:lnTo>
                  <a:lnTo>
                    <a:pt x="1946"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4" name="Google Shape;914;p47"/>
            <p:cNvSpPr/>
            <p:nvPr/>
          </p:nvSpPr>
          <p:spPr>
            <a:xfrm>
              <a:off x="4388125" y="2079150"/>
              <a:ext cx="93575" cy="89850"/>
            </a:xfrm>
            <a:custGeom>
              <a:rect b="b" l="l" r="r" t="t"/>
              <a:pathLst>
                <a:path extrusionOk="0" h="3594" w="3743">
                  <a:moveTo>
                    <a:pt x="0" y="1"/>
                  </a:moveTo>
                  <a:lnTo>
                    <a:pt x="1647" y="1947"/>
                  </a:lnTo>
                  <a:lnTo>
                    <a:pt x="3443" y="3593"/>
                  </a:lnTo>
                  <a:lnTo>
                    <a:pt x="3742" y="3593"/>
                  </a:lnTo>
                  <a:lnTo>
                    <a:pt x="3742" y="3443"/>
                  </a:lnTo>
                  <a:lnTo>
                    <a:pt x="1946" y="16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5" name="Google Shape;915;p47"/>
            <p:cNvSpPr/>
            <p:nvPr/>
          </p:nvSpPr>
          <p:spPr>
            <a:xfrm>
              <a:off x="4485400" y="2000575"/>
              <a:ext cx="82350" cy="78600"/>
            </a:xfrm>
            <a:custGeom>
              <a:rect b="b" l="l" r="r" t="t"/>
              <a:pathLst>
                <a:path extrusionOk="0" h="3144" w="3294">
                  <a:moveTo>
                    <a:pt x="1" y="1"/>
                  </a:moveTo>
                  <a:lnTo>
                    <a:pt x="1" y="150"/>
                  </a:lnTo>
                  <a:lnTo>
                    <a:pt x="1498" y="1797"/>
                  </a:lnTo>
                  <a:lnTo>
                    <a:pt x="2246" y="2545"/>
                  </a:lnTo>
                  <a:lnTo>
                    <a:pt x="3144" y="3144"/>
                  </a:lnTo>
                  <a:lnTo>
                    <a:pt x="3294" y="3144"/>
                  </a:lnTo>
                  <a:lnTo>
                    <a:pt x="3294" y="2994"/>
                  </a:lnTo>
                  <a:lnTo>
                    <a:pt x="2545" y="2246"/>
                  </a:lnTo>
                  <a:lnTo>
                    <a:pt x="1797" y="1497"/>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6" name="Google Shape;916;p47"/>
            <p:cNvSpPr/>
            <p:nvPr/>
          </p:nvSpPr>
          <p:spPr>
            <a:xfrm>
              <a:off x="4537800" y="1966900"/>
              <a:ext cx="71125" cy="67375"/>
            </a:xfrm>
            <a:custGeom>
              <a:rect b="b" l="l" r="r" t="t"/>
              <a:pathLst>
                <a:path extrusionOk="0" h="2695" w="2845">
                  <a:moveTo>
                    <a:pt x="0" y="1"/>
                  </a:moveTo>
                  <a:lnTo>
                    <a:pt x="0" y="150"/>
                  </a:lnTo>
                  <a:lnTo>
                    <a:pt x="1198" y="1497"/>
                  </a:lnTo>
                  <a:lnTo>
                    <a:pt x="2695" y="2695"/>
                  </a:lnTo>
                  <a:lnTo>
                    <a:pt x="2844" y="2695"/>
                  </a:lnTo>
                  <a:lnTo>
                    <a:pt x="2844" y="2545"/>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7" name="Google Shape;917;p47"/>
            <p:cNvSpPr/>
            <p:nvPr/>
          </p:nvSpPr>
          <p:spPr>
            <a:xfrm>
              <a:off x="4586450" y="1925750"/>
              <a:ext cx="74850" cy="74850"/>
            </a:xfrm>
            <a:custGeom>
              <a:rect b="b" l="l" r="r" t="t"/>
              <a:pathLst>
                <a:path extrusionOk="0" h="2994" w="2994">
                  <a:moveTo>
                    <a:pt x="0" y="0"/>
                  </a:moveTo>
                  <a:lnTo>
                    <a:pt x="0" y="150"/>
                  </a:lnTo>
                  <a:lnTo>
                    <a:pt x="1347" y="1796"/>
                  </a:lnTo>
                  <a:lnTo>
                    <a:pt x="2096" y="2395"/>
                  </a:lnTo>
                  <a:lnTo>
                    <a:pt x="2994" y="2994"/>
                  </a:lnTo>
                  <a:lnTo>
                    <a:pt x="2994" y="2994"/>
                  </a:lnTo>
                  <a:lnTo>
                    <a:pt x="2395" y="2096"/>
                  </a:lnTo>
                  <a:lnTo>
                    <a:pt x="1647"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8" name="Google Shape;918;p47"/>
            <p:cNvSpPr/>
            <p:nvPr/>
          </p:nvSpPr>
          <p:spPr>
            <a:xfrm>
              <a:off x="4635100" y="1888325"/>
              <a:ext cx="74850" cy="71125"/>
            </a:xfrm>
            <a:custGeom>
              <a:rect b="b" l="l" r="r" t="t"/>
              <a:pathLst>
                <a:path extrusionOk="0" h="2845" w="2994">
                  <a:moveTo>
                    <a:pt x="150" y="0"/>
                  </a:moveTo>
                  <a:lnTo>
                    <a:pt x="150" y="150"/>
                  </a:lnTo>
                  <a:lnTo>
                    <a:pt x="0" y="150"/>
                  </a:lnTo>
                  <a:lnTo>
                    <a:pt x="1347" y="1647"/>
                  </a:lnTo>
                  <a:lnTo>
                    <a:pt x="2096" y="2245"/>
                  </a:lnTo>
                  <a:lnTo>
                    <a:pt x="2844" y="2844"/>
                  </a:lnTo>
                  <a:lnTo>
                    <a:pt x="2994" y="2844"/>
                  </a:lnTo>
                  <a:lnTo>
                    <a:pt x="2395" y="1946"/>
                  </a:lnTo>
                  <a:lnTo>
                    <a:pt x="1647" y="13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9" name="Google Shape;919;p47"/>
            <p:cNvSpPr/>
            <p:nvPr/>
          </p:nvSpPr>
          <p:spPr>
            <a:xfrm>
              <a:off x="4683725" y="1847150"/>
              <a:ext cx="71125" cy="71125"/>
            </a:xfrm>
            <a:custGeom>
              <a:rect b="b" l="l" r="r" t="t"/>
              <a:pathLst>
                <a:path extrusionOk="0" h="2845" w="2845">
                  <a:moveTo>
                    <a:pt x="1" y="1"/>
                  </a:moveTo>
                  <a:lnTo>
                    <a:pt x="1" y="150"/>
                  </a:lnTo>
                  <a:lnTo>
                    <a:pt x="1348" y="1647"/>
                  </a:lnTo>
                  <a:lnTo>
                    <a:pt x="1947" y="2246"/>
                  </a:lnTo>
                  <a:lnTo>
                    <a:pt x="2695" y="2845"/>
                  </a:lnTo>
                  <a:lnTo>
                    <a:pt x="2845" y="2845"/>
                  </a:lnTo>
                  <a:lnTo>
                    <a:pt x="2845" y="2695"/>
                  </a:lnTo>
                  <a:lnTo>
                    <a:pt x="2246" y="1947"/>
                  </a:lnTo>
                  <a:lnTo>
                    <a:pt x="1647" y="1348"/>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0" name="Google Shape;920;p47"/>
            <p:cNvSpPr/>
            <p:nvPr/>
          </p:nvSpPr>
          <p:spPr>
            <a:xfrm>
              <a:off x="4736125" y="1813475"/>
              <a:ext cx="71125" cy="71125"/>
            </a:xfrm>
            <a:custGeom>
              <a:rect b="b" l="l" r="r" t="t"/>
              <a:pathLst>
                <a:path extrusionOk="0" h="2845" w="2845">
                  <a:moveTo>
                    <a:pt x="0" y="1"/>
                  </a:moveTo>
                  <a:lnTo>
                    <a:pt x="1348" y="1497"/>
                  </a:lnTo>
                  <a:lnTo>
                    <a:pt x="1946" y="2246"/>
                  </a:lnTo>
                  <a:lnTo>
                    <a:pt x="2695" y="2845"/>
                  </a:lnTo>
                  <a:lnTo>
                    <a:pt x="2844" y="2845"/>
                  </a:lnTo>
                  <a:lnTo>
                    <a:pt x="2844" y="2695"/>
                  </a:lnTo>
                  <a:lnTo>
                    <a:pt x="2246" y="1947"/>
                  </a:lnTo>
                  <a:lnTo>
                    <a:pt x="1647" y="134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1" name="Google Shape;921;p47"/>
            <p:cNvSpPr/>
            <p:nvPr/>
          </p:nvSpPr>
          <p:spPr>
            <a:xfrm>
              <a:off x="4784775" y="1776050"/>
              <a:ext cx="56150" cy="56175"/>
            </a:xfrm>
            <a:custGeom>
              <a:rect b="b" l="l" r="r" t="t"/>
              <a:pathLst>
                <a:path extrusionOk="0" h="2247" w="2246">
                  <a:moveTo>
                    <a:pt x="0" y="1"/>
                  </a:moveTo>
                  <a:lnTo>
                    <a:pt x="898" y="1198"/>
                  </a:lnTo>
                  <a:lnTo>
                    <a:pt x="1497" y="1797"/>
                  </a:lnTo>
                  <a:lnTo>
                    <a:pt x="2096" y="2246"/>
                  </a:lnTo>
                  <a:lnTo>
                    <a:pt x="2245" y="2246"/>
                  </a:lnTo>
                  <a:lnTo>
                    <a:pt x="2245" y="2096"/>
                  </a:lnTo>
                  <a:lnTo>
                    <a:pt x="1796" y="1498"/>
                  </a:lnTo>
                  <a:lnTo>
                    <a:pt x="1198" y="8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2" name="Google Shape;922;p47"/>
            <p:cNvSpPr/>
            <p:nvPr/>
          </p:nvSpPr>
          <p:spPr>
            <a:xfrm>
              <a:off x="4833425" y="1738650"/>
              <a:ext cx="41175" cy="41175"/>
            </a:xfrm>
            <a:custGeom>
              <a:rect b="b" l="l" r="r" t="t"/>
              <a:pathLst>
                <a:path extrusionOk="0" h="1647" w="1647">
                  <a:moveTo>
                    <a:pt x="0" y="0"/>
                  </a:moveTo>
                  <a:lnTo>
                    <a:pt x="748" y="898"/>
                  </a:lnTo>
                  <a:lnTo>
                    <a:pt x="1497" y="1647"/>
                  </a:lnTo>
                  <a:lnTo>
                    <a:pt x="1646" y="1647"/>
                  </a:lnTo>
                  <a:lnTo>
                    <a:pt x="1646" y="149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3" name="Google Shape;923;p47"/>
            <p:cNvSpPr/>
            <p:nvPr/>
          </p:nvSpPr>
          <p:spPr>
            <a:xfrm>
              <a:off x="4882050" y="1697475"/>
              <a:ext cx="33700" cy="33700"/>
            </a:xfrm>
            <a:custGeom>
              <a:rect b="b" l="l" r="r" t="t"/>
              <a:pathLst>
                <a:path extrusionOk="0" h="1348" w="1348">
                  <a:moveTo>
                    <a:pt x="1" y="1"/>
                  </a:moveTo>
                  <a:lnTo>
                    <a:pt x="450" y="749"/>
                  </a:lnTo>
                  <a:lnTo>
                    <a:pt x="1198" y="1348"/>
                  </a:lnTo>
                  <a:lnTo>
                    <a:pt x="1348" y="1348"/>
                  </a:lnTo>
                  <a:lnTo>
                    <a:pt x="1348" y="1198"/>
                  </a:lnTo>
                  <a:lnTo>
                    <a:pt x="749" y="45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4" name="Google Shape;924;p47"/>
            <p:cNvSpPr/>
            <p:nvPr/>
          </p:nvSpPr>
          <p:spPr>
            <a:xfrm>
              <a:off x="4930700" y="1660050"/>
              <a:ext cx="37450" cy="33700"/>
            </a:xfrm>
            <a:custGeom>
              <a:rect b="b" l="l" r="r" t="t"/>
              <a:pathLst>
                <a:path extrusionOk="0" h="1348" w="1498">
                  <a:moveTo>
                    <a:pt x="1" y="1"/>
                  </a:moveTo>
                  <a:lnTo>
                    <a:pt x="1" y="151"/>
                  </a:lnTo>
                  <a:lnTo>
                    <a:pt x="599" y="899"/>
                  </a:lnTo>
                  <a:lnTo>
                    <a:pt x="899" y="1198"/>
                  </a:lnTo>
                  <a:lnTo>
                    <a:pt x="1348" y="1348"/>
                  </a:lnTo>
                  <a:lnTo>
                    <a:pt x="1497" y="1348"/>
                  </a:lnTo>
                  <a:lnTo>
                    <a:pt x="1497" y="1198"/>
                  </a:lnTo>
                  <a:lnTo>
                    <a:pt x="1198" y="899"/>
                  </a:lnTo>
                  <a:lnTo>
                    <a:pt x="899"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5" name="Google Shape;925;p47"/>
            <p:cNvSpPr/>
            <p:nvPr/>
          </p:nvSpPr>
          <p:spPr>
            <a:xfrm>
              <a:off x="4979350" y="1618900"/>
              <a:ext cx="29950" cy="29950"/>
            </a:xfrm>
            <a:custGeom>
              <a:rect b="b" l="l" r="r" t="t"/>
              <a:pathLst>
                <a:path extrusionOk="0" h="1198" w="1198">
                  <a:moveTo>
                    <a:pt x="0" y="0"/>
                  </a:moveTo>
                  <a:lnTo>
                    <a:pt x="0" y="150"/>
                  </a:lnTo>
                  <a:lnTo>
                    <a:pt x="450" y="749"/>
                  </a:lnTo>
                  <a:lnTo>
                    <a:pt x="1048" y="1198"/>
                  </a:lnTo>
                  <a:lnTo>
                    <a:pt x="1198" y="1198"/>
                  </a:lnTo>
                  <a:lnTo>
                    <a:pt x="1198" y="1048"/>
                  </a:lnTo>
                  <a:lnTo>
                    <a:pt x="599" y="449"/>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6" name="Google Shape;926;p47"/>
            <p:cNvSpPr/>
            <p:nvPr/>
          </p:nvSpPr>
          <p:spPr>
            <a:xfrm>
              <a:off x="3228125" y="2386000"/>
              <a:ext cx="123500" cy="127250"/>
            </a:xfrm>
            <a:custGeom>
              <a:rect b="b" l="l" r="r" t="t"/>
              <a:pathLst>
                <a:path extrusionOk="0" h="5090" w="4940">
                  <a:moveTo>
                    <a:pt x="4790" y="1"/>
                  </a:moveTo>
                  <a:lnTo>
                    <a:pt x="2395" y="2395"/>
                  </a:lnTo>
                  <a:lnTo>
                    <a:pt x="0" y="4940"/>
                  </a:lnTo>
                  <a:lnTo>
                    <a:pt x="0" y="5090"/>
                  </a:lnTo>
                  <a:lnTo>
                    <a:pt x="150" y="5090"/>
                  </a:lnTo>
                  <a:lnTo>
                    <a:pt x="1347" y="3892"/>
                  </a:lnTo>
                  <a:lnTo>
                    <a:pt x="2545" y="2695"/>
                  </a:lnTo>
                  <a:lnTo>
                    <a:pt x="4939" y="150"/>
                  </a:lnTo>
                  <a:lnTo>
                    <a:pt x="49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7" name="Google Shape;927;p47"/>
            <p:cNvSpPr/>
            <p:nvPr/>
          </p:nvSpPr>
          <p:spPr>
            <a:xfrm>
              <a:off x="3183200" y="2337350"/>
              <a:ext cx="131000" cy="123525"/>
            </a:xfrm>
            <a:custGeom>
              <a:rect b="b" l="l" r="r" t="t"/>
              <a:pathLst>
                <a:path extrusionOk="0" h="4941" w="5240">
                  <a:moveTo>
                    <a:pt x="5090" y="1"/>
                  </a:moveTo>
                  <a:lnTo>
                    <a:pt x="2396" y="2545"/>
                  </a:lnTo>
                  <a:lnTo>
                    <a:pt x="1198" y="3593"/>
                  </a:lnTo>
                  <a:lnTo>
                    <a:pt x="600" y="4192"/>
                  </a:lnTo>
                  <a:lnTo>
                    <a:pt x="1" y="4940"/>
                  </a:lnTo>
                  <a:lnTo>
                    <a:pt x="151" y="4940"/>
                  </a:lnTo>
                  <a:lnTo>
                    <a:pt x="1498" y="3892"/>
                  </a:lnTo>
                  <a:lnTo>
                    <a:pt x="2695" y="2845"/>
                  </a:lnTo>
                  <a:lnTo>
                    <a:pt x="3893" y="1497"/>
                  </a:lnTo>
                  <a:lnTo>
                    <a:pt x="5240" y="150"/>
                  </a:lnTo>
                  <a:lnTo>
                    <a:pt x="52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8" name="Google Shape;928;p47"/>
            <p:cNvSpPr/>
            <p:nvPr/>
          </p:nvSpPr>
          <p:spPr>
            <a:xfrm>
              <a:off x="3149525" y="2303675"/>
              <a:ext cx="112300" cy="108550"/>
            </a:xfrm>
            <a:custGeom>
              <a:rect b="b" l="l" r="r" t="t"/>
              <a:pathLst>
                <a:path extrusionOk="0" h="4342" w="4492">
                  <a:moveTo>
                    <a:pt x="4341" y="1"/>
                  </a:moveTo>
                  <a:lnTo>
                    <a:pt x="2096" y="1946"/>
                  </a:lnTo>
                  <a:lnTo>
                    <a:pt x="1" y="4192"/>
                  </a:lnTo>
                  <a:lnTo>
                    <a:pt x="1" y="4341"/>
                  </a:lnTo>
                  <a:lnTo>
                    <a:pt x="150" y="4341"/>
                  </a:lnTo>
                  <a:lnTo>
                    <a:pt x="2396" y="2246"/>
                  </a:lnTo>
                  <a:lnTo>
                    <a:pt x="4491" y="150"/>
                  </a:lnTo>
                  <a:lnTo>
                    <a:pt x="44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9" name="Google Shape;929;p47"/>
            <p:cNvSpPr/>
            <p:nvPr/>
          </p:nvSpPr>
          <p:spPr>
            <a:xfrm>
              <a:off x="3115850" y="2228850"/>
              <a:ext cx="131000" cy="130975"/>
            </a:xfrm>
            <a:custGeom>
              <a:rect b="b" l="l" r="r" t="t"/>
              <a:pathLst>
                <a:path extrusionOk="0" h="5239" w="5240">
                  <a:moveTo>
                    <a:pt x="5090" y="0"/>
                  </a:moveTo>
                  <a:lnTo>
                    <a:pt x="3743" y="1197"/>
                  </a:lnTo>
                  <a:lnTo>
                    <a:pt x="2396" y="2545"/>
                  </a:lnTo>
                  <a:lnTo>
                    <a:pt x="1198" y="3892"/>
                  </a:lnTo>
                  <a:lnTo>
                    <a:pt x="1" y="5089"/>
                  </a:lnTo>
                  <a:lnTo>
                    <a:pt x="1" y="5239"/>
                  </a:lnTo>
                  <a:lnTo>
                    <a:pt x="150" y="5239"/>
                  </a:lnTo>
                  <a:lnTo>
                    <a:pt x="1497" y="4041"/>
                  </a:lnTo>
                  <a:lnTo>
                    <a:pt x="2695" y="2844"/>
                  </a:lnTo>
                  <a:lnTo>
                    <a:pt x="4042" y="1497"/>
                  </a:lnTo>
                  <a:lnTo>
                    <a:pt x="5239" y="150"/>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0" name="Google Shape;930;p47"/>
            <p:cNvSpPr/>
            <p:nvPr/>
          </p:nvSpPr>
          <p:spPr>
            <a:xfrm>
              <a:off x="3074700" y="2210125"/>
              <a:ext cx="104800" cy="101050"/>
            </a:xfrm>
            <a:custGeom>
              <a:rect b="b" l="l" r="r" t="t"/>
              <a:pathLst>
                <a:path extrusionOk="0" h="4042" w="4192">
                  <a:moveTo>
                    <a:pt x="4042" y="1"/>
                  </a:moveTo>
                  <a:lnTo>
                    <a:pt x="1946" y="1797"/>
                  </a:lnTo>
                  <a:lnTo>
                    <a:pt x="1048" y="2845"/>
                  </a:lnTo>
                  <a:lnTo>
                    <a:pt x="0" y="4042"/>
                  </a:lnTo>
                  <a:lnTo>
                    <a:pt x="150" y="4042"/>
                  </a:lnTo>
                  <a:lnTo>
                    <a:pt x="1198" y="3144"/>
                  </a:lnTo>
                  <a:lnTo>
                    <a:pt x="2245" y="2096"/>
                  </a:lnTo>
                  <a:lnTo>
                    <a:pt x="4191" y="150"/>
                  </a:lnTo>
                  <a:lnTo>
                    <a:pt x="41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1" name="Google Shape;931;p47"/>
            <p:cNvSpPr/>
            <p:nvPr/>
          </p:nvSpPr>
          <p:spPr>
            <a:xfrm>
              <a:off x="3003600" y="2127800"/>
              <a:ext cx="86075" cy="86100"/>
            </a:xfrm>
            <a:custGeom>
              <a:rect b="b" l="l" r="r" t="t"/>
              <a:pathLst>
                <a:path extrusionOk="0" h="3444" w="3443">
                  <a:moveTo>
                    <a:pt x="3293" y="1"/>
                  </a:moveTo>
                  <a:lnTo>
                    <a:pt x="2395" y="749"/>
                  </a:lnTo>
                  <a:lnTo>
                    <a:pt x="1497" y="1497"/>
                  </a:lnTo>
                  <a:lnTo>
                    <a:pt x="0" y="3294"/>
                  </a:lnTo>
                  <a:lnTo>
                    <a:pt x="0" y="3443"/>
                  </a:lnTo>
                  <a:lnTo>
                    <a:pt x="1796"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2" name="Google Shape;932;p47"/>
            <p:cNvSpPr/>
            <p:nvPr/>
          </p:nvSpPr>
          <p:spPr>
            <a:xfrm>
              <a:off x="3041025" y="2172700"/>
              <a:ext cx="89825" cy="89850"/>
            </a:xfrm>
            <a:custGeom>
              <a:rect b="b" l="l" r="r" t="t"/>
              <a:pathLst>
                <a:path extrusionOk="0" h="3594" w="3593">
                  <a:moveTo>
                    <a:pt x="3443" y="1"/>
                  </a:moveTo>
                  <a:lnTo>
                    <a:pt x="1647" y="1647"/>
                  </a:lnTo>
                  <a:lnTo>
                    <a:pt x="0" y="3443"/>
                  </a:lnTo>
                  <a:lnTo>
                    <a:pt x="0" y="3593"/>
                  </a:lnTo>
                  <a:lnTo>
                    <a:pt x="1946" y="1947"/>
                  </a:lnTo>
                  <a:lnTo>
                    <a:pt x="3592" y="151"/>
                  </a:lnTo>
                  <a:lnTo>
                    <a:pt x="35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3" name="Google Shape;933;p47"/>
            <p:cNvSpPr/>
            <p:nvPr/>
          </p:nvSpPr>
          <p:spPr>
            <a:xfrm>
              <a:off x="2962425" y="2086650"/>
              <a:ext cx="78625" cy="78600"/>
            </a:xfrm>
            <a:custGeom>
              <a:rect b="b" l="l" r="r" t="t"/>
              <a:pathLst>
                <a:path extrusionOk="0" h="3144" w="3145">
                  <a:moveTo>
                    <a:pt x="2994" y="0"/>
                  </a:moveTo>
                  <a:lnTo>
                    <a:pt x="2246" y="599"/>
                  </a:lnTo>
                  <a:lnTo>
                    <a:pt x="1049" y="1796"/>
                  </a:lnTo>
                  <a:lnTo>
                    <a:pt x="1" y="2994"/>
                  </a:lnTo>
                  <a:lnTo>
                    <a:pt x="1" y="3143"/>
                  </a:lnTo>
                  <a:lnTo>
                    <a:pt x="151" y="3143"/>
                  </a:lnTo>
                  <a:lnTo>
                    <a:pt x="1797" y="1647"/>
                  </a:lnTo>
                  <a:lnTo>
                    <a:pt x="2545" y="898"/>
                  </a:lnTo>
                  <a:lnTo>
                    <a:pt x="3144" y="150"/>
                  </a:lnTo>
                  <a:lnTo>
                    <a:pt x="31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4" name="Google Shape;934;p47"/>
            <p:cNvSpPr/>
            <p:nvPr/>
          </p:nvSpPr>
          <p:spPr>
            <a:xfrm>
              <a:off x="2928750" y="2041750"/>
              <a:ext cx="67375" cy="71100"/>
            </a:xfrm>
            <a:custGeom>
              <a:rect b="b" l="l" r="r" t="t"/>
              <a:pathLst>
                <a:path extrusionOk="0" h="2844" w="2695">
                  <a:moveTo>
                    <a:pt x="2545" y="0"/>
                  </a:moveTo>
                  <a:lnTo>
                    <a:pt x="1198" y="1347"/>
                  </a:lnTo>
                  <a:lnTo>
                    <a:pt x="1" y="2694"/>
                  </a:lnTo>
                  <a:lnTo>
                    <a:pt x="1" y="2844"/>
                  </a:lnTo>
                  <a:lnTo>
                    <a:pt x="150" y="2844"/>
                  </a:lnTo>
                  <a:lnTo>
                    <a:pt x="1498" y="1647"/>
                  </a:lnTo>
                  <a:lnTo>
                    <a:pt x="2695" y="150"/>
                  </a:lnTo>
                  <a:lnTo>
                    <a:pt x="269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5" name="Google Shape;935;p47"/>
            <p:cNvSpPr/>
            <p:nvPr/>
          </p:nvSpPr>
          <p:spPr>
            <a:xfrm>
              <a:off x="2887600" y="1989350"/>
              <a:ext cx="74850" cy="74875"/>
            </a:xfrm>
            <a:custGeom>
              <a:rect b="b" l="l" r="r" t="t"/>
              <a:pathLst>
                <a:path extrusionOk="0" h="2995" w="2994">
                  <a:moveTo>
                    <a:pt x="2994" y="1"/>
                  </a:moveTo>
                  <a:lnTo>
                    <a:pt x="2096" y="599"/>
                  </a:lnTo>
                  <a:lnTo>
                    <a:pt x="1497" y="1348"/>
                  </a:lnTo>
                  <a:lnTo>
                    <a:pt x="0" y="2994"/>
                  </a:lnTo>
                  <a:lnTo>
                    <a:pt x="150" y="2994"/>
                  </a:lnTo>
                  <a:lnTo>
                    <a:pt x="1796" y="1647"/>
                  </a:lnTo>
                  <a:lnTo>
                    <a:pt x="2395" y="899"/>
                  </a:lnTo>
                  <a:lnTo>
                    <a:pt x="2994" y="150"/>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6" name="Google Shape;936;p47"/>
            <p:cNvSpPr/>
            <p:nvPr/>
          </p:nvSpPr>
          <p:spPr>
            <a:xfrm>
              <a:off x="2853925" y="1944450"/>
              <a:ext cx="67375" cy="71125"/>
            </a:xfrm>
            <a:custGeom>
              <a:rect b="b" l="l" r="r" t="t"/>
              <a:pathLst>
                <a:path extrusionOk="0" h="2845" w="2695">
                  <a:moveTo>
                    <a:pt x="2694" y="0"/>
                  </a:moveTo>
                  <a:lnTo>
                    <a:pt x="1946" y="599"/>
                  </a:lnTo>
                  <a:lnTo>
                    <a:pt x="1198" y="1198"/>
                  </a:lnTo>
                  <a:lnTo>
                    <a:pt x="0" y="2695"/>
                  </a:lnTo>
                  <a:lnTo>
                    <a:pt x="0" y="2844"/>
                  </a:lnTo>
                  <a:lnTo>
                    <a:pt x="1497" y="1497"/>
                  </a:lnTo>
                  <a:lnTo>
                    <a:pt x="2245" y="749"/>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7" name="Google Shape;937;p47"/>
            <p:cNvSpPr/>
            <p:nvPr/>
          </p:nvSpPr>
          <p:spPr>
            <a:xfrm>
              <a:off x="2809025" y="1899550"/>
              <a:ext cx="71100" cy="71125"/>
            </a:xfrm>
            <a:custGeom>
              <a:rect b="b" l="l" r="r" t="t"/>
              <a:pathLst>
                <a:path extrusionOk="0" h="2845" w="2844">
                  <a:moveTo>
                    <a:pt x="2694" y="0"/>
                  </a:moveTo>
                  <a:lnTo>
                    <a:pt x="1946" y="449"/>
                  </a:lnTo>
                  <a:lnTo>
                    <a:pt x="1347" y="1198"/>
                  </a:lnTo>
                  <a:lnTo>
                    <a:pt x="0" y="2695"/>
                  </a:lnTo>
                  <a:lnTo>
                    <a:pt x="0" y="2844"/>
                  </a:lnTo>
                  <a:lnTo>
                    <a:pt x="150" y="2844"/>
                  </a:lnTo>
                  <a:lnTo>
                    <a:pt x="1647" y="1497"/>
                  </a:lnTo>
                  <a:lnTo>
                    <a:pt x="2245" y="749"/>
                  </a:lnTo>
                  <a:lnTo>
                    <a:pt x="2844" y="150"/>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8" name="Google Shape;938;p47"/>
            <p:cNvSpPr/>
            <p:nvPr/>
          </p:nvSpPr>
          <p:spPr>
            <a:xfrm>
              <a:off x="2775325" y="1847150"/>
              <a:ext cx="71125" cy="67375"/>
            </a:xfrm>
            <a:custGeom>
              <a:rect b="b" l="l" r="r" t="t"/>
              <a:pathLst>
                <a:path extrusionOk="0" h="2695" w="2845">
                  <a:moveTo>
                    <a:pt x="2695" y="1"/>
                  </a:moveTo>
                  <a:lnTo>
                    <a:pt x="1947" y="450"/>
                  </a:lnTo>
                  <a:lnTo>
                    <a:pt x="1348" y="1198"/>
                  </a:lnTo>
                  <a:lnTo>
                    <a:pt x="1" y="2695"/>
                  </a:lnTo>
                  <a:lnTo>
                    <a:pt x="151" y="2695"/>
                  </a:lnTo>
                  <a:lnTo>
                    <a:pt x="1647" y="1498"/>
                  </a:lnTo>
                  <a:lnTo>
                    <a:pt x="2246" y="749"/>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9" name="Google Shape;939;p47"/>
            <p:cNvSpPr/>
            <p:nvPr/>
          </p:nvSpPr>
          <p:spPr>
            <a:xfrm>
              <a:off x="2737925" y="1809750"/>
              <a:ext cx="56150" cy="56150"/>
            </a:xfrm>
            <a:custGeom>
              <a:rect b="b" l="l" r="r" t="t"/>
              <a:pathLst>
                <a:path extrusionOk="0" h="2246" w="2246">
                  <a:moveTo>
                    <a:pt x="2096" y="0"/>
                  </a:moveTo>
                  <a:lnTo>
                    <a:pt x="1497" y="449"/>
                  </a:lnTo>
                  <a:lnTo>
                    <a:pt x="898" y="1048"/>
                  </a:lnTo>
                  <a:lnTo>
                    <a:pt x="0" y="2245"/>
                  </a:lnTo>
                  <a:lnTo>
                    <a:pt x="1198" y="1347"/>
                  </a:lnTo>
                  <a:lnTo>
                    <a:pt x="1796" y="748"/>
                  </a:lnTo>
                  <a:lnTo>
                    <a:pt x="2245" y="150"/>
                  </a:lnTo>
                  <a:lnTo>
                    <a:pt x="22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0" name="Google Shape;940;p47"/>
            <p:cNvSpPr/>
            <p:nvPr/>
          </p:nvSpPr>
          <p:spPr>
            <a:xfrm>
              <a:off x="2700500" y="1776050"/>
              <a:ext cx="41175" cy="41200"/>
            </a:xfrm>
            <a:custGeom>
              <a:rect b="b" l="l" r="r" t="t"/>
              <a:pathLst>
                <a:path extrusionOk="0" h="1648" w="1647">
                  <a:moveTo>
                    <a:pt x="1497" y="1"/>
                  </a:moveTo>
                  <a:lnTo>
                    <a:pt x="599" y="749"/>
                  </a:lnTo>
                  <a:lnTo>
                    <a:pt x="0" y="1647"/>
                  </a:lnTo>
                  <a:lnTo>
                    <a:pt x="0" y="1647"/>
                  </a:lnTo>
                  <a:lnTo>
                    <a:pt x="898" y="1049"/>
                  </a:lnTo>
                  <a:lnTo>
                    <a:pt x="1647" y="151"/>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1" name="Google Shape;941;p47"/>
            <p:cNvSpPr/>
            <p:nvPr/>
          </p:nvSpPr>
          <p:spPr>
            <a:xfrm>
              <a:off x="2659325" y="1734900"/>
              <a:ext cx="33725" cy="37450"/>
            </a:xfrm>
            <a:custGeom>
              <a:rect b="b" l="l" r="r" t="t"/>
              <a:pathLst>
                <a:path extrusionOk="0" h="1498" w="1349">
                  <a:moveTo>
                    <a:pt x="1198" y="0"/>
                  </a:moveTo>
                  <a:lnTo>
                    <a:pt x="450" y="599"/>
                  </a:lnTo>
                  <a:lnTo>
                    <a:pt x="1" y="1348"/>
                  </a:lnTo>
                  <a:lnTo>
                    <a:pt x="1" y="1497"/>
                  </a:lnTo>
                  <a:lnTo>
                    <a:pt x="151" y="1497"/>
                  </a:lnTo>
                  <a:lnTo>
                    <a:pt x="749" y="899"/>
                  </a:lnTo>
                  <a:lnTo>
                    <a:pt x="134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2" name="Google Shape;942;p47"/>
            <p:cNvSpPr/>
            <p:nvPr/>
          </p:nvSpPr>
          <p:spPr>
            <a:xfrm>
              <a:off x="2621925" y="1686250"/>
              <a:ext cx="37425" cy="33700"/>
            </a:xfrm>
            <a:custGeom>
              <a:rect b="b" l="l" r="r" t="t"/>
              <a:pathLst>
                <a:path extrusionOk="0" h="1348" w="1497">
                  <a:moveTo>
                    <a:pt x="1347" y="1"/>
                  </a:moveTo>
                  <a:lnTo>
                    <a:pt x="898" y="150"/>
                  </a:lnTo>
                  <a:lnTo>
                    <a:pt x="599" y="450"/>
                  </a:lnTo>
                  <a:lnTo>
                    <a:pt x="0" y="1198"/>
                  </a:lnTo>
                  <a:lnTo>
                    <a:pt x="0" y="1348"/>
                  </a:lnTo>
                  <a:lnTo>
                    <a:pt x="150" y="1348"/>
                  </a:lnTo>
                  <a:lnTo>
                    <a:pt x="898" y="749"/>
                  </a:lnTo>
                  <a:lnTo>
                    <a:pt x="1198" y="450"/>
                  </a:lnTo>
                  <a:lnTo>
                    <a:pt x="14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3" name="Google Shape;943;p47"/>
            <p:cNvSpPr/>
            <p:nvPr/>
          </p:nvSpPr>
          <p:spPr>
            <a:xfrm>
              <a:off x="2580750" y="1641350"/>
              <a:ext cx="29975" cy="33700"/>
            </a:xfrm>
            <a:custGeom>
              <a:rect b="b" l="l" r="r" t="t"/>
              <a:pathLst>
                <a:path extrusionOk="0" h="1348" w="1199">
                  <a:moveTo>
                    <a:pt x="1048" y="0"/>
                  </a:moveTo>
                  <a:lnTo>
                    <a:pt x="450" y="599"/>
                  </a:lnTo>
                  <a:lnTo>
                    <a:pt x="1" y="1198"/>
                  </a:lnTo>
                  <a:lnTo>
                    <a:pt x="1" y="1348"/>
                  </a:lnTo>
                  <a:lnTo>
                    <a:pt x="150" y="1348"/>
                  </a:lnTo>
                  <a:lnTo>
                    <a:pt x="749" y="749"/>
                  </a:lnTo>
                  <a:lnTo>
                    <a:pt x="119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4" name="Google Shape;944;p47"/>
            <p:cNvSpPr/>
            <p:nvPr/>
          </p:nvSpPr>
          <p:spPr>
            <a:xfrm>
              <a:off x="4268375" y="3201750"/>
              <a:ext cx="123500" cy="127250"/>
            </a:xfrm>
            <a:custGeom>
              <a:rect b="b" l="l" r="r" t="t"/>
              <a:pathLst>
                <a:path extrusionOk="0" h="5090" w="4940">
                  <a:moveTo>
                    <a:pt x="4940" y="0"/>
                  </a:moveTo>
                  <a:lnTo>
                    <a:pt x="3593" y="1198"/>
                  </a:lnTo>
                  <a:lnTo>
                    <a:pt x="2395" y="2395"/>
                  </a:lnTo>
                  <a:lnTo>
                    <a:pt x="1" y="4940"/>
                  </a:lnTo>
                  <a:lnTo>
                    <a:pt x="1" y="5090"/>
                  </a:lnTo>
                  <a:lnTo>
                    <a:pt x="150" y="5090"/>
                  </a:lnTo>
                  <a:lnTo>
                    <a:pt x="2695" y="2695"/>
                  </a:lnTo>
                  <a:lnTo>
                    <a:pt x="4940" y="150"/>
                  </a:lnTo>
                  <a:lnTo>
                    <a:pt x="49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5" name="Google Shape;945;p47"/>
            <p:cNvSpPr/>
            <p:nvPr/>
          </p:nvSpPr>
          <p:spPr>
            <a:xfrm>
              <a:off x="4309550" y="3250400"/>
              <a:ext cx="127250" cy="127250"/>
            </a:xfrm>
            <a:custGeom>
              <a:rect b="b" l="l" r="r" t="t"/>
              <a:pathLst>
                <a:path extrusionOk="0" h="5090" w="5090">
                  <a:moveTo>
                    <a:pt x="4939" y="0"/>
                  </a:moveTo>
                  <a:lnTo>
                    <a:pt x="3742" y="1048"/>
                  </a:lnTo>
                  <a:lnTo>
                    <a:pt x="2545" y="2245"/>
                  </a:lnTo>
                  <a:lnTo>
                    <a:pt x="1197" y="3593"/>
                  </a:lnTo>
                  <a:lnTo>
                    <a:pt x="0" y="4940"/>
                  </a:lnTo>
                  <a:lnTo>
                    <a:pt x="0" y="5089"/>
                  </a:lnTo>
                  <a:lnTo>
                    <a:pt x="150" y="5089"/>
                  </a:lnTo>
                  <a:lnTo>
                    <a:pt x="2844" y="2545"/>
                  </a:lnTo>
                  <a:lnTo>
                    <a:pt x="4041" y="1497"/>
                  </a:lnTo>
                  <a:lnTo>
                    <a:pt x="4640" y="898"/>
                  </a:lnTo>
                  <a:lnTo>
                    <a:pt x="5089" y="1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6" name="Google Shape;946;p47"/>
            <p:cNvSpPr/>
            <p:nvPr/>
          </p:nvSpPr>
          <p:spPr>
            <a:xfrm>
              <a:off x="4361925" y="3302775"/>
              <a:ext cx="108550" cy="108550"/>
            </a:xfrm>
            <a:custGeom>
              <a:rect b="b" l="l" r="r" t="t"/>
              <a:pathLst>
                <a:path extrusionOk="0" h="4342" w="4342">
                  <a:moveTo>
                    <a:pt x="4341" y="1"/>
                  </a:moveTo>
                  <a:lnTo>
                    <a:pt x="2096" y="2096"/>
                  </a:lnTo>
                  <a:lnTo>
                    <a:pt x="1" y="4192"/>
                  </a:lnTo>
                  <a:lnTo>
                    <a:pt x="1" y="4341"/>
                  </a:lnTo>
                  <a:lnTo>
                    <a:pt x="150" y="4341"/>
                  </a:lnTo>
                  <a:lnTo>
                    <a:pt x="2246" y="2396"/>
                  </a:lnTo>
                  <a:lnTo>
                    <a:pt x="4341" y="150"/>
                  </a:lnTo>
                  <a:lnTo>
                    <a:pt x="434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7" name="Google Shape;947;p47"/>
            <p:cNvSpPr/>
            <p:nvPr/>
          </p:nvSpPr>
          <p:spPr>
            <a:xfrm>
              <a:off x="4376900" y="3355175"/>
              <a:ext cx="131000" cy="127250"/>
            </a:xfrm>
            <a:custGeom>
              <a:rect b="b" l="l" r="r" t="t"/>
              <a:pathLst>
                <a:path extrusionOk="0" h="5090" w="5240">
                  <a:moveTo>
                    <a:pt x="5089" y="0"/>
                  </a:moveTo>
                  <a:lnTo>
                    <a:pt x="3742" y="1198"/>
                  </a:lnTo>
                  <a:lnTo>
                    <a:pt x="2395" y="2395"/>
                  </a:lnTo>
                  <a:lnTo>
                    <a:pt x="1198" y="3593"/>
                  </a:lnTo>
                  <a:lnTo>
                    <a:pt x="0" y="4940"/>
                  </a:lnTo>
                  <a:lnTo>
                    <a:pt x="0" y="5089"/>
                  </a:lnTo>
                  <a:lnTo>
                    <a:pt x="150" y="5089"/>
                  </a:lnTo>
                  <a:lnTo>
                    <a:pt x="1497" y="3892"/>
                  </a:lnTo>
                  <a:lnTo>
                    <a:pt x="2694" y="2694"/>
                  </a:lnTo>
                  <a:lnTo>
                    <a:pt x="4042" y="1347"/>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8" name="Google Shape;948;p47"/>
            <p:cNvSpPr/>
            <p:nvPr/>
          </p:nvSpPr>
          <p:spPr>
            <a:xfrm>
              <a:off x="4440500" y="3403825"/>
              <a:ext cx="104800" cy="101050"/>
            </a:xfrm>
            <a:custGeom>
              <a:rect b="b" l="l" r="r" t="t"/>
              <a:pathLst>
                <a:path extrusionOk="0" h="4042" w="4192">
                  <a:moveTo>
                    <a:pt x="4042" y="0"/>
                  </a:moveTo>
                  <a:lnTo>
                    <a:pt x="2994" y="898"/>
                  </a:lnTo>
                  <a:lnTo>
                    <a:pt x="1947" y="1796"/>
                  </a:lnTo>
                  <a:lnTo>
                    <a:pt x="1" y="3892"/>
                  </a:lnTo>
                  <a:lnTo>
                    <a:pt x="1" y="4041"/>
                  </a:lnTo>
                  <a:lnTo>
                    <a:pt x="150" y="4041"/>
                  </a:lnTo>
                  <a:lnTo>
                    <a:pt x="2246" y="2096"/>
                  </a:lnTo>
                  <a:lnTo>
                    <a:pt x="3294" y="1048"/>
                  </a:lnTo>
                  <a:lnTo>
                    <a:pt x="41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9" name="Google Shape;949;p47"/>
            <p:cNvSpPr/>
            <p:nvPr/>
          </p:nvSpPr>
          <p:spPr>
            <a:xfrm>
              <a:off x="4534050" y="3501100"/>
              <a:ext cx="86100" cy="86100"/>
            </a:xfrm>
            <a:custGeom>
              <a:rect b="b" l="l" r="r" t="t"/>
              <a:pathLst>
                <a:path extrusionOk="0" h="3444" w="3444">
                  <a:moveTo>
                    <a:pt x="3294" y="1"/>
                  </a:moveTo>
                  <a:lnTo>
                    <a:pt x="1498" y="1498"/>
                  </a:lnTo>
                  <a:lnTo>
                    <a:pt x="1" y="3294"/>
                  </a:lnTo>
                  <a:lnTo>
                    <a:pt x="1" y="3443"/>
                  </a:lnTo>
                  <a:lnTo>
                    <a:pt x="150" y="3443"/>
                  </a:lnTo>
                  <a:lnTo>
                    <a:pt x="1049" y="2695"/>
                  </a:lnTo>
                  <a:lnTo>
                    <a:pt x="1947"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0" name="Google Shape;950;p47"/>
            <p:cNvSpPr/>
            <p:nvPr/>
          </p:nvSpPr>
          <p:spPr>
            <a:xfrm>
              <a:off x="4492900" y="3452450"/>
              <a:ext cx="89825" cy="89850"/>
            </a:xfrm>
            <a:custGeom>
              <a:rect b="b" l="l" r="r" t="t"/>
              <a:pathLst>
                <a:path extrusionOk="0" h="3594" w="3593">
                  <a:moveTo>
                    <a:pt x="3443" y="1"/>
                  </a:moveTo>
                  <a:lnTo>
                    <a:pt x="1647" y="1647"/>
                  </a:lnTo>
                  <a:lnTo>
                    <a:pt x="0" y="3444"/>
                  </a:lnTo>
                  <a:lnTo>
                    <a:pt x="0" y="3593"/>
                  </a:lnTo>
                  <a:lnTo>
                    <a:pt x="150" y="3593"/>
                  </a:lnTo>
                  <a:lnTo>
                    <a:pt x="1946" y="1947"/>
                  </a:lnTo>
                  <a:lnTo>
                    <a:pt x="3593" y="151"/>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1" name="Google Shape;951;p47"/>
            <p:cNvSpPr/>
            <p:nvPr/>
          </p:nvSpPr>
          <p:spPr>
            <a:xfrm>
              <a:off x="4578950" y="3549750"/>
              <a:ext cx="78625" cy="78600"/>
            </a:xfrm>
            <a:custGeom>
              <a:rect b="b" l="l" r="r" t="t"/>
              <a:pathLst>
                <a:path extrusionOk="0" h="3144" w="3145">
                  <a:moveTo>
                    <a:pt x="3144" y="1"/>
                  </a:moveTo>
                  <a:lnTo>
                    <a:pt x="1498" y="1497"/>
                  </a:lnTo>
                  <a:lnTo>
                    <a:pt x="749" y="2246"/>
                  </a:lnTo>
                  <a:lnTo>
                    <a:pt x="1" y="2994"/>
                  </a:lnTo>
                  <a:lnTo>
                    <a:pt x="1" y="3144"/>
                  </a:lnTo>
                  <a:lnTo>
                    <a:pt x="151" y="3144"/>
                  </a:lnTo>
                  <a:lnTo>
                    <a:pt x="450" y="2994"/>
                  </a:lnTo>
                  <a:lnTo>
                    <a:pt x="1947" y="1647"/>
                  </a:lnTo>
                  <a:lnTo>
                    <a:pt x="3144" y="150"/>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2" name="Google Shape;952;p47"/>
            <p:cNvSpPr/>
            <p:nvPr/>
          </p:nvSpPr>
          <p:spPr>
            <a:xfrm>
              <a:off x="4623875" y="3598400"/>
              <a:ext cx="71100" cy="74850"/>
            </a:xfrm>
            <a:custGeom>
              <a:rect b="b" l="l" r="r" t="t"/>
              <a:pathLst>
                <a:path extrusionOk="0" h="2994" w="2844">
                  <a:moveTo>
                    <a:pt x="2694" y="0"/>
                  </a:moveTo>
                  <a:lnTo>
                    <a:pt x="1197" y="1347"/>
                  </a:lnTo>
                  <a:lnTo>
                    <a:pt x="0" y="2695"/>
                  </a:lnTo>
                  <a:lnTo>
                    <a:pt x="0" y="2994"/>
                  </a:lnTo>
                  <a:lnTo>
                    <a:pt x="150" y="2994"/>
                  </a:lnTo>
                  <a:lnTo>
                    <a:pt x="1647" y="1647"/>
                  </a:lnTo>
                  <a:lnTo>
                    <a:pt x="2844"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3" name="Google Shape;953;p47"/>
            <p:cNvSpPr/>
            <p:nvPr/>
          </p:nvSpPr>
          <p:spPr>
            <a:xfrm>
              <a:off x="4657550" y="3650775"/>
              <a:ext cx="74850" cy="74875"/>
            </a:xfrm>
            <a:custGeom>
              <a:rect b="b" l="l" r="r" t="t"/>
              <a:pathLst>
                <a:path extrusionOk="0" h="2995" w="2994">
                  <a:moveTo>
                    <a:pt x="2844" y="1"/>
                  </a:moveTo>
                  <a:lnTo>
                    <a:pt x="1347" y="1348"/>
                  </a:lnTo>
                  <a:lnTo>
                    <a:pt x="599" y="2096"/>
                  </a:lnTo>
                  <a:lnTo>
                    <a:pt x="0" y="2845"/>
                  </a:lnTo>
                  <a:lnTo>
                    <a:pt x="0" y="2994"/>
                  </a:lnTo>
                  <a:lnTo>
                    <a:pt x="150" y="2994"/>
                  </a:lnTo>
                  <a:lnTo>
                    <a:pt x="898" y="2396"/>
                  </a:lnTo>
                  <a:lnTo>
                    <a:pt x="1647" y="1647"/>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4" name="Google Shape;954;p47"/>
            <p:cNvSpPr/>
            <p:nvPr/>
          </p:nvSpPr>
          <p:spPr>
            <a:xfrm>
              <a:off x="4698700" y="3699425"/>
              <a:ext cx="71125" cy="71125"/>
            </a:xfrm>
            <a:custGeom>
              <a:rect b="b" l="l" r="r" t="t"/>
              <a:pathLst>
                <a:path extrusionOk="0" h="2845" w="2845">
                  <a:moveTo>
                    <a:pt x="2695" y="1"/>
                  </a:moveTo>
                  <a:lnTo>
                    <a:pt x="1348" y="1348"/>
                  </a:lnTo>
                  <a:lnTo>
                    <a:pt x="599" y="1947"/>
                  </a:lnTo>
                  <a:lnTo>
                    <a:pt x="1" y="2845"/>
                  </a:lnTo>
                  <a:lnTo>
                    <a:pt x="150" y="2845"/>
                  </a:lnTo>
                  <a:lnTo>
                    <a:pt x="899" y="2246"/>
                  </a:lnTo>
                  <a:lnTo>
                    <a:pt x="1497" y="1647"/>
                  </a:lnTo>
                  <a:lnTo>
                    <a:pt x="2845" y="150"/>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5" name="Google Shape;955;p47"/>
            <p:cNvSpPr/>
            <p:nvPr/>
          </p:nvSpPr>
          <p:spPr>
            <a:xfrm>
              <a:off x="4739875" y="3744325"/>
              <a:ext cx="74850" cy="71125"/>
            </a:xfrm>
            <a:custGeom>
              <a:rect b="b" l="l" r="r" t="t"/>
              <a:pathLst>
                <a:path extrusionOk="0" h="2845" w="2994">
                  <a:moveTo>
                    <a:pt x="2844" y="1"/>
                  </a:moveTo>
                  <a:lnTo>
                    <a:pt x="1347" y="1348"/>
                  </a:lnTo>
                  <a:lnTo>
                    <a:pt x="599" y="1947"/>
                  </a:lnTo>
                  <a:lnTo>
                    <a:pt x="0" y="2695"/>
                  </a:lnTo>
                  <a:lnTo>
                    <a:pt x="150" y="2845"/>
                  </a:lnTo>
                  <a:lnTo>
                    <a:pt x="898" y="2396"/>
                  </a:lnTo>
                  <a:lnTo>
                    <a:pt x="1647" y="1647"/>
                  </a:lnTo>
                  <a:lnTo>
                    <a:pt x="2994" y="151"/>
                  </a:lnTo>
                  <a:lnTo>
                    <a:pt x="28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6" name="Google Shape;956;p47"/>
            <p:cNvSpPr/>
            <p:nvPr/>
          </p:nvSpPr>
          <p:spPr>
            <a:xfrm>
              <a:off x="4777275" y="3800475"/>
              <a:ext cx="71125" cy="67375"/>
            </a:xfrm>
            <a:custGeom>
              <a:rect b="b" l="l" r="r" t="t"/>
              <a:pathLst>
                <a:path extrusionOk="0" h="2695" w="2845">
                  <a:moveTo>
                    <a:pt x="2695" y="0"/>
                  </a:moveTo>
                  <a:lnTo>
                    <a:pt x="1198" y="1197"/>
                  </a:lnTo>
                  <a:lnTo>
                    <a:pt x="600" y="1946"/>
                  </a:lnTo>
                  <a:lnTo>
                    <a:pt x="1" y="2545"/>
                  </a:lnTo>
                  <a:lnTo>
                    <a:pt x="1" y="2694"/>
                  </a:lnTo>
                  <a:lnTo>
                    <a:pt x="151" y="2694"/>
                  </a:lnTo>
                  <a:lnTo>
                    <a:pt x="749" y="2245"/>
                  </a:lnTo>
                  <a:lnTo>
                    <a:pt x="1498" y="149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7" name="Google Shape;957;p47"/>
            <p:cNvSpPr/>
            <p:nvPr/>
          </p:nvSpPr>
          <p:spPr>
            <a:xfrm>
              <a:off x="4829675" y="3845375"/>
              <a:ext cx="56150" cy="59875"/>
            </a:xfrm>
            <a:custGeom>
              <a:rect b="b" l="l" r="r" t="t"/>
              <a:pathLst>
                <a:path extrusionOk="0" h="2395" w="2246">
                  <a:moveTo>
                    <a:pt x="2096" y="0"/>
                  </a:moveTo>
                  <a:lnTo>
                    <a:pt x="898" y="1048"/>
                  </a:lnTo>
                  <a:lnTo>
                    <a:pt x="449" y="1647"/>
                  </a:lnTo>
                  <a:lnTo>
                    <a:pt x="0" y="2245"/>
                  </a:lnTo>
                  <a:lnTo>
                    <a:pt x="0" y="2395"/>
                  </a:lnTo>
                  <a:lnTo>
                    <a:pt x="749" y="1946"/>
                  </a:lnTo>
                  <a:lnTo>
                    <a:pt x="1198" y="1347"/>
                  </a:lnTo>
                  <a:lnTo>
                    <a:pt x="2246" y="150"/>
                  </a:lnTo>
                  <a:lnTo>
                    <a:pt x="22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8" name="Google Shape;958;p47"/>
            <p:cNvSpPr/>
            <p:nvPr/>
          </p:nvSpPr>
          <p:spPr>
            <a:xfrm>
              <a:off x="4882050" y="3897750"/>
              <a:ext cx="41200" cy="41200"/>
            </a:xfrm>
            <a:custGeom>
              <a:rect b="b" l="l" r="r" t="t"/>
              <a:pathLst>
                <a:path extrusionOk="0" h="1648" w="1648">
                  <a:moveTo>
                    <a:pt x="1498" y="1"/>
                  </a:moveTo>
                  <a:lnTo>
                    <a:pt x="749" y="599"/>
                  </a:lnTo>
                  <a:lnTo>
                    <a:pt x="1" y="1497"/>
                  </a:lnTo>
                  <a:lnTo>
                    <a:pt x="1" y="1647"/>
                  </a:lnTo>
                  <a:lnTo>
                    <a:pt x="151" y="1647"/>
                  </a:lnTo>
                  <a:lnTo>
                    <a:pt x="899" y="899"/>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9" name="Google Shape;959;p47"/>
            <p:cNvSpPr/>
            <p:nvPr/>
          </p:nvSpPr>
          <p:spPr>
            <a:xfrm>
              <a:off x="4926950" y="3942650"/>
              <a:ext cx="37450" cy="37450"/>
            </a:xfrm>
            <a:custGeom>
              <a:rect b="b" l="l" r="r" t="t"/>
              <a:pathLst>
                <a:path extrusionOk="0" h="1498" w="1498">
                  <a:moveTo>
                    <a:pt x="1348" y="1"/>
                  </a:moveTo>
                  <a:lnTo>
                    <a:pt x="600" y="600"/>
                  </a:lnTo>
                  <a:lnTo>
                    <a:pt x="1" y="1348"/>
                  </a:lnTo>
                  <a:lnTo>
                    <a:pt x="151" y="1348"/>
                  </a:lnTo>
                  <a:lnTo>
                    <a:pt x="300" y="1498"/>
                  </a:lnTo>
                  <a:lnTo>
                    <a:pt x="899" y="899"/>
                  </a:lnTo>
                  <a:lnTo>
                    <a:pt x="1498" y="150"/>
                  </a:lnTo>
                  <a:lnTo>
                    <a:pt x="149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0" name="Google Shape;960;p47"/>
            <p:cNvSpPr/>
            <p:nvPr/>
          </p:nvSpPr>
          <p:spPr>
            <a:xfrm>
              <a:off x="4964375" y="3995050"/>
              <a:ext cx="37450" cy="33700"/>
            </a:xfrm>
            <a:custGeom>
              <a:rect b="b" l="l" r="r" t="t"/>
              <a:pathLst>
                <a:path extrusionOk="0" h="1348" w="1498">
                  <a:moveTo>
                    <a:pt x="1348" y="0"/>
                  </a:moveTo>
                  <a:lnTo>
                    <a:pt x="599" y="599"/>
                  </a:lnTo>
                  <a:lnTo>
                    <a:pt x="300" y="898"/>
                  </a:lnTo>
                  <a:lnTo>
                    <a:pt x="1" y="1198"/>
                  </a:lnTo>
                  <a:lnTo>
                    <a:pt x="1" y="1347"/>
                  </a:lnTo>
                  <a:lnTo>
                    <a:pt x="150" y="1347"/>
                  </a:lnTo>
                  <a:lnTo>
                    <a:pt x="599" y="1198"/>
                  </a:lnTo>
                  <a:lnTo>
                    <a:pt x="899" y="749"/>
                  </a:lnTo>
                  <a:lnTo>
                    <a:pt x="149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1" name="Google Shape;961;p47"/>
            <p:cNvSpPr/>
            <p:nvPr/>
          </p:nvSpPr>
          <p:spPr>
            <a:xfrm>
              <a:off x="5009275" y="4039950"/>
              <a:ext cx="33725" cy="29950"/>
            </a:xfrm>
            <a:custGeom>
              <a:rect b="b" l="l" r="r" t="t"/>
              <a:pathLst>
                <a:path extrusionOk="0" h="1198" w="1349">
                  <a:moveTo>
                    <a:pt x="1198" y="0"/>
                  </a:moveTo>
                  <a:lnTo>
                    <a:pt x="600" y="599"/>
                  </a:lnTo>
                  <a:lnTo>
                    <a:pt x="1" y="1048"/>
                  </a:lnTo>
                  <a:lnTo>
                    <a:pt x="1" y="1198"/>
                  </a:lnTo>
                  <a:lnTo>
                    <a:pt x="151" y="1198"/>
                  </a:lnTo>
                  <a:lnTo>
                    <a:pt x="749" y="749"/>
                  </a:lnTo>
                  <a:lnTo>
                    <a:pt x="134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2" name="Google Shape;962;p47"/>
            <p:cNvSpPr/>
            <p:nvPr/>
          </p:nvSpPr>
          <p:spPr>
            <a:xfrm>
              <a:off x="3344125" y="3328975"/>
              <a:ext cx="127250" cy="123500"/>
            </a:xfrm>
            <a:custGeom>
              <a:rect b="b" l="l" r="r" t="t"/>
              <a:pathLst>
                <a:path extrusionOk="0" h="4940" w="5090">
                  <a:moveTo>
                    <a:pt x="0" y="1"/>
                  </a:moveTo>
                  <a:lnTo>
                    <a:pt x="0" y="150"/>
                  </a:lnTo>
                  <a:lnTo>
                    <a:pt x="2395" y="2695"/>
                  </a:lnTo>
                  <a:lnTo>
                    <a:pt x="4939" y="4940"/>
                  </a:lnTo>
                  <a:lnTo>
                    <a:pt x="5089" y="4940"/>
                  </a:lnTo>
                  <a:lnTo>
                    <a:pt x="3892" y="3593"/>
                  </a:lnTo>
                  <a:lnTo>
                    <a:pt x="2694" y="2395"/>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3" name="Google Shape;963;p47"/>
            <p:cNvSpPr/>
            <p:nvPr/>
          </p:nvSpPr>
          <p:spPr>
            <a:xfrm>
              <a:off x="3295475" y="3370125"/>
              <a:ext cx="123500" cy="127275"/>
            </a:xfrm>
            <a:custGeom>
              <a:rect b="b" l="l" r="r" t="t"/>
              <a:pathLst>
                <a:path extrusionOk="0" h="5091" w="4940">
                  <a:moveTo>
                    <a:pt x="0" y="1"/>
                  </a:moveTo>
                  <a:lnTo>
                    <a:pt x="0" y="151"/>
                  </a:lnTo>
                  <a:lnTo>
                    <a:pt x="2545" y="2845"/>
                  </a:lnTo>
                  <a:lnTo>
                    <a:pt x="3593" y="4042"/>
                  </a:lnTo>
                  <a:lnTo>
                    <a:pt x="4191" y="4641"/>
                  </a:lnTo>
                  <a:lnTo>
                    <a:pt x="4940" y="5090"/>
                  </a:lnTo>
                  <a:lnTo>
                    <a:pt x="4940" y="4940"/>
                  </a:lnTo>
                  <a:lnTo>
                    <a:pt x="3892" y="3743"/>
                  </a:lnTo>
                  <a:lnTo>
                    <a:pt x="2844" y="2546"/>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4" name="Google Shape;964;p47"/>
            <p:cNvSpPr/>
            <p:nvPr/>
          </p:nvSpPr>
          <p:spPr>
            <a:xfrm>
              <a:off x="3261800" y="3422525"/>
              <a:ext cx="108525" cy="108550"/>
            </a:xfrm>
            <a:custGeom>
              <a:rect b="b" l="l" r="r" t="t"/>
              <a:pathLst>
                <a:path extrusionOk="0" h="4342" w="4341">
                  <a:moveTo>
                    <a:pt x="0" y="0"/>
                  </a:moveTo>
                  <a:lnTo>
                    <a:pt x="0" y="150"/>
                  </a:lnTo>
                  <a:lnTo>
                    <a:pt x="1946" y="2246"/>
                  </a:lnTo>
                  <a:lnTo>
                    <a:pt x="4191" y="4341"/>
                  </a:lnTo>
                  <a:lnTo>
                    <a:pt x="4341" y="4341"/>
                  </a:lnTo>
                  <a:lnTo>
                    <a:pt x="4341" y="4191"/>
                  </a:lnTo>
                  <a:lnTo>
                    <a:pt x="2245" y="2096"/>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5" name="Google Shape;965;p47"/>
            <p:cNvSpPr/>
            <p:nvPr/>
          </p:nvSpPr>
          <p:spPr>
            <a:xfrm>
              <a:off x="3190700" y="3437500"/>
              <a:ext cx="127250" cy="130975"/>
            </a:xfrm>
            <a:custGeom>
              <a:rect b="b" l="l" r="r" t="t"/>
              <a:pathLst>
                <a:path extrusionOk="0" h="5239" w="5090">
                  <a:moveTo>
                    <a:pt x="0" y="0"/>
                  </a:moveTo>
                  <a:lnTo>
                    <a:pt x="0" y="150"/>
                  </a:lnTo>
                  <a:lnTo>
                    <a:pt x="1198" y="1497"/>
                  </a:lnTo>
                  <a:lnTo>
                    <a:pt x="2395" y="2694"/>
                  </a:lnTo>
                  <a:lnTo>
                    <a:pt x="3742" y="4042"/>
                  </a:lnTo>
                  <a:lnTo>
                    <a:pt x="5089" y="5239"/>
                  </a:lnTo>
                  <a:lnTo>
                    <a:pt x="5089" y="5089"/>
                  </a:lnTo>
                  <a:lnTo>
                    <a:pt x="3892" y="3742"/>
                  </a:lnTo>
                  <a:lnTo>
                    <a:pt x="2694" y="2395"/>
                  </a:lnTo>
                  <a:lnTo>
                    <a:pt x="134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6" name="Google Shape;966;p47"/>
            <p:cNvSpPr/>
            <p:nvPr/>
          </p:nvSpPr>
          <p:spPr>
            <a:xfrm>
              <a:off x="3168250" y="3501100"/>
              <a:ext cx="101050" cy="104800"/>
            </a:xfrm>
            <a:custGeom>
              <a:rect b="b" l="l" r="r" t="t"/>
              <a:pathLst>
                <a:path extrusionOk="0" h="4192" w="4042">
                  <a:moveTo>
                    <a:pt x="0" y="1"/>
                  </a:moveTo>
                  <a:lnTo>
                    <a:pt x="0" y="150"/>
                  </a:lnTo>
                  <a:lnTo>
                    <a:pt x="1946" y="2246"/>
                  </a:lnTo>
                  <a:lnTo>
                    <a:pt x="2844" y="3294"/>
                  </a:lnTo>
                  <a:lnTo>
                    <a:pt x="4041" y="4192"/>
                  </a:lnTo>
                  <a:lnTo>
                    <a:pt x="4041" y="4042"/>
                  </a:lnTo>
                  <a:lnTo>
                    <a:pt x="3143" y="2994"/>
                  </a:lnTo>
                  <a:lnTo>
                    <a:pt x="2245" y="19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7" name="Google Shape;967;p47"/>
            <p:cNvSpPr/>
            <p:nvPr/>
          </p:nvSpPr>
          <p:spPr>
            <a:xfrm>
              <a:off x="3085925" y="3594650"/>
              <a:ext cx="86075" cy="86100"/>
            </a:xfrm>
            <a:custGeom>
              <a:rect b="b" l="l" r="r" t="t"/>
              <a:pathLst>
                <a:path extrusionOk="0" h="3444" w="3443">
                  <a:moveTo>
                    <a:pt x="0" y="1"/>
                  </a:moveTo>
                  <a:lnTo>
                    <a:pt x="0" y="150"/>
                  </a:lnTo>
                  <a:lnTo>
                    <a:pt x="749" y="1048"/>
                  </a:lnTo>
                  <a:lnTo>
                    <a:pt x="1497" y="1947"/>
                  </a:lnTo>
                  <a:lnTo>
                    <a:pt x="3443" y="3443"/>
                  </a:lnTo>
                  <a:lnTo>
                    <a:pt x="3443" y="3294"/>
                  </a:lnTo>
                  <a:lnTo>
                    <a:pt x="1946" y="149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8" name="Google Shape;968;p47"/>
            <p:cNvSpPr/>
            <p:nvPr/>
          </p:nvSpPr>
          <p:spPr>
            <a:xfrm>
              <a:off x="3130825" y="3553500"/>
              <a:ext cx="89825" cy="89825"/>
            </a:xfrm>
            <a:custGeom>
              <a:rect b="b" l="l" r="r" t="t"/>
              <a:pathLst>
                <a:path extrusionOk="0" h="3593" w="3593">
                  <a:moveTo>
                    <a:pt x="0" y="0"/>
                  </a:moveTo>
                  <a:lnTo>
                    <a:pt x="0" y="150"/>
                  </a:lnTo>
                  <a:lnTo>
                    <a:pt x="1647" y="1946"/>
                  </a:lnTo>
                  <a:lnTo>
                    <a:pt x="3443" y="3593"/>
                  </a:lnTo>
                  <a:lnTo>
                    <a:pt x="3593" y="3593"/>
                  </a:lnTo>
                  <a:lnTo>
                    <a:pt x="3593" y="3443"/>
                  </a:lnTo>
                  <a:lnTo>
                    <a:pt x="1946" y="16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9" name="Google Shape;969;p47"/>
            <p:cNvSpPr/>
            <p:nvPr/>
          </p:nvSpPr>
          <p:spPr>
            <a:xfrm>
              <a:off x="3044750" y="3639550"/>
              <a:ext cx="78625" cy="78625"/>
            </a:xfrm>
            <a:custGeom>
              <a:rect b="b" l="l" r="r" t="t"/>
              <a:pathLst>
                <a:path extrusionOk="0" h="3145" w="3145">
                  <a:moveTo>
                    <a:pt x="1" y="1"/>
                  </a:moveTo>
                  <a:lnTo>
                    <a:pt x="1" y="151"/>
                  </a:lnTo>
                  <a:lnTo>
                    <a:pt x="599" y="1049"/>
                  </a:lnTo>
                  <a:lnTo>
                    <a:pt x="1348" y="1797"/>
                  </a:lnTo>
                  <a:lnTo>
                    <a:pt x="2994" y="3144"/>
                  </a:lnTo>
                  <a:lnTo>
                    <a:pt x="3144" y="3144"/>
                  </a:lnTo>
                  <a:lnTo>
                    <a:pt x="2096" y="1797"/>
                  </a:lnTo>
                  <a:lnTo>
                    <a:pt x="1049" y="8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0" name="Google Shape;970;p47"/>
            <p:cNvSpPr/>
            <p:nvPr/>
          </p:nvSpPr>
          <p:spPr>
            <a:xfrm>
              <a:off x="2999850" y="3684450"/>
              <a:ext cx="71125" cy="71125"/>
            </a:xfrm>
            <a:custGeom>
              <a:rect b="b" l="l" r="r" t="t"/>
              <a:pathLst>
                <a:path extrusionOk="0" h="2845" w="2845">
                  <a:moveTo>
                    <a:pt x="1" y="1"/>
                  </a:moveTo>
                  <a:lnTo>
                    <a:pt x="1" y="151"/>
                  </a:lnTo>
                  <a:lnTo>
                    <a:pt x="1348" y="1647"/>
                  </a:lnTo>
                  <a:lnTo>
                    <a:pt x="2845" y="2845"/>
                  </a:lnTo>
                  <a:lnTo>
                    <a:pt x="2845" y="2695"/>
                  </a:lnTo>
                  <a:lnTo>
                    <a:pt x="164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1" name="Google Shape;971;p47"/>
            <p:cNvSpPr/>
            <p:nvPr/>
          </p:nvSpPr>
          <p:spPr>
            <a:xfrm>
              <a:off x="2947475" y="3718150"/>
              <a:ext cx="74850" cy="74850"/>
            </a:xfrm>
            <a:custGeom>
              <a:rect b="b" l="l" r="r" t="t"/>
              <a:pathLst>
                <a:path extrusionOk="0" h="2994" w="2994">
                  <a:moveTo>
                    <a:pt x="0" y="0"/>
                  </a:moveTo>
                  <a:lnTo>
                    <a:pt x="0" y="150"/>
                  </a:lnTo>
                  <a:lnTo>
                    <a:pt x="599" y="898"/>
                  </a:lnTo>
                  <a:lnTo>
                    <a:pt x="1347" y="1647"/>
                  </a:lnTo>
                  <a:lnTo>
                    <a:pt x="2994" y="2994"/>
                  </a:lnTo>
                  <a:lnTo>
                    <a:pt x="2994" y="2844"/>
                  </a:lnTo>
                  <a:lnTo>
                    <a:pt x="1647" y="134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2" name="Google Shape;972;p47"/>
            <p:cNvSpPr/>
            <p:nvPr/>
          </p:nvSpPr>
          <p:spPr>
            <a:xfrm>
              <a:off x="2902575" y="3759300"/>
              <a:ext cx="71100" cy="71125"/>
            </a:xfrm>
            <a:custGeom>
              <a:rect b="b" l="l" r="r" t="t"/>
              <a:pathLst>
                <a:path extrusionOk="0" h="2845" w="2844">
                  <a:moveTo>
                    <a:pt x="0" y="1"/>
                  </a:moveTo>
                  <a:lnTo>
                    <a:pt x="0" y="150"/>
                  </a:lnTo>
                  <a:lnTo>
                    <a:pt x="599" y="899"/>
                  </a:lnTo>
                  <a:lnTo>
                    <a:pt x="1197" y="1497"/>
                  </a:lnTo>
                  <a:lnTo>
                    <a:pt x="2694" y="2844"/>
                  </a:lnTo>
                  <a:lnTo>
                    <a:pt x="2844" y="2844"/>
                  </a:lnTo>
                  <a:lnTo>
                    <a:pt x="2844" y="2695"/>
                  </a:lnTo>
                  <a:lnTo>
                    <a:pt x="1497" y="1348"/>
                  </a:lnTo>
                  <a:lnTo>
                    <a:pt x="898" y="5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3" name="Google Shape;973;p47"/>
            <p:cNvSpPr/>
            <p:nvPr/>
          </p:nvSpPr>
          <p:spPr>
            <a:xfrm>
              <a:off x="2857650" y="3800475"/>
              <a:ext cx="71125" cy="71100"/>
            </a:xfrm>
            <a:custGeom>
              <a:rect b="b" l="l" r="r" t="t"/>
              <a:pathLst>
                <a:path extrusionOk="0" h="2844" w="2845">
                  <a:moveTo>
                    <a:pt x="151" y="0"/>
                  </a:moveTo>
                  <a:lnTo>
                    <a:pt x="1" y="150"/>
                  </a:lnTo>
                  <a:lnTo>
                    <a:pt x="1" y="449"/>
                  </a:lnTo>
                  <a:lnTo>
                    <a:pt x="600" y="1048"/>
                  </a:lnTo>
                  <a:lnTo>
                    <a:pt x="1198" y="1646"/>
                  </a:lnTo>
                  <a:lnTo>
                    <a:pt x="2695" y="2844"/>
                  </a:lnTo>
                  <a:lnTo>
                    <a:pt x="2845" y="2844"/>
                  </a:lnTo>
                  <a:lnTo>
                    <a:pt x="1498" y="1347"/>
                  </a:lnTo>
                  <a:lnTo>
                    <a:pt x="749" y="599"/>
                  </a:lnTo>
                  <a:lnTo>
                    <a:pt x="15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4" name="Google Shape;974;p47"/>
            <p:cNvSpPr/>
            <p:nvPr/>
          </p:nvSpPr>
          <p:spPr>
            <a:xfrm>
              <a:off x="2805275" y="3837875"/>
              <a:ext cx="67375" cy="71125"/>
            </a:xfrm>
            <a:custGeom>
              <a:rect b="b" l="l" r="r" t="t"/>
              <a:pathLst>
                <a:path extrusionOk="0" h="2845" w="2695">
                  <a:moveTo>
                    <a:pt x="0" y="1"/>
                  </a:moveTo>
                  <a:lnTo>
                    <a:pt x="0" y="150"/>
                  </a:lnTo>
                  <a:lnTo>
                    <a:pt x="449" y="749"/>
                  </a:lnTo>
                  <a:lnTo>
                    <a:pt x="1198" y="1498"/>
                  </a:lnTo>
                  <a:lnTo>
                    <a:pt x="2695" y="2845"/>
                  </a:lnTo>
                  <a:lnTo>
                    <a:pt x="2695" y="2695"/>
                  </a:lnTo>
                  <a:lnTo>
                    <a:pt x="1497" y="1198"/>
                  </a:lnTo>
                  <a:lnTo>
                    <a:pt x="749" y="600"/>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5" name="Google Shape;975;p47"/>
            <p:cNvSpPr/>
            <p:nvPr/>
          </p:nvSpPr>
          <p:spPr>
            <a:xfrm>
              <a:off x="2767850" y="3890275"/>
              <a:ext cx="59900" cy="56150"/>
            </a:xfrm>
            <a:custGeom>
              <a:rect b="b" l="l" r="r" t="t"/>
              <a:pathLst>
                <a:path extrusionOk="0" h="2246" w="2396">
                  <a:moveTo>
                    <a:pt x="1" y="0"/>
                  </a:moveTo>
                  <a:lnTo>
                    <a:pt x="450" y="749"/>
                  </a:lnTo>
                  <a:lnTo>
                    <a:pt x="1048" y="1198"/>
                  </a:lnTo>
                  <a:lnTo>
                    <a:pt x="2246" y="2245"/>
                  </a:lnTo>
                  <a:lnTo>
                    <a:pt x="2395" y="2096"/>
                  </a:lnTo>
                  <a:lnTo>
                    <a:pt x="1348" y="898"/>
                  </a:lnTo>
                  <a:lnTo>
                    <a:pt x="749" y="44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6" name="Google Shape;976;p47"/>
            <p:cNvSpPr/>
            <p:nvPr/>
          </p:nvSpPr>
          <p:spPr>
            <a:xfrm>
              <a:off x="2734175" y="3942650"/>
              <a:ext cx="41175" cy="41200"/>
            </a:xfrm>
            <a:custGeom>
              <a:rect b="b" l="l" r="r" t="t"/>
              <a:pathLst>
                <a:path extrusionOk="0" h="1648" w="1647">
                  <a:moveTo>
                    <a:pt x="0" y="1"/>
                  </a:moveTo>
                  <a:lnTo>
                    <a:pt x="0" y="150"/>
                  </a:lnTo>
                  <a:lnTo>
                    <a:pt x="749" y="899"/>
                  </a:lnTo>
                  <a:lnTo>
                    <a:pt x="1647" y="1647"/>
                  </a:lnTo>
                  <a:lnTo>
                    <a:pt x="1647" y="1498"/>
                  </a:lnTo>
                  <a:lnTo>
                    <a:pt x="1048" y="7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7" name="Google Shape;977;p47"/>
            <p:cNvSpPr/>
            <p:nvPr/>
          </p:nvSpPr>
          <p:spPr>
            <a:xfrm>
              <a:off x="2693025" y="3987550"/>
              <a:ext cx="37425" cy="37450"/>
            </a:xfrm>
            <a:custGeom>
              <a:rect b="b" l="l" r="r" t="t"/>
              <a:pathLst>
                <a:path extrusionOk="0" h="1498" w="1497">
                  <a:moveTo>
                    <a:pt x="150" y="1"/>
                  </a:moveTo>
                  <a:lnTo>
                    <a:pt x="0" y="151"/>
                  </a:lnTo>
                  <a:lnTo>
                    <a:pt x="0" y="300"/>
                  </a:lnTo>
                  <a:lnTo>
                    <a:pt x="599" y="899"/>
                  </a:lnTo>
                  <a:lnTo>
                    <a:pt x="1347" y="1498"/>
                  </a:lnTo>
                  <a:lnTo>
                    <a:pt x="1497" y="1498"/>
                  </a:lnTo>
                  <a:lnTo>
                    <a:pt x="1497" y="1348"/>
                  </a:lnTo>
                  <a:lnTo>
                    <a:pt x="89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8" name="Google Shape;978;p47"/>
            <p:cNvSpPr/>
            <p:nvPr/>
          </p:nvSpPr>
          <p:spPr>
            <a:xfrm>
              <a:off x="2644375" y="4024975"/>
              <a:ext cx="33700" cy="37450"/>
            </a:xfrm>
            <a:custGeom>
              <a:rect b="b" l="l" r="r" t="t"/>
              <a:pathLst>
                <a:path extrusionOk="0" h="1498" w="1348">
                  <a:moveTo>
                    <a:pt x="0" y="1"/>
                  </a:moveTo>
                  <a:lnTo>
                    <a:pt x="0" y="150"/>
                  </a:lnTo>
                  <a:lnTo>
                    <a:pt x="150" y="599"/>
                  </a:lnTo>
                  <a:lnTo>
                    <a:pt x="449" y="899"/>
                  </a:lnTo>
                  <a:lnTo>
                    <a:pt x="1198" y="1498"/>
                  </a:lnTo>
                  <a:lnTo>
                    <a:pt x="1347" y="1348"/>
                  </a:lnTo>
                  <a:lnTo>
                    <a:pt x="749" y="599"/>
                  </a:lnTo>
                  <a:lnTo>
                    <a:pt x="449" y="3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9" name="Google Shape;979;p47"/>
            <p:cNvSpPr/>
            <p:nvPr/>
          </p:nvSpPr>
          <p:spPr>
            <a:xfrm>
              <a:off x="2599475" y="4069875"/>
              <a:ext cx="33700" cy="33700"/>
            </a:xfrm>
            <a:custGeom>
              <a:rect b="b" l="l" r="r" t="t"/>
              <a:pathLst>
                <a:path extrusionOk="0" h="1348" w="1348">
                  <a:moveTo>
                    <a:pt x="0" y="1"/>
                  </a:moveTo>
                  <a:lnTo>
                    <a:pt x="0" y="151"/>
                  </a:lnTo>
                  <a:lnTo>
                    <a:pt x="599" y="749"/>
                  </a:lnTo>
                  <a:lnTo>
                    <a:pt x="1197" y="1348"/>
                  </a:lnTo>
                  <a:lnTo>
                    <a:pt x="1347" y="1198"/>
                  </a:lnTo>
                  <a:lnTo>
                    <a:pt x="74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0" name="Google Shape;980;p47"/>
            <p:cNvSpPr/>
            <p:nvPr/>
          </p:nvSpPr>
          <p:spPr>
            <a:xfrm>
              <a:off x="3546175" y="2558125"/>
              <a:ext cx="291900" cy="18750"/>
            </a:xfrm>
            <a:custGeom>
              <a:rect b="b" l="l" r="r" t="t"/>
              <a:pathLst>
                <a:path extrusionOk="0" h="750" w="11676">
                  <a:moveTo>
                    <a:pt x="4641" y="1"/>
                  </a:moveTo>
                  <a:lnTo>
                    <a:pt x="150" y="150"/>
                  </a:lnTo>
                  <a:lnTo>
                    <a:pt x="1" y="300"/>
                  </a:lnTo>
                  <a:lnTo>
                    <a:pt x="1" y="450"/>
                  </a:lnTo>
                  <a:lnTo>
                    <a:pt x="150" y="450"/>
                  </a:lnTo>
                  <a:lnTo>
                    <a:pt x="4641" y="749"/>
                  </a:lnTo>
                  <a:lnTo>
                    <a:pt x="9131" y="749"/>
                  </a:lnTo>
                  <a:lnTo>
                    <a:pt x="9730" y="599"/>
                  </a:lnTo>
                  <a:lnTo>
                    <a:pt x="11526" y="599"/>
                  </a:lnTo>
                  <a:lnTo>
                    <a:pt x="11676" y="450"/>
                  </a:lnTo>
                  <a:lnTo>
                    <a:pt x="11676" y="300"/>
                  </a:lnTo>
                  <a:lnTo>
                    <a:pt x="11526" y="150"/>
                  </a:lnTo>
                  <a:lnTo>
                    <a:pt x="9580" y="150"/>
                  </a:lnTo>
                  <a:lnTo>
                    <a:pt x="913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1" name="Google Shape;981;p47"/>
            <p:cNvSpPr/>
            <p:nvPr/>
          </p:nvSpPr>
          <p:spPr>
            <a:xfrm>
              <a:off x="3534950" y="2397225"/>
              <a:ext cx="280675" cy="18725"/>
            </a:xfrm>
            <a:custGeom>
              <a:rect b="b" l="l" r="r" t="t"/>
              <a:pathLst>
                <a:path extrusionOk="0" h="749" w="11227">
                  <a:moveTo>
                    <a:pt x="2396" y="1"/>
                  </a:moveTo>
                  <a:lnTo>
                    <a:pt x="150" y="300"/>
                  </a:lnTo>
                  <a:lnTo>
                    <a:pt x="1" y="300"/>
                  </a:lnTo>
                  <a:lnTo>
                    <a:pt x="150" y="450"/>
                  </a:lnTo>
                  <a:lnTo>
                    <a:pt x="2845" y="749"/>
                  </a:lnTo>
                  <a:lnTo>
                    <a:pt x="6586" y="749"/>
                  </a:lnTo>
                  <a:lnTo>
                    <a:pt x="7634" y="599"/>
                  </a:lnTo>
                  <a:lnTo>
                    <a:pt x="11077" y="599"/>
                  </a:lnTo>
                  <a:lnTo>
                    <a:pt x="11227" y="450"/>
                  </a:lnTo>
                  <a:lnTo>
                    <a:pt x="11227" y="300"/>
                  </a:lnTo>
                  <a:lnTo>
                    <a:pt x="11077" y="150"/>
                  </a:lnTo>
                  <a:lnTo>
                    <a:pt x="673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2" name="Google Shape;982;p47"/>
            <p:cNvSpPr/>
            <p:nvPr/>
          </p:nvSpPr>
          <p:spPr>
            <a:xfrm>
              <a:off x="3546175" y="2311150"/>
              <a:ext cx="273200" cy="26225"/>
            </a:xfrm>
            <a:custGeom>
              <a:rect b="b" l="l" r="r" t="t"/>
              <a:pathLst>
                <a:path extrusionOk="0" h="1049" w="10928">
                  <a:moveTo>
                    <a:pt x="4192" y="1"/>
                  </a:moveTo>
                  <a:lnTo>
                    <a:pt x="1797" y="151"/>
                  </a:lnTo>
                  <a:lnTo>
                    <a:pt x="899" y="300"/>
                  </a:lnTo>
                  <a:lnTo>
                    <a:pt x="150" y="450"/>
                  </a:lnTo>
                  <a:lnTo>
                    <a:pt x="1" y="600"/>
                  </a:lnTo>
                  <a:lnTo>
                    <a:pt x="150" y="600"/>
                  </a:lnTo>
                  <a:lnTo>
                    <a:pt x="450" y="749"/>
                  </a:lnTo>
                  <a:lnTo>
                    <a:pt x="1647" y="899"/>
                  </a:lnTo>
                  <a:lnTo>
                    <a:pt x="2845" y="899"/>
                  </a:lnTo>
                  <a:lnTo>
                    <a:pt x="4940" y="1049"/>
                  </a:lnTo>
                  <a:lnTo>
                    <a:pt x="7036" y="1049"/>
                  </a:lnTo>
                  <a:lnTo>
                    <a:pt x="8981" y="899"/>
                  </a:lnTo>
                  <a:lnTo>
                    <a:pt x="10927" y="600"/>
                  </a:lnTo>
                  <a:lnTo>
                    <a:pt x="10927" y="450"/>
                  </a:lnTo>
                  <a:lnTo>
                    <a:pt x="8682" y="151"/>
                  </a:lnTo>
                  <a:lnTo>
                    <a:pt x="643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3" name="Google Shape;983;p47"/>
            <p:cNvSpPr/>
            <p:nvPr/>
          </p:nvSpPr>
          <p:spPr>
            <a:xfrm>
              <a:off x="3549925" y="2232575"/>
              <a:ext cx="261950" cy="22475"/>
            </a:xfrm>
            <a:custGeom>
              <a:rect b="b" l="l" r="r" t="t"/>
              <a:pathLst>
                <a:path extrusionOk="0" h="899" w="10478">
                  <a:moveTo>
                    <a:pt x="5688" y="1"/>
                  </a:moveTo>
                  <a:lnTo>
                    <a:pt x="2994" y="150"/>
                  </a:lnTo>
                  <a:lnTo>
                    <a:pt x="150" y="300"/>
                  </a:lnTo>
                  <a:lnTo>
                    <a:pt x="0" y="450"/>
                  </a:lnTo>
                  <a:lnTo>
                    <a:pt x="150" y="599"/>
                  </a:lnTo>
                  <a:lnTo>
                    <a:pt x="2994" y="899"/>
                  </a:lnTo>
                  <a:lnTo>
                    <a:pt x="8083" y="899"/>
                  </a:lnTo>
                  <a:lnTo>
                    <a:pt x="9280" y="749"/>
                  </a:lnTo>
                  <a:lnTo>
                    <a:pt x="10478" y="599"/>
                  </a:lnTo>
                  <a:lnTo>
                    <a:pt x="10478" y="450"/>
                  </a:lnTo>
                  <a:lnTo>
                    <a:pt x="9280" y="150"/>
                  </a:lnTo>
                  <a:lnTo>
                    <a:pt x="808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4" name="Google Shape;984;p47"/>
            <p:cNvSpPr/>
            <p:nvPr/>
          </p:nvSpPr>
          <p:spPr>
            <a:xfrm>
              <a:off x="3564900" y="2150250"/>
              <a:ext cx="246975" cy="26225"/>
            </a:xfrm>
            <a:custGeom>
              <a:rect b="b" l="l" r="r" t="t"/>
              <a:pathLst>
                <a:path extrusionOk="0" h="1049" w="9879">
                  <a:moveTo>
                    <a:pt x="4939" y="1"/>
                  </a:moveTo>
                  <a:lnTo>
                    <a:pt x="2545" y="150"/>
                  </a:lnTo>
                  <a:lnTo>
                    <a:pt x="150" y="300"/>
                  </a:lnTo>
                  <a:lnTo>
                    <a:pt x="0" y="450"/>
                  </a:lnTo>
                  <a:lnTo>
                    <a:pt x="150" y="599"/>
                  </a:lnTo>
                  <a:lnTo>
                    <a:pt x="2545" y="899"/>
                  </a:lnTo>
                  <a:lnTo>
                    <a:pt x="4939" y="1049"/>
                  </a:lnTo>
                  <a:lnTo>
                    <a:pt x="7484" y="1049"/>
                  </a:lnTo>
                  <a:lnTo>
                    <a:pt x="8532" y="899"/>
                  </a:lnTo>
                  <a:lnTo>
                    <a:pt x="9729" y="749"/>
                  </a:lnTo>
                  <a:lnTo>
                    <a:pt x="9879" y="599"/>
                  </a:lnTo>
                  <a:lnTo>
                    <a:pt x="9729" y="450"/>
                  </a:lnTo>
                  <a:lnTo>
                    <a:pt x="8532" y="150"/>
                  </a:lnTo>
                  <a:lnTo>
                    <a:pt x="748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5" name="Google Shape;985;p47"/>
            <p:cNvSpPr/>
            <p:nvPr/>
          </p:nvSpPr>
          <p:spPr>
            <a:xfrm>
              <a:off x="3576125" y="2071675"/>
              <a:ext cx="243250" cy="22475"/>
            </a:xfrm>
            <a:custGeom>
              <a:rect b="b" l="l" r="r" t="t"/>
              <a:pathLst>
                <a:path extrusionOk="0" h="899" w="9730">
                  <a:moveTo>
                    <a:pt x="5239" y="1"/>
                  </a:moveTo>
                  <a:lnTo>
                    <a:pt x="2694" y="150"/>
                  </a:lnTo>
                  <a:lnTo>
                    <a:pt x="150" y="300"/>
                  </a:lnTo>
                  <a:lnTo>
                    <a:pt x="0" y="300"/>
                  </a:lnTo>
                  <a:lnTo>
                    <a:pt x="0" y="450"/>
                  </a:lnTo>
                  <a:lnTo>
                    <a:pt x="0" y="599"/>
                  </a:lnTo>
                  <a:lnTo>
                    <a:pt x="150" y="599"/>
                  </a:lnTo>
                  <a:lnTo>
                    <a:pt x="2694" y="749"/>
                  </a:lnTo>
                  <a:lnTo>
                    <a:pt x="5239" y="899"/>
                  </a:lnTo>
                  <a:lnTo>
                    <a:pt x="8532" y="899"/>
                  </a:lnTo>
                  <a:lnTo>
                    <a:pt x="9580" y="599"/>
                  </a:lnTo>
                  <a:lnTo>
                    <a:pt x="9729" y="450"/>
                  </a:lnTo>
                  <a:lnTo>
                    <a:pt x="9580" y="300"/>
                  </a:lnTo>
                  <a:lnTo>
                    <a:pt x="8532" y="150"/>
                  </a:lnTo>
                  <a:lnTo>
                    <a:pt x="733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6" name="Google Shape;986;p47"/>
            <p:cNvSpPr/>
            <p:nvPr/>
          </p:nvSpPr>
          <p:spPr>
            <a:xfrm>
              <a:off x="3587350" y="1993100"/>
              <a:ext cx="235750" cy="22475"/>
            </a:xfrm>
            <a:custGeom>
              <a:rect b="b" l="l" r="r" t="t"/>
              <a:pathLst>
                <a:path extrusionOk="0" h="899" w="9430">
                  <a:moveTo>
                    <a:pt x="2395" y="0"/>
                  </a:moveTo>
                  <a:lnTo>
                    <a:pt x="150" y="300"/>
                  </a:lnTo>
                  <a:lnTo>
                    <a:pt x="0" y="449"/>
                  </a:lnTo>
                  <a:lnTo>
                    <a:pt x="150" y="599"/>
                  </a:lnTo>
                  <a:lnTo>
                    <a:pt x="2395" y="749"/>
                  </a:lnTo>
                  <a:lnTo>
                    <a:pt x="4640" y="898"/>
                  </a:lnTo>
                  <a:lnTo>
                    <a:pt x="9131" y="599"/>
                  </a:lnTo>
                  <a:lnTo>
                    <a:pt x="9280" y="599"/>
                  </a:lnTo>
                  <a:lnTo>
                    <a:pt x="9430" y="449"/>
                  </a:lnTo>
                  <a:lnTo>
                    <a:pt x="9280" y="150"/>
                  </a:lnTo>
                  <a:lnTo>
                    <a:pt x="9131" y="150"/>
                  </a:lnTo>
                  <a:lnTo>
                    <a:pt x="46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7" name="Google Shape;987;p47"/>
            <p:cNvSpPr/>
            <p:nvPr/>
          </p:nvSpPr>
          <p:spPr>
            <a:xfrm>
              <a:off x="3594825" y="1907025"/>
              <a:ext cx="235775" cy="22475"/>
            </a:xfrm>
            <a:custGeom>
              <a:rect b="b" l="l" r="r" t="t"/>
              <a:pathLst>
                <a:path extrusionOk="0" h="899" w="9431">
                  <a:moveTo>
                    <a:pt x="1198" y="1"/>
                  </a:moveTo>
                  <a:lnTo>
                    <a:pt x="150" y="300"/>
                  </a:lnTo>
                  <a:lnTo>
                    <a:pt x="1" y="300"/>
                  </a:lnTo>
                  <a:lnTo>
                    <a:pt x="1" y="450"/>
                  </a:lnTo>
                  <a:lnTo>
                    <a:pt x="1" y="599"/>
                  </a:lnTo>
                  <a:lnTo>
                    <a:pt x="150" y="599"/>
                  </a:lnTo>
                  <a:lnTo>
                    <a:pt x="1198" y="899"/>
                  </a:lnTo>
                  <a:lnTo>
                    <a:pt x="6736" y="899"/>
                  </a:lnTo>
                  <a:lnTo>
                    <a:pt x="9281" y="749"/>
                  </a:lnTo>
                  <a:lnTo>
                    <a:pt x="9430" y="749"/>
                  </a:lnTo>
                  <a:lnTo>
                    <a:pt x="9430" y="599"/>
                  </a:lnTo>
                  <a:lnTo>
                    <a:pt x="9430" y="450"/>
                  </a:lnTo>
                  <a:lnTo>
                    <a:pt x="9281" y="450"/>
                  </a:lnTo>
                  <a:lnTo>
                    <a:pt x="6736" y="150"/>
                  </a:lnTo>
                  <a:lnTo>
                    <a:pt x="4341" y="150"/>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8" name="Google Shape;988;p47"/>
            <p:cNvSpPr/>
            <p:nvPr/>
          </p:nvSpPr>
          <p:spPr>
            <a:xfrm>
              <a:off x="3609800" y="1828450"/>
              <a:ext cx="205825" cy="22475"/>
            </a:xfrm>
            <a:custGeom>
              <a:rect b="b" l="l" r="r" t="t"/>
              <a:pathLst>
                <a:path extrusionOk="0" h="899" w="8233">
                  <a:moveTo>
                    <a:pt x="4042" y="0"/>
                  </a:moveTo>
                  <a:lnTo>
                    <a:pt x="2096" y="150"/>
                  </a:lnTo>
                  <a:lnTo>
                    <a:pt x="150" y="300"/>
                  </a:lnTo>
                  <a:lnTo>
                    <a:pt x="0" y="449"/>
                  </a:lnTo>
                  <a:lnTo>
                    <a:pt x="150" y="599"/>
                  </a:lnTo>
                  <a:lnTo>
                    <a:pt x="4042" y="898"/>
                  </a:lnTo>
                  <a:lnTo>
                    <a:pt x="5987" y="898"/>
                  </a:lnTo>
                  <a:lnTo>
                    <a:pt x="7933" y="749"/>
                  </a:lnTo>
                  <a:lnTo>
                    <a:pt x="8233" y="749"/>
                  </a:lnTo>
                  <a:lnTo>
                    <a:pt x="8233" y="449"/>
                  </a:lnTo>
                  <a:lnTo>
                    <a:pt x="8233" y="300"/>
                  </a:lnTo>
                  <a:lnTo>
                    <a:pt x="7933" y="300"/>
                  </a:lnTo>
                  <a:lnTo>
                    <a:pt x="598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9" name="Google Shape;989;p47"/>
            <p:cNvSpPr/>
            <p:nvPr/>
          </p:nvSpPr>
          <p:spPr>
            <a:xfrm>
              <a:off x="3624750" y="1746125"/>
              <a:ext cx="243275" cy="26225"/>
            </a:xfrm>
            <a:custGeom>
              <a:rect b="b" l="l" r="r" t="t"/>
              <a:pathLst>
                <a:path extrusionOk="0" h="1049" w="9731">
                  <a:moveTo>
                    <a:pt x="4791" y="0"/>
                  </a:moveTo>
                  <a:lnTo>
                    <a:pt x="2396" y="150"/>
                  </a:lnTo>
                  <a:lnTo>
                    <a:pt x="151" y="450"/>
                  </a:lnTo>
                  <a:lnTo>
                    <a:pt x="1" y="599"/>
                  </a:lnTo>
                  <a:lnTo>
                    <a:pt x="151" y="749"/>
                  </a:lnTo>
                  <a:lnTo>
                    <a:pt x="2096" y="899"/>
                  </a:lnTo>
                  <a:lnTo>
                    <a:pt x="4042" y="1048"/>
                  </a:lnTo>
                  <a:lnTo>
                    <a:pt x="7784" y="1048"/>
                  </a:lnTo>
                  <a:lnTo>
                    <a:pt x="9580" y="749"/>
                  </a:lnTo>
                  <a:lnTo>
                    <a:pt x="9730" y="749"/>
                  </a:lnTo>
                  <a:lnTo>
                    <a:pt x="9730" y="450"/>
                  </a:lnTo>
                  <a:lnTo>
                    <a:pt x="9580" y="30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0" name="Google Shape;990;p47"/>
            <p:cNvSpPr/>
            <p:nvPr/>
          </p:nvSpPr>
          <p:spPr>
            <a:xfrm>
              <a:off x="3632250" y="1667550"/>
              <a:ext cx="198350" cy="22475"/>
            </a:xfrm>
            <a:custGeom>
              <a:rect b="b" l="l" r="r" t="t"/>
              <a:pathLst>
                <a:path extrusionOk="0" h="899" w="7934">
                  <a:moveTo>
                    <a:pt x="1946" y="0"/>
                  </a:moveTo>
                  <a:lnTo>
                    <a:pt x="150" y="300"/>
                  </a:lnTo>
                  <a:lnTo>
                    <a:pt x="0" y="449"/>
                  </a:lnTo>
                  <a:lnTo>
                    <a:pt x="150" y="599"/>
                  </a:lnTo>
                  <a:lnTo>
                    <a:pt x="1946" y="898"/>
                  </a:lnTo>
                  <a:lnTo>
                    <a:pt x="5838" y="898"/>
                  </a:lnTo>
                  <a:lnTo>
                    <a:pt x="7634" y="749"/>
                  </a:lnTo>
                  <a:lnTo>
                    <a:pt x="7784" y="599"/>
                  </a:lnTo>
                  <a:lnTo>
                    <a:pt x="7933" y="449"/>
                  </a:lnTo>
                  <a:lnTo>
                    <a:pt x="7784" y="300"/>
                  </a:lnTo>
                  <a:lnTo>
                    <a:pt x="7634" y="300"/>
                  </a:lnTo>
                  <a:lnTo>
                    <a:pt x="5838"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1" name="Google Shape;991;p47"/>
            <p:cNvSpPr/>
            <p:nvPr/>
          </p:nvSpPr>
          <p:spPr>
            <a:xfrm>
              <a:off x="3654700" y="1506650"/>
              <a:ext cx="164675" cy="26200"/>
            </a:xfrm>
            <a:custGeom>
              <a:rect b="b" l="l" r="r" t="t"/>
              <a:pathLst>
                <a:path extrusionOk="0" h="1048" w="6587">
                  <a:moveTo>
                    <a:pt x="2994" y="0"/>
                  </a:moveTo>
                  <a:lnTo>
                    <a:pt x="1497" y="150"/>
                  </a:lnTo>
                  <a:lnTo>
                    <a:pt x="150" y="449"/>
                  </a:lnTo>
                  <a:lnTo>
                    <a:pt x="0" y="449"/>
                  </a:lnTo>
                  <a:lnTo>
                    <a:pt x="0" y="599"/>
                  </a:lnTo>
                  <a:lnTo>
                    <a:pt x="150" y="748"/>
                  </a:lnTo>
                  <a:lnTo>
                    <a:pt x="1647" y="898"/>
                  </a:lnTo>
                  <a:lnTo>
                    <a:pt x="3293" y="1048"/>
                  </a:lnTo>
                  <a:lnTo>
                    <a:pt x="4790" y="898"/>
                  </a:lnTo>
                  <a:lnTo>
                    <a:pt x="6437" y="748"/>
                  </a:lnTo>
                  <a:lnTo>
                    <a:pt x="6586" y="599"/>
                  </a:lnTo>
                  <a:lnTo>
                    <a:pt x="6586" y="449"/>
                  </a:lnTo>
                  <a:lnTo>
                    <a:pt x="6586" y="299"/>
                  </a:lnTo>
                  <a:lnTo>
                    <a:pt x="6437" y="299"/>
                  </a:lnTo>
                  <a:lnTo>
                    <a:pt x="5838" y="150"/>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2" name="Google Shape;992;p47"/>
            <p:cNvSpPr/>
            <p:nvPr/>
          </p:nvSpPr>
          <p:spPr>
            <a:xfrm>
              <a:off x="3643475" y="1588950"/>
              <a:ext cx="172150" cy="22500"/>
            </a:xfrm>
            <a:custGeom>
              <a:rect b="b" l="l" r="r" t="t"/>
              <a:pathLst>
                <a:path extrusionOk="0" h="900" w="6886">
                  <a:moveTo>
                    <a:pt x="1796" y="1"/>
                  </a:moveTo>
                  <a:lnTo>
                    <a:pt x="150" y="300"/>
                  </a:lnTo>
                  <a:lnTo>
                    <a:pt x="0" y="300"/>
                  </a:lnTo>
                  <a:lnTo>
                    <a:pt x="0" y="450"/>
                  </a:lnTo>
                  <a:lnTo>
                    <a:pt x="150" y="600"/>
                  </a:lnTo>
                  <a:lnTo>
                    <a:pt x="1796" y="749"/>
                  </a:lnTo>
                  <a:lnTo>
                    <a:pt x="3443" y="899"/>
                  </a:lnTo>
                  <a:lnTo>
                    <a:pt x="5089" y="899"/>
                  </a:lnTo>
                  <a:lnTo>
                    <a:pt x="6736" y="600"/>
                  </a:lnTo>
                  <a:lnTo>
                    <a:pt x="6886" y="600"/>
                  </a:lnTo>
                  <a:lnTo>
                    <a:pt x="6886" y="450"/>
                  </a:lnTo>
                  <a:lnTo>
                    <a:pt x="6886" y="300"/>
                  </a:lnTo>
                  <a:lnTo>
                    <a:pt x="6736" y="151"/>
                  </a:lnTo>
                  <a:lnTo>
                    <a:pt x="508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3" name="Google Shape;993;p47"/>
            <p:cNvSpPr/>
            <p:nvPr/>
          </p:nvSpPr>
          <p:spPr>
            <a:xfrm>
              <a:off x="3665925" y="1424325"/>
              <a:ext cx="149700" cy="26200"/>
            </a:xfrm>
            <a:custGeom>
              <a:rect b="b" l="l" r="r" t="t"/>
              <a:pathLst>
                <a:path extrusionOk="0" h="1048" w="5988">
                  <a:moveTo>
                    <a:pt x="2844" y="0"/>
                  </a:moveTo>
                  <a:lnTo>
                    <a:pt x="1497" y="150"/>
                  </a:lnTo>
                  <a:lnTo>
                    <a:pt x="0" y="299"/>
                  </a:lnTo>
                  <a:lnTo>
                    <a:pt x="0" y="599"/>
                  </a:lnTo>
                  <a:lnTo>
                    <a:pt x="0" y="749"/>
                  </a:lnTo>
                  <a:lnTo>
                    <a:pt x="1497" y="898"/>
                  </a:lnTo>
                  <a:lnTo>
                    <a:pt x="2844" y="1048"/>
                  </a:lnTo>
                  <a:lnTo>
                    <a:pt x="4341" y="1048"/>
                  </a:lnTo>
                  <a:lnTo>
                    <a:pt x="5688" y="749"/>
                  </a:lnTo>
                  <a:lnTo>
                    <a:pt x="5838" y="599"/>
                  </a:lnTo>
                  <a:lnTo>
                    <a:pt x="5988" y="599"/>
                  </a:lnTo>
                  <a:lnTo>
                    <a:pt x="5838" y="449"/>
                  </a:lnTo>
                  <a:lnTo>
                    <a:pt x="5688" y="299"/>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4" name="Google Shape;994;p47"/>
            <p:cNvSpPr/>
            <p:nvPr/>
          </p:nvSpPr>
          <p:spPr>
            <a:xfrm>
              <a:off x="3677150" y="1345725"/>
              <a:ext cx="134725" cy="26225"/>
            </a:xfrm>
            <a:custGeom>
              <a:rect b="b" l="l" r="r" t="t"/>
              <a:pathLst>
                <a:path extrusionOk="0" h="1049" w="5389">
                  <a:moveTo>
                    <a:pt x="1497" y="1"/>
                  </a:moveTo>
                  <a:lnTo>
                    <a:pt x="150" y="300"/>
                  </a:lnTo>
                  <a:lnTo>
                    <a:pt x="150" y="450"/>
                  </a:lnTo>
                  <a:lnTo>
                    <a:pt x="0" y="450"/>
                  </a:lnTo>
                  <a:lnTo>
                    <a:pt x="150" y="600"/>
                  </a:lnTo>
                  <a:lnTo>
                    <a:pt x="150" y="749"/>
                  </a:lnTo>
                  <a:lnTo>
                    <a:pt x="1497" y="899"/>
                  </a:lnTo>
                  <a:lnTo>
                    <a:pt x="2695" y="1049"/>
                  </a:lnTo>
                  <a:lnTo>
                    <a:pt x="4042" y="899"/>
                  </a:lnTo>
                  <a:lnTo>
                    <a:pt x="5239" y="749"/>
                  </a:lnTo>
                  <a:lnTo>
                    <a:pt x="5389" y="600"/>
                  </a:lnTo>
                  <a:lnTo>
                    <a:pt x="5389" y="450"/>
                  </a:lnTo>
                  <a:lnTo>
                    <a:pt x="5389" y="300"/>
                  </a:lnTo>
                  <a:lnTo>
                    <a:pt x="5239" y="151"/>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5" name="Google Shape;995;p47"/>
            <p:cNvSpPr/>
            <p:nvPr/>
          </p:nvSpPr>
          <p:spPr>
            <a:xfrm>
              <a:off x="3688375" y="1267150"/>
              <a:ext cx="142225" cy="18725"/>
            </a:xfrm>
            <a:custGeom>
              <a:rect b="b" l="l" r="r" t="t"/>
              <a:pathLst>
                <a:path extrusionOk="0" h="749" w="5689">
                  <a:moveTo>
                    <a:pt x="1497" y="1"/>
                  </a:moveTo>
                  <a:lnTo>
                    <a:pt x="150" y="300"/>
                  </a:lnTo>
                  <a:lnTo>
                    <a:pt x="0" y="450"/>
                  </a:lnTo>
                  <a:lnTo>
                    <a:pt x="150" y="599"/>
                  </a:lnTo>
                  <a:lnTo>
                    <a:pt x="1497" y="749"/>
                  </a:lnTo>
                  <a:lnTo>
                    <a:pt x="4940" y="749"/>
                  </a:lnTo>
                  <a:lnTo>
                    <a:pt x="5539" y="450"/>
                  </a:lnTo>
                  <a:lnTo>
                    <a:pt x="5688" y="300"/>
                  </a:lnTo>
                  <a:lnTo>
                    <a:pt x="5539" y="150"/>
                  </a:lnTo>
                  <a:lnTo>
                    <a:pt x="49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6" name="Google Shape;996;p47"/>
            <p:cNvSpPr/>
            <p:nvPr/>
          </p:nvSpPr>
          <p:spPr>
            <a:xfrm>
              <a:off x="3699600" y="1184825"/>
              <a:ext cx="134725" cy="22475"/>
            </a:xfrm>
            <a:custGeom>
              <a:rect b="b" l="l" r="r" t="t"/>
              <a:pathLst>
                <a:path extrusionOk="0" h="899" w="5389">
                  <a:moveTo>
                    <a:pt x="2844" y="1"/>
                  </a:moveTo>
                  <a:lnTo>
                    <a:pt x="1497" y="150"/>
                  </a:lnTo>
                  <a:lnTo>
                    <a:pt x="150" y="300"/>
                  </a:lnTo>
                  <a:lnTo>
                    <a:pt x="0" y="300"/>
                  </a:lnTo>
                  <a:lnTo>
                    <a:pt x="0" y="450"/>
                  </a:lnTo>
                  <a:lnTo>
                    <a:pt x="0" y="599"/>
                  </a:lnTo>
                  <a:lnTo>
                    <a:pt x="150" y="749"/>
                  </a:lnTo>
                  <a:lnTo>
                    <a:pt x="1497" y="899"/>
                  </a:lnTo>
                  <a:lnTo>
                    <a:pt x="4042" y="899"/>
                  </a:lnTo>
                  <a:lnTo>
                    <a:pt x="4790" y="749"/>
                  </a:lnTo>
                  <a:lnTo>
                    <a:pt x="5239" y="599"/>
                  </a:lnTo>
                  <a:lnTo>
                    <a:pt x="5389" y="450"/>
                  </a:lnTo>
                  <a:lnTo>
                    <a:pt x="5239" y="300"/>
                  </a:lnTo>
                  <a:lnTo>
                    <a:pt x="4790" y="15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7" name="Google Shape;997;p47"/>
            <p:cNvSpPr/>
            <p:nvPr/>
          </p:nvSpPr>
          <p:spPr>
            <a:xfrm>
              <a:off x="3703350" y="1098775"/>
              <a:ext cx="134725" cy="29950"/>
            </a:xfrm>
            <a:custGeom>
              <a:rect b="b" l="l" r="r" t="t"/>
              <a:pathLst>
                <a:path extrusionOk="0" h="1198" w="5389">
                  <a:moveTo>
                    <a:pt x="2694" y="0"/>
                  </a:moveTo>
                  <a:lnTo>
                    <a:pt x="1347" y="150"/>
                  </a:lnTo>
                  <a:lnTo>
                    <a:pt x="150" y="449"/>
                  </a:lnTo>
                  <a:lnTo>
                    <a:pt x="0" y="449"/>
                  </a:lnTo>
                  <a:lnTo>
                    <a:pt x="0" y="599"/>
                  </a:lnTo>
                  <a:lnTo>
                    <a:pt x="0" y="748"/>
                  </a:lnTo>
                  <a:lnTo>
                    <a:pt x="150" y="898"/>
                  </a:lnTo>
                  <a:lnTo>
                    <a:pt x="1347" y="1048"/>
                  </a:lnTo>
                  <a:lnTo>
                    <a:pt x="2694" y="1198"/>
                  </a:lnTo>
                  <a:lnTo>
                    <a:pt x="4041" y="1198"/>
                  </a:lnTo>
                  <a:lnTo>
                    <a:pt x="4640" y="1048"/>
                  </a:lnTo>
                  <a:lnTo>
                    <a:pt x="5239" y="898"/>
                  </a:lnTo>
                  <a:lnTo>
                    <a:pt x="5389" y="748"/>
                  </a:lnTo>
                  <a:lnTo>
                    <a:pt x="5389" y="449"/>
                  </a:lnTo>
                  <a:lnTo>
                    <a:pt x="5239" y="449"/>
                  </a:lnTo>
                  <a:lnTo>
                    <a:pt x="4640" y="299"/>
                  </a:lnTo>
                  <a:lnTo>
                    <a:pt x="4041"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8" name="Google Shape;998;p47"/>
            <p:cNvSpPr/>
            <p:nvPr/>
          </p:nvSpPr>
          <p:spPr>
            <a:xfrm>
              <a:off x="3718300" y="1020175"/>
              <a:ext cx="134750" cy="26225"/>
            </a:xfrm>
            <a:custGeom>
              <a:rect b="b" l="l" r="r" t="t"/>
              <a:pathLst>
                <a:path extrusionOk="0" h="1049" w="5390">
                  <a:moveTo>
                    <a:pt x="2695" y="1"/>
                  </a:moveTo>
                  <a:lnTo>
                    <a:pt x="1348" y="151"/>
                  </a:lnTo>
                  <a:lnTo>
                    <a:pt x="151" y="300"/>
                  </a:lnTo>
                  <a:lnTo>
                    <a:pt x="1" y="600"/>
                  </a:lnTo>
                  <a:lnTo>
                    <a:pt x="151" y="749"/>
                  </a:lnTo>
                  <a:lnTo>
                    <a:pt x="1348" y="899"/>
                  </a:lnTo>
                  <a:lnTo>
                    <a:pt x="2695" y="1049"/>
                  </a:lnTo>
                  <a:lnTo>
                    <a:pt x="4042" y="1049"/>
                  </a:lnTo>
                  <a:lnTo>
                    <a:pt x="5240" y="749"/>
                  </a:lnTo>
                  <a:lnTo>
                    <a:pt x="5389" y="600"/>
                  </a:lnTo>
                  <a:lnTo>
                    <a:pt x="5240" y="30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99" name="Google Shape;999;p47"/>
            <p:cNvSpPr/>
            <p:nvPr/>
          </p:nvSpPr>
          <p:spPr>
            <a:xfrm>
              <a:off x="3729525" y="941600"/>
              <a:ext cx="108550" cy="22475"/>
            </a:xfrm>
            <a:custGeom>
              <a:rect b="b" l="l" r="r" t="t"/>
              <a:pathLst>
                <a:path extrusionOk="0" h="899" w="4342">
                  <a:moveTo>
                    <a:pt x="2246" y="1"/>
                  </a:moveTo>
                  <a:lnTo>
                    <a:pt x="1198" y="150"/>
                  </a:lnTo>
                  <a:lnTo>
                    <a:pt x="151" y="300"/>
                  </a:lnTo>
                  <a:lnTo>
                    <a:pt x="1" y="450"/>
                  </a:lnTo>
                  <a:lnTo>
                    <a:pt x="151" y="599"/>
                  </a:lnTo>
                  <a:lnTo>
                    <a:pt x="1198" y="899"/>
                  </a:lnTo>
                  <a:lnTo>
                    <a:pt x="3743" y="899"/>
                  </a:lnTo>
                  <a:lnTo>
                    <a:pt x="4342" y="599"/>
                  </a:lnTo>
                  <a:lnTo>
                    <a:pt x="4342" y="450"/>
                  </a:lnTo>
                  <a:lnTo>
                    <a:pt x="4342" y="300"/>
                  </a:lnTo>
                  <a:lnTo>
                    <a:pt x="3743" y="150"/>
                  </a:lnTo>
                  <a:lnTo>
                    <a:pt x="3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0" name="Google Shape;1000;p47"/>
            <p:cNvSpPr/>
            <p:nvPr/>
          </p:nvSpPr>
          <p:spPr>
            <a:xfrm>
              <a:off x="3740750" y="863025"/>
              <a:ext cx="82350" cy="18725"/>
            </a:xfrm>
            <a:custGeom>
              <a:rect b="b" l="l" r="r" t="t"/>
              <a:pathLst>
                <a:path extrusionOk="0" h="749" w="3294">
                  <a:moveTo>
                    <a:pt x="1498" y="0"/>
                  </a:moveTo>
                  <a:lnTo>
                    <a:pt x="151" y="300"/>
                  </a:lnTo>
                  <a:lnTo>
                    <a:pt x="1" y="449"/>
                  </a:lnTo>
                  <a:lnTo>
                    <a:pt x="151" y="599"/>
                  </a:lnTo>
                  <a:lnTo>
                    <a:pt x="1647" y="749"/>
                  </a:lnTo>
                  <a:lnTo>
                    <a:pt x="2396" y="749"/>
                  </a:lnTo>
                  <a:lnTo>
                    <a:pt x="2995" y="599"/>
                  </a:lnTo>
                  <a:lnTo>
                    <a:pt x="3144" y="599"/>
                  </a:lnTo>
                  <a:lnTo>
                    <a:pt x="3294" y="449"/>
                  </a:lnTo>
                  <a:lnTo>
                    <a:pt x="3144" y="150"/>
                  </a:lnTo>
                  <a:lnTo>
                    <a:pt x="2995" y="150"/>
                  </a:lnTo>
                  <a:lnTo>
                    <a:pt x="23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1" name="Google Shape;1001;p47"/>
            <p:cNvSpPr/>
            <p:nvPr/>
          </p:nvSpPr>
          <p:spPr>
            <a:xfrm>
              <a:off x="3744500" y="780700"/>
              <a:ext cx="71125" cy="22475"/>
            </a:xfrm>
            <a:custGeom>
              <a:rect b="b" l="l" r="r" t="t"/>
              <a:pathLst>
                <a:path extrusionOk="0" h="899" w="2845">
                  <a:moveTo>
                    <a:pt x="1348" y="0"/>
                  </a:moveTo>
                  <a:lnTo>
                    <a:pt x="749" y="150"/>
                  </a:lnTo>
                  <a:lnTo>
                    <a:pt x="150" y="300"/>
                  </a:lnTo>
                  <a:lnTo>
                    <a:pt x="1" y="449"/>
                  </a:lnTo>
                  <a:lnTo>
                    <a:pt x="150" y="599"/>
                  </a:lnTo>
                  <a:lnTo>
                    <a:pt x="749" y="898"/>
                  </a:lnTo>
                  <a:lnTo>
                    <a:pt x="1946" y="898"/>
                  </a:lnTo>
                  <a:lnTo>
                    <a:pt x="2545" y="749"/>
                  </a:lnTo>
                  <a:lnTo>
                    <a:pt x="2695" y="599"/>
                  </a:lnTo>
                  <a:lnTo>
                    <a:pt x="2845" y="449"/>
                  </a:lnTo>
                  <a:lnTo>
                    <a:pt x="2695" y="300"/>
                  </a:lnTo>
                  <a:lnTo>
                    <a:pt x="2545" y="150"/>
                  </a:lnTo>
                  <a:lnTo>
                    <a:pt x="19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2" name="Google Shape;1002;p47"/>
            <p:cNvSpPr/>
            <p:nvPr/>
          </p:nvSpPr>
          <p:spPr>
            <a:xfrm>
              <a:off x="3759475" y="698375"/>
              <a:ext cx="67375" cy="26225"/>
            </a:xfrm>
            <a:custGeom>
              <a:rect b="b" l="l" r="r" t="t"/>
              <a:pathLst>
                <a:path extrusionOk="0" h="1049" w="2695">
                  <a:moveTo>
                    <a:pt x="1497" y="0"/>
                  </a:moveTo>
                  <a:lnTo>
                    <a:pt x="150" y="300"/>
                  </a:lnTo>
                  <a:lnTo>
                    <a:pt x="0" y="450"/>
                  </a:lnTo>
                  <a:lnTo>
                    <a:pt x="150" y="749"/>
                  </a:lnTo>
                  <a:lnTo>
                    <a:pt x="749" y="899"/>
                  </a:lnTo>
                  <a:lnTo>
                    <a:pt x="1497" y="1048"/>
                  </a:lnTo>
                  <a:lnTo>
                    <a:pt x="2096" y="899"/>
                  </a:lnTo>
                  <a:lnTo>
                    <a:pt x="2395" y="899"/>
                  </a:lnTo>
                  <a:lnTo>
                    <a:pt x="2695" y="749"/>
                  </a:lnTo>
                  <a:lnTo>
                    <a:pt x="2695" y="450"/>
                  </a:lnTo>
                  <a:lnTo>
                    <a:pt x="26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3" name="Google Shape;1003;p47"/>
            <p:cNvSpPr/>
            <p:nvPr/>
          </p:nvSpPr>
          <p:spPr>
            <a:xfrm>
              <a:off x="3766950" y="623525"/>
              <a:ext cx="59900" cy="15000"/>
            </a:xfrm>
            <a:custGeom>
              <a:rect b="b" l="l" r="r" t="t"/>
              <a:pathLst>
                <a:path extrusionOk="0" h="600" w="2396">
                  <a:moveTo>
                    <a:pt x="1048" y="1"/>
                  </a:moveTo>
                  <a:lnTo>
                    <a:pt x="1" y="151"/>
                  </a:lnTo>
                  <a:lnTo>
                    <a:pt x="1" y="300"/>
                  </a:lnTo>
                  <a:lnTo>
                    <a:pt x="1" y="450"/>
                  </a:lnTo>
                  <a:lnTo>
                    <a:pt x="1048" y="600"/>
                  </a:lnTo>
                  <a:lnTo>
                    <a:pt x="2246" y="450"/>
                  </a:lnTo>
                  <a:lnTo>
                    <a:pt x="2396" y="300"/>
                  </a:lnTo>
                  <a:lnTo>
                    <a:pt x="2246" y="151"/>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4" name="Google Shape;1004;p47"/>
            <p:cNvSpPr/>
            <p:nvPr/>
          </p:nvSpPr>
          <p:spPr>
            <a:xfrm>
              <a:off x="3512500" y="2827550"/>
              <a:ext cx="18725" cy="295650"/>
            </a:xfrm>
            <a:custGeom>
              <a:rect b="b" l="l" r="r" t="t"/>
              <a:pathLst>
                <a:path extrusionOk="0" h="11826" w="749">
                  <a:moveTo>
                    <a:pt x="300" y="1"/>
                  </a:moveTo>
                  <a:lnTo>
                    <a:pt x="150" y="150"/>
                  </a:lnTo>
                  <a:lnTo>
                    <a:pt x="150" y="300"/>
                  </a:lnTo>
                  <a:lnTo>
                    <a:pt x="150" y="749"/>
                  </a:lnTo>
                  <a:lnTo>
                    <a:pt x="1" y="1497"/>
                  </a:lnTo>
                  <a:lnTo>
                    <a:pt x="1" y="2096"/>
                  </a:lnTo>
                  <a:lnTo>
                    <a:pt x="1" y="2695"/>
                  </a:lnTo>
                  <a:lnTo>
                    <a:pt x="1" y="7185"/>
                  </a:lnTo>
                  <a:lnTo>
                    <a:pt x="150" y="11676"/>
                  </a:lnTo>
                  <a:lnTo>
                    <a:pt x="300" y="11825"/>
                  </a:lnTo>
                  <a:lnTo>
                    <a:pt x="450" y="11676"/>
                  </a:lnTo>
                  <a:lnTo>
                    <a:pt x="749" y="7185"/>
                  </a:lnTo>
                  <a:lnTo>
                    <a:pt x="599" y="2695"/>
                  </a:lnTo>
                  <a:lnTo>
                    <a:pt x="599" y="2096"/>
                  </a:lnTo>
                  <a:lnTo>
                    <a:pt x="599" y="1497"/>
                  </a:lnTo>
                  <a:lnTo>
                    <a:pt x="599" y="1348"/>
                  </a:lnTo>
                  <a:lnTo>
                    <a:pt x="599" y="749"/>
                  </a:lnTo>
                  <a:lnTo>
                    <a:pt x="450" y="30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5" name="Google Shape;1005;p47"/>
            <p:cNvSpPr/>
            <p:nvPr/>
          </p:nvSpPr>
          <p:spPr>
            <a:xfrm>
              <a:off x="3351600" y="2850000"/>
              <a:ext cx="15000" cy="280675"/>
            </a:xfrm>
            <a:custGeom>
              <a:rect b="b" l="l" r="r" t="t"/>
              <a:pathLst>
                <a:path extrusionOk="0" h="11227" w="600">
                  <a:moveTo>
                    <a:pt x="300" y="1"/>
                  </a:moveTo>
                  <a:lnTo>
                    <a:pt x="150" y="150"/>
                  </a:lnTo>
                  <a:lnTo>
                    <a:pt x="0" y="5539"/>
                  </a:lnTo>
                  <a:lnTo>
                    <a:pt x="0" y="6587"/>
                  </a:lnTo>
                  <a:lnTo>
                    <a:pt x="0" y="7634"/>
                  </a:lnTo>
                  <a:lnTo>
                    <a:pt x="0" y="9430"/>
                  </a:lnTo>
                  <a:lnTo>
                    <a:pt x="150" y="11077"/>
                  </a:lnTo>
                  <a:lnTo>
                    <a:pt x="300" y="11227"/>
                  </a:lnTo>
                  <a:lnTo>
                    <a:pt x="449" y="11077"/>
                  </a:lnTo>
                  <a:lnTo>
                    <a:pt x="599" y="8832"/>
                  </a:lnTo>
                  <a:lnTo>
                    <a:pt x="599" y="6587"/>
                  </a:lnTo>
                  <a:lnTo>
                    <a:pt x="599" y="5539"/>
                  </a:lnTo>
                  <a:lnTo>
                    <a:pt x="599" y="4641"/>
                  </a:lnTo>
                  <a:lnTo>
                    <a:pt x="449" y="15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6" name="Google Shape;1006;p47"/>
            <p:cNvSpPr/>
            <p:nvPr/>
          </p:nvSpPr>
          <p:spPr>
            <a:xfrm>
              <a:off x="3265525" y="2846250"/>
              <a:ext cx="26225" cy="273200"/>
            </a:xfrm>
            <a:custGeom>
              <a:rect b="b" l="l" r="r" t="t"/>
              <a:pathLst>
                <a:path extrusionOk="0" h="10928" w="1049">
                  <a:moveTo>
                    <a:pt x="450" y="1"/>
                  </a:moveTo>
                  <a:lnTo>
                    <a:pt x="150" y="2396"/>
                  </a:lnTo>
                  <a:lnTo>
                    <a:pt x="1" y="4940"/>
                  </a:lnTo>
                  <a:lnTo>
                    <a:pt x="1" y="7485"/>
                  </a:lnTo>
                  <a:lnTo>
                    <a:pt x="300" y="9880"/>
                  </a:lnTo>
                  <a:lnTo>
                    <a:pt x="300" y="10778"/>
                  </a:lnTo>
                  <a:lnTo>
                    <a:pt x="450" y="10928"/>
                  </a:lnTo>
                  <a:lnTo>
                    <a:pt x="600" y="10778"/>
                  </a:lnTo>
                  <a:lnTo>
                    <a:pt x="600" y="10478"/>
                  </a:lnTo>
                  <a:lnTo>
                    <a:pt x="749" y="9131"/>
                  </a:lnTo>
                  <a:lnTo>
                    <a:pt x="1049" y="6886"/>
                  </a:lnTo>
                  <a:lnTo>
                    <a:pt x="1049" y="4491"/>
                  </a:lnTo>
                  <a:lnTo>
                    <a:pt x="899" y="2246"/>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7" name="Google Shape;1007;p47"/>
            <p:cNvSpPr/>
            <p:nvPr/>
          </p:nvSpPr>
          <p:spPr>
            <a:xfrm>
              <a:off x="3186950" y="2857500"/>
              <a:ext cx="22475" cy="258200"/>
            </a:xfrm>
            <a:custGeom>
              <a:rect b="b" l="l" r="r" t="t"/>
              <a:pathLst>
                <a:path extrusionOk="0" h="10328" w="899">
                  <a:moveTo>
                    <a:pt x="300" y="0"/>
                  </a:moveTo>
                  <a:lnTo>
                    <a:pt x="150" y="1048"/>
                  </a:lnTo>
                  <a:lnTo>
                    <a:pt x="1" y="2245"/>
                  </a:lnTo>
                  <a:lnTo>
                    <a:pt x="1" y="4640"/>
                  </a:lnTo>
                  <a:lnTo>
                    <a:pt x="1" y="7484"/>
                  </a:lnTo>
                  <a:lnTo>
                    <a:pt x="300" y="10178"/>
                  </a:lnTo>
                  <a:lnTo>
                    <a:pt x="300" y="10328"/>
                  </a:lnTo>
                  <a:lnTo>
                    <a:pt x="599" y="10328"/>
                  </a:lnTo>
                  <a:lnTo>
                    <a:pt x="599" y="10178"/>
                  </a:lnTo>
                  <a:lnTo>
                    <a:pt x="749" y="7484"/>
                  </a:lnTo>
                  <a:lnTo>
                    <a:pt x="899" y="4640"/>
                  </a:lnTo>
                  <a:lnTo>
                    <a:pt x="899" y="2245"/>
                  </a:lnTo>
                  <a:lnTo>
                    <a:pt x="749" y="1048"/>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8" name="Google Shape;1008;p47"/>
            <p:cNvSpPr/>
            <p:nvPr/>
          </p:nvSpPr>
          <p:spPr>
            <a:xfrm>
              <a:off x="3100875" y="2857500"/>
              <a:ext cx="29975" cy="243250"/>
            </a:xfrm>
            <a:custGeom>
              <a:rect b="b" l="l" r="r" t="t"/>
              <a:pathLst>
                <a:path extrusionOk="0" h="9730" w="1199">
                  <a:moveTo>
                    <a:pt x="450" y="0"/>
                  </a:moveTo>
                  <a:lnTo>
                    <a:pt x="300" y="1197"/>
                  </a:lnTo>
                  <a:lnTo>
                    <a:pt x="151" y="2395"/>
                  </a:lnTo>
                  <a:lnTo>
                    <a:pt x="1" y="4790"/>
                  </a:lnTo>
                  <a:lnTo>
                    <a:pt x="300" y="7334"/>
                  </a:lnTo>
                  <a:lnTo>
                    <a:pt x="450" y="9579"/>
                  </a:lnTo>
                  <a:lnTo>
                    <a:pt x="600" y="9729"/>
                  </a:lnTo>
                  <a:lnTo>
                    <a:pt x="749" y="9579"/>
                  </a:lnTo>
                  <a:lnTo>
                    <a:pt x="899" y="7334"/>
                  </a:lnTo>
                  <a:lnTo>
                    <a:pt x="1198" y="4790"/>
                  </a:lnTo>
                  <a:lnTo>
                    <a:pt x="1198" y="2395"/>
                  </a:lnTo>
                  <a:lnTo>
                    <a:pt x="1049" y="1197"/>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09" name="Google Shape;1009;p47"/>
            <p:cNvSpPr/>
            <p:nvPr/>
          </p:nvSpPr>
          <p:spPr>
            <a:xfrm>
              <a:off x="3026050" y="2846250"/>
              <a:ext cx="22475" cy="243275"/>
            </a:xfrm>
            <a:custGeom>
              <a:rect b="b" l="l" r="r" t="t"/>
              <a:pathLst>
                <a:path extrusionOk="0" h="9731" w="899">
                  <a:moveTo>
                    <a:pt x="449" y="1"/>
                  </a:moveTo>
                  <a:lnTo>
                    <a:pt x="300" y="151"/>
                  </a:lnTo>
                  <a:lnTo>
                    <a:pt x="0" y="1198"/>
                  </a:lnTo>
                  <a:lnTo>
                    <a:pt x="0" y="2396"/>
                  </a:lnTo>
                  <a:lnTo>
                    <a:pt x="0" y="4641"/>
                  </a:lnTo>
                  <a:lnTo>
                    <a:pt x="0" y="7036"/>
                  </a:lnTo>
                  <a:lnTo>
                    <a:pt x="300" y="9580"/>
                  </a:lnTo>
                  <a:lnTo>
                    <a:pt x="300" y="9730"/>
                  </a:lnTo>
                  <a:lnTo>
                    <a:pt x="599" y="9730"/>
                  </a:lnTo>
                  <a:lnTo>
                    <a:pt x="599" y="9580"/>
                  </a:lnTo>
                  <a:lnTo>
                    <a:pt x="749" y="7036"/>
                  </a:lnTo>
                  <a:lnTo>
                    <a:pt x="749" y="4641"/>
                  </a:lnTo>
                  <a:lnTo>
                    <a:pt x="898" y="239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0" name="Google Shape;1010;p47"/>
            <p:cNvSpPr/>
            <p:nvPr/>
          </p:nvSpPr>
          <p:spPr>
            <a:xfrm>
              <a:off x="2943725" y="2846250"/>
              <a:ext cx="22475" cy="232050"/>
            </a:xfrm>
            <a:custGeom>
              <a:rect b="b" l="l" r="r" t="t"/>
              <a:pathLst>
                <a:path extrusionOk="0" h="9282" w="899">
                  <a:moveTo>
                    <a:pt x="300" y="1"/>
                  </a:moveTo>
                  <a:lnTo>
                    <a:pt x="300" y="151"/>
                  </a:lnTo>
                  <a:lnTo>
                    <a:pt x="0" y="4641"/>
                  </a:lnTo>
                  <a:lnTo>
                    <a:pt x="150" y="6886"/>
                  </a:lnTo>
                  <a:lnTo>
                    <a:pt x="300" y="9131"/>
                  </a:lnTo>
                  <a:lnTo>
                    <a:pt x="599" y="9281"/>
                  </a:lnTo>
                  <a:lnTo>
                    <a:pt x="749" y="9131"/>
                  </a:lnTo>
                  <a:lnTo>
                    <a:pt x="899" y="6886"/>
                  </a:lnTo>
                  <a:lnTo>
                    <a:pt x="899" y="4641"/>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1" name="Google Shape;1011;p47"/>
            <p:cNvSpPr/>
            <p:nvPr/>
          </p:nvSpPr>
          <p:spPr>
            <a:xfrm>
              <a:off x="2861400" y="2835025"/>
              <a:ext cx="22475" cy="235775"/>
            </a:xfrm>
            <a:custGeom>
              <a:rect b="b" l="l" r="r" t="t"/>
              <a:pathLst>
                <a:path extrusionOk="0" h="9431" w="899">
                  <a:moveTo>
                    <a:pt x="599" y="1"/>
                  </a:moveTo>
                  <a:lnTo>
                    <a:pt x="450" y="151"/>
                  </a:lnTo>
                  <a:lnTo>
                    <a:pt x="300" y="300"/>
                  </a:lnTo>
                  <a:lnTo>
                    <a:pt x="150" y="2695"/>
                  </a:lnTo>
                  <a:lnTo>
                    <a:pt x="1" y="5090"/>
                  </a:lnTo>
                  <a:lnTo>
                    <a:pt x="1" y="7186"/>
                  </a:lnTo>
                  <a:lnTo>
                    <a:pt x="1" y="8383"/>
                  </a:lnTo>
                  <a:lnTo>
                    <a:pt x="150" y="9431"/>
                  </a:lnTo>
                  <a:lnTo>
                    <a:pt x="599" y="9431"/>
                  </a:lnTo>
                  <a:lnTo>
                    <a:pt x="749" y="8383"/>
                  </a:lnTo>
                  <a:lnTo>
                    <a:pt x="899" y="7186"/>
                  </a:lnTo>
                  <a:lnTo>
                    <a:pt x="899" y="5090"/>
                  </a:lnTo>
                  <a:lnTo>
                    <a:pt x="899" y="2695"/>
                  </a:lnTo>
                  <a:lnTo>
                    <a:pt x="749" y="300"/>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2" name="Google Shape;1012;p47"/>
            <p:cNvSpPr/>
            <p:nvPr/>
          </p:nvSpPr>
          <p:spPr>
            <a:xfrm>
              <a:off x="2782825" y="2850000"/>
              <a:ext cx="22475" cy="205825"/>
            </a:xfrm>
            <a:custGeom>
              <a:rect b="b" l="l" r="r" t="t"/>
              <a:pathLst>
                <a:path extrusionOk="0" h="8233" w="899">
                  <a:moveTo>
                    <a:pt x="449" y="1"/>
                  </a:moveTo>
                  <a:lnTo>
                    <a:pt x="300" y="150"/>
                  </a:lnTo>
                  <a:lnTo>
                    <a:pt x="150" y="300"/>
                  </a:lnTo>
                  <a:lnTo>
                    <a:pt x="0" y="2246"/>
                  </a:lnTo>
                  <a:lnTo>
                    <a:pt x="0" y="4192"/>
                  </a:lnTo>
                  <a:lnTo>
                    <a:pt x="0" y="6137"/>
                  </a:lnTo>
                  <a:lnTo>
                    <a:pt x="300" y="8083"/>
                  </a:lnTo>
                  <a:lnTo>
                    <a:pt x="300" y="8233"/>
                  </a:lnTo>
                  <a:lnTo>
                    <a:pt x="449" y="8083"/>
                  </a:lnTo>
                  <a:lnTo>
                    <a:pt x="898" y="4192"/>
                  </a:lnTo>
                  <a:lnTo>
                    <a:pt x="898" y="2246"/>
                  </a:lnTo>
                  <a:lnTo>
                    <a:pt x="749" y="300"/>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3" name="Google Shape;1013;p47"/>
            <p:cNvSpPr/>
            <p:nvPr/>
          </p:nvSpPr>
          <p:spPr>
            <a:xfrm>
              <a:off x="2696750" y="2797625"/>
              <a:ext cx="29975" cy="246975"/>
            </a:xfrm>
            <a:custGeom>
              <a:rect b="b" l="l" r="r" t="t"/>
              <a:pathLst>
                <a:path extrusionOk="0" h="9879" w="1199">
                  <a:moveTo>
                    <a:pt x="599" y="0"/>
                  </a:moveTo>
                  <a:lnTo>
                    <a:pt x="450" y="150"/>
                  </a:lnTo>
                  <a:lnTo>
                    <a:pt x="150" y="2545"/>
                  </a:lnTo>
                  <a:lnTo>
                    <a:pt x="1" y="4940"/>
                  </a:lnTo>
                  <a:lnTo>
                    <a:pt x="150" y="7334"/>
                  </a:lnTo>
                  <a:lnTo>
                    <a:pt x="450" y="9729"/>
                  </a:lnTo>
                  <a:lnTo>
                    <a:pt x="599" y="9879"/>
                  </a:lnTo>
                  <a:lnTo>
                    <a:pt x="749" y="9729"/>
                  </a:lnTo>
                  <a:lnTo>
                    <a:pt x="1048" y="7634"/>
                  </a:lnTo>
                  <a:lnTo>
                    <a:pt x="1198" y="5688"/>
                  </a:lnTo>
                  <a:lnTo>
                    <a:pt x="1198" y="3892"/>
                  </a:lnTo>
                  <a:lnTo>
                    <a:pt x="1048" y="1946"/>
                  </a:lnTo>
                  <a:lnTo>
                    <a:pt x="899" y="150"/>
                  </a:lnTo>
                  <a:lnTo>
                    <a:pt x="74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4" name="Google Shape;1014;p47"/>
            <p:cNvSpPr/>
            <p:nvPr/>
          </p:nvSpPr>
          <p:spPr>
            <a:xfrm>
              <a:off x="2621925" y="2838775"/>
              <a:ext cx="22475" cy="194600"/>
            </a:xfrm>
            <a:custGeom>
              <a:rect b="b" l="l" r="r" t="t"/>
              <a:pathLst>
                <a:path extrusionOk="0" h="7784" w="899">
                  <a:moveTo>
                    <a:pt x="299" y="1"/>
                  </a:moveTo>
                  <a:lnTo>
                    <a:pt x="150" y="150"/>
                  </a:lnTo>
                  <a:lnTo>
                    <a:pt x="0" y="2096"/>
                  </a:lnTo>
                  <a:lnTo>
                    <a:pt x="0" y="3892"/>
                  </a:lnTo>
                  <a:lnTo>
                    <a:pt x="0" y="5838"/>
                  </a:lnTo>
                  <a:lnTo>
                    <a:pt x="299" y="7634"/>
                  </a:lnTo>
                  <a:lnTo>
                    <a:pt x="449" y="7784"/>
                  </a:lnTo>
                  <a:lnTo>
                    <a:pt x="599" y="7634"/>
                  </a:lnTo>
                  <a:lnTo>
                    <a:pt x="749" y="5838"/>
                  </a:lnTo>
                  <a:lnTo>
                    <a:pt x="898" y="3892"/>
                  </a:lnTo>
                  <a:lnTo>
                    <a:pt x="749" y="2096"/>
                  </a:lnTo>
                  <a:lnTo>
                    <a:pt x="59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5" name="Google Shape;1015;p47"/>
            <p:cNvSpPr/>
            <p:nvPr/>
          </p:nvSpPr>
          <p:spPr>
            <a:xfrm>
              <a:off x="2461000" y="2846250"/>
              <a:ext cx="22500" cy="164675"/>
            </a:xfrm>
            <a:custGeom>
              <a:rect b="b" l="l" r="r" t="t"/>
              <a:pathLst>
                <a:path extrusionOk="0" h="6587" w="900">
                  <a:moveTo>
                    <a:pt x="450" y="1"/>
                  </a:moveTo>
                  <a:lnTo>
                    <a:pt x="300" y="151"/>
                  </a:lnTo>
                  <a:lnTo>
                    <a:pt x="151" y="300"/>
                  </a:lnTo>
                  <a:lnTo>
                    <a:pt x="151" y="899"/>
                  </a:lnTo>
                  <a:lnTo>
                    <a:pt x="1" y="2246"/>
                  </a:lnTo>
                  <a:lnTo>
                    <a:pt x="1" y="3743"/>
                  </a:lnTo>
                  <a:lnTo>
                    <a:pt x="151" y="5090"/>
                  </a:lnTo>
                  <a:lnTo>
                    <a:pt x="300" y="6587"/>
                  </a:lnTo>
                  <a:lnTo>
                    <a:pt x="600" y="6587"/>
                  </a:lnTo>
                  <a:lnTo>
                    <a:pt x="899" y="4940"/>
                  </a:lnTo>
                  <a:lnTo>
                    <a:pt x="899" y="3444"/>
                  </a:lnTo>
                  <a:lnTo>
                    <a:pt x="899" y="1797"/>
                  </a:lnTo>
                  <a:lnTo>
                    <a:pt x="600" y="300"/>
                  </a:lnTo>
                  <a:lnTo>
                    <a:pt x="600"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6" name="Google Shape;1016;p47"/>
            <p:cNvSpPr/>
            <p:nvPr/>
          </p:nvSpPr>
          <p:spPr>
            <a:xfrm>
              <a:off x="2539600" y="2850000"/>
              <a:ext cx="22475" cy="172150"/>
            </a:xfrm>
            <a:custGeom>
              <a:rect b="b" l="l" r="r" t="t"/>
              <a:pathLst>
                <a:path extrusionOk="0" h="6886" w="899">
                  <a:moveTo>
                    <a:pt x="300" y="1"/>
                  </a:moveTo>
                  <a:lnTo>
                    <a:pt x="300" y="150"/>
                  </a:lnTo>
                  <a:lnTo>
                    <a:pt x="0" y="1797"/>
                  </a:lnTo>
                  <a:lnTo>
                    <a:pt x="0" y="3443"/>
                  </a:lnTo>
                  <a:lnTo>
                    <a:pt x="150" y="5090"/>
                  </a:lnTo>
                  <a:lnTo>
                    <a:pt x="300" y="6736"/>
                  </a:lnTo>
                  <a:lnTo>
                    <a:pt x="449" y="6886"/>
                  </a:lnTo>
                  <a:lnTo>
                    <a:pt x="599" y="6886"/>
                  </a:lnTo>
                  <a:lnTo>
                    <a:pt x="599" y="6736"/>
                  </a:lnTo>
                  <a:lnTo>
                    <a:pt x="898" y="5090"/>
                  </a:lnTo>
                  <a:lnTo>
                    <a:pt x="898" y="3443"/>
                  </a:lnTo>
                  <a:lnTo>
                    <a:pt x="898" y="1797"/>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7" name="Google Shape;1017;p47"/>
            <p:cNvSpPr/>
            <p:nvPr/>
          </p:nvSpPr>
          <p:spPr>
            <a:xfrm>
              <a:off x="2378700" y="2853750"/>
              <a:ext cx="22475" cy="149700"/>
            </a:xfrm>
            <a:custGeom>
              <a:rect b="b" l="l" r="r" t="t"/>
              <a:pathLst>
                <a:path extrusionOk="0" h="5988" w="899">
                  <a:moveTo>
                    <a:pt x="299" y="0"/>
                  </a:moveTo>
                  <a:lnTo>
                    <a:pt x="299" y="150"/>
                  </a:lnTo>
                  <a:lnTo>
                    <a:pt x="0" y="1497"/>
                  </a:lnTo>
                  <a:lnTo>
                    <a:pt x="0" y="2994"/>
                  </a:lnTo>
                  <a:lnTo>
                    <a:pt x="150" y="4491"/>
                  </a:lnTo>
                  <a:lnTo>
                    <a:pt x="299" y="5838"/>
                  </a:lnTo>
                  <a:lnTo>
                    <a:pt x="449" y="5987"/>
                  </a:lnTo>
                  <a:lnTo>
                    <a:pt x="599" y="5838"/>
                  </a:lnTo>
                  <a:lnTo>
                    <a:pt x="898" y="4491"/>
                  </a:lnTo>
                  <a:lnTo>
                    <a:pt x="898" y="2994"/>
                  </a:lnTo>
                  <a:lnTo>
                    <a:pt x="898" y="1497"/>
                  </a:lnTo>
                  <a:lnTo>
                    <a:pt x="748"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8" name="Google Shape;1018;p47"/>
            <p:cNvSpPr/>
            <p:nvPr/>
          </p:nvSpPr>
          <p:spPr>
            <a:xfrm>
              <a:off x="2296375" y="2853750"/>
              <a:ext cx="26200" cy="134725"/>
            </a:xfrm>
            <a:custGeom>
              <a:rect b="b" l="l" r="r" t="t"/>
              <a:pathLst>
                <a:path extrusionOk="0" h="5389" w="1048">
                  <a:moveTo>
                    <a:pt x="449" y="0"/>
                  </a:moveTo>
                  <a:lnTo>
                    <a:pt x="299" y="150"/>
                  </a:lnTo>
                  <a:lnTo>
                    <a:pt x="150" y="1497"/>
                  </a:lnTo>
                  <a:lnTo>
                    <a:pt x="0" y="2695"/>
                  </a:lnTo>
                  <a:lnTo>
                    <a:pt x="150" y="4042"/>
                  </a:lnTo>
                  <a:lnTo>
                    <a:pt x="449" y="5239"/>
                  </a:lnTo>
                  <a:lnTo>
                    <a:pt x="449" y="5389"/>
                  </a:lnTo>
                  <a:lnTo>
                    <a:pt x="749" y="5389"/>
                  </a:lnTo>
                  <a:lnTo>
                    <a:pt x="749" y="5239"/>
                  </a:lnTo>
                  <a:lnTo>
                    <a:pt x="1048" y="4042"/>
                  </a:lnTo>
                  <a:lnTo>
                    <a:pt x="1048" y="2695"/>
                  </a:lnTo>
                  <a:lnTo>
                    <a:pt x="1048" y="149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9" name="Google Shape;1019;p47"/>
            <p:cNvSpPr/>
            <p:nvPr/>
          </p:nvSpPr>
          <p:spPr>
            <a:xfrm>
              <a:off x="2217775" y="2838775"/>
              <a:ext cx="22475" cy="142225"/>
            </a:xfrm>
            <a:custGeom>
              <a:rect b="b" l="l" r="r" t="t"/>
              <a:pathLst>
                <a:path extrusionOk="0" h="5689" w="899">
                  <a:moveTo>
                    <a:pt x="300" y="1"/>
                  </a:moveTo>
                  <a:lnTo>
                    <a:pt x="151" y="599"/>
                  </a:lnTo>
                  <a:lnTo>
                    <a:pt x="1" y="1348"/>
                  </a:lnTo>
                  <a:lnTo>
                    <a:pt x="1" y="2695"/>
                  </a:lnTo>
                  <a:lnTo>
                    <a:pt x="151" y="4042"/>
                  </a:lnTo>
                  <a:lnTo>
                    <a:pt x="300" y="5539"/>
                  </a:lnTo>
                  <a:lnTo>
                    <a:pt x="450" y="5688"/>
                  </a:lnTo>
                  <a:lnTo>
                    <a:pt x="749" y="5539"/>
                  </a:lnTo>
                  <a:lnTo>
                    <a:pt x="899" y="4042"/>
                  </a:lnTo>
                  <a:lnTo>
                    <a:pt x="899" y="2695"/>
                  </a:lnTo>
                  <a:lnTo>
                    <a:pt x="899" y="1348"/>
                  </a:lnTo>
                  <a:lnTo>
                    <a:pt x="749" y="599"/>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0" name="Google Shape;1020;p47"/>
            <p:cNvSpPr/>
            <p:nvPr/>
          </p:nvSpPr>
          <p:spPr>
            <a:xfrm>
              <a:off x="2139200" y="2831300"/>
              <a:ext cx="22475" cy="134725"/>
            </a:xfrm>
            <a:custGeom>
              <a:rect b="b" l="l" r="r" t="t"/>
              <a:pathLst>
                <a:path extrusionOk="0" h="5389" w="899">
                  <a:moveTo>
                    <a:pt x="300" y="0"/>
                  </a:moveTo>
                  <a:lnTo>
                    <a:pt x="150" y="150"/>
                  </a:lnTo>
                  <a:lnTo>
                    <a:pt x="1" y="749"/>
                  </a:lnTo>
                  <a:lnTo>
                    <a:pt x="1" y="1347"/>
                  </a:lnTo>
                  <a:lnTo>
                    <a:pt x="1" y="2545"/>
                  </a:lnTo>
                  <a:lnTo>
                    <a:pt x="1" y="3892"/>
                  </a:lnTo>
                  <a:lnTo>
                    <a:pt x="150" y="5239"/>
                  </a:lnTo>
                  <a:lnTo>
                    <a:pt x="300" y="5389"/>
                  </a:lnTo>
                  <a:lnTo>
                    <a:pt x="599" y="5389"/>
                  </a:lnTo>
                  <a:lnTo>
                    <a:pt x="599" y="5239"/>
                  </a:lnTo>
                  <a:lnTo>
                    <a:pt x="749" y="3892"/>
                  </a:lnTo>
                  <a:lnTo>
                    <a:pt x="899" y="2545"/>
                  </a:lnTo>
                  <a:lnTo>
                    <a:pt x="749" y="1347"/>
                  </a:lnTo>
                  <a:lnTo>
                    <a:pt x="749" y="749"/>
                  </a:lnTo>
                  <a:lnTo>
                    <a:pt x="450" y="150"/>
                  </a:lnTo>
                  <a:lnTo>
                    <a:pt x="3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1" name="Google Shape;1021;p47"/>
            <p:cNvSpPr/>
            <p:nvPr/>
          </p:nvSpPr>
          <p:spPr>
            <a:xfrm>
              <a:off x="2053150" y="2827550"/>
              <a:ext cx="29950" cy="138475"/>
            </a:xfrm>
            <a:custGeom>
              <a:rect b="b" l="l" r="r" t="t"/>
              <a:pathLst>
                <a:path extrusionOk="0" h="5539" w="1198">
                  <a:moveTo>
                    <a:pt x="599" y="1"/>
                  </a:moveTo>
                  <a:lnTo>
                    <a:pt x="449" y="150"/>
                  </a:lnTo>
                  <a:lnTo>
                    <a:pt x="150" y="749"/>
                  </a:lnTo>
                  <a:lnTo>
                    <a:pt x="0" y="1348"/>
                  </a:lnTo>
                  <a:lnTo>
                    <a:pt x="0" y="2695"/>
                  </a:lnTo>
                  <a:lnTo>
                    <a:pt x="150" y="4042"/>
                  </a:lnTo>
                  <a:lnTo>
                    <a:pt x="449" y="5389"/>
                  </a:lnTo>
                  <a:lnTo>
                    <a:pt x="599" y="5539"/>
                  </a:lnTo>
                  <a:lnTo>
                    <a:pt x="748" y="5389"/>
                  </a:lnTo>
                  <a:lnTo>
                    <a:pt x="1048" y="4042"/>
                  </a:lnTo>
                  <a:lnTo>
                    <a:pt x="1197" y="2695"/>
                  </a:lnTo>
                  <a:lnTo>
                    <a:pt x="1048" y="1348"/>
                  </a:lnTo>
                  <a:lnTo>
                    <a:pt x="1048" y="749"/>
                  </a:lnTo>
                  <a:lnTo>
                    <a:pt x="748"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2" name="Google Shape;1022;p47"/>
            <p:cNvSpPr/>
            <p:nvPr/>
          </p:nvSpPr>
          <p:spPr>
            <a:xfrm>
              <a:off x="1974550" y="2812575"/>
              <a:ext cx="26225" cy="134750"/>
            </a:xfrm>
            <a:custGeom>
              <a:rect b="b" l="l" r="r" t="t"/>
              <a:pathLst>
                <a:path extrusionOk="0" h="5390" w="1049">
                  <a:moveTo>
                    <a:pt x="450" y="1"/>
                  </a:moveTo>
                  <a:lnTo>
                    <a:pt x="300" y="151"/>
                  </a:lnTo>
                  <a:lnTo>
                    <a:pt x="1" y="1348"/>
                  </a:lnTo>
                  <a:lnTo>
                    <a:pt x="1" y="2695"/>
                  </a:lnTo>
                  <a:lnTo>
                    <a:pt x="150" y="4042"/>
                  </a:lnTo>
                  <a:lnTo>
                    <a:pt x="300" y="5240"/>
                  </a:lnTo>
                  <a:lnTo>
                    <a:pt x="450" y="5389"/>
                  </a:lnTo>
                  <a:lnTo>
                    <a:pt x="599" y="5240"/>
                  </a:lnTo>
                  <a:lnTo>
                    <a:pt x="899" y="4042"/>
                  </a:lnTo>
                  <a:lnTo>
                    <a:pt x="1049" y="2695"/>
                  </a:lnTo>
                  <a:lnTo>
                    <a:pt x="899" y="1348"/>
                  </a:lnTo>
                  <a:lnTo>
                    <a:pt x="749"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3" name="Google Shape;1023;p47"/>
            <p:cNvSpPr/>
            <p:nvPr/>
          </p:nvSpPr>
          <p:spPr>
            <a:xfrm>
              <a:off x="1895975" y="2827550"/>
              <a:ext cx="22475" cy="108550"/>
            </a:xfrm>
            <a:custGeom>
              <a:rect b="b" l="l" r="r" t="t"/>
              <a:pathLst>
                <a:path extrusionOk="0" h="4342" w="899">
                  <a:moveTo>
                    <a:pt x="450" y="1"/>
                  </a:moveTo>
                  <a:lnTo>
                    <a:pt x="150" y="150"/>
                  </a:lnTo>
                  <a:lnTo>
                    <a:pt x="1" y="599"/>
                  </a:lnTo>
                  <a:lnTo>
                    <a:pt x="1" y="1048"/>
                  </a:lnTo>
                  <a:lnTo>
                    <a:pt x="1" y="2096"/>
                  </a:lnTo>
                  <a:lnTo>
                    <a:pt x="1" y="3144"/>
                  </a:lnTo>
                  <a:lnTo>
                    <a:pt x="300" y="4192"/>
                  </a:lnTo>
                  <a:lnTo>
                    <a:pt x="450" y="4341"/>
                  </a:lnTo>
                  <a:lnTo>
                    <a:pt x="599" y="4192"/>
                  </a:lnTo>
                  <a:lnTo>
                    <a:pt x="899" y="3144"/>
                  </a:lnTo>
                  <a:lnTo>
                    <a:pt x="899" y="2096"/>
                  </a:lnTo>
                  <a:lnTo>
                    <a:pt x="899" y="1048"/>
                  </a:lnTo>
                  <a:lnTo>
                    <a:pt x="749" y="599"/>
                  </a:lnTo>
                  <a:lnTo>
                    <a:pt x="599"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4" name="Google Shape;1024;p47"/>
            <p:cNvSpPr/>
            <p:nvPr/>
          </p:nvSpPr>
          <p:spPr>
            <a:xfrm>
              <a:off x="1813650" y="2846250"/>
              <a:ext cx="22475" cy="78625"/>
            </a:xfrm>
            <a:custGeom>
              <a:rect b="b" l="l" r="r" t="t"/>
              <a:pathLst>
                <a:path extrusionOk="0" h="3145" w="899">
                  <a:moveTo>
                    <a:pt x="300" y="1"/>
                  </a:moveTo>
                  <a:lnTo>
                    <a:pt x="150" y="151"/>
                  </a:lnTo>
                  <a:lnTo>
                    <a:pt x="1" y="899"/>
                  </a:lnTo>
                  <a:lnTo>
                    <a:pt x="150" y="1647"/>
                  </a:lnTo>
                  <a:lnTo>
                    <a:pt x="300" y="3144"/>
                  </a:lnTo>
                  <a:lnTo>
                    <a:pt x="599" y="3144"/>
                  </a:lnTo>
                  <a:lnTo>
                    <a:pt x="899" y="1647"/>
                  </a:lnTo>
                  <a:lnTo>
                    <a:pt x="899" y="899"/>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5" name="Google Shape;1025;p47"/>
            <p:cNvSpPr/>
            <p:nvPr/>
          </p:nvSpPr>
          <p:spPr>
            <a:xfrm>
              <a:off x="1735075" y="2853750"/>
              <a:ext cx="22475" cy="67375"/>
            </a:xfrm>
            <a:custGeom>
              <a:rect b="b" l="l" r="r" t="t"/>
              <a:pathLst>
                <a:path extrusionOk="0" h="2695" w="899">
                  <a:moveTo>
                    <a:pt x="300" y="0"/>
                  </a:moveTo>
                  <a:lnTo>
                    <a:pt x="150" y="150"/>
                  </a:lnTo>
                  <a:lnTo>
                    <a:pt x="0" y="749"/>
                  </a:lnTo>
                  <a:lnTo>
                    <a:pt x="0" y="1347"/>
                  </a:lnTo>
                  <a:lnTo>
                    <a:pt x="0" y="1946"/>
                  </a:lnTo>
                  <a:lnTo>
                    <a:pt x="300" y="2545"/>
                  </a:lnTo>
                  <a:lnTo>
                    <a:pt x="449" y="2695"/>
                  </a:lnTo>
                  <a:lnTo>
                    <a:pt x="599" y="2545"/>
                  </a:lnTo>
                  <a:lnTo>
                    <a:pt x="749" y="1946"/>
                  </a:lnTo>
                  <a:lnTo>
                    <a:pt x="898" y="1347"/>
                  </a:lnTo>
                  <a:lnTo>
                    <a:pt x="749" y="749"/>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6" name="Google Shape;1026;p47"/>
            <p:cNvSpPr/>
            <p:nvPr/>
          </p:nvSpPr>
          <p:spPr>
            <a:xfrm>
              <a:off x="1652750" y="2838775"/>
              <a:ext cx="22475" cy="67375"/>
            </a:xfrm>
            <a:custGeom>
              <a:rect b="b" l="l" r="r" t="t"/>
              <a:pathLst>
                <a:path extrusionOk="0" h="2695" w="899">
                  <a:moveTo>
                    <a:pt x="300" y="1"/>
                  </a:moveTo>
                  <a:lnTo>
                    <a:pt x="150" y="300"/>
                  </a:lnTo>
                  <a:lnTo>
                    <a:pt x="0" y="599"/>
                  </a:lnTo>
                  <a:lnTo>
                    <a:pt x="0" y="1348"/>
                  </a:lnTo>
                  <a:lnTo>
                    <a:pt x="300" y="2545"/>
                  </a:lnTo>
                  <a:lnTo>
                    <a:pt x="449" y="2695"/>
                  </a:lnTo>
                  <a:lnTo>
                    <a:pt x="599" y="2545"/>
                  </a:lnTo>
                  <a:lnTo>
                    <a:pt x="749" y="1946"/>
                  </a:lnTo>
                  <a:lnTo>
                    <a:pt x="899" y="1348"/>
                  </a:lnTo>
                  <a:lnTo>
                    <a:pt x="899" y="599"/>
                  </a:lnTo>
                  <a:lnTo>
                    <a:pt x="749" y="30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7" name="Google Shape;1027;p47"/>
            <p:cNvSpPr/>
            <p:nvPr/>
          </p:nvSpPr>
          <p:spPr>
            <a:xfrm>
              <a:off x="1574175" y="2842525"/>
              <a:ext cx="18725" cy="59900"/>
            </a:xfrm>
            <a:custGeom>
              <a:rect b="b" l="l" r="r" t="t"/>
              <a:pathLst>
                <a:path extrusionOk="0" h="2396" w="749">
                  <a:moveTo>
                    <a:pt x="300" y="0"/>
                  </a:moveTo>
                  <a:lnTo>
                    <a:pt x="150" y="150"/>
                  </a:lnTo>
                  <a:lnTo>
                    <a:pt x="0" y="1198"/>
                  </a:lnTo>
                  <a:lnTo>
                    <a:pt x="150" y="2245"/>
                  </a:lnTo>
                  <a:lnTo>
                    <a:pt x="300" y="2395"/>
                  </a:lnTo>
                  <a:lnTo>
                    <a:pt x="449" y="2395"/>
                  </a:lnTo>
                  <a:lnTo>
                    <a:pt x="599" y="2245"/>
                  </a:lnTo>
                  <a:lnTo>
                    <a:pt x="749" y="1198"/>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8" name="Google Shape;1028;p47"/>
            <p:cNvSpPr/>
            <p:nvPr/>
          </p:nvSpPr>
          <p:spPr>
            <a:xfrm>
              <a:off x="3781925" y="3138125"/>
              <a:ext cx="291900" cy="18750"/>
            </a:xfrm>
            <a:custGeom>
              <a:rect b="b" l="l" r="r" t="t"/>
              <a:pathLst>
                <a:path extrusionOk="0" h="750" w="11676">
                  <a:moveTo>
                    <a:pt x="2096" y="1"/>
                  </a:moveTo>
                  <a:lnTo>
                    <a:pt x="898" y="151"/>
                  </a:lnTo>
                  <a:lnTo>
                    <a:pt x="0" y="151"/>
                  </a:lnTo>
                  <a:lnTo>
                    <a:pt x="0" y="300"/>
                  </a:lnTo>
                  <a:lnTo>
                    <a:pt x="0" y="450"/>
                  </a:lnTo>
                  <a:lnTo>
                    <a:pt x="150" y="450"/>
                  </a:lnTo>
                  <a:lnTo>
                    <a:pt x="898" y="600"/>
                  </a:lnTo>
                  <a:lnTo>
                    <a:pt x="2246" y="600"/>
                  </a:lnTo>
                  <a:lnTo>
                    <a:pt x="6886" y="749"/>
                  </a:lnTo>
                  <a:lnTo>
                    <a:pt x="9280" y="600"/>
                  </a:lnTo>
                  <a:lnTo>
                    <a:pt x="11526" y="450"/>
                  </a:lnTo>
                  <a:lnTo>
                    <a:pt x="11675" y="450"/>
                  </a:lnTo>
                  <a:lnTo>
                    <a:pt x="11675" y="300"/>
                  </a:lnTo>
                  <a:lnTo>
                    <a:pt x="11526" y="151"/>
                  </a:lnTo>
                  <a:lnTo>
                    <a:pt x="928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9" name="Google Shape;1029;p47"/>
            <p:cNvSpPr/>
            <p:nvPr/>
          </p:nvSpPr>
          <p:spPr>
            <a:xfrm>
              <a:off x="3804375" y="3299050"/>
              <a:ext cx="280675" cy="18725"/>
            </a:xfrm>
            <a:custGeom>
              <a:rect b="b" l="l" r="r" t="t"/>
              <a:pathLst>
                <a:path extrusionOk="0" h="749" w="11227">
                  <a:moveTo>
                    <a:pt x="3742" y="0"/>
                  </a:moveTo>
                  <a:lnTo>
                    <a:pt x="150" y="150"/>
                  </a:lnTo>
                  <a:lnTo>
                    <a:pt x="0" y="299"/>
                  </a:lnTo>
                  <a:lnTo>
                    <a:pt x="0" y="449"/>
                  </a:lnTo>
                  <a:lnTo>
                    <a:pt x="150" y="599"/>
                  </a:lnTo>
                  <a:lnTo>
                    <a:pt x="4491" y="748"/>
                  </a:lnTo>
                  <a:lnTo>
                    <a:pt x="8682" y="748"/>
                  </a:lnTo>
                  <a:lnTo>
                    <a:pt x="10478" y="599"/>
                  </a:lnTo>
                  <a:lnTo>
                    <a:pt x="11077" y="449"/>
                  </a:lnTo>
                  <a:lnTo>
                    <a:pt x="11226" y="299"/>
                  </a:lnTo>
                  <a:lnTo>
                    <a:pt x="11077" y="299"/>
                  </a:lnTo>
                  <a:lnTo>
                    <a:pt x="10628"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0" name="Google Shape;1030;p47"/>
            <p:cNvSpPr/>
            <p:nvPr/>
          </p:nvSpPr>
          <p:spPr>
            <a:xfrm>
              <a:off x="3800625" y="3377625"/>
              <a:ext cx="273200" cy="26225"/>
            </a:xfrm>
            <a:custGeom>
              <a:rect b="b" l="l" r="r" t="t"/>
              <a:pathLst>
                <a:path extrusionOk="0" h="1049" w="10928">
                  <a:moveTo>
                    <a:pt x="1947" y="0"/>
                  </a:moveTo>
                  <a:lnTo>
                    <a:pt x="1" y="300"/>
                  </a:lnTo>
                  <a:lnTo>
                    <a:pt x="1" y="449"/>
                  </a:lnTo>
                  <a:lnTo>
                    <a:pt x="2246" y="898"/>
                  </a:lnTo>
                  <a:lnTo>
                    <a:pt x="4491" y="1048"/>
                  </a:lnTo>
                  <a:lnTo>
                    <a:pt x="6886" y="898"/>
                  </a:lnTo>
                  <a:lnTo>
                    <a:pt x="9131" y="749"/>
                  </a:lnTo>
                  <a:lnTo>
                    <a:pt x="10029" y="749"/>
                  </a:lnTo>
                  <a:lnTo>
                    <a:pt x="10179" y="599"/>
                  </a:lnTo>
                  <a:lnTo>
                    <a:pt x="10927" y="599"/>
                  </a:lnTo>
                  <a:lnTo>
                    <a:pt x="10927" y="449"/>
                  </a:lnTo>
                  <a:lnTo>
                    <a:pt x="10778" y="300"/>
                  </a:lnTo>
                  <a:lnTo>
                    <a:pt x="10329" y="300"/>
                  </a:lnTo>
                  <a:lnTo>
                    <a:pt x="9281"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1" name="Google Shape;1031;p47"/>
            <p:cNvSpPr/>
            <p:nvPr/>
          </p:nvSpPr>
          <p:spPr>
            <a:xfrm>
              <a:off x="3808125" y="3459950"/>
              <a:ext cx="261950" cy="18725"/>
            </a:xfrm>
            <a:custGeom>
              <a:rect b="b" l="l" r="r" t="t"/>
              <a:pathLst>
                <a:path extrusionOk="0" h="749" w="10478">
                  <a:moveTo>
                    <a:pt x="1198" y="0"/>
                  </a:moveTo>
                  <a:lnTo>
                    <a:pt x="0" y="300"/>
                  </a:lnTo>
                  <a:lnTo>
                    <a:pt x="0" y="449"/>
                  </a:lnTo>
                  <a:lnTo>
                    <a:pt x="1198" y="749"/>
                  </a:lnTo>
                  <a:lnTo>
                    <a:pt x="7185" y="749"/>
                  </a:lnTo>
                  <a:lnTo>
                    <a:pt x="9430" y="599"/>
                  </a:lnTo>
                  <a:lnTo>
                    <a:pt x="10178" y="599"/>
                  </a:lnTo>
                  <a:lnTo>
                    <a:pt x="10328" y="449"/>
                  </a:lnTo>
                  <a:lnTo>
                    <a:pt x="10478" y="449"/>
                  </a:lnTo>
                  <a:lnTo>
                    <a:pt x="10328" y="150"/>
                  </a:lnTo>
                  <a:lnTo>
                    <a:pt x="9580" y="15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2" name="Google Shape;1032;p47"/>
            <p:cNvSpPr/>
            <p:nvPr/>
          </p:nvSpPr>
          <p:spPr>
            <a:xfrm>
              <a:off x="3808125" y="3534775"/>
              <a:ext cx="246975" cy="29975"/>
            </a:xfrm>
            <a:custGeom>
              <a:rect b="b" l="l" r="r" t="t"/>
              <a:pathLst>
                <a:path extrusionOk="0" h="1199" w="9879">
                  <a:moveTo>
                    <a:pt x="4640" y="1"/>
                  </a:moveTo>
                  <a:lnTo>
                    <a:pt x="2245" y="151"/>
                  </a:lnTo>
                  <a:lnTo>
                    <a:pt x="1198" y="300"/>
                  </a:lnTo>
                  <a:lnTo>
                    <a:pt x="150" y="450"/>
                  </a:lnTo>
                  <a:lnTo>
                    <a:pt x="0" y="600"/>
                  </a:lnTo>
                  <a:lnTo>
                    <a:pt x="150" y="749"/>
                  </a:lnTo>
                  <a:lnTo>
                    <a:pt x="898" y="899"/>
                  </a:lnTo>
                  <a:lnTo>
                    <a:pt x="2395" y="1198"/>
                  </a:lnTo>
                  <a:lnTo>
                    <a:pt x="4341" y="1198"/>
                  </a:lnTo>
                  <a:lnTo>
                    <a:pt x="6287" y="1049"/>
                  </a:lnTo>
                  <a:lnTo>
                    <a:pt x="7933" y="899"/>
                  </a:lnTo>
                  <a:lnTo>
                    <a:pt x="8981" y="899"/>
                  </a:lnTo>
                  <a:lnTo>
                    <a:pt x="9729" y="749"/>
                  </a:lnTo>
                  <a:lnTo>
                    <a:pt x="9879" y="600"/>
                  </a:lnTo>
                  <a:lnTo>
                    <a:pt x="9729" y="600"/>
                  </a:lnTo>
                  <a:lnTo>
                    <a:pt x="9131" y="450"/>
                  </a:lnTo>
                  <a:lnTo>
                    <a:pt x="6885" y="300"/>
                  </a:lnTo>
                  <a:lnTo>
                    <a:pt x="46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3" name="Google Shape;1033;p47"/>
            <p:cNvSpPr/>
            <p:nvPr/>
          </p:nvSpPr>
          <p:spPr>
            <a:xfrm>
              <a:off x="3800625" y="3620850"/>
              <a:ext cx="243250" cy="18725"/>
            </a:xfrm>
            <a:custGeom>
              <a:rect b="b" l="l" r="r" t="t"/>
              <a:pathLst>
                <a:path extrusionOk="0" h="749" w="9730">
                  <a:moveTo>
                    <a:pt x="1198" y="0"/>
                  </a:moveTo>
                  <a:lnTo>
                    <a:pt x="150" y="300"/>
                  </a:lnTo>
                  <a:lnTo>
                    <a:pt x="1" y="449"/>
                  </a:lnTo>
                  <a:lnTo>
                    <a:pt x="150" y="599"/>
                  </a:lnTo>
                  <a:lnTo>
                    <a:pt x="1198" y="749"/>
                  </a:lnTo>
                  <a:lnTo>
                    <a:pt x="4491" y="749"/>
                  </a:lnTo>
                  <a:lnTo>
                    <a:pt x="8832" y="599"/>
                  </a:lnTo>
                  <a:lnTo>
                    <a:pt x="9580" y="599"/>
                  </a:lnTo>
                  <a:lnTo>
                    <a:pt x="9730" y="449"/>
                  </a:lnTo>
                  <a:lnTo>
                    <a:pt x="9730" y="300"/>
                  </a:lnTo>
                  <a:lnTo>
                    <a:pt x="9580" y="150"/>
                  </a:lnTo>
                  <a:lnTo>
                    <a:pt x="8982" y="150"/>
                  </a:lnTo>
                  <a:lnTo>
                    <a:pt x="67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4" name="Google Shape;1034;p47"/>
            <p:cNvSpPr/>
            <p:nvPr/>
          </p:nvSpPr>
          <p:spPr>
            <a:xfrm>
              <a:off x="3796900" y="3699425"/>
              <a:ext cx="235750" cy="22475"/>
            </a:xfrm>
            <a:custGeom>
              <a:rect b="b" l="l" r="r" t="t"/>
              <a:pathLst>
                <a:path extrusionOk="0" h="899" w="9430">
                  <a:moveTo>
                    <a:pt x="4490" y="1"/>
                  </a:moveTo>
                  <a:lnTo>
                    <a:pt x="299" y="300"/>
                  </a:lnTo>
                  <a:lnTo>
                    <a:pt x="0" y="300"/>
                  </a:lnTo>
                  <a:lnTo>
                    <a:pt x="0" y="599"/>
                  </a:lnTo>
                  <a:lnTo>
                    <a:pt x="299" y="749"/>
                  </a:lnTo>
                  <a:lnTo>
                    <a:pt x="4490" y="899"/>
                  </a:lnTo>
                  <a:lnTo>
                    <a:pt x="6586" y="899"/>
                  </a:lnTo>
                  <a:lnTo>
                    <a:pt x="8681" y="599"/>
                  </a:lnTo>
                  <a:lnTo>
                    <a:pt x="9280" y="599"/>
                  </a:lnTo>
                  <a:lnTo>
                    <a:pt x="9430" y="450"/>
                  </a:lnTo>
                  <a:lnTo>
                    <a:pt x="9280" y="300"/>
                  </a:lnTo>
                  <a:lnTo>
                    <a:pt x="8681" y="150"/>
                  </a:lnTo>
                  <a:lnTo>
                    <a:pt x="658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5" name="Google Shape;1035;p47"/>
            <p:cNvSpPr/>
            <p:nvPr/>
          </p:nvSpPr>
          <p:spPr>
            <a:xfrm>
              <a:off x="3789400" y="3781750"/>
              <a:ext cx="235775" cy="26225"/>
            </a:xfrm>
            <a:custGeom>
              <a:rect b="b" l="l" r="r" t="t"/>
              <a:pathLst>
                <a:path extrusionOk="0" h="1049" w="9431">
                  <a:moveTo>
                    <a:pt x="3593" y="1"/>
                  </a:moveTo>
                  <a:lnTo>
                    <a:pt x="1947" y="150"/>
                  </a:lnTo>
                  <a:lnTo>
                    <a:pt x="150" y="150"/>
                  </a:lnTo>
                  <a:lnTo>
                    <a:pt x="1" y="300"/>
                  </a:lnTo>
                  <a:lnTo>
                    <a:pt x="1" y="450"/>
                  </a:lnTo>
                  <a:lnTo>
                    <a:pt x="1" y="599"/>
                  </a:lnTo>
                  <a:lnTo>
                    <a:pt x="150" y="599"/>
                  </a:lnTo>
                  <a:lnTo>
                    <a:pt x="2695" y="749"/>
                  </a:lnTo>
                  <a:lnTo>
                    <a:pt x="5090" y="899"/>
                  </a:lnTo>
                  <a:lnTo>
                    <a:pt x="6736" y="1048"/>
                  </a:lnTo>
                  <a:lnTo>
                    <a:pt x="8383" y="899"/>
                  </a:lnTo>
                  <a:lnTo>
                    <a:pt x="9131" y="749"/>
                  </a:lnTo>
                  <a:lnTo>
                    <a:pt x="9431" y="749"/>
                  </a:lnTo>
                  <a:lnTo>
                    <a:pt x="9431" y="599"/>
                  </a:lnTo>
                  <a:lnTo>
                    <a:pt x="9431" y="450"/>
                  </a:lnTo>
                  <a:lnTo>
                    <a:pt x="9281" y="300"/>
                  </a:lnTo>
                  <a:lnTo>
                    <a:pt x="8532" y="150"/>
                  </a:lnTo>
                  <a:lnTo>
                    <a:pt x="7185" y="150"/>
                  </a:lnTo>
                  <a:lnTo>
                    <a:pt x="59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6" name="Google Shape;1036;p47"/>
            <p:cNvSpPr/>
            <p:nvPr/>
          </p:nvSpPr>
          <p:spPr>
            <a:xfrm>
              <a:off x="3804375" y="3864075"/>
              <a:ext cx="205825" cy="22475"/>
            </a:xfrm>
            <a:custGeom>
              <a:rect b="b" l="l" r="r" t="t"/>
              <a:pathLst>
                <a:path extrusionOk="0" h="899" w="8233">
                  <a:moveTo>
                    <a:pt x="2096" y="1"/>
                  </a:moveTo>
                  <a:lnTo>
                    <a:pt x="150" y="150"/>
                  </a:lnTo>
                  <a:lnTo>
                    <a:pt x="0" y="150"/>
                  </a:lnTo>
                  <a:lnTo>
                    <a:pt x="0" y="300"/>
                  </a:lnTo>
                  <a:lnTo>
                    <a:pt x="0" y="599"/>
                  </a:lnTo>
                  <a:lnTo>
                    <a:pt x="150" y="599"/>
                  </a:lnTo>
                  <a:lnTo>
                    <a:pt x="2096" y="749"/>
                  </a:lnTo>
                  <a:lnTo>
                    <a:pt x="3892" y="899"/>
                  </a:lnTo>
                  <a:lnTo>
                    <a:pt x="7484" y="599"/>
                  </a:lnTo>
                  <a:lnTo>
                    <a:pt x="8083" y="599"/>
                  </a:lnTo>
                  <a:lnTo>
                    <a:pt x="8233" y="450"/>
                  </a:lnTo>
                  <a:lnTo>
                    <a:pt x="8083" y="300"/>
                  </a:lnTo>
                  <a:lnTo>
                    <a:pt x="7484" y="300"/>
                  </a:lnTo>
                  <a:lnTo>
                    <a:pt x="38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7" name="Google Shape;1037;p47"/>
            <p:cNvSpPr/>
            <p:nvPr/>
          </p:nvSpPr>
          <p:spPr>
            <a:xfrm>
              <a:off x="3751975" y="3938925"/>
              <a:ext cx="243275" cy="29950"/>
            </a:xfrm>
            <a:custGeom>
              <a:rect b="b" l="l" r="r" t="t"/>
              <a:pathLst>
                <a:path extrusionOk="0" h="1198" w="9731">
                  <a:moveTo>
                    <a:pt x="3743" y="0"/>
                  </a:moveTo>
                  <a:lnTo>
                    <a:pt x="1947" y="150"/>
                  </a:lnTo>
                  <a:lnTo>
                    <a:pt x="151" y="449"/>
                  </a:lnTo>
                  <a:lnTo>
                    <a:pt x="1" y="449"/>
                  </a:lnTo>
                  <a:lnTo>
                    <a:pt x="1" y="599"/>
                  </a:lnTo>
                  <a:lnTo>
                    <a:pt x="151" y="898"/>
                  </a:lnTo>
                  <a:lnTo>
                    <a:pt x="2246" y="1048"/>
                  </a:lnTo>
                  <a:lnTo>
                    <a:pt x="4641" y="1198"/>
                  </a:lnTo>
                  <a:lnTo>
                    <a:pt x="6886" y="1048"/>
                  </a:lnTo>
                  <a:lnTo>
                    <a:pt x="9131" y="898"/>
                  </a:lnTo>
                  <a:lnTo>
                    <a:pt x="9580" y="749"/>
                  </a:lnTo>
                  <a:lnTo>
                    <a:pt x="9730" y="599"/>
                  </a:lnTo>
                  <a:lnTo>
                    <a:pt x="9580" y="449"/>
                  </a:lnTo>
                  <a:lnTo>
                    <a:pt x="9131" y="299"/>
                  </a:lnTo>
                  <a:lnTo>
                    <a:pt x="7635" y="150"/>
                  </a:lnTo>
                  <a:lnTo>
                    <a:pt x="568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8" name="Google Shape;1038;p47"/>
            <p:cNvSpPr/>
            <p:nvPr/>
          </p:nvSpPr>
          <p:spPr>
            <a:xfrm>
              <a:off x="3789400" y="4021250"/>
              <a:ext cx="198350" cy="26200"/>
            </a:xfrm>
            <a:custGeom>
              <a:rect b="b" l="l" r="r" t="t"/>
              <a:pathLst>
                <a:path extrusionOk="0" h="1048" w="7934">
                  <a:moveTo>
                    <a:pt x="3743" y="0"/>
                  </a:moveTo>
                  <a:lnTo>
                    <a:pt x="1947" y="150"/>
                  </a:lnTo>
                  <a:lnTo>
                    <a:pt x="300" y="299"/>
                  </a:lnTo>
                  <a:lnTo>
                    <a:pt x="150" y="299"/>
                  </a:lnTo>
                  <a:lnTo>
                    <a:pt x="1" y="449"/>
                  </a:lnTo>
                  <a:lnTo>
                    <a:pt x="150" y="599"/>
                  </a:lnTo>
                  <a:lnTo>
                    <a:pt x="300" y="748"/>
                  </a:lnTo>
                  <a:lnTo>
                    <a:pt x="3743" y="1048"/>
                  </a:lnTo>
                  <a:lnTo>
                    <a:pt x="5389" y="1048"/>
                  </a:lnTo>
                  <a:lnTo>
                    <a:pt x="7185" y="748"/>
                  </a:lnTo>
                  <a:lnTo>
                    <a:pt x="7784" y="748"/>
                  </a:lnTo>
                  <a:lnTo>
                    <a:pt x="7934" y="599"/>
                  </a:lnTo>
                  <a:lnTo>
                    <a:pt x="7784" y="449"/>
                  </a:lnTo>
                  <a:lnTo>
                    <a:pt x="7185" y="299"/>
                  </a:lnTo>
                  <a:lnTo>
                    <a:pt x="5539" y="150"/>
                  </a:lnTo>
                  <a:lnTo>
                    <a:pt x="37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9" name="Google Shape;1039;p47"/>
            <p:cNvSpPr/>
            <p:nvPr/>
          </p:nvSpPr>
          <p:spPr>
            <a:xfrm>
              <a:off x="3800625" y="4182150"/>
              <a:ext cx="164675" cy="26200"/>
            </a:xfrm>
            <a:custGeom>
              <a:rect b="b" l="l" r="r" t="t"/>
              <a:pathLst>
                <a:path extrusionOk="0" h="1048" w="6587">
                  <a:moveTo>
                    <a:pt x="2994" y="0"/>
                  </a:moveTo>
                  <a:lnTo>
                    <a:pt x="1498" y="150"/>
                  </a:lnTo>
                  <a:lnTo>
                    <a:pt x="150" y="300"/>
                  </a:lnTo>
                  <a:lnTo>
                    <a:pt x="1" y="449"/>
                  </a:lnTo>
                  <a:lnTo>
                    <a:pt x="1" y="599"/>
                  </a:lnTo>
                  <a:lnTo>
                    <a:pt x="1" y="749"/>
                  </a:lnTo>
                  <a:lnTo>
                    <a:pt x="150" y="749"/>
                  </a:lnTo>
                  <a:lnTo>
                    <a:pt x="749" y="898"/>
                  </a:lnTo>
                  <a:lnTo>
                    <a:pt x="2096" y="1048"/>
                  </a:lnTo>
                  <a:lnTo>
                    <a:pt x="3294" y="1048"/>
                  </a:lnTo>
                  <a:lnTo>
                    <a:pt x="5838" y="749"/>
                  </a:lnTo>
                  <a:lnTo>
                    <a:pt x="6437" y="599"/>
                  </a:lnTo>
                  <a:lnTo>
                    <a:pt x="6587" y="599"/>
                  </a:lnTo>
                  <a:lnTo>
                    <a:pt x="6587" y="449"/>
                  </a:lnTo>
                  <a:lnTo>
                    <a:pt x="6587" y="300"/>
                  </a:lnTo>
                  <a:lnTo>
                    <a:pt x="6437" y="300"/>
                  </a:lnTo>
                  <a:lnTo>
                    <a:pt x="5838" y="150"/>
                  </a:lnTo>
                  <a:lnTo>
                    <a:pt x="449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0" name="Google Shape;1040;p47"/>
            <p:cNvSpPr/>
            <p:nvPr/>
          </p:nvSpPr>
          <p:spPr>
            <a:xfrm>
              <a:off x="3804375" y="4103550"/>
              <a:ext cx="172150" cy="22500"/>
            </a:xfrm>
            <a:custGeom>
              <a:rect b="b" l="l" r="r" t="t"/>
              <a:pathLst>
                <a:path extrusionOk="0" h="900" w="6886">
                  <a:moveTo>
                    <a:pt x="1647" y="1"/>
                  </a:moveTo>
                  <a:lnTo>
                    <a:pt x="150" y="151"/>
                  </a:lnTo>
                  <a:lnTo>
                    <a:pt x="0" y="300"/>
                  </a:lnTo>
                  <a:lnTo>
                    <a:pt x="0" y="450"/>
                  </a:lnTo>
                  <a:lnTo>
                    <a:pt x="0" y="600"/>
                  </a:lnTo>
                  <a:lnTo>
                    <a:pt x="150" y="749"/>
                  </a:lnTo>
                  <a:lnTo>
                    <a:pt x="1647" y="899"/>
                  </a:lnTo>
                  <a:lnTo>
                    <a:pt x="3144" y="899"/>
                  </a:lnTo>
                  <a:lnTo>
                    <a:pt x="6137" y="749"/>
                  </a:lnTo>
                  <a:lnTo>
                    <a:pt x="6736" y="600"/>
                  </a:lnTo>
                  <a:lnTo>
                    <a:pt x="6886" y="600"/>
                  </a:lnTo>
                  <a:lnTo>
                    <a:pt x="6886" y="450"/>
                  </a:lnTo>
                  <a:lnTo>
                    <a:pt x="6886" y="300"/>
                  </a:lnTo>
                  <a:lnTo>
                    <a:pt x="6736" y="300"/>
                  </a:lnTo>
                  <a:lnTo>
                    <a:pt x="6137" y="151"/>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1" name="Google Shape;1041;p47"/>
            <p:cNvSpPr/>
            <p:nvPr/>
          </p:nvSpPr>
          <p:spPr>
            <a:xfrm>
              <a:off x="3804375" y="4264475"/>
              <a:ext cx="149700" cy="22475"/>
            </a:xfrm>
            <a:custGeom>
              <a:rect b="b" l="l" r="r" t="t"/>
              <a:pathLst>
                <a:path extrusionOk="0" h="899" w="5988">
                  <a:moveTo>
                    <a:pt x="1497" y="0"/>
                  </a:moveTo>
                  <a:lnTo>
                    <a:pt x="150" y="300"/>
                  </a:lnTo>
                  <a:lnTo>
                    <a:pt x="0" y="449"/>
                  </a:lnTo>
                  <a:lnTo>
                    <a:pt x="150" y="599"/>
                  </a:lnTo>
                  <a:lnTo>
                    <a:pt x="150" y="749"/>
                  </a:lnTo>
                  <a:lnTo>
                    <a:pt x="1497" y="898"/>
                  </a:lnTo>
                  <a:lnTo>
                    <a:pt x="3892" y="898"/>
                  </a:lnTo>
                  <a:lnTo>
                    <a:pt x="5239" y="749"/>
                  </a:lnTo>
                  <a:lnTo>
                    <a:pt x="5988" y="599"/>
                  </a:lnTo>
                  <a:lnTo>
                    <a:pt x="5988" y="449"/>
                  </a:lnTo>
                  <a:lnTo>
                    <a:pt x="5988" y="300"/>
                  </a:lnTo>
                  <a:lnTo>
                    <a:pt x="5239" y="150"/>
                  </a:lnTo>
                  <a:lnTo>
                    <a:pt x="404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2" name="Google Shape;1042;p47"/>
            <p:cNvSpPr/>
            <p:nvPr/>
          </p:nvSpPr>
          <p:spPr>
            <a:xfrm>
              <a:off x="3808125" y="4343050"/>
              <a:ext cx="134725" cy="26225"/>
            </a:xfrm>
            <a:custGeom>
              <a:rect b="b" l="l" r="r" t="t"/>
              <a:pathLst>
                <a:path extrusionOk="0" h="1049" w="5389">
                  <a:moveTo>
                    <a:pt x="2395" y="0"/>
                  </a:moveTo>
                  <a:lnTo>
                    <a:pt x="1198" y="150"/>
                  </a:lnTo>
                  <a:lnTo>
                    <a:pt x="150" y="300"/>
                  </a:lnTo>
                  <a:lnTo>
                    <a:pt x="0" y="449"/>
                  </a:lnTo>
                  <a:lnTo>
                    <a:pt x="0" y="599"/>
                  </a:lnTo>
                  <a:lnTo>
                    <a:pt x="0" y="749"/>
                  </a:lnTo>
                  <a:lnTo>
                    <a:pt x="150" y="749"/>
                  </a:lnTo>
                  <a:lnTo>
                    <a:pt x="300" y="898"/>
                  </a:lnTo>
                  <a:lnTo>
                    <a:pt x="1347" y="1048"/>
                  </a:lnTo>
                  <a:lnTo>
                    <a:pt x="2395" y="1048"/>
                  </a:lnTo>
                  <a:lnTo>
                    <a:pt x="3892" y="898"/>
                  </a:lnTo>
                  <a:lnTo>
                    <a:pt x="4640" y="749"/>
                  </a:lnTo>
                  <a:lnTo>
                    <a:pt x="5239" y="749"/>
                  </a:lnTo>
                  <a:lnTo>
                    <a:pt x="5239" y="599"/>
                  </a:lnTo>
                  <a:lnTo>
                    <a:pt x="5389" y="449"/>
                  </a:lnTo>
                  <a:lnTo>
                    <a:pt x="5239" y="30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3" name="Google Shape;1043;p47"/>
            <p:cNvSpPr/>
            <p:nvPr/>
          </p:nvSpPr>
          <p:spPr>
            <a:xfrm>
              <a:off x="3789400" y="4425375"/>
              <a:ext cx="142225" cy="22475"/>
            </a:xfrm>
            <a:custGeom>
              <a:rect b="b" l="l" r="r" t="t"/>
              <a:pathLst>
                <a:path extrusionOk="0" h="899" w="5689">
                  <a:moveTo>
                    <a:pt x="1348" y="0"/>
                  </a:moveTo>
                  <a:lnTo>
                    <a:pt x="749" y="150"/>
                  </a:lnTo>
                  <a:lnTo>
                    <a:pt x="150" y="300"/>
                  </a:lnTo>
                  <a:lnTo>
                    <a:pt x="1" y="599"/>
                  </a:lnTo>
                  <a:lnTo>
                    <a:pt x="150" y="599"/>
                  </a:lnTo>
                  <a:lnTo>
                    <a:pt x="749" y="898"/>
                  </a:lnTo>
                  <a:lnTo>
                    <a:pt x="2695" y="898"/>
                  </a:lnTo>
                  <a:lnTo>
                    <a:pt x="4940" y="749"/>
                  </a:lnTo>
                  <a:lnTo>
                    <a:pt x="5539" y="599"/>
                  </a:lnTo>
                  <a:lnTo>
                    <a:pt x="5689" y="599"/>
                  </a:lnTo>
                  <a:lnTo>
                    <a:pt x="5689" y="449"/>
                  </a:lnTo>
                  <a:lnTo>
                    <a:pt x="5539" y="300"/>
                  </a:lnTo>
                  <a:lnTo>
                    <a:pt x="4940"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4" name="Google Shape;1044;p47"/>
            <p:cNvSpPr/>
            <p:nvPr/>
          </p:nvSpPr>
          <p:spPr>
            <a:xfrm>
              <a:off x="3785675" y="4507700"/>
              <a:ext cx="134725" cy="22475"/>
            </a:xfrm>
            <a:custGeom>
              <a:rect b="b" l="l" r="r" t="t"/>
              <a:pathLst>
                <a:path extrusionOk="0" h="899" w="5389">
                  <a:moveTo>
                    <a:pt x="1497" y="0"/>
                  </a:moveTo>
                  <a:lnTo>
                    <a:pt x="449" y="150"/>
                  </a:lnTo>
                  <a:lnTo>
                    <a:pt x="150" y="300"/>
                  </a:lnTo>
                  <a:lnTo>
                    <a:pt x="0" y="300"/>
                  </a:lnTo>
                  <a:lnTo>
                    <a:pt x="0" y="449"/>
                  </a:lnTo>
                  <a:lnTo>
                    <a:pt x="150" y="599"/>
                  </a:lnTo>
                  <a:lnTo>
                    <a:pt x="599" y="749"/>
                  </a:lnTo>
                  <a:lnTo>
                    <a:pt x="1198" y="898"/>
                  </a:lnTo>
                  <a:lnTo>
                    <a:pt x="2545" y="898"/>
                  </a:lnTo>
                  <a:lnTo>
                    <a:pt x="4640" y="749"/>
                  </a:lnTo>
                  <a:lnTo>
                    <a:pt x="5239" y="599"/>
                  </a:lnTo>
                  <a:lnTo>
                    <a:pt x="5389" y="449"/>
                  </a:lnTo>
                  <a:lnTo>
                    <a:pt x="5389" y="300"/>
                  </a:lnTo>
                  <a:lnTo>
                    <a:pt x="5239" y="15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5" name="Google Shape;1045;p47"/>
            <p:cNvSpPr/>
            <p:nvPr/>
          </p:nvSpPr>
          <p:spPr>
            <a:xfrm>
              <a:off x="3781925" y="4586275"/>
              <a:ext cx="134725" cy="26225"/>
            </a:xfrm>
            <a:custGeom>
              <a:rect b="b" l="l" r="r" t="t"/>
              <a:pathLst>
                <a:path extrusionOk="0" h="1049" w="5389">
                  <a:moveTo>
                    <a:pt x="1348" y="1"/>
                  </a:moveTo>
                  <a:lnTo>
                    <a:pt x="749" y="150"/>
                  </a:lnTo>
                  <a:lnTo>
                    <a:pt x="150" y="300"/>
                  </a:lnTo>
                  <a:lnTo>
                    <a:pt x="0" y="450"/>
                  </a:lnTo>
                  <a:lnTo>
                    <a:pt x="0" y="599"/>
                  </a:lnTo>
                  <a:lnTo>
                    <a:pt x="150" y="749"/>
                  </a:lnTo>
                  <a:lnTo>
                    <a:pt x="1048" y="1048"/>
                  </a:lnTo>
                  <a:lnTo>
                    <a:pt x="3293" y="1048"/>
                  </a:lnTo>
                  <a:lnTo>
                    <a:pt x="4341" y="899"/>
                  </a:lnTo>
                  <a:lnTo>
                    <a:pt x="5089" y="749"/>
                  </a:lnTo>
                  <a:lnTo>
                    <a:pt x="5239" y="749"/>
                  </a:lnTo>
                  <a:lnTo>
                    <a:pt x="5389" y="599"/>
                  </a:lnTo>
                  <a:lnTo>
                    <a:pt x="5389" y="450"/>
                  </a:lnTo>
                  <a:lnTo>
                    <a:pt x="5239" y="300"/>
                  </a:lnTo>
                  <a:lnTo>
                    <a:pt x="5089" y="300"/>
                  </a:lnTo>
                  <a:lnTo>
                    <a:pt x="4341" y="150"/>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6" name="Google Shape;1046;p47"/>
            <p:cNvSpPr/>
            <p:nvPr/>
          </p:nvSpPr>
          <p:spPr>
            <a:xfrm>
              <a:off x="3766950" y="4668600"/>
              <a:ext cx="134750" cy="26225"/>
            </a:xfrm>
            <a:custGeom>
              <a:rect b="b" l="l" r="r" t="t"/>
              <a:pathLst>
                <a:path extrusionOk="0" h="1049" w="5390">
                  <a:moveTo>
                    <a:pt x="1198" y="0"/>
                  </a:moveTo>
                  <a:lnTo>
                    <a:pt x="150" y="300"/>
                  </a:lnTo>
                  <a:lnTo>
                    <a:pt x="1" y="449"/>
                  </a:lnTo>
                  <a:lnTo>
                    <a:pt x="150" y="599"/>
                  </a:lnTo>
                  <a:lnTo>
                    <a:pt x="1198" y="899"/>
                  </a:lnTo>
                  <a:lnTo>
                    <a:pt x="2246" y="1048"/>
                  </a:lnTo>
                  <a:lnTo>
                    <a:pt x="3294" y="899"/>
                  </a:lnTo>
                  <a:lnTo>
                    <a:pt x="4491" y="749"/>
                  </a:lnTo>
                  <a:lnTo>
                    <a:pt x="5239" y="599"/>
                  </a:lnTo>
                  <a:lnTo>
                    <a:pt x="5389" y="449"/>
                  </a:lnTo>
                  <a:lnTo>
                    <a:pt x="5239" y="300"/>
                  </a:lnTo>
                  <a:lnTo>
                    <a:pt x="4491" y="150"/>
                  </a:lnTo>
                  <a:lnTo>
                    <a:pt x="34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7" name="Google Shape;1047;p47"/>
            <p:cNvSpPr/>
            <p:nvPr/>
          </p:nvSpPr>
          <p:spPr>
            <a:xfrm>
              <a:off x="3781925" y="4750925"/>
              <a:ext cx="108550" cy="18725"/>
            </a:xfrm>
            <a:custGeom>
              <a:rect b="b" l="l" r="r" t="t"/>
              <a:pathLst>
                <a:path extrusionOk="0" h="749" w="4342">
                  <a:moveTo>
                    <a:pt x="599" y="0"/>
                  </a:moveTo>
                  <a:lnTo>
                    <a:pt x="0" y="150"/>
                  </a:lnTo>
                  <a:lnTo>
                    <a:pt x="0" y="449"/>
                  </a:lnTo>
                  <a:lnTo>
                    <a:pt x="0" y="599"/>
                  </a:lnTo>
                  <a:lnTo>
                    <a:pt x="599" y="749"/>
                  </a:lnTo>
                  <a:lnTo>
                    <a:pt x="3443" y="749"/>
                  </a:lnTo>
                  <a:lnTo>
                    <a:pt x="4191" y="449"/>
                  </a:lnTo>
                  <a:lnTo>
                    <a:pt x="4341" y="449"/>
                  </a:lnTo>
                  <a:lnTo>
                    <a:pt x="4191" y="300"/>
                  </a:lnTo>
                  <a:lnTo>
                    <a:pt x="4191" y="150"/>
                  </a:lnTo>
                  <a:lnTo>
                    <a:pt x="35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8" name="Google Shape;1048;p47"/>
            <p:cNvSpPr/>
            <p:nvPr/>
          </p:nvSpPr>
          <p:spPr>
            <a:xfrm>
              <a:off x="3796900" y="4829500"/>
              <a:ext cx="82350" cy="22475"/>
            </a:xfrm>
            <a:custGeom>
              <a:rect b="b" l="l" r="r" t="t"/>
              <a:pathLst>
                <a:path extrusionOk="0" h="899" w="3294">
                  <a:moveTo>
                    <a:pt x="749" y="1"/>
                  </a:moveTo>
                  <a:lnTo>
                    <a:pt x="299" y="150"/>
                  </a:lnTo>
                  <a:lnTo>
                    <a:pt x="150" y="300"/>
                  </a:lnTo>
                  <a:lnTo>
                    <a:pt x="0" y="450"/>
                  </a:lnTo>
                  <a:lnTo>
                    <a:pt x="150" y="599"/>
                  </a:lnTo>
                  <a:lnTo>
                    <a:pt x="299" y="749"/>
                  </a:lnTo>
                  <a:lnTo>
                    <a:pt x="749" y="899"/>
                  </a:lnTo>
                  <a:lnTo>
                    <a:pt x="1347" y="899"/>
                  </a:lnTo>
                  <a:lnTo>
                    <a:pt x="2395" y="749"/>
                  </a:lnTo>
                  <a:lnTo>
                    <a:pt x="3143" y="599"/>
                  </a:lnTo>
                  <a:lnTo>
                    <a:pt x="3293" y="450"/>
                  </a:lnTo>
                  <a:lnTo>
                    <a:pt x="3143" y="300"/>
                  </a:lnTo>
                  <a:lnTo>
                    <a:pt x="2545" y="150"/>
                  </a:lnTo>
                  <a:lnTo>
                    <a:pt x="13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9" name="Google Shape;1049;p47"/>
            <p:cNvSpPr/>
            <p:nvPr/>
          </p:nvSpPr>
          <p:spPr>
            <a:xfrm>
              <a:off x="3804375" y="4911825"/>
              <a:ext cx="71125" cy="18725"/>
            </a:xfrm>
            <a:custGeom>
              <a:rect b="b" l="l" r="r" t="t"/>
              <a:pathLst>
                <a:path extrusionOk="0" h="749" w="2845">
                  <a:moveTo>
                    <a:pt x="899" y="1"/>
                  </a:moveTo>
                  <a:lnTo>
                    <a:pt x="150" y="150"/>
                  </a:lnTo>
                  <a:lnTo>
                    <a:pt x="150" y="300"/>
                  </a:lnTo>
                  <a:lnTo>
                    <a:pt x="0" y="450"/>
                  </a:lnTo>
                  <a:lnTo>
                    <a:pt x="150" y="599"/>
                  </a:lnTo>
                  <a:lnTo>
                    <a:pt x="899" y="749"/>
                  </a:lnTo>
                  <a:lnTo>
                    <a:pt x="1647" y="749"/>
                  </a:lnTo>
                  <a:lnTo>
                    <a:pt x="2395" y="599"/>
                  </a:lnTo>
                  <a:lnTo>
                    <a:pt x="2695" y="599"/>
                  </a:lnTo>
                  <a:lnTo>
                    <a:pt x="2844" y="450"/>
                  </a:lnTo>
                  <a:lnTo>
                    <a:pt x="2695" y="150"/>
                  </a:lnTo>
                  <a:lnTo>
                    <a:pt x="2395" y="150"/>
                  </a:lnTo>
                  <a:lnTo>
                    <a:pt x="17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0" name="Google Shape;1050;p47"/>
            <p:cNvSpPr/>
            <p:nvPr/>
          </p:nvSpPr>
          <p:spPr>
            <a:xfrm>
              <a:off x="3793150" y="4990400"/>
              <a:ext cx="67375" cy="22475"/>
            </a:xfrm>
            <a:custGeom>
              <a:rect b="b" l="l" r="r" t="t"/>
              <a:pathLst>
                <a:path extrusionOk="0" h="899" w="2695">
                  <a:moveTo>
                    <a:pt x="1048" y="1"/>
                  </a:moveTo>
                  <a:lnTo>
                    <a:pt x="449" y="150"/>
                  </a:lnTo>
                  <a:lnTo>
                    <a:pt x="0" y="300"/>
                  </a:lnTo>
                  <a:lnTo>
                    <a:pt x="0" y="450"/>
                  </a:lnTo>
                  <a:lnTo>
                    <a:pt x="0" y="749"/>
                  </a:lnTo>
                  <a:lnTo>
                    <a:pt x="300" y="899"/>
                  </a:lnTo>
                  <a:lnTo>
                    <a:pt x="1647" y="899"/>
                  </a:lnTo>
                  <a:lnTo>
                    <a:pt x="2395" y="749"/>
                  </a:lnTo>
                  <a:lnTo>
                    <a:pt x="2545" y="600"/>
                  </a:lnTo>
                  <a:lnTo>
                    <a:pt x="2695" y="450"/>
                  </a:lnTo>
                  <a:lnTo>
                    <a:pt x="2545" y="300"/>
                  </a:lnTo>
                  <a:lnTo>
                    <a:pt x="2395" y="300"/>
                  </a:lnTo>
                  <a:lnTo>
                    <a:pt x="1797" y="150"/>
                  </a:lnTo>
                  <a:lnTo>
                    <a:pt x="104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1" name="Google Shape;1051;p47"/>
            <p:cNvSpPr/>
            <p:nvPr/>
          </p:nvSpPr>
          <p:spPr>
            <a:xfrm>
              <a:off x="3793150" y="5076475"/>
              <a:ext cx="59900" cy="15000"/>
            </a:xfrm>
            <a:custGeom>
              <a:rect b="b" l="l" r="r" t="t"/>
              <a:pathLst>
                <a:path extrusionOk="0" h="600" w="2396">
                  <a:moveTo>
                    <a:pt x="150" y="0"/>
                  </a:moveTo>
                  <a:lnTo>
                    <a:pt x="150" y="150"/>
                  </a:lnTo>
                  <a:lnTo>
                    <a:pt x="0" y="300"/>
                  </a:lnTo>
                  <a:lnTo>
                    <a:pt x="0" y="449"/>
                  </a:lnTo>
                  <a:lnTo>
                    <a:pt x="300" y="449"/>
                  </a:lnTo>
                  <a:lnTo>
                    <a:pt x="1048" y="599"/>
                  </a:lnTo>
                  <a:lnTo>
                    <a:pt x="1946" y="599"/>
                  </a:lnTo>
                  <a:lnTo>
                    <a:pt x="2395" y="449"/>
                  </a:lnTo>
                  <a:lnTo>
                    <a:pt x="23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2" name="Google Shape;1052;p47"/>
            <p:cNvSpPr/>
            <p:nvPr/>
          </p:nvSpPr>
          <p:spPr>
            <a:xfrm>
              <a:off x="1192500" y="238125"/>
              <a:ext cx="5235000" cy="5238750"/>
            </a:xfrm>
            <a:custGeom>
              <a:rect b="b" l="l" r="r" t="t"/>
              <a:pathLst>
                <a:path extrusionOk="0" h="209550" w="209400">
                  <a:moveTo>
                    <a:pt x="100135" y="23200"/>
                  </a:moveTo>
                  <a:lnTo>
                    <a:pt x="98638" y="34276"/>
                  </a:lnTo>
                  <a:lnTo>
                    <a:pt x="94597" y="34725"/>
                  </a:lnTo>
                  <a:lnTo>
                    <a:pt x="90555" y="35324"/>
                  </a:lnTo>
                  <a:lnTo>
                    <a:pt x="90555" y="35324"/>
                  </a:lnTo>
                  <a:lnTo>
                    <a:pt x="90705" y="24248"/>
                  </a:lnTo>
                  <a:lnTo>
                    <a:pt x="95345" y="23649"/>
                  </a:lnTo>
                  <a:lnTo>
                    <a:pt x="100135" y="23200"/>
                  </a:lnTo>
                  <a:close/>
                  <a:moveTo>
                    <a:pt x="108517" y="23200"/>
                  </a:moveTo>
                  <a:lnTo>
                    <a:pt x="113606" y="23500"/>
                  </a:lnTo>
                  <a:lnTo>
                    <a:pt x="118845" y="24248"/>
                  </a:lnTo>
                  <a:lnTo>
                    <a:pt x="118845" y="35324"/>
                  </a:lnTo>
                  <a:lnTo>
                    <a:pt x="114504" y="34576"/>
                  </a:lnTo>
                  <a:lnTo>
                    <a:pt x="110163" y="34127"/>
                  </a:lnTo>
                  <a:lnTo>
                    <a:pt x="108517" y="23200"/>
                  </a:lnTo>
                  <a:close/>
                  <a:moveTo>
                    <a:pt x="89657" y="24398"/>
                  </a:moveTo>
                  <a:lnTo>
                    <a:pt x="89657" y="24547"/>
                  </a:lnTo>
                  <a:lnTo>
                    <a:pt x="88310" y="24996"/>
                  </a:lnTo>
                  <a:lnTo>
                    <a:pt x="87262" y="25146"/>
                  </a:lnTo>
                  <a:lnTo>
                    <a:pt x="86215" y="25595"/>
                  </a:lnTo>
                  <a:lnTo>
                    <a:pt x="86215" y="25745"/>
                  </a:lnTo>
                  <a:lnTo>
                    <a:pt x="88011" y="25296"/>
                  </a:lnTo>
                  <a:lnTo>
                    <a:pt x="88909" y="25146"/>
                  </a:lnTo>
                  <a:lnTo>
                    <a:pt x="89657" y="24996"/>
                  </a:lnTo>
                  <a:lnTo>
                    <a:pt x="89657" y="25745"/>
                  </a:lnTo>
                  <a:lnTo>
                    <a:pt x="88310" y="26194"/>
                  </a:lnTo>
                  <a:lnTo>
                    <a:pt x="87412" y="26493"/>
                  </a:lnTo>
                  <a:lnTo>
                    <a:pt x="86514" y="26792"/>
                  </a:lnTo>
                  <a:lnTo>
                    <a:pt x="86364" y="26942"/>
                  </a:lnTo>
                  <a:lnTo>
                    <a:pt x="86514" y="26942"/>
                  </a:lnTo>
                  <a:lnTo>
                    <a:pt x="88460" y="26493"/>
                  </a:lnTo>
                  <a:lnTo>
                    <a:pt x="89657" y="26194"/>
                  </a:lnTo>
                  <a:lnTo>
                    <a:pt x="89657" y="27092"/>
                  </a:lnTo>
                  <a:lnTo>
                    <a:pt x="88310" y="27541"/>
                  </a:lnTo>
                  <a:lnTo>
                    <a:pt x="87412" y="27691"/>
                  </a:lnTo>
                  <a:lnTo>
                    <a:pt x="86514" y="28140"/>
                  </a:lnTo>
                  <a:lnTo>
                    <a:pt x="86514" y="28289"/>
                  </a:lnTo>
                  <a:lnTo>
                    <a:pt x="87412" y="27990"/>
                  </a:lnTo>
                  <a:lnTo>
                    <a:pt x="88310" y="27840"/>
                  </a:lnTo>
                  <a:lnTo>
                    <a:pt x="89657" y="27391"/>
                  </a:lnTo>
                  <a:lnTo>
                    <a:pt x="89657" y="28289"/>
                  </a:lnTo>
                  <a:lnTo>
                    <a:pt x="88310" y="28589"/>
                  </a:lnTo>
                  <a:lnTo>
                    <a:pt x="87562" y="28888"/>
                  </a:lnTo>
                  <a:lnTo>
                    <a:pt x="86963" y="29187"/>
                  </a:lnTo>
                  <a:lnTo>
                    <a:pt x="86963" y="29337"/>
                  </a:lnTo>
                  <a:lnTo>
                    <a:pt x="87113" y="29337"/>
                  </a:lnTo>
                  <a:lnTo>
                    <a:pt x="88759" y="28738"/>
                  </a:lnTo>
                  <a:lnTo>
                    <a:pt x="89657" y="28589"/>
                  </a:lnTo>
                  <a:lnTo>
                    <a:pt x="89657" y="29786"/>
                  </a:lnTo>
                  <a:lnTo>
                    <a:pt x="88610" y="30085"/>
                  </a:lnTo>
                  <a:lnTo>
                    <a:pt x="87712" y="30385"/>
                  </a:lnTo>
                  <a:lnTo>
                    <a:pt x="86963" y="30684"/>
                  </a:lnTo>
                  <a:lnTo>
                    <a:pt x="86963" y="30834"/>
                  </a:lnTo>
                  <a:lnTo>
                    <a:pt x="87861" y="30534"/>
                  </a:lnTo>
                  <a:lnTo>
                    <a:pt x="88610" y="30385"/>
                  </a:lnTo>
                  <a:lnTo>
                    <a:pt x="89657" y="30085"/>
                  </a:lnTo>
                  <a:lnTo>
                    <a:pt x="89657" y="30983"/>
                  </a:lnTo>
                  <a:lnTo>
                    <a:pt x="88759" y="31133"/>
                  </a:lnTo>
                  <a:lnTo>
                    <a:pt x="88011" y="31433"/>
                  </a:lnTo>
                  <a:lnTo>
                    <a:pt x="87262" y="31732"/>
                  </a:lnTo>
                  <a:lnTo>
                    <a:pt x="87262" y="31882"/>
                  </a:lnTo>
                  <a:lnTo>
                    <a:pt x="89208" y="31283"/>
                  </a:lnTo>
                  <a:lnTo>
                    <a:pt x="89657" y="31283"/>
                  </a:lnTo>
                  <a:lnTo>
                    <a:pt x="89657" y="32031"/>
                  </a:lnTo>
                  <a:lnTo>
                    <a:pt x="89059" y="32181"/>
                  </a:lnTo>
                  <a:lnTo>
                    <a:pt x="87562" y="32780"/>
                  </a:lnTo>
                  <a:lnTo>
                    <a:pt x="87562" y="32929"/>
                  </a:lnTo>
                  <a:lnTo>
                    <a:pt x="87712" y="32929"/>
                  </a:lnTo>
                  <a:lnTo>
                    <a:pt x="89059" y="32480"/>
                  </a:lnTo>
                  <a:lnTo>
                    <a:pt x="89657" y="32331"/>
                  </a:lnTo>
                  <a:lnTo>
                    <a:pt x="89657" y="32331"/>
                  </a:lnTo>
                  <a:lnTo>
                    <a:pt x="89508" y="33229"/>
                  </a:lnTo>
                  <a:lnTo>
                    <a:pt x="88759" y="33378"/>
                  </a:lnTo>
                  <a:lnTo>
                    <a:pt x="87861" y="33678"/>
                  </a:lnTo>
                  <a:lnTo>
                    <a:pt x="87861" y="33827"/>
                  </a:lnTo>
                  <a:lnTo>
                    <a:pt x="88759" y="33678"/>
                  </a:lnTo>
                  <a:lnTo>
                    <a:pt x="89508" y="33378"/>
                  </a:lnTo>
                  <a:lnTo>
                    <a:pt x="89508" y="34276"/>
                  </a:lnTo>
                  <a:lnTo>
                    <a:pt x="89208" y="34276"/>
                  </a:lnTo>
                  <a:lnTo>
                    <a:pt x="88759" y="34576"/>
                  </a:lnTo>
                  <a:lnTo>
                    <a:pt x="88161" y="34725"/>
                  </a:lnTo>
                  <a:lnTo>
                    <a:pt x="88161" y="34875"/>
                  </a:lnTo>
                  <a:lnTo>
                    <a:pt x="89358" y="34576"/>
                  </a:lnTo>
                  <a:lnTo>
                    <a:pt x="89508" y="34426"/>
                  </a:lnTo>
                  <a:lnTo>
                    <a:pt x="89508" y="35174"/>
                  </a:lnTo>
                  <a:lnTo>
                    <a:pt x="88310" y="35773"/>
                  </a:lnTo>
                  <a:lnTo>
                    <a:pt x="88310" y="35923"/>
                  </a:lnTo>
                  <a:lnTo>
                    <a:pt x="88460" y="35923"/>
                  </a:lnTo>
                  <a:lnTo>
                    <a:pt x="89059" y="35624"/>
                  </a:lnTo>
                  <a:lnTo>
                    <a:pt x="89508" y="35474"/>
                  </a:lnTo>
                  <a:lnTo>
                    <a:pt x="89508" y="35624"/>
                  </a:lnTo>
                  <a:lnTo>
                    <a:pt x="89508" y="36222"/>
                  </a:lnTo>
                  <a:lnTo>
                    <a:pt x="89358" y="36222"/>
                  </a:lnTo>
                  <a:lnTo>
                    <a:pt x="88909" y="36522"/>
                  </a:lnTo>
                  <a:lnTo>
                    <a:pt x="88460" y="36821"/>
                  </a:lnTo>
                  <a:lnTo>
                    <a:pt x="88610" y="36821"/>
                  </a:lnTo>
                  <a:lnTo>
                    <a:pt x="88909" y="36671"/>
                  </a:lnTo>
                  <a:lnTo>
                    <a:pt x="89358" y="36522"/>
                  </a:lnTo>
                  <a:lnTo>
                    <a:pt x="89508" y="36522"/>
                  </a:lnTo>
                  <a:lnTo>
                    <a:pt x="89508" y="37120"/>
                  </a:lnTo>
                  <a:lnTo>
                    <a:pt x="89508" y="37270"/>
                  </a:lnTo>
                  <a:lnTo>
                    <a:pt x="88909" y="37569"/>
                  </a:lnTo>
                  <a:lnTo>
                    <a:pt x="88909" y="37719"/>
                  </a:lnTo>
                  <a:lnTo>
                    <a:pt x="89508" y="37420"/>
                  </a:lnTo>
                  <a:lnTo>
                    <a:pt x="89508" y="38318"/>
                  </a:lnTo>
                  <a:lnTo>
                    <a:pt x="88909" y="38617"/>
                  </a:lnTo>
                  <a:lnTo>
                    <a:pt x="88011" y="36971"/>
                  </a:lnTo>
                  <a:lnTo>
                    <a:pt x="87412" y="36073"/>
                  </a:lnTo>
                  <a:lnTo>
                    <a:pt x="82024" y="26343"/>
                  </a:lnTo>
                  <a:lnTo>
                    <a:pt x="85766" y="25296"/>
                  </a:lnTo>
                  <a:lnTo>
                    <a:pt x="89657" y="24398"/>
                  </a:lnTo>
                  <a:close/>
                  <a:moveTo>
                    <a:pt x="119743" y="24398"/>
                  </a:moveTo>
                  <a:lnTo>
                    <a:pt x="123634" y="25296"/>
                  </a:lnTo>
                  <a:lnTo>
                    <a:pt x="127526" y="26343"/>
                  </a:lnTo>
                  <a:lnTo>
                    <a:pt x="121988" y="36073"/>
                  </a:lnTo>
                  <a:lnTo>
                    <a:pt x="121389" y="36971"/>
                  </a:lnTo>
                  <a:lnTo>
                    <a:pt x="120491" y="38617"/>
                  </a:lnTo>
                  <a:lnTo>
                    <a:pt x="120042" y="38318"/>
                  </a:lnTo>
                  <a:lnTo>
                    <a:pt x="119892" y="38318"/>
                  </a:lnTo>
                  <a:lnTo>
                    <a:pt x="119892" y="37420"/>
                  </a:lnTo>
                  <a:lnTo>
                    <a:pt x="120491" y="37719"/>
                  </a:lnTo>
                  <a:lnTo>
                    <a:pt x="120641" y="37569"/>
                  </a:lnTo>
                  <a:lnTo>
                    <a:pt x="119892" y="37270"/>
                  </a:lnTo>
                  <a:lnTo>
                    <a:pt x="119892" y="37120"/>
                  </a:lnTo>
                  <a:lnTo>
                    <a:pt x="119892" y="36671"/>
                  </a:lnTo>
                  <a:lnTo>
                    <a:pt x="119892" y="36522"/>
                  </a:lnTo>
                  <a:lnTo>
                    <a:pt x="120042" y="36522"/>
                  </a:lnTo>
                  <a:lnTo>
                    <a:pt x="120491" y="36821"/>
                  </a:lnTo>
                  <a:lnTo>
                    <a:pt x="120940" y="36821"/>
                  </a:lnTo>
                  <a:lnTo>
                    <a:pt x="120491" y="36522"/>
                  </a:lnTo>
                  <a:lnTo>
                    <a:pt x="120042" y="36222"/>
                  </a:lnTo>
                  <a:lnTo>
                    <a:pt x="119892" y="36222"/>
                  </a:lnTo>
                  <a:lnTo>
                    <a:pt x="119892" y="35624"/>
                  </a:lnTo>
                  <a:lnTo>
                    <a:pt x="119892" y="35474"/>
                  </a:lnTo>
                  <a:lnTo>
                    <a:pt x="120491" y="35773"/>
                  </a:lnTo>
                  <a:lnTo>
                    <a:pt x="120940" y="35923"/>
                  </a:lnTo>
                  <a:lnTo>
                    <a:pt x="121090" y="35923"/>
                  </a:lnTo>
                  <a:lnTo>
                    <a:pt x="121090" y="35773"/>
                  </a:lnTo>
                  <a:lnTo>
                    <a:pt x="119892" y="35174"/>
                  </a:lnTo>
                  <a:lnTo>
                    <a:pt x="119892" y="34426"/>
                  </a:lnTo>
                  <a:lnTo>
                    <a:pt x="120042" y="34576"/>
                  </a:lnTo>
                  <a:lnTo>
                    <a:pt x="121239" y="34875"/>
                  </a:lnTo>
                  <a:lnTo>
                    <a:pt x="121239" y="34725"/>
                  </a:lnTo>
                  <a:lnTo>
                    <a:pt x="120790" y="34576"/>
                  </a:lnTo>
                  <a:lnTo>
                    <a:pt x="120192" y="34276"/>
                  </a:lnTo>
                  <a:lnTo>
                    <a:pt x="119892" y="34276"/>
                  </a:lnTo>
                  <a:lnTo>
                    <a:pt x="119892" y="33378"/>
                  </a:lnTo>
                  <a:lnTo>
                    <a:pt x="120641" y="33678"/>
                  </a:lnTo>
                  <a:lnTo>
                    <a:pt x="121539" y="33827"/>
                  </a:lnTo>
                  <a:lnTo>
                    <a:pt x="121539" y="33678"/>
                  </a:lnTo>
                  <a:lnTo>
                    <a:pt x="120790" y="33378"/>
                  </a:lnTo>
                  <a:lnTo>
                    <a:pt x="119892" y="33229"/>
                  </a:lnTo>
                  <a:lnTo>
                    <a:pt x="119892" y="32331"/>
                  </a:lnTo>
                  <a:lnTo>
                    <a:pt x="120491" y="32480"/>
                  </a:lnTo>
                  <a:lnTo>
                    <a:pt x="121838" y="32929"/>
                  </a:lnTo>
                  <a:lnTo>
                    <a:pt x="121838" y="32780"/>
                  </a:lnTo>
                  <a:lnTo>
                    <a:pt x="120341" y="32181"/>
                  </a:lnTo>
                  <a:lnTo>
                    <a:pt x="119892" y="32031"/>
                  </a:lnTo>
                  <a:lnTo>
                    <a:pt x="119892" y="31283"/>
                  </a:lnTo>
                  <a:lnTo>
                    <a:pt x="120192" y="31283"/>
                  </a:lnTo>
                  <a:lnTo>
                    <a:pt x="122138" y="31882"/>
                  </a:lnTo>
                  <a:lnTo>
                    <a:pt x="122138" y="31732"/>
                  </a:lnTo>
                  <a:lnTo>
                    <a:pt x="121539" y="31433"/>
                  </a:lnTo>
                  <a:lnTo>
                    <a:pt x="120641" y="31133"/>
                  </a:lnTo>
                  <a:lnTo>
                    <a:pt x="119892" y="30983"/>
                  </a:lnTo>
                  <a:lnTo>
                    <a:pt x="119892" y="30085"/>
                  </a:lnTo>
                  <a:lnTo>
                    <a:pt x="120790" y="30385"/>
                  </a:lnTo>
                  <a:lnTo>
                    <a:pt x="121688" y="30534"/>
                  </a:lnTo>
                  <a:lnTo>
                    <a:pt x="122437" y="30834"/>
                  </a:lnTo>
                  <a:lnTo>
                    <a:pt x="122437" y="30684"/>
                  </a:lnTo>
                  <a:lnTo>
                    <a:pt x="121688" y="30385"/>
                  </a:lnTo>
                  <a:lnTo>
                    <a:pt x="120940" y="30085"/>
                  </a:lnTo>
                  <a:lnTo>
                    <a:pt x="119892" y="29786"/>
                  </a:lnTo>
                  <a:lnTo>
                    <a:pt x="119743" y="28589"/>
                  </a:lnTo>
                  <a:lnTo>
                    <a:pt x="120790" y="28738"/>
                  </a:lnTo>
                  <a:lnTo>
                    <a:pt x="122437" y="29337"/>
                  </a:lnTo>
                  <a:lnTo>
                    <a:pt x="122437" y="29187"/>
                  </a:lnTo>
                  <a:lnTo>
                    <a:pt x="121838" y="28888"/>
                  </a:lnTo>
                  <a:lnTo>
                    <a:pt x="121239" y="28589"/>
                  </a:lnTo>
                  <a:lnTo>
                    <a:pt x="119743" y="28289"/>
                  </a:lnTo>
                  <a:lnTo>
                    <a:pt x="119743" y="27391"/>
                  </a:lnTo>
                  <a:lnTo>
                    <a:pt x="121090" y="27840"/>
                  </a:lnTo>
                  <a:lnTo>
                    <a:pt x="121988" y="27990"/>
                  </a:lnTo>
                  <a:lnTo>
                    <a:pt x="122886" y="28289"/>
                  </a:lnTo>
                  <a:lnTo>
                    <a:pt x="122886" y="28140"/>
                  </a:lnTo>
                  <a:lnTo>
                    <a:pt x="121988" y="27691"/>
                  </a:lnTo>
                  <a:lnTo>
                    <a:pt x="121090" y="27541"/>
                  </a:lnTo>
                  <a:lnTo>
                    <a:pt x="119743" y="27092"/>
                  </a:lnTo>
                  <a:lnTo>
                    <a:pt x="119743" y="26194"/>
                  </a:lnTo>
                  <a:lnTo>
                    <a:pt x="120940" y="26493"/>
                  </a:lnTo>
                  <a:lnTo>
                    <a:pt x="122886" y="26942"/>
                  </a:lnTo>
                  <a:lnTo>
                    <a:pt x="123036" y="26942"/>
                  </a:lnTo>
                  <a:lnTo>
                    <a:pt x="123036" y="26792"/>
                  </a:lnTo>
                  <a:lnTo>
                    <a:pt x="122138" y="26493"/>
                  </a:lnTo>
                  <a:lnTo>
                    <a:pt x="121239" y="26194"/>
                  </a:lnTo>
                  <a:lnTo>
                    <a:pt x="119743" y="25745"/>
                  </a:lnTo>
                  <a:lnTo>
                    <a:pt x="119743" y="24996"/>
                  </a:lnTo>
                  <a:lnTo>
                    <a:pt x="120641" y="25146"/>
                  </a:lnTo>
                  <a:lnTo>
                    <a:pt x="121539" y="25296"/>
                  </a:lnTo>
                  <a:lnTo>
                    <a:pt x="123185" y="25745"/>
                  </a:lnTo>
                  <a:lnTo>
                    <a:pt x="123335" y="25595"/>
                  </a:lnTo>
                  <a:lnTo>
                    <a:pt x="123185" y="25595"/>
                  </a:lnTo>
                  <a:lnTo>
                    <a:pt x="122287" y="25146"/>
                  </a:lnTo>
                  <a:lnTo>
                    <a:pt x="121090" y="24996"/>
                  </a:lnTo>
                  <a:lnTo>
                    <a:pt x="119743" y="24547"/>
                  </a:lnTo>
                  <a:lnTo>
                    <a:pt x="119743" y="24398"/>
                  </a:lnTo>
                  <a:close/>
                  <a:moveTo>
                    <a:pt x="89508" y="38467"/>
                  </a:moveTo>
                  <a:lnTo>
                    <a:pt x="89508" y="39665"/>
                  </a:lnTo>
                  <a:lnTo>
                    <a:pt x="89059" y="38767"/>
                  </a:lnTo>
                  <a:lnTo>
                    <a:pt x="89508" y="38467"/>
                  </a:lnTo>
                  <a:close/>
                  <a:moveTo>
                    <a:pt x="119892" y="38467"/>
                  </a:moveTo>
                  <a:lnTo>
                    <a:pt x="120491" y="38767"/>
                  </a:lnTo>
                  <a:lnTo>
                    <a:pt x="119892" y="39665"/>
                  </a:lnTo>
                  <a:lnTo>
                    <a:pt x="119892" y="38467"/>
                  </a:lnTo>
                  <a:close/>
                  <a:moveTo>
                    <a:pt x="80976" y="26643"/>
                  </a:moveTo>
                  <a:lnTo>
                    <a:pt x="86514" y="36372"/>
                  </a:lnTo>
                  <a:lnTo>
                    <a:pt x="81874" y="37719"/>
                  </a:lnTo>
                  <a:lnTo>
                    <a:pt x="77384" y="39515"/>
                  </a:lnTo>
                  <a:lnTo>
                    <a:pt x="73043" y="41461"/>
                  </a:lnTo>
                  <a:lnTo>
                    <a:pt x="68702" y="43706"/>
                  </a:lnTo>
                  <a:lnTo>
                    <a:pt x="65260" y="33229"/>
                  </a:lnTo>
                  <a:lnTo>
                    <a:pt x="69002" y="31283"/>
                  </a:lnTo>
                  <a:lnTo>
                    <a:pt x="72893" y="29487"/>
                  </a:lnTo>
                  <a:lnTo>
                    <a:pt x="76935" y="27990"/>
                  </a:lnTo>
                  <a:lnTo>
                    <a:pt x="80976" y="26643"/>
                  </a:lnTo>
                  <a:close/>
                  <a:moveTo>
                    <a:pt x="128424" y="26643"/>
                  </a:moveTo>
                  <a:lnTo>
                    <a:pt x="132465" y="27990"/>
                  </a:lnTo>
                  <a:lnTo>
                    <a:pt x="136507" y="29487"/>
                  </a:lnTo>
                  <a:lnTo>
                    <a:pt x="140398" y="31283"/>
                  </a:lnTo>
                  <a:lnTo>
                    <a:pt x="144140" y="33229"/>
                  </a:lnTo>
                  <a:lnTo>
                    <a:pt x="140698" y="43706"/>
                  </a:lnTo>
                  <a:lnTo>
                    <a:pt x="136507" y="41461"/>
                  </a:lnTo>
                  <a:lnTo>
                    <a:pt x="132166" y="39515"/>
                  </a:lnTo>
                  <a:lnTo>
                    <a:pt x="127526" y="37719"/>
                  </a:lnTo>
                  <a:lnTo>
                    <a:pt x="122886" y="36372"/>
                  </a:lnTo>
                  <a:lnTo>
                    <a:pt x="128424" y="26643"/>
                  </a:lnTo>
                  <a:close/>
                  <a:moveTo>
                    <a:pt x="64511" y="33678"/>
                  </a:moveTo>
                  <a:lnTo>
                    <a:pt x="64511" y="33827"/>
                  </a:lnTo>
                  <a:lnTo>
                    <a:pt x="63314" y="34576"/>
                  </a:lnTo>
                  <a:lnTo>
                    <a:pt x="62416" y="35174"/>
                  </a:lnTo>
                  <a:lnTo>
                    <a:pt x="61518" y="35923"/>
                  </a:lnTo>
                  <a:lnTo>
                    <a:pt x="61667" y="35923"/>
                  </a:lnTo>
                  <a:lnTo>
                    <a:pt x="63613" y="34725"/>
                  </a:lnTo>
                  <a:lnTo>
                    <a:pt x="64511" y="34127"/>
                  </a:lnTo>
                  <a:lnTo>
                    <a:pt x="64811" y="35025"/>
                  </a:lnTo>
                  <a:lnTo>
                    <a:pt x="63613" y="35923"/>
                  </a:lnTo>
                  <a:lnTo>
                    <a:pt x="62865" y="36372"/>
                  </a:lnTo>
                  <a:lnTo>
                    <a:pt x="62117" y="36971"/>
                  </a:lnTo>
                  <a:lnTo>
                    <a:pt x="62117" y="37120"/>
                  </a:lnTo>
                  <a:lnTo>
                    <a:pt x="62266" y="37120"/>
                  </a:lnTo>
                  <a:lnTo>
                    <a:pt x="63913" y="36073"/>
                  </a:lnTo>
                  <a:lnTo>
                    <a:pt x="64960" y="35324"/>
                  </a:lnTo>
                  <a:lnTo>
                    <a:pt x="65260" y="36222"/>
                  </a:lnTo>
                  <a:lnTo>
                    <a:pt x="64062" y="36971"/>
                  </a:lnTo>
                  <a:lnTo>
                    <a:pt x="63314" y="37569"/>
                  </a:lnTo>
                  <a:lnTo>
                    <a:pt x="62566" y="38168"/>
                  </a:lnTo>
                  <a:lnTo>
                    <a:pt x="62566" y="38318"/>
                  </a:lnTo>
                  <a:lnTo>
                    <a:pt x="62715" y="38318"/>
                  </a:lnTo>
                  <a:lnTo>
                    <a:pt x="63464" y="37869"/>
                  </a:lnTo>
                  <a:lnTo>
                    <a:pt x="64212" y="37270"/>
                  </a:lnTo>
                  <a:lnTo>
                    <a:pt x="65409" y="36372"/>
                  </a:lnTo>
                  <a:lnTo>
                    <a:pt x="65559" y="37270"/>
                  </a:lnTo>
                  <a:lnTo>
                    <a:pt x="64661" y="38018"/>
                  </a:lnTo>
                  <a:lnTo>
                    <a:pt x="63913" y="38467"/>
                  </a:lnTo>
                  <a:lnTo>
                    <a:pt x="63464" y="39066"/>
                  </a:lnTo>
                  <a:lnTo>
                    <a:pt x="63464" y="39216"/>
                  </a:lnTo>
                  <a:lnTo>
                    <a:pt x="63613" y="39216"/>
                  </a:lnTo>
                  <a:lnTo>
                    <a:pt x="64960" y="38168"/>
                  </a:lnTo>
                  <a:lnTo>
                    <a:pt x="65709" y="37569"/>
                  </a:lnTo>
                  <a:lnTo>
                    <a:pt x="66158" y="38767"/>
                  </a:lnTo>
                  <a:lnTo>
                    <a:pt x="65260" y="39365"/>
                  </a:lnTo>
                  <a:lnTo>
                    <a:pt x="64511" y="39815"/>
                  </a:lnTo>
                  <a:lnTo>
                    <a:pt x="63913" y="40413"/>
                  </a:lnTo>
                  <a:lnTo>
                    <a:pt x="63913" y="40563"/>
                  </a:lnTo>
                  <a:lnTo>
                    <a:pt x="64661" y="40114"/>
                  </a:lnTo>
                  <a:lnTo>
                    <a:pt x="65409" y="39515"/>
                  </a:lnTo>
                  <a:lnTo>
                    <a:pt x="66158" y="39066"/>
                  </a:lnTo>
                  <a:lnTo>
                    <a:pt x="66457" y="39964"/>
                  </a:lnTo>
                  <a:lnTo>
                    <a:pt x="65709" y="40264"/>
                  </a:lnTo>
                  <a:lnTo>
                    <a:pt x="65110" y="40862"/>
                  </a:lnTo>
                  <a:lnTo>
                    <a:pt x="64511" y="41461"/>
                  </a:lnTo>
                  <a:lnTo>
                    <a:pt x="64511" y="41461"/>
                  </a:lnTo>
                  <a:lnTo>
                    <a:pt x="66308" y="40264"/>
                  </a:lnTo>
                  <a:lnTo>
                    <a:pt x="66607" y="40114"/>
                  </a:lnTo>
                  <a:lnTo>
                    <a:pt x="66757" y="40862"/>
                  </a:lnTo>
                  <a:lnTo>
                    <a:pt x="66457" y="41162"/>
                  </a:lnTo>
                  <a:lnTo>
                    <a:pt x="65858" y="41611"/>
                  </a:lnTo>
                  <a:lnTo>
                    <a:pt x="65110" y="42209"/>
                  </a:lnTo>
                  <a:lnTo>
                    <a:pt x="65110" y="42359"/>
                  </a:lnTo>
                  <a:lnTo>
                    <a:pt x="65260" y="42359"/>
                  </a:lnTo>
                  <a:lnTo>
                    <a:pt x="66457" y="41461"/>
                  </a:lnTo>
                  <a:lnTo>
                    <a:pt x="66906" y="41162"/>
                  </a:lnTo>
                  <a:lnTo>
                    <a:pt x="67206" y="41910"/>
                  </a:lnTo>
                  <a:lnTo>
                    <a:pt x="66607" y="42359"/>
                  </a:lnTo>
                  <a:lnTo>
                    <a:pt x="65709" y="43107"/>
                  </a:lnTo>
                  <a:lnTo>
                    <a:pt x="65858" y="43107"/>
                  </a:lnTo>
                  <a:lnTo>
                    <a:pt x="66308" y="42808"/>
                  </a:lnTo>
                  <a:lnTo>
                    <a:pt x="66757" y="42509"/>
                  </a:lnTo>
                  <a:lnTo>
                    <a:pt x="67206" y="42209"/>
                  </a:lnTo>
                  <a:lnTo>
                    <a:pt x="67505" y="42958"/>
                  </a:lnTo>
                  <a:lnTo>
                    <a:pt x="67206" y="43257"/>
                  </a:lnTo>
                  <a:lnTo>
                    <a:pt x="66757" y="43556"/>
                  </a:lnTo>
                  <a:lnTo>
                    <a:pt x="66308" y="44006"/>
                  </a:lnTo>
                  <a:lnTo>
                    <a:pt x="66457" y="44006"/>
                  </a:lnTo>
                  <a:lnTo>
                    <a:pt x="67505" y="43257"/>
                  </a:lnTo>
                  <a:lnTo>
                    <a:pt x="67804" y="43856"/>
                  </a:lnTo>
                  <a:lnTo>
                    <a:pt x="66906" y="44754"/>
                  </a:lnTo>
                  <a:lnTo>
                    <a:pt x="66906" y="44904"/>
                  </a:lnTo>
                  <a:lnTo>
                    <a:pt x="67505" y="44455"/>
                  </a:lnTo>
                  <a:lnTo>
                    <a:pt x="67954" y="44155"/>
                  </a:lnTo>
                  <a:lnTo>
                    <a:pt x="67954" y="44305"/>
                  </a:lnTo>
                  <a:lnTo>
                    <a:pt x="68104" y="44754"/>
                  </a:lnTo>
                  <a:lnTo>
                    <a:pt x="67954" y="45053"/>
                  </a:lnTo>
                  <a:lnTo>
                    <a:pt x="67505" y="45353"/>
                  </a:lnTo>
                  <a:lnTo>
                    <a:pt x="67355" y="45652"/>
                  </a:lnTo>
                  <a:lnTo>
                    <a:pt x="67355" y="45802"/>
                  </a:lnTo>
                  <a:lnTo>
                    <a:pt x="67804" y="45502"/>
                  </a:lnTo>
                  <a:lnTo>
                    <a:pt x="68104" y="45203"/>
                  </a:lnTo>
                  <a:lnTo>
                    <a:pt x="68253" y="45053"/>
                  </a:lnTo>
                  <a:lnTo>
                    <a:pt x="68253" y="45203"/>
                  </a:lnTo>
                  <a:lnTo>
                    <a:pt x="68403" y="45802"/>
                  </a:lnTo>
                  <a:lnTo>
                    <a:pt x="67954" y="46400"/>
                  </a:lnTo>
                  <a:lnTo>
                    <a:pt x="68553" y="46101"/>
                  </a:lnTo>
                  <a:lnTo>
                    <a:pt x="68702" y="46849"/>
                  </a:lnTo>
                  <a:lnTo>
                    <a:pt x="68403" y="47298"/>
                  </a:lnTo>
                  <a:lnTo>
                    <a:pt x="66906" y="46101"/>
                  </a:lnTo>
                  <a:lnTo>
                    <a:pt x="66158" y="45353"/>
                  </a:lnTo>
                  <a:lnTo>
                    <a:pt x="57776" y="38018"/>
                  </a:lnTo>
                  <a:lnTo>
                    <a:pt x="61069" y="35773"/>
                  </a:lnTo>
                  <a:lnTo>
                    <a:pt x="64511" y="33678"/>
                  </a:lnTo>
                  <a:close/>
                  <a:moveTo>
                    <a:pt x="145038" y="33678"/>
                  </a:moveTo>
                  <a:lnTo>
                    <a:pt x="148331" y="35773"/>
                  </a:lnTo>
                  <a:lnTo>
                    <a:pt x="151624" y="38018"/>
                  </a:lnTo>
                  <a:lnTo>
                    <a:pt x="143242" y="45353"/>
                  </a:lnTo>
                  <a:lnTo>
                    <a:pt x="142494" y="46101"/>
                  </a:lnTo>
                  <a:lnTo>
                    <a:pt x="141147" y="47298"/>
                  </a:lnTo>
                  <a:lnTo>
                    <a:pt x="140698" y="46849"/>
                  </a:lnTo>
                  <a:lnTo>
                    <a:pt x="140997" y="46101"/>
                  </a:lnTo>
                  <a:lnTo>
                    <a:pt x="141446" y="46400"/>
                  </a:lnTo>
                  <a:lnTo>
                    <a:pt x="140997" y="45802"/>
                  </a:lnTo>
                  <a:lnTo>
                    <a:pt x="141147" y="45203"/>
                  </a:lnTo>
                  <a:lnTo>
                    <a:pt x="141296" y="45053"/>
                  </a:lnTo>
                  <a:lnTo>
                    <a:pt x="141296" y="45203"/>
                  </a:lnTo>
                  <a:lnTo>
                    <a:pt x="141895" y="45652"/>
                  </a:lnTo>
                  <a:lnTo>
                    <a:pt x="142045" y="45802"/>
                  </a:lnTo>
                  <a:lnTo>
                    <a:pt x="142194" y="45652"/>
                  </a:lnTo>
                  <a:lnTo>
                    <a:pt x="141895" y="45353"/>
                  </a:lnTo>
                  <a:lnTo>
                    <a:pt x="141446" y="45053"/>
                  </a:lnTo>
                  <a:lnTo>
                    <a:pt x="141296" y="44754"/>
                  </a:lnTo>
                  <a:lnTo>
                    <a:pt x="141596" y="44305"/>
                  </a:lnTo>
                  <a:lnTo>
                    <a:pt x="141596" y="44155"/>
                  </a:lnTo>
                  <a:lnTo>
                    <a:pt x="142194" y="44754"/>
                  </a:lnTo>
                  <a:lnTo>
                    <a:pt x="142494" y="44904"/>
                  </a:lnTo>
                  <a:lnTo>
                    <a:pt x="142643" y="44754"/>
                  </a:lnTo>
                  <a:lnTo>
                    <a:pt x="141596" y="43856"/>
                  </a:lnTo>
                  <a:lnTo>
                    <a:pt x="141895" y="43257"/>
                  </a:lnTo>
                  <a:lnTo>
                    <a:pt x="142045" y="43257"/>
                  </a:lnTo>
                  <a:lnTo>
                    <a:pt x="143093" y="44006"/>
                  </a:lnTo>
                  <a:lnTo>
                    <a:pt x="143093" y="44006"/>
                  </a:lnTo>
                  <a:lnTo>
                    <a:pt x="142643" y="43556"/>
                  </a:lnTo>
                  <a:lnTo>
                    <a:pt x="142344" y="43257"/>
                  </a:lnTo>
                  <a:lnTo>
                    <a:pt x="141895" y="42958"/>
                  </a:lnTo>
                  <a:lnTo>
                    <a:pt x="142194" y="42209"/>
                  </a:lnTo>
                  <a:lnTo>
                    <a:pt x="142643" y="42509"/>
                  </a:lnTo>
                  <a:lnTo>
                    <a:pt x="143093" y="42808"/>
                  </a:lnTo>
                  <a:lnTo>
                    <a:pt x="143691" y="43107"/>
                  </a:lnTo>
                  <a:lnTo>
                    <a:pt x="142793" y="42359"/>
                  </a:lnTo>
                  <a:lnTo>
                    <a:pt x="142344" y="41910"/>
                  </a:lnTo>
                  <a:lnTo>
                    <a:pt x="142494" y="41162"/>
                  </a:lnTo>
                  <a:lnTo>
                    <a:pt x="143093" y="41461"/>
                  </a:lnTo>
                  <a:lnTo>
                    <a:pt x="144140" y="42359"/>
                  </a:lnTo>
                  <a:lnTo>
                    <a:pt x="144290" y="42359"/>
                  </a:lnTo>
                  <a:lnTo>
                    <a:pt x="144290" y="42209"/>
                  </a:lnTo>
                  <a:lnTo>
                    <a:pt x="143691" y="41611"/>
                  </a:lnTo>
                  <a:lnTo>
                    <a:pt x="142943" y="41162"/>
                  </a:lnTo>
                  <a:lnTo>
                    <a:pt x="142643" y="40862"/>
                  </a:lnTo>
                  <a:lnTo>
                    <a:pt x="142943" y="40114"/>
                  </a:lnTo>
                  <a:lnTo>
                    <a:pt x="143093" y="40264"/>
                  </a:lnTo>
                  <a:lnTo>
                    <a:pt x="144889" y="41461"/>
                  </a:lnTo>
                  <a:lnTo>
                    <a:pt x="144290" y="40862"/>
                  </a:lnTo>
                  <a:lnTo>
                    <a:pt x="143691" y="40264"/>
                  </a:lnTo>
                  <a:lnTo>
                    <a:pt x="142943" y="39964"/>
                  </a:lnTo>
                  <a:lnTo>
                    <a:pt x="143242" y="39066"/>
                  </a:lnTo>
                  <a:lnTo>
                    <a:pt x="143991" y="39515"/>
                  </a:lnTo>
                  <a:lnTo>
                    <a:pt x="144739" y="40114"/>
                  </a:lnTo>
                  <a:lnTo>
                    <a:pt x="145487" y="40563"/>
                  </a:lnTo>
                  <a:lnTo>
                    <a:pt x="145487" y="40413"/>
                  </a:lnTo>
                  <a:lnTo>
                    <a:pt x="144889" y="39815"/>
                  </a:lnTo>
                  <a:lnTo>
                    <a:pt x="144290" y="39365"/>
                  </a:lnTo>
                  <a:lnTo>
                    <a:pt x="143392" y="38767"/>
                  </a:lnTo>
                  <a:lnTo>
                    <a:pt x="143691" y="37569"/>
                  </a:lnTo>
                  <a:lnTo>
                    <a:pt x="144589" y="38168"/>
                  </a:lnTo>
                  <a:lnTo>
                    <a:pt x="145936" y="39216"/>
                  </a:lnTo>
                  <a:lnTo>
                    <a:pt x="145936" y="39066"/>
                  </a:lnTo>
                  <a:lnTo>
                    <a:pt x="145487" y="38467"/>
                  </a:lnTo>
                  <a:lnTo>
                    <a:pt x="144889" y="38018"/>
                  </a:lnTo>
                  <a:lnTo>
                    <a:pt x="143841" y="37270"/>
                  </a:lnTo>
                  <a:lnTo>
                    <a:pt x="144140" y="36372"/>
                  </a:lnTo>
                  <a:lnTo>
                    <a:pt x="145188" y="37270"/>
                  </a:lnTo>
                  <a:lnTo>
                    <a:pt x="145936" y="37869"/>
                  </a:lnTo>
                  <a:lnTo>
                    <a:pt x="146834" y="38318"/>
                  </a:lnTo>
                  <a:lnTo>
                    <a:pt x="146834" y="38168"/>
                  </a:lnTo>
                  <a:lnTo>
                    <a:pt x="146086" y="37569"/>
                  </a:lnTo>
                  <a:lnTo>
                    <a:pt x="145338" y="36971"/>
                  </a:lnTo>
                  <a:lnTo>
                    <a:pt x="144140" y="36222"/>
                  </a:lnTo>
                  <a:lnTo>
                    <a:pt x="144440" y="35324"/>
                  </a:lnTo>
                  <a:lnTo>
                    <a:pt x="145487" y="36073"/>
                  </a:lnTo>
                  <a:lnTo>
                    <a:pt x="147134" y="37120"/>
                  </a:lnTo>
                  <a:lnTo>
                    <a:pt x="147283" y="37120"/>
                  </a:lnTo>
                  <a:lnTo>
                    <a:pt x="147283" y="36971"/>
                  </a:lnTo>
                  <a:lnTo>
                    <a:pt x="146535" y="36372"/>
                  </a:lnTo>
                  <a:lnTo>
                    <a:pt x="145936" y="35923"/>
                  </a:lnTo>
                  <a:lnTo>
                    <a:pt x="144589" y="35025"/>
                  </a:lnTo>
                  <a:lnTo>
                    <a:pt x="144889" y="34127"/>
                  </a:lnTo>
                  <a:lnTo>
                    <a:pt x="145787" y="34725"/>
                  </a:lnTo>
                  <a:lnTo>
                    <a:pt x="147882" y="35923"/>
                  </a:lnTo>
                  <a:lnTo>
                    <a:pt x="147134" y="35174"/>
                  </a:lnTo>
                  <a:lnTo>
                    <a:pt x="146236" y="34576"/>
                  </a:lnTo>
                  <a:lnTo>
                    <a:pt x="145038" y="33827"/>
                  </a:lnTo>
                  <a:lnTo>
                    <a:pt x="145038" y="33678"/>
                  </a:lnTo>
                  <a:close/>
                  <a:moveTo>
                    <a:pt x="140548" y="46999"/>
                  </a:moveTo>
                  <a:lnTo>
                    <a:pt x="140997" y="47448"/>
                  </a:lnTo>
                  <a:lnTo>
                    <a:pt x="140249" y="48047"/>
                  </a:lnTo>
                  <a:lnTo>
                    <a:pt x="140249" y="48047"/>
                  </a:lnTo>
                  <a:lnTo>
                    <a:pt x="140548" y="46999"/>
                  </a:lnTo>
                  <a:close/>
                  <a:moveTo>
                    <a:pt x="68852" y="46999"/>
                  </a:moveTo>
                  <a:lnTo>
                    <a:pt x="69151" y="48047"/>
                  </a:lnTo>
                  <a:lnTo>
                    <a:pt x="69151" y="48047"/>
                  </a:lnTo>
                  <a:lnTo>
                    <a:pt x="68403" y="47448"/>
                  </a:lnTo>
                  <a:lnTo>
                    <a:pt x="68852" y="46999"/>
                  </a:lnTo>
                  <a:close/>
                  <a:moveTo>
                    <a:pt x="96094" y="53286"/>
                  </a:moveTo>
                  <a:lnTo>
                    <a:pt x="95046" y="60620"/>
                  </a:lnTo>
                  <a:lnTo>
                    <a:pt x="94896" y="60620"/>
                  </a:lnTo>
                  <a:lnTo>
                    <a:pt x="93100" y="53884"/>
                  </a:lnTo>
                  <a:lnTo>
                    <a:pt x="96094" y="53286"/>
                  </a:lnTo>
                  <a:close/>
                  <a:moveTo>
                    <a:pt x="113007" y="53286"/>
                  </a:moveTo>
                  <a:lnTo>
                    <a:pt x="116150" y="53884"/>
                  </a:lnTo>
                  <a:lnTo>
                    <a:pt x="114803" y="60620"/>
                  </a:lnTo>
                  <a:lnTo>
                    <a:pt x="114055" y="60470"/>
                  </a:lnTo>
                  <a:lnTo>
                    <a:pt x="113007" y="53286"/>
                  </a:lnTo>
                  <a:close/>
                  <a:moveTo>
                    <a:pt x="110313" y="35174"/>
                  </a:moveTo>
                  <a:lnTo>
                    <a:pt x="114654" y="35624"/>
                  </a:lnTo>
                  <a:lnTo>
                    <a:pt x="118994" y="36372"/>
                  </a:lnTo>
                  <a:lnTo>
                    <a:pt x="118994" y="43257"/>
                  </a:lnTo>
                  <a:lnTo>
                    <a:pt x="122437" y="37270"/>
                  </a:lnTo>
                  <a:lnTo>
                    <a:pt x="127077" y="38617"/>
                  </a:lnTo>
                  <a:lnTo>
                    <a:pt x="131717" y="40413"/>
                  </a:lnTo>
                  <a:lnTo>
                    <a:pt x="136058" y="42359"/>
                  </a:lnTo>
                  <a:lnTo>
                    <a:pt x="140398" y="44754"/>
                  </a:lnTo>
                  <a:lnTo>
                    <a:pt x="138153" y="51190"/>
                  </a:lnTo>
                  <a:lnTo>
                    <a:pt x="138153" y="51190"/>
                  </a:lnTo>
                  <a:lnTo>
                    <a:pt x="143392" y="46700"/>
                  </a:lnTo>
                  <a:lnTo>
                    <a:pt x="145637" y="48197"/>
                  </a:lnTo>
                  <a:lnTo>
                    <a:pt x="147733" y="49843"/>
                  </a:lnTo>
                  <a:lnTo>
                    <a:pt x="149828" y="51489"/>
                  </a:lnTo>
                  <a:lnTo>
                    <a:pt x="151774" y="53286"/>
                  </a:lnTo>
                  <a:lnTo>
                    <a:pt x="138902" y="63164"/>
                  </a:lnTo>
                  <a:lnTo>
                    <a:pt x="136207" y="61069"/>
                  </a:lnTo>
                  <a:lnTo>
                    <a:pt x="133513" y="59273"/>
                  </a:lnTo>
                  <a:lnTo>
                    <a:pt x="135609" y="55980"/>
                  </a:lnTo>
                  <a:lnTo>
                    <a:pt x="136357" y="55980"/>
                  </a:lnTo>
                  <a:lnTo>
                    <a:pt x="137105" y="55830"/>
                  </a:lnTo>
                  <a:lnTo>
                    <a:pt x="137704" y="55231"/>
                  </a:lnTo>
                  <a:lnTo>
                    <a:pt x="138153" y="54483"/>
                  </a:lnTo>
                  <a:lnTo>
                    <a:pt x="138303" y="54034"/>
                  </a:lnTo>
                  <a:lnTo>
                    <a:pt x="138303" y="53735"/>
                  </a:lnTo>
                  <a:lnTo>
                    <a:pt x="138003" y="52837"/>
                  </a:lnTo>
                  <a:lnTo>
                    <a:pt x="137554" y="52238"/>
                  </a:lnTo>
                  <a:lnTo>
                    <a:pt x="137255" y="51938"/>
                  </a:lnTo>
                  <a:lnTo>
                    <a:pt x="136806" y="51789"/>
                  </a:lnTo>
                  <a:lnTo>
                    <a:pt x="136357" y="51639"/>
                  </a:lnTo>
                  <a:lnTo>
                    <a:pt x="135908" y="51639"/>
                  </a:lnTo>
                  <a:lnTo>
                    <a:pt x="135160" y="51789"/>
                  </a:lnTo>
                  <a:lnTo>
                    <a:pt x="134411" y="52388"/>
                  </a:lnTo>
                  <a:lnTo>
                    <a:pt x="134261" y="52687"/>
                  </a:lnTo>
                  <a:lnTo>
                    <a:pt x="133962" y="53136"/>
                  </a:lnTo>
                  <a:lnTo>
                    <a:pt x="133962" y="53735"/>
                  </a:lnTo>
                  <a:lnTo>
                    <a:pt x="133962" y="54483"/>
                  </a:lnTo>
                  <a:lnTo>
                    <a:pt x="134261" y="55082"/>
                  </a:lnTo>
                  <a:lnTo>
                    <a:pt x="134711" y="55531"/>
                  </a:lnTo>
                  <a:lnTo>
                    <a:pt x="132765" y="58824"/>
                  </a:lnTo>
                  <a:lnTo>
                    <a:pt x="129172" y="56728"/>
                  </a:lnTo>
                  <a:lnTo>
                    <a:pt x="125430" y="54932"/>
                  </a:lnTo>
                  <a:lnTo>
                    <a:pt x="121539" y="53585"/>
                  </a:lnTo>
                  <a:lnTo>
                    <a:pt x="117348" y="52388"/>
                  </a:lnTo>
                  <a:lnTo>
                    <a:pt x="118246" y="48346"/>
                  </a:lnTo>
                  <a:lnTo>
                    <a:pt x="118994" y="48047"/>
                  </a:lnTo>
                  <a:lnTo>
                    <a:pt x="119743" y="47598"/>
                  </a:lnTo>
                  <a:lnTo>
                    <a:pt x="120192" y="46999"/>
                  </a:lnTo>
                  <a:lnTo>
                    <a:pt x="120341" y="46101"/>
                  </a:lnTo>
                  <a:lnTo>
                    <a:pt x="120341" y="45652"/>
                  </a:lnTo>
                  <a:lnTo>
                    <a:pt x="120192" y="45203"/>
                  </a:lnTo>
                  <a:lnTo>
                    <a:pt x="119743" y="44604"/>
                  </a:lnTo>
                  <a:lnTo>
                    <a:pt x="118994" y="44155"/>
                  </a:lnTo>
                  <a:lnTo>
                    <a:pt x="118545" y="44006"/>
                  </a:lnTo>
                  <a:lnTo>
                    <a:pt x="118096" y="43856"/>
                  </a:lnTo>
                  <a:lnTo>
                    <a:pt x="117647" y="44006"/>
                  </a:lnTo>
                  <a:lnTo>
                    <a:pt x="117198" y="44155"/>
                  </a:lnTo>
                  <a:lnTo>
                    <a:pt x="116599" y="44604"/>
                  </a:lnTo>
                  <a:lnTo>
                    <a:pt x="116150" y="45203"/>
                  </a:lnTo>
                  <a:lnTo>
                    <a:pt x="116001" y="45652"/>
                  </a:lnTo>
                  <a:lnTo>
                    <a:pt x="115851" y="46101"/>
                  </a:lnTo>
                  <a:lnTo>
                    <a:pt x="116001" y="46849"/>
                  </a:lnTo>
                  <a:lnTo>
                    <a:pt x="116300" y="47298"/>
                  </a:lnTo>
                  <a:lnTo>
                    <a:pt x="116749" y="47897"/>
                  </a:lnTo>
                  <a:lnTo>
                    <a:pt x="117348" y="48197"/>
                  </a:lnTo>
                  <a:lnTo>
                    <a:pt x="116450" y="52238"/>
                  </a:lnTo>
                  <a:lnTo>
                    <a:pt x="112708" y="51489"/>
                  </a:lnTo>
                  <a:lnTo>
                    <a:pt x="110313" y="35174"/>
                  </a:lnTo>
                  <a:close/>
                  <a:moveTo>
                    <a:pt x="98488" y="35174"/>
                  </a:moveTo>
                  <a:lnTo>
                    <a:pt x="96243" y="51489"/>
                  </a:lnTo>
                  <a:lnTo>
                    <a:pt x="92651" y="52238"/>
                  </a:lnTo>
                  <a:lnTo>
                    <a:pt x="91453" y="48346"/>
                  </a:lnTo>
                  <a:lnTo>
                    <a:pt x="92052" y="47747"/>
                  </a:lnTo>
                  <a:lnTo>
                    <a:pt x="92501" y="46999"/>
                  </a:lnTo>
                  <a:lnTo>
                    <a:pt x="92501" y="46251"/>
                  </a:lnTo>
                  <a:lnTo>
                    <a:pt x="92352" y="45353"/>
                  </a:lnTo>
                  <a:lnTo>
                    <a:pt x="92052" y="45053"/>
                  </a:lnTo>
                  <a:lnTo>
                    <a:pt x="91753" y="44754"/>
                  </a:lnTo>
                  <a:lnTo>
                    <a:pt x="91004" y="44305"/>
                  </a:lnTo>
                  <a:lnTo>
                    <a:pt x="90256" y="44155"/>
                  </a:lnTo>
                  <a:lnTo>
                    <a:pt x="89807" y="44305"/>
                  </a:lnTo>
                  <a:lnTo>
                    <a:pt x="89358" y="44455"/>
                  </a:lnTo>
                  <a:lnTo>
                    <a:pt x="88909" y="44604"/>
                  </a:lnTo>
                  <a:lnTo>
                    <a:pt x="88610" y="44904"/>
                  </a:lnTo>
                  <a:lnTo>
                    <a:pt x="88310" y="45652"/>
                  </a:lnTo>
                  <a:lnTo>
                    <a:pt x="88161" y="46550"/>
                  </a:lnTo>
                  <a:lnTo>
                    <a:pt x="88161" y="46999"/>
                  </a:lnTo>
                  <a:lnTo>
                    <a:pt x="88310" y="47448"/>
                  </a:lnTo>
                  <a:lnTo>
                    <a:pt x="88759" y="47897"/>
                  </a:lnTo>
                  <a:lnTo>
                    <a:pt x="89208" y="48346"/>
                  </a:lnTo>
                  <a:lnTo>
                    <a:pt x="89807" y="48496"/>
                  </a:lnTo>
                  <a:lnTo>
                    <a:pt x="90555" y="48646"/>
                  </a:lnTo>
                  <a:lnTo>
                    <a:pt x="91603" y="52537"/>
                  </a:lnTo>
                  <a:lnTo>
                    <a:pt x="87412" y="53735"/>
                  </a:lnTo>
                  <a:lnTo>
                    <a:pt x="83521" y="55231"/>
                  </a:lnTo>
                  <a:lnTo>
                    <a:pt x="79629" y="57028"/>
                  </a:lnTo>
                  <a:lnTo>
                    <a:pt x="75887" y="59273"/>
                  </a:lnTo>
                  <a:lnTo>
                    <a:pt x="73941" y="55680"/>
                  </a:lnTo>
                  <a:lnTo>
                    <a:pt x="74390" y="54932"/>
                  </a:lnTo>
                  <a:lnTo>
                    <a:pt x="74540" y="54034"/>
                  </a:lnTo>
                  <a:lnTo>
                    <a:pt x="74240" y="53286"/>
                  </a:lnTo>
                  <a:lnTo>
                    <a:pt x="73791" y="52537"/>
                  </a:lnTo>
                  <a:lnTo>
                    <a:pt x="73492" y="52238"/>
                  </a:lnTo>
                  <a:lnTo>
                    <a:pt x="73043" y="52088"/>
                  </a:lnTo>
                  <a:lnTo>
                    <a:pt x="72295" y="51938"/>
                  </a:lnTo>
                  <a:lnTo>
                    <a:pt x="71397" y="52088"/>
                  </a:lnTo>
                  <a:lnTo>
                    <a:pt x="71097" y="52388"/>
                  </a:lnTo>
                  <a:lnTo>
                    <a:pt x="70648" y="52687"/>
                  </a:lnTo>
                  <a:lnTo>
                    <a:pt x="70499" y="52986"/>
                  </a:lnTo>
                  <a:lnTo>
                    <a:pt x="70199" y="53286"/>
                  </a:lnTo>
                  <a:lnTo>
                    <a:pt x="70049" y="54184"/>
                  </a:lnTo>
                  <a:lnTo>
                    <a:pt x="70199" y="55082"/>
                  </a:lnTo>
                  <a:lnTo>
                    <a:pt x="70499" y="55381"/>
                  </a:lnTo>
                  <a:lnTo>
                    <a:pt x="70798" y="55680"/>
                  </a:lnTo>
                  <a:lnTo>
                    <a:pt x="71247" y="56129"/>
                  </a:lnTo>
                  <a:lnTo>
                    <a:pt x="71846" y="56279"/>
                  </a:lnTo>
                  <a:lnTo>
                    <a:pt x="72444" y="56429"/>
                  </a:lnTo>
                  <a:lnTo>
                    <a:pt x="73043" y="56279"/>
                  </a:lnTo>
                  <a:lnTo>
                    <a:pt x="75139" y="59722"/>
                  </a:lnTo>
                  <a:lnTo>
                    <a:pt x="72444" y="61668"/>
                  </a:lnTo>
                  <a:lnTo>
                    <a:pt x="69750" y="63763"/>
                  </a:lnTo>
                  <a:lnTo>
                    <a:pt x="56728" y="54184"/>
                  </a:lnTo>
                  <a:lnTo>
                    <a:pt x="58824" y="52088"/>
                  </a:lnTo>
                  <a:lnTo>
                    <a:pt x="61218" y="50142"/>
                  </a:lnTo>
                  <a:lnTo>
                    <a:pt x="63613" y="48346"/>
                  </a:lnTo>
                  <a:lnTo>
                    <a:pt x="66008" y="46550"/>
                  </a:lnTo>
                  <a:lnTo>
                    <a:pt x="71247" y="51190"/>
                  </a:lnTo>
                  <a:lnTo>
                    <a:pt x="71247" y="51190"/>
                  </a:lnTo>
                  <a:lnTo>
                    <a:pt x="69151" y="44754"/>
                  </a:lnTo>
                  <a:lnTo>
                    <a:pt x="73342" y="42359"/>
                  </a:lnTo>
                  <a:lnTo>
                    <a:pt x="77683" y="40264"/>
                  </a:lnTo>
                  <a:lnTo>
                    <a:pt x="82323" y="38617"/>
                  </a:lnTo>
                  <a:lnTo>
                    <a:pt x="86963" y="37120"/>
                  </a:lnTo>
                  <a:lnTo>
                    <a:pt x="90406" y="43257"/>
                  </a:lnTo>
                  <a:lnTo>
                    <a:pt x="90555" y="36372"/>
                  </a:lnTo>
                  <a:lnTo>
                    <a:pt x="94447" y="35624"/>
                  </a:lnTo>
                  <a:lnTo>
                    <a:pt x="98488" y="35174"/>
                  </a:lnTo>
                  <a:close/>
                  <a:moveTo>
                    <a:pt x="56878" y="38467"/>
                  </a:moveTo>
                  <a:lnTo>
                    <a:pt x="65260" y="45951"/>
                  </a:lnTo>
                  <a:lnTo>
                    <a:pt x="62865" y="47747"/>
                  </a:lnTo>
                  <a:lnTo>
                    <a:pt x="60470" y="49544"/>
                  </a:lnTo>
                  <a:lnTo>
                    <a:pt x="58075" y="51489"/>
                  </a:lnTo>
                  <a:lnTo>
                    <a:pt x="55830" y="53585"/>
                  </a:lnTo>
                  <a:lnTo>
                    <a:pt x="48196" y="47897"/>
                  </a:lnTo>
                  <a:lnTo>
                    <a:pt x="47298" y="48646"/>
                  </a:lnTo>
                  <a:lnTo>
                    <a:pt x="53136" y="56279"/>
                  </a:lnTo>
                  <a:lnTo>
                    <a:pt x="51040" y="58524"/>
                  </a:lnTo>
                  <a:lnTo>
                    <a:pt x="49244" y="60770"/>
                  </a:lnTo>
                  <a:lnTo>
                    <a:pt x="47448" y="63164"/>
                  </a:lnTo>
                  <a:lnTo>
                    <a:pt x="45802" y="65559"/>
                  </a:lnTo>
                  <a:lnTo>
                    <a:pt x="38018" y="57477"/>
                  </a:lnTo>
                  <a:lnTo>
                    <a:pt x="40114" y="54782"/>
                  </a:lnTo>
                  <a:lnTo>
                    <a:pt x="42209" y="52238"/>
                  </a:lnTo>
                  <a:lnTo>
                    <a:pt x="44454" y="49693"/>
                  </a:lnTo>
                  <a:lnTo>
                    <a:pt x="46700" y="47298"/>
                  </a:lnTo>
                  <a:lnTo>
                    <a:pt x="49094" y="44904"/>
                  </a:lnTo>
                  <a:lnTo>
                    <a:pt x="51639" y="42658"/>
                  </a:lnTo>
                  <a:lnTo>
                    <a:pt x="54184" y="40563"/>
                  </a:lnTo>
                  <a:lnTo>
                    <a:pt x="56878" y="38467"/>
                  </a:lnTo>
                  <a:close/>
                  <a:moveTo>
                    <a:pt x="152522" y="38617"/>
                  </a:moveTo>
                  <a:lnTo>
                    <a:pt x="155216" y="40563"/>
                  </a:lnTo>
                  <a:lnTo>
                    <a:pt x="157761" y="42658"/>
                  </a:lnTo>
                  <a:lnTo>
                    <a:pt x="160306" y="44904"/>
                  </a:lnTo>
                  <a:lnTo>
                    <a:pt x="162700" y="47298"/>
                  </a:lnTo>
                  <a:lnTo>
                    <a:pt x="164946" y="49693"/>
                  </a:lnTo>
                  <a:lnTo>
                    <a:pt x="167191" y="52238"/>
                  </a:lnTo>
                  <a:lnTo>
                    <a:pt x="169286" y="54932"/>
                  </a:lnTo>
                  <a:lnTo>
                    <a:pt x="171382" y="57626"/>
                  </a:lnTo>
                  <a:lnTo>
                    <a:pt x="163748" y="65559"/>
                  </a:lnTo>
                  <a:lnTo>
                    <a:pt x="161802" y="62865"/>
                  </a:lnTo>
                  <a:lnTo>
                    <a:pt x="159707" y="60320"/>
                  </a:lnTo>
                  <a:lnTo>
                    <a:pt x="157611" y="57776"/>
                  </a:lnTo>
                  <a:lnTo>
                    <a:pt x="155366" y="55381"/>
                  </a:lnTo>
                  <a:lnTo>
                    <a:pt x="161054" y="47897"/>
                  </a:lnTo>
                  <a:lnTo>
                    <a:pt x="160156" y="46999"/>
                  </a:lnTo>
                  <a:lnTo>
                    <a:pt x="152672" y="52687"/>
                  </a:lnTo>
                  <a:lnTo>
                    <a:pt x="150576" y="50891"/>
                  </a:lnTo>
                  <a:lnTo>
                    <a:pt x="148481" y="49095"/>
                  </a:lnTo>
                  <a:lnTo>
                    <a:pt x="146385" y="47448"/>
                  </a:lnTo>
                  <a:lnTo>
                    <a:pt x="144140" y="45951"/>
                  </a:lnTo>
                  <a:lnTo>
                    <a:pt x="152522" y="38617"/>
                  </a:lnTo>
                  <a:close/>
                  <a:moveTo>
                    <a:pt x="117048" y="54184"/>
                  </a:moveTo>
                  <a:lnTo>
                    <a:pt x="120940" y="55231"/>
                  </a:lnTo>
                  <a:lnTo>
                    <a:pt x="124682" y="56579"/>
                  </a:lnTo>
                  <a:lnTo>
                    <a:pt x="128424" y="58375"/>
                  </a:lnTo>
                  <a:lnTo>
                    <a:pt x="131867" y="60320"/>
                  </a:lnTo>
                  <a:lnTo>
                    <a:pt x="128274" y="66158"/>
                  </a:lnTo>
                  <a:lnTo>
                    <a:pt x="125281" y="64511"/>
                  </a:lnTo>
                  <a:lnTo>
                    <a:pt x="122287" y="63015"/>
                  </a:lnTo>
                  <a:lnTo>
                    <a:pt x="118994" y="61817"/>
                  </a:lnTo>
                  <a:lnTo>
                    <a:pt x="115701" y="60919"/>
                  </a:lnTo>
                  <a:lnTo>
                    <a:pt x="117048" y="54184"/>
                  </a:lnTo>
                  <a:close/>
                  <a:moveTo>
                    <a:pt x="92052" y="54184"/>
                  </a:moveTo>
                  <a:lnTo>
                    <a:pt x="93998" y="60770"/>
                  </a:lnTo>
                  <a:lnTo>
                    <a:pt x="90406" y="61817"/>
                  </a:lnTo>
                  <a:lnTo>
                    <a:pt x="86813" y="63164"/>
                  </a:lnTo>
                  <a:lnTo>
                    <a:pt x="83521" y="64811"/>
                  </a:lnTo>
                  <a:lnTo>
                    <a:pt x="80228" y="66757"/>
                  </a:lnTo>
                  <a:lnTo>
                    <a:pt x="76785" y="60770"/>
                  </a:lnTo>
                  <a:lnTo>
                    <a:pt x="80377" y="58674"/>
                  </a:lnTo>
                  <a:lnTo>
                    <a:pt x="84119" y="56878"/>
                  </a:lnTo>
                  <a:lnTo>
                    <a:pt x="88011" y="55381"/>
                  </a:lnTo>
                  <a:lnTo>
                    <a:pt x="92052" y="54184"/>
                  </a:lnTo>
                  <a:close/>
                  <a:moveTo>
                    <a:pt x="132615" y="60770"/>
                  </a:moveTo>
                  <a:lnTo>
                    <a:pt x="135160" y="62416"/>
                  </a:lnTo>
                  <a:lnTo>
                    <a:pt x="137405" y="64212"/>
                  </a:lnTo>
                  <a:lnTo>
                    <a:pt x="131717" y="68553"/>
                  </a:lnTo>
                  <a:lnTo>
                    <a:pt x="129172" y="66607"/>
                  </a:lnTo>
                  <a:lnTo>
                    <a:pt x="132615" y="60770"/>
                  </a:lnTo>
                  <a:close/>
                  <a:moveTo>
                    <a:pt x="37569" y="58375"/>
                  </a:moveTo>
                  <a:lnTo>
                    <a:pt x="38168" y="59123"/>
                  </a:lnTo>
                  <a:lnTo>
                    <a:pt x="37420" y="60320"/>
                  </a:lnTo>
                  <a:lnTo>
                    <a:pt x="36971" y="61219"/>
                  </a:lnTo>
                  <a:lnTo>
                    <a:pt x="36671" y="62117"/>
                  </a:lnTo>
                  <a:lnTo>
                    <a:pt x="37719" y="60470"/>
                  </a:lnTo>
                  <a:lnTo>
                    <a:pt x="38467" y="59273"/>
                  </a:lnTo>
                  <a:lnTo>
                    <a:pt x="39066" y="60021"/>
                  </a:lnTo>
                  <a:lnTo>
                    <a:pt x="38318" y="61219"/>
                  </a:lnTo>
                  <a:lnTo>
                    <a:pt x="37869" y="62117"/>
                  </a:lnTo>
                  <a:lnTo>
                    <a:pt x="37569" y="63015"/>
                  </a:lnTo>
                  <a:lnTo>
                    <a:pt x="37569" y="63015"/>
                  </a:lnTo>
                  <a:lnTo>
                    <a:pt x="38168" y="62266"/>
                  </a:lnTo>
                  <a:lnTo>
                    <a:pt x="38617" y="61368"/>
                  </a:lnTo>
                  <a:lnTo>
                    <a:pt x="39216" y="60171"/>
                  </a:lnTo>
                  <a:lnTo>
                    <a:pt x="39814" y="60770"/>
                  </a:lnTo>
                  <a:lnTo>
                    <a:pt x="39066" y="62117"/>
                  </a:lnTo>
                  <a:lnTo>
                    <a:pt x="38916" y="62715"/>
                  </a:lnTo>
                  <a:lnTo>
                    <a:pt x="38617" y="63314"/>
                  </a:lnTo>
                  <a:lnTo>
                    <a:pt x="38767" y="63464"/>
                  </a:lnTo>
                  <a:lnTo>
                    <a:pt x="39665" y="61967"/>
                  </a:lnTo>
                  <a:lnTo>
                    <a:pt x="40114" y="61069"/>
                  </a:lnTo>
                  <a:lnTo>
                    <a:pt x="40862" y="61967"/>
                  </a:lnTo>
                  <a:lnTo>
                    <a:pt x="40413" y="62865"/>
                  </a:lnTo>
                  <a:lnTo>
                    <a:pt x="39964" y="63613"/>
                  </a:lnTo>
                  <a:lnTo>
                    <a:pt x="39665" y="64511"/>
                  </a:lnTo>
                  <a:lnTo>
                    <a:pt x="39814" y="64511"/>
                  </a:lnTo>
                  <a:lnTo>
                    <a:pt x="40263" y="63763"/>
                  </a:lnTo>
                  <a:lnTo>
                    <a:pt x="40563" y="63015"/>
                  </a:lnTo>
                  <a:lnTo>
                    <a:pt x="41162" y="62117"/>
                  </a:lnTo>
                  <a:lnTo>
                    <a:pt x="41760" y="62865"/>
                  </a:lnTo>
                  <a:lnTo>
                    <a:pt x="41311" y="63613"/>
                  </a:lnTo>
                  <a:lnTo>
                    <a:pt x="40862" y="64362"/>
                  </a:lnTo>
                  <a:lnTo>
                    <a:pt x="40563" y="65110"/>
                  </a:lnTo>
                  <a:lnTo>
                    <a:pt x="40713" y="65110"/>
                  </a:lnTo>
                  <a:lnTo>
                    <a:pt x="41760" y="63314"/>
                  </a:lnTo>
                  <a:lnTo>
                    <a:pt x="41910" y="63015"/>
                  </a:lnTo>
                  <a:lnTo>
                    <a:pt x="42509" y="63613"/>
                  </a:lnTo>
                  <a:lnTo>
                    <a:pt x="42209" y="64062"/>
                  </a:lnTo>
                  <a:lnTo>
                    <a:pt x="41611" y="65559"/>
                  </a:lnTo>
                  <a:lnTo>
                    <a:pt x="41760" y="65559"/>
                  </a:lnTo>
                  <a:lnTo>
                    <a:pt x="42359" y="64212"/>
                  </a:lnTo>
                  <a:lnTo>
                    <a:pt x="42658" y="63763"/>
                  </a:lnTo>
                  <a:lnTo>
                    <a:pt x="43257" y="64362"/>
                  </a:lnTo>
                  <a:lnTo>
                    <a:pt x="42958" y="64961"/>
                  </a:lnTo>
                  <a:lnTo>
                    <a:pt x="42509" y="66008"/>
                  </a:lnTo>
                  <a:lnTo>
                    <a:pt x="43107" y="65410"/>
                  </a:lnTo>
                  <a:lnTo>
                    <a:pt x="43407" y="64511"/>
                  </a:lnTo>
                  <a:lnTo>
                    <a:pt x="44005" y="65110"/>
                  </a:lnTo>
                  <a:lnTo>
                    <a:pt x="43856" y="65410"/>
                  </a:lnTo>
                  <a:lnTo>
                    <a:pt x="43556" y="66008"/>
                  </a:lnTo>
                  <a:lnTo>
                    <a:pt x="43407" y="66457"/>
                  </a:lnTo>
                  <a:lnTo>
                    <a:pt x="43556" y="66607"/>
                  </a:lnTo>
                  <a:lnTo>
                    <a:pt x="44005" y="65559"/>
                  </a:lnTo>
                  <a:lnTo>
                    <a:pt x="44155" y="65410"/>
                  </a:lnTo>
                  <a:lnTo>
                    <a:pt x="44754" y="65859"/>
                  </a:lnTo>
                  <a:lnTo>
                    <a:pt x="44155" y="67056"/>
                  </a:lnTo>
                  <a:lnTo>
                    <a:pt x="44305" y="67206"/>
                  </a:lnTo>
                  <a:lnTo>
                    <a:pt x="44904" y="66158"/>
                  </a:lnTo>
                  <a:lnTo>
                    <a:pt x="45203" y="66457"/>
                  </a:lnTo>
                  <a:lnTo>
                    <a:pt x="45353" y="66607"/>
                  </a:lnTo>
                  <a:lnTo>
                    <a:pt x="45203" y="66757"/>
                  </a:lnTo>
                  <a:lnTo>
                    <a:pt x="45053" y="67206"/>
                  </a:lnTo>
                  <a:lnTo>
                    <a:pt x="45053" y="67655"/>
                  </a:lnTo>
                  <a:lnTo>
                    <a:pt x="45053" y="67804"/>
                  </a:lnTo>
                  <a:lnTo>
                    <a:pt x="45203" y="67804"/>
                  </a:lnTo>
                  <a:lnTo>
                    <a:pt x="45502" y="66906"/>
                  </a:lnTo>
                  <a:lnTo>
                    <a:pt x="45502" y="66757"/>
                  </a:lnTo>
                  <a:lnTo>
                    <a:pt x="45951" y="67206"/>
                  </a:lnTo>
                  <a:lnTo>
                    <a:pt x="46101" y="67355"/>
                  </a:lnTo>
                  <a:lnTo>
                    <a:pt x="45802" y="68104"/>
                  </a:lnTo>
                  <a:lnTo>
                    <a:pt x="45951" y="68104"/>
                  </a:lnTo>
                  <a:lnTo>
                    <a:pt x="46251" y="67505"/>
                  </a:lnTo>
                  <a:lnTo>
                    <a:pt x="46849" y="68104"/>
                  </a:lnTo>
                  <a:lnTo>
                    <a:pt x="46700" y="68104"/>
                  </a:lnTo>
                  <a:lnTo>
                    <a:pt x="46700" y="68702"/>
                  </a:lnTo>
                  <a:lnTo>
                    <a:pt x="45203" y="68253"/>
                  </a:lnTo>
                  <a:lnTo>
                    <a:pt x="44155" y="68104"/>
                  </a:lnTo>
                  <a:lnTo>
                    <a:pt x="33378" y="64961"/>
                  </a:lnTo>
                  <a:lnTo>
                    <a:pt x="35534" y="61368"/>
                  </a:lnTo>
                  <a:lnTo>
                    <a:pt x="35623" y="61368"/>
                  </a:lnTo>
                  <a:lnTo>
                    <a:pt x="36971" y="59422"/>
                  </a:lnTo>
                  <a:lnTo>
                    <a:pt x="37569" y="58375"/>
                  </a:lnTo>
                  <a:close/>
                  <a:moveTo>
                    <a:pt x="171831" y="58375"/>
                  </a:moveTo>
                  <a:lnTo>
                    <a:pt x="172579" y="59422"/>
                  </a:lnTo>
                  <a:lnTo>
                    <a:pt x="173777" y="61368"/>
                  </a:lnTo>
                  <a:lnTo>
                    <a:pt x="173926" y="61368"/>
                  </a:lnTo>
                  <a:lnTo>
                    <a:pt x="176022" y="64961"/>
                  </a:lnTo>
                  <a:lnTo>
                    <a:pt x="165245" y="68104"/>
                  </a:lnTo>
                  <a:lnTo>
                    <a:pt x="164197" y="68403"/>
                  </a:lnTo>
                  <a:lnTo>
                    <a:pt x="162850" y="68702"/>
                  </a:lnTo>
                  <a:lnTo>
                    <a:pt x="162700" y="68104"/>
                  </a:lnTo>
                  <a:lnTo>
                    <a:pt x="163149" y="67505"/>
                  </a:lnTo>
                  <a:lnTo>
                    <a:pt x="163449" y="68104"/>
                  </a:lnTo>
                  <a:lnTo>
                    <a:pt x="163598" y="68104"/>
                  </a:lnTo>
                  <a:lnTo>
                    <a:pt x="163449" y="67355"/>
                  </a:lnTo>
                  <a:lnTo>
                    <a:pt x="163449" y="67206"/>
                  </a:lnTo>
                  <a:lnTo>
                    <a:pt x="163898" y="66757"/>
                  </a:lnTo>
                  <a:lnTo>
                    <a:pt x="163898" y="66906"/>
                  </a:lnTo>
                  <a:lnTo>
                    <a:pt x="164347" y="67804"/>
                  </a:lnTo>
                  <a:lnTo>
                    <a:pt x="164497" y="67655"/>
                  </a:lnTo>
                  <a:lnTo>
                    <a:pt x="164347" y="67206"/>
                  </a:lnTo>
                  <a:lnTo>
                    <a:pt x="164197" y="66757"/>
                  </a:lnTo>
                  <a:lnTo>
                    <a:pt x="164047" y="66607"/>
                  </a:lnTo>
                  <a:lnTo>
                    <a:pt x="164197" y="66457"/>
                  </a:lnTo>
                  <a:lnTo>
                    <a:pt x="164497" y="66158"/>
                  </a:lnTo>
                  <a:lnTo>
                    <a:pt x="165095" y="67206"/>
                  </a:lnTo>
                  <a:lnTo>
                    <a:pt x="165245" y="67206"/>
                  </a:lnTo>
                  <a:lnTo>
                    <a:pt x="165245" y="67056"/>
                  </a:lnTo>
                  <a:lnTo>
                    <a:pt x="164796" y="65859"/>
                  </a:lnTo>
                  <a:lnTo>
                    <a:pt x="165245" y="65410"/>
                  </a:lnTo>
                  <a:lnTo>
                    <a:pt x="165395" y="65559"/>
                  </a:lnTo>
                  <a:lnTo>
                    <a:pt x="165993" y="66607"/>
                  </a:lnTo>
                  <a:lnTo>
                    <a:pt x="165993" y="66457"/>
                  </a:lnTo>
                  <a:lnTo>
                    <a:pt x="165844" y="66008"/>
                  </a:lnTo>
                  <a:lnTo>
                    <a:pt x="165544" y="65410"/>
                  </a:lnTo>
                  <a:lnTo>
                    <a:pt x="165395" y="65110"/>
                  </a:lnTo>
                  <a:lnTo>
                    <a:pt x="165993" y="64511"/>
                  </a:lnTo>
                  <a:lnTo>
                    <a:pt x="166442" y="65410"/>
                  </a:lnTo>
                  <a:lnTo>
                    <a:pt x="166891" y="66008"/>
                  </a:lnTo>
                  <a:lnTo>
                    <a:pt x="167041" y="66008"/>
                  </a:lnTo>
                  <a:lnTo>
                    <a:pt x="166442" y="64961"/>
                  </a:lnTo>
                  <a:lnTo>
                    <a:pt x="166143" y="64362"/>
                  </a:lnTo>
                  <a:lnTo>
                    <a:pt x="166742" y="63763"/>
                  </a:lnTo>
                  <a:lnTo>
                    <a:pt x="167041" y="64212"/>
                  </a:lnTo>
                  <a:lnTo>
                    <a:pt x="167640" y="65559"/>
                  </a:lnTo>
                  <a:lnTo>
                    <a:pt x="167789" y="65559"/>
                  </a:lnTo>
                  <a:lnTo>
                    <a:pt x="167191" y="64062"/>
                  </a:lnTo>
                  <a:lnTo>
                    <a:pt x="166891" y="63613"/>
                  </a:lnTo>
                  <a:lnTo>
                    <a:pt x="167490" y="63015"/>
                  </a:lnTo>
                  <a:lnTo>
                    <a:pt x="167789" y="63314"/>
                  </a:lnTo>
                  <a:lnTo>
                    <a:pt x="168687" y="65110"/>
                  </a:lnTo>
                  <a:lnTo>
                    <a:pt x="168837" y="65110"/>
                  </a:lnTo>
                  <a:lnTo>
                    <a:pt x="168538" y="64362"/>
                  </a:lnTo>
                  <a:lnTo>
                    <a:pt x="168238" y="63613"/>
                  </a:lnTo>
                  <a:lnTo>
                    <a:pt x="167640" y="62865"/>
                  </a:lnTo>
                  <a:lnTo>
                    <a:pt x="168388" y="62117"/>
                  </a:lnTo>
                  <a:lnTo>
                    <a:pt x="168837" y="63015"/>
                  </a:lnTo>
                  <a:lnTo>
                    <a:pt x="169286" y="63763"/>
                  </a:lnTo>
                  <a:lnTo>
                    <a:pt x="169735" y="64511"/>
                  </a:lnTo>
                  <a:lnTo>
                    <a:pt x="169436" y="63613"/>
                  </a:lnTo>
                  <a:lnTo>
                    <a:pt x="168987" y="62865"/>
                  </a:lnTo>
                  <a:lnTo>
                    <a:pt x="168538" y="61967"/>
                  </a:lnTo>
                  <a:lnTo>
                    <a:pt x="169436" y="61069"/>
                  </a:lnTo>
                  <a:lnTo>
                    <a:pt x="169885" y="61967"/>
                  </a:lnTo>
                  <a:lnTo>
                    <a:pt x="170633" y="63464"/>
                  </a:lnTo>
                  <a:lnTo>
                    <a:pt x="170783" y="63464"/>
                  </a:lnTo>
                  <a:lnTo>
                    <a:pt x="170783" y="63314"/>
                  </a:lnTo>
                  <a:lnTo>
                    <a:pt x="170633" y="62715"/>
                  </a:lnTo>
                  <a:lnTo>
                    <a:pt x="170334" y="62117"/>
                  </a:lnTo>
                  <a:lnTo>
                    <a:pt x="169586" y="60770"/>
                  </a:lnTo>
                  <a:lnTo>
                    <a:pt x="170184" y="60171"/>
                  </a:lnTo>
                  <a:lnTo>
                    <a:pt x="170783" y="61368"/>
                  </a:lnTo>
                  <a:lnTo>
                    <a:pt x="171232" y="62266"/>
                  </a:lnTo>
                  <a:lnTo>
                    <a:pt x="171831" y="63015"/>
                  </a:lnTo>
                  <a:lnTo>
                    <a:pt x="171531" y="62117"/>
                  </a:lnTo>
                  <a:lnTo>
                    <a:pt x="171082" y="61219"/>
                  </a:lnTo>
                  <a:lnTo>
                    <a:pt x="170334" y="60021"/>
                  </a:lnTo>
                  <a:lnTo>
                    <a:pt x="171082" y="59273"/>
                  </a:lnTo>
                  <a:lnTo>
                    <a:pt x="171681" y="60470"/>
                  </a:lnTo>
                  <a:lnTo>
                    <a:pt x="172729" y="62117"/>
                  </a:lnTo>
                  <a:lnTo>
                    <a:pt x="172878" y="62117"/>
                  </a:lnTo>
                  <a:lnTo>
                    <a:pt x="172429" y="61219"/>
                  </a:lnTo>
                  <a:lnTo>
                    <a:pt x="171980" y="60320"/>
                  </a:lnTo>
                  <a:lnTo>
                    <a:pt x="171232" y="59123"/>
                  </a:lnTo>
                  <a:lnTo>
                    <a:pt x="171831" y="58375"/>
                  </a:lnTo>
                  <a:close/>
                  <a:moveTo>
                    <a:pt x="46999" y="68253"/>
                  </a:moveTo>
                  <a:lnTo>
                    <a:pt x="47747" y="69002"/>
                  </a:lnTo>
                  <a:lnTo>
                    <a:pt x="47747" y="69002"/>
                  </a:lnTo>
                  <a:lnTo>
                    <a:pt x="46849" y="68852"/>
                  </a:lnTo>
                  <a:lnTo>
                    <a:pt x="46999" y="68253"/>
                  </a:lnTo>
                  <a:close/>
                  <a:moveTo>
                    <a:pt x="162401" y="68253"/>
                  </a:moveTo>
                  <a:lnTo>
                    <a:pt x="162700" y="68852"/>
                  </a:lnTo>
                  <a:lnTo>
                    <a:pt x="161653" y="69002"/>
                  </a:lnTo>
                  <a:lnTo>
                    <a:pt x="161653" y="69002"/>
                  </a:lnTo>
                  <a:lnTo>
                    <a:pt x="162401" y="68253"/>
                  </a:lnTo>
                  <a:close/>
                  <a:moveTo>
                    <a:pt x="76037" y="61219"/>
                  </a:moveTo>
                  <a:lnTo>
                    <a:pt x="79479" y="67206"/>
                  </a:lnTo>
                  <a:lnTo>
                    <a:pt x="76935" y="69002"/>
                  </a:lnTo>
                  <a:lnTo>
                    <a:pt x="71247" y="64811"/>
                  </a:lnTo>
                  <a:lnTo>
                    <a:pt x="73492" y="63015"/>
                  </a:lnTo>
                  <a:lnTo>
                    <a:pt x="76037" y="61219"/>
                  </a:lnTo>
                  <a:close/>
                  <a:moveTo>
                    <a:pt x="114354" y="62117"/>
                  </a:moveTo>
                  <a:lnTo>
                    <a:pt x="116599" y="62566"/>
                  </a:lnTo>
                  <a:lnTo>
                    <a:pt x="118695" y="63314"/>
                  </a:lnTo>
                  <a:lnTo>
                    <a:pt x="120790" y="64062"/>
                  </a:lnTo>
                  <a:lnTo>
                    <a:pt x="122886" y="64961"/>
                  </a:lnTo>
                  <a:lnTo>
                    <a:pt x="124832" y="65859"/>
                  </a:lnTo>
                  <a:lnTo>
                    <a:pt x="126778" y="67056"/>
                  </a:lnTo>
                  <a:lnTo>
                    <a:pt x="128723" y="68104"/>
                  </a:lnTo>
                  <a:lnTo>
                    <a:pt x="130520" y="69451"/>
                  </a:lnTo>
                  <a:lnTo>
                    <a:pt x="117048" y="79629"/>
                  </a:lnTo>
                  <a:lnTo>
                    <a:pt x="114354" y="62117"/>
                  </a:lnTo>
                  <a:close/>
                  <a:moveTo>
                    <a:pt x="64511" y="71546"/>
                  </a:moveTo>
                  <a:lnTo>
                    <a:pt x="68852" y="77234"/>
                  </a:lnTo>
                  <a:lnTo>
                    <a:pt x="67056" y="79779"/>
                  </a:lnTo>
                  <a:lnTo>
                    <a:pt x="61218" y="76186"/>
                  </a:lnTo>
                  <a:lnTo>
                    <a:pt x="62865" y="73792"/>
                  </a:lnTo>
                  <a:lnTo>
                    <a:pt x="64511" y="71546"/>
                  </a:lnTo>
                  <a:close/>
                  <a:moveTo>
                    <a:pt x="94896" y="62117"/>
                  </a:moveTo>
                  <a:lnTo>
                    <a:pt x="92352" y="80377"/>
                  </a:lnTo>
                  <a:lnTo>
                    <a:pt x="78132" y="69900"/>
                  </a:lnTo>
                  <a:lnTo>
                    <a:pt x="80078" y="68553"/>
                  </a:lnTo>
                  <a:lnTo>
                    <a:pt x="81874" y="67355"/>
                  </a:lnTo>
                  <a:lnTo>
                    <a:pt x="83970" y="66158"/>
                  </a:lnTo>
                  <a:lnTo>
                    <a:pt x="86065" y="65110"/>
                  </a:lnTo>
                  <a:lnTo>
                    <a:pt x="88161" y="64212"/>
                  </a:lnTo>
                  <a:lnTo>
                    <a:pt x="90256" y="63464"/>
                  </a:lnTo>
                  <a:lnTo>
                    <a:pt x="92501" y="62715"/>
                  </a:lnTo>
                  <a:lnTo>
                    <a:pt x="94896" y="62117"/>
                  </a:lnTo>
                  <a:close/>
                  <a:moveTo>
                    <a:pt x="144140" y="70648"/>
                  </a:moveTo>
                  <a:lnTo>
                    <a:pt x="146535" y="73792"/>
                  </a:lnTo>
                  <a:lnTo>
                    <a:pt x="148780" y="77084"/>
                  </a:lnTo>
                  <a:lnTo>
                    <a:pt x="143093" y="80826"/>
                  </a:lnTo>
                  <a:lnTo>
                    <a:pt x="141596" y="78581"/>
                  </a:lnTo>
                  <a:lnTo>
                    <a:pt x="139949" y="76336"/>
                  </a:lnTo>
                  <a:lnTo>
                    <a:pt x="144140" y="70648"/>
                  </a:lnTo>
                  <a:close/>
                  <a:moveTo>
                    <a:pt x="32929" y="65859"/>
                  </a:moveTo>
                  <a:lnTo>
                    <a:pt x="43706" y="68852"/>
                  </a:lnTo>
                  <a:lnTo>
                    <a:pt x="41311" y="73193"/>
                  </a:lnTo>
                  <a:lnTo>
                    <a:pt x="39365" y="77534"/>
                  </a:lnTo>
                  <a:lnTo>
                    <a:pt x="37569" y="82024"/>
                  </a:lnTo>
                  <a:lnTo>
                    <a:pt x="36222" y="86664"/>
                  </a:lnTo>
                  <a:lnTo>
                    <a:pt x="26343" y="81575"/>
                  </a:lnTo>
                  <a:lnTo>
                    <a:pt x="26643" y="80527"/>
                  </a:lnTo>
                  <a:lnTo>
                    <a:pt x="27990" y="76635"/>
                  </a:lnTo>
                  <a:lnTo>
                    <a:pt x="29487" y="73043"/>
                  </a:lnTo>
                  <a:lnTo>
                    <a:pt x="31133" y="69301"/>
                  </a:lnTo>
                  <a:lnTo>
                    <a:pt x="32929" y="65859"/>
                  </a:lnTo>
                  <a:close/>
                  <a:moveTo>
                    <a:pt x="176471" y="65859"/>
                  </a:moveTo>
                  <a:lnTo>
                    <a:pt x="178417" y="69601"/>
                  </a:lnTo>
                  <a:lnTo>
                    <a:pt x="180213" y="73492"/>
                  </a:lnTo>
                  <a:lnTo>
                    <a:pt x="181710" y="77534"/>
                  </a:lnTo>
                  <a:lnTo>
                    <a:pt x="183057" y="81575"/>
                  </a:lnTo>
                  <a:lnTo>
                    <a:pt x="173178" y="86814"/>
                  </a:lnTo>
                  <a:lnTo>
                    <a:pt x="171831" y="82024"/>
                  </a:lnTo>
                  <a:lnTo>
                    <a:pt x="170035" y="77534"/>
                  </a:lnTo>
                  <a:lnTo>
                    <a:pt x="168089" y="73193"/>
                  </a:lnTo>
                  <a:lnTo>
                    <a:pt x="165694" y="68852"/>
                  </a:lnTo>
                  <a:lnTo>
                    <a:pt x="176471" y="65859"/>
                  </a:lnTo>
                  <a:close/>
                  <a:moveTo>
                    <a:pt x="38168" y="88909"/>
                  </a:moveTo>
                  <a:lnTo>
                    <a:pt x="39216" y="89358"/>
                  </a:lnTo>
                  <a:lnTo>
                    <a:pt x="38168" y="89358"/>
                  </a:lnTo>
                  <a:lnTo>
                    <a:pt x="38168" y="88909"/>
                  </a:lnTo>
                  <a:close/>
                  <a:moveTo>
                    <a:pt x="171232" y="88909"/>
                  </a:moveTo>
                  <a:lnTo>
                    <a:pt x="171232" y="89358"/>
                  </a:lnTo>
                  <a:lnTo>
                    <a:pt x="170334" y="89358"/>
                  </a:lnTo>
                  <a:lnTo>
                    <a:pt x="171232" y="88909"/>
                  </a:lnTo>
                  <a:close/>
                  <a:moveTo>
                    <a:pt x="26194" y="82623"/>
                  </a:moveTo>
                  <a:lnTo>
                    <a:pt x="26942" y="83072"/>
                  </a:lnTo>
                  <a:lnTo>
                    <a:pt x="26643" y="84568"/>
                  </a:lnTo>
                  <a:lnTo>
                    <a:pt x="26493" y="85466"/>
                  </a:lnTo>
                  <a:lnTo>
                    <a:pt x="26343" y="86365"/>
                  </a:lnTo>
                  <a:lnTo>
                    <a:pt x="26493" y="86365"/>
                  </a:lnTo>
                  <a:lnTo>
                    <a:pt x="26942" y="84419"/>
                  </a:lnTo>
                  <a:lnTo>
                    <a:pt x="27241" y="83221"/>
                  </a:lnTo>
                  <a:lnTo>
                    <a:pt x="27990" y="83670"/>
                  </a:lnTo>
                  <a:lnTo>
                    <a:pt x="27840" y="85017"/>
                  </a:lnTo>
                  <a:lnTo>
                    <a:pt x="27690" y="85916"/>
                  </a:lnTo>
                  <a:lnTo>
                    <a:pt x="27541" y="86814"/>
                  </a:lnTo>
                  <a:lnTo>
                    <a:pt x="27541" y="86963"/>
                  </a:lnTo>
                  <a:lnTo>
                    <a:pt x="27690" y="86963"/>
                  </a:lnTo>
                  <a:lnTo>
                    <a:pt x="27990" y="85916"/>
                  </a:lnTo>
                  <a:lnTo>
                    <a:pt x="28140" y="85017"/>
                  </a:lnTo>
                  <a:lnTo>
                    <a:pt x="28289" y="83670"/>
                  </a:lnTo>
                  <a:lnTo>
                    <a:pt x="29038" y="84119"/>
                  </a:lnTo>
                  <a:lnTo>
                    <a:pt x="28738" y="85466"/>
                  </a:lnTo>
                  <a:lnTo>
                    <a:pt x="28738" y="86215"/>
                  </a:lnTo>
                  <a:lnTo>
                    <a:pt x="28738" y="86963"/>
                  </a:lnTo>
                  <a:lnTo>
                    <a:pt x="28888" y="86963"/>
                  </a:lnTo>
                  <a:lnTo>
                    <a:pt x="29187" y="85167"/>
                  </a:lnTo>
                  <a:lnTo>
                    <a:pt x="29337" y="84269"/>
                  </a:lnTo>
                  <a:lnTo>
                    <a:pt x="30385" y="84868"/>
                  </a:lnTo>
                  <a:lnTo>
                    <a:pt x="30085" y="86215"/>
                  </a:lnTo>
                  <a:lnTo>
                    <a:pt x="30085" y="87562"/>
                  </a:lnTo>
                  <a:lnTo>
                    <a:pt x="30385" y="86814"/>
                  </a:lnTo>
                  <a:lnTo>
                    <a:pt x="30534" y="85766"/>
                  </a:lnTo>
                  <a:lnTo>
                    <a:pt x="30684" y="85017"/>
                  </a:lnTo>
                  <a:lnTo>
                    <a:pt x="31432" y="85317"/>
                  </a:lnTo>
                  <a:lnTo>
                    <a:pt x="31283" y="86365"/>
                  </a:lnTo>
                  <a:lnTo>
                    <a:pt x="31133" y="87113"/>
                  </a:lnTo>
                  <a:lnTo>
                    <a:pt x="31133" y="87861"/>
                  </a:lnTo>
                  <a:lnTo>
                    <a:pt x="31283" y="87861"/>
                  </a:lnTo>
                  <a:lnTo>
                    <a:pt x="31582" y="85916"/>
                  </a:lnTo>
                  <a:lnTo>
                    <a:pt x="31732" y="85466"/>
                  </a:lnTo>
                  <a:lnTo>
                    <a:pt x="32480" y="85916"/>
                  </a:lnTo>
                  <a:lnTo>
                    <a:pt x="32331" y="86215"/>
                  </a:lnTo>
                  <a:lnTo>
                    <a:pt x="32181" y="87113"/>
                  </a:lnTo>
                  <a:lnTo>
                    <a:pt x="32181" y="88011"/>
                  </a:lnTo>
                  <a:lnTo>
                    <a:pt x="32331" y="88011"/>
                  </a:lnTo>
                  <a:lnTo>
                    <a:pt x="32480" y="86814"/>
                  </a:lnTo>
                  <a:lnTo>
                    <a:pt x="32630" y="86065"/>
                  </a:lnTo>
                  <a:lnTo>
                    <a:pt x="33378" y="86365"/>
                  </a:lnTo>
                  <a:lnTo>
                    <a:pt x="33229" y="87263"/>
                  </a:lnTo>
                  <a:lnTo>
                    <a:pt x="33229" y="88161"/>
                  </a:lnTo>
                  <a:lnTo>
                    <a:pt x="33528" y="87412"/>
                  </a:lnTo>
                  <a:lnTo>
                    <a:pt x="33678" y="86514"/>
                  </a:lnTo>
                  <a:lnTo>
                    <a:pt x="34426" y="86814"/>
                  </a:lnTo>
                  <a:lnTo>
                    <a:pt x="34276" y="87263"/>
                  </a:lnTo>
                  <a:lnTo>
                    <a:pt x="34276" y="87712"/>
                  </a:lnTo>
                  <a:lnTo>
                    <a:pt x="34276" y="88310"/>
                  </a:lnTo>
                  <a:lnTo>
                    <a:pt x="34576" y="87263"/>
                  </a:lnTo>
                  <a:lnTo>
                    <a:pt x="34576" y="86963"/>
                  </a:lnTo>
                  <a:lnTo>
                    <a:pt x="35324" y="87263"/>
                  </a:lnTo>
                  <a:lnTo>
                    <a:pt x="35174" y="88610"/>
                  </a:lnTo>
                  <a:lnTo>
                    <a:pt x="35324" y="88759"/>
                  </a:lnTo>
                  <a:lnTo>
                    <a:pt x="35324" y="88610"/>
                  </a:lnTo>
                  <a:lnTo>
                    <a:pt x="35474" y="87412"/>
                  </a:lnTo>
                  <a:lnTo>
                    <a:pt x="35923" y="87712"/>
                  </a:lnTo>
                  <a:lnTo>
                    <a:pt x="36072" y="87712"/>
                  </a:lnTo>
                  <a:lnTo>
                    <a:pt x="36072" y="88011"/>
                  </a:lnTo>
                  <a:lnTo>
                    <a:pt x="36222" y="88909"/>
                  </a:lnTo>
                  <a:lnTo>
                    <a:pt x="36372" y="88161"/>
                  </a:lnTo>
                  <a:lnTo>
                    <a:pt x="36372" y="87861"/>
                  </a:lnTo>
                  <a:lnTo>
                    <a:pt x="36821" y="88161"/>
                  </a:lnTo>
                  <a:lnTo>
                    <a:pt x="36971" y="88310"/>
                  </a:lnTo>
                  <a:lnTo>
                    <a:pt x="37120" y="89059"/>
                  </a:lnTo>
                  <a:lnTo>
                    <a:pt x="37270" y="88310"/>
                  </a:lnTo>
                  <a:lnTo>
                    <a:pt x="38018" y="88759"/>
                  </a:lnTo>
                  <a:lnTo>
                    <a:pt x="38018" y="89358"/>
                  </a:lnTo>
                  <a:lnTo>
                    <a:pt x="36522" y="89508"/>
                  </a:lnTo>
                  <a:lnTo>
                    <a:pt x="35474" y="89508"/>
                  </a:lnTo>
                  <a:lnTo>
                    <a:pt x="24398" y="90107"/>
                  </a:lnTo>
                  <a:lnTo>
                    <a:pt x="24398" y="90107"/>
                  </a:lnTo>
                  <a:lnTo>
                    <a:pt x="25146" y="86065"/>
                  </a:lnTo>
                  <a:lnTo>
                    <a:pt x="25296" y="86065"/>
                  </a:lnTo>
                  <a:lnTo>
                    <a:pt x="25745" y="84269"/>
                  </a:lnTo>
                  <a:lnTo>
                    <a:pt x="26044" y="83521"/>
                  </a:lnTo>
                  <a:lnTo>
                    <a:pt x="26194" y="82623"/>
                  </a:lnTo>
                  <a:close/>
                  <a:moveTo>
                    <a:pt x="183356" y="82623"/>
                  </a:moveTo>
                  <a:lnTo>
                    <a:pt x="183506" y="83521"/>
                  </a:lnTo>
                  <a:lnTo>
                    <a:pt x="183655" y="84269"/>
                  </a:lnTo>
                  <a:lnTo>
                    <a:pt x="184104" y="86065"/>
                  </a:lnTo>
                  <a:lnTo>
                    <a:pt x="184254" y="86065"/>
                  </a:lnTo>
                  <a:lnTo>
                    <a:pt x="185002" y="90107"/>
                  </a:lnTo>
                  <a:lnTo>
                    <a:pt x="185002" y="90107"/>
                  </a:lnTo>
                  <a:lnTo>
                    <a:pt x="173926" y="89508"/>
                  </a:lnTo>
                  <a:lnTo>
                    <a:pt x="172878" y="89508"/>
                  </a:lnTo>
                  <a:lnTo>
                    <a:pt x="171382" y="89358"/>
                  </a:lnTo>
                  <a:lnTo>
                    <a:pt x="171531" y="88759"/>
                  </a:lnTo>
                  <a:lnTo>
                    <a:pt x="172130" y="88310"/>
                  </a:lnTo>
                  <a:lnTo>
                    <a:pt x="172280" y="89059"/>
                  </a:lnTo>
                  <a:lnTo>
                    <a:pt x="172429" y="89059"/>
                  </a:lnTo>
                  <a:lnTo>
                    <a:pt x="172429" y="88310"/>
                  </a:lnTo>
                  <a:lnTo>
                    <a:pt x="172579" y="88161"/>
                  </a:lnTo>
                  <a:lnTo>
                    <a:pt x="173028" y="87861"/>
                  </a:lnTo>
                  <a:lnTo>
                    <a:pt x="173028" y="88161"/>
                  </a:lnTo>
                  <a:lnTo>
                    <a:pt x="173178" y="88909"/>
                  </a:lnTo>
                  <a:lnTo>
                    <a:pt x="173178" y="89059"/>
                  </a:lnTo>
                  <a:lnTo>
                    <a:pt x="173328" y="88909"/>
                  </a:lnTo>
                  <a:lnTo>
                    <a:pt x="173328" y="88011"/>
                  </a:lnTo>
                  <a:lnTo>
                    <a:pt x="173328" y="87712"/>
                  </a:lnTo>
                  <a:lnTo>
                    <a:pt x="173477" y="87712"/>
                  </a:lnTo>
                  <a:lnTo>
                    <a:pt x="173926" y="87412"/>
                  </a:lnTo>
                  <a:lnTo>
                    <a:pt x="174076" y="88610"/>
                  </a:lnTo>
                  <a:lnTo>
                    <a:pt x="174226" y="88759"/>
                  </a:lnTo>
                  <a:lnTo>
                    <a:pt x="174226" y="88610"/>
                  </a:lnTo>
                  <a:lnTo>
                    <a:pt x="174226" y="87263"/>
                  </a:lnTo>
                  <a:lnTo>
                    <a:pt x="174824" y="86963"/>
                  </a:lnTo>
                  <a:lnTo>
                    <a:pt x="174824" y="87263"/>
                  </a:lnTo>
                  <a:lnTo>
                    <a:pt x="175124" y="88310"/>
                  </a:lnTo>
                  <a:lnTo>
                    <a:pt x="175273" y="87712"/>
                  </a:lnTo>
                  <a:lnTo>
                    <a:pt x="175124" y="87263"/>
                  </a:lnTo>
                  <a:lnTo>
                    <a:pt x="175124" y="86814"/>
                  </a:lnTo>
                  <a:lnTo>
                    <a:pt x="175722" y="86514"/>
                  </a:lnTo>
                  <a:lnTo>
                    <a:pt x="175872" y="87412"/>
                  </a:lnTo>
                  <a:lnTo>
                    <a:pt x="176171" y="88161"/>
                  </a:lnTo>
                  <a:lnTo>
                    <a:pt x="176171" y="87263"/>
                  </a:lnTo>
                  <a:lnTo>
                    <a:pt x="176022" y="86365"/>
                  </a:lnTo>
                  <a:lnTo>
                    <a:pt x="176770" y="86065"/>
                  </a:lnTo>
                  <a:lnTo>
                    <a:pt x="176920" y="86814"/>
                  </a:lnTo>
                  <a:lnTo>
                    <a:pt x="177069" y="88011"/>
                  </a:lnTo>
                  <a:lnTo>
                    <a:pt x="177219" y="88011"/>
                  </a:lnTo>
                  <a:lnTo>
                    <a:pt x="177219" y="87113"/>
                  </a:lnTo>
                  <a:lnTo>
                    <a:pt x="177069" y="86215"/>
                  </a:lnTo>
                  <a:lnTo>
                    <a:pt x="177069" y="85916"/>
                  </a:lnTo>
                  <a:lnTo>
                    <a:pt x="177668" y="85466"/>
                  </a:lnTo>
                  <a:lnTo>
                    <a:pt x="177818" y="85916"/>
                  </a:lnTo>
                  <a:lnTo>
                    <a:pt x="178267" y="87861"/>
                  </a:lnTo>
                  <a:lnTo>
                    <a:pt x="178267" y="87113"/>
                  </a:lnTo>
                  <a:lnTo>
                    <a:pt x="178117" y="86365"/>
                  </a:lnTo>
                  <a:lnTo>
                    <a:pt x="177968" y="85317"/>
                  </a:lnTo>
                  <a:lnTo>
                    <a:pt x="178716" y="85017"/>
                  </a:lnTo>
                  <a:lnTo>
                    <a:pt x="178866" y="85766"/>
                  </a:lnTo>
                  <a:lnTo>
                    <a:pt x="179015" y="86814"/>
                  </a:lnTo>
                  <a:lnTo>
                    <a:pt x="179315" y="87562"/>
                  </a:lnTo>
                  <a:lnTo>
                    <a:pt x="179315" y="86215"/>
                  </a:lnTo>
                  <a:lnTo>
                    <a:pt x="179015" y="84868"/>
                  </a:lnTo>
                  <a:lnTo>
                    <a:pt x="180063" y="84269"/>
                  </a:lnTo>
                  <a:lnTo>
                    <a:pt x="180362" y="85167"/>
                  </a:lnTo>
                  <a:lnTo>
                    <a:pt x="180512" y="86963"/>
                  </a:lnTo>
                  <a:lnTo>
                    <a:pt x="180662" y="86963"/>
                  </a:lnTo>
                  <a:lnTo>
                    <a:pt x="180662" y="86215"/>
                  </a:lnTo>
                  <a:lnTo>
                    <a:pt x="180662" y="85466"/>
                  </a:lnTo>
                  <a:lnTo>
                    <a:pt x="180362" y="84119"/>
                  </a:lnTo>
                  <a:lnTo>
                    <a:pt x="181111" y="83670"/>
                  </a:lnTo>
                  <a:lnTo>
                    <a:pt x="181410" y="85017"/>
                  </a:lnTo>
                  <a:lnTo>
                    <a:pt x="181560" y="85916"/>
                  </a:lnTo>
                  <a:lnTo>
                    <a:pt x="181859" y="86963"/>
                  </a:lnTo>
                  <a:lnTo>
                    <a:pt x="181859" y="86814"/>
                  </a:lnTo>
                  <a:lnTo>
                    <a:pt x="181859" y="85916"/>
                  </a:lnTo>
                  <a:lnTo>
                    <a:pt x="181710" y="85017"/>
                  </a:lnTo>
                  <a:lnTo>
                    <a:pt x="181410" y="83670"/>
                  </a:lnTo>
                  <a:lnTo>
                    <a:pt x="182308" y="83221"/>
                  </a:lnTo>
                  <a:lnTo>
                    <a:pt x="182458" y="84419"/>
                  </a:lnTo>
                  <a:lnTo>
                    <a:pt x="182907" y="86365"/>
                  </a:lnTo>
                  <a:lnTo>
                    <a:pt x="183057" y="86365"/>
                  </a:lnTo>
                  <a:lnTo>
                    <a:pt x="183057" y="85466"/>
                  </a:lnTo>
                  <a:lnTo>
                    <a:pt x="182907" y="84568"/>
                  </a:lnTo>
                  <a:lnTo>
                    <a:pt x="182608" y="83072"/>
                  </a:lnTo>
                  <a:lnTo>
                    <a:pt x="183356" y="82623"/>
                  </a:lnTo>
                  <a:close/>
                  <a:moveTo>
                    <a:pt x="50891" y="51340"/>
                  </a:moveTo>
                  <a:lnTo>
                    <a:pt x="54932" y="54333"/>
                  </a:lnTo>
                  <a:lnTo>
                    <a:pt x="55680" y="54932"/>
                  </a:lnTo>
                  <a:lnTo>
                    <a:pt x="68852" y="64661"/>
                  </a:lnTo>
                  <a:lnTo>
                    <a:pt x="70199" y="65709"/>
                  </a:lnTo>
                  <a:lnTo>
                    <a:pt x="75887" y="69900"/>
                  </a:lnTo>
                  <a:lnTo>
                    <a:pt x="77084" y="70798"/>
                  </a:lnTo>
                  <a:lnTo>
                    <a:pt x="92052" y="81874"/>
                  </a:lnTo>
                  <a:lnTo>
                    <a:pt x="90855" y="90705"/>
                  </a:lnTo>
                  <a:lnTo>
                    <a:pt x="88460" y="91154"/>
                  </a:lnTo>
                  <a:lnTo>
                    <a:pt x="89059" y="90406"/>
                  </a:lnTo>
                  <a:lnTo>
                    <a:pt x="89657" y="89807"/>
                  </a:lnTo>
                  <a:lnTo>
                    <a:pt x="89657" y="89657"/>
                  </a:lnTo>
                  <a:lnTo>
                    <a:pt x="89508" y="89657"/>
                  </a:lnTo>
                  <a:lnTo>
                    <a:pt x="88610" y="90406"/>
                  </a:lnTo>
                  <a:lnTo>
                    <a:pt x="87861" y="91154"/>
                  </a:lnTo>
                  <a:lnTo>
                    <a:pt x="84269" y="91753"/>
                  </a:lnTo>
                  <a:lnTo>
                    <a:pt x="85766" y="90406"/>
                  </a:lnTo>
                  <a:lnTo>
                    <a:pt x="86963" y="89059"/>
                  </a:lnTo>
                  <a:lnTo>
                    <a:pt x="87562" y="88460"/>
                  </a:lnTo>
                  <a:lnTo>
                    <a:pt x="88011" y="87861"/>
                  </a:lnTo>
                  <a:lnTo>
                    <a:pt x="88011" y="87712"/>
                  </a:lnTo>
                  <a:lnTo>
                    <a:pt x="87262" y="88310"/>
                  </a:lnTo>
                  <a:lnTo>
                    <a:pt x="86664" y="88909"/>
                  </a:lnTo>
                  <a:lnTo>
                    <a:pt x="85466" y="90107"/>
                  </a:lnTo>
                  <a:lnTo>
                    <a:pt x="83820" y="91753"/>
                  </a:lnTo>
                  <a:lnTo>
                    <a:pt x="81724" y="92052"/>
                  </a:lnTo>
                  <a:lnTo>
                    <a:pt x="70499" y="77384"/>
                  </a:lnTo>
                  <a:lnTo>
                    <a:pt x="69600" y="76186"/>
                  </a:lnTo>
                  <a:lnTo>
                    <a:pt x="65409" y="70499"/>
                  </a:lnTo>
                  <a:lnTo>
                    <a:pt x="64362" y="69152"/>
                  </a:lnTo>
                  <a:lnTo>
                    <a:pt x="54483" y="56279"/>
                  </a:lnTo>
                  <a:lnTo>
                    <a:pt x="53884" y="55381"/>
                  </a:lnTo>
                  <a:lnTo>
                    <a:pt x="50891" y="51340"/>
                  </a:lnTo>
                  <a:close/>
                  <a:moveTo>
                    <a:pt x="157462" y="50591"/>
                  </a:moveTo>
                  <a:lnTo>
                    <a:pt x="154468" y="54483"/>
                  </a:lnTo>
                  <a:lnTo>
                    <a:pt x="154019" y="55231"/>
                  </a:lnTo>
                  <a:lnTo>
                    <a:pt x="144290" y="68253"/>
                  </a:lnTo>
                  <a:lnTo>
                    <a:pt x="143242" y="69750"/>
                  </a:lnTo>
                  <a:lnTo>
                    <a:pt x="139051" y="75438"/>
                  </a:lnTo>
                  <a:lnTo>
                    <a:pt x="138153" y="76635"/>
                  </a:lnTo>
                  <a:lnTo>
                    <a:pt x="126778" y="92052"/>
                  </a:lnTo>
                  <a:lnTo>
                    <a:pt x="118695" y="91005"/>
                  </a:lnTo>
                  <a:lnTo>
                    <a:pt x="118396" y="88759"/>
                  </a:lnTo>
                  <a:lnTo>
                    <a:pt x="118396" y="88759"/>
                  </a:lnTo>
                  <a:lnTo>
                    <a:pt x="119144" y="89358"/>
                  </a:lnTo>
                  <a:lnTo>
                    <a:pt x="119144" y="89208"/>
                  </a:lnTo>
                  <a:lnTo>
                    <a:pt x="118246" y="88161"/>
                  </a:lnTo>
                  <a:lnTo>
                    <a:pt x="117797" y="84718"/>
                  </a:lnTo>
                  <a:lnTo>
                    <a:pt x="118545" y="85466"/>
                  </a:lnTo>
                  <a:lnTo>
                    <a:pt x="119743" y="86664"/>
                  </a:lnTo>
                  <a:lnTo>
                    <a:pt x="120341" y="87263"/>
                  </a:lnTo>
                  <a:lnTo>
                    <a:pt x="120940" y="87712"/>
                  </a:lnTo>
                  <a:lnTo>
                    <a:pt x="121090" y="87712"/>
                  </a:lnTo>
                  <a:lnTo>
                    <a:pt x="120641" y="86963"/>
                  </a:lnTo>
                  <a:lnTo>
                    <a:pt x="120042" y="86365"/>
                  </a:lnTo>
                  <a:lnTo>
                    <a:pt x="118695" y="85167"/>
                  </a:lnTo>
                  <a:lnTo>
                    <a:pt x="117647" y="84119"/>
                  </a:lnTo>
                  <a:lnTo>
                    <a:pt x="117198" y="80976"/>
                  </a:lnTo>
                  <a:lnTo>
                    <a:pt x="131567" y="70199"/>
                  </a:lnTo>
                  <a:lnTo>
                    <a:pt x="132765" y="69301"/>
                  </a:lnTo>
                  <a:lnTo>
                    <a:pt x="138452" y="64961"/>
                  </a:lnTo>
                  <a:lnTo>
                    <a:pt x="139800" y="63913"/>
                  </a:lnTo>
                  <a:lnTo>
                    <a:pt x="152672" y="54184"/>
                  </a:lnTo>
                  <a:lnTo>
                    <a:pt x="153570" y="53585"/>
                  </a:lnTo>
                  <a:lnTo>
                    <a:pt x="157462" y="50591"/>
                  </a:lnTo>
                  <a:close/>
                  <a:moveTo>
                    <a:pt x="149379" y="77833"/>
                  </a:moveTo>
                  <a:lnTo>
                    <a:pt x="151175" y="81275"/>
                  </a:lnTo>
                  <a:lnTo>
                    <a:pt x="152822" y="84868"/>
                  </a:lnTo>
                  <a:lnTo>
                    <a:pt x="154169" y="88460"/>
                  </a:lnTo>
                  <a:lnTo>
                    <a:pt x="155366" y="92352"/>
                  </a:lnTo>
                  <a:lnTo>
                    <a:pt x="148481" y="93100"/>
                  </a:lnTo>
                  <a:lnTo>
                    <a:pt x="147583" y="90107"/>
                  </a:lnTo>
                  <a:lnTo>
                    <a:pt x="146385" y="87263"/>
                  </a:lnTo>
                  <a:lnTo>
                    <a:pt x="145038" y="84419"/>
                  </a:lnTo>
                  <a:lnTo>
                    <a:pt x="143542" y="81575"/>
                  </a:lnTo>
                  <a:lnTo>
                    <a:pt x="149379" y="77833"/>
                  </a:lnTo>
                  <a:close/>
                  <a:moveTo>
                    <a:pt x="60620" y="76935"/>
                  </a:moveTo>
                  <a:lnTo>
                    <a:pt x="66457" y="80527"/>
                  </a:lnTo>
                  <a:lnTo>
                    <a:pt x="64661" y="83521"/>
                  </a:lnTo>
                  <a:lnTo>
                    <a:pt x="63164" y="86664"/>
                  </a:lnTo>
                  <a:lnTo>
                    <a:pt x="61967" y="89957"/>
                  </a:lnTo>
                  <a:lnTo>
                    <a:pt x="60919" y="93399"/>
                  </a:lnTo>
                  <a:lnTo>
                    <a:pt x="54184" y="91903"/>
                  </a:lnTo>
                  <a:lnTo>
                    <a:pt x="55381" y="88011"/>
                  </a:lnTo>
                  <a:lnTo>
                    <a:pt x="56878" y="84119"/>
                  </a:lnTo>
                  <a:lnTo>
                    <a:pt x="58524" y="80527"/>
                  </a:lnTo>
                  <a:lnTo>
                    <a:pt x="60620" y="76935"/>
                  </a:lnTo>
                  <a:close/>
                  <a:moveTo>
                    <a:pt x="139051" y="77683"/>
                  </a:moveTo>
                  <a:lnTo>
                    <a:pt x="140398" y="79479"/>
                  </a:lnTo>
                  <a:lnTo>
                    <a:pt x="141745" y="81575"/>
                  </a:lnTo>
                  <a:lnTo>
                    <a:pt x="142943" y="83521"/>
                  </a:lnTo>
                  <a:lnTo>
                    <a:pt x="144140" y="85766"/>
                  </a:lnTo>
                  <a:lnTo>
                    <a:pt x="145038" y="87861"/>
                  </a:lnTo>
                  <a:lnTo>
                    <a:pt x="145936" y="90256"/>
                  </a:lnTo>
                  <a:lnTo>
                    <a:pt x="146685" y="92501"/>
                  </a:lnTo>
                  <a:lnTo>
                    <a:pt x="147283" y="94896"/>
                  </a:lnTo>
                  <a:lnTo>
                    <a:pt x="128274" y="92202"/>
                  </a:lnTo>
                  <a:lnTo>
                    <a:pt x="139051" y="77683"/>
                  </a:lnTo>
                  <a:close/>
                  <a:moveTo>
                    <a:pt x="69750" y="78432"/>
                  </a:moveTo>
                  <a:lnTo>
                    <a:pt x="80377" y="92352"/>
                  </a:lnTo>
                  <a:lnTo>
                    <a:pt x="61967" y="95046"/>
                  </a:lnTo>
                  <a:lnTo>
                    <a:pt x="61967" y="95046"/>
                  </a:lnTo>
                  <a:lnTo>
                    <a:pt x="62566" y="92801"/>
                  </a:lnTo>
                  <a:lnTo>
                    <a:pt x="63314" y="90556"/>
                  </a:lnTo>
                  <a:lnTo>
                    <a:pt x="64062" y="88460"/>
                  </a:lnTo>
                  <a:lnTo>
                    <a:pt x="64960" y="86215"/>
                  </a:lnTo>
                  <a:lnTo>
                    <a:pt x="66008" y="84119"/>
                  </a:lnTo>
                  <a:lnTo>
                    <a:pt x="67206" y="82174"/>
                  </a:lnTo>
                  <a:lnTo>
                    <a:pt x="68403" y="80228"/>
                  </a:lnTo>
                  <a:lnTo>
                    <a:pt x="69750" y="78432"/>
                  </a:lnTo>
                  <a:close/>
                  <a:moveTo>
                    <a:pt x="155516" y="93250"/>
                  </a:moveTo>
                  <a:lnTo>
                    <a:pt x="156115" y="96094"/>
                  </a:lnTo>
                  <a:lnTo>
                    <a:pt x="148930" y="95046"/>
                  </a:lnTo>
                  <a:lnTo>
                    <a:pt x="148631" y="94148"/>
                  </a:lnTo>
                  <a:lnTo>
                    <a:pt x="155516" y="93250"/>
                  </a:lnTo>
                  <a:close/>
                  <a:moveTo>
                    <a:pt x="53884" y="92950"/>
                  </a:moveTo>
                  <a:lnTo>
                    <a:pt x="60620" y="94447"/>
                  </a:lnTo>
                  <a:lnTo>
                    <a:pt x="60470" y="95345"/>
                  </a:lnTo>
                  <a:lnTo>
                    <a:pt x="53285" y="96393"/>
                  </a:lnTo>
                  <a:lnTo>
                    <a:pt x="53884" y="92950"/>
                  </a:lnTo>
                  <a:close/>
                  <a:moveTo>
                    <a:pt x="154767" y="56129"/>
                  </a:moveTo>
                  <a:lnTo>
                    <a:pt x="157013" y="58524"/>
                  </a:lnTo>
                  <a:lnTo>
                    <a:pt x="159108" y="61069"/>
                  </a:lnTo>
                  <a:lnTo>
                    <a:pt x="161054" y="63613"/>
                  </a:lnTo>
                  <a:lnTo>
                    <a:pt x="163000" y="66308"/>
                  </a:lnTo>
                  <a:lnTo>
                    <a:pt x="158509" y="70948"/>
                  </a:lnTo>
                  <a:lnTo>
                    <a:pt x="164796" y="69152"/>
                  </a:lnTo>
                  <a:lnTo>
                    <a:pt x="167041" y="73492"/>
                  </a:lnTo>
                  <a:lnTo>
                    <a:pt x="169137" y="77833"/>
                  </a:lnTo>
                  <a:lnTo>
                    <a:pt x="170933" y="82473"/>
                  </a:lnTo>
                  <a:lnTo>
                    <a:pt x="172280" y="87263"/>
                  </a:lnTo>
                  <a:lnTo>
                    <a:pt x="166592" y="90107"/>
                  </a:lnTo>
                  <a:lnTo>
                    <a:pt x="173028" y="90406"/>
                  </a:lnTo>
                  <a:lnTo>
                    <a:pt x="173777" y="94447"/>
                  </a:lnTo>
                  <a:lnTo>
                    <a:pt x="174226" y="98638"/>
                  </a:lnTo>
                  <a:lnTo>
                    <a:pt x="157911" y="96393"/>
                  </a:lnTo>
                  <a:lnTo>
                    <a:pt x="157312" y="93100"/>
                  </a:lnTo>
                  <a:lnTo>
                    <a:pt x="161204" y="92651"/>
                  </a:lnTo>
                  <a:lnTo>
                    <a:pt x="161653" y="93250"/>
                  </a:lnTo>
                  <a:lnTo>
                    <a:pt x="162401" y="93699"/>
                  </a:lnTo>
                  <a:lnTo>
                    <a:pt x="163299" y="93848"/>
                  </a:lnTo>
                  <a:lnTo>
                    <a:pt x="164047" y="93549"/>
                  </a:lnTo>
                  <a:lnTo>
                    <a:pt x="164497" y="93399"/>
                  </a:lnTo>
                  <a:lnTo>
                    <a:pt x="164796" y="93100"/>
                  </a:lnTo>
                  <a:lnTo>
                    <a:pt x="165245" y="92352"/>
                  </a:lnTo>
                  <a:lnTo>
                    <a:pt x="165395" y="91603"/>
                  </a:lnTo>
                  <a:lnTo>
                    <a:pt x="165245" y="91154"/>
                  </a:lnTo>
                  <a:lnTo>
                    <a:pt x="165095" y="90705"/>
                  </a:lnTo>
                  <a:lnTo>
                    <a:pt x="164946" y="90256"/>
                  </a:lnTo>
                  <a:lnTo>
                    <a:pt x="164646" y="89957"/>
                  </a:lnTo>
                  <a:lnTo>
                    <a:pt x="163898" y="89508"/>
                  </a:lnTo>
                  <a:lnTo>
                    <a:pt x="163000" y="89358"/>
                  </a:lnTo>
                  <a:lnTo>
                    <a:pt x="162700" y="89508"/>
                  </a:lnTo>
                  <a:lnTo>
                    <a:pt x="162251" y="89657"/>
                  </a:lnTo>
                  <a:lnTo>
                    <a:pt x="161653" y="89957"/>
                  </a:lnTo>
                  <a:lnTo>
                    <a:pt x="161353" y="90406"/>
                  </a:lnTo>
                  <a:lnTo>
                    <a:pt x="161054" y="91005"/>
                  </a:lnTo>
                  <a:lnTo>
                    <a:pt x="160904" y="91603"/>
                  </a:lnTo>
                  <a:lnTo>
                    <a:pt x="157013" y="92052"/>
                  </a:lnTo>
                  <a:lnTo>
                    <a:pt x="155965" y="88161"/>
                  </a:lnTo>
                  <a:lnTo>
                    <a:pt x="154468" y="84269"/>
                  </a:lnTo>
                  <a:lnTo>
                    <a:pt x="152822" y="80527"/>
                  </a:lnTo>
                  <a:lnTo>
                    <a:pt x="150876" y="76935"/>
                  </a:lnTo>
                  <a:lnTo>
                    <a:pt x="154169" y="74690"/>
                  </a:lnTo>
                  <a:lnTo>
                    <a:pt x="154917" y="75139"/>
                  </a:lnTo>
                  <a:lnTo>
                    <a:pt x="155665" y="75288"/>
                  </a:lnTo>
                  <a:lnTo>
                    <a:pt x="156564" y="74989"/>
                  </a:lnTo>
                  <a:lnTo>
                    <a:pt x="157312" y="74540"/>
                  </a:lnTo>
                  <a:lnTo>
                    <a:pt x="157611" y="74241"/>
                  </a:lnTo>
                  <a:lnTo>
                    <a:pt x="157761" y="73941"/>
                  </a:lnTo>
                  <a:lnTo>
                    <a:pt x="157911" y="73043"/>
                  </a:lnTo>
                  <a:lnTo>
                    <a:pt x="157761" y="72295"/>
                  </a:lnTo>
                  <a:lnTo>
                    <a:pt x="157611" y="71846"/>
                  </a:lnTo>
                  <a:lnTo>
                    <a:pt x="157312" y="71546"/>
                  </a:lnTo>
                  <a:lnTo>
                    <a:pt x="157013" y="71247"/>
                  </a:lnTo>
                  <a:lnTo>
                    <a:pt x="156564" y="70948"/>
                  </a:lnTo>
                  <a:lnTo>
                    <a:pt x="155815" y="70798"/>
                  </a:lnTo>
                  <a:lnTo>
                    <a:pt x="154917" y="70948"/>
                  </a:lnTo>
                  <a:lnTo>
                    <a:pt x="154468" y="71097"/>
                  </a:lnTo>
                  <a:lnTo>
                    <a:pt x="154169" y="71397"/>
                  </a:lnTo>
                  <a:lnTo>
                    <a:pt x="153720" y="71995"/>
                  </a:lnTo>
                  <a:lnTo>
                    <a:pt x="153570" y="72594"/>
                  </a:lnTo>
                  <a:lnTo>
                    <a:pt x="153570" y="73193"/>
                  </a:lnTo>
                  <a:lnTo>
                    <a:pt x="153720" y="73792"/>
                  </a:lnTo>
                  <a:lnTo>
                    <a:pt x="150277" y="76037"/>
                  </a:lnTo>
                  <a:lnTo>
                    <a:pt x="147882" y="72594"/>
                  </a:lnTo>
                  <a:lnTo>
                    <a:pt x="145188" y="69301"/>
                  </a:lnTo>
                  <a:lnTo>
                    <a:pt x="154767" y="56129"/>
                  </a:lnTo>
                  <a:close/>
                  <a:moveTo>
                    <a:pt x="53735" y="57177"/>
                  </a:moveTo>
                  <a:lnTo>
                    <a:pt x="63464" y="70050"/>
                  </a:lnTo>
                  <a:lnTo>
                    <a:pt x="61518" y="72594"/>
                  </a:lnTo>
                  <a:lnTo>
                    <a:pt x="59722" y="75139"/>
                  </a:lnTo>
                  <a:lnTo>
                    <a:pt x="56429" y="73193"/>
                  </a:lnTo>
                  <a:lnTo>
                    <a:pt x="56578" y="72444"/>
                  </a:lnTo>
                  <a:lnTo>
                    <a:pt x="56279" y="71546"/>
                  </a:lnTo>
                  <a:lnTo>
                    <a:pt x="55830" y="70948"/>
                  </a:lnTo>
                  <a:lnTo>
                    <a:pt x="55082" y="70499"/>
                  </a:lnTo>
                  <a:lnTo>
                    <a:pt x="54633" y="70349"/>
                  </a:lnTo>
                  <a:lnTo>
                    <a:pt x="54184" y="70349"/>
                  </a:lnTo>
                  <a:lnTo>
                    <a:pt x="53435" y="70648"/>
                  </a:lnTo>
                  <a:lnTo>
                    <a:pt x="52687" y="71097"/>
                  </a:lnTo>
                  <a:lnTo>
                    <a:pt x="52537" y="71397"/>
                  </a:lnTo>
                  <a:lnTo>
                    <a:pt x="52238" y="71846"/>
                  </a:lnTo>
                  <a:lnTo>
                    <a:pt x="52238" y="72295"/>
                  </a:lnTo>
                  <a:lnTo>
                    <a:pt x="52238" y="72744"/>
                  </a:lnTo>
                  <a:lnTo>
                    <a:pt x="52387" y="73492"/>
                  </a:lnTo>
                  <a:lnTo>
                    <a:pt x="52836" y="74241"/>
                  </a:lnTo>
                  <a:lnTo>
                    <a:pt x="53285" y="74540"/>
                  </a:lnTo>
                  <a:lnTo>
                    <a:pt x="53585" y="74690"/>
                  </a:lnTo>
                  <a:lnTo>
                    <a:pt x="54333" y="74839"/>
                  </a:lnTo>
                  <a:lnTo>
                    <a:pt x="54932" y="74690"/>
                  </a:lnTo>
                  <a:lnTo>
                    <a:pt x="55531" y="74540"/>
                  </a:lnTo>
                  <a:lnTo>
                    <a:pt x="55980" y="74091"/>
                  </a:lnTo>
                  <a:lnTo>
                    <a:pt x="59123" y="76037"/>
                  </a:lnTo>
                  <a:lnTo>
                    <a:pt x="57027" y="79629"/>
                  </a:lnTo>
                  <a:lnTo>
                    <a:pt x="55231" y="83521"/>
                  </a:lnTo>
                  <a:lnTo>
                    <a:pt x="53585" y="87412"/>
                  </a:lnTo>
                  <a:lnTo>
                    <a:pt x="52387" y="91603"/>
                  </a:lnTo>
                  <a:lnTo>
                    <a:pt x="48645" y="90705"/>
                  </a:lnTo>
                  <a:lnTo>
                    <a:pt x="48496" y="89957"/>
                  </a:lnTo>
                  <a:lnTo>
                    <a:pt x="47897" y="89208"/>
                  </a:lnTo>
                  <a:lnTo>
                    <a:pt x="47298" y="88759"/>
                  </a:lnTo>
                  <a:lnTo>
                    <a:pt x="46400" y="88610"/>
                  </a:lnTo>
                  <a:lnTo>
                    <a:pt x="45951" y="88759"/>
                  </a:lnTo>
                  <a:lnTo>
                    <a:pt x="45652" y="88759"/>
                  </a:lnTo>
                  <a:lnTo>
                    <a:pt x="44904" y="89358"/>
                  </a:lnTo>
                  <a:lnTo>
                    <a:pt x="44454" y="89957"/>
                  </a:lnTo>
                  <a:lnTo>
                    <a:pt x="44305" y="90406"/>
                  </a:lnTo>
                  <a:lnTo>
                    <a:pt x="44155" y="90855"/>
                  </a:lnTo>
                  <a:lnTo>
                    <a:pt x="44305" y="91304"/>
                  </a:lnTo>
                  <a:lnTo>
                    <a:pt x="44454" y="91753"/>
                  </a:lnTo>
                  <a:lnTo>
                    <a:pt x="44904" y="92352"/>
                  </a:lnTo>
                  <a:lnTo>
                    <a:pt x="45502" y="92950"/>
                  </a:lnTo>
                  <a:lnTo>
                    <a:pt x="45951" y="92950"/>
                  </a:lnTo>
                  <a:lnTo>
                    <a:pt x="46400" y="93100"/>
                  </a:lnTo>
                  <a:lnTo>
                    <a:pt x="46999" y="92950"/>
                  </a:lnTo>
                  <a:lnTo>
                    <a:pt x="47598" y="92651"/>
                  </a:lnTo>
                  <a:lnTo>
                    <a:pt x="48047" y="92352"/>
                  </a:lnTo>
                  <a:lnTo>
                    <a:pt x="48496" y="91753"/>
                  </a:lnTo>
                  <a:lnTo>
                    <a:pt x="52238" y="92501"/>
                  </a:lnTo>
                  <a:lnTo>
                    <a:pt x="51789" y="94597"/>
                  </a:lnTo>
                  <a:lnTo>
                    <a:pt x="51340" y="96692"/>
                  </a:lnTo>
                  <a:lnTo>
                    <a:pt x="35025" y="99237"/>
                  </a:lnTo>
                  <a:lnTo>
                    <a:pt x="35623" y="94747"/>
                  </a:lnTo>
                  <a:lnTo>
                    <a:pt x="36372" y="90406"/>
                  </a:lnTo>
                  <a:lnTo>
                    <a:pt x="42808" y="90107"/>
                  </a:lnTo>
                  <a:lnTo>
                    <a:pt x="37120" y="87113"/>
                  </a:lnTo>
                  <a:lnTo>
                    <a:pt x="38467" y="82473"/>
                  </a:lnTo>
                  <a:lnTo>
                    <a:pt x="40263" y="77833"/>
                  </a:lnTo>
                  <a:lnTo>
                    <a:pt x="42359" y="73492"/>
                  </a:lnTo>
                  <a:lnTo>
                    <a:pt x="44604" y="69152"/>
                  </a:lnTo>
                  <a:lnTo>
                    <a:pt x="50891" y="70948"/>
                  </a:lnTo>
                  <a:lnTo>
                    <a:pt x="46400" y="66308"/>
                  </a:lnTo>
                  <a:lnTo>
                    <a:pt x="48047" y="63913"/>
                  </a:lnTo>
                  <a:lnTo>
                    <a:pt x="49843" y="61518"/>
                  </a:lnTo>
                  <a:lnTo>
                    <a:pt x="51789" y="59273"/>
                  </a:lnTo>
                  <a:lnTo>
                    <a:pt x="53735" y="57177"/>
                  </a:lnTo>
                  <a:close/>
                  <a:moveTo>
                    <a:pt x="174076" y="90556"/>
                  </a:moveTo>
                  <a:lnTo>
                    <a:pt x="185302" y="91005"/>
                  </a:lnTo>
                  <a:lnTo>
                    <a:pt x="185901" y="95645"/>
                  </a:lnTo>
                  <a:lnTo>
                    <a:pt x="186200" y="100285"/>
                  </a:lnTo>
                  <a:lnTo>
                    <a:pt x="175273" y="98638"/>
                  </a:lnTo>
                  <a:lnTo>
                    <a:pt x="174824" y="94597"/>
                  </a:lnTo>
                  <a:lnTo>
                    <a:pt x="174076" y="90556"/>
                  </a:lnTo>
                  <a:close/>
                  <a:moveTo>
                    <a:pt x="35324" y="90556"/>
                  </a:moveTo>
                  <a:lnTo>
                    <a:pt x="34576" y="94896"/>
                  </a:lnTo>
                  <a:lnTo>
                    <a:pt x="34127" y="99387"/>
                  </a:lnTo>
                  <a:lnTo>
                    <a:pt x="23050" y="101033"/>
                  </a:lnTo>
                  <a:lnTo>
                    <a:pt x="23500" y="95944"/>
                  </a:lnTo>
                  <a:lnTo>
                    <a:pt x="24098" y="91154"/>
                  </a:lnTo>
                  <a:lnTo>
                    <a:pt x="35324" y="90556"/>
                  </a:lnTo>
                  <a:close/>
                  <a:moveTo>
                    <a:pt x="107319" y="15716"/>
                  </a:moveTo>
                  <a:lnTo>
                    <a:pt x="111660" y="16016"/>
                  </a:lnTo>
                  <a:lnTo>
                    <a:pt x="116001" y="16465"/>
                  </a:lnTo>
                  <a:lnTo>
                    <a:pt x="120192" y="17063"/>
                  </a:lnTo>
                  <a:lnTo>
                    <a:pt x="124383" y="17961"/>
                  </a:lnTo>
                  <a:lnTo>
                    <a:pt x="128424" y="19009"/>
                  </a:lnTo>
                  <a:lnTo>
                    <a:pt x="132465" y="20207"/>
                  </a:lnTo>
                  <a:lnTo>
                    <a:pt x="136507" y="21554"/>
                  </a:lnTo>
                  <a:lnTo>
                    <a:pt x="140249" y="23200"/>
                  </a:lnTo>
                  <a:lnTo>
                    <a:pt x="143991" y="24847"/>
                  </a:lnTo>
                  <a:lnTo>
                    <a:pt x="147733" y="26792"/>
                  </a:lnTo>
                  <a:lnTo>
                    <a:pt x="151325" y="28888"/>
                  </a:lnTo>
                  <a:lnTo>
                    <a:pt x="154767" y="31133"/>
                  </a:lnTo>
                  <a:lnTo>
                    <a:pt x="158060" y="33528"/>
                  </a:lnTo>
                  <a:lnTo>
                    <a:pt x="161204" y="36073"/>
                  </a:lnTo>
                  <a:lnTo>
                    <a:pt x="164347" y="38767"/>
                  </a:lnTo>
                  <a:lnTo>
                    <a:pt x="167340" y="41611"/>
                  </a:lnTo>
                  <a:lnTo>
                    <a:pt x="170184" y="44455"/>
                  </a:lnTo>
                  <a:lnTo>
                    <a:pt x="172878" y="47598"/>
                  </a:lnTo>
                  <a:lnTo>
                    <a:pt x="175423" y="50741"/>
                  </a:lnTo>
                  <a:lnTo>
                    <a:pt x="177818" y="54034"/>
                  </a:lnTo>
                  <a:lnTo>
                    <a:pt x="180063" y="57477"/>
                  </a:lnTo>
                  <a:lnTo>
                    <a:pt x="182308" y="61069"/>
                  </a:lnTo>
                  <a:lnTo>
                    <a:pt x="184254" y="64661"/>
                  </a:lnTo>
                  <a:lnTo>
                    <a:pt x="186050" y="68403"/>
                  </a:lnTo>
                  <a:lnTo>
                    <a:pt x="187547" y="72295"/>
                  </a:lnTo>
                  <a:lnTo>
                    <a:pt x="189044" y="76186"/>
                  </a:lnTo>
                  <a:lnTo>
                    <a:pt x="190241" y="80228"/>
                  </a:lnTo>
                  <a:lnTo>
                    <a:pt x="191289" y="84269"/>
                  </a:lnTo>
                  <a:lnTo>
                    <a:pt x="192187" y="88460"/>
                  </a:lnTo>
                  <a:lnTo>
                    <a:pt x="192935" y="92651"/>
                  </a:lnTo>
                  <a:lnTo>
                    <a:pt x="193384" y="96842"/>
                  </a:lnTo>
                  <a:lnTo>
                    <a:pt x="193684" y="101183"/>
                  </a:lnTo>
                  <a:lnTo>
                    <a:pt x="189792" y="100734"/>
                  </a:lnTo>
                  <a:lnTo>
                    <a:pt x="189343" y="95944"/>
                  </a:lnTo>
                  <a:lnTo>
                    <a:pt x="188744" y="91454"/>
                  </a:lnTo>
                  <a:lnTo>
                    <a:pt x="187846" y="86814"/>
                  </a:lnTo>
                  <a:lnTo>
                    <a:pt x="186799" y="82323"/>
                  </a:lnTo>
                  <a:lnTo>
                    <a:pt x="185451" y="77983"/>
                  </a:lnTo>
                  <a:lnTo>
                    <a:pt x="183955" y="73792"/>
                  </a:lnTo>
                  <a:lnTo>
                    <a:pt x="182159" y="69601"/>
                  </a:lnTo>
                  <a:lnTo>
                    <a:pt x="180213" y="65559"/>
                  </a:lnTo>
                  <a:lnTo>
                    <a:pt x="178117" y="61668"/>
                  </a:lnTo>
                  <a:lnTo>
                    <a:pt x="175722" y="57926"/>
                  </a:lnTo>
                  <a:lnTo>
                    <a:pt x="173178" y="54184"/>
                  </a:lnTo>
                  <a:lnTo>
                    <a:pt x="170334" y="50741"/>
                  </a:lnTo>
                  <a:lnTo>
                    <a:pt x="167490" y="47298"/>
                  </a:lnTo>
                  <a:lnTo>
                    <a:pt x="164347" y="44155"/>
                  </a:lnTo>
                  <a:lnTo>
                    <a:pt x="161204" y="41162"/>
                  </a:lnTo>
                  <a:lnTo>
                    <a:pt x="157761" y="38318"/>
                  </a:lnTo>
                  <a:lnTo>
                    <a:pt x="156414" y="37120"/>
                  </a:lnTo>
                  <a:lnTo>
                    <a:pt x="152373" y="34276"/>
                  </a:lnTo>
                  <a:lnTo>
                    <a:pt x="148182" y="31582"/>
                  </a:lnTo>
                  <a:lnTo>
                    <a:pt x="146535" y="30684"/>
                  </a:lnTo>
                  <a:lnTo>
                    <a:pt x="143691" y="29038"/>
                  </a:lnTo>
                  <a:lnTo>
                    <a:pt x="143392" y="28888"/>
                  </a:lnTo>
                  <a:lnTo>
                    <a:pt x="140099" y="27391"/>
                  </a:lnTo>
                  <a:lnTo>
                    <a:pt x="138902" y="26792"/>
                  </a:lnTo>
                  <a:lnTo>
                    <a:pt x="135309" y="25296"/>
                  </a:lnTo>
                  <a:lnTo>
                    <a:pt x="131567" y="23949"/>
                  </a:lnTo>
                  <a:lnTo>
                    <a:pt x="127825" y="22751"/>
                  </a:lnTo>
                  <a:lnTo>
                    <a:pt x="123934" y="21853"/>
                  </a:lnTo>
                  <a:lnTo>
                    <a:pt x="120042" y="20955"/>
                  </a:lnTo>
                  <a:lnTo>
                    <a:pt x="116001" y="20356"/>
                  </a:lnTo>
                  <a:lnTo>
                    <a:pt x="111959" y="19907"/>
                  </a:lnTo>
                  <a:lnTo>
                    <a:pt x="107918" y="19758"/>
                  </a:lnTo>
                  <a:lnTo>
                    <a:pt x="107319" y="15716"/>
                  </a:lnTo>
                  <a:close/>
                  <a:moveTo>
                    <a:pt x="101183" y="15716"/>
                  </a:moveTo>
                  <a:lnTo>
                    <a:pt x="100584" y="19758"/>
                  </a:lnTo>
                  <a:lnTo>
                    <a:pt x="96543" y="20057"/>
                  </a:lnTo>
                  <a:lnTo>
                    <a:pt x="92501" y="20506"/>
                  </a:lnTo>
                  <a:lnTo>
                    <a:pt x="88460" y="21105"/>
                  </a:lnTo>
                  <a:lnTo>
                    <a:pt x="84568" y="22003"/>
                  </a:lnTo>
                  <a:lnTo>
                    <a:pt x="80826" y="23051"/>
                  </a:lnTo>
                  <a:lnTo>
                    <a:pt x="76935" y="24248"/>
                  </a:lnTo>
                  <a:lnTo>
                    <a:pt x="73342" y="25595"/>
                  </a:lnTo>
                  <a:lnTo>
                    <a:pt x="69600" y="27242"/>
                  </a:lnTo>
                  <a:lnTo>
                    <a:pt x="66158" y="28888"/>
                  </a:lnTo>
                  <a:lnTo>
                    <a:pt x="62715" y="30684"/>
                  </a:lnTo>
                  <a:lnTo>
                    <a:pt x="59422" y="32780"/>
                  </a:lnTo>
                  <a:lnTo>
                    <a:pt x="56129" y="34875"/>
                  </a:lnTo>
                  <a:lnTo>
                    <a:pt x="52986" y="37120"/>
                  </a:lnTo>
                  <a:lnTo>
                    <a:pt x="49993" y="39665"/>
                  </a:lnTo>
                  <a:lnTo>
                    <a:pt x="46999" y="42209"/>
                  </a:lnTo>
                  <a:lnTo>
                    <a:pt x="44305" y="44904"/>
                  </a:lnTo>
                  <a:lnTo>
                    <a:pt x="41611" y="47747"/>
                  </a:lnTo>
                  <a:lnTo>
                    <a:pt x="39066" y="50591"/>
                  </a:lnTo>
                  <a:lnTo>
                    <a:pt x="36671" y="53585"/>
                  </a:lnTo>
                  <a:lnTo>
                    <a:pt x="34426" y="56878"/>
                  </a:lnTo>
                  <a:lnTo>
                    <a:pt x="32331" y="60021"/>
                  </a:lnTo>
                  <a:lnTo>
                    <a:pt x="30235" y="63464"/>
                  </a:lnTo>
                  <a:lnTo>
                    <a:pt x="28439" y="66906"/>
                  </a:lnTo>
                  <a:lnTo>
                    <a:pt x="26792" y="70349"/>
                  </a:lnTo>
                  <a:lnTo>
                    <a:pt x="25296" y="74091"/>
                  </a:lnTo>
                  <a:lnTo>
                    <a:pt x="23949" y="77833"/>
                  </a:lnTo>
                  <a:lnTo>
                    <a:pt x="22751" y="81575"/>
                  </a:lnTo>
                  <a:lnTo>
                    <a:pt x="21853" y="85466"/>
                  </a:lnTo>
                  <a:lnTo>
                    <a:pt x="20955" y="89358"/>
                  </a:lnTo>
                  <a:lnTo>
                    <a:pt x="20356" y="93399"/>
                  </a:lnTo>
                  <a:lnTo>
                    <a:pt x="19907" y="97441"/>
                  </a:lnTo>
                  <a:lnTo>
                    <a:pt x="19608" y="101482"/>
                  </a:lnTo>
                  <a:lnTo>
                    <a:pt x="15716" y="102081"/>
                  </a:lnTo>
                  <a:lnTo>
                    <a:pt x="15866" y="97740"/>
                  </a:lnTo>
                  <a:lnTo>
                    <a:pt x="16315" y="93399"/>
                  </a:lnTo>
                  <a:lnTo>
                    <a:pt x="17063" y="89208"/>
                  </a:lnTo>
                  <a:lnTo>
                    <a:pt x="17812" y="85017"/>
                  </a:lnTo>
                  <a:lnTo>
                    <a:pt x="18859" y="80976"/>
                  </a:lnTo>
                  <a:lnTo>
                    <a:pt x="20057" y="76935"/>
                  </a:lnTo>
                  <a:lnTo>
                    <a:pt x="21554" y="73043"/>
                  </a:lnTo>
                  <a:lnTo>
                    <a:pt x="23050" y="69152"/>
                  </a:lnTo>
                  <a:lnTo>
                    <a:pt x="24847" y="65410"/>
                  </a:lnTo>
                  <a:lnTo>
                    <a:pt x="26792" y="61817"/>
                  </a:lnTo>
                  <a:lnTo>
                    <a:pt x="28888" y="58225"/>
                  </a:lnTo>
                  <a:lnTo>
                    <a:pt x="31133" y="54782"/>
                  </a:lnTo>
                  <a:lnTo>
                    <a:pt x="33378" y="51340"/>
                  </a:lnTo>
                  <a:lnTo>
                    <a:pt x="35923" y="48197"/>
                  </a:lnTo>
                  <a:lnTo>
                    <a:pt x="38617" y="45053"/>
                  </a:lnTo>
                  <a:lnTo>
                    <a:pt x="41461" y="42060"/>
                  </a:lnTo>
                  <a:lnTo>
                    <a:pt x="44454" y="39216"/>
                  </a:lnTo>
                  <a:lnTo>
                    <a:pt x="47448" y="36522"/>
                  </a:lnTo>
                  <a:lnTo>
                    <a:pt x="50741" y="33977"/>
                  </a:lnTo>
                  <a:lnTo>
                    <a:pt x="54034" y="31582"/>
                  </a:lnTo>
                  <a:lnTo>
                    <a:pt x="57476" y="29337"/>
                  </a:lnTo>
                  <a:lnTo>
                    <a:pt x="60919" y="27242"/>
                  </a:lnTo>
                  <a:lnTo>
                    <a:pt x="64661" y="25296"/>
                  </a:lnTo>
                  <a:lnTo>
                    <a:pt x="68403" y="23500"/>
                  </a:lnTo>
                  <a:lnTo>
                    <a:pt x="72145" y="21853"/>
                  </a:lnTo>
                  <a:lnTo>
                    <a:pt x="76186" y="20356"/>
                  </a:lnTo>
                  <a:lnTo>
                    <a:pt x="80078" y="19159"/>
                  </a:lnTo>
                  <a:lnTo>
                    <a:pt x="84119" y="18111"/>
                  </a:lnTo>
                  <a:lnTo>
                    <a:pt x="88310" y="17213"/>
                  </a:lnTo>
                  <a:lnTo>
                    <a:pt x="92501" y="16614"/>
                  </a:lnTo>
                  <a:lnTo>
                    <a:pt x="96842" y="16016"/>
                  </a:lnTo>
                  <a:lnTo>
                    <a:pt x="101183" y="15716"/>
                  </a:lnTo>
                  <a:close/>
                  <a:moveTo>
                    <a:pt x="104176" y="5837"/>
                  </a:moveTo>
                  <a:lnTo>
                    <a:pt x="105224" y="12274"/>
                  </a:lnTo>
                  <a:lnTo>
                    <a:pt x="105673" y="15716"/>
                  </a:lnTo>
                  <a:lnTo>
                    <a:pt x="106272" y="19608"/>
                  </a:lnTo>
                  <a:lnTo>
                    <a:pt x="106870" y="23051"/>
                  </a:lnTo>
                  <a:lnTo>
                    <a:pt x="108517" y="33977"/>
                  </a:lnTo>
                  <a:lnTo>
                    <a:pt x="108666" y="35025"/>
                  </a:lnTo>
                  <a:lnTo>
                    <a:pt x="111061" y="51190"/>
                  </a:lnTo>
                  <a:lnTo>
                    <a:pt x="111361" y="52986"/>
                  </a:lnTo>
                  <a:lnTo>
                    <a:pt x="112408" y="60171"/>
                  </a:lnTo>
                  <a:lnTo>
                    <a:pt x="112708" y="61668"/>
                  </a:lnTo>
                  <a:lnTo>
                    <a:pt x="115552" y="80826"/>
                  </a:lnTo>
                  <a:lnTo>
                    <a:pt x="115701" y="81425"/>
                  </a:lnTo>
                  <a:lnTo>
                    <a:pt x="115701" y="82174"/>
                  </a:lnTo>
                  <a:lnTo>
                    <a:pt x="116300" y="86215"/>
                  </a:lnTo>
                  <a:lnTo>
                    <a:pt x="116450" y="86814"/>
                  </a:lnTo>
                  <a:lnTo>
                    <a:pt x="117048" y="90556"/>
                  </a:lnTo>
                  <a:lnTo>
                    <a:pt x="117048" y="90705"/>
                  </a:lnTo>
                  <a:lnTo>
                    <a:pt x="116749" y="90705"/>
                  </a:lnTo>
                  <a:lnTo>
                    <a:pt x="115252" y="92352"/>
                  </a:lnTo>
                  <a:lnTo>
                    <a:pt x="113606" y="94148"/>
                  </a:lnTo>
                  <a:lnTo>
                    <a:pt x="113456" y="94148"/>
                  </a:lnTo>
                  <a:lnTo>
                    <a:pt x="111810" y="95944"/>
                  </a:lnTo>
                  <a:lnTo>
                    <a:pt x="110163" y="97740"/>
                  </a:lnTo>
                  <a:lnTo>
                    <a:pt x="110163" y="97590"/>
                  </a:lnTo>
                  <a:lnTo>
                    <a:pt x="110014" y="95794"/>
                  </a:lnTo>
                  <a:lnTo>
                    <a:pt x="109714" y="95794"/>
                  </a:lnTo>
                  <a:lnTo>
                    <a:pt x="109565" y="97141"/>
                  </a:lnTo>
                  <a:lnTo>
                    <a:pt x="109565" y="97291"/>
                  </a:lnTo>
                  <a:lnTo>
                    <a:pt x="109415" y="98489"/>
                  </a:lnTo>
                  <a:lnTo>
                    <a:pt x="108517" y="99536"/>
                  </a:lnTo>
                  <a:lnTo>
                    <a:pt x="108367" y="99686"/>
                  </a:lnTo>
                  <a:lnTo>
                    <a:pt x="106870" y="101332"/>
                  </a:lnTo>
                  <a:lnTo>
                    <a:pt x="106721" y="101482"/>
                  </a:lnTo>
                  <a:lnTo>
                    <a:pt x="105224" y="102979"/>
                  </a:lnTo>
                  <a:lnTo>
                    <a:pt x="104775" y="103428"/>
                  </a:lnTo>
                  <a:lnTo>
                    <a:pt x="104625" y="103578"/>
                  </a:lnTo>
                  <a:lnTo>
                    <a:pt x="104026" y="102979"/>
                  </a:lnTo>
                  <a:lnTo>
                    <a:pt x="103577" y="102530"/>
                  </a:lnTo>
                  <a:lnTo>
                    <a:pt x="102380" y="101482"/>
                  </a:lnTo>
                  <a:lnTo>
                    <a:pt x="102380" y="101332"/>
                  </a:lnTo>
                  <a:lnTo>
                    <a:pt x="101033" y="100135"/>
                  </a:lnTo>
                  <a:lnTo>
                    <a:pt x="103428" y="100135"/>
                  </a:lnTo>
                  <a:lnTo>
                    <a:pt x="103877" y="99985"/>
                  </a:lnTo>
                  <a:lnTo>
                    <a:pt x="105523" y="99985"/>
                  </a:lnTo>
                  <a:lnTo>
                    <a:pt x="106721" y="99836"/>
                  </a:lnTo>
                  <a:lnTo>
                    <a:pt x="106870" y="99686"/>
                  </a:lnTo>
                  <a:lnTo>
                    <a:pt x="106870" y="99536"/>
                  </a:lnTo>
                  <a:lnTo>
                    <a:pt x="106721" y="99387"/>
                  </a:lnTo>
                  <a:lnTo>
                    <a:pt x="105224" y="99237"/>
                  </a:lnTo>
                  <a:lnTo>
                    <a:pt x="100135" y="99237"/>
                  </a:lnTo>
                  <a:lnTo>
                    <a:pt x="98788" y="98039"/>
                  </a:lnTo>
                  <a:lnTo>
                    <a:pt x="98788" y="97890"/>
                  </a:lnTo>
                  <a:lnTo>
                    <a:pt x="97441" y="96692"/>
                  </a:lnTo>
                  <a:lnTo>
                    <a:pt x="99835" y="96842"/>
                  </a:lnTo>
                  <a:lnTo>
                    <a:pt x="105074" y="96842"/>
                  </a:lnTo>
                  <a:lnTo>
                    <a:pt x="105523" y="96692"/>
                  </a:lnTo>
                  <a:lnTo>
                    <a:pt x="105673" y="96692"/>
                  </a:lnTo>
                  <a:lnTo>
                    <a:pt x="107619" y="96543"/>
                  </a:lnTo>
                  <a:lnTo>
                    <a:pt x="107619" y="96393"/>
                  </a:lnTo>
                  <a:lnTo>
                    <a:pt x="107619" y="96243"/>
                  </a:lnTo>
                  <a:lnTo>
                    <a:pt x="105074" y="95944"/>
                  </a:lnTo>
                  <a:lnTo>
                    <a:pt x="100284" y="95944"/>
                  </a:lnTo>
                  <a:lnTo>
                    <a:pt x="97141" y="96243"/>
                  </a:lnTo>
                  <a:lnTo>
                    <a:pt x="96992" y="96243"/>
                  </a:lnTo>
                  <a:lnTo>
                    <a:pt x="92352" y="91753"/>
                  </a:lnTo>
                  <a:lnTo>
                    <a:pt x="92651" y="90107"/>
                  </a:lnTo>
                  <a:lnTo>
                    <a:pt x="95195" y="90406"/>
                  </a:lnTo>
                  <a:lnTo>
                    <a:pt x="97890" y="90406"/>
                  </a:lnTo>
                  <a:lnTo>
                    <a:pt x="103128" y="90256"/>
                  </a:lnTo>
                  <a:lnTo>
                    <a:pt x="104925" y="90256"/>
                  </a:lnTo>
                  <a:lnTo>
                    <a:pt x="105224" y="90107"/>
                  </a:lnTo>
                  <a:lnTo>
                    <a:pt x="105972" y="90107"/>
                  </a:lnTo>
                  <a:lnTo>
                    <a:pt x="105972" y="89957"/>
                  </a:lnTo>
                  <a:lnTo>
                    <a:pt x="105972" y="89807"/>
                  </a:lnTo>
                  <a:lnTo>
                    <a:pt x="105823" y="89657"/>
                  </a:lnTo>
                  <a:lnTo>
                    <a:pt x="102679" y="89657"/>
                  </a:lnTo>
                  <a:lnTo>
                    <a:pt x="97590" y="89508"/>
                  </a:lnTo>
                  <a:lnTo>
                    <a:pt x="95195" y="89508"/>
                  </a:lnTo>
                  <a:lnTo>
                    <a:pt x="92651" y="89807"/>
                  </a:lnTo>
                  <a:lnTo>
                    <a:pt x="93549" y="82922"/>
                  </a:lnTo>
                  <a:lnTo>
                    <a:pt x="93699" y="82174"/>
                  </a:lnTo>
                  <a:lnTo>
                    <a:pt x="93848" y="81425"/>
                  </a:lnTo>
                  <a:lnTo>
                    <a:pt x="96543" y="61817"/>
                  </a:lnTo>
                  <a:lnTo>
                    <a:pt x="96692" y="60171"/>
                  </a:lnTo>
                  <a:lnTo>
                    <a:pt x="97740" y="53136"/>
                  </a:lnTo>
                  <a:lnTo>
                    <a:pt x="97890" y="51340"/>
                  </a:lnTo>
                  <a:lnTo>
                    <a:pt x="100135" y="35025"/>
                  </a:lnTo>
                  <a:lnTo>
                    <a:pt x="100284" y="34127"/>
                  </a:lnTo>
                  <a:lnTo>
                    <a:pt x="101781" y="23051"/>
                  </a:lnTo>
                  <a:lnTo>
                    <a:pt x="102230" y="19608"/>
                  </a:lnTo>
                  <a:lnTo>
                    <a:pt x="102829" y="15716"/>
                  </a:lnTo>
                  <a:lnTo>
                    <a:pt x="103278" y="12274"/>
                  </a:lnTo>
                  <a:lnTo>
                    <a:pt x="104176" y="5837"/>
                  </a:lnTo>
                  <a:close/>
                  <a:moveTo>
                    <a:pt x="53285" y="113456"/>
                  </a:moveTo>
                  <a:lnTo>
                    <a:pt x="60021" y="114354"/>
                  </a:lnTo>
                  <a:lnTo>
                    <a:pt x="53884" y="116151"/>
                  </a:lnTo>
                  <a:lnTo>
                    <a:pt x="53285" y="113456"/>
                  </a:lnTo>
                  <a:close/>
                  <a:moveTo>
                    <a:pt x="90705" y="92352"/>
                  </a:moveTo>
                  <a:lnTo>
                    <a:pt x="90555" y="92651"/>
                  </a:lnTo>
                  <a:lnTo>
                    <a:pt x="92052" y="93998"/>
                  </a:lnTo>
                  <a:lnTo>
                    <a:pt x="92202" y="94148"/>
                  </a:lnTo>
                  <a:lnTo>
                    <a:pt x="93998" y="95794"/>
                  </a:lnTo>
                  <a:lnTo>
                    <a:pt x="95794" y="97441"/>
                  </a:lnTo>
                  <a:lnTo>
                    <a:pt x="95794" y="97590"/>
                  </a:lnTo>
                  <a:lnTo>
                    <a:pt x="97590" y="99087"/>
                  </a:lnTo>
                  <a:lnTo>
                    <a:pt x="97590" y="99237"/>
                  </a:lnTo>
                  <a:lnTo>
                    <a:pt x="97740" y="99387"/>
                  </a:lnTo>
                  <a:lnTo>
                    <a:pt x="97291" y="99387"/>
                  </a:lnTo>
                  <a:lnTo>
                    <a:pt x="95794" y="99536"/>
                  </a:lnTo>
                  <a:lnTo>
                    <a:pt x="95644" y="99686"/>
                  </a:lnTo>
                  <a:lnTo>
                    <a:pt x="95794" y="99686"/>
                  </a:lnTo>
                  <a:lnTo>
                    <a:pt x="96842" y="99836"/>
                  </a:lnTo>
                  <a:lnTo>
                    <a:pt x="96992" y="99836"/>
                  </a:lnTo>
                  <a:lnTo>
                    <a:pt x="98488" y="99985"/>
                  </a:lnTo>
                  <a:lnTo>
                    <a:pt x="99237" y="100734"/>
                  </a:lnTo>
                  <a:lnTo>
                    <a:pt x="99386" y="100883"/>
                  </a:lnTo>
                  <a:lnTo>
                    <a:pt x="101183" y="102530"/>
                  </a:lnTo>
                  <a:lnTo>
                    <a:pt x="101183" y="102680"/>
                  </a:lnTo>
                  <a:lnTo>
                    <a:pt x="102829" y="104027"/>
                  </a:lnTo>
                  <a:lnTo>
                    <a:pt x="103428" y="104625"/>
                  </a:lnTo>
                  <a:lnTo>
                    <a:pt x="103577" y="104775"/>
                  </a:lnTo>
                  <a:lnTo>
                    <a:pt x="103428" y="104775"/>
                  </a:lnTo>
                  <a:lnTo>
                    <a:pt x="102979" y="105374"/>
                  </a:lnTo>
                  <a:lnTo>
                    <a:pt x="102829" y="105523"/>
                  </a:lnTo>
                  <a:lnTo>
                    <a:pt x="102230" y="106122"/>
                  </a:lnTo>
                  <a:lnTo>
                    <a:pt x="101183" y="107320"/>
                  </a:lnTo>
                  <a:lnTo>
                    <a:pt x="101033" y="107320"/>
                  </a:lnTo>
                  <a:lnTo>
                    <a:pt x="99985" y="108517"/>
                  </a:lnTo>
                  <a:lnTo>
                    <a:pt x="99985" y="106122"/>
                  </a:lnTo>
                  <a:lnTo>
                    <a:pt x="99985" y="105523"/>
                  </a:lnTo>
                  <a:lnTo>
                    <a:pt x="99985" y="105374"/>
                  </a:lnTo>
                  <a:lnTo>
                    <a:pt x="99985" y="104925"/>
                  </a:lnTo>
                  <a:lnTo>
                    <a:pt x="99985" y="104775"/>
                  </a:lnTo>
                  <a:lnTo>
                    <a:pt x="99985" y="104176"/>
                  </a:lnTo>
                  <a:lnTo>
                    <a:pt x="99835" y="104027"/>
                  </a:lnTo>
                  <a:lnTo>
                    <a:pt x="99835" y="103727"/>
                  </a:lnTo>
                  <a:lnTo>
                    <a:pt x="99686" y="102680"/>
                  </a:lnTo>
                  <a:lnTo>
                    <a:pt x="99686" y="102530"/>
                  </a:lnTo>
                  <a:lnTo>
                    <a:pt x="99386" y="102530"/>
                  </a:lnTo>
                  <a:lnTo>
                    <a:pt x="99386" y="102680"/>
                  </a:lnTo>
                  <a:lnTo>
                    <a:pt x="99237" y="104176"/>
                  </a:lnTo>
                  <a:lnTo>
                    <a:pt x="99237" y="104476"/>
                  </a:lnTo>
                  <a:lnTo>
                    <a:pt x="99237" y="104625"/>
                  </a:lnTo>
                  <a:lnTo>
                    <a:pt x="99237" y="104775"/>
                  </a:lnTo>
                  <a:lnTo>
                    <a:pt x="99237" y="104925"/>
                  </a:lnTo>
                  <a:lnTo>
                    <a:pt x="99087" y="105374"/>
                  </a:lnTo>
                  <a:lnTo>
                    <a:pt x="99087" y="105523"/>
                  </a:lnTo>
                  <a:lnTo>
                    <a:pt x="99087" y="106122"/>
                  </a:lnTo>
                  <a:lnTo>
                    <a:pt x="99087" y="108667"/>
                  </a:lnTo>
                  <a:lnTo>
                    <a:pt x="99087" y="108816"/>
                  </a:lnTo>
                  <a:lnTo>
                    <a:pt x="99087" y="109415"/>
                  </a:lnTo>
                  <a:lnTo>
                    <a:pt x="96543" y="111960"/>
                  </a:lnTo>
                  <a:lnTo>
                    <a:pt x="96842" y="109116"/>
                  </a:lnTo>
                  <a:lnTo>
                    <a:pt x="96842" y="106272"/>
                  </a:lnTo>
                  <a:lnTo>
                    <a:pt x="96842" y="105523"/>
                  </a:lnTo>
                  <a:lnTo>
                    <a:pt x="96842" y="104925"/>
                  </a:lnTo>
                  <a:lnTo>
                    <a:pt x="96692" y="104326"/>
                  </a:lnTo>
                  <a:lnTo>
                    <a:pt x="96692" y="103727"/>
                  </a:lnTo>
                  <a:lnTo>
                    <a:pt x="96692" y="103428"/>
                  </a:lnTo>
                  <a:lnTo>
                    <a:pt x="96393" y="101931"/>
                  </a:lnTo>
                  <a:lnTo>
                    <a:pt x="96393" y="101781"/>
                  </a:lnTo>
                  <a:lnTo>
                    <a:pt x="96243" y="101931"/>
                  </a:lnTo>
                  <a:lnTo>
                    <a:pt x="95944" y="104176"/>
                  </a:lnTo>
                  <a:lnTo>
                    <a:pt x="95944" y="104326"/>
                  </a:lnTo>
                  <a:lnTo>
                    <a:pt x="95944" y="104925"/>
                  </a:lnTo>
                  <a:lnTo>
                    <a:pt x="95944" y="105523"/>
                  </a:lnTo>
                  <a:lnTo>
                    <a:pt x="95944" y="105673"/>
                  </a:lnTo>
                  <a:lnTo>
                    <a:pt x="95944" y="106272"/>
                  </a:lnTo>
                  <a:lnTo>
                    <a:pt x="95944" y="109415"/>
                  </a:lnTo>
                  <a:lnTo>
                    <a:pt x="96094" y="112558"/>
                  </a:lnTo>
                  <a:lnTo>
                    <a:pt x="91753" y="117049"/>
                  </a:lnTo>
                  <a:lnTo>
                    <a:pt x="90106" y="116899"/>
                  </a:lnTo>
                  <a:lnTo>
                    <a:pt x="90106" y="116749"/>
                  </a:lnTo>
                  <a:lnTo>
                    <a:pt x="90256" y="114354"/>
                  </a:lnTo>
                  <a:lnTo>
                    <a:pt x="90406" y="111810"/>
                  </a:lnTo>
                  <a:lnTo>
                    <a:pt x="90256" y="106721"/>
                  </a:lnTo>
                  <a:lnTo>
                    <a:pt x="90106" y="105823"/>
                  </a:lnTo>
                  <a:lnTo>
                    <a:pt x="90106" y="105224"/>
                  </a:lnTo>
                  <a:lnTo>
                    <a:pt x="90106" y="105074"/>
                  </a:lnTo>
                  <a:lnTo>
                    <a:pt x="90106" y="104176"/>
                  </a:lnTo>
                  <a:lnTo>
                    <a:pt x="90106" y="103727"/>
                  </a:lnTo>
                  <a:lnTo>
                    <a:pt x="90106" y="103578"/>
                  </a:lnTo>
                  <a:lnTo>
                    <a:pt x="89957" y="103428"/>
                  </a:lnTo>
                  <a:lnTo>
                    <a:pt x="89807" y="103578"/>
                  </a:lnTo>
                  <a:lnTo>
                    <a:pt x="89657" y="103578"/>
                  </a:lnTo>
                  <a:lnTo>
                    <a:pt x="89657" y="103727"/>
                  </a:lnTo>
                  <a:lnTo>
                    <a:pt x="89657" y="104625"/>
                  </a:lnTo>
                  <a:lnTo>
                    <a:pt x="89657" y="105523"/>
                  </a:lnTo>
                  <a:lnTo>
                    <a:pt x="89508" y="106571"/>
                  </a:lnTo>
                  <a:lnTo>
                    <a:pt x="89508" y="107769"/>
                  </a:lnTo>
                  <a:lnTo>
                    <a:pt x="89358" y="112259"/>
                  </a:lnTo>
                  <a:lnTo>
                    <a:pt x="89508" y="114504"/>
                  </a:lnTo>
                  <a:lnTo>
                    <a:pt x="89657" y="116749"/>
                  </a:lnTo>
                  <a:lnTo>
                    <a:pt x="89657" y="116749"/>
                  </a:lnTo>
                  <a:lnTo>
                    <a:pt x="83521" y="116001"/>
                  </a:lnTo>
                  <a:lnTo>
                    <a:pt x="82772" y="115851"/>
                  </a:lnTo>
                  <a:lnTo>
                    <a:pt x="82024" y="115702"/>
                  </a:lnTo>
                  <a:lnTo>
                    <a:pt x="61667" y="113007"/>
                  </a:lnTo>
                  <a:lnTo>
                    <a:pt x="60171" y="112708"/>
                  </a:lnTo>
                  <a:lnTo>
                    <a:pt x="52986" y="111810"/>
                  </a:lnTo>
                  <a:lnTo>
                    <a:pt x="51190" y="111511"/>
                  </a:lnTo>
                  <a:lnTo>
                    <a:pt x="35025" y="109265"/>
                  </a:lnTo>
                  <a:lnTo>
                    <a:pt x="33977" y="109116"/>
                  </a:lnTo>
                  <a:lnTo>
                    <a:pt x="23050" y="107619"/>
                  </a:lnTo>
                  <a:lnTo>
                    <a:pt x="19608" y="107170"/>
                  </a:lnTo>
                  <a:lnTo>
                    <a:pt x="15716" y="106571"/>
                  </a:lnTo>
                  <a:lnTo>
                    <a:pt x="12274" y="106122"/>
                  </a:lnTo>
                  <a:lnTo>
                    <a:pt x="5688" y="105224"/>
                  </a:lnTo>
                  <a:lnTo>
                    <a:pt x="12274" y="104326"/>
                  </a:lnTo>
                  <a:lnTo>
                    <a:pt x="15716" y="103727"/>
                  </a:lnTo>
                  <a:lnTo>
                    <a:pt x="19608" y="103129"/>
                  </a:lnTo>
                  <a:lnTo>
                    <a:pt x="23050" y="102680"/>
                  </a:lnTo>
                  <a:lnTo>
                    <a:pt x="33977" y="101033"/>
                  </a:lnTo>
                  <a:lnTo>
                    <a:pt x="35025" y="100883"/>
                  </a:lnTo>
                  <a:lnTo>
                    <a:pt x="51190" y="98339"/>
                  </a:lnTo>
                  <a:lnTo>
                    <a:pt x="52986" y="98039"/>
                  </a:lnTo>
                  <a:lnTo>
                    <a:pt x="60171" y="96992"/>
                  </a:lnTo>
                  <a:lnTo>
                    <a:pt x="61667" y="96842"/>
                  </a:lnTo>
                  <a:lnTo>
                    <a:pt x="81425" y="93848"/>
                  </a:lnTo>
                  <a:lnTo>
                    <a:pt x="82173" y="93699"/>
                  </a:lnTo>
                  <a:lnTo>
                    <a:pt x="82922" y="93549"/>
                  </a:lnTo>
                  <a:lnTo>
                    <a:pt x="85915" y="93100"/>
                  </a:lnTo>
                  <a:lnTo>
                    <a:pt x="86514" y="93100"/>
                  </a:lnTo>
                  <a:lnTo>
                    <a:pt x="90106" y="92501"/>
                  </a:lnTo>
                  <a:lnTo>
                    <a:pt x="90555" y="92352"/>
                  </a:lnTo>
                  <a:close/>
                  <a:moveTo>
                    <a:pt x="117647" y="92501"/>
                  </a:moveTo>
                  <a:lnTo>
                    <a:pt x="119294" y="92651"/>
                  </a:lnTo>
                  <a:lnTo>
                    <a:pt x="119144" y="95046"/>
                  </a:lnTo>
                  <a:lnTo>
                    <a:pt x="118994" y="97590"/>
                  </a:lnTo>
                  <a:lnTo>
                    <a:pt x="119144" y="102530"/>
                  </a:lnTo>
                  <a:lnTo>
                    <a:pt x="119144" y="103428"/>
                  </a:lnTo>
                  <a:lnTo>
                    <a:pt x="119294" y="104176"/>
                  </a:lnTo>
                  <a:lnTo>
                    <a:pt x="119294" y="104476"/>
                  </a:lnTo>
                  <a:lnTo>
                    <a:pt x="119294" y="105224"/>
                  </a:lnTo>
                  <a:lnTo>
                    <a:pt x="119294" y="105823"/>
                  </a:lnTo>
                  <a:lnTo>
                    <a:pt x="119294" y="105972"/>
                  </a:lnTo>
                  <a:lnTo>
                    <a:pt x="119593" y="105972"/>
                  </a:lnTo>
                  <a:lnTo>
                    <a:pt x="119743" y="105823"/>
                  </a:lnTo>
                  <a:lnTo>
                    <a:pt x="119743" y="104775"/>
                  </a:lnTo>
                  <a:lnTo>
                    <a:pt x="119743" y="103727"/>
                  </a:lnTo>
                  <a:lnTo>
                    <a:pt x="119892" y="102680"/>
                  </a:lnTo>
                  <a:lnTo>
                    <a:pt x="119892" y="101482"/>
                  </a:lnTo>
                  <a:lnTo>
                    <a:pt x="120042" y="97141"/>
                  </a:lnTo>
                  <a:lnTo>
                    <a:pt x="119892" y="94896"/>
                  </a:lnTo>
                  <a:lnTo>
                    <a:pt x="119743" y="92651"/>
                  </a:lnTo>
                  <a:lnTo>
                    <a:pt x="119743" y="92651"/>
                  </a:lnTo>
                  <a:lnTo>
                    <a:pt x="125730" y="93549"/>
                  </a:lnTo>
                  <a:lnTo>
                    <a:pt x="126478" y="93699"/>
                  </a:lnTo>
                  <a:lnTo>
                    <a:pt x="127077" y="93699"/>
                  </a:lnTo>
                  <a:lnTo>
                    <a:pt x="147733" y="96543"/>
                  </a:lnTo>
                  <a:lnTo>
                    <a:pt x="149229" y="96842"/>
                  </a:lnTo>
                  <a:lnTo>
                    <a:pt x="156414" y="97740"/>
                  </a:lnTo>
                  <a:lnTo>
                    <a:pt x="158210" y="98039"/>
                  </a:lnTo>
                  <a:lnTo>
                    <a:pt x="174375" y="100285"/>
                  </a:lnTo>
                  <a:lnTo>
                    <a:pt x="175423" y="100434"/>
                  </a:lnTo>
                  <a:lnTo>
                    <a:pt x="186350" y="101931"/>
                  </a:lnTo>
                  <a:lnTo>
                    <a:pt x="189792" y="102380"/>
                  </a:lnTo>
                  <a:lnTo>
                    <a:pt x="193684" y="102829"/>
                  </a:lnTo>
                  <a:lnTo>
                    <a:pt x="197126" y="103278"/>
                  </a:lnTo>
                  <a:lnTo>
                    <a:pt x="203712" y="104326"/>
                  </a:lnTo>
                  <a:lnTo>
                    <a:pt x="197126" y="105224"/>
                  </a:lnTo>
                  <a:lnTo>
                    <a:pt x="193684" y="105823"/>
                  </a:lnTo>
                  <a:lnTo>
                    <a:pt x="189792" y="106421"/>
                  </a:lnTo>
                  <a:lnTo>
                    <a:pt x="186350" y="106871"/>
                  </a:lnTo>
                  <a:lnTo>
                    <a:pt x="175423" y="108517"/>
                  </a:lnTo>
                  <a:lnTo>
                    <a:pt x="174375" y="108667"/>
                  </a:lnTo>
                  <a:lnTo>
                    <a:pt x="158210" y="111062"/>
                  </a:lnTo>
                  <a:lnTo>
                    <a:pt x="156414" y="111361"/>
                  </a:lnTo>
                  <a:lnTo>
                    <a:pt x="149229" y="112409"/>
                  </a:lnTo>
                  <a:lnTo>
                    <a:pt x="147733" y="112708"/>
                  </a:lnTo>
                  <a:lnTo>
                    <a:pt x="127975" y="115702"/>
                  </a:lnTo>
                  <a:lnTo>
                    <a:pt x="127376" y="115851"/>
                  </a:lnTo>
                  <a:lnTo>
                    <a:pt x="126628" y="115851"/>
                  </a:lnTo>
                  <a:lnTo>
                    <a:pt x="123634" y="116300"/>
                  </a:lnTo>
                  <a:lnTo>
                    <a:pt x="123036" y="116450"/>
                  </a:lnTo>
                  <a:lnTo>
                    <a:pt x="119443" y="117049"/>
                  </a:lnTo>
                  <a:lnTo>
                    <a:pt x="118695" y="117049"/>
                  </a:lnTo>
                  <a:lnTo>
                    <a:pt x="118695" y="116899"/>
                  </a:lnTo>
                  <a:lnTo>
                    <a:pt x="117348" y="115552"/>
                  </a:lnTo>
                  <a:lnTo>
                    <a:pt x="117198" y="115402"/>
                  </a:lnTo>
                  <a:lnTo>
                    <a:pt x="115552" y="113756"/>
                  </a:lnTo>
                  <a:lnTo>
                    <a:pt x="115402" y="113756"/>
                  </a:lnTo>
                  <a:lnTo>
                    <a:pt x="113756" y="112109"/>
                  </a:lnTo>
                  <a:lnTo>
                    <a:pt x="113606" y="111960"/>
                  </a:lnTo>
                  <a:lnTo>
                    <a:pt x="111959" y="110463"/>
                  </a:lnTo>
                  <a:lnTo>
                    <a:pt x="111810" y="110313"/>
                  </a:lnTo>
                  <a:lnTo>
                    <a:pt x="111660" y="110163"/>
                  </a:lnTo>
                  <a:lnTo>
                    <a:pt x="112259" y="110163"/>
                  </a:lnTo>
                  <a:lnTo>
                    <a:pt x="113606" y="110014"/>
                  </a:lnTo>
                  <a:lnTo>
                    <a:pt x="113756" y="109864"/>
                  </a:lnTo>
                  <a:lnTo>
                    <a:pt x="113606" y="109714"/>
                  </a:lnTo>
                  <a:lnTo>
                    <a:pt x="112558" y="109714"/>
                  </a:lnTo>
                  <a:lnTo>
                    <a:pt x="110912" y="109565"/>
                  </a:lnTo>
                  <a:lnTo>
                    <a:pt x="110912" y="109415"/>
                  </a:lnTo>
                  <a:lnTo>
                    <a:pt x="110762" y="109265"/>
                  </a:lnTo>
                  <a:lnTo>
                    <a:pt x="110163" y="108816"/>
                  </a:lnTo>
                  <a:lnTo>
                    <a:pt x="110014" y="108667"/>
                  </a:lnTo>
                  <a:lnTo>
                    <a:pt x="108367" y="107020"/>
                  </a:lnTo>
                  <a:lnTo>
                    <a:pt x="108217" y="106871"/>
                  </a:lnTo>
                  <a:lnTo>
                    <a:pt x="106571" y="105374"/>
                  </a:lnTo>
                  <a:lnTo>
                    <a:pt x="106122" y="104925"/>
                  </a:lnTo>
                  <a:lnTo>
                    <a:pt x="105972" y="104775"/>
                  </a:lnTo>
                  <a:lnTo>
                    <a:pt x="105823" y="104775"/>
                  </a:lnTo>
                  <a:lnTo>
                    <a:pt x="106272" y="104326"/>
                  </a:lnTo>
                  <a:lnTo>
                    <a:pt x="106272" y="104176"/>
                  </a:lnTo>
                  <a:lnTo>
                    <a:pt x="106870" y="103727"/>
                  </a:lnTo>
                  <a:lnTo>
                    <a:pt x="107918" y="102530"/>
                  </a:lnTo>
                  <a:lnTo>
                    <a:pt x="109415" y="101033"/>
                  </a:lnTo>
                  <a:lnTo>
                    <a:pt x="109415" y="103578"/>
                  </a:lnTo>
                  <a:lnTo>
                    <a:pt x="109415" y="104176"/>
                  </a:lnTo>
                  <a:lnTo>
                    <a:pt x="109415" y="104775"/>
                  </a:lnTo>
                  <a:lnTo>
                    <a:pt x="109415" y="104925"/>
                  </a:lnTo>
                  <a:lnTo>
                    <a:pt x="109415" y="105374"/>
                  </a:lnTo>
                  <a:lnTo>
                    <a:pt x="109565" y="105673"/>
                  </a:lnTo>
                  <a:lnTo>
                    <a:pt x="109565" y="105823"/>
                  </a:lnTo>
                  <a:lnTo>
                    <a:pt x="109714" y="106871"/>
                  </a:lnTo>
                  <a:lnTo>
                    <a:pt x="109864" y="107020"/>
                  </a:lnTo>
                  <a:lnTo>
                    <a:pt x="109864" y="106871"/>
                  </a:lnTo>
                  <a:lnTo>
                    <a:pt x="110014" y="106871"/>
                  </a:lnTo>
                  <a:lnTo>
                    <a:pt x="110163" y="105374"/>
                  </a:lnTo>
                  <a:lnTo>
                    <a:pt x="110163" y="105224"/>
                  </a:lnTo>
                  <a:lnTo>
                    <a:pt x="110163" y="104925"/>
                  </a:lnTo>
                  <a:lnTo>
                    <a:pt x="110163" y="104775"/>
                  </a:lnTo>
                  <a:lnTo>
                    <a:pt x="110163" y="104176"/>
                  </a:lnTo>
                  <a:lnTo>
                    <a:pt x="110313" y="104027"/>
                  </a:lnTo>
                  <a:lnTo>
                    <a:pt x="110313" y="103578"/>
                  </a:lnTo>
                  <a:lnTo>
                    <a:pt x="110313" y="100135"/>
                  </a:lnTo>
                  <a:lnTo>
                    <a:pt x="112857" y="97441"/>
                  </a:lnTo>
                  <a:lnTo>
                    <a:pt x="112558" y="100434"/>
                  </a:lnTo>
                  <a:lnTo>
                    <a:pt x="112558" y="103578"/>
                  </a:lnTo>
                  <a:lnTo>
                    <a:pt x="112558" y="104027"/>
                  </a:lnTo>
                  <a:lnTo>
                    <a:pt x="112558" y="104176"/>
                  </a:lnTo>
                  <a:lnTo>
                    <a:pt x="112558" y="104625"/>
                  </a:lnTo>
                  <a:lnTo>
                    <a:pt x="112558" y="104775"/>
                  </a:lnTo>
                  <a:lnTo>
                    <a:pt x="112708" y="105224"/>
                  </a:lnTo>
                  <a:lnTo>
                    <a:pt x="112708" y="105972"/>
                  </a:lnTo>
                  <a:lnTo>
                    <a:pt x="112708" y="106122"/>
                  </a:lnTo>
                  <a:lnTo>
                    <a:pt x="112857" y="107619"/>
                  </a:lnTo>
                  <a:lnTo>
                    <a:pt x="113007" y="107769"/>
                  </a:lnTo>
                  <a:lnTo>
                    <a:pt x="113157" y="107619"/>
                  </a:lnTo>
                  <a:lnTo>
                    <a:pt x="113456" y="105374"/>
                  </a:lnTo>
                  <a:lnTo>
                    <a:pt x="113456" y="105224"/>
                  </a:lnTo>
                  <a:lnTo>
                    <a:pt x="113456" y="104775"/>
                  </a:lnTo>
                  <a:lnTo>
                    <a:pt x="113456" y="104625"/>
                  </a:lnTo>
                  <a:lnTo>
                    <a:pt x="113456" y="104176"/>
                  </a:lnTo>
                  <a:lnTo>
                    <a:pt x="113456" y="104027"/>
                  </a:lnTo>
                  <a:lnTo>
                    <a:pt x="113456" y="103578"/>
                  </a:lnTo>
                  <a:lnTo>
                    <a:pt x="113456" y="100285"/>
                  </a:lnTo>
                  <a:lnTo>
                    <a:pt x="113307" y="96992"/>
                  </a:lnTo>
                  <a:lnTo>
                    <a:pt x="117647" y="92501"/>
                  </a:lnTo>
                  <a:close/>
                  <a:moveTo>
                    <a:pt x="156115" y="113007"/>
                  </a:moveTo>
                  <a:lnTo>
                    <a:pt x="155815" y="115253"/>
                  </a:lnTo>
                  <a:lnTo>
                    <a:pt x="155216" y="117348"/>
                  </a:lnTo>
                  <a:lnTo>
                    <a:pt x="148481" y="116001"/>
                  </a:lnTo>
                  <a:lnTo>
                    <a:pt x="148930" y="114205"/>
                  </a:lnTo>
                  <a:lnTo>
                    <a:pt x="156115" y="113007"/>
                  </a:lnTo>
                  <a:close/>
                  <a:moveTo>
                    <a:pt x="23200" y="109265"/>
                  </a:moveTo>
                  <a:lnTo>
                    <a:pt x="34127" y="110762"/>
                  </a:lnTo>
                  <a:lnTo>
                    <a:pt x="34725" y="115552"/>
                  </a:lnTo>
                  <a:lnTo>
                    <a:pt x="35623" y="120342"/>
                  </a:lnTo>
                  <a:lnTo>
                    <a:pt x="24547" y="120342"/>
                  </a:lnTo>
                  <a:lnTo>
                    <a:pt x="24098" y="117647"/>
                  </a:lnTo>
                  <a:lnTo>
                    <a:pt x="23649" y="114803"/>
                  </a:lnTo>
                  <a:lnTo>
                    <a:pt x="23350" y="112109"/>
                  </a:lnTo>
                  <a:lnTo>
                    <a:pt x="23200" y="109265"/>
                  </a:lnTo>
                  <a:close/>
                  <a:moveTo>
                    <a:pt x="186350" y="108517"/>
                  </a:moveTo>
                  <a:lnTo>
                    <a:pt x="186050" y="111511"/>
                  </a:lnTo>
                  <a:lnTo>
                    <a:pt x="185751" y="114504"/>
                  </a:lnTo>
                  <a:lnTo>
                    <a:pt x="185451" y="117348"/>
                  </a:lnTo>
                  <a:lnTo>
                    <a:pt x="184853" y="120342"/>
                  </a:lnTo>
                  <a:lnTo>
                    <a:pt x="173777" y="120342"/>
                  </a:lnTo>
                  <a:lnTo>
                    <a:pt x="174226" y="117797"/>
                  </a:lnTo>
                  <a:lnTo>
                    <a:pt x="174675" y="115253"/>
                  </a:lnTo>
                  <a:lnTo>
                    <a:pt x="174974" y="112708"/>
                  </a:lnTo>
                  <a:lnTo>
                    <a:pt x="175273" y="110163"/>
                  </a:lnTo>
                  <a:lnTo>
                    <a:pt x="186350" y="108517"/>
                  </a:lnTo>
                  <a:close/>
                  <a:moveTo>
                    <a:pt x="37869" y="121240"/>
                  </a:moveTo>
                  <a:lnTo>
                    <a:pt x="39066" y="121389"/>
                  </a:lnTo>
                  <a:lnTo>
                    <a:pt x="38168" y="121838"/>
                  </a:lnTo>
                  <a:lnTo>
                    <a:pt x="37869" y="121240"/>
                  </a:lnTo>
                  <a:close/>
                  <a:moveTo>
                    <a:pt x="171531" y="121240"/>
                  </a:moveTo>
                  <a:lnTo>
                    <a:pt x="171232" y="121838"/>
                  </a:lnTo>
                  <a:lnTo>
                    <a:pt x="170484" y="121389"/>
                  </a:lnTo>
                  <a:lnTo>
                    <a:pt x="171531" y="121240"/>
                  </a:lnTo>
                  <a:close/>
                  <a:moveTo>
                    <a:pt x="37569" y="121240"/>
                  </a:moveTo>
                  <a:lnTo>
                    <a:pt x="37719" y="121389"/>
                  </a:lnTo>
                  <a:lnTo>
                    <a:pt x="38018" y="121838"/>
                  </a:lnTo>
                  <a:lnTo>
                    <a:pt x="37120" y="122437"/>
                  </a:lnTo>
                  <a:lnTo>
                    <a:pt x="36222" y="122886"/>
                  </a:lnTo>
                  <a:lnTo>
                    <a:pt x="26493" y="128574"/>
                  </a:lnTo>
                  <a:lnTo>
                    <a:pt x="25595" y="124982"/>
                  </a:lnTo>
                  <a:lnTo>
                    <a:pt x="24697" y="121240"/>
                  </a:lnTo>
                  <a:lnTo>
                    <a:pt x="25146" y="121240"/>
                  </a:lnTo>
                  <a:lnTo>
                    <a:pt x="25595" y="122736"/>
                  </a:lnTo>
                  <a:lnTo>
                    <a:pt x="25894" y="123635"/>
                  </a:lnTo>
                  <a:lnTo>
                    <a:pt x="26194" y="124533"/>
                  </a:lnTo>
                  <a:lnTo>
                    <a:pt x="26343" y="124533"/>
                  </a:lnTo>
                  <a:lnTo>
                    <a:pt x="26343" y="124383"/>
                  </a:lnTo>
                  <a:lnTo>
                    <a:pt x="25894" y="122437"/>
                  </a:lnTo>
                  <a:lnTo>
                    <a:pt x="25445" y="121240"/>
                  </a:lnTo>
                  <a:lnTo>
                    <a:pt x="26493" y="121240"/>
                  </a:lnTo>
                  <a:lnTo>
                    <a:pt x="26942" y="122587"/>
                  </a:lnTo>
                  <a:lnTo>
                    <a:pt x="27092" y="123485"/>
                  </a:lnTo>
                  <a:lnTo>
                    <a:pt x="27541" y="124383"/>
                  </a:lnTo>
                  <a:lnTo>
                    <a:pt x="27690" y="124383"/>
                  </a:lnTo>
                  <a:lnTo>
                    <a:pt x="27391" y="123485"/>
                  </a:lnTo>
                  <a:lnTo>
                    <a:pt x="27241" y="122587"/>
                  </a:lnTo>
                  <a:lnTo>
                    <a:pt x="26792" y="121240"/>
                  </a:lnTo>
                  <a:lnTo>
                    <a:pt x="27541" y="121240"/>
                  </a:lnTo>
                  <a:lnTo>
                    <a:pt x="27990" y="122736"/>
                  </a:lnTo>
                  <a:lnTo>
                    <a:pt x="28289" y="123335"/>
                  </a:lnTo>
                  <a:lnTo>
                    <a:pt x="28589" y="123934"/>
                  </a:lnTo>
                  <a:lnTo>
                    <a:pt x="28738" y="123934"/>
                  </a:lnTo>
                  <a:lnTo>
                    <a:pt x="28738" y="123784"/>
                  </a:lnTo>
                  <a:lnTo>
                    <a:pt x="28140" y="122287"/>
                  </a:lnTo>
                  <a:lnTo>
                    <a:pt x="27840" y="121240"/>
                  </a:lnTo>
                  <a:lnTo>
                    <a:pt x="29187" y="121240"/>
                  </a:lnTo>
                  <a:lnTo>
                    <a:pt x="29487" y="122287"/>
                  </a:lnTo>
                  <a:lnTo>
                    <a:pt x="29786" y="123185"/>
                  </a:lnTo>
                  <a:lnTo>
                    <a:pt x="30085" y="123934"/>
                  </a:lnTo>
                  <a:lnTo>
                    <a:pt x="30235" y="123934"/>
                  </a:lnTo>
                  <a:lnTo>
                    <a:pt x="29936" y="123036"/>
                  </a:lnTo>
                  <a:lnTo>
                    <a:pt x="29786" y="122287"/>
                  </a:lnTo>
                  <a:lnTo>
                    <a:pt x="29337" y="121240"/>
                  </a:lnTo>
                  <a:lnTo>
                    <a:pt x="30385" y="121240"/>
                  </a:lnTo>
                  <a:lnTo>
                    <a:pt x="30534" y="122138"/>
                  </a:lnTo>
                  <a:lnTo>
                    <a:pt x="30834" y="122886"/>
                  </a:lnTo>
                  <a:lnTo>
                    <a:pt x="31133" y="123635"/>
                  </a:lnTo>
                  <a:lnTo>
                    <a:pt x="31283" y="123635"/>
                  </a:lnTo>
                  <a:lnTo>
                    <a:pt x="30684" y="121689"/>
                  </a:lnTo>
                  <a:lnTo>
                    <a:pt x="30684" y="121240"/>
                  </a:lnTo>
                  <a:lnTo>
                    <a:pt x="31432" y="121240"/>
                  </a:lnTo>
                  <a:lnTo>
                    <a:pt x="31582" y="121838"/>
                  </a:lnTo>
                  <a:lnTo>
                    <a:pt x="32181" y="123335"/>
                  </a:lnTo>
                  <a:lnTo>
                    <a:pt x="32331" y="123335"/>
                  </a:lnTo>
                  <a:lnTo>
                    <a:pt x="32331" y="123185"/>
                  </a:lnTo>
                  <a:lnTo>
                    <a:pt x="31881" y="121838"/>
                  </a:lnTo>
                  <a:lnTo>
                    <a:pt x="31732" y="121240"/>
                  </a:lnTo>
                  <a:lnTo>
                    <a:pt x="32480" y="121240"/>
                  </a:lnTo>
                  <a:lnTo>
                    <a:pt x="32780" y="122138"/>
                  </a:lnTo>
                  <a:lnTo>
                    <a:pt x="33079" y="123036"/>
                  </a:lnTo>
                  <a:lnTo>
                    <a:pt x="33229" y="123036"/>
                  </a:lnTo>
                  <a:lnTo>
                    <a:pt x="33079" y="122138"/>
                  </a:lnTo>
                  <a:lnTo>
                    <a:pt x="32780" y="121240"/>
                  </a:lnTo>
                  <a:lnTo>
                    <a:pt x="33528" y="121240"/>
                  </a:lnTo>
                  <a:lnTo>
                    <a:pt x="33678" y="121689"/>
                  </a:lnTo>
                  <a:lnTo>
                    <a:pt x="33827" y="122138"/>
                  </a:lnTo>
                  <a:lnTo>
                    <a:pt x="34127" y="122736"/>
                  </a:lnTo>
                  <a:lnTo>
                    <a:pt x="34276" y="122587"/>
                  </a:lnTo>
                  <a:lnTo>
                    <a:pt x="33977" y="121539"/>
                  </a:lnTo>
                  <a:lnTo>
                    <a:pt x="33827" y="121240"/>
                  </a:lnTo>
                  <a:lnTo>
                    <a:pt x="34576" y="121240"/>
                  </a:lnTo>
                  <a:lnTo>
                    <a:pt x="35174" y="122437"/>
                  </a:lnTo>
                  <a:lnTo>
                    <a:pt x="35324" y="122437"/>
                  </a:lnTo>
                  <a:lnTo>
                    <a:pt x="34875" y="121240"/>
                  </a:lnTo>
                  <a:lnTo>
                    <a:pt x="35623" y="121240"/>
                  </a:lnTo>
                  <a:lnTo>
                    <a:pt x="35623" y="121539"/>
                  </a:lnTo>
                  <a:lnTo>
                    <a:pt x="36072" y="122287"/>
                  </a:lnTo>
                  <a:lnTo>
                    <a:pt x="36222" y="122437"/>
                  </a:lnTo>
                  <a:lnTo>
                    <a:pt x="36222" y="122287"/>
                  </a:lnTo>
                  <a:lnTo>
                    <a:pt x="35923" y="121389"/>
                  </a:lnTo>
                  <a:lnTo>
                    <a:pt x="35923" y="121240"/>
                  </a:lnTo>
                  <a:lnTo>
                    <a:pt x="36522" y="121240"/>
                  </a:lnTo>
                  <a:lnTo>
                    <a:pt x="36522" y="121389"/>
                  </a:lnTo>
                  <a:lnTo>
                    <a:pt x="36971" y="121988"/>
                  </a:lnTo>
                  <a:lnTo>
                    <a:pt x="37120" y="121838"/>
                  </a:lnTo>
                  <a:lnTo>
                    <a:pt x="36821" y="121389"/>
                  </a:lnTo>
                  <a:lnTo>
                    <a:pt x="36821" y="121240"/>
                  </a:lnTo>
                  <a:close/>
                  <a:moveTo>
                    <a:pt x="184703" y="121240"/>
                  </a:moveTo>
                  <a:lnTo>
                    <a:pt x="183805" y="124982"/>
                  </a:lnTo>
                  <a:lnTo>
                    <a:pt x="182907" y="128574"/>
                  </a:lnTo>
                  <a:lnTo>
                    <a:pt x="173178" y="122886"/>
                  </a:lnTo>
                  <a:lnTo>
                    <a:pt x="172280" y="122437"/>
                  </a:lnTo>
                  <a:lnTo>
                    <a:pt x="171382" y="121838"/>
                  </a:lnTo>
                  <a:lnTo>
                    <a:pt x="171831" y="121389"/>
                  </a:lnTo>
                  <a:lnTo>
                    <a:pt x="171831" y="121240"/>
                  </a:lnTo>
                  <a:lnTo>
                    <a:pt x="172579" y="121240"/>
                  </a:lnTo>
                  <a:lnTo>
                    <a:pt x="172429" y="121539"/>
                  </a:lnTo>
                  <a:lnTo>
                    <a:pt x="172429" y="121838"/>
                  </a:lnTo>
                  <a:lnTo>
                    <a:pt x="172429" y="121988"/>
                  </a:lnTo>
                  <a:lnTo>
                    <a:pt x="172878" y="121389"/>
                  </a:lnTo>
                  <a:lnTo>
                    <a:pt x="172878" y="121240"/>
                  </a:lnTo>
                  <a:lnTo>
                    <a:pt x="173627" y="121240"/>
                  </a:lnTo>
                  <a:lnTo>
                    <a:pt x="173477" y="121389"/>
                  </a:lnTo>
                  <a:lnTo>
                    <a:pt x="173477" y="121539"/>
                  </a:lnTo>
                  <a:lnTo>
                    <a:pt x="173178" y="122287"/>
                  </a:lnTo>
                  <a:lnTo>
                    <a:pt x="173178" y="122437"/>
                  </a:lnTo>
                  <a:lnTo>
                    <a:pt x="173328" y="122287"/>
                  </a:lnTo>
                  <a:lnTo>
                    <a:pt x="173777" y="121539"/>
                  </a:lnTo>
                  <a:lnTo>
                    <a:pt x="173926" y="121240"/>
                  </a:lnTo>
                  <a:lnTo>
                    <a:pt x="174525" y="121240"/>
                  </a:lnTo>
                  <a:lnTo>
                    <a:pt x="174226" y="122437"/>
                  </a:lnTo>
                  <a:lnTo>
                    <a:pt x="174375" y="122437"/>
                  </a:lnTo>
                  <a:lnTo>
                    <a:pt x="174824" y="121240"/>
                  </a:lnTo>
                  <a:lnTo>
                    <a:pt x="175573" y="121240"/>
                  </a:lnTo>
                  <a:lnTo>
                    <a:pt x="175573" y="121539"/>
                  </a:lnTo>
                  <a:lnTo>
                    <a:pt x="175124" y="122587"/>
                  </a:lnTo>
                  <a:lnTo>
                    <a:pt x="175273" y="122736"/>
                  </a:lnTo>
                  <a:lnTo>
                    <a:pt x="175573" y="122138"/>
                  </a:lnTo>
                  <a:lnTo>
                    <a:pt x="175722" y="121689"/>
                  </a:lnTo>
                  <a:lnTo>
                    <a:pt x="175872" y="121240"/>
                  </a:lnTo>
                  <a:lnTo>
                    <a:pt x="176620" y="121240"/>
                  </a:lnTo>
                  <a:lnTo>
                    <a:pt x="176321" y="122138"/>
                  </a:lnTo>
                  <a:lnTo>
                    <a:pt x="176171" y="123036"/>
                  </a:lnTo>
                  <a:lnTo>
                    <a:pt x="176321" y="123036"/>
                  </a:lnTo>
                  <a:lnTo>
                    <a:pt x="176620" y="122138"/>
                  </a:lnTo>
                  <a:lnTo>
                    <a:pt x="176920" y="121240"/>
                  </a:lnTo>
                  <a:lnTo>
                    <a:pt x="177818" y="121240"/>
                  </a:lnTo>
                  <a:lnTo>
                    <a:pt x="177519" y="121838"/>
                  </a:lnTo>
                  <a:lnTo>
                    <a:pt x="177069" y="123185"/>
                  </a:lnTo>
                  <a:lnTo>
                    <a:pt x="177219" y="123335"/>
                  </a:lnTo>
                  <a:lnTo>
                    <a:pt x="177818" y="121838"/>
                  </a:lnTo>
                  <a:lnTo>
                    <a:pt x="177968" y="121240"/>
                  </a:lnTo>
                  <a:lnTo>
                    <a:pt x="178866" y="121240"/>
                  </a:lnTo>
                  <a:lnTo>
                    <a:pt x="178716" y="121689"/>
                  </a:lnTo>
                  <a:lnTo>
                    <a:pt x="178117" y="123635"/>
                  </a:lnTo>
                  <a:lnTo>
                    <a:pt x="178267" y="123635"/>
                  </a:lnTo>
                  <a:lnTo>
                    <a:pt x="178566" y="122886"/>
                  </a:lnTo>
                  <a:lnTo>
                    <a:pt x="178866" y="122138"/>
                  </a:lnTo>
                  <a:lnTo>
                    <a:pt x="179015" y="121240"/>
                  </a:lnTo>
                  <a:lnTo>
                    <a:pt x="180063" y="121240"/>
                  </a:lnTo>
                  <a:lnTo>
                    <a:pt x="179764" y="122287"/>
                  </a:lnTo>
                  <a:lnTo>
                    <a:pt x="179464" y="123036"/>
                  </a:lnTo>
                  <a:lnTo>
                    <a:pt x="179315" y="123934"/>
                  </a:lnTo>
                  <a:lnTo>
                    <a:pt x="179764" y="123185"/>
                  </a:lnTo>
                  <a:lnTo>
                    <a:pt x="180063" y="122287"/>
                  </a:lnTo>
                  <a:lnTo>
                    <a:pt x="180362" y="121240"/>
                  </a:lnTo>
                  <a:lnTo>
                    <a:pt x="181560" y="121240"/>
                  </a:lnTo>
                  <a:lnTo>
                    <a:pt x="181260" y="122287"/>
                  </a:lnTo>
                  <a:lnTo>
                    <a:pt x="180662" y="123784"/>
                  </a:lnTo>
                  <a:lnTo>
                    <a:pt x="180662" y="123934"/>
                  </a:lnTo>
                  <a:lnTo>
                    <a:pt x="180811" y="123934"/>
                  </a:lnTo>
                  <a:lnTo>
                    <a:pt x="181111" y="123335"/>
                  </a:lnTo>
                  <a:lnTo>
                    <a:pt x="181410" y="122736"/>
                  </a:lnTo>
                  <a:lnTo>
                    <a:pt x="181859" y="121240"/>
                  </a:lnTo>
                  <a:lnTo>
                    <a:pt x="182757" y="121240"/>
                  </a:lnTo>
                  <a:lnTo>
                    <a:pt x="182308" y="122587"/>
                  </a:lnTo>
                  <a:lnTo>
                    <a:pt x="182009" y="123485"/>
                  </a:lnTo>
                  <a:lnTo>
                    <a:pt x="181859" y="124383"/>
                  </a:lnTo>
                  <a:lnTo>
                    <a:pt x="182308" y="123485"/>
                  </a:lnTo>
                  <a:lnTo>
                    <a:pt x="182608" y="122587"/>
                  </a:lnTo>
                  <a:lnTo>
                    <a:pt x="182907" y="121240"/>
                  </a:lnTo>
                  <a:lnTo>
                    <a:pt x="183955" y="121240"/>
                  </a:lnTo>
                  <a:lnTo>
                    <a:pt x="183506" y="122437"/>
                  </a:lnTo>
                  <a:lnTo>
                    <a:pt x="183057" y="124383"/>
                  </a:lnTo>
                  <a:lnTo>
                    <a:pt x="183057" y="124533"/>
                  </a:lnTo>
                  <a:lnTo>
                    <a:pt x="183206" y="124533"/>
                  </a:lnTo>
                  <a:lnTo>
                    <a:pt x="183506" y="123635"/>
                  </a:lnTo>
                  <a:lnTo>
                    <a:pt x="183805" y="122736"/>
                  </a:lnTo>
                  <a:lnTo>
                    <a:pt x="184254" y="121240"/>
                  </a:lnTo>
                  <a:close/>
                  <a:moveTo>
                    <a:pt x="147433" y="114354"/>
                  </a:moveTo>
                  <a:lnTo>
                    <a:pt x="146834" y="116749"/>
                  </a:lnTo>
                  <a:lnTo>
                    <a:pt x="146086" y="118845"/>
                  </a:lnTo>
                  <a:lnTo>
                    <a:pt x="145338" y="121090"/>
                  </a:lnTo>
                  <a:lnTo>
                    <a:pt x="144440" y="123185"/>
                  </a:lnTo>
                  <a:lnTo>
                    <a:pt x="143392" y="125281"/>
                  </a:lnTo>
                  <a:lnTo>
                    <a:pt x="142194" y="127227"/>
                  </a:lnTo>
                  <a:lnTo>
                    <a:pt x="140997" y="129173"/>
                  </a:lnTo>
                  <a:lnTo>
                    <a:pt x="139650" y="131118"/>
                  </a:lnTo>
                  <a:lnTo>
                    <a:pt x="129172" y="117198"/>
                  </a:lnTo>
                  <a:lnTo>
                    <a:pt x="147433" y="114354"/>
                  </a:lnTo>
                  <a:close/>
                  <a:moveTo>
                    <a:pt x="62117" y="114654"/>
                  </a:moveTo>
                  <a:lnTo>
                    <a:pt x="80976" y="117198"/>
                  </a:lnTo>
                  <a:lnTo>
                    <a:pt x="70199" y="131717"/>
                  </a:lnTo>
                  <a:lnTo>
                    <a:pt x="68852" y="129921"/>
                  </a:lnTo>
                  <a:lnTo>
                    <a:pt x="67505" y="127826"/>
                  </a:lnTo>
                  <a:lnTo>
                    <a:pt x="66308" y="125880"/>
                  </a:lnTo>
                  <a:lnTo>
                    <a:pt x="65260" y="123635"/>
                  </a:lnTo>
                  <a:lnTo>
                    <a:pt x="64212" y="121539"/>
                  </a:lnTo>
                  <a:lnTo>
                    <a:pt x="63464" y="119294"/>
                  </a:lnTo>
                  <a:lnTo>
                    <a:pt x="62715" y="117049"/>
                  </a:lnTo>
                  <a:lnTo>
                    <a:pt x="62117" y="114654"/>
                  </a:lnTo>
                  <a:close/>
                  <a:moveTo>
                    <a:pt x="60620" y="115253"/>
                  </a:moveTo>
                  <a:lnTo>
                    <a:pt x="61667" y="118845"/>
                  </a:lnTo>
                  <a:lnTo>
                    <a:pt x="63015" y="122287"/>
                  </a:lnTo>
                  <a:lnTo>
                    <a:pt x="64511" y="125580"/>
                  </a:lnTo>
                  <a:lnTo>
                    <a:pt x="66308" y="128724"/>
                  </a:lnTo>
                  <a:lnTo>
                    <a:pt x="60470" y="132466"/>
                  </a:lnTo>
                  <a:lnTo>
                    <a:pt x="58524" y="128873"/>
                  </a:lnTo>
                  <a:lnTo>
                    <a:pt x="56728" y="125131"/>
                  </a:lnTo>
                  <a:lnTo>
                    <a:pt x="55231" y="121090"/>
                  </a:lnTo>
                  <a:lnTo>
                    <a:pt x="54034" y="117049"/>
                  </a:lnTo>
                  <a:lnTo>
                    <a:pt x="60620" y="115253"/>
                  </a:lnTo>
                  <a:close/>
                  <a:moveTo>
                    <a:pt x="148331" y="116899"/>
                  </a:moveTo>
                  <a:lnTo>
                    <a:pt x="155067" y="118396"/>
                  </a:lnTo>
                  <a:lnTo>
                    <a:pt x="153869" y="122287"/>
                  </a:lnTo>
                  <a:lnTo>
                    <a:pt x="152223" y="126029"/>
                  </a:lnTo>
                  <a:lnTo>
                    <a:pt x="150427" y="129622"/>
                  </a:lnTo>
                  <a:lnTo>
                    <a:pt x="148481" y="133064"/>
                  </a:lnTo>
                  <a:lnTo>
                    <a:pt x="142643" y="129322"/>
                  </a:lnTo>
                  <a:lnTo>
                    <a:pt x="144440" y="126329"/>
                  </a:lnTo>
                  <a:lnTo>
                    <a:pt x="145936" y="123335"/>
                  </a:lnTo>
                  <a:lnTo>
                    <a:pt x="147283" y="120192"/>
                  </a:lnTo>
                  <a:lnTo>
                    <a:pt x="148331" y="116899"/>
                  </a:lnTo>
                  <a:close/>
                  <a:moveTo>
                    <a:pt x="142194" y="130071"/>
                  </a:moveTo>
                  <a:lnTo>
                    <a:pt x="147882" y="133962"/>
                  </a:lnTo>
                  <a:lnTo>
                    <a:pt x="146385" y="135908"/>
                  </a:lnTo>
                  <a:lnTo>
                    <a:pt x="144889" y="138004"/>
                  </a:lnTo>
                  <a:lnTo>
                    <a:pt x="140548" y="132316"/>
                  </a:lnTo>
                  <a:lnTo>
                    <a:pt x="142194" y="130071"/>
                  </a:lnTo>
                  <a:close/>
                  <a:moveTo>
                    <a:pt x="66906" y="129472"/>
                  </a:moveTo>
                  <a:lnTo>
                    <a:pt x="68104" y="131268"/>
                  </a:lnTo>
                  <a:lnTo>
                    <a:pt x="69301" y="132915"/>
                  </a:lnTo>
                  <a:lnTo>
                    <a:pt x="65110" y="138752"/>
                  </a:lnTo>
                  <a:lnTo>
                    <a:pt x="63015" y="136058"/>
                  </a:lnTo>
                  <a:lnTo>
                    <a:pt x="61069" y="133214"/>
                  </a:lnTo>
                  <a:lnTo>
                    <a:pt x="66906" y="129472"/>
                  </a:lnTo>
                  <a:close/>
                  <a:moveTo>
                    <a:pt x="161802" y="141596"/>
                  </a:moveTo>
                  <a:lnTo>
                    <a:pt x="162700" y="141895"/>
                  </a:lnTo>
                  <a:lnTo>
                    <a:pt x="162401" y="142344"/>
                  </a:lnTo>
                  <a:lnTo>
                    <a:pt x="161802" y="141596"/>
                  </a:lnTo>
                  <a:close/>
                  <a:moveTo>
                    <a:pt x="36522" y="123934"/>
                  </a:moveTo>
                  <a:lnTo>
                    <a:pt x="38018" y="128574"/>
                  </a:lnTo>
                  <a:lnTo>
                    <a:pt x="39814" y="133064"/>
                  </a:lnTo>
                  <a:lnTo>
                    <a:pt x="41910" y="137405"/>
                  </a:lnTo>
                  <a:lnTo>
                    <a:pt x="44305" y="141596"/>
                  </a:lnTo>
                  <a:lnTo>
                    <a:pt x="33827" y="145188"/>
                  </a:lnTo>
                  <a:lnTo>
                    <a:pt x="31732" y="141446"/>
                  </a:lnTo>
                  <a:lnTo>
                    <a:pt x="29936" y="137555"/>
                  </a:lnTo>
                  <a:lnTo>
                    <a:pt x="28289" y="133663"/>
                  </a:lnTo>
                  <a:lnTo>
                    <a:pt x="26792" y="129472"/>
                  </a:lnTo>
                  <a:lnTo>
                    <a:pt x="36522" y="123934"/>
                  </a:lnTo>
                  <a:close/>
                  <a:moveTo>
                    <a:pt x="172878" y="123934"/>
                  </a:moveTo>
                  <a:lnTo>
                    <a:pt x="182608" y="129472"/>
                  </a:lnTo>
                  <a:lnTo>
                    <a:pt x="181111" y="133513"/>
                  </a:lnTo>
                  <a:lnTo>
                    <a:pt x="179464" y="137555"/>
                  </a:lnTo>
                  <a:lnTo>
                    <a:pt x="177668" y="141446"/>
                  </a:lnTo>
                  <a:lnTo>
                    <a:pt x="175573" y="145188"/>
                  </a:lnTo>
                  <a:lnTo>
                    <a:pt x="165095" y="141596"/>
                  </a:lnTo>
                  <a:lnTo>
                    <a:pt x="167490" y="137405"/>
                  </a:lnTo>
                  <a:lnTo>
                    <a:pt x="169586" y="133064"/>
                  </a:lnTo>
                  <a:lnTo>
                    <a:pt x="171382" y="128574"/>
                  </a:lnTo>
                  <a:lnTo>
                    <a:pt x="172878" y="123934"/>
                  </a:lnTo>
                  <a:close/>
                  <a:moveTo>
                    <a:pt x="92352" y="129771"/>
                  </a:moveTo>
                  <a:lnTo>
                    <a:pt x="95046" y="147433"/>
                  </a:lnTo>
                  <a:lnTo>
                    <a:pt x="92801" y="146835"/>
                  </a:lnTo>
                  <a:lnTo>
                    <a:pt x="90705" y="146236"/>
                  </a:lnTo>
                  <a:lnTo>
                    <a:pt x="88610" y="145488"/>
                  </a:lnTo>
                  <a:lnTo>
                    <a:pt x="86514" y="144590"/>
                  </a:lnTo>
                  <a:lnTo>
                    <a:pt x="84568" y="143542"/>
                  </a:lnTo>
                  <a:lnTo>
                    <a:pt x="82622" y="142494"/>
                  </a:lnTo>
                  <a:lnTo>
                    <a:pt x="80677" y="141297"/>
                  </a:lnTo>
                  <a:lnTo>
                    <a:pt x="78880" y="140099"/>
                  </a:lnTo>
                  <a:lnTo>
                    <a:pt x="92352" y="129771"/>
                  </a:lnTo>
                  <a:close/>
                  <a:moveTo>
                    <a:pt x="117048" y="129023"/>
                  </a:moveTo>
                  <a:lnTo>
                    <a:pt x="131268" y="139500"/>
                  </a:lnTo>
                  <a:lnTo>
                    <a:pt x="129472" y="140848"/>
                  </a:lnTo>
                  <a:lnTo>
                    <a:pt x="127526" y="142045"/>
                  </a:lnTo>
                  <a:lnTo>
                    <a:pt x="125430" y="143242"/>
                  </a:lnTo>
                  <a:lnTo>
                    <a:pt x="123485" y="144290"/>
                  </a:lnTo>
                  <a:lnTo>
                    <a:pt x="121239" y="145188"/>
                  </a:lnTo>
                  <a:lnTo>
                    <a:pt x="119144" y="146086"/>
                  </a:lnTo>
                  <a:lnTo>
                    <a:pt x="116899" y="146835"/>
                  </a:lnTo>
                  <a:lnTo>
                    <a:pt x="114504" y="147433"/>
                  </a:lnTo>
                  <a:lnTo>
                    <a:pt x="117048" y="129023"/>
                  </a:lnTo>
                  <a:close/>
                  <a:moveTo>
                    <a:pt x="77683" y="140997"/>
                  </a:moveTo>
                  <a:lnTo>
                    <a:pt x="79779" y="142494"/>
                  </a:lnTo>
                  <a:lnTo>
                    <a:pt x="76186" y="148331"/>
                  </a:lnTo>
                  <a:lnTo>
                    <a:pt x="73941" y="146835"/>
                  </a:lnTo>
                  <a:lnTo>
                    <a:pt x="71995" y="145338"/>
                  </a:lnTo>
                  <a:lnTo>
                    <a:pt x="77683" y="140997"/>
                  </a:lnTo>
                  <a:close/>
                  <a:moveTo>
                    <a:pt x="132465" y="140399"/>
                  </a:moveTo>
                  <a:lnTo>
                    <a:pt x="138303" y="144590"/>
                  </a:lnTo>
                  <a:lnTo>
                    <a:pt x="135459" y="146835"/>
                  </a:lnTo>
                  <a:lnTo>
                    <a:pt x="132465" y="148781"/>
                  </a:lnTo>
                  <a:lnTo>
                    <a:pt x="128873" y="142943"/>
                  </a:lnTo>
                  <a:lnTo>
                    <a:pt x="130669" y="141746"/>
                  </a:lnTo>
                  <a:lnTo>
                    <a:pt x="132465" y="140399"/>
                  </a:lnTo>
                  <a:close/>
                  <a:moveTo>
                    <a:pt x="47747" y="141596"/>
                  </a:moveTo>
                  <a:lnTo>
                    <a:pt x="46999" y="142344"/>
                  </a:lnTo>
                  <a:lnTo>
                    <a:pt x="46400" y="143093"/>
                  </a:lnTo>
                  <a:lnTo>
                    <a:pt x="45652" y="143841"/>
                  </a:lnTo>
                  <a:lnTo>
                    <a:pt x="38318" y="152373"/>
                  </a:lnTo>
                  <a:lnTo>
                    <a:pt x="36222" y="149230"/>
                  </a:lnTo>
                  <a:lnTo>
                    <a:pt x="34276" y="146086"/>
                  </a:lnTo>
                  <a:lnTo>
                    <a:pt x="34576" y="145937"/>
                  </a:lnTo>
                  <a:lnTo>
                    <a:pt x="35474" y="147284"/>
                  </a:lnTo>
                  <a:lnTo>
                    <a:pt x="36072" y="148032"/>
                  </a:lnTo>
                  <a:lnTo>
                    <a:pt x="36671" y="148631"/>
                  </a:lnTo>
                  <a:lnTo>
                    <a:pt x="36821" y="148631"/>
                  </a:lnTo>
                  <a:lnTo>
                    <a:pt x="35623" y="146984"/>
                  </a:lnTo>
                  <a:lnTo>
                    <a:pt x="34875" y="145937"/>
                  </a:lnTo>
                  <a:lnTo>
                    <a:pt x="35773" y="145637"/>
                  </a:lnTo>
                  <a:lnTo>
                    <a:pt x="36671" y="146685"/>
                  </a:lnTo>
                  <a:lnTo>
                    <a:pt x="37270" y="147433"/>
                  </a:lnTo>
                  <a:lnTo>
                    <a:pt x="37869" y="148182"/>
                  </a:lnTo>
                  <a:lnTo>
                    <a:pt x="38018" y="148182"/>
                  </a:lnTo>
                  <a:lnTo>
                    <a:pt x="37420" y="147284"/>
                  </a:lnTo>
                  <a:lnTo>
                    <a:pt x="36821" y="146535"/>
                  </a:lnTo>
                  <a:lnTo>
                    <a:pt x="36072" y="145488"/>
                  </a:lnTo>
                  <a:lnTo>
                    <a:pt x="36971" y="145188"/>
                  </a:lnTo>
                  <a:lnTo>
                    <a:pt x="37569" y="146236"/>
                  </a:lnTo>
                  <a:lnTo>
                    <a:pt x="38168" y="146835"/>
                  </a:lnTo>
                  <a:lnTo>
                    <a:pt x="38767" y="147284"/>
                  </a:lnTo>
                  <a:lnTo>
                    <a:pt x="37719" y="145937"/>
                  </a:lnTo>
                  <a:lnTo>
                    <a:pt x="37270" y="145188"/>
                  </a:lnTo>
                  <a:lnTo>
                    <a:pt x="38318" y="144739"/>
                  </a:lnTo>
                  <a:lnTo>
                    <a:pt x="39066" y="145637"/>
                  </a:lnTo>
                  <a:lnTo>
                    <a:pt x="39515" y="146236"/>
                  </a:lnTo>
                  <a:lnTo>
                    <a:pt x="40114" y="146835"/>
                  </a:lnTo>
                  <a:lnTo>
                    <a:pt x="40263" y="146835"/>
                  </a:lnTo>
                  <a:lnTo>
                    <a:pt x="39814" y="146086"/>
                  </a:lnTo>
                  <a:lnTo>
                    <a:pt x="39216" y="145338"/>
                  </a:lnTo>
                  <a:lnTo>
                    <a:pt x="38617" y="144590"/>
                  </a:lnTo>
                  <a:lnTo>
                    <a:pt x="39515" y="144290"/>
                  </a:lnTo>
                  <a:lnTo>
                    <a:pt x="39964" y="145039"/>
                  </a:lnTo>
                  <a:lnTo>
                    <a:pt x="40413" y="145637"/>
                  </a:lnTo>
                  <a:lnTo>
                    <a:pt x="41012" y="146236"/>
                  </a:lnTo>
                  <a:lnTo>
                    <a:pt x="41162" y="146236"/>
                  </a:lnTo>
                  <a:lnTo>
                    <a:pt x="39964" y="144440"/>
                  </a:lnTo>
                  <a:lnTo>
                    <a:pt x="39814" y="144290"/>
                  </a:lnTo>
                  <a:lnTo>
                    <a:pt x="40563" y="143991"/>
                  </a:lnTo>
                  <a:lnTo>
                    <a:pt x="40713" y="144290"/>
                  </a:lnTo>
                  <a:lnTo>
                    <a:pt x="41311" y="145039"/>
                  </a:lnTo>
                  <a:lnTo>
                    <a:pt x="41910" y="145637"/>
                  </a:lnTo>
                  <a:lnTo>
                    <a:pt x="42060" y="145637"/>
                  </a:lnTo>
                  <a:lnTo>
                    <a:pt x="42060" y="145488"/>
                  </a:lnTo>
                  <a:lnTo>
                    <a:pt x="41162" y="144440"/>
                  </a:lnTo>
                  <a:lnTo>
                    <a:pt x="40862" y="143841"/>
                  </a:lnTo>
                  <a:lnTo>
                    <a:pt x="41611" y="143691"/>
                  </a:lnTo>
                  <a:lnTo>
                    <a:pt x="42060" y="144140"/>
                  </a:lnTo>
                  <a:lnTo>
                    <a:pt x="42658" y="145039"/>
                  </a:lnTo>
                  <a:lnTo>
                    <a:pt x="42808" y="145039"/>
                  </a:lnTo>
                  <a:lnTo>
                    <a:pt x="42509" y="144440"/>
                  </a:lnTo>
                  <a:lnTo>
                    <a:pt x="42060" y="143991"/>
                  </a:lnTo>
                  <a:lnTo>
                    <a:pt x="41760" y="143542"/>
                  </a:lnTo>
                  <a:lnTo>
                    <a:pt x="42509" y="143242"/>
                  </a:lnTo>
                  <a:lnTo>
                    <a:pt x="42808" y="143542"/>
                  </a:lnTo>
                  <a:lnTo>
                    <a:pt x="43107" y="143991"/>
                  </a:lnTo>
                  <a:lnTo>
                    <a:pt x="43556" y="144440"/>
                  </a:lnTo>
                  <a:lnTo>
                    <a:pt x="43706" y="144290"/>
                  </a:lnTo>
                  <a:lnTo>
                    <a:pt x="42958" y="143392"/>
                  </a:lnTo>
                  <a:lnTo>
                    <a:pt x="42808" y="143242"/>
                  </a:lnTo>
                  <a:lnTo>
                    <a:pt x="43556" y="142943"/>
                  </a:lnTo>
                  <a:lnTo>
                    <a:pt x="44454" y="143841"/>
                  </a:lnTo>
                  <a:lnTo>
                    <a:pt x="44604" y="143841"/>
                  </a:lnTo>
                  <a:lnTo>
                    <a:pt x="43856" y="142793"/>
                  </a:lnTo>
                  <a:lnTo>
                    <a:pt x="44454" y="142644"/>
                  </a:lnTo>
                  <a:lnTo>
                    <a:pt x="44604" y="142793"/>
                  </a:lnTo>
                  <a:lnTo>
                    <a:pt x="44904" y="143093"/>
                  </a:lnTo>
                  <a:lnTo>
                    <a:pt x="45353" y="143392"/>
                  </a:lnTo>
                  <a:lnTo>
                    <a:pt x="45502" y="143392"/>
                  </a:lnTo>
                  <a:lnTo>
                    <a:pt x="45053" y="142943"/>
                  </a:lnTo>
                  <a:lnTo>
                    <a:pt x="44904" y="142644"/>
                  </a:lnTo>
                  <a:lnTo>
                    <a:pt x="44754" y="142494"/>
                  </a:lnTo>
                  <a:lnTo>
                    <a:pt x="45353" y="142344"/>
                  </a:lnTo>
                  <a:lnTo>
                    <a:pt x="45502" y="142344"/>
                  </a:lnTo>
                  <a:lnTo>
                    <a:pt x="45951" y="142793"/>
                  </a:lnTo>
                  <a:lnTo>
                    <a:pt x="46101" y="142793"/>
                  </a:lnTo>
                  <a:lnTo>
                    <a:pt x="45652" y="142195"/>
                  </a:lnTo>
                  <a:lnTo>
                    <a:pt x="45802" y="142195"/>
                  </a:lnTo>
                  <a:lnTo>
                    <a:pt x="46400" y="142045"/>
                  </a:lnTo>
                  <a:lnTo>
                    <a:pt x="46999" y="142344"/>
                  </a:lnTo>
                  <a:lnTo>
                    <a:pt x="46700" y="141895"/>
                  </a:lnTo>
                  <a:lnTo>
                    <a:pt x="47747" y="141596"/>
                  </a:lnTo>
                  <a:close/>
                  <a:moveTo>
                    <a:pt x="174226" y="110313"/>
                  </a:moveTo>
                  <a:lnTo>
                    <a:pt x="174076" y="112858"/>
                  </a:lnTo>
                  <a:lnTo>
                    <a:pt x="173777" y="115402"/>
                  </a:lnTo>
                  <a:lnTo>
                    <a:pt x="173328" y="117947"/>
                  </a:lnTo>
                  <a:lnTo>
                    <a:pt x="172729" y="120342"/>
                  </a:lnTo>
                  <a:lnTo>
                    <a:pt x="166742" y="120342"/>
                  </a:lnTo>
                  <a:lnTo>
                    <a:pt x="171980" y="123335"/>
                  </a:lnTo>
                  <a:lnTo>
                    <a:pt x="170484" y="128125"/>
                  </a:lnTo>
                  <a:lnTo>
                    <a:pt x="168687" y="132615"/>
                  </a:lnTo>
                  <a:lnTo>
                    <a:pt x="166592" y="137106"/>
                  </a:lnTo>
                  <a:lnTo>
                    <a:pt x="164197" y="141297"/>
                  </a:lnTo>
                  <a:lnTo>
                    <a:pt x="158659" y="139500"/>
                  </a:lnTo>
                  <a:lnTo>
                    <a:pt x="162551" y="143841"/>
                  </a:lnTo>
                  <a:lnTo>
                    <a:pt x="160904" y="146086"/>
                  </a:lnTo>
                  <a:lnTo>
                    <a:pt x="159258" y="148182"/>
                  </a:lnTo>
                  <a:lnTo>
                    <a:pt x="157611" y="150277"/>
                  </a:lnTo>
                  <a:lnTo>
                    <a:pt x="155815" y="152373"/>
                  </a:lnTo>
                  <a:lnTo>
                    <a:pt x="145936" y="139351"/>
                  </a:lnTo>
                  <a:lnTo>
                    <a:pt x="147733" y="137106"/>
                  </a:lnTo>
                  <a:lnTo>
                    <a:pt x="149379" y="134860"/>
                  </a:lnTo>
                  <a:lnTo>
                    <a:pt x="152522" y="136956"/>
                  </a:lnTo>
                  <a:lnTo>
                    <a:pt x="152373" y="137854"/>
                  </a:lnTo>
                  <a:lnTo>
                    <a:pt x="152522" y="138602"/>
                  </a:lnTo>
                  <a:lnTo>
                    <a:pt x="153121" y="139201"/>
                  </a:lnTo>
                  <a:lnTo>
                    <a:pt x="153869" y="139650"/>
                  </a:lnTo>
                  <a:lnTo>
                    <a:pt x="154169" y="139800"/>
                  </a:lnTo>
                  <a:lnTo>
                    <a:pt x="154618" y="139800"/>
                  </a:lnTo>
                  <a:lnTo>
                    <a:pt x="155516" y="139650"/>
                  </a:lnTo>
                  <a:lnTo>
                    <a:pt x="156115" y="139201"/>
                  </a:lnTo>
                  <a:lnTo>
                    <a:pt x="156414" y="138752"/>
                  </a:lnTo>
                  <a:lnTo>
                    <a:pt x="156564" y="138453"/>
                  </a:lnTo>
                  <a:lnTo>
                    <a:pt x="156713" y="138004"/>
                  </a:lnTo>
                  <a:lnTo>
                    <a:pt x="156713" y="137555"/>
                  </a:lnTo>
                  <a:lnTo>
                    <a:pt x="156564" y="136657"/>
                  </a:lnTo>
                  <a:lnTo>
                    <a:pt x="156115" y="136058"/>
                  </a:lnTo>
                  <a:lnTo>
                    <a:pt x="155665" y="135758"/>
                  </a:lnTo>
                  <a:lnTo>
                    <a:pt x="155366" y="135609"/>
                  </a:lnTo>
                  <a:lnTo>
                    <a:pt x="154618" y="135459"/>
                  </a:lnTo>
                  <a:lnTo>
                    <a:pt x="154019" y="135459"/>
                  </a:lnTo>
                  <a:lnTo>
                    <a:pt x="153420" y="135758"/>
                  </a:lnTo>
                  <a:lnTo>
                    <a:pt x="152971" y="136058"/>
                  </a:lnTo>
                  <a:lnTo>
                    <a:pt x="149828" y="134112"/>
                  </a:lnTo>
                  <a:lnTo>
                    <a:pt x="152073" y="130520"/>
                  </a:lnTo>
                  <a:lnTo>
                    <a:pt x="153869" y="126778"/>
                  </a:lnTo>
                  <a:lnTo>
                    <a:pt x="155516" y="122736"/>
                  </a:lnTo>
                  <a:lnTo>
                    <a:pt x="156713" y="118695"/>
                  </a:lnTo>
                  <a:lnTo>
                    <a:pt x="160605" y="119593"/>
                  </a:lnTo>
                  <a:lnTo>
                    <a:pt x="160755" y="120342"/>
                  </a:lnTo>
                  <a:lnTo>
                    <a:pt x="161204" y="121090"/>
                  </a:lnTo>
                  <a:lnTo>
                    <a:pt x="161952" y="121539"/>
                  </a:lnTo>
                  <a:lnTo>
                    <a:pt x="162700" y="121689"/>
                  </a:lnTo>
                  <a:lnTo>
                    <a:pt x="163149" y="121689"/>
                  </a:lnTo>
                  <a:lnTo>
                    <a:pt x="163598" y="121539"/>
                  </a:lnTo>
                  <a:lnTo>
                    <a:pt x="164347" y="121090"/>
                  </a:lnTo>
                  <a:lnTo>
                    <a:pt x="164796" y="120342"/>
                  </a:lnTo>
                  <a:lnTo>
                    <a:pt x="164946" y="120042"/>
                  </a:lnTo>
                  <a:lnTo>
                    <a:pt x="164946" y="119593"/>
                  </a:lnTo>
                  <a:lnTo>
                    <a:pt x="164946" y="119144"/>
                  </a:lnTo>
                  <a:lnTo>
                    <a:pt x="164796" y="118695"/>
                  </a:lnTo>
                  <a:lnTo>
                    <a:pt x="164347" y="117947"/>
                  </a:lnTo>
                  <a:lnTo>
                    <a:pt x="163748" y="117498"/>
                  </a:lnTo>
                  <a:lnTo>
                    <a:pt x="163299" y="117348"/>
                  </a:lnTo>
                  <a:lnTo>
                    <a:pt x="162102" y="117348"/>
                  </a:lnTo>
                  <a:lnTo>
                    <a:pt x="161653" y="117647"/>
                  </a:lnTo>
                  <a:lnTo>
                    <a:pt x="161054" y="118096"/>
                  </a:lnTo>
                  <a:lnTo>
                    <a:pt x="160755" y="118545"/>
                  </a:lnTo>
                  <a:lnTo>
                    <a:pt x="157013" y="117797"/>
                  </a:lnTo>
                  <a:lnTo>
                    <a:pt x="157611" y="115253"/>
                  </a:lnTo>
                  <a:lnTo>
                    <a:pt x="157911" y="112858"/>
                  </a:lnTo>
                  <a:lnTo>
                    <a:pt x="174226" y="110313"/>
                  </a:lnTo>
                  <a:close/>
                  <a:moveTo>
                    <a:pt x="163000" y="142045"/>
                  </a:moveTo>
                  <a:lnTo>
                    <a:pt x="163598" y="142195"/>
                  </a:lnTo>
                  <a:lnTo>
                    <a:pt x="163748" y="142195"/>
                  </a:lnTo>
                  <a:lnTo>
                    <a:pt x="163299" y="142793"/>
                  </a:lnTo>
                  <a:lnTo>
                    <a:pt x="163449" y="142793"/>
                  </a:lnTo>
                  <a:lnTo>
                    <a:pt x="164047" y="142344"/>
                  </a:lnTo>
                  <a:lnTo>
                    <a:pt x="164646" y="142494"/>
                  </a:lnTo>
                  <a:lnTo>
                    <a:pt x="164646" y="142644"/>
                  </a:lnTo>
                  <a:lnTo>
                    <a:pt x="164197" y="143242"/>
                  </a:lnTo>
                  <a:lnTo>
                    <a:pt x="164047" y="143392"/>
                  </a:lnTo>
                  <a:lnTo>
                    <a:pt x="164497" y="143093"/>
                  </a:lnTo>
                  <a:lnTo>
                    <a:pt x="164796" y="142793"/>
                  </a:lnTo>
                  <a:lnTo>
                    <a:pt x="164946" y="142644"/>
                  </a:lnTo>
                  <a:lnTo>
                    <a:pt x="165694" y="142793"/>
                  </a:lnTo>
                  <a:lnTo>
                    <a:pt x="164946" y="143841"/>
                  </a:lnTo>
                  <a:lnTo>
                    <a:pt x="165844" y="142943"/>
                  </a:lnTo>
                  <a:lnTo>
                    <a:pt x="166592" y="143242"/>
                  </a:lnTo>
                  <a:lnTo>
                    <a:pt x="166442" y="143392"/>
                  </a:lnTo>
                  <a:lnTo>
                    <a:pt x="165844" y="144290"/>
                  </a:lnTo>
                  <a:lnTo>
                    <a:pt x="165844" y="144440"/>
                  </a:lnTo>
                  <a:lnTo>
                    <a:pt x="166293" y="143991"/>
                  </a:lnTo>
                  <a:lnTo>
                    <a:pt x="166592" y="143542"/>
                  </a:lnTo>
                  <a:lnTo>
                    <a:pt x="166891" y="143242"/>
                  </a:lnTo>
                  <a:lnTo>
                    <a:pt x="167640" y="143542"/>
                  </a:lnTo>
                  <a:lnTo>
                    <a:pt x="167340" y="143991"/>
                  </a:lnTo>
                  <a:lnTo>
                    <a:pt x="166891" y="144440"/>
                  </a:lnTo>
                  <a:lnTo>
                    <a:pt x="166742" y="145039"/>
                  </a:lnTo>
                  <a:lnTo>
                    <a:pt x="167490" y="144140"/>
                  </a:lnTo>
                  <a:lnTo>
                    <a:pt x="167789" y="143691"/>
                  </a:lnTo>
                  <a:lnTo>
                    <a:pt x="168687" y="143841"/>
                  </a:lnTo>
                  <a:lnTo>
                    <a:pt x="168238" y="144440"/>
                  </a:lnTo>
                  <a:lnTo>
                    <a:pt x="167490" y="145488"/>
                  </a:lnTo>
                  <a:lnTo>
                    <a:pt x="167490" y="145637"/>
                  </a:lnTo>
                  <a:lnTo>
                    <a:pt x="168089" y="145039"/>
                  </a:lnTo>
                  <a:lnTo>
                    <a:pt x="168687" y="144290"/>
                  </a:lnTo>
                  <a:lnTo>
                    <a:pt x="168987" y="143991"/>
                  </a:lnTo>
                  <a:lnTo>
                    <a:pt x="169735" y="144290"/>
                  </a:lnTo>
                  <a:lnTo>
                    <a:pt x="169436" y="144440"/>
                  </a:lnTo>
                  <a:lnTo>
                    <a:pt x="168238" y="146236"/>
                  </a:lnTo>
                  <a:lnTo>
                    <a:pt x="168388" y="146236"/>
                  </a:lnTo>
                  <a:lnTo>
                    <a:pt x="168987" y="145637"/>
                  </a:lnTo>
                  <a:lnTo>
                    <a:pt x="169436" y="145039"/>
                  </a:lnTo>
                  <a:lnTo>
                    <a:pt x="169885" y="144290"/>
                  </a:lnTo>
                  <a:lnTo>
                    <a:pt x="170783" y="144590"/>
                  </a:lnTo>
                  <a:lnTo>
                    <a:pt x="170184" y="145338"/>
                  </a:lnTo>
                  <a:lnTo>
                    <a:pt x="169735" y="146086"/>
                  </a:lnTo>
                  <a:lnTo>
                    <a:pt x="169286" y="146835"/>
                  </a:lnTo>
                  <a:lnTo>
                    <a:pt x="169286" y="146835"/>
                  </a:lnTo>
                  <a:lnTo>
                    <a:pt x="169885" y="146236"/>
                  </a:lnTo>
                  <a:lnTo>
                    <a:pt x="170484" y="145637"/>
                  </a:lnTo>
                  <a:lnTo>
                    <a:pt x="171082" y="144739"/>
                  </a:lnTo>
                  <a:lnTo>
                    <a:pt x="172280" y="145188"/>
                  </a:lnTo>
                  <a:lnTo>
                    <a:pt x="171681" y="145937"/>
                  </a:lnTo>
                  <a:lnTo>
                    <a:pt x="170633" y="147284"/>
                  </a:lnTo>
                  <a:lnTo>
                    <a:pt x="171232" y="146835"/>
                  </a:lnTo>
                  <a:lnTo>
                    <a:pt x="171831" y="146236"/>
                  </a:lnTo>
                  <a:lnTo>
                    <a:pt x="172579" y="145188"/>
                  </a:lnTo>
                  <a:lnTo>
                    <a:pt x="173328" y="145488"/>
                  </a:lnTo>
                  <a:lnTo>
                    <a:pt x="172579" y="146535"/>
                  </a:lnTo>
                  <a:lnTo>
                    <a:pt x="171980" y="147284"/>
                  </a:lnTo>
                  <a:lnTo>
                    <a:pt x="171531" y="148182"/>
                  </a:lnTo>
                  <a:lnTo>
                    <a:pt x="171531" y="148182"/>
                  </a:lnTo>
                  <a:lnTo>
                    <a:pt x="172280" y="147433"/>
                  </a:lnTo>
                  <a:lnTo>
                    <a:pt x="172729" y="146685"/>
                  </a:lnTo>
                  <a:lnTo>
                    <a:pt x="173627" y="145637"/>
                  </a:lnTo>
                  <a:lnTo>
                    <a:pt x="174525" y="145937"/>
                  </a:lnTo>
                  <a:lnTo>
                    <a:pt x="173777" y="146984"/>
                  </a:lnTo>
                  <a:lnTo>
                    <a:pt x="172579" y="148631"/>
                  </a:lnTo>
                  <a:lnTo>
                    <a:pt x="172729" y="148631"/>
                  </a:lnTo>
                  <a:lnTo>
                    <a:pt x="173328" y="148032"/>
                  </a:lnTo>
                  <a:lnTo>
                    <a:pt x="173926" y="147284"/>
                  </a:lnTo>
                  <a:lnTo>
                    <a:pt x="174824" y="145937"/>
                  </a:lnTo>
                  <a:lnTo>
                    <a:pt x="175124" y="146086"/>
                  </a:lnTo>
                  <a:lnTo>
                    <a:pt x="173178" y="149230"/>
                  </a:lnTo>
                  <a:lnTo>
                    <a:pt x="171082" y="152373"/>
                  </a:lnTo>
                  <a:lnTo>
                    <a:pt x="163748" y="143841"/>
                  </a:lnTo>
                  <a:lnTo>
                    <a:pt x="163000" y="143093"/>
                  </a:lnTo>
                  <a:lnTo>
                    <a:pt x="162551" y="142344"/>
                  </a:lnTo>
                  <a:lnTo>
                    <a:pt x="163000" y="142045"/>
                  </a:lnTo>
                  <a:close/>
                  <a:moveTo>
                    <a:pt x="35174" y="110912"/>
                  </a:moveTo>
                  <a:lnTo>
                    <a:pt x="51489" y="113157"/>
                  </a:lnTo>
                  <a:lnTo>
                    <a:pt x="52088" y="116600"/>
                  </a:lnTo>
                  <a:lnTo>
                    <a:pt x="48346" y="117647"/>
                  </a:lnTo>
                  <a:lnTo>
                    <a:pt x="47747" y="117049"/>
                  </a:lnTo>
                  <a:lnTo>
                    <a:pt x="47149" y="116600"/>
                  </a:lnTo>
                  <a:lnTo>
                    <a:pt x="46251" y="116450"/>
                  </a:lnTo>
                  <a:lnTo>
                    <a:pt x="45502" y="116749"/>
                  </a:lnTo>
                  <a:lnTo>
                    <a:pt x="45053" y="116899"/>
                  </a:lnTo>
                  <a:lnTo>
                    <a:pt x="44754" y="117198"/>
                  </a:lnTo>
                  <a:lnTo>
                    <a:pt x="44305" y="117947"/>
                  </a:lnTo>
                  <a:lnTo>
                    <a:pt x="44305" y="118845"/>
                  </a:lnTo>
                  <a:lnTo>
                    <a:pt x="44305" y="119294"/>
                  </a:lnTo>
                  <a:lnTo>
                    <a:pt x="44454" y="119743"/>
                  </a:lnTo>
                  <a:lnTo>
                    <a:pt x="44754" y="120042"/>
                  </a:lnTo>
                  <a:lnTo>
                    <a:pt x="45053" y="120342"/>
                  </a:lnTo>
                  <a:lnTo>
                    <a:pt x="45652" y="120791"/>
                  </a:lnTo>
                  <a:lnTo>
                    <a:pt x="46550" y="120940"/>
                  </a:lnTo>
                  <a:lnTo>
                    <a:pt x="46999" y="120791"/>
                  </a:lnTo>
                  <a:lnTo>
                    <a:pt x="47448" y="120641"/>
                  </a:lnTo>
                  <a:lnTo>
                    <a:pt x="47897" y="120342"/>
                  </a:lnTo>
                  <a:lnTo>
                    <a:pt x="48346" y="119743"/>
                  </a:lnTo>
                  <a:lnTo>
                    <a:pt x="48645" y="119294"/>
                  </a:lnTo>
                  <a:lnTo>
                    <a:pt x="48645" y="118545"/>
                  </a:lnTo>
                  <a:lnTo>
                    <a:pt x="52387" y="117498"/>
                  </a:lnTo>
                  <a:lnTo>
                    <a:pt x="53585" y="121689"/>
                  </a:lnTo>
                  <a:lnTo>
                    <a:pt x="55082" y="125730"/>
                  </a:lnTo>
                  <a:lnTo>
                    <a:pt x="56878" y="129622"/>
                  </a:lnTo>
                  <a:lnTo>
                    <a:pt x="59123" y="133364"/>
                  </a:lnTo>
                  <a:lnTo>
                    <a:pt x="55680" y="135609"/>
                  </a:lnTo>
                  <a:lnTo>
                    <a:pt x="54932" y="135160"/>
                  </a:lnTo>
                  <a:lnTo>
                    <a:pt x="54034" y="135010"/>
                  </a:lnTo>
                  <a:lnTo>
                    <a:pt x="53285" y="135160"/>
                  </a:lnTo>
                  <a:lnTo>
                    <a:pt x="52537" y="135609"/>
                  </a:lnTo>
                  <a:lnTo>
                    <a:pt x="52238" y="136058"/>
                  </a:lnTo>
                  <a:lnTo>
                    <a:pt x="52088" y="136357"/>
                  </a:lnTo>
                  <a:lnTo>
                    <a:pt x="51938" y="137255"/>
                  </a:lnTo>
                  <a:lnTo>
                    <a:pt x="52088" y="138004"/>
                  </a:lnTo>
                  <a:lnTo>
                    <a:pt x="52238" y="138453"/>
                  </a:lnTo>
                  <a:lnTo>
                    <a:pt x="52537" y="138752"/>
                  </a:lnTo>
                  <a:lnTo>
                    <a:pt x="52986" y="139051"/>
                  </a:lnTo>
                  <a:lnTo>
                    <a:pt x="53285" y="139201"/>
                  </a:lnTo>
                  <a:lnTo>
                    <a:pt x="54184" y="139351"/>
                  </a:lnTo>
                  <a:lnTo>
                    <a:pt x="54932" y="139201"/>
                  </a:lnTo>
                  <a:lnTo>
                    <a:pt x="55381" y="139051"/>
                  </a:lnTo>
                  <a:lnTo>
                    <a:pt x="55680" y="138752"/>
                  </a:lnTo>
                  <a:lnTo>
                    <a:pt x="56129" y="138303"/>
                  </a:lnTo>
                  <a:lnTo>
                    <a:pt x="56279" y="137704"/>
                  </a:lnTo>
                  <a:lnTo>
                    <a:pt x="56279" y="136956"/>
                  </a:lnTo>
                  <a:lnTo>
                    <a:pt x="56129" y="136357"/>
                  </a:lnTo>
                  <a:lnTo>
                    <a:pt x="59572" y="134262"/>
                  </a:lnTo>
                  <a:lnTo>
                    <a:pt x="61817" y="137255"/>
                  </a:lnTo>
                  <a:lnTo>
                    <a:pt x="64062" y="140099"/>
                  </a:lnTo>
                  <a:lnTo>
                    <a:pt x="54483" y="153271"/>
                  </a:lnTo>
                  <a:lnTo>
                    <a:pt x="52387" y="151026"/>
                  </a:lnTo>
                  <a:lnTo>
                    <a:pt x="50442" y="148781"/>
                  </a:lnTo>
                  <a:lnTo>
                    <a:pt x="48645" y="146386"/>
                  </a:lnTo>
                  <a:lnTo>
                    <a:pt x="46849" y="143991"/>
                  </a:lnTo>
                  <a:lnTo>
                    <a:pt x="50891" y="139500"/>
                  </a:lnTo>
                  <a:lnTo>
                    <a:pt x="45203" y="141297"/>
                  </a:lnTo>
                  <a:lnTo>
                    <a:pt x="42808" y="137106"/>
                  </a:lnTo>
                  <a:lnTo>
                    <a:pt x="40713" y="132615"/>
                  </a:lnTo>
                  <a:lnTo>
                    <a:pt x="38916" y="128125"/>
                  </a:lnTo>
                  <a:lnTo>
                    <a:pt x="37420" y="123335"/>
                  </a:lnTo>
                  <a:lnTo>
                    <a:pt x="42658" y="120342"/>
                  </a:lnTo>
                  <a:lnTo>
                    <a:pt x="36671" y="120342"/>
                  </a:lnTo>
                  <a:lnTo>
                    <a:pt x="35773" y="115702"/>
                  </a:lnTo>
                  <a:lnTo>
                    <a:pt x="35174" y="110912"/>
                  </a:lnTo>
                  <a:close/>
                  <a:moveTo>
                    <a:pt x="80677" y="143093"/>
                  </a:moveTo>
                  <a:lnTo>
                    <a:pt x="83371" y="144739"/>
                  </a:lnTo>
                  <a:lnTo>
                    <a:pt x="86364" y="146086"/>
                  </a:lnTo>
                  <a:lnTo>
                    <a:pt x="89508" y="147284"/>
                  </a:lnTo>
                  <a:lnTo>
                    <a:pt x="92651" y="148331"/>
                  </a:lnTo>
                  <a:lnTo>
                    <a:pt x="91453" y="155217"/>
                  </a:lnTo>
                  <a:lnTo>
                    <a:pt x="87562" y="154019"/>
                  </a:lnTo>
                  <a:lnTo>
                    <a:pt x="83820" y="152522"/>
                  </a:lnTo>
                  <a:lnTo>
                    <a:pt x="80377" y="150876"/>
                  </a:lnTo>
                  <a:lnTo>
                    <a:pt x="76935" y="148930"/>
                  </a:lnTo>
                  <a:lnTo>
                    <a:pt x="80677" y="143093"/>
                  </a:lnTo>
                  <a:close/>
                  <a:moveTo>
                    <a:pt x="128125" y="143542"/>
                  </a:moveTo>
                  <a:lnTo>
                    <a:pt x="131717" y="149379"/>
                  </a:lnTo>
                  <a:lnTo>
                    <a:pt x="128274" y="151325"/>
                  </a:lnTo>
                  <a:lnTo>
                    <a:pt x="124532" y="152972"/>
                  </a:lnTo>
                  <a:lnTo>
                    <a:pt x="120790" y="154319"/>
                  </a:lnTo>
                  <a:lnTo>
                    <a:pt x="116899" y="155366"/>
                  </a:lnTo>
                  <a:lnTo>
                    <a:pt x="115552" y="148631"/>
                  </a:lnTo>
                  <a:lnTo>
                    <a:pt x="118845" y="147733"/>
                  </a:lnTo>
                  <a:lnTo>
                    <a:pt x="121988" y="146535"/>
                  </a:lnTo>
                  <a:lnTo>
                    <a:pt x="125131" y="145188"/>
                  </a:lnTo>
                  <a:lnTo>
                    <a:pt x="128125" y="143542"/>
                  </a:lnTo>
                  <a:close/>
                  <a:moveTo>
                    <a:pt x="114504" y="148930"/>
                  </a:moveTo>
                  <a:lnTo>
                    <a:pt x="116001" y="155666"/>
                  </a:lnTo>
                  <a:lnTo>
                    <a:pt x="113307" y="156115"/>
                  </a:lnTo>
                  <a:lnTo>
                    <a:pt x="114354" y="148930"/>
                  </a:lnTo>
                  <a:close/>
                  <a:moveTo>
                    <a:pt x="93549" y="148631"/>
                  </a:moveTo>
                  <a:lnTo>
                    <a:pt x="95345" y="149080"/>
                  </a:lnTo>
                  <a:lnTo>
                    <a:pt x="96393" y="156264"/>
                  </a:lnTo>
                  <a:lnTo>
                    <a:pt x="92352" y="155366"/>
                  </a:lnTo>
                  <a:lnTo>
                    <a:pt x="93549" y="148631"/>
                  </a:lnTo>
                  <a:close/>
                  <a:moveTo>
                    <a:pt x="127676" y="117348"/>
                  </a:moveTo>
                  <a:lnTo>
                    <a:pt x="138902" y="132017"/>
                  </a:lnTo>
                  <a:lnTo>
                    <a:pt x="139800" y="133364"/>
                  </a:lnTo>
                  <a:lnTo>
                    <a:pt x="143991" y="138902"/>
                  </a:lnTo>
                  <a:lnTo>
                    <a:pt x="145188" y="140399"/>
                  </a:lnTo>
                  <a:lnTo>
                    <a:pt x="154917" y="153271"/>
                  </a:lnTo>
                  <a:lnTo>
                    <a:pt x="155516" y="154019"/>
                  </a:lnTo>
                  <a:lnTo>
                    <a:pt x="158659" y="158210"/>
                  </a:lnTo>
                  <a:lnTo>
                    <a:pt x="154468" y="155067"/>
                  </a:lnTo>
                  <a:lnTo>
                    <a:pt x="153720" y="154468"/>
                  </a:lnTo>
                  <a:lnTo>
                    <a:pt x="140698" y="144889"/>
                  </a:lnTo>
                  <a:lnTo>
                    <a:pt x="139201" y="143841"/>
                  </a:lnTo>
                  <a:lnTo>
                    <a:pt x="133513" y="139650"/>
                  </a:lnTo>
                  <a:lnTo>
                    <a:pt x="132316" y="138752"/>
                  </a:lnTo>
                  <a:lnTo>
                    <a:pt x="117348" y="127676"/>
                  </a:lnTo>
                  <a:lnTo>
                    <a:pt x="118545" y="118845"/>
                  </a:lnTo>
                  <a:lnTo>
                    <a:pt x="121090" y="118396"/>
                  </a:lnTo>
                  <a:lnTo>
                    <a:pt x="120341" y="118994"/>
                  </a:lnTo>
                  <a:lnTo>
                    <a:pt x="119892" y="119743"/>
                  </a:lnTo>
                  <a:lnTo>
                    <a:pt x="119892" y="119893"/>
                  </a:lnTo>
                  <a:lnTo>
                    <a:pt x="120940" y="119144"/>
                  </a:lnTo>
                  <a:lnTo>
                    <a:pt x="121688" y="118246"/>
                  </a:lnTo>
                  <a:lnTo>
                    <a:pt x="125281" y="117797"/>
                  </a:lnTo>
                  <a:lnTo>
                    <a:pt x="123784" y="119144"/>
                  </a:lnTo>
                  <a:lnTo>
                    <a:pt x="122587" y="120342"/>
                  </a:lnTo>
                  <a:lnTo>
                    <a:pt x="121988" y="121090"/>
                  </a:lnTo>
                  <a:lnTo>
                    <a:pt x="121389" y="121689"/>
                  </a:lnTo>
                  <a:lnTo>
                    <a:pt x="121389" y="121838"/>
                  </a:lnTo>
                  <a:lnTo>
                    <a:pt x="121539" y="121838"/>
                  </a:lnTo>
                  <a:lnTo>
                    <a:pt x="122138" y="121240"/>
                  </a:lnTo>
                  <a:lnTo>
                    <a:pt x="122736" y="120641"/>
                  </a:lnTo>
                  <a:lnTo>
                    <a:pt x="123934" y="119444"/>
                  </a:lnTo>
                  <a:lnTo>
                    <a:pt x="125730" y="117647"/>
                  </a:lnTo>
                  <a:lnTo>
                    <a:pt x="127676" y="117348"/>
                  </a:lnTo>
                  <a:close/>
                  <a:moveTo>
                    <a:pt x="82323" y="117348"/>
                  </a:moveTo>
                  <a:lnTo>
                    <a:pt x="90705" y="118545"/>
                  </a:lnTo>
                  <a:lnTo>
                    <a:pt x="91154" y="121389"/>
                  </a:lnTo>
                  <a:lnTo>
                    <a:pt x="90555" y="120940"/>
                  </a:lnTo>
                  <a:lnTo>
                    <a:pt x="89957" y="120491"/>
                  </a:lnTo>
                  <a:lnTo>
                    <a:pt x="89807" y="120491"/>
                  </a:lnTo>
                  <a:lnTo>
                    <a:pt x="90406" y="121389"/>
                  </a:lnTo>
                  <a:lnTo>
                    <a:pt x="91154" y="122138"/>
                  </a:lnTo>
                  <a:lnTo>
                    <a:pt x="91753" y="125580"/>
                  </a:lnTo>
                  <a:lnTo>
                    <a:pt x="90555" y="124383"/>
                  </a:lnTo>
                  <a:lnTo>
                    <a:pt x="89358" y="123185"/>
                  </a:lnTo>
                  <a:lnTo>
                    <a:pt x="88610" y="122587"/>
                  </a:lnTo>
                  <a:lnTo>
                    <a:pt x="88011" y="121988"/>
                  </a:lnTo>
                  <a:lnTo>
                    <a:pt x="87861" y="121988"/>
                  </a:lnTo>
                  <a:lnTo>
                    <a:pt x="87861" y="122138"/>
                  </a:lnTo>
                  <a:lnTo>
                    <a:pt x="88460" y="122736"/>
                  </a:lnTo>
                  <a:lnTo>
                    <a:pt x="89059" y="123335"/>
                  </a:lnTo>
                  <a:lnTo>
                    <a:pt x="90256" y="124533"/>
                  </a:lnTo>
                  <a:lnTo>
                    <a:pt x="91753" y="126179"/>
                  </a:lnTo>
                  <a:lnTo>
                    <a:pt x="92202" y="128424"/>
                  </a:lnTo>
                  <a:lnTo>
                    <a:pt x="77833" y="139351"/>
                  </a:lnTo>
                  <a:lnTo>
                    <a:pt x="76635" y="140249"/>
                  </a:lnTo>
                  <a:lnTo>
                    <a:pt x="70948" y="144440"/>
                  </a:lnTo>
                  <a:lnTo>
                    <a:pt x="69600" y="145637"/>
                  </a:lnTo>
                  <a:lnTo>
                    <a:pt x="56578" y="155366"/>
                  </a:lnTo>
                  <a:lnTo>
                    <a:pt x="55830" y="155965"/>
                  </a:lnTo>
                  <a:lnTo>
                    <a:pt x="51489" y="159258"/>
                  </a:lnTo>
                  <a:lnTo>
                    <a:pt x="54782" y="154917"/>
                  </a:lnTo>
                  <a:lnTo>
                    <a:pt x="55381" y="154169"/>
                  </a:lnTo>
                  <a:lnTo>
                    <a:pt x="64960" y="141147"/>
                  </a:lnTo>
                  <a:lnTo>
                    <a:pt x="66008" y="139650"/>
                  </a:lnTo>
                  <a:lnTo>
                    <a:pt x="70199" y="133962"/>
                  </a:lnTo>
                  <a:lnTo>
                    <a:pt x="71097" y="132765"/>
                  </a:lnTo>
                  <a:lnTo>
                    <a:pt x="82323" y="117348"/>
                  </a:lnTo>
                  <a:close/>
                  <a:moveTo>
                    <a:pt x="68852" y="162701"/>
                  </a:moveTo>
                  <a:lnTo>
                    <a:pt x="68702" y="163748"/>
                  </a:lnTo>
                  <a:lnTo>
                    <a:pt x="68104" y="163449"/>
                  </a:lnTo>
                  <a:lnTo>
                    <a:pt x="68852" y="162701"/>
                  </a:lnTo>
                  <a:close/>
                  <a:moveTo>
                    <a:pt x="140548" y="162701"/>
                  </a:moveTo>
                  <a:lnTo>
                    <a:pt x="141296" y="163449"/>
                  </a:lnTo>
                  <a:lnTo>
                    <a:pt x="140847" y="163748"/>
                  </a:lnTo>
                  <a:lnTo>
                    <a:pt x="140548" y="162701"/>
                  </a:lnTo>
                  <a:close/>
                  <a:moveTo>
                    <a:pt x="46251" y="144739"/>
                  </a:moveTo>
                  <a:lnTo>
                    <a:pt x="48047" y="147134"/>
                  </a:lnTo>
                  <a:lnTo>
                    <a:pt x="49843" y="149529"/>
                  </a:lnTo>
                  <a:lnTo>
                    <a:pt x="51789" y="151774"/>
                  </a:lnTo>
                  <a:lnTo>
                    <a:pt x="53884" y="154019"/>
                  </a:lnTo>
                  <a:lnTo>
                    <a:pt x="48047" y="161952"/>
                  </a:lnTo>
                  <a:lnTo>
                    <a:pt x="48945" y="162850"/>
                  </a:lnTo>
                  <a:lnTo>
                    <a:pt x="56728" y="156863"/>
                  </a:lnTo>
                  <a:lnTo>
                    <a:pt x="58973" y="158809"/>
                  </a:lnTo>
                  <a:lnTo>
                    <a:pt x="61218" y="160605"/>
                  </a:lnTo>
                  <a:lnTo>
                    <a:pt x="63613" y="162401"/>
                  </a:lnTo>
                  <a:lnTo>
                    <a:pt x="66158" y="164048"/>
                  </a:lnTo>
                  <a:lnTo>
                    <a:pt x="58225" y="171831"/>
                  </a:lnTo>
                  <a:lnTo>
                    <a:pt x="55381" y="169885"/>
                  </a:lnTo>
                  <a:lnTo>
                    <a:pt x="52836" y="167790"/>
                  </a:lnTo>
                  <a:lnTo>
                    <a:pt x="50292" y="165545"/>
                  </a:lnTo>
                  <a:lnTo>
                    <a:pt x="47747" y="163299"/>
                  </a:lnTo>
                  <a:lnTo>
                    <a:pt x="45353" y="160904"/>
                  </a:lnTo>
                  <a:lnTo>
                    <a:pt x="43107" y="158360"/>
                  </a:lnTo>
                  <a:lnTo>
                    <a:pt x="41012" y="155815"/>
                  </a:lnTo>
                  <a:lnTo>
                    <a:pt x="38916" y="153121"/>
                  </a:lnTo>
                  <a:lnTo>
                    <a:pt x="46251" y="144739"/>
                  </a:lnTo>
                  <a:close/>
                  <a:moveTo>
                    <a:pt x="163149" y="144739"/>
                  </a:moveTo>
                  <a:lnTo>
                    <a:pt x="170484" y="153121"/>
                  </a:lnTo>
                  <a:lnTo>
                    <a:pt x="168388" y="155815"/>
                  </a:lnTo>
                  <a:lnTo>
                    <a:pt x="166293" y="158360"/>
                  </a:lnTo>
                  <a:lnTo>
                    <a:pt x="164047" y="160904"/>
                  </a:lnTo>
                  <a:lnTo>
                    <a:pt x="161653" y="163299"/>
                  </a:lnTo>
                  <a:lnTo>
                    <a:pt x="159108" y="165545"/>
                  </a:lnTo>
                  <a:lnTo>
                    <a:pt x="156564" y="167790"/>
                  </a:lnTo>
                  <a:lnTo>
                    <a:pt x="154019" y="169885"/>
                  </a:lnTo>
                  <a:lnTo>
                    <a:pt x="151175" y="171831"/>
                  </a:lnTo>
                  <a:lnTo>
                    <a:pt x="143242" y="164048"/>
                  </a:lnTo>
                  <a:lnTo>
                    <a:pt x="145936" y="162252"/>
                  </a:lnTo>
                  <a:lnTo>
                    <a:pt x="148631" y="160306"/>
                  </a:lnTo>
                  <a:lnTo>
                    <a:pt x="151175" y="158210"/>
                  </a:lnTo>
                  <a:lnTo>
                    <a:pt x="153570" y="155965"/>
                  </a:lnTo>
                  <a:lnTo>
                    <a:pt x="161353" y="161653"/>
                  </a:lnTo>
                  <a:lnTo>
                    <a:pt x="162251" y="160755"/>
                  </a:lnTo>
                  <a:lnTo>
                    <a:pt x="156414" y="153121"/>
                  </a:lnTo>
                  <a:lnTo>
                    <a:pt x="158210" y="151026"/>
                  </a:lnTo>
                  <a:lnTo>
                    <a:pt x="159856" y="149080"/>
                  </a:lnTo>
                  <a:lnTo>
                    <a:pt x="161653" y="146835"/>
                  </a:lnTo>
                  <a:lnTo>
                    <a:pt x="163149" y="144739"/>
                  </a:lnTo>
                  <a:close/>
                  <a:moveTo>
                    <a:pt x="89358" y="171083"/>
                  </a:moveTo>
                  <a:lnTo>
                    <a:pt x="89358" y="172130"/>
                  </a:lnTo>
                  <a:lnTo>
                    <a:pt x="88759" y="171981"/>
                  </a:lnTo>
                  <a:lnTo>
                    <a:pt x="89358" y="171083"/>
                  </a:lnTo>
                  <a:close/>
                  <a:moveTo>
                    <a:pt x="120192" y="171083"/>
                  </a:moveTo>
                  <a:lnTo>
                    <a:pt x="120641" y="171981"/>
                  </a:lnTo>
                  <a:lnTo>
                    <a:pt x="120042" y="172130"/>
                  </a:lnTo>
                  <a:lnTo>
                    <a:pt x="120192" y="171083"/>
                  </a:lnTo>
                  <a:close/>
                  <a:moveTo>
                    <a:pt x="70499" y="146386"/>
                  </a:moveTo>
                  <a:lnTo>
                    <a:pt x="72744" y="148182"/>
                  </a:lnTo>
                  <a:lnTo>
                    <a:pt x="75139" y="149828"/>
                  </a:lnTo>
                  <a:lnTo>
                    <a:pt x="73043" y="153421"/>
                  </a:lnTo>
                  <a:lnTo>
                    <a:pt x="72145" y="153271"/>
                  </a:lnTo>
                  <a:lnTo>
                    <a:pt x="71397" y="153570"/>
                  </a:lnTo>
                  <a:lnTo>
                    <a:pt x="70648" y="154019"/>
                  </a:lnTo>
                  <a:lnTo>
                    <a:pt x="70199" y="154768"/>
                  </a:lnTo>
                  <a:lnTo>
                    <a:pt x="70199" y="155217"/>
                  </a:lnTo>
                  <a:lnTo>
                    <a:pt x="70199" y="155666"/>
                  </a:lnTo>
                  <a:lnTo>
                    <a:pt x="70349" y="156414"/>
                  </a:lnTo>
                  <a:lnTo>
                    <a:pt x="70798" y="157163"/>
                  </a:lnTo>
                  <a:lnTo>
                    <a:pt x="71247" y="157312"/>
                  </a:lnTo>
                  <a:lnTo>
                    <a:pt x="71546" y="157612"/>
                  </a:lnTo>
                  <a:lnTo>
                    <a:pt x="72444" y="157612"/>
                  </a:lnTo>
                  <a:lnTo>
                    <a:pt x="73342" y="157462"/>
                  </a:lnTo>
                  <a:lnTo>
                    <a:pt x="73941" y="157013"/>
                  </a:lnTo>
                  <a:lnTo>
                    <a:pt x="74240" y="156564"/>
                  </a:lnTo>
                  <a:lnTo>
                    <a:pt x="74390" y="156264"/>
                  </a:lnTo>
                  <a:lnTo>
                    <a:pt x="74540" y="155516"/>
                  </a:lnTo>
                  <a:lnTo>
                    <a:pt x="74390" y="154917"/>
                  </a:lnTo>
                  <a:lnTo>
                    <a:pt x="74240" y="154319"/>
                  </a:lnTo>
                  <a:lnTo>
                    <a:pt x="73791" y="153870"/>
                  </a:lnTo>
                  <a:lnTo>
                    <a:pt x="76037" y="150277"/>
                  </a:lnTo>
                  <a:lnTo>
                    <a:pt x="79629" y="152373"/>
                  </a:lnTo>
                  <a:lnTo>
                    <a:pt x="83221" y="154169"/>
                  </a:lnTo>
                  <a:lnTo>
                    <a:pt x="87113" y="155666"/>
                  </a:lnTo>
                  <a:lnTo>
                    <a:pt x="91004" y="156863"/>
                  </a:lnTo>
                  <a:lnTo>
                    <a:pt x="90256" y="161054"/>
                  </a:lnTo>
                  <a:lnTo>
                    <a:pt x="89508" y="161204"/>
                  </a:lnTo>
                  <a:lnTo>
                    <a:pt x="88909" y="161653"/>
                  </a:lnTo>
                  <a:lnTo>
                    <a:pt x="88460" y="162252"/>
                  </a:lnTo>
                  <a:lnTo>
                    <a:pt x="88161" y="163150"/>
                  </a:lnTo>
                  <a:lnTo>
                    <a:pt x="88310" y="163599"/>
                  </a:lnTo>
                  <a:lnTo>
                    <a:pt x="88310" y="164048"/>
                  </a:lnTo>
                  <a:lnTo>
                    <a:pt x="88909" y="164646"/>
                  </a:lnTo>
                  <a:lnTo>
                    <a:pt x="89508" y="165245"/>
                  </a:lnTo>
                  <a:lnTo>
                    <a:pt x="89957" y="165395"/>
                  </a:lnTo>
                  <a:lnTo>
                    <a:pt x="90855" y="165395"/>
                  </a:lnTo>
                  <a:lnTo>
                    <a:pt x="91304" y="165245"/>
                  </a:lnTo>
                  <a:lnTo>
                    <a:pt x="91903" y="164796"/>
                  </a:lnTo>
                  <a:lnTo>
                    <a:pt x="92501" y="164048"/>
                  </a:lnTo>
                  <a:lnTo>
                    <a:pt x="92651" y="163599"/>
                  </a:lnTo>
                  <a:lnTo>
                    <a:pt x="92651" y="163150"/>
                  </a:lnTo>
                  <a:lnTo>
                    <a:pt x="92501" y="162551"/>
                  </a:lnTo>
                  <a:lnTo>
                    <a:pt x="92202" y="161952"/>
                  </a:lnTo>
                  <a:lnTo>
                    <a:pt x="91903" y="161503"/>
                  </a:lnTo>
                  <a:lnTo>
                    <a:pt x="91304" y="161204"/>
                  </a:lnTo>
                  <a:lnTo>
                    <a:pt x="92052" y="157163"/>
                  </a:lnTo>
                  <a:lnTo>
                    <a:pt x="94297" y="157612"/>
                  </a:lnTo>
                  <a:lnTo>
                    <a:pt x="96692" y="158061"/>
                  </a:lnTo>
                  <a:lnTo>
                    <a:pt x="99087" y="174376"/>
                  </a:lnTo>
                  <a:lnTo>
                    <a:pt x="94746" y="173927"/>
                  </a:lnTo>
                  <a:lnTo>
                    <a:pt x="90406" y="173178"/>
                  </a:lnTo>
                  <a:lnTo>
                    <a:pt x="90106" y="167341"/>
                  </a:lnTo>
                  <a:lnTo>
                    <a:pt x="87562" y="172430"/>
                  </a:lnTo>
                  <a:lnTo>
                    <a:pt x="85167" y="171831"/>
                  </a:lnTo>
                  <a:lnTo>
                    <a:pt x="82772" y="171083"/>
                  </a:lnTo>
                  <a:lnTo>
                    <a:pt x="78132" y="169286"/>
                  </a:lnTo>
                  <a:lnTo>
                    <a:pt x="73642" y="167341"/>
                  </a:lnTo>
                  <a:lnTo>
                    <a:pt x="69301" y="164946"/>
                  </a:lnTo>
                  <a:lnTo>
                    <a:pt x="70798" y="159557"/>
                  </a:lnTo>
                  <a:lnTo>
                    <a:pt x="66906" y="163449"/>
                  </a:lnTo>
                  <a:lnTo>
                    <a:pt x="64362" y="161803"/>
                  </a:lnTo>
                  <a:lnTo>
                    <a:pt x="61967" y="160006"/>
                  </a:lnTo>
                  <a:lnTo>
                    <a:pt x="59722" y="158210"/>
                  </a:lnTo>
                  <a:lnTo>
                    <a:pt x="57476" y="156264"/>
                  </a:lnTo>
                  <a:lnTo>
                    <a:pt x="70499" y="146386"/>
                  </a:lnTo>
                  <a:close/>
                  <a:moveTo>
                    <a:pt x="139650" y="145637"/>
                  </a:moveTo>
                  <a:lnTo>
                    <a:pt x="152822" y="155366"/>
                  </a:lnTo>
                  <a:lnTo>
                    <a:pt x="150427" y="157462"/>
                  </a:lnTo>
                  <a:lnTo>
                    <a:pt x="147882" y="159557"/>
                  </a:lnTo>
                  <a:lnTo>
                    <a:pt x="145338" y="161503"/>
                  </a:lnTo>
                  <a:lnTo>
                    <a:pt x="142643" y="163449"/>
                  </a:lnTo>
                  <a:lnTo>
                    <a:pt x="138602" y="159557"/>
                  </a:lnTo>
                  <a:lnTo>
                    <a:pt x="140099" y="164946"/>
                  </a:lnTo>
                  <a:lnTo>
                    <a:pt x="135758" y="167191"/>
                  </a:lnTo>
                  <a:lnTo>
                    <a:pt x="131418" y="169286"/>
                  </a:lnTo>
                  <a:lnTo>
                    <a:pt x="126778" y="171083"/>
                  </a:lnTo>
                  <a:lnTo>
                    <a:pt x="124383" y="171831"/>
                  </a:lnTo>
                  <a:lnTo>
                    <a:pt x="121988" y="172430"/>
                  </a:lnTo>
                  <a:lnTo>
                    <a:pt x="119443" y="167341"/>
                  </a:lnTo>
                  <a:lnTo>
                    <a:pt x="118994" y="173178"/>
                  </a:lnTo>
                  <a:lnTo>
                    <a:pt x="114953" y="173777"/>
                  </a:lnTo>
                  <a:lnTo>
                    <a:pt x="110912" y="174376"/>
                  </a:lnTo>
                  <a:lnTo>
                    <a:pt x="113157" y="157911"/>
                  </a:lnTo>
                  <a:lnTo>
                    <a:pt x="116300" y="157312"/>
                  </a:lnTo>
                  <a:lnTo>
                    <a:pt x="117198" y="161354"/>
                  </a:lnTo>
                  <a:lnTo>
                    <a:pt x="116450" y="161952"/>
                  </a:lnTo>
                  <a:lnTo>
                    <a:pt x="116150" y="162701"/>
                  </a:lnTo>
                  <a:lnTo>
                    <a:pt x="116001" y="163449"/>
                  </a:lnTo>
                  <a:lnTo>
                    <a:pt x="116150" y="164347"/>
                  </a:lnTo>
                  <a:lnTo>
                    <a:pt x="116450" y="164646"/>
                  </a:lnTo>
                  <a:lnTo>
                    <a:pt x="116749" y="164946"/>
                  </a:lnTo>
                  <a:lnTo>
                    <a:pt x="117498" y="165395"/>
                  </a:lnTo>
                  <a:lnTo>
                    <a:pt x="118396" y="165545"/>
                  </a:lnTo>
                  <a:lnTo>
                    <a:pt x="118695" y="165395"/>
                  </a:lnTo>
                  <a:lnTo>
                    <a:pt x="119144" y="165245"/>
                  </a:lnTo>
                  <a:lnTo>
                    <a:pt x="119593" y="165095"/>
                  </a:lnTo>
                  <a:lnTo>
                    <a:pt x="119892" y="164796"/>
                  </a:lnTo>
                  <a:lnTo>
                    <a:pt x="120341" y="164048"/>
                  </a:lnTo>
                  <a:lnTo>
                    <a:pt x="120341" y="163150"/>
                  </a:lnTo>
                  <a:lnTo>
                    <a:pt x="120341" y="162850"/>
                  </a:lnTo>
                  <a:lnTo>
                    <a:pt x="120192" y="162401"/>
                  </a:lnTo>
                  <a:lnTo>
                    <a:pt x="119743" y="161803"/>
                  </a:lnTo>
                  <a:lnTo>
                    <a:pt x="119294" y="161354"/>
                  </a:lnTo>
                  <a:lnTo>
                    <a:pt x="118695" y="161204"/>
                  </a:lnTo>
                  <a:lnTo>
                    <a:pt x="118096" y="161054"/>
                  </a:lnTo>
                  <a:lnTo>
                    <a:pt x="117348" y="157163"/>
                  </a:lnTo>
                  <a:lnTo>
                    <a:pt x="121389" y="155965"/>
                  </a:lnTo>
                  <a:lnTo>
                    <a:pt x="125281" y="154618"/>
                  </a:lnTo>
                  <a:lnTo>
                    <a:pt x="129023" y="152822"/>
                  </a:lnTo>
                  <a:lnTo>
                    <a:pt x="132615" y="150876"/>
                  </a:lnTo>
                  <a:lnTo>
                    <a:pt x="134711" y="154319"/>
                  </a:lnTo>
                  <a:lnTo>
                    <a:pt x="134261" y="155067"/>
                  </a:lnTo>
                  <a:lnTo>
                    <a:pt x="134112" y="155815"/>
                  </a:lnTo>
                  <a:lnTo>
                    <a:pt x="134411" y="156713"/>
                  </a:lnTo>
                  <a:lnTo>
                    <a:pt x="134860" y="157312"/>
                  </a:lnTo>
                  <a:lnTo>
                    <a:pt x="135160" y="157612"/>
                  </a:lnTo>
                  <a:lnTo>
                    <a:pt x="135609" y="157911"/>
                  </a:lnTo>
                  <a:lnTo>
                    <a:pt x="136357" y="158061"/>
                  </a:lnTo>
                  <a:lnTo>
                    <a:pt x="137255" y="157911"/>
                  </a:lnTo>
                  <a:lnTo>
                    <a:pt x="137554" y="157612"/>
                  </a:lnTo>
                  <a:lnTo>
                    <a:pt x="138003" y="157312"/>
                  </a:lnTo>
                  <a:lnTo>
                    <a:pt x="138153" y="157013"/>
                  </a:lnTo>
                  <a:lnTo>
                    <a:pt x="138452" y="156564"/>
                  </a:lnTo>
                  <a:lnTo>
                    <a:pt x="138602" y="155815"/>
                  </a:lnTo>
                  <a:lnTo>
                    <a:pt x="138452" y="154917"/>
                  </a:lnTo>
                  <a:lnTo>
                    <a:pt x="138303" y="154618"/>
                  </a:lnTo>
                  <a:lnTo>
                    <a:pt x="138003" y="154319"/>
                  </a:lnTo>
                  <a:lnTo>
                    <a:pt x="137405" y="153870"/>
                  </a:lnTo>
                  <a:lnTo>
                    <a:pt x="136806" y="153570"/>
                  </a:lnTo>
                  <a:lnTo>
                    <a:pt x="136207" y="153570"/>
                  </a:lnTo>
                  <a:lnTo>
                    <a:pt x="135609" y="153720"/>
                  </a:lnTo>
                  <a:lnTo>
                    <a:pt x="133513" y="150277"/>
                  </a:lnTo>
                  <a:lnTo>
                    <a:pt x="136656" y="148182"/>
                  </a:lnTo>
                  <a:lnTo>
                    <a:pt x="139650" y="145637"/>
                  </a:lnTo>
                  <a:close/>
                  <a:moveTo>
                    <a:pt x="67954" y="163748"/>
                  </a:moveTo>
                  <a:lnTo>
                    <a:pt x="68553" y="163898"/>
                  </a:lnTo>
                  <a:lnTo>
                    <a:pt x="68403" y="164497"/>
                  </a:lnTo>
                  <a:lnTo>
                    <a:pt x="68104" y="165395"/>
                  </a:lnTo>
                  <a:lnTo>
                    <a:pt x="65110" y="176172"/>
                  </a:lnTo>
                  <a:lnTo>
                    <a:pt x="62117" y="174376"/>
                  </a:lnTo>
                  <a:lnTo>
                    <a:pt x="58973" y="172430"/>
                  </a:lnTo>
                  <a:lnTo>
                    <a:pt x="58973" y="172430"/>
                  </a:lnTo>
                  <a:lnTo>
                    <a:pt x="60320" y="173178"/>
                  </a:lnTo>
                  <a:lnTo>
                    <a:pt x="61218" y="173627"/>
                  </a:lnTo>
                  <a:lnTo>
                    <a:pt x="62117" y="173927"/>
                  </a:lnTo>
                  <a:lnTo>
                    <a:pt x="62117" y="173777"/>
                  </a:lnTo>
                  <a:lnTo>
                    <a:pt x="60320" y="172729"/>
                  </a:lnTo>
                  <a:lnTo>
                    <a:pt x="59273" y="172130"/>
                  </a:lnTo>
                  <a:lnTo>
                    <a:pt x="60021" y="171532"/>
                  </a:lnTo>
                  <a:lnTo>
                    <a:pt x="61218" y="172130"/>
                  </a:lnTo>
                  <a:lnTo>
                    <a:pt x="61967" y="172579"/>
                  </a:lnTo>
                  <a:lnTo>
                    <a:pt x="62865" y="173028"/>
                  </a:lnTo>
                  <a:lnTo>
                    <a:pt x="63015" y="172879"/>
                  </a:lnTo>
                  <a:lnTo>
                    <a:pt x="62117" y="172280"/>
                  </a:lnTo>
                  <a:lnTo>
                    <a:pt x="61368" y="171981"/>
                  </a:lnTo>
                  <a:lnTo>
                    <a:pt x="60171" y="171382"/>
                  </a:lnTo>
                  <a:lnTo>
                    <a:pt x="60769" y="170634"/>
                  </a:lnTo>
                  <a:lnTo>
                    <a:pt x="61967" y="171382"/>
                  </a:lnTo>
                  <a:lnTo>
                    <a:pt x="62715" y="171681"/>
                  </a:lnTo>
                  <a:lnTo>
                    <a:pt x="63314" y="171831"/>
                  </a:lnTo>
                  <a:lnTo>
                    <a:pt x="63464" y="171831"/>
                  </a:lnTo>
                  <a:lnTo>
                    <a:pt x="63314" y="171681"/>
                  </a:lnTo>
                  <a:lnTo>
                    <a:pt x="61817" y="170933"/>
                  </a:lnTo>
                  <a:lnTo>
                    <a:pt x="60919" y="170484"/>
                  </a:lnTo>
                  <a:lnTo>
                    <a:pt x="61817" y="169586"/>
                  </a:lnTo>
                  <a:lnTo>
                    <a:pt x="62865" y="170185"/>
                  </a:lnTo>
                  <a:lnTo>
                    <a:pt x="63613" y="170634"/>
                  </a:lnTo>
                  <a:lnTo>
                    <a:pt x="64362" y="170783"/>
                  </a:lnTo>
                  <a:lnTo>
                    <a:pt x="64511" y="170783"/>
                  </a:lnTo>
                  <a:lnTo>
                    <a:pt x="63763" y="170334"/>
                  </a:lnTo>
                  <a:lnTo>
                    <a:pt x="63015" y="169885"/>
                  </a:lnTo>
                  <a:lnTo>
                    <a:pt x="62117" y="169436"/>
                  </a:lnTo>
                  <a:lnTo>
                    <a:pt x="62715" y="168837"/>
                  </a:lnTo>
                  <a:lnTo>
                    <a:pt x="63464" y="169286"/>
                  </a:lnTo>
                  <a:lnTo>
                    <a:pt x="64212" y="169586"/>
                  </a:lnTo>
                  <a:lnTo>
                    <a:pt x="64960" y="169885"/>
                  </a:lnTo>
                  <a:lnTo>
                    <a:pt x="64960" y="169736"/>
                  </a:lnTo>
                  <a:lnTo>
                    <a:pt x="63314" y="168837"/>
                  </a:lnTo>
                  <a:lnTo>
                    <a:pt x="62865" y="168538"/>
                  </a:lnTo>
                  <a:lnTo>
                    <a:pt x="63464" y="168089"/>
                  </a:lnTo>
                  <a:lnTo>
                    <a:pt x="63913" y="168239"/>
                  </a:lnTo>
                  <a:lnTo>
                    <a:pt x="65409" y="168987"/>
                  </a:lnTo>
                  <a:lnTo>
                    <a:pt x="65559" y="168837"/>
                  </a:lnTo>
                  <a:lnTo>
                    <a:pt x="65409" y="168837"/>
                  </a:lnTo>
                  <a:lnTo>
                    <a:pt x="64212" y="168089"/>
                  </a:lnTo>
                  <a:lnTo>
                    <a:pt x="63613" y="167790"/>
                  </a:lnTo>
                  <a:lnTo>
                    <a:pt x="64362" y="167191"/>
                  </a:lnTo>
                  <a:lnTo>
                    <a:pt x="64811" y="167490"/>
                  </a:lnTo>
                  <a:lnTo>
                    <a:pt x="65858" y="168089"/>
                  </a:lnTo>
                  <a:lnTo>
                    <a:pt x="66008" y="167939"/>
                  </a:lnTo>
                  <a:lnTo>
                    <a:pt x="65260" y="167490"/>
                  </a:lnTo>
                  <a:lnTo>
                    <a:pt x="64511" y="167041"/>
                  </a:lnTo>
                  <a:lnTo>
                    <a:pt x="65110" y="166592"/>
                  </a:lnTo>
                  <a:lnTo>
                    <a:pt x="65260" y="166592"/>
                  </a:lnTo>
                  <a:lnTo>
                    <a:pt x="65858" y="166892"/>
                  </a:lnTo>
                  <a:lnTo>
                    <a:pt x="66457" y="167041"/>
                  </a:lnTo>
                  <a:lnTo>
                    <a:pt x="65409" y="166443"/>
                  </a:lnTo>
                  <a:lnTo>
                    <a:pt x="65260" y="166293"/>
                  </a:lnTo>
                  <a:lnTo>
                    <a:pt x="65709" y="165844"/>
                  </a:lnTo>
                  <a:lnTo>
                    <a:pt x="66906" y="166293"/>
                  </a:lnTo>
                  <a:lnTo>
                    <a:pt x="67056" y="166293"/>
                  </a:lnTo>
                  <a:lnTo>
                    <a:pt x="67056" y="166143"/>
                  </a:lnTo>
                  <a:lnTo>
                    <a:pt x="66008" y="165694"/>
                  </a:lnTo>
                  <a:lnTo>
                    <a:pt x="66457" y="165095"/>
                  </a:lnTo>
                  <a:lnTo>
                    <a:pt x="66607" y="165245"/>
                  </a:lnTo>
                  <a:lnTo>
                    <a:pt x="67056" y="165395"/>
                  </a:lnTo>
                  <a:lnTo>
                    <a:pt x="67655" y="165545"/>
                  </a:lnTo>
                  <a:lnTo>
                    <a:pt x="67655" y="165395"/>
                  </a:lnTo>
                  <a:lnTo>
                    <a:pt x="66906" y="164946"/>
                  </a:lnTo>
                  <a:lnTo>
                    <a:pt x="66607" y="164946"/>
                  </a:lnTo>
                  <a:lnTo>
                    <a:pt x="66906" y="164646"/>
                  </a:lnTo>
                  <a:lnTo>
                    <a:pt x="67206" y="164497"/>
                  </a:lnTo>
                  <a:lnTo>
                    <a:pt x="67954" y="164646"/>
                  </a:lnTo>
                  <a:lnTo>
                    <a:pt x="67954" y="164497"/>
                  </a:lnTo>
                  <a:lnTo>
                    <a:pt x="67355" y="164197"/>
                  </a:lnTo>
                  <a:lnTo>
                    <a:pt x="67655" y="163898"/>
                  </a:lnTo>
                  <a:lnTo>
                    <a:pt x="67954" y="163748"/>
                  </a:lnTo>
                  <a:close/>
                  <a:moveTo>
                    <a:pt x="141446" y="163748"/>
                  </a:moveTo>
                  <a:lnTo>
                    <a:pt x="141745" y="163898"/>
                  </a:lnTo>
                  <a:lnTo>
                    <a:pt x="142045" y="164197"/>
                  </a:lnTo>
                  <a:lnTo>
                    <a:pt x="141446" y="164497"/>
                  </a:lnTo>
                  <a:lnTo>
                    <a:pt x="141446" y="164646"/>
                  </a:lnTo>
                  <a:lnTo>
                    <a:pt x="142194" y="164497"/>
                  </a:lnTo>
                  <a:lnTo>
                    <a:pt x="142494" y="164646"/>
                  </a:lnTo>
                  <a:lnTo>
                    <a:pt x="142793" y="164946"/>
                  </a:lnTo>
                  <a:lnTo>
                    <a:pt x="142643" y="164946"/>
                  </a:lnTo>
                  <a:lnTo>
                    <a:pt x="141745" y="165395"/>
                  </a:lnTo>
                  <a:lnTo>
                    <a:pt x="141895" y="165545"/>
                  </a:lnTo>
                  <a:lnTo>
                    <a:pt x="142344" y="165395"/>
                  </a:lnTo>
                  <a:lnTo>
                    <a:pt x="142793" y="165245"/>
                  </a:lnTo>
                  <a:lnTo>
                    <a:pt x="142943" y="165095"/>
                  </a:lnTo>
                  <a:lnTo>
                    <a:pt x="143542" y="165694"/>
                  </a:lnTo>
                  <a:lnTo>
                    <a:pt x="142344" y="166143"/>
                  </a:lnTo>
                  <a:lnTo>
                    <a:pt x="142344" y="166293"/>
                  </a:lnTo>
                  <a:lnTo>
                    <a:pt x="142494" y="166293"/>
                  </a:lnTo>
                  <a:lnTo>
                    <a:pt x="143691" y="165844"/>
                  </a:lnTo>
                  <a:lnTo>
                    <a:pt x="144140" y="166293"/>
                  </a:lnTo>
                  <a:lnTo>
                    <a:pt x="143991" y="166443"/>
                  </a:lnTo>
                  <a:lnTo>
                    <a:pt x="142943" y="167041"/>
                  </a:lnTo>
                  <a:lnTo>
                    <a:pt x="143093" y="167041"/>
                  </a:lnTo>
                  <a:lnTo>
                    <a:pt x="143542" y="166892"/>
                  </a:lnTo>
                  <a:lnTo>
                    <a:pt x="144140" y="166592"/>
                  </a:lnTo>
                  <a:lnTo>
                    <a:pt x="144440" y="166592"/>
                  </a:lnTo>
                  <a:lnTo>
                    <a:pt x="145038" y="167041"/>
                  </a:lnTo>
                  <a:lnTo>
                    <a:pt x="144140" y="167490"/>
                  </a:lnTo>
                  <a:lnTo>
                    <a:pt x="143542" y="167939"/>
                  </a:lnTo>
                  <a:lnTo>
                    <a:pt x="143542" y="168089"/>
                  </a:lnTo>
                  <a:lnTo>
                    <a:pt x="144589" y="167490"/>
                  </a:lnTo>
                  <a:lnTo>
                    <a:pt x="145188" y="167191"/>
                  </a:lnTo>
                  <a:lnTo>
                    <a:pt x="145787" y="167790"/>
                  </a:lnTo>
                  <a:lnTo>
                    <a:pt x="145338" y="168089"/>
                  </a:lnTo>
                  <a:lnTo>
                    <a:pt x="143991" y="168837"/>
                  </a:lnTo>
                  <a:lnTo>
                    <a:pt x="143991" y="168987"/>
                  </a:lnTo>
                  <a:lnTo>
                    <a:pt x="145487" y="168239"/>
                  </a:lnTo>
                  <a:lnTo>
                    <a:pt x="145936" y="168089"/>
                  </a:lnTo>
                  <a:lnTo>
                    <a:pt x="146535" y="168538"/>
                  </a:lnTo>
                  <a:lnTo>
                    <a:pt x="146236" y="168837"/>
                  </a:lnTo>
                  <a:lnTo>
                    <a:pt x="144440" y="169736"/>
                  </a:lnTo>
                  <a:lnTo>
                    <a:pt x="144440" y="169885"/>
                  </a:lnTo>
                  <a:lnTo>
                    <a:pt x="145188" y="169586"/>
                  </a:lnTo>
                  <a:lnTo>
                    <a:pt x="145936" y="169286"/>
                  </a:lnTo>
                  <a:lnTo>
                    <a:pt x="146685" y="168837"/>
                  </a:lnTo>
                  <a:lnTo>
                    <a:pt x="147433" y="169436"/>
                  </a:lnTo>
                  <a:lnTo>
                    <a:pt x="146535" y="169885"/>
                  </a:lnTo>
                  <a:lnTo>
                    <a:pt x="145787" y="170334"/>
                  </a:lnTo>
                  <a:lnTo>
                    <a:pt x="145038" y="170783"/>
                  </a:lnTo>
                  <a:lnTo>
                    <a:pt x="145787" y="170634"/>
                  </a:lnTo>
                  <a:lnTo>
                    <a:pt x="146685" y="170185"/>
                  </a:lnTo>
                  <a:lnTo>
                    <a:pt x="147583" y="169586"/>
                  </a:lnTo>
                  <a:lnTo>
                    <a:pt x="148481" y="170484"/>
                  </a:lnTo>
                  <a:lnTo>
                    <a:pt x="147583" y="170933"/>
                  </a:lnTo>
                  <a:lnTo>
                    <a:pt x="146086" y="171681"/>
                  </a:lnTo>
                  <a:lnTo>
                    <a:pt x="146086" y="171831"/>
                  </a:lnTo>
                  <a:lnTo>
                    <a:pt x="146834" y="171681"/>
                  </a:lnTo>
                  <a:lnTo>
                    <a:pt x="147433" y="171382"/>
                  </a:lnTo>
                  <a:lnTo>
                    <a:pt x="148631" y="170634"/>
                  </a:lnTo>
                  <a:lnTo>
                    <a:pt x="149379" y="171382"/>
                  </a:lnTo>
                  <a:lnTo>
                    <a:pt x="148032" y="171981"/>
                  </a:lnTo>
                  <a:lnTo>
                    <a:pt x="147283" y="172280"/>
                  </a:lnTo>
                  <a:lnTo>
                    <a:pt x="146535" y="172879"/>
                  </a:lnTo>
                  <a:lnTo>
                    <a:pt x="146535" y="173028"/>
                  </a:lnTo>
                  <a:lnTo>
                    <a:pt x="147433" y="172579"/>
                  </a:lnTo>
                  <a:lnTo>
                    <a:pt x="148182" y="172130"/>
                  </a:lnTo>
                  <a:lnTo>
                    <a:pt x="149529" y="171532"/>
                  </a:lnTo>
                  <a:lnTo>
                    <a:pt x="150127" y="172130"/>
                  </a:lnTo>
                  <a:lnTo>
                    <a:pt x="149080" y="172729"/>
                  </a:lnTo>
                  <a:lnTo>
                    <a:pt x="147283" y="173777"/>
                  </a:lnTo>
                  <a:lnTo>
                    <a:pt x="147283" y="173927"/>
                  </a:lnTo>
                  <a:lnTo>
                    <a:pt x="147433" y="173927"/>
                  </a:lnTo>
                  <a:lnTo>
                    <a:pt x="148331" y="173627"/>
                  </a:lnTo>
                  <a:lnTo>
                    <a:pt x="149080" y="173178"/>
                  </a:lnTo>
                  <a:lnTo>
                    <a:pt x="150277" y="172430"/>
                  </a:lnTo>
                  <a:lnTo>
                    <a:pt x="147283" y="174376"/>
                  </a:lnTo>
                  <a:lnTo>
                    <a:pt x="144290" y="176172"/>
                  </a:lnTo>
                  <a:lnTo>
                    <a:pt x="141296" y="165395"/>
                  </a:lnTo>
                  <a:lnTo>
                    <a:pt x="140997" y="164347"/>
                  </a:lnTo>
                  <a:lnTo>
                    <a:pt x="140847" y="163898"/>
                  </a:lnTo>
                  <a:lnTo>
                    <a:pt x="141446" y="163748"/>
                  </a:lnTo>
                  <a:close/>
                  <a:moveTo>
                    <a:pt x="69002" y="165844"/>
                  </a:moveTo>
                  <a:lnTo>
                    <a:pt x="73342" y="168239"/>
                  </a:lnTo>
                  <a:lnTo>
                    <a:pt x="77683" y="170185"/>
                  </a:lnTo>
                  <a:lnTo>
                    <a:pt x="82323" y="171981"/>
                  </a:lnTo>
                  <a:lnTo>
                    <a:pt x="87113" y="173328"/>
                  </a:lnTo>
                  <a:lnTo>
                    <a:pt x="82024" y="183207"/>
                  </a:lnTo>
                  <a:lnTo>
                    <a:pt x="77982" y="181859"/>
                  </a:lnTo>
                  <a:lnTo>
                    <a:pt x="73791" y="180363"/>
                  </a:lnTo>
                  <a:lnTo>
                    <a:pt x="69900" y="178716"/>
                  </a:lnTo>
                  <a:lnTo>
                    <a:pt x="66008" y="176770"/>
                  </a:lnTo>
                  <a:lnTo>
                    <a:pt x="69002" y="165844"/>
                  </a:lnTo>
                  <a:close/>
                  <a:moveTo>
                    <a:pt x="140398" y="165844"/>
                  </a:moveTo>
                  <a:lnTo>
                    <a:pt x="143392" y="176621"/>
                  </a:lnTo>
                  <a:lnTo>
                    <a:pt x="139500" y="178567"/>
                  </a:lnTo>
                  <a:lnTo>
                    <a:pt x="135609" y="180363"/>
                  </a:lnTo>
                  <a:lnTo>
                    <a:pt x="131567" y="181859"/>
                  </a:lnTo>
                  <a:lnTo>
                    <a:pt x="127376" y="183207"/>
                  </a:lnTo>
                  <a:lnTo>
                    <a:pt x="122437" y="173328"/>
                  </a:lnTo>
                  <a:lnTo>
                    <a:pt x="127077" y="171981"/>
                  </a:lnTo>
                  <a:lnTo>
                    <a:pt x="131717" y="170185"/>
                  </a:lnTo>
                  <a:lnTo>
                    <a:pt x="136058" y="168239"/>
                  </a:lnTo>
                  <a:lnTo>
                    <a:pt x="140398" y="165844"/>
                  </a:lnTo>
                  <a:close/>
                  <a:moveTo>
                    <a:pt x="89358" y="172280"/>
                  </a:moveTo>
                  <a:lnTo>
                    <a:pt x="89358" y="172879"/>
                  </a:lnTo>
                  <a:lnTo>
                    <a:pt x="89508" y="173927"/>
                  </a:lnTo>
                  <a:lnTo>
                    <a:pt x="90106" y="185152"/>
                  </a:lnTo>
                  <a:lnTo>
                    <a:pt x="86514" y="184404"/>
                  </a:lnTo>
                  <a:lnTo>
                    <a:pt x="83071" y="183506"/>
                  </a:lnTo>
                  <a:lnTo>
                    <a:pt x="84568" y="183656"/>
                  </a:lnTo>
                  <a:lnTo>
                    <a:pt x="85466" y="183805"/>
                  </a:lnTo>
                  <a:lnTo>
                    <a:pt x="86364" y="183955"/>
                  </a:lnTo>
                  <a:lnTo>
                    <a:pt x="86514" y="183805"/>
                  </a:lnTo>
                  <a:lnTo>
                    <a:pt x="84419" y="183356"/>
                  </a:lnTo>
                  <a:lnTo>
                    <a:pt x="83221" y="183207"/>
                  </a:lnTo>
                  <a:lnTo>
                    <a:pt x="83670" y="182309"/>
                  </a:lnTo>
                  <a:lnTo>
                    <a:pt x="85017" y="182458"/>
                  </a:lnTo>
                  <a:lnTo>
                    <a:pt x="85915" y="182608"/>
                  </a:lnTo>
                  <a:lnTo>
                    <a:pt x="86963" y="182758"/>
                  </a:lnTo>
                  <a:lnTo>
                    <a:pt x="86963" y="182608"/>
                  </a:lnTo>
                  <a:lnTo>
                    <a:pt x="85915" y="182309"/>
                  </a:lnTo>
                  <a:lnTo>
                    <a:pt x="85017" y="182159"/>
                  </a:lnTo>
                  <a:lnTo>
                    <a:pt x="83820" y="182009"/>
                  </a:lnTo>
                  <a:lnTo>
                    <a:pt x="84119" y="181261"/>
                  </a:lnTo>
                  <a:lnTo>
                    <a:pt x="85616" y="181560"/>
                  </a:lnTo>
                  <a:lnTo>
                    <a:pt x="86963" y="181560"/>
                  </a:lnTo>
                  <a:lnTo>
                    <a:pt x="86963" y="181410"/>
                  </a:lnTo>
                  <a:lnTo>
                    <a:pt x="85317" y="181111"/>
                  </a:lnTo>
                  <a:lnTo>
                    <a:pt x="84269" y="180961"/>
                  </a:lnTo>
                  <a:lnTo>
                    <a:pt x="84868" y="179914"/>
                  </a:lnTo>
                  <a:lnTo>
                    <a:pt x="86215" y="180213"/>
                  </a:lnTo>
                  <a:lnTo>
                    <a:pt x="87712" y="180213"/>
                  </a:lnTo>
                  <a:lnTo>
                    <a:pt x="87712" y="180063"/>
                  </a:lnTo>
                  <a:lnTo>
                    <a:pt x="86813" y="179914"/>
                  </a:lnTo>
                  <a:lnTo>
                    <a:pt x="85915" y="179764"/>
                  </a:lnTo>
                  <a:lnTo>
                    <a:pt x="85017" y="179614"/>
                  </a:lnTo>
                  <a:lnTo>
                    <a:pt x="85466" y="178716"/>
                  </a:lnTo>
                  <a:lnTo>
                    <a:pt x="86364" y="179016"/>
                  </a:lnTo>
                  <a:lnTo>
                    <a:pt x="87113" y="179165"/>
                  </a:lnTo>
                  <a:lnTo>
                    <a:pt x="87861" y="179165"/>
                  </a:lnTo>
                  <a:lnTo>
                    <a:pt x="87861" y="179016"/>
                  </a:lnTo>
                  <a:lnTo>
                    <a:pt x="85915" y="178716"/>
                  </a:lnTo>
                  <a:lnTo>
                    <a:pt x="85466" y="178567"/>
                  </a:lnTo>
                  <a:lnTo>
                    <a:pt x="85915" y="177818"/>
                  </a:lnTo>
                  <a:lnTo>
                    <a:pt x="86364" y="177968"/>
                  </a:lnTo>
                  <a:lnTo>
                    <a:pt x="87113" y="177968"/>
                  </a:lnTo>
                  <a:lnTo>
                    <a:pt x="88011" y="178118"/>
                  </a:lnTo>
                  <a:lnTo>
                    <a:pt x="88011" y="177968"/>
                  </a:lnTo>
                  <a:lnTo>
                    <a:pt x="86813" y="177668"/>
                  </a:lnTo>
                  <a:lnTo>
                    <a:pt x="86065" y="177668"/>
                  </a:lnTo>
                  <a:lnTo>
                    <a:pt x="86364" y="176920"/>
                  </a:lnTo>
                  <a:lnTo>
                    <a:pt x="87262" y="177070"/>
                  </a:lnTo>
                  <a:lnTo>
                    <a:pt x="88161" y="177070"/>
                  </a:lnTo>
                  <a:lnTo>
                    <a:pt x="88161" y="176920"/>
                  </a:lnTo>
                  <a:lnTo>
                    <a:pt x="87412" y="176770"/>
                  </a:lnTo>
                  <a:lnTo>
                    <a:pt x="86514" y="176621"/>
                  </a:lnTo>
                  <a:lnTo>
                    <a:pt x="86813" y="175872"/>
                  </a:lnTo>
                  <a:lnTo>
                    <a:pt x="87562" y="176022"/>
                  </a:lnTo>
                  <a:lnTo>
                    <a:pt x="88310" y="176022"/>
                  </a:lnTo>
                  <a:lnTo>
                    <a:pt x="88310" y="175872"/>
                  </a:lnTo>
                  <a:lnTo>
                    <a:pt x="87113" y="175723"/>
                  </a:lnTo>
                  <a:lnTo>
                    <a:pt x="86963" y="175723"/>
                  </a:lnTo>
                  <a:lnTo>
                    <a:pt x="87262" y="174974"/>
                  </a:lnTo>
                  <a:lnTo>
                    <a:pt x="88610" y="175124"/>
                  </a:lnTo>
                  <a:lnTo>
                    <a:pt x="88610" y="174974"/>
                  </a:lnTo>
                  <a:lnTo>
                    <a:pt x="87412" y="174825"/>
                  </a:lnTo>
                  <a:lnTo>
                    <a:pt x="87712" y="174226"/>
                  </a:lnTo>
                  <a:lnTo>
                    <a:pt x="88011" y="174226"/>
                  </a:lnTo>
                  <a:lnTo>
                    <a:pt x="88909" y="174076"/>
                  </a:lnTo>
                  <a:lnTo>
                    <a:pt x="89059" y="174076"/>
                  </a:lnTo>
                  <a:lnTo>
                    <a:pt x="88909" y="173927"/>
                  </a:lnTo>
                  <a:lnTo>
                    <a:pt x="87861" y="173927"/>
                  </a:lnTo>
                  <a:lnTo>
                    <a:pt x="88011" y="173627"/>
                  </a:lnTo>
                  <a:lnTo>
                    <a:pt x="88161" y="173178"/>
                  </a:lnTo>
                  <a:lnTo>
                    <a:pt x="88909" y="173178"/>
                  </a:lnTo>
                  <a:lnTo>
                    <a:pt x="88909" y="173028"/>
                  </a:lnTo>
                  <a:lnTo>
                    <a:pt x="88310" y="173028"/>
                  </a:lnTo>
                  <a:lnTo>
                    <a:pt x="88460" y="172729"/>
                  </a:lnTo>
                  <a:lnTo>
                    <a:pt x="88610" y="172280"/>
                  </a:lnTo>
                  <a:close/>
                  <a:moveTo>
                    <a:pt x="120790" y="172280"/>
                  </a:moveTo>
                  <a:lnTo>
                    <a:pt x="120940" y="172729"/>
                  </a:lnTo>
                  <a:lnTo>
                    <a:pt x="121090" y="173028"/>
                  </a:lnTo>
                  <a:lnTo>
                    <a:pt x="120491" y="173028"/>
                  </a:lnTo>
                  <a:lnTo>
                    <a:pt x="120491" y="173178"/>
                  </a:lnTo>
                  <a:lnTo>
                    <a:pt x="121239" y="173178"/>
                  </a:lnTo>
                  <a:lnTo>
                    <a:pt x="121389" y="173627"/>
                  </a:lnTo>
                  <a:lnTo>
                    <a:pt x="121539" y="173927"/>
                  </a:lnTo>
                  <a:lnTo>
                    <a:pt x="120491" y="173927"/>
                  </a:lnTo>
                  <a:lnTo>
                    <a:pt x="120491" y="174076"/>
                  </a:lnTo>
                  <a:lnTo>
                    <a:pt x="121389" y="174226"/>
                  </a:lnTo>
                  <a:lnTo>
                    <a:pt x="121688" y="174226"/>
                  </a:lnTo>
                  <a:lnTo>
                    <a:pt x="121988" y="174825"/>
                  </a:lnTo>
                  <a:lnTo>
                    <a:pt x="120790" y="174974"/>
                  </a:lnTo>
                  <a:lnTo>
                    <a:pt x="120790" y="175124"/>
                  </a:lnTo>
                  <a:lnTo>
                    <a:pt x="122138" y="174974"/>
                  </a:lnTo>
                  <a:lnTo>
                    <a:pt x="122437" y="175723"/>
                  </a:lnTo>
                  <a:lnTo>
                    <a:pt x="122287" y="175723"/>
                  </a:lnTo>
                  <a:lnTo>
                    <a:pt x="121090" y="175872"/>
                  </a:lnTo>
                  <a:lnTo>
                    <a:pt x="121090" y="176022"/>
                  </a:lnTo>
                  <a:lnTo>
                    <a:pt x="121838" y="176022"/>
                  </a:lnTo>
                  <a:lnTo>
                    <a:pt x="122587" y="175872"/>
                  </a:lnTo>
                  <a:lnTo>
                    <a:pt x="122886" y="176621"/>
                  </a:lnTo>
                  <a:lnTo>
                    <a:pt x="122138" y="176770"/>
                  </a:lnTo>
                  <a:lnTo>
                    <a:pt x="121239" y="176920"/>
                  </a:lnTo>
                  <a:lnTo>
                    <a:pt x="121239" y="177070"/>
                  </a:lnTo>
                  <a:lnTo>
                    <a:pt x="122138" y="177070"/>
                  </a:lnTo>
                  <a:lnTo>
                    <a:pt x="123036" y="176920"/>
                  </a:lnTo>
                  <a:lnTo>
                    <a:pt x="123485" y="177668"/>
                  </a:lnTo>
                  <a:lnTo>
                    <a:pt x="122736" y="177668"/>
                  </a:lnTo>
                  <a:lnTo>
                    <a:pt x="121389" y="177968"/>
                  </a:lnTo>
                  <a:lnTo>
                    <a:pt x="121389" y="178118"/>
                  </a:lnTo>
                  <a:lnTo>
                    <a:pt x="122287" y="177968"/>
                  </a:lnTo>
                  <a:lnTo>
                    <a:pt x="123185" y="177968"/>
                  </a:lnTo>
                  <a:lnTo>
                    <a:pt x="123634" y="177818"/>
                  </a:lnTo>
                  <a:lnTo>
                    <a:pt x="123934" y="178567"/>
                  </a:lnTo>
                  <a:lnTo>
                    <a:pt x="123485" y="178716"/>
                  </a:lnTo>
                  <a:lnTo>
                    <a:pt x="121539" y="179016"/>
                  </a:lnTo>
                  <a:lnTo>
                    <a:pt x="121539" y="179165"/>
                  </a:lnTo>
                  <a:lnTo>
                    <a:pt x="122287" y="179165"/>
                  </a:lnTo>
                  <a:lnTo>
                    <a:pt x="123036" y="179016"/>
                  </a:lnTo>
                  <a:lnTo>
                    <a:pt x="124083" y="178716"/>
                  </a:lnTo>
                  <a:lnTo>
                    <a:pt x="124532" y="179614"/>
                  </a:lnTo>
                  <a:lnTo>
                    <a:pt x="123634" y="179764"/>
                  </a:lnTo>
                  <a:lnTo>
                    <a:pt x="122736" y="179914"/>
                  </a:lnTo>
                  <a:lnTo>
                    <a:pt x="121838" y="180063"/>
                  </a:lnTo>
                  <a:lnTo>
                    <a:pt x="121838" y="180213"/>
                  </a:lnTo>
                  <a:lnTo>
                    <a:pt x="123185" y="180213"/>
                  </a:lnTo>
                  <a:lnTo>
                    <a:pt x="124532" y="179914"/>
                  </a:lnTo>
                  <a:lnTo>
                    <a:pt x="125131" y="180961"/>
                  </a:lnTo>
                  <a:lnTo>
                    <a:pt x="124233" y="181111"/>
                  </a:lnTo>
                  <a:lnTo>
                    <a:pt x="122437" y="181410"/>
                  </a:lnTo>
                  <a:lnTo>
                    <a:pt x="122437" y="181560"/>
                  </a:lnTo>
                  <a:lnTo>
                    <a:pt x="123784" y="181560"/>
                  </a:lnTo>
                  <a:lnTo>
                    <a:pt x="125281" y="181261"/>
                  </a:lnTo>
                  <a:lnTo>
                    <a:pt x="125730" y="182009"/>
                  </a:lnTo>
                  <a:lnTo>
                    <a:pt x="124383" y="182159"/>
                  </a:lnTo>
                  <a:lnTo>
                    <a:pt x="123485" y="182309"/>
                  </a:lnTo>
                  <a:lnTo>
                    <a:pt x="122437" y="182608"/>
                  </a:lnTo>
                  <a:lnTo>
                    <a:pt x="122437" y="182758"/>
                  </a:lnTo>
                  <a:lnTo>
                    <a:pt x="122587" y="182758"/>
                  </a:lnTo>
                  <a:lnTo>
                    <a:pt x="123485" y="182608"/>
                  </a:lnTo>
                  <a:lnTo>
                    <a:pt x="124383" y="182458"/>
                  </a:lnTo>
                  <a:lnTo>
                    <a:pt x="125730" y="182309"/>
                  </a:lnTo>
                  <a:lnTo>
                    <a:pt x="126179" y="183207"/>
                  </a:lnTo>
                  <a:lnTo>
                    <a:pt x="124981" y="183356"/>
                  </a:lnTo>
                  <a:lnTo>
                    <a:pt x="123036" y="183805"/>
                  </a:lnTo>
                  <a:lnTo>
                    <a:pt x="122886" y="183805"/>
                  </a:lnTo>
                  <a:lnTo>
                    <a:pt x="123036" y="183955"/>
                  </a:lnTo>
                  <a:lnTo>
                    <a:pt x="123934" y="183805"/>
                  </a:lnTo>
                  <a:lnTo>
                    <a:pt x="124832" y="183656"/>
                  </a:lnTo>
                  <a:lnTo>
                    <a:pt x="126329" y="183506"/>
                  </a:lnTo>
                  <a:lnTo>
                    <a:pt x="126478" y="183506"/>
                  </a:lnTo>
                  <a:lnTo>
                    <a:pt x="122886" y="184404"/>
                  </a:lnTo>
                  <a:lnTo>
                    <a:pt x="119294" y="185152"/>
                  </a:lnTo>
                  <a:lnTo>
                    <a:pt x="120042" y="173927"/>
                  </a:lnTo>
                  <a:lnTo>
                    <a:pt x="120042" y="172879"/>
                  </a:lnTo>
                  <a:lnTo>
                    <a:pt x="120042" y="172280"/>
                  </a:lnTo>
                  <a:close/>
                  <a:moveTo>
                    <a:pt x="90406" y="174076"/>
                  </a:moveTo>
                  <a:lnTo>
                    <a:pt x="94746" y="174825"/>
                  </a:lnTo>
                  <a:lnTo>
                    <a:pt x="99237" y="175274"/>
                  </a:lnTo>
                  <a:lnTo>
                    <a:pt x="100883" y="186350"/>
                  </a:lnTo>
                  <a:lnTo>
                    <a:pt x="95944" y="185901"/>
                  </a:lnTo>
                  <a:lnTo>
                    <a:pt x="91154" y="185302"/>
                  </a:lnTo>
                  <a:lnTo>
                    <a:pt x="90406" y="174076"/>
                  </a:lnTo>
                  <a:close/>
                  <a:moveTo>
                    <a:pt x="118994" y="174076"/>
                  </a:moveTo>
                  <a:lnTo>
                    <a:pt x="118246" y="185302"/>
                  </a:lnTo>
                  <a:lnTo>
                    <a:pt x="113756" y="185901"/>
                  </a:lnTo>
                  <a:lnTo>
                    <a:pt x="109265" y="186350"/>
                  </a:lnTo>
                  <a:lnTo>
                    <a:pt x="110762" y="175274"/>
                  </a:lnTo>
                  <a:lnTo>
                    <a:pt x="114953" y="174825"/>
                  </a:lnTo>
                  <a:lnTo>
                    <a:pt x="118994" y="174076"/>
                  </a:lnTo>
                  <a:close/>
                  <a:moveTo>
                    <a:pt x="15716" y="108218"/>
                  </a:moveTo>
                  <a:lnTo>
                    <a:pt x="19608" y="108816"/>
                  </a:lnTo>
                  <a:lnTo>
                    <a:pt x="20057" y="113905"/>
                  </a:lnTo>
                  <a:lnTo>
                    <a:pt x="20805" y="118845"/>
                  </a:lnTo>
                  <a:lnTo>
                    <a:pt x="21703" y="123635"/>
                  </a:lnTo>
                  <a:lnTo>
                    <a:pt x="22901" y="128424"/>
                  </a:lnTo>
                  <a:lnTo>
                    <a:pt x="24398" y="133064"/>
                  </a:lnTo>
                  <a:lnTo>
                    <a:pt x="26194" y="137555"/>
                  </a:lnTo>
                  <a:lnTo>
                    <a:pt x="28140" y="141895"/>
                  </a:lnTo>
                  <a:lnTo>
                    <a:pt x="30385" y="146236"/>
                  </a:lnTo>
                  <a:lnTo>
                    <a:pt x="32780" y="150277"/>
                  </a:lnTo>
                  <a:lnTo>
                    <a:pt x="35474" y="154319"/>
                  </a:lnTo>
                  <a:lnTo>
                    <a:pt x="38318" y="158061"/>
                  </a:lnTo>
                  <a:lnTo>
                    <a:pt x="41461" y="161653"/>
                  </a:lnTo>
                  <a:lnTo>
                    <a:pt x="44754" y="165095"/>
                  </a:lnTo>
                  <a:lnTo>
                    <a:pt x="48196" y="168388"/>
                  </a:lnTo>
                  <a:lnTo>
                    <a:pt x="51938" y="171382"/>
                  </a:lnTo>
                  <a:lnTo>
                    <a:pt x="55680" y="174376"/>
                  </a:lnTo>
                  <a:lnTo>
                    <a:pt x="56129" y="174675"/>
                  </a:lnTo>
                  <a:lnTo>
                    <a:pt x="57177" y="175573"/>
                  </a:lnTo>
                  <a:lnTo>
                    <a:pt x="58375" y="176321"/>
                  </a:lnTo>
                  <a:lnTo>
                    <a:pt x="61218" y="177968"/>
                  </a:lnTo>
                  <a:lnTo>
                    <a:pt x="64661" y="179764"/>
                  </a:lnTo>
                  <a:lnTo>
                    <a:pt x="64960" y="179914"/>
                  </a:lnTo>
                  <a:lnTo>
                    <a:pt x="64960" y="180063"/>
                  </a:lnTo>
                  <a:lnTo>
                    <a:pt x="65110" y="180063"/>
                  </a:lnTo>
                  <a:lnTo>
                    <a:pt x="68852" y="181859"/>
                  </a:lnTo>
                  <a:lnTo>
                    <a:pt x="72594" y="183656"/>
                  </a:lnTo>
                  <a:lnTo>
                    <a:pt x="76486" y="185003"/>
                  </a:lnTo>
                  <a:lnTo>
                    <a:pt x="80527" y="186350"/>
                  </a:lnTo>
                  <a:lnTo>
                    <a:pt x="80976" y="186500"/>
                  </a:lnTo>
                  <a:lnTo>
                    <a:pt x="82323" y="186949"/>
                  </a:lnTo>
                  <a:lnTo>
                    <a:pt x="83820" y="187398"/>
                  </a:lnTo>
                  <a:lnTo>
                    <a:pt x="86963" y="187996"/>
                  </a:lnTo>
                  <a:lnTo>
                    <a:pt x="90555" y="188745"/>
                  </a:lnTo>
                  <a:lnTo>
                    <a:pt x="94148" y="189194"/>
                  </a:lnTo>
                  <a:lnTo>
                    <a:pt x="97740" y="189643"/>
                  </a:lnTo>
                  <a:lnTo>
                    <a:pt x="101482" y="189792"/>
                  </a:lnTo>
                  <a:lnTo>
                    <a:pt x="102081" y="193684"/>
                  </a:lnTo>
                  <a:lnTo>
                    <a:pt x="97740" y="193534"/>
                  </a:lnTo>
                  <a:lnTo>
                    <a:pt x="93399" y="193085"/>
                  </a:lnTo>
                  <a:lnTo>
                    <a:pt x="89208" y="192487"/>
                  </a:lnTo>
                  <a:lnTo>
                    <a:pt x="85017" y="191589"/>
                  </a:lnTo>
                  <a:lnTo>
                    <a:pt x="80976" y="190541"/>
                  </a:lnTo>
                  <a:lnTo>
                    <a:pt x="76935" y="189343"/>
                  </a:lnTo>
                  <a:lnTo>
                    <a:pt x="72893" y="187996"/>
                  </a:lnTo>
                  <a:lnTo>
                    <a:pt x="69151" y="186350"/>
                  </a:lnTo>
                  <a:lnTo>
                    <a:pt x="65409" y="184554"/>
                  </a:lnTo>
                  <a:lnTo>
                    <a:pt x="61667" y="182758"/>
                  </a:lnTo>
                  <a:lnTo>
                    <a:pt x="58075" y="180662"/>
                  </a:lnTo>
                  <a:lnTo>
                    <a:pt x="54633" y="178417"/>
                  </a:lnTo>
                  <a:lnTo>
                    <a:pt x="51340" y="176022"/>
                  </a:lnTo>
                  <a:lnTo>
                    <a:pt x="48196" y="173477"/>
                  </a:lnTo>
                  <a:lnTo>
                    <a:pt x="45053" y="170783"/>
                  </a:lnTo>
                  <a:lnTo>
                    <a:pt x="42060" y="167939"/>
                  </a:lnTo>
                  <a:lnTo>
                    <a:pt x="39216" y="164946"/>
                  </a:lnTo>
                  <a:lnTo>
                    <a:pt x="36522" y="161952"/>
                  </a:lnTo>
                  <a:lnTo>
                    <a:pt x="33977" y="158809"/>
                  </a:lnTo>
                  <a:lnTo>
                    <a:pt x="31582" y="155366"/>
                  </a:lnTo>
                  <a:lnTo>
                    <a:pt x="29187" y="152073"/>
                  </a:lnTo>
                  <a:lnTo>
                    <a:pt x="27092" y="148481"/>
                  </a:lnTo>
                  <a:lnTo>
                    <a:pt x="25146" y="144889"/>
                  </a:lnTo>
                  <a:lnTo>
                    <a:pt x="23350" y="141147"/>
                  </a:lnTo>
                  <a:lnTo>
                    <a:pt x="21853" y="137255"/>
                  </a:lnTo>
                  <a:lnTo>
                    <a:pt x="20356" y="133364"/>
                  </a:lnTo>
                  <a:lnTo>
                    <a:pt x="19159" y="129322"/>
                  </a:lnTo>
                  <a:lnTo>
                    <a:pt x="18111" y="125281"/>
                  </a:lnTo>
                  <a:lnTo>
                    <a:pt x="17213" y="121090"/>
                  </a:lnTo>
                  <a:lnTo>
                    <a:pt x="16465" y="116899"/>
                  </a:lnTo>
                  <a:lnTo>
                    <a:pt x="16016" y="112558"/>
                  </a:lnTo>
                  <a:lnTo>
                    <a:pt x="15716" y="108218"/>
                  </a:lnTo>
                  <a:close/>
                  <a:moveTo>
                    <a:pt x="193684" y="107469"/>
                  </a:moveTo>
                  <a:lnTo>
                    <a:pt x="193534" y="111810"/>
                  </a:lnTo>
                  <a:lnTo>
                    <a:pt x="193085" y="116001"/>
                  </a:lnTo>
                  <a:lnTo>
                    <a:pt x="192337" y="120342"/>
                  </a:lnTo>
                  <a:lnTo>
                    <a:pt x="191588" y="124383"/>
                  </a:lnTo>
                  <a:lnTo>
                    <a:pt x="190541" y="128574"/>
                  </a:lnTo>
                  <a:lnTo>
                    <a:pt x="189343" y="132615"/>
                  </a:lnTo>
                  <a:lnTo>
                    <a:pt x="187846" y="136507"/>
                  </a:lnTo>
                  <a:lnTo>
                    <a:pt x="186350" y="140399"/>
                  </a:lnTo>
                  <a:lnTo>
                    <a:pt x="184553" y="144140"/>
                  </a:lnTo>
                  <a:lnTo>
                    <a:pt x="182608" y="147733"/>
                  </a:lnTo>
                  <a:lnTo>
                    <a:pt x="180512" y="151325"/>
                  </a:lnTo>
                  <a:lnTo>
                    <a:pt x="178267" y="154768"/>
                  </a:lnTo>
                  <a:lnTo>
                    <a:pt x="175872" y="158061"/>
                  </a:lnTo>
                  <a:lnTo>
                    <a:pt x="173477" y="161354"/>
                  </a:lnTo>
                  <a:lnTo>
                    <a:pt x="170783" y="164347"/>
                  </a:lnTo>
                  <a:lnTo>
                    <a:pt x="167939" y="167341"/>
                  </a:lnTo>
                  <a:lnTo>
                    <a:pt x="164946" y="170185"/>
                  </a:lnTo>
                  <a:lnTo>
                    <a:pt x="161952" y="172879"/>
                  </a:lnTo>
                  <a:lnTo>
                    <a:pt x="158659" y="175573"/>
                  </a:lnTo>
                  <a:lnTo>
                    <a:pt x="155366" y="177968"/>
                  </a:lnTo>
                  <a:lnTo>
                    <a:pt x="151924" y="180213"/>
                  </a:lnTo>
                  <a:lnTo>
                    <a:pt x="148481" y="182309"/>
                  </a:lnTo>
                  <a:lnTo>
                    <a:pt x="144739" y="184254"/>
                  </a:lnTo>
                  <a:lnTo>
                    <a:pt x="140997" y="186050"/>
                  </a:lnTo>
                  <a:lnTo>
                    <a:pt x="137255" y="187697"/>
                  </a:lnTo>
                  <a:lnTo>
                    <a:pt x="133214" y="189044"/>
                  </a:lnTo>
                  <a:lnTo>
                    <a:pt x="129322" y="190391"/>
                  </a:lnTo>
                  <a:lnTo>
                    <a:pt x="125131" y="191439"/>
                  </a:lnTo>
                  <a:lnTo>
                    <a:pt x="121090" y="192337"/>
                  </a:lnTo>
                  <a:lnTo>
                    <a:pt x="116899" y="192936"/>
                  </a:lnTo>
                  <a:lnTo>
                    <a:pt x="112558" y="193385"/>
                  </a:lnTo>
                  <a:lnTo>
                    <a:pt x="108217" y="193684"/>
                  </a:lnTo>
                  <a:lnTo>
                    <a:pt x="108816" y="189792"/>
                  </a:lnTo>
                  <a:lnTo>
                    <a:pt x="112109" y="189493"/>
                  </a:lnTo>
                  <a:lnTo>
                    <a:pt x="115552" y="189194"/>
                  </a:lnTo>
                  <a:lnTo>
                    <a:pt x="118845" y="188745"/>
                  </a:lnTo>
                  <a:lnTo>
                    <a:pt x="122138" y="187996"/>
                  </a:lnTo>
                  <a:lnTo>
                    <a:pt x="125430" y="187398"/>
                  </a:lnTo>
                  <a:lnTo>
                    <a:pt x="127077" y="186949"/>
                  </a:lnTo>
                  <a:lnTo>
                    <a:pt x="128424" y="186500"/>
                  </a:lnTo>
                  <a:lnTo>
                    <a:pt x="128873" y="186350"/>
                  </a:lnTo>
                  <a:lnTo>
                    <a:pt x="132615" y="185152"/>
                  </a:lnTo>
                  <a:lnTo>
                    <a:pt x="136357" y="183805"/>
                  </a:lnTo>
                  <a:lnTo>
                    <a:pt x="139949" y="182309"/>
                  </a:lnTo>
                  <a:lnTo>
                    <a:pt x="143392" y="180512"/>
                  </a:lnTo>
                  <a:lnTo>
                    <a:pt x="144290" y="180063"/>
                  </a:lnTo>
                  <a:lnTo>
                    <a:pt x="144889" y="179764"/>
                  </a:lnTo>
                  <a:lnTo>
                    <a:pt x="148182" y="177968"/>
                  </a:lnTo>
                  <a:lnTo>
                    <a:pt x="151025" y="176321"/>
                  </a:lnTo>
                  <a:lnTo>
                    <a:pt x="152223" y="175573"/>
                  </a:lnTo>
                  <a:lnTo>
                    <a:pt x="153420" y="174675"/>
                  </a:lnTo>
                  <a:lnTo>
                    <a:pt x="153869" y="174376"/>
                  </a:lnTo>
                  <a:lnTo>
                    <a:pt x="153720" y="174226"/>
                  </a:lnTo>
                  <a:lnTo>
                    <a:pt x="156863" y="171981"/>
                  </a:lnTo>
                  <a:lnTo>
                    <a:pt x="160006" y="169436"/>
                  </a:lnTo>
                  <a:lnTo>
                    <a:pt x="161952" y="167790"/>
                  </a:lnTo>
                  <a:lnTo>
                    <a:pt x="164047" y="165694"/>
                  </a:lnTo>
                  <a:lnTo>
                    <a:pt x="165993" y="163748"/>
                  </a:lnTo>
                  <a:lnTo>
                    <a:pt x="168089" y="161503"/>
                  </a:lnTo>
                  <a:lnTo>
                    <a:pt x="169885" y="159408"/>
                  </a:lnTo>
                  <a:lnTo>
                    <a:pt x="170633" y="158510"/>
                  </a:lnTo>
                  <a:lnTo>
                    <a:pt x="172579" y="156115"/>
                  </a:lnTo>
                  <a:lnTo>
                    <a:pt x="173777" y="154468"/>
                  </a:lnTo>
                  <a:lnTo>
                    <a:pt x="174226" y="153870"/>
                  </a:lnTo>
                  <a:lnTo>
                    <a:pt x="175872" y="151325"/>
                  </a:lnTo>
                  <a:lnTo>
                    <a:pt x="177519" y="148781"/>
                  </a:lnTo>
                  <a:lnTo>
                    <a:pt x="179015" y="146236"/>
                  </a:lnTo>
                  <a:lnTo>
                    <a:pt x="180362" y="143542"/>
                  </a:lnTo>
                  <a:lnTo>
                    <a:pt x="181710" y="140848"/>
                  </a:lnTo>
                  <a:lnTo>
                    <a:pt x="183057" y="138153"/>
                  </a:lnTo>
                  <a:lnTo>
                    <a:pt x="184104" y="135309"/>
                  </a:lnTo>
                  <a:lnTo>
                    <a:pt x="185152" y="132466"/>
                  </a:lnTo>
                  <a:lnTo>
                    <a:pt x="186200" y="129472"/>
                  </a:lnTo>
                  <a:lnTo>
                    <a:pt x="186948" y="126478"/>
                  </a:lnTo>
                  <a:lnTo>
                    <a:pt x="187697" y="123485"/>
                  </a:lnTo>
                  <a:lnTo>
                    <a:pt x="188295" y="120491"/>
                  </a:lnTo>
                  <a:lnTo>
                    <a:pt x="188894" y="117498"/>
                  </a:lnTo>
                  <a:lnTo>
                    <a:pt x="189343" y="114354"/>
                  </a:lnTo>
                  <a:lnTo>
                    <a:pt x="189642" y="111211"/>
                  </a:lnTo>
                  <a:lnTo>
                    <a:pt x="189792" y="108068"/>
                  </a:lnTo>
                  <a:lnTo>
                    <a:pt x="193684" y="107469"/>
                  </a:lnTo>
                  <a:close/>
                  <a:moveTo>
                    <a:pt x="104925" y="105972"/>
                  </a:moveTo>
                  <a:lnTo>
                    <a:pt x="105523" y="106571"/>
                  </a:lnTo>
                  <a:lnTo>
                    <a:pt x="107020" y="108068"/>
                  </a:lnTo>
                  <a:lnTo>
                    <a:pt x="107170" y="108218"/>
                  </a:lnTo>
                  <a:lnTo>
                    <a:pt x="108217" y="109265"/>
                  </a:lnTo>
                  <a:lnTo>
                    <a:pt x="108367" y="109415"/>
                  </a:lnTo>
                  <a:lnTo>
                    <a:pt x="104925" y="109415"/>
                  </a:lnTo>
                  <a:lnTo>
                    <a:pt x="104775" y="109565"/>
                  </a:lnTo>
                  <a:lnTo>
                    <a:pt x="103278" y="109565"/>
                  </a:lnTo>
                  <a:lnTo>
                    <a:pt x="102679" y="109714"/>
                  </a:lnTo>
                  <a:lnTo>
                    <a:pt x="102530" y="109714"/>
                  </a:lnTo>
                  <a:lnTo>
                    <a:pt x="102530" y="109864"/>
                  </a:lnTo>
                  <a:lnTo>
                    <a:pt x="102530" y="110014"/>
                  </a:lnTo>
                  <a:lnTo>
                    <a:pt x="102679" y="110014"/>
                  </a:lnTo>
                  <a:lnTo>
                    <a:pt x="103877" y="110163"/>
                  </a:lnTo>
                  <a:lnTo>
                    <a:pt x="104326" y="110163"/>
                  </a:lnTo>
                  <a:lnTo>
                    <a:pt x="105523" y="110313"/>
                  </a:lnTo>
                  <a:lnTo>
                    <a:pt x="109265" y="110313"/>
                  </a:lnTo>
                  <a:lnTo>
                    <a:pt x="110612" y="111511"/>
                  </a:lnTo>
                  <a:lnTo>
                    <a:pt x="110612" y="111660"/>
                  </a:lnTo>
                  <a:lnTo>
                    <a:pt x="111361" y="112259"/>
                  </a:lnTo>
                  <a:lnTo>
                    <a:pt x="111510" y="112409"/>
                  </a:lnTo>
                  <a:lnTo>
                    <a:pt x="111959" y="112858"/>
                  </a:lnTo>
                  <a:lnTo>
                    <a:pt x="109265" y="112708"/>
                  </a:lnTo>
                  <a:lnTo>
                    <a:pt x="106571" y="112558"/>
                  </a:lnTo>
                  <a:lnTo>
                    <a:pt x="106421" y="112558"/>
                  </a:lnTo>
                  <a:lnTo>
                    <a:pt x="105673" y="112708"/>
                  </a:lnTo>
                  <a:lnTo>
                    <a:pt x="104326" y="112708"/>
                  </a:lnTo>
                  <a:lnTo>
                    <a:pt x="103278" y="112858"/>
                  </a:lnTo>
                  <a:lnTo>
                    <a:pt x="102979" y="112858"/>
                  </a:lnTo>
                  <a:lnTo>
                    <a:pt x="101781" y="113007"/>
                  </a:lnTo>
                  <a:lnTo>
                    <a:pt x="101781" y="113157"/>
                  </a:lnTo>
                  <a:lnTo>
                    <a:pt x="103727" y="113456"/>
                  </a:lnTo>
                  <a:lnTo>
                    <a:pt x="104475" y="113456"/>
                  </a:lnTo>
                  <a:lnTo>
                    <a:pt x="105673" y="113606"/>
                  </a:lnTo>
                  <a:lnTo>
                    <a:pt x="109116" y="113456"/>
                  </a:lnTo>
                  <a:lnTo>
                    <a:pt x="112408" y="113307"/>
                  </a:lnTo>
                  <a:lnTo>
                    <a:pt x="115851" y="116600"/>
                  </a:lnTo>
                  <a:lnTo>
                    <a:pt x="116599" y="117198"/>
                  </a:lnTo>
                  <a:lnTo>
                    <a:pt x="117048" y="117647"/>
                  </a:lnTo>
                  <a:lnTo>
                    <a:pt x="116749" y="119444"/>
                  </a:lnTo>
                  <a:lnTo>
                    <a:pt x="116300" y="119294"/>
                  </a:lnTo>
                  <a:lnTo>
                    <a:pt x="115552" y="119294"/>
                  </a:lnTo>
                  <a:lnTo>
                    <a:pt x="113157" y="119144"/>
                  </a:lnTo>
                  <a:lnTo>
                    <a:pt x="110762" y="119144"/>
                  </a:lnTo>
                  <a:lnTo>
                    <a:pt x="105972" y="119294"/>
                  </a:lnTo>
                  <a:lnTo>
                    <a:pt x="103577" y="119294"/>
                  </a:lnTo>
                  <a:lnTo>
                    <a:pt x="103428" y="119444"/>
                  </a:lnTo>
                  <a:lnTo>
                    <a:pt x="103428" y="119593"/>
                  </a:lnTo>
                  <a:lnTo>
                    <a:pt x="103428" y="119743"/>
                  </a:lnTo>
                  <a:lnTo>
                    <a:pt x="104625" y="119743"/>
                  </a:lnTo>
                  <a:lnTo>
                    <a:pt x="105523" y="119893"/>
                  </a:lnTo>
                  <a:lnTo>
                    <a:pt x="106721" y="119893"/>
                  </a:lnTo>
                  <a:lnTo>
                    <a:pt x="111061" y="120042"/>
                  </a:lnTo>
                  <a:lnTo>
                    <a:pt x="113307" y="120042"/>
                  </a:lnTo>
                  <a:lnTo>
                    <a:pt x="115402" y="119893"/>
                  </a:lnTo>
                  <a:lnTo>
                    <a:pt x="116150" y="119743"/>
                  </a:lnTo>
                  <a:lnTo>
                    <a:pt x="116749" y="119743"/>
                  </a:lnTo>
                  <a:lnTo>
                    <a:pt x="115851" y="126628"/>
                  </a:lnTo>
                  <a:lnTo>
                    <a:pt x="115701" y="127227"/>
                  </a:lnTo>
                  <a:lnTo>
                    <a:pt x="115552" y="127975"/>
                  </a:lnTo>
                  <a:lnTo>
                    <a:pt x="112857" y="147733"/>
                  </a:lnTo>
                  <a:lnTo>
                    <a:pt x="112708" y="149230"/>
                  </a:lnTo>
                  <a:lnTo>
                    <a:pt x="111660" y="156414"/>
                  </a:lnTo>
                  <a:lnTo>
                    <a:pt x="111510" y="158210"/>
                  </a:lnTo>
                  <a:lnTo>
                    <a:pt x="109265" y="174376"/>
                  </a:lnTo>
                  <a:lnTo>
                    <a:pt x="109116" y="175423"/>
                  </a:lnTo>
                  <a:lnTo>
                    <a:pt x="107619" y="186350"/>
                  </a:lnTo>
                  <a:lnTo>
                    <a:pt x="107170" y="189792"/>
                  </a:lnTo>
                  <a:lnTo>
                    <a:pt x="106571" y="193834"/>
                  </a:lnTo>
                  <a:lnTo>
                    <a:pt x="106122" y="197127"/>
                  </a:lnTo>
                  <a:lnTo>
                    <a:pt x="105673" y="199971"/>
                  </a:lnTo>
                  <a:lnTo>
                    <a:pt x="105224" y="203713"/>
                  </a:lnTo>
                  <a:lnTo>
                    <a:pt x="104625" y="199971"/>
                  </a:lnTo>
                  <a:lnTo>
                    <a:pt x="104176" y="197127"/>
                  </a:lnTo>
                  <a:lnTo>
                    <a:pt x="103727" y="193834"/>
                  </a:lnTo>
                  <a:lnTo>
                    <a:pt x="103128" y="189792"/>
                  </a:lnTo>
                  <a:lnTo>
                    <a:pt x="102530" y="186350"/>
                  </a:lnTo>
                  <a:lnTo>
                    <a:pt x="100883" y="175423"/>
                  </a:lnTo>
                  <a:lnTo>
                    <a:pt x="100734" y="174525"/>
                  </a:lnTo>
                  <a:lnTo>
                    <a:pt x="98339" y="158210"/>
                  </a:lnTo>
                  <a:lnTo>
                    <a:pt x="98039" y="156414"/>
                  </a:lnTo>
                  <a:lnTo>
                    <a:pt x="96992" y="149379"/>
                  </a:lnTo>
                  <a:lnTo>
                    <a:pt x="96692" y="147733"/>
                  </a:lnTo>
                  <a:lnTo>
                    <a:pt x="93848" y="128724"/>
                  </a:lnTo>
                  <a:lnTo>
                    <a:pt x="93699" y="127975"/>
                  </a:lnTo>
                  <a:lnTo>
                    <a:pt x="93699" y="127376"/>
                  </a:lnTo>
                  <a:lnTo>
                    <a:pt x="93100" y="124084"/>
                  </a:lnTo>
                  <a:lnTo>
                    <a:pt x="93100" y="123485"/>
                  </a:lnTo>
                  <a:lnTo>
                    <a:pt x="92501" y="119743"/>
                  </a:lnTo>
                  <a:lnTo>
                    <a:pt x="92501" y="119444"/>
                  </a:lnTo>
                  <a:lnTo>
                    <a:pt x="92352" y="118845"/>
                  </a:lnTo>
                  <a:lnTo>
                    <a:pt x="92651" y="118845"/>
                  </a:lnTo>
                  <a:lnTo>
                    <a:pt x="92950" y="118545"/>
                  </a:lnTo>
                  <a:lnTo>
                    <a:pt x="93549" y="117797"/>
                  </a:lnTo>
                  <a:lnTo>
                    <a:pt x="93848" y="117498"/>
                  </a:lnTo>
                  <a:lnTo>
                    <a:pt x="95495" y="115702"/>
                  </a:lnTo>
                  <a:lnTo>
                    <a:pt x="95644" y="115702"/>
                  </a:lnTo>
                  <a:lnTo>
                    <a:pt x="97141" y="113905"/>
                  </a:lnTo>
                  <a:lnTo>
                    <a:pt x="97291" y="113905"/>
                  </a:lnTo>
                  <a:lnTo>
                    <a:pt x="98937" y="112109"/>
                  </a:lnTo>
                  <a:lnTo>
                    <a:pt x="99237" y="111660"/>
                  </a:lnTo>
                  <a:lnTo>
                    <a:pt x="99386" y="112409"/>
                  </a:lnTo>
                  <a:lnTo>
                    <a:pt x="99386" y="112558"/>
                  </a:lnTo>
                  <a:lnTo>
                    <a:pt x="99386" y="113606"/>
                  </a:lnTo>
                  <a:lnTo>
                    <a:pt x="99536" y="113756"/>
                  </a:lnTo>
                  <a:lnTo>
                    <a:pt x="99686" y="113606"/>
                  </a:lnTo>
                  <a:lnTo>
                    <a:pt x="99835" y="113007"/>
                  </a:lnTo>
                  <a:lnTo>
                    <a:pt x="99835" y="112858"/>
                  </a:lnTo>
                  <a:lnTo>
                    <a:pt x="99985" y="111062"/>
                  </a:lnTo>
                  <a:lnTo>
                    <a:pt x="100584" y="110313"/>
                  </a:lnTo>
                  <a:lnTo>
                    <a:pt x="100734" y="110163"/>
                  </a:lnTo>
                  <a:lnTo>
                    <a:pt x="102230" y="108517"/>
                  </a:lnTo>
                  <a:lnTo>
                    <a:pt x="102380" y="108367"/>
                  </a:lnTo>
                  <a:lnTo>
                    <a:pt x="104176" y="106421"/>
                  </a:lnTo>
                  <a:lnTo>
                    <a:pt x="104775" y="105972"/>
                  </a:lnTo>
                  <a:close/>
                  <a:moveTo>
                    <a:pt x="103428" y="0"/>
                  </a:moveTo>
                  <a:lnTo>
                    <a:pt x="101632" y="12423"/>
                  </a:lnTo>
                  <a:lnTo>
                    <a:pt x="97141" y="12573"/>
                  </a:lnTo>
                  <a:lnTo>
                    <a:pt x="92651" y="13172"/>
                  </a:lnTo>
                  <a:lnTo>
                    <a:pt x="88161" y="13770"/>
                  </a:lnTo>
                  <a:lnTo>
                    <a:pt x="83820" y="14669"/>
                  </a:lnTo>
                  <a:lnTo>
                    <a:pt x="79629" y="15866"/>
                  </a:lnTo>
                  <a:lnTo>
                    <a:pt x="75288" y="17063"/>
                  </a:lnTo>
                  <a:lnTo>
                    <a:pt x="71247" y="18560"/>
                  </a:lnTo>
                  <a:lnTo>
                    <a:pt x="67206" y="20207"/>
                  </a:lnTo>
                  <a:lnTo>
                    <a:pt x="63314" y="22152"/>
                  </a:lnTo>
                  <a:lnTo>
                    <a:pt x="59572" y="24098"/>
                  </a:lnTo>
                  <a:lnTo>
                    <a:pt x="55830" y="26343"/>
                  </a:lnTo>
                  <a:lnTo>
                    <a:pt x="52238" y="28738"/>
                  </a:lnTo>
                  <a:lnTo>
                    <a:pt x="48795" y="31283"/>
                  </a:lnTo>
                  <a:lnTo>
                    <a:pt x="45353" y="33977"/>
                  </a:lnTo>
                  <a:lnTo>
                    <a:pt x="42209" y="36821"/>
                  </a:lnTo>
                  <a:lnTo>
                    <a:pt x="39066" y="39665"/>
                  </a:lnTo>
                  <a:lnTo>
                    <a:pt x="36072" y="42808"/>
                  </a:lnTo>
                  <a:lnTo>
                    <a:pt x="33378" y="46101"/>
                  </a:lnTo>
                  <a:lnTo>
                    <a:pt x="30684" y="49394"/>
                  </a:lnTo>
                  <a:lnTo>
                    <a:pt x="28140" y="52986"/>
                  </a:lnTo>
                  <a:lnTo>
                    <a:pt x="25894" y="56579"/>
                  </a:lnTo>
                  <a:lnTo>
                    <a:pt x="23649" y="60320"/>
                  </a:lnTo>
                  <a:lnTo>
                    <a:pt x="21703" y="64212"/>
                  </a:lnTo>
                  <a:lnTo>
                    <a:pt x="19907" y="68104"/>
                  </a:lnTo>
                  <a:lnTo>
                    <a:pt x="18261" y="72145"/>
                  </a:lnTo>
                  <a:lnTo>
                    <a:pt x="16764" y="76186"/>
                  </a:lnTo>
                  <a:lnTo>
                    <a:pt x="15567" y="80527"/>
                  </a:lnTo>
                  <a:lnTo>
                    <a:pt x="14519" y="84718"/>
                  </a:lnTo>
                  <a:lnTo>
                    <a:pt x="13621" y="89059"/>
                  </a:lnTo>
                  <a:lnTo>
                    <a:pt x="12872" y="93549"/>
                  </a:lnTo>
                  <a:lnTo>
                    <a:pt x="12573" y="98039"/>
                  </a:lnTo>
                  <a:lnTo>
                    <a:pt x="12274" y="102680"/>
                  </a:lnTo>
                  <a:lnTo>
                    <a:pt x="0" y="104476"/>
                  </a:lnTo>
                  <a:lnTo>
                    <a:pt x="0" y="106122"/>
                  </a:lnTo>
                  <a:lnTo>
                    <a:pt x="12274" y="107769"/>
                  </a:lnTo>
                  <a:lnTo>
                    <a:pt x="12573" y="112409"/>
                  </a:lnTo>
                  <a:lnTo>
                    <a:pt x="13022" y="116899"/>
                  </a:lnTo>
                  <a:lnTo>
                    <a:pt x="13770" y="121240"/>
                  </a:lnTo>
                  <a:lnTo>
                    <a:pt x="14668" y="125580"/>
                  </a:lnTo>
                  <a:lnTo>
                    <a:pt x="15716" y="129921"/>
                  </a:lnTo>
                  <a:lnTo>
                    <a:pt x="17063" y="134112"/>
                  </a:lnTo>
                  <a:lnTo>
                    <a:pt x="18560" y="138153"/>
                  </a:lnTo>
                  <a:lnTo>
                    <a:pt x="20207" y="142195"/>
                  </a:lnTo>
                  <a:lnTo>
                    <a:pt x="22003" y="146086"/>
                  </a:lnTo>
                  <a:lnTo>
                    <a:pt x="24098" y="149978"/>
                  </a:lnTo>
                  <a:lnTo>
                    <a:pt x="26343" y="153720"/>
                  </a:lnTo>
                  <a:lnTo>
                    <a:pt x="28589" y="157312"/>
                  </a:lnTo>
                  <a:lnTo>
                    <a:pt x="31133" y="160755"/>
                  </a:lnTo>
                  <a:lnTo>
                    <a:pt x="33827" y="164048"/>
                  </a:lnTo>
                  <a:lnTo>
                    <a:pt x="36671" y="167341"/>
                  </a:lnTo>
                  <a:lnTo>
                    <a:pt x="39665" y="170334"/>
                  </a:lnTo>
                  <a:lnTo>
                    <a:pt x="42808" y="173328"/>
                  </a:lnTo>
                  <a:lnTo>
                    <a:pt x="46101" y="176172"/>
                  </a:lnTo>
                  <a:lnTo>
                    <a:pt x="49394" y="178716"/>
                  </a:lnTo>
                  <a:lnTo>
                    <a:pt x="52836" y="181261"/>
                  </a:lnTo>
                  <a:lnTo>
                    <a:pt x="56578" y="183656"/>
                  </a:lnTo>
                  <a:lnTo>
                    <a:pt x="60320" y="185751"/>
                  </a:lnTo>
                  <a:lnTo>
                    <a:pt x="64062" y="187847"/>
                  </a:lnTo>
                  <a:lnTo>
                    <a:pt x="68104" y="189643"/>
                  </a:lnTo>
                  <a:lnTo>
                    <a:pt x="71995" y="191289"/>
                  </a:lnTo>
                  <a:lnTo>
                    <a:pt x="76186" y="192636"/>
                  </a:lnTo>
                  <a:lnTo>
                    <a:pt x="80377" y="193983"/>
                  </a:lnTo>
                  <a:lnTo>
                    <a:pt x="84718" y="195031"/>
                  </a:lnTo>
                  <a:lnTo>
                    <a:pt x="89059" y="195929"/>
                  </a:lnTo>
                  <a:lnTo>
                    <a:pt x="93549" y="196528"/>
                  </a:lnTo>
                  <a:lnTo>
                    <a:pt x="98039" y="196977"/>
                  </a:lnTo>
                  <a:lnTo>
                    <a:pt x="102530" y="197127"/>
                  </a:lnTo>
                  <a:lnTo>
                    <a:pt x="104475" y="209550"/>
                  </a:lnTo>
                  <a:lnTo>
                    <a:pt x="105972" y="209550"/>
                  </a:lnTo>
                  <a:lnTo>
                    <a:pt x="107768" y="197127"/>
                  </a:lnTo>
                  <a:lnTo>
                    <a:pt x="112259" y="196827"/>
                  </a:lnTo>
                  <a:lnTo>
                    <a:pt x="116749" y="196378"/>
                  </a:lnTo>
                  <a:lnTo>
                    <a:pt x="121239" y="195630"/>
                  </a:lnTo>
                  <a:lnTo>
                    <a:pt x="125580" y="194732"/>
                  </a:lnTo>
                  <a:lnTo>
                    <a:pt x="129771" y="193684"/>
                  </a:lnTo>
                  <a:lnTo>
                    <a:pt x="133962" y="192337"/>
                  </a:lnTo>
                  <a:lnTo>
                    <a:pt x="138153" y="190990"/>
                  </a:lnTo>
                  <a:lnTo>
                    <a:pt x="142194" y="189194"/>
                  </a:lnTo>
                  <a:lnTo>
                    <a:pt x="146086" y="187398"/>
                  </a:lnTo>
                  <a:lnTo>
                    <a:pt x="149828" y="185302"/>
                  </a:lnTo>
                  <a:lnTo>
                    <a:pt x="153570" y="183207"/>
                  </a:lnTo>
                  <a:lnTo>
                    <a:pt x="157162" y="180812"/>
                  </a:lnTo>
                  <a:lnTo>
                    <a:pt x="160605" y="178267"/>
                  </a:lnTo>
                  <a:lnTo>
                    <a:pt x="164047" y="175573"/>
                  </a:lnTo>
                  <a:lnTo>
                    <a:pt x="167191" y="172729"/>
                  </a:lnTo>
                  <a:lnTo>
                    <a:pt x="170334" y="169736"/>
                  </a:lnTo>
                  <a:lnTo>
                    <a:pt x="173328" y="166592"/>
                  </a:lnTo>
                  <a:lnTo>
                    <a:pt x="176022" y="163449"/>
                  </a:lnTo>
                  <a:lnTo>
                    <a:pt x="178716" y="160006"/>
                  </a:lnTo>
                  <a:lnTo>
                    <a:pt x="181260" y="156564"/>
                  </a:lnTo>
                  <a:lnTo>
                    <a:pt x="183506" y="152972"/>
                  </a:lnTo>
                  <a:lnTo>
                    <a:pt x="185751" y="149230"/>
                  </a:lnTo>
                  <a:lnTo>
                    <a:pt x="187697" y="145338"/>
                  </a:lnTo>
                  <a:lnTo>
                    <a:pt x="189493" y="141446"/>
                  </a:lnTo>
                  <a:lnTo>
                    <a:pt x="191139" y="137405"/>
                  </a:lnTo>
                  <a:lnTo>
                    <a:pt x="192636" y="133214"/>
                  </a:lnTo>
                  <a:lnTo>
                    <a:pt x="193833" y="129023"/>
                  </a:lnTo>
                  <a:lnTo>
                    <a:pt x="194881" y="124682"/>
                  </a:lnTo>
                  <a:lnTo>
                    <a:pt x="195779" y="120342"/>
                  </a:lnTo>
                  <a:lnTo>
                    <a:pt x="196378" y="116001"/>
                  </a:lnTo>
                  <a:lnTo>
                    <a:pt x="196827" y="111511"/>
                  </a:lnTo>
                  <a:lnTo>
                    <a:pt x="197126" y="106871"/>
                  </a:lnTo>
                  <a:lnTo>
                    <a:pt x="209400" y="105074"/>
                  </a:lnTo>
                  <a:lnTo>
                    <a:pt x="209400" y="103428"/>
                  </a:lnTo>
                  <a:lnTo>
                    <a:pt x="197126" y="101781"/>
                  </a:lnTo>
                  <a:lnTo>
                    <a:pt x="196827" y="97141"/>
                  </a:lnTo>
                  <a:lnTo>
                    <a:pt x="196378" y="92651"/>
                  </a:lnTo>
                  <a:lnTo>
                    <a:pt x="195630" y="88310"/>
                  </a:lnTo>
                  <a:lnTo>
                    <a:pt x="194732" y="83820"/>
                  </a:lnTo>
                  <a:lnTo>
                    <a:pt x="193684" y="79629"/>
                  </a:lnTo>
                  <a:lnTo>
                    <a:pt x="192337" y="75438"/>
                  </a:lnTo>
                  <a:lnTo>
                    <a:pt x="190840" y="71247"/>
                  </a:lnTo>
                  <a:lnTo>
                    <a:pt x="189193" y="67355"/>
                  </a:lnTo>
                  <a:lnTo>
                    <a:pt x="187397" y="63314"/>
                  </a:lnTo>
                  <a:lnTo>
                    <a:pt x="185302" y="59572"/>
                  </a:lnTo>
                  <a:lnTo>
                    <a:pt x="183057" y="55830"/>
                  </a:lnTo>
                  <a:lnTo>
                    <a:pt x="180662" y="52238"/>
                  </a:lnTo>
                  <a:lnTo>
                    <a:pt x="178267" y="48795"/>
                  </a:lnTo>
                  <a:lnTo>
                    <a:pt x="175573" y="45502"/>
                  </a:lnTo>
                  <a:lnTo>
                    <a:pt x="172729" y="42209"/>
                  </a:lnTo>
                  <a:lnTo>
                    <a:pt x="169735" y="39066"/>
                  </a:lnTo>
                  <a:lnTo>
                    <a:pt x="166592" y="36222"/>
                  </a:lnTo>
                  <a:lnTo>
                    <a:pt x="163299" y="33378"/>
                  </a:lnTo>
                  <a:lnTo>
                    <a:pt x="160006" y="30684"/>
                  </a:lnTo>
                  <a:lnTo>
                    <a:pt x="156414" y="28289"/>
                  </a:lnTo>
                  <a:lnTo>
                    <a:pt x="152822" y="25894"/>
                  </a:lnTo>
                  <a:lnTo>
                    <a:pt x="149080" y="23799"/>
                  </a:lnTo>
                  <a:lnTo>
                    <a:pt x="145338" y="21703"/>
                  </a:lnTo>
                  <a:lnTo>
                    <a:pt x="141296" y="19907"/>
                  </a:lnTo>
                  <a:lnTo>
                    <a:pt x="137405" y="18261"/>
                  </a:lnTo>
                  <a:lnTo>
                    <a:pt x="133214" y="16764"/>
                  </a:lnTo>
                  <a:lnTo>
                    <a:pt x="129023" y="15567"/>
                  </a:lnTo>
                  <a:lnTo>
                    <a:pt x="124682" y="14519"/>
                  </a:lnTo>
                  <a:lnTo>
                    <a:pt x="120341" y="13621"/>
                  </a:lnTo>
                  <a:lnTo>
                    <a:pt x="115851" y="13022"/>
                  </a:lnTo>
                  <a:lnTo>
                    <a:pt x="111361" y="12573"/>
                  </a:lnTo>
                  <a:lnTo>
                    <a:pt x="106870" y="12423"/>
                  </a:lnTo>
                  <a:lnTo>
                    <a:pt x="10492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3" name="Google Shape;1053;p47"/>
            <p:cNvSpPr/>
            <p:nvPr/>
          </p:nvSpPr>
          <p:spPr>
            <a:xfrm>
              <a:off x="4088775" y="2591800"/>
              <a:ext cx="18725" cy="291900"/>
            </a:xfrm>
            <a:custGeom>
              <a:rect b="b" l="l" r="r" t="t"/>
              <a:pathLst>
                <a:path extrusionOk="0" h="11676" w="749">
                  <a:moveTo>
                    <a:pt x="299" y="1"/>
                  </a:moveTo>
                  <a:lnTo>
                    <a:pt x="299" y="151"/>
                  </a:lnTo>
                  <a:lnTo>
                    <a:pt x="0" y="4791"/>
                  </a:lnTo>
                  <a:lnTo>
                    <a:pt x="150" y="9281"/>
                  </a:lnTo>
                  <a:lnTo>
                    <a:pt x="150" y="9730"/>
                  </a:lnTo>
                  <a:lnTo>
                    <a:pt x="150" y="9880"/>
                  </a:lnTo>
                  <a:lnTo>
                    <a:pt x="150" y="10329"/>
                  </a:lnTo>
                  <a:lnTo>
                    <a:pt x="150" y="10628"/>
                  </a:lnTo>
                  <a:lnTo>
                    <a:pt x="150" y="11077"/>
                  </a:lnTo>
                  <a:lnTo>
                    <a:pt x="299" y="11526"/>
                  </a:lnTo>
                  <a:lnTo>
                    <a:pt x="299" y="11676"/>
                  </a:lnTo>
                  <a:lnTo>
                    <a:pt x="599" y="11676"/>
                  </a:lnTo>
                  <a:lnTo>
                    <a:pt x="599" y="11526"/>
                  </a:lnTo>
                  <a:lnTo>
                    <a:pt x="599" y="10927"/>
                  </a:lnTo>
                  <a:lnTo>
                    <a:pt x="599" y="10628"/>
                  </a:lnTo>
                  <a:lnTo>
                    <a:pt x="748" y="10329"/>
                  </a:lnTo>
                  <a:lnTo>
                    <a:pt x="748" y="9880"/>
                  </a:lnTo>
                  <a:lnTo>
                    <a:pt x="748" y="9730"/>
                  </a:lnTo>
                  <a:lnTo>
                    <a:pt x="748" y="9281"/>
                  </a:lnTo>
                  <a:lnTo>
                    <a:pt x="748" y="4791"/>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4" name="Google Shape;1054;p47"/>
            <p:cNvSpPr/>
            <p:nvPr/>
          </p:nvSpPr>
          <p:spPr>
            <a:xfrm>
              <a:off x="4253400" y="2584325"/>
              <a:ext cx="15000" cy="276925"/>
            </a:xfrm>
            <a:custGeom>
              <a:rect b="b" l="l" r="r" t="t"/>
              <a:pathLst>
                <a:path extrusionOk="0" h="11077" w="600">
                  <a:moveTo>
                    <a:pt x="151" y="0"/>
                  </a:moveTo>
                  <a:lnTo>
                    <a:pt x="1" y="2096"/>
                  </a:lnTo>
                  <a:lnTo>
                    <a:pt x="1" y="4341"/>
                  </a:lnTo>
                  <a:lnTo>
                    <a:pt x="1" y="5389"/>
                  </a:lnTo>
                  <a:lnTo>
                    <a:pt x="1" y="6287"/>
                  </a:lnTo>
                  <a:lnTo>
                    <a:pt x="151" y="10927"/>
                  </a:lnTo>
                  <a:lnTo>
                    <a:pt x="151" y="11077"/>
                  </a:lnTo>
                  <a:lnTo>
                    <a:pt x="450" y="11077"/>
                  </a:lnTo>
                  <a:lnTo>
                    <a:pt x="450" y="10927"/>
                  </a:lnTo>
                  <a:lnTo>
                    <a:pt x="600" y="5389"/>
                  </a:lnTo>
                  <a:lnTo>
                    <a:pt x="600" y="4341"/>
                  </a:lnTo>
                  <a:lnTo>
                    <a:pt x="600" y="3293"/>
                  </a:lnTo>
                  <a:lnTo>
                    <a:pt x="600" y="1647"/>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5" name="Google Shape;1055;p47"/>
            <p:cNvSpPr/>
            <p:nvPr/>
          </p:nvSpPr>
          <p:spPr>
            <a:xfrm>
              <a:off x="4328250" y="2595550"/>
              <a:ext cx="26225" cy="273200"/>
            </a:xfrm>
            <a:custGeom>
              <a:rect b="b" l="l" r="r" t="t"/>
              <a:pathLst>
                <a:path extrusionOk="0" h="10928" w="1049">
                  <a:moveTo>
                    <a:pt x="449" y="1"/>
                  </a:moveTo>
                  <a:lnTo>
                    <a:pt x="449" y="150"/>
                  </a:lnTo>
                  <a:lnTo>
                    <a:pt x="300" y="1348"/>
                  </a:lnTo>
                  <a:lnTo>
                    <a:pt x="0" y="3742"/>
                  </a:lnTo>
                  <a:lnTo>
                    <a:pt x="0" y="6137"/>
                  </a:lnTo>
                  <a:lnTo>
                    <a:pt x="150" y="8532"/>
                  </a:lnTo>
                  <a:lnTo>
                    <a:pt x="449" y="10777"/>
                  </a:lnTo>
                  <a:lnTo>
                    <a:pt x="599" y="10927"/>
                  </a:lnTo>
                  <a:lnTo>
                    <a:pt x="599" y="10777"/>
                  </a:lnTo>
                  <a:lnTo>
                    <a:pt x="899" y="8383"/>
                  </a:lnTo>
                  <a:lnTo>
                    <a:pt x="1048" y="5838"/>
                  </a:lnTo>
                  <a:lnTo>
                    <a:pt x="1048" y="3144"/>
                  </a:lnTo>
                  <a:lnTo>
                    <a:pt x="749" y="749"/>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6" name="Google Shape;1056;p47"/>
            <p:cNvSpPr/>
            <p:nvPr/>
          </p:nvSpPr>
          <p:spPr>
            <a:xfrm>
              <a:off x="4410575" y="2599300"/>
              <a:ext cx="22475" cy="258200"/>
            </a:xfrm>
            <a:custGeom>
              <a:rect b="b" l="l" r="r" t="t"/>
              <a:pathLst>
                <a:path extrusionOk="0" h="10328" w="899">
                  <a:moveTo>
                    <a:pt x="300" y="0"/>
                  </a:moveTo>
                  <a:lnTo>
                    <a:pt x="300" y="150"/>
                  </a:lnTo>
                  <a:lnTo>
                    <a:pt x="150" y="2844"/>
                  </a:lnTo>
                  <a:lnTo>
                    <a:pt x="0" y="5538"/>
                  </a:lnTo>
                  <a:lnTo>
                    <a:pt x="0" y="7933"/>
                  </a:lnTo>
                  <a:lnTo>
                    <a:pt x="150" y="9131"/>
                  </a:lnTo>
                  <a:lnTo>
                    <a:pt x="449" y="10328"/>
                  </a:lnTo>
                  <a:lnTo>
                    <a:pt x="599" y="10328"/>
                  </a:lnTo>
                  <a:lnTo>
                    <a:pt x="749" y="9131"/>
                  </a:lnTo>
                  <a:lnTo>
                    <a:pt x="898" y="7933"/>
                  </a:lnTo>
                  <a:lnTo>
                    <a:pt x="898" y="5538"/>
                  </a:lnTo>
                  <a:lnTo>
                    <a:pt x="898" y="2844"/>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7" name="Google Shape;1057;p47"/>
            <p:cNvSpPr/>
            <p:nvPr/>
          </p:nvSpPr>
          <p:spPr>
            <a:xfrm>
              <a:off x="4489150" y="2614250"/>
              <a:ext cx="29975" cy="243250"/>
            </a:xfrm>
            <a:custGeom>
              <a:rect b="b" l="l" r="r" t="t"/>
              <a:pathLst>
                <a:path extrusionOk="0" h="9730" w="1199">
                  <a:moveTo>
                    <a:pt x="450" y="1"/>
                  </a:moveTo>
                  <a:lnTo>
                    <a:pt x="300" y="2396"/>
                  </a:lnTo>
                  <a:lnTo>
                    <a:pt x="1" y="4940"/>
                  </a:lnTo>
                  <a:lnTo>
                    <a:pt x="1" y="7335"/>
                  </a:lnTo>
                  <a:lnTo>
                    <a:pt x="150" y="8533"/>
                  </a:lnTo>
                  <a:lnTo>
                    <a:pt x="450" y="9580"/>
                  </a:lnTo>
                  <a:lnTo>
                    <a:pt x="599" y="9730"/>
                  </a:lnTo>
                  <a:lnTo>
                    <a:pt x="749" y="9580"/>
                  </a:lnTo>
                  <a:lnTo>
                    <a:pt x="899" y="8533"/>
                  </a:lnTo>
                  <a:lnTo>
                    <a:pt x="1048" y="7335"/>
                  </a:lnTo>
                  <a:lnTo>
                    <a:pt x="1198" y="4940"/>
                  </a:lnTo>
                  <a:lnTo>
                    <a:pt x="899" y="2396"/>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8" name="Google Shape;1058;p47"/>
            <p:cNvSpPr/>
            <p:nvPr/>
          </p:nvSpPr>
          <p:spPr>
            <a:xfrm>
              <a:off x="4571475" y="2621750"/>
              <a:ext cx="22475" cy="243250"/>
            </a:xfrm>
            <a:custGeom>
              <a:rect b="b" l="l" r="r" t="t"/>
              <a:pathLst>
                <a:path extrusionOk="0" h="9730" w="899">
                  <a:moveTo>
                    <a:pt x="450" y="0"/>
                  </a:moveTo>
                  <a:lnTo>
                    <a:pt x="300" y="150"/>
                  </a:lnTo>
                  <a:lnTo>
                    <a:pt x="300" y="300"/>
                  </a:lnTo>
                  <a:lnTo>
                    <a:pt x="150" y="2694"/>
                  </a:lnTo>
                  <a:lnTo>
                    <a:pt x="150" y="5239"/>
                  </a:lnTo>
                  <a:lnTo>
                    <a:pt x="1" y="7484"/>
                  </a:lnTo>
                  <a:lnTo>
                    <a:pt x="150" y="8532"/>
                  </a:lnTo>
                  <a:lnTo>
                    <a:pt x="300" y="9580"/>
                  </a:lnTo>
                  <a:lnTo>
                    <a:pt x="450" y="9729"/>
                  </a:lnTo>
                  <a:lnTo>
                    <a:pt x="599" y="9580"/>
                  </a:lnTo>
                  <a:lnTo>
                    <a:pt x="899" y="8532"/>
                  </a:lnTo>
                  <a:lnTo>
                    <a:pt x="899" y="7484"/>
                  </a:lnTo>
                  <a:lnTo>
                    <a:pt x="899" y="5239"/>
                  </a:lnTo>
                  <a:lnTo>
                    <a:pt x="899" y="2694"/>
                  </a:lnTo>
                  <a:lnTo>
                    <a:pt x="599" y="300"/>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59" name="Google Shape;1059;p47"/>
            <p:cNvSpPr/>
            <p:nvPr/>
          </p:nvSpPr>
          <p:spPr>
            <a:xfrm>
              <a:off x="4653800" y="2636700"/>
              <a:ext cx="22475" cy="232050"/>
            </a:xfrm>
            <a:custGeom>
              <a:rect b="b" l="l" r="r" t="t"/>
              <a:pathLst>
                <a:path extrusionOk="0" h="9282" w="899">
                  <a:moveTo>
                    <a:pt x="150" y="1"/>
                  </a:moveTo>
                  <a:lnTo>
                    <a:pt x="0" y="2246"/>
                  </a:lnTo>
                  <a:lnTo>
                    <a:pt x="0" y="4641"/>
                  </a:lnTo>
                  <a:lnTo>
                    <a:pt x="150" y="9131"/>
                  </a:lnTo>
                  <a:lnTo>
                    <a:pt x="300" y="9281"/>
                  </a:lnTo>
                  <a:lnTo>
                    <a:pt x="599" y="9281"/>
                  </a:lnTo>
                  <a:lnTo>
                    <a:pt x="599" y="9131"/>
                  </a:lnTo>
                  <a:lnTo>
                    <a:pt x="899" y="4641"/>
                  </a:lnTo>
                  <a:lnTo>
                    <a:pt x="749" y="2246"/>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0" name="Google Shape;1060;p47"/>
            <p:cNvSpPr/>
            <p:nvPr/>
          </p:nvSpPr>
          <p:spPr>
            <a:xfrm>
              <a:off x="4736125" y="2640450"/>
              <a:ext cx="22475" cy="235775"/>
            </a:xfrm>
            <a:custGeom>
              <a:rect b="b" l="l" r="r" t="t"/>
              <a:pathLst>
                <a:path extrusionOk="0" h="9431" w="899">
                  <a:moveTo>
                    <a:pt x="449" y="1"/>
                  </a:moveTo>
                  <a:lnTo>
                    <a:pt x="300" y="150"/>
                  </a:lnTo>
                  <a:lnTo>
                    <a:pt x="150" y="1198"/>
                  </a:lnTo>
                  <a:lnTo>
                    <a:pt x="0" y="2246"/>
                  </a:lnTo>
                  <a:lnTo>
                    <a:pt x="0" y="4491"/>
                  </a:lnTo>
                  <a:lnTo>
                    <a:pt x="0" y="6886"/>
                  </a:lnTo>
                  <a:lnTo>
                    <a:pt x="150" y="9281"/>
                  </a:lnTo>
                  <a:lnTo>
                    <a:pt x="150" y="9430"/>
                  </a:lnTo>
                  <a:lnTo>
                    <a:pt x="449" y="9430"/>
                  </a:lnTo>
                  <a:lnTo>
                    <a:pt x="599" y="9281"/>
                  </a:lnTo>
                  <a:lnTo>
                    <a:pt x="749" y="6886"/>
                  </a:lnTo>
                  <a:lnTo>
                    <a:pt x="898" y="4491"/>
                  </a:lnTo>
                  <a:lnTo>
                    <a:pt x="898" y="2246"/>
                  </a:lnTo>
                  <a:lnTo>
                    <a:pt x="898" y="119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1" name="Google Shape;1061;p47"/>
            <p:cNvSpPr/>
            <p:nvPr/>
          </p:nvSpPr>
          <p:spPr>
            <a:xfrm>
              <a:off x="4814700" y="2659175"/>
              <a:ext cx="22475" cy="205825"/>
            </a:xfrm>
            <a:custGeom>
              <a:rect b="b" l="l" r="r" t="t"/>
              <a:pathLst>
                <a:path extrusionOk="0" h="8233" w="899">
                  <a:moveTo>
                    <a:pt x="599" y="0"/>
                  </a:moveTo>
                  <a:lnTo>
                    <a:pt x="450" y="150"/>
                  </a:lnTo>
                  <a:lnTo>
                    <a:pt x="1" y="4041"/>
                  </a:lnTo>
                  <a:lnTo>
                    <a:pt x="1" y="5987"/>
                  </a:lnTo>
                  <a:lnTo>
                    <a:pt x="150" y="7933"/>
                  </a:lnTo>
                  <a:lnTo>
                    <a:pt x="300" y="8083"/>
                  </a:lnTo>
                  <a:lnTo>
                    <a:pt x="450" y="8232"/>
                  </a:lnTo>
                  <a:lnTo>
                    <a:pt x="599" y="8083"/>
                  </a:lnTo>
                  <a:lnTo>
                    <a:pt x="749" y="7933"/>
                  </a:lnTo>
                  <a:lnTo>
                    <a:pt x="899" y="5987"/>
                  </a:lnTo>
                  <a:lnTo>
                    <a:pt x="899" y="4041"/>
                  </a:lnTo>
                  <a:lnTo>
                    <a:pt x="899" y="2096"/>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2" name="Google Shape;1062;p47"/>
            <p:cNvSpPr/>
            <p:nvPr/>
          </p:nvSpPr>
          <p:spPr>
            <a:xfrm>
              <a:off x="4893275" y="2670400"/>
              <a:ext cx="29975" cy="243250"/>
            </a:xfrm>
            <a:custGeom>
              <a:rect b="b" l="l" r="r" t="t"/>
              <a:pathLst>
                <a:path extrusionOk="0" h="9730" w="1199">
                  <a:moveTo>
                    <a:pt x="600" y="0"/>
                  </a:moveTo>
                  <a:lnTo>
                    <a:pt x="450" y="150"/>
                  </a:lnTo>
                  <a:lnTo>
                    <a:pt x="151" y="2245"/>
                  </a:lnTo>
                  <a:lnTo>
                    <a:pt x="1" y="4041"/>
                  </a:lnTo>
                  <a:lnTo>
                    <a:pt x="1" y="5987"/>
                  </a:lnTo>
                  <a:lnTo>
                    <a:pt x="151" y="7783"/>
                  </a:lnTo>
                  <a:lnTo>
                    <a:pt x="300" y="9580"/>
                  </a:lnTo>
                  <a:lnTo>
                    <a:pt x="450" y="9729"/>
                  </a:lnTo>
                  <a:lnTo>
                    <a:pt x="600" y="9729"/>
                  </a:lnTo>
                  <a:lnTo>
                    <a:pt x="749" y="9580"/>
                  </a:lnTo>
                  <a:lnTo>
                    <a:pt x="1049" y="7334"/>
                  </a:lnTo>
                  <a:lnTo>
                    <a:pt x="1198" y="4939"/>
                  </a:lnTo>
                  <a:lnTo>
                    <a:pt x="1049" y="2395"/>
                  </a:lnTo>
                  <a:lnTo>
                    <a:pt x="749" y="150"/>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3" name="Google Shape;1063;p47"/>
            <p:cNvSpPr/>
            <p:nvPr/>
          </p:nvSpPr>
          <p:spPr>
            <a:xfrm>
              <a:off x="4975600" y="2681625"/>
              <a:ext cx="22475" cy="194600"/>
            </a:xfrm>
            <a:custGeom>
              <a:rect b="b" l="l" r="r" t="t"/>
              <a:pathLst>
                <a:path extrusionOk="0" h="7784" w="899">
                  <a:moveTo>
                    <a:pt x="300" y="0"/>
                  </a:moveTo>
                  <a:lnTo>
                    <a:pt x="150" y="1946"/>
                  </a:lnTo>
                  <a:lnTo>
                    <a:pt x="1" y="3742"/>
                  </a:lnTo>
                  <a:lnTo>
                    <a:pt x="1" y="5688"/>
                  </a:lnTo>
                  <a:lnTo>
                    <a:pt x="300" y="7484"/>
                  </a:lnTo>
                  <a:lnTo>
                    <a:pt x="300" y="7783"/>
                  </a:lnTo>
                  <a:lnTo>
                    <a:pt x="600" y="7783"/>
                  </a:lnTo>
                  <a:lnTo>
                    <a:pt x="749" y="7484"/>
                  </a:lnTo>
                  <a:lnTo>
                    <a:pt x="899" y="5688"/>
                  </a:lnTo>
                  <a:lnTo>
                    <a:pt x="899" y="3742"/>
                  </a:lnTo>
                  <a:lnTo>
                    <a:pt x="899" y="1946"/>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4" name="Google Shape;1064;p47"/>
            <p:cNvSpPr/>
            <p:nvPr/>
          </p:nvSpPr>
          <p:spPr>
            <a:xfrm>
              <a:off x="5136500" y="2700325"/>
              <a:ext cx="22500" cy="164675"/>
            </a:xfrm>
            <a:custGeom>
              <a:rect b="b" l="l" r="r" t="t"/>
              <a:pathLst>
                <a:path extrusionOk="0" h="6587" w="900">
                  <a:moveTo>
                    <a:pt x="300" y="1"/>
                  </a:moveTo>
                  <a:lnTo>
                    <a:pt x="151" y="150"/>
                  </a:lnTo>
                  <a:lnTo>
                    <a:pt x="1" y="1647"/>
                  </a:lnTo>
                  <a:lnTo>
                    <a:pt x="1" y="3293"/>
                  </a:lnTo>
                  <a:lnTo>
                    <a:pt x="1" y="4940"/>
                  </a:lnTo>
                  <a:lnTo>
                    <a:pt x="300" y="6437"/>
                  </a:lnTo>
                  <a:lnTo>
                    <a:pt x="300" y="6586"/>
                  </a:lnTo>
                  <a:lnTo>
                    <a:pt x="600" y="6586"/>
                  </a:lnTo>
                  <a:lnTo>
                    <a:pt x="749" y="6437"/>
                  </a:lnTo>
                  <a:lnTo>
                    <a:pt x="749"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5" name="Google Shape;1065;p47"/>
            <p:cNvSpPr/>
            <p:nvPr/>
          </p:nvSpPr>
          <p:spPr>
            <a:xfrm>
              <a:off x="5057925" y="2692850"/>
              <a:ext cx="22475" cy="172150"/>
            </a:xfrm>
            <a:custGeom>
              <a:rect b="b" l="l" r="r" t="t"/>
              <a:pathLst>
                <a:path extrusionOk="0" h="6886" w="899">
                  <a:moveTo>
                    <a:pt x="300" y="0"/>
                  </a:moveTo>
                  <a:lnTo>
                    <a:pt x="300" y="150"/>
                  </a:lnTo>
                  <a:lnTo>
                    <a:pt x="1" y="1647"/>
                  </a:lnTo>
                  <a:lnTo>
                    <a:pt x="1" y="3293"/>
                  </a:lnTo>
                  <a:lnTo>
                    <a:pt x="1" y="4940"/>
                  </a:lnTo>
                  <a:lnTo>
                    <a:pt x="150" y="6586"/>
                  </a:lnTo>
                  <a:lnTo>
                    <a:pt x="300" y="6736"/>
                  </a:lnTo>
                  <a:lnTo>
                    <a:pt x="450" y="6885"/>
                  </a:lnTo>
                  <a:lnTo>
                    <a:pt x="599" y="6736"/>
                  </a:lnTo>
                  <a:lnTo>
                    <a:pt x="599" y="6586"/>
                  </a:lnTo>
                  <a:lnTo>
                    <a:pt x="899" y="4940"/>
                  </a:lnTo>
                  <a:lnTo>
                    <a:pt x="899" y="3293"/>
                  </a:lnTo>
                  <a:lnTo>
                    <a:pt x="749" y="1647"/>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6" name="Google Shape;1066;p47"/>
            <p:cNvSpPr/>
            <p:nvPr/>
          </p:nvSpPr>
          <p:spPr>
            <a:xfrm>
              <a:off x="5218825" y="2711550"/>
              <a:ext cx="22475" cy="149700"/>
            </a:xfrm>
            <a:custGeom>
              <a:rect b="b" l="l" r="r" t="t"/>
              <a:pathLst>
                <a:path extrusionOk="0" h="5988" w="899">
                  <a:moveTo>
                    <a:pt x="450" y="1"/>
                  </a:moveTo>
                  <a:lnTo>
                    <a:pt x="300" y="150"/>
                  </a:lnTo>
                  <a:lnTo>
                    <a:pt x="1" y="1497"/>
                  </a:lnTo>
                  <a:lnTo>
                    <a:pt x="1" y="2994"/>
                  </a:lnTo>
                  <a:lnTo>
                    <a:pt x="1" y="4491"/>
                  </a:lnTo>
                  <a:lnTo>
                    <a:pt x="151" y="5838"/>
                  </a:lnTo>
                  <a:lnTo>
                    <a:pt x="300" y="5988"/>
                  </a:lnTo>
                  <a:lnTo>
                    <a:pt x="600" y="5988"/>
                  </a:lnTo>
                  <a:lnTo>
                    <a:pt x="600"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7" name="Google Shape;1067;p47"/>
            <p:cNvSpPr/>
            <p:nvPr/>
          </p:nvSpPr>
          <p:spPr>
            <a:xfrm>
              <a:off x="5297425" y="2726525"/>
              <a:ext cx="26200" cy="134725"/>
            </a:xfrm>
            <a:custGeom>
              <a:rect b="b" l="l" r="r" t="t"/>
              <a:pathLst>
                <a:path extrusionOk="0" h="5389" w="1048">
                  <a:moveTo>
                    <a:pt x="300" y="0"/>
                  </a:moveTo>
                  <a:lnTo>
                    <a:pt x="300" y="150"/>
                  </a:lnTo>
                  <a:lnTo>
                    <a:pt x="0" y="1347"/>
                  </a:lnTo>
                  <a:lnTo>
                    <a:pt x="0" y="2694"/>
                  </a:lnTo>
                  <a:lnTo>
                    <a:pt x="0" y="3892"/>
                  </a:lnTo>
                  <a:lnTo>
                    <a:pt x="300" y="5089"/>
                  </a:lnTo>
                  <a:lnTo>
                    <a:pt x="300" y="5239"/>
                  </a:lnTo>
                  <a:lnTo>
                    <a:pt x="449" y="5389"/>
                  </a:lnTo>
                  <a:lnTo>
                    <a:pt x="599" y="5239"/>
                  </a:lnTo>
                  <a:lnTo>
                    <a:pt x="749" y="5089"/>
                  </a:lnTo>
                  <a:lnTo>
                    <a:pt x="898" y="3892"/>
                  </a:lnTo>
                  <a:lnTo>
                    <a:pt x="1048" y="269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8" name="Google Shape;1068;p47"/>
            <p:cNvSpPr/>
            <p:nvPr/>
          </p:nvSpPr>
          <p:spPr>
            <a:xfrm>
              <a:off x="5379750" y="2734000"/>
              <a:ext cx="22475" cy="142225"/>
            </a:xfrm>
            <a:custGeom>
              <a:rect b="b" l="l" r="r" t="t"/>
              <a:pathLst>
                <a:path extrusionOk="0" h="5689" w="899">
                  <a:moveTo>
                    <a:pt x="449" y="1"/>
                  </a:moveTo>
                  <a:lnTo>
                    <a:pt x="150" y="150"/>
                  </a:lnTo>
                  <a:lnTo>
                    <a:pt x="0" y="1497"/>
                  </a:lnTo>
                  <a:lnTo>
                    <a:pt x="0" y="2994"/>
                  </a:lnTo>
                  <a:lnTo>
                    <a:pt x="0" y="4341"/>
                  </a:lnTo>
                  <a:lnTo>
                    <a:pt x="150" y="4940"/>
                  </a:lnTo>
                  <a:lnTo>
                    <a:pt x="299" y="5539"/>
                  </a:lnTo>
                  <a:lnTo>
                    <a:pt x="449" y="5688"/>
                  </a:lnTo>
                  <a:lnTo>
                    <a:pt x="599" y="5539"/>
                  </a:lnTo>
                  <a:lnTo>
                    <a:pt x="748" y="4940"/>
                  </a:lnTo>
                  <a:lnTo>
                    <a:pt x="898" y="4341"/>
                  </a:lnTo>
                  <a:lnTo>
                    <a:pt x="898" y="2994"/>
                  </a:lnTo>
                  <a:lnTo>
                    <a:pt x="748" y="1497"/>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9" name="Google Shape;1069;p47"/>
            <p:cNvSpPr/>
            <p:nvPr/>
          </p:nvSpPr>
          <p:spPr>
            <a:xfrm>
              <a:off x="5458325" y="2748975"/>
              <a:ext cx="22475" cy="131000"/>
            </a:xfrm>
            <a:custGeom>
              <a:rect b="b" l="l" r="r" t="t"/>
              <a:pathLst>
                <a:path extrusionOk="0" h="5240" w="899">
                  <a:moveTo>
                    <a:pt x="300" y="0"/>
                  </a:moveTo>
                  <a:lnTo>
                    <a:pt x="300" y="150"/>
                  </a:lnTo>
                  <a:lnTo>
                    <a:pt x="150" y="1347"/>
                  </a:lnTo>
                  <a:lnTo>
                    <a:pt x="0" y="2844"/>
                  </a:lnTo>
                  <a:lnTo>
                    <a:pt x="150" y="4042"/>
                  </a:lnTo>
                  <a:lnTo>
                    <a:pt x="150" y="4640"/>
                  </a:lnTo>
                  <a:lnTo>
                    <a:pt x="449" y="5239"/>
                  </a:lnTo>
                  <a:lnTo>
                    <a:pt x="599" y="5239"/>
                  </a:lnTo>
                  <a:lnTo>
                    <a:pt x="898" y="4640"/>
                  </a:lnTo>
                  <a:lnTo>
                    <a:pt x="898" y="4042"/>
                  </a:lnTo>
                  <a:lnTo>
                    <a:pt x="898" y="284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0" name="Google Shape;1070;p47"/>
            <p:cNvSpPr/>
            <p:nvPr/>
          </p:nvSpPr>
          <p:spPr>
            <a:xfrm>
              <a:off x="5536900" y="2748975"/>
              <a:ext cx="29950" cy="134725"/>
            </a:xfrm>
            <a:custGeom>
              <a:rect b="b" l="l" r="r" t="t"/>
              <a:pathLst>
                <a:path extrusionOk="0" h="5389" w="1198">
                  <a:moveTo>
                    <a:pt x="450" y="0"/>
                  </a:moveTo>
                  <a:lnTo>
                    <a:pt x="450" y="150"/>
                  </a:lnTo>
                  <a:lnTo>
                    <a:pt x="150" y="1347"/>
                  </a:lnTo>
                  <a:lnTo>
                    <a:pt x="1" y="2695"/>
                  </a:lnTo>
                  <a:lnTo>
                    <a:pt x="150" y="4042"/>
                  </a:lnTo>
                  <a:lnTo>
                    <a:pt x="150" y="4790"/>
                  </a:lnTo>
                  <a:lnTo>
                    <a:pt x="450" y="5389"/>
                  </a:lnTo>
                  <a:lnTo>
                    <a:pt x="749" y="5389"/>
                  </a:lnTo>
                  <a:lnTo>
                    <a:pt x="1048" y="4790"/>
                  </a:lnTo>
                  <a:lnTo>
                    <a:pt x="1198" y="4042"/>
                  </a:lnTo>
                  <a:lnTo>
                    <a:pt x="1198" y="2695"/>
                  </a:lnTo>
                  <a:lnTo>
                    <a:pt x="1048" y="134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1" name="Google Shape;1071;p47"/>
            <p:cNvSpPr/>
            <p:nvPr/>
          </p:nvSpPr>
          <p:spPr>
            <a:xfrm>
              <a:off x="5619225" y="2767675"/>
              <a:ext cx="26225" cy="134750"/>
            </a:xfrm>
            <a:custGeom>
              <a:rect b="b" l="l" r="r" t="t"/>
              <a:pathLst>
                <a:path extrusionOk="0" h="5390" w="1049">
                  <a:moveTo>
                    <a:pt x="599" y="1"/>
                  </a:moveTo>
                  <a:lnTo>
                    <a:pt x="450" y="150"/>
                  </a:lnTo>
                  <a:lnTo>
                    <a:pt x="150" y="1348"/>
                  </a:lnTo>
                  <a:lnTo>
                    <a:pt x="0" y="2695"/>
                  </a:lnTo>
                  <a:lnTo>
                    <a:pt x="150" y="4042"/>
                  </a:lnTo>
                  <a:lnTo>
                    <a:pt x="300" y="5239"/>
                  </a:lnTo>
                  <a:lnTo>
                    <a:pt x="599" y="5389"/>
                  </a:lnTo>
                  <a:lnTo>
                    <a:pt x="749" y="5239"/>
                  </a:lnTo>
                  <a:lnTo>
                    <a:pt x="1048" y="4042"/>
                  </a:lnTo>
                  <a:lnTo>
                    <a:pt x="1048" y="2695"/>
                  </a:lnTo>
                  <a:lnTo>
                    <a:pt x="899" y="134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2" name="Google Shape;1072;p47"/>
            <p:cNvSpPr/>
            <p:nvPr/>
          </p:nvSpPr>
          <p:spPr>
            <a:xfrm>
              <a:off x="5701550" y="2778900"/>
              <a:ext cx="22475" cy="108550"/>
            </a:xfrm>
            <a:custGeom>
              <a:rect b="b" l="l" r="r" t="t"/>
              <a:pathLst>
                <a:path extrusionOk="0" h="4342" w="899">
                  <a:moveTo>
                    <a:pt x="300" y="1"/>
                  </a:moveTo>
                  <a:lnTo>
                    <a:pt x="0" y="1049"/>
                  </a:lnTo>
                  <a:lnTo>
                    <a:pt x="0" y="2096"/>
                  </a:lnTo>
                  <a:lnTo>
                    <a:pt x="0" y="3144"/>
                  </a:lnTo>
                  <a:lnTo>
                    <a:pt x="150" y="3743"/>
                  </a:lnTo>
                  <a:lnTo>
                    <a:pt x="300" y="4192"/>
                  </a:lnTo>
                  <a:lnTo>
                    <a:pt x="449" y="4341"/>
                  </a:lnTo>
                  <a:lnTo>
                    <a:pt x="749" y="4192"/>
                  </a:lnTo>
                  <a:lnTo>
                    <a:pt x="898" y="3743"/>
                  </a:lnTo>
                  <a:lnTo>
                    <a:pt x="898" y="3144"/>
                  </a:lnTo>
                  <a:lnTo>
                    <a:pt x="898" y="2096"/>
                  </a:lnTo>
                  <a:lnTo>
                    <a:pt x="898" y="1049"/>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3" name="Google Shape;1073;p47"/>
            <p:cNvSpPr/>
            <p:nvPr/>
          </p:nvSpPr>
          <p:spPr>
            <a:xfrm>
              <a:off x="5783875" y="2786400"/>
              <a:ext cx="22475" cy="82350"/>
            </a:xfrm>
            <a:custGeom>
              <a:rect b="b" l="l" r="r" t="t"/>
              <a:pathLst>
                <a:path extrusionOk="0" h="3294" w="899">
                  <a:moveTo>
                    <a:pt x="449" y="0"/>
                  </a:moveTo>
                  <a:lnTo>
                    <a:pt x="300" y="150"/>
                  </a:lnTo>
                  <a:lnTo>
                    <a:pt x="0" y="1647"/>
                  </a:lnTo>
                  <a:lnTo>
                    <a:pt x="0" y="2395"/>
                  </a:lnTo>
                  <a:lnTo>
                    <a:pt x="150" y="3143"/>
                  </a:lnTo>
                  <a:lnTo>
                    <a:pt x="300" y="3293"/>
                  </a:lnTo>
                  <a:lnTo>
                    <a:pt x="599" y="3293"/>
                  </a:lnTo>
                  <a:lnTo>
                    <a:pt x="749" y="3143"/>
                  </a:lnTo>
                  <a:lnTo>
                    <a:pt x="898" y="2395"/>
                  </a:lnTo>
                  <a:lnTo>
                    <a:pt x="749" y="1647"/>
                  </a:lnTo>
                  <a:lnTo>
                    <a:pt x="599" y="150"/>
                  </a:lnTo>
                  <a:lnTo>
                    <a:pt x="4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4" name="Google Shape;1074;p47"/>
            <p:cNvSpPr/>
            <p:nvPr/>
          </p:nvSpPr>
          <p:spPr>
            <a:xfrm>
              <a:off x="5862450" y="2793875"/>
              <a:ext cx="22475" cy="67375"/>
            </a:xfrm>
            <a:custGeom>
              <a:rect b="b" l="l" r="r" t="t"/>
              <a:pathLst>
                <a:path extrusionOk="0" h="2695" w="899">
                  <a:moveTo>
                    <a:pt x="300" y="0"/>
                  </a:moveTo>
                  <a:lnTo>
                    <a:pt x="150" y="599"/>
                  </a:lnTo>
                  <a:lnTo>
                    <a:pt x="1" y="1348"/>
                  </a:lnTo>
                  <a:lnTo>
                    <a:pt x="150" y="1946"/>
                  </a:lnTo>
                  <a:lnTo>
                    <a:pt x="300" y="2545"/>
                  </a:lnTo>
                  <a:lnTo>
                    <a:pt x="300" y="2695"/>
                  </a:lnTo>
                  <a:lnTo>
                    <a:pt x="599" y="2695"/>
                  </a:lnTo>
                  <a:lnTo>
                    <a:pt x="749" y="2545"/>
                  </a:lnTo>
                  <a:lnTo>
                    <a:pt x="899" y="1946"/>
                  </a:lnTo>
                  <a:lnTo>
                    <a:pt x="899" y="1348"/>
                  </a:lnTo>
                  <a:lnTo>
                    <a:pt x="899" y="599"/>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5" name="Google Shape;1075;p47"/>
            <p:cNvSpPr/>
            <p:nvPr/>
          </p:nvSpPr>
          <p:spPr>
            <a:xfrm>
              <a:off x="5944775" y="2808850"/>
              <a:ext cx="22475" cy="67375"/>
            </a:xfrm>
            <a:custGeom>
              <a:rect b="b" l="l" r="r" t="t"/>
              <a:pathLst>
                <a:path extrusionOk="0" h="2695" w="899">
                  <a:moveTo>
                    <a:pt x="300" y="0"/>
                  </a:moveTo>
                  <a:lnTo>
                    <a:pt x="150" y="599"/>
                  </a:lnTo>
                  <a:lnTo>
                    <a:pt x="1" y="1347"/>
                  </a:lnTo>
                  <a:lnTo>
                    <a:pt x="1" y="2096"/>
                  </a:lnTo>
                  <a:lnTo>
                    <a:pt x="150" y="2395"/>
                  </a:lnTo>
                  <a:lnTo>
                    <a:pt x="300" y="2545"/>
                  </a:lnTo>
                  <a:lnTo>
                    <a:pt x="450" y="2694"/>
                  </a:lnTo>
                  <a:lnTo>
                    <a:pt x="599" y="2545"/>
                  </a:lnTo>
                  <a:lnTo>
                    <a:pt x="749" y="2395"/>
                  </a:lnTo>
                  <a:lnTo>
                    <a:pt x="899" y="2096"/>
                  </a:lnTo>
                  <a:lnTo>
                    <a:pt x="899" y="1347"/>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6" name="Google Shape;1076;p47"/>
            <p:cNvSpPr/>
            <p:nvPr/>
          </p:nvSpPr>
          <p:spPr>
            <a:xfrm>
              <a:off x="6027100" y="2812575"/>
              <a:ext cx="18725" cy="59900"/>
            </a:xfrm>
            <a:custGeom>
              <a:rect b="b" l="l" r="r" t="t"/>
              <a:pathLst>
                <a:path extrusionOk="0" h="2396" w="749">
                  <a:moveTo>
                    <a:pt x="300" y="1"/>
                  </a:moveTo>
                  <a:lnTo>
                    <a:pt x="150" y="151"/>
                  </a:lnTo>
                  <a:lnTo>
                    <a:pt x="0" y="1198"/>
                  </a:lnTo>
                  <a:lnTo>
                    <a:pt x="150" y="2246"/>
                  </a:lnTo>
                  <a:lnTo>
                    <a:pt x="150" y="2396"/>
                  </a:lnTo>
                  <a:lnTo>
                    <a:pt x="449" y="2396"/>
                  </a:lnTo>
                  <a:lnTo>
                    <a:pt x="599" y="224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2100" fill="hold"/>
                                        <p:tgtEl>
                                          <p:spTgt spid="907"/>
                                        </p:tgtEl>
                                        <p:attrNameLst>
                                          <p:attrName>r</p:attrName>
                                        </p:attrNameLst>
                                      </p:cBhvr>
                                    </p:animRo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0" name="Shape 1080"/>
        <p:cNvGrpSpPr/>
        <p:nvPr/>
      </p:nvGrpSpPr>
      <p:grpSpPr>
        <a:xfrm>
          <a:off x="0" y="0"/>
          <a:ext cx="0" cy="0"/>
          <a:chOff x="0" y="0"/>
          <a:chExt cx="0" cy="0"/>
        </a:xfrm>
      </p:grpSpPr>
      <p:sp>
        <p:nvSpPr>
          <p:cNvPr id="1081" name="Google Shape;1081;p48"/>
          <p:cNvSpPr txBox="1"/>
          <p:nvPr>
            <p:ph idx="1" type="body"/>
          </p:nvPr>
        </p:nvSpPr>
        <p:spPr>
          <a:xfrm>
            <a:off x="1221500" y="2981450"/>
            <a:ext cx="3303000" cy="1503300"/>
          </a:xfrm>
          <a:prstGeom prst="rect">
            <a:avLst/>
          </a:prstGeom>
          <a:noFill/>
          <a:ln>
            <a:noFill/>
          </a:ln>
        </p:spPr>
        <p:txBody>
          <a:bodyPr anchorCtr="0" anchor="t" bIns="91425" lIns="91425" spcFirstLastPara="1" rIns="91425" wrap="square" tIns="91425">
            <a:noAutofit/>
          </a:bodyPr>
          <a:lstStyle/>
          <a:p>
            <a:pPr indent="-317500" lvl="0" marL="457200" rtl="0" algn="l">
              <a:lnSpc>
                <a:spcPct val="100000"/>
              </a:lnSpc>
              <a:spcBef>
                <a:spcPts val="0"/>
              </a:spcBef>
              <a:spcAft>
                <a:spcPts val="0"/>
              </a:spcAft>
              <a:buSzPts val="1400"/>
              <a:buFont typeface="Open Sans"/>
              <a:buChar char="●"/>
            </a:pPr>
            <a:r>
              <a:rPr lang="en"/>
              <a:t>Soek beskikbare lokale</a:t>
            </a:r>
            <a:endParaRPr/>
          </a:p>
          <a:p>
            <a:pPr indent="-317500" lvl="0" marL="457200" rtl="0" algn="l">
              <a:lnSpc>
                <a:spcPct val="100000"/>
              </a:lnSpc>
              <a:spcBef>
                <a:spcPts val="0"/>
              </a:spcBef>
              <a:spcAft>
                <a:spcPts val="0"/>
              </a:spcAft>
              <a:buSzPts val="1400"/>
              <a:buChar char="●"/>
            </a:pPr>
            <a:r>
              <a:rPr lang="en"/>
              <a:t>Kies toekomstige studietyd</a:t>
            </a:r>
            <a:endParaRPr/>
          </a:p>
          <a:p>
            <a:pPr indent="-317500" lvl="0" marL="457200" rtl="0" algn="l">
              <a:lnSpc>
                <a:spcPct val="100000"/>
              </a:lnSpc>
              <a:spcBef>
                <a:spcPts val="0"/>
              </a:spcBef>
              <a:spcAft>
                <a:spcPts val="0"/>
              </a:spcAft>
              <a:buSzPts val="1400"/>
              <a:buChar char="●"/>
            </a:pPr>
            <a:r>
              <a:rPr lang="en"/>
              <a:t>Sien kaart en kortste roete</a:t>
            </a:r>
            <a:endParaRPr/>
          </a:p>
          <a:p>
            <a:pPr indent="-317500" lvl="0" marL="457200" rtl="0" algn="l">
              <a:lnSpc>
                <a:spcPct val="100000"/>
              </a:lnSpc>
              <a:spcBef>
                <a:spcPts val="0"/>
              </a:spcBef>
              <a:spcAft>
                <a:spcPts val="0"/>
              </a:spcAft>
              <a:buSzPts val="1400"/>
              <a:buChar char="●"/>
            </a:pPr>
            <a:r>
              <a:rPr lang="en"/>
              <a:t>Bespreek lokale</a:t>
            </a:r>
            <a:endParaRPr/>
          </a:p>
          <a:p>
            <a:pPr indent="-317500" lvl="0" marL="457200" rtl="0" algn="l">
              <a:lnSpc>
                <a:spcPct val="100000"/>
              </a:lnSpc>
              <a:spcBef>
                <a:spcPts val="0"/>
              </a:spcBef>
              <a:spcAft>
                <a:spcPts val="0"/>
              </a:spcAft>
              <a:buSzPts val="1400"/>
              <a:buChar char="●"/>
            </a:pPr>
            <a:r>
              <a:rPr lang="en"/>
              <a:t>Wysig persoonlike gebruikerdata</a:t>
            </a:r>
            <a:endParaRPr/>
          </a:p>
          <a:p>
            <a:pPr indent="0" lvl="0" marL="0" rtl="0" algn="l">
              <a:lnSpc>
                <a:spcPct val="100000"/>
              </a:lnSpc>
              <a:spcBef>
                <a:spcPts val="0"/>
              </a:spcBef>
              <a:spcAft>
                <a:spcPts val="1600"/>
              </a:spcAft>
              <a:buSzPts val="1400"/>
              <a:buNone/>
            </a:pPr>
            <a:r>
              <a:t/>
            </a:r>
            <a:endParaRPr/>
          </a:p>
        </p:txBody>
      </p:sp>
      <p:sp>
        <p:nvSpPr>
          <p:cNvPr id="1082" name="Google Shape;1082;p48"/>
          <p:cNvSpPr txBox="1"/>
          <p:nvPr>
            <p:ph idx="2" type="body"/>
          </p:nvPr>
        </p:nvSpPr>
        <p:spPr>
          <a:xfrm>
            <a:off x="4619350" y="2981450"/>
            <a:ext cx="3303000" cy="1503300"/>
          </a:xfrm>
          <a:prstGeom prst="rect">
            <a:avLst/>
          </a:prstGeom>
          <a:noFill/>
          <a:ln>
            <a:noFill/>
          </a:ln>
        </p:spPr>
        <p:txBody>
          <a:bodyPr anchorCtr="0" anchor="t" bIns="91425" lIns="91425" spcFirstLastPara="1" rIns="91425" wrap="square" tIns="91425">
            <a:noAutofit/>
          </a:bodyPr>
          <a:lstStyle/>
          <a:p>
            <a:pPr indent="-317500" lvl="0" marL="457200" rtl="0" algn="l">
              <a:lnSpc>
                <a:spcPct val="100000"/>
              </a:lnSpc>
              <a:spcBef>
                <a:spcPts val="0"/>
              </a:spcBef>
              <a:spcAft>
                <a:spcPts val="0"/>
              </a:spcAft>
              <a:buSzPts val="1400"/>
              <a:buFont typeface="Open Sans"/>
              <a:buChar char="●"/>
            </a:pPr>
            <a:r>
              <a:rPr lang="en"/>
              <a:t>Wysig huidige lokale se toerusting en kapasiteit</a:t>
            </a:r>
            <a:endParaRPr/>
          </a:p>
          <a:p>
            <a:pPr indent="-317500" lvl="0" marL="457200" rtl="0" algn="l">
              <a:lnSpc>
                <a:spcPct val="100000"/>
              </a:lnSpc>
              <a:spcBef>
                <a:spcPts val="0"/>
              </a:spcBef>
              <a:spcAft>
                <a:spcPts val="0"/>
              </a:spcAft>
              <a:buSzPts val="1400"/>
              <a:buChar char="●"/>
            </a:pPr>
            <a:r>
              <a:rPr lang="en"/>
              <a:t>Bestuur roosters</a:t>
            </a:r>
            <a:endParaRPr/>
          </a:p>
          <a:p>
            <a:pPr indent="-317500" lvl="0" marL="457200" rtl="0" algn="l">
              <a:lnSpc>
                <a:spcPct val="100000"/>
              </a:lnSpc>
              <a:spcBef>
                <a:spcPts val="0"/>
              </a:spcBef>
              <a:spcAft>
                <a:spcPts val="0"/>
              </a:spcAft>
              <a:buSzPts val="1400"/>
              <a:buChar char="●"/>
            </a:pPr>
            <a:r>
              <a:rPr lang="en"/>
              <a:t>Hanteer besprekings</a:t>
            </a:r>
            <a:endParaRPr/>
          </a:p>
          <a:p>
            <a:pPr indent="-317500" lvl="0" marL="457200" rtl="0" algn="l">
              <a:lnSpc>
                <a:spcPct val="100000"/>
              </a:lnSpc>
              <a:spcBef>
                <a:spcPts val="0"/>
              </a:spcBef>
              <a:spcAft>
                <a:spcPts val="0"/>
              </a:spcAft>
              <a:buSzPts val="1400"/>
              <a:buChar char="●"/>
            </a:pPr>
            <a:r>
              <a:rPr lang="en"/>
              <a:t>Wysig gebruiker</a:t>
            </a:r>
            <a:endParaRPr/>
          </a:p>
          <a:p>
            <a:pPr indent="-317500" lvl="0" marL="457200" rtl="0" algn="l">
              <a:lnSpc>
                <a:spcPct val="100000"/>
              </a:lnSpc>
              <a:spcBef>
                <a:spcPts val="0"/>
              </a:spcBef>
              <a:spcAft>
                <a:spcPts val="0"/>
              </a:spcAft>
              <a:buSzPts val="1400"/>
              <a:buChar char="●"/>
            </a:pPr>
            <a:r>
              <a:rPr lang="en"/>
              <a:t>Sorteer Algoritmes vergelyk</a:t>
            </a:r>
            <a:endParaRPr/>
          </a:p>
          <a:p>
            <a:pPr indent="-317500" lvl="0" marL="457200" rtl="0" algn="l">
              <a:lnSpc>
                <a:spcPct val="100000"/>
              </a:lnSpc>
              <a:spcBef>
                <a:spcPts val="0"/>
              </a:spcBef>
              <a:spcAft>
                <a:spcPts val="0"/>
              </a:spcAft>
              <a:buSzPts val="1400"/>
              <a:buChar char="●"/>
            </a:pPr>
            <a:r>
              <a:rPr lang="en"/>
              <a:t>Bekyk werking van minimum spanboom, en netwerkvloei</a:t>
            </a:r>
            <a:endParaRPr/>
          </a:p>
          <a:p>
            <a:pPr indent="0" lvl="0" marL="0" rtl="0" algn="l">
              <a:lnSpc>
                <a:spcPct val="100000"/>
              </a:lnSpc>
              <a:spcBef>
                <a:spcPts val="0"/>
              </a:spcBef>
              <a:spcAft>
                <a:spcPts val="1600"/>
              </a:spcAft>
              <a:buSzPts val="1400"/>
              <a:buNone/>
            </a:pPr>
            <a:r>
              <a:t/>
            </a:r>
            <a:endParaRPr/>
          </a:p>
        </p:txBody>
      </p:sp>
      <p:sp>
        <p:nvSpPr>
          <p:cNvPr id="1083" name="Google Shape;1083;p48"/>
          <p:cNvSpPr txBox="1"/>
          <p:nvPr>
            <p:ph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400"/>
              <a:buNone/>
            </a:pPr>
            <a:r>
              <a:rPr lang="en"/>
              <a:t>Program Funksionaliteit</a:t>
            </a:r>
            <a:endParaRPr/>
          </a:p>
        </p:txBody>
      </p:sp>
      <p:sp>
        <p:nvSpPr>
          <p:cNvPr id="1084" name="Google Shape;1084;p48"/>
          <p:cNvSpPr txBox="1"/>
          <p:nvPr>
            <p:ph idx="3" type="title"/>
          </p:nvPr>
        </p:nvSpPr>
        <p:spPr>
          <a:xfrm>
            <a:off x="1221500" y="2417625"/>
            <a:ext cx="3303000" cy="5589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400"/>
              <a:buNone/>
            </a:pPr>
            <a:r>
              <a:rPr lang="en"/>
              <a:t>Gebruiker</a:t>
            </a:r>
            <a:endParaRPr/>
          </a:p>
        </p:txBody>
      </p:sp>
      <p:sp>
        <p:nvSpPr>
          <p:cNvPr id="1085" name="Google Shape;1085;p48"/>
          <p:cNvSpPr txBox="1"/>
          <p:nvPr>
            <p:ph idx="4" type="title"/>
          </p:nvPr>
        </p:nvSpPr>
        <p:spPr>
          <a:xfrm>
            <a:off x="4619201" y="2417625"/>
            <a:ext cx="3303300" cy="5589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400"/>
              <a:buNone/>
            </a:pPr>
            <a:r>
              <a:rPr lang="en"/>
              <a:t>Admin</a:t>
            </a:r>
            <a:endParaRPr/>
          </a:p>
        </p:txBody>
      </p:sp>
      <p:cxnSp>
        <p:nvCxnSpPr>
          <p:cNvPr id="1086" name="Google Shape;1086;p48"/>
          <p:cNvCxnSpPr/>
          <p:nvPr/>
        </p:nvCxnSpPr>
        <p:spPr>
          <a:xfrm>
            <a:off x="2393200" y="2247488"/>
            <a:ext cx="960000" cy="0"/>
          </a:xfrm>
          <a:prstGeom prst="straightConnector1">
            <a:avLst/>
          </a:prstGeom>
          <a:noFill/>
          <a:ln cap="flat" cmpd="sng" w="9525">
            <a:solidFill>
              <a:schemeClr val="dk1"/>
            </a:solidFill>
            <a:prstDash val="solid"/>
            <a:round/>
            <a:headEnd len="sm" w="sm" type="none"/>
            <a:tailEnd len="sm" w="sm" type="none"/>
          </a:ln>
        </p:spPr>
      </p:cxnSp>
      <p:cxnSp>
        <p:nvCxnSpPr>
          <p:cNvPr id="1087" name="Google Shape;1087;p48"/>
          <p:cNvCxnSpPr/>
          <p:nvPr/>
        </p:nvCxnSpPr>
        <p:spPr>
          <a:xfrm>
            <a:off x="5790850" y="2247488"/>
            <a:ext cx="960000" cy="0"/>
          </a:xfrm>
          <a:prstGeom prst="straightConnector1">
            <a:avLst/>
          </a:prstGeom>
          <a:noFill/>
          <a:ln cap="flat" cmpd="sng" w="9525">
            <a:solidFill>
              <a:schemeClr val="dk1"/>
            </a:solidFill>
            <a:prstDash val="solid"/>
            <a:round/>
            <a:headEnd len="sm" w="sm" type="none"/>
            <a:tailEnd len="sm" w="sm" type="none"/>
          </a:ln>
        </p:spPr>
      </p:cxnSp>
      <p:grpSp>
        <p:nvGrpSpPr>
          <p:cNvPr id="1088" name="Google Shape;1088;p48"/>
          <p:cNvGrpSpPr/>
          <p:nvPr/>
        </p:nvGrpSpPr>
        <p:grpSpPr>
          <a:xfrm>
            <a:off x="2615807" y="1551953"/>
            <a:ext cx="514786" cy="447655"/>
            <a:chOff x="1723675" y="1235400"/>
            <a:chExt cx="502475" cy="436950"/>
          </a:xfrm>
        </p:grpSpPr>
        <p:sp>
          <p:nvSpPr>
            <p:cNvPr id="1089" name="Google Shape;1089;p48"/>
            <p:cNvSpPr/>
            <p:nvPr/>
          </p:nvSpPr>
          <p:spPr>
            <a:xfrm>
              <a:off x="1779650" y="1235400"/>
              <a:ext cx="116075" cy="258100"/>
            </a:xfrm>
            <a:custGeom>
              <a:rect b="b" l="l" r="r" t="t"/>
              <a:pathLst>
                <a:path extrusionOk="0" h="10324" w="4643">
                  <a:moveTo>
                    <a:pt x="1038" y="1"/>
                  </a:moveTo>
                  <a:lnTo>
                    <a:pt x="820" y="110"/>
                  </a:lnTo>
                  <a:lnTo>
                    <a:pt x="710" y="328"/>
                  </a:lnTo>
                  <a:lnTo>
                    <a:pt x="601" y="547"/>
                  </a:lnTo>
                  <a:lnTo>
                    <a:pt x="656" y="765"/>
                  </a:lnTo>
                  <a:lnTo>
                    <a:pt x="765" y="984"/>
                  </a:lnTo>
                  <a:lnTo>
                    <a:pt x="929" y="1093"/>
                  </a:lnTo>
                  <a:lnTo>
                    <a:pt x="1147" y="1257"/>
                  </a:lnTo>
                  <a:lnTo>
                    <a:pt x="1366" y="1366"/>
                  </a:lnTo>
                  <a:lnTo>
                    <a:pt x="1693" y="1748"/>
                  </a:lnTo>
                  <a:lnTo>
                    <a:pt x="1912" y="2240"/>
                  </a:lnTo>
                  <a:lnTo>
                    <a:pt x="2076" y="2677"/>
                  </a:lnTo>
                  <a:lnTo>
                    <a:pt x="2130" y="3168"/>
                  </a:lnTo>
                  <a:lnTo>
                    <a:pt x="2185" y="3660"/>
                  </a:lnTo>
                  <a:lnTo>
                    <a:pt x="2240" y="4370"/>
                  </a:lnTo>
                  <a:lnTo>
                    <a:pt x="219" y="6118"/>
                  </a:lnTo>
                  <a:lnTo>
                    <a:pt x="110" y="6227"/>
                  </a:lnTo>
                  <a:lnTo>
                    <a:pt x="55" y="6336"/>
                  </a:lnTo>
                  <a:lnTo>
                    <a:pt x="0" y="6500"/>
                  </a:lnTo>
                  <a:lnTo>
                    <a:pt x="0" y="6664"/>
                  </a:lnTo>
                  <a:lnTo>
                    <a:pt x="874" y="10323"/>
                  </a:lnTo>
                  <a:lnTo>
                    <a:pt x="3004" y="9504"/>
                  </a:lnTo>
                  <a:lnTo>
                    <a:pt x="3769" y="7975"/>
                  </a:lnTo>
                  <a:lnTo>
                    <a:pt x="3386" y="4370"/>
                  </a:lnTo>
                  <a:lnTo>
                    <a:pt x="3496" y="3878"/>
                  </a:lnTo>
                  <a:lnTo>
                    <a:pt x="3660" y="3332"/>
                  </a:lnTo>
                  <a:lnTo>
                    <a:pt x="3769" y="3059"/>
                  </a:lnTo>
                  <a:lnTo>
                    <a:pt x="3933" y="2786"/>
                  </a:lnTo>
                  <a:lnTo>
                    <a:pt x="4151" y="2513"/>
                  </a:lnTo>
                  <a:lnTo>
                    <a:pt x="4370" y="2295"/>
                  </a:lnTo>
                  <a:lnTo>
                    <a:pt x="4533" y="2131"/>
                  </a:lnTo>
                  <a:lnTo>
                    <a:pt x="4643" y="1912"/>
                  </a:lnTo>
                  <a:lnTo>
                    <a:pt x="4588" y="1694"/>
                  </a:lnTo>
                  <a:lnTo>
                    <a:pt x="4533" y="1475"/>
                  </a:lnTo>
                  <a:lnTo>
                    <a:pt x="4315" y="1312"/>
                  </a:lnTo>
                  <a:lnTo>
                    <a:pt x="4151" y="1257"/>
                  </a:lnTo>
                  <a:lnTo>
                    <a:pt x="3878" y="1257"/>
                  </a:lnTo>
                  <a:lnTo>
                    <a:pt x="3714" y="1366"/>
                  </a:lnTo>
                  <a:lnTo>
                    <a:pt x="3332" y="1639"/>
                  </a:lnTo>
                  <a:lnTo>
                    <a:pt x="3059" y="1967"/>
                  </a:lnTo>
                  <a:lnTo>
                    <a:pt x="2840" y="1421"/>
                  </a:lnTo>
                  <a:lnTo>
                    <a:pt x="2458" y="875"/>
                  </a:lnTo>
                  <a:lnTo>
                    <a:pt x="2294" y="656"/>
                  </a:lnTo>
                  <a:lnTo>
                    <a:pt x="2021" y="438"/>
                  </a:lnTo>
                  <a:lnTo>
                    <a:pt x="1803" y="219"/>
                  </a:lnTo>
                  <a:lnTo>
                    <a:pt x="1475" y="55"/>
                  </a:lnTo>
                  <a:lnTo>
                    <a:pt x="125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0" name="Google Shape;1090;p48"/>
            <p:cNvSpPr/>
            <p:nvPr/>
          </p:nvSpPr>
          <p:spPr>
            <a:xfrm>
              <a:off x="1779650" y="1235400"/>
              <a:ext cx="116075" cy="258100"/>
            </a:xfrm>
            <a:custGeom>
              <a:rect b="b" l="l" r="r" t="t"/>
              <a:pathLst>
                <a:path extrusionOk="0" fill="none" h="10324" w="4643">
                  <a:moveTo>
                    <a:pt x="874" y="10323"/>
                  </a:moveTo>
                  <a:lnTo>
                    <a:pt x="3004" y="9504"/>
                  </a:lnTo>
                  <a:lnTo>
                    <a:pt x="3769" y="7975"/>
                  </a:lnTo>
                  <a:lnTo>
                    <a:pt x="3769" y="7975"/>
                  </a:lnTo>
                  <a:lnTo>
                    <a:pt x="3386" y="4370"/>
                  </a:lnTo>
                  <a:lnTo>
                    <a:pt x="3386" y="4370"/>
                  </a:lnTo>
                  <a:lnTo>
                    <a:pt x="3496" y="3878"/>
                  </a:lnTo>
                  <a:lnTo>
                    <a:pt x="3660" y="3332"/>
                  </a:lnTo>
                  <a:lnTo>
                    <a:pt x="3769" y="3059"/>
                  </a:lnTo>
                  <a:lnTo>
                    <a:pt x="3933" y="2786"/>
                  </a:lnTo>
                  <a:lnTo>
                    <a:pt x="4151" y="2513"/>
                  </a:lnTo>
                  <a:lnTo>
                    <a:pt x="4370" y="2295"/>
                  </a:lnTo>
                  <a:lnTo>
                    <a:pt x="4370" y="2295"/>
                  </a:lnTo>
                  <a:lnTo>
                    <a:pt x="4533" y="2131"/>
                  </a:lnTo>
                  <a:lnTo>
                    <a:pt x="4643" y="1912"/>
                  </a:lnTo>
                  <a:lnTo>
                    <a:pt x="4588" y="1694"/>
                  </a:lnTo>
                  <a:lnTo>
                    <a:pt x="4533" y="1475"/>
                  </a:lnTo>
                  <a:lnTo>
                    <a:pt x="4533" y="1475"/>
                  </a:lnTo>
                  <a:lnTo>
                    <a:pt x="4315" y="1312"/>
                  </a:lnTo>
                  <a:lnTo>
                    <a:pt x="4151" y="1257"/>
                  </a:lnTo>
                  <a:lnTo>
                    <a:pt x="3878" y="1257"/>
                  </a:lnTo>
                  <a:lnTo>
                    <a:pt x="3714" y="1366"/>
                  </a:lnTo>
                  <a:lnTo>
                    <a:pt x="3714" y="1366"/>
                  </a:lnTo>
                  <a:lnTo>
                    <a:pt x="3332" y="1639"/>
                  </a:lnTo>
                  <a:lnTo>
                    <a:pt x="3059" y="1967"/>
                  </a:lnTo>
                  <a:lnTo>
                    <a:pt x="3059" y="1967"/>
                  </a:lnTo>
                  <a:lnTo>
                    <a:pt x="2840" y="1421"/>
                  </a:lnTo>
                  <a:lnTo>
                    <a:pt x="2458" y="875"/>
                  </a:lnTo>
                  <a:lnTo>
                    <a:pt x="2294" y="656"/>
                  </a:lnTo>
                  <a:lnTo>
                    <a:pt x="2021" y="438"/>
                  </a:lnTo>
                  <a:lnTo>
                    <a:pt x="1803" y="219"/>
                  </a:lnTo>
                  <a:lnTo>
                    <a:pt x="1475" y="55"/>
                  </a:lnTo>
                  <a:lnTo>
                    <a:pt x="1475" y="55"/>
                  </a:lnTo>
                  <a:lnTo>
                    <a:pt x="1256" y="1"/>
                  </a:lnTo>
                  <a:lnTo>
                    <a:pt x="1038" y="1"/>
                  </a:lnTo>
                  <a:lnTo>
                    <a:pt x="820" y="110"/>
                  </a:lnTo>
                  <a:lnTo>
                    <a:pt x="710" y="328"/>
                  </a:lnTo>
                  <a:lnTo>
                    <a:pt x="710" y="328"/>
                  </a:lnTo>
                  <a:lnTo>
                    <a:pt x="601" y="547"/>
                  </a:lnTo>
                  <a:lnTo>
                    <a:pt x="656" y="765"/>
                  </a:lnTo>
                  <a:lnTo>
                    <a:pt x="765" y="984"/>
                  </a:lnTo>
                  <a:lnTo>
                    <a:pt x="929" y="1093"/>
                  </a:lnTo>
                  <a:lnTo>
                    <a:pt x="929" y="1093"/>
                  </a:lnTo>
                  <a:lnTo>
                    <a:pt x="1147" y="1257"/>
                  </a:lnTo>
                  <a:lnTo>
                    <a:pt x="1366" y="1366"/>
                  </a:lnTo>
                  <a:lnTo>
                    <a:pt x="1693" y="1748"/>
                  </a:lnTo>
                  <a:lnTo>
                    <a:pt x="1912" y="2240"/>
                  </a:lnTo>
                  <a:lnTo>
                    <a:pt x="2076" y="2677"/>
                  </a:lnTo>
                  <a:lnTo>
                    <a:pt x="2130" y="3168"/>
                  </a:lnTo>
                  <a:lnTo>
                    <a:pt x="2185" y="3660"/>
                  </a:lnTo>
                  <a:lnTo>
                    <a:pt x="2240" y="4370"/>
                  </a:lnTo>
                  <a:lnTo>
                    <a:pt x="2240" y="4370"/>
                  </a:lnTo>
                  <a:lnTo>
                    <a:pt x="219" y="6118"/>
                  </a:lnTo>
                  <a:lnTo>
                    <a:pt x="219" y="6118"/>
                  </a:lnTo>
                  <a:lnTo>
                    <a:pt x="110" y="6227"/>
                  </a:lnTo>
                  <a:lnTo>
                    <a:pt x="55" y="6336"/>
                  </a:lnTo>
                  <a:lnTo>
                    <a:pt x="0" y="6500"/>
                  </a:lnTo>
                  <a:lnTo>
                    <a:pt x="0" y="6664"/>
                  </a:lnTo>
                  <a:lnTo>
                    <a:pt x="874" y="10323"/>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1" name="Google Shape;1091;p48"/>
            <p:cNvSpPr/>
            <p:nvPr/>
          </p:nvSpPr>
          <p:spPr>
            <a:xfrm>
              <a:off x="1801500" y="1493475"/>
              <a:ext cx="25" cy="25"/>
            </a:xfrm>
            <a:custGeom>
              <a:rect b="b" l="l" r="r" t="t"/>
              <a:pathLst>
                <a:path extrusionOk="0" fill="none" h="1" w="1">
                  <a:moveTo>
                    <a:pt x="0" y="0"/>
                  </a:moveTo>
                  <a:lnTo>
                    <a:pt x="0" y="0"/>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2" name="Google Shape;1092;p48"/>
            <p:cNvSpPr/>
            <p:nvPr/>
          </p:nvSpPr>
          <p:spPr>
            <a:xfrm>
              <a:off x="2074575" y="1242225"/>
              <a:ext cx="118800" cy="195275"/>
            </a:xfrm>
            <a:custGeom>
              <a:rect b="b" l="l" r="r" t="t"/>
              <a:pathLst>
                <a:path extrusionOk="0" h="7811" w="4752">
                  <a:moveTo>
                    <a:pt x="4151" y="1"/>
                  </a:moveTo>
                  <a:lnTo>
                    <a:pt x="3933" y="110"/>
                  </a:lnTo>
                  <a:lnTo>
                    <a:pt x="3605" y="274"/>
                  </a:lnTo>
                  <a:lnTo>
                    <a:pt x="3332" y="438"/>
                  </a:lnTo>
                  <a:lnTo>
                    <a:pt x="3113" y="656"/>
                  </a:lnTo>
                  <a:lnTo>
                    <a:pt x="2895" y="929"/>
                  </a:lnTo>
                  <a:lnTo>
                    <a:pt x="2567" y="1475"/>
                  </a:lnTo>
                  <a:lnTo>
                    <a:pt x="2349" y="2022"/>
                  </a:lnTo>
                  <a:lnTo>
                    <a:pt x="2021" y="1694"/>
                  </a:lnTo>
                  <a:lnTo>
                    <a:pt x="1693" y="1421"/>
                  </a:lnTo>
                  <a:lnTo>
                    <a:pt x="1475" y="1312"/>
                  </a:lnTo>
                  <a:lnTo>
                    <a:pt x="1256" y="1312"/>
                  </a:lnTo>
                  <a:lnTo>
                    <a:pt x="1038" y="1366"/>
                  </a:lnTo>
                  <a:lnTo>
                    <a:pt x="874" y="1530"/>
                  </a:lnTo>
                  <a:lnTo>
                    <a:pt x="765" y="1749"/>
                  </a:lnTo>
                  <a:lnTo>
                    <a:pt x="765" y="1967"/>
                  </a:lnTo>
                  <a:lnTo>
                    <a:pt x="820" y="2185"/>
                  </a:lnTo>
                  <a:lnTo>
                    <a:pt x="983" y="2349"/>
                  </a:lnTo>
                  <a:lnTo>
                    <a:pt x="1202" y="2513"/>
                  </a:lnTo>
                  <a:lnTo>
                    <a:pt x="1366" y="2677"/>
                  </a:lnTo>
                  <a:lnTo>
                    <a:pt x="1639" y="3114"/>
                  </a:lnTo>
                  <a:lnTo>
                    <a:pt x="1803" y="3551"/>
                  </a:lnTo>
                  <a:lnTo>
                    <a:pt x="1912" y="3988"/>
                  </a:lnTo>
                  <a:lnTo>
                    <a:pt x="0" y="3551"/>
                  </a:lnTo>
                  <a:lnTo>
                    <a:pt x="328" y="5899"/>
                  </a:lnTo>
                  <a:lnTo>
                    <a:pt x="3223" y="7811"/>
                  </a:lnTo>
                  <a:lnTo>
                    <a:pt x="3168" y="4425"/>
                  </a:lnTo>
                  <a:lnTo>
                    <a:pt x="3223" y="3660"/>
                  </a:lnTo>
                  <a:lnTo>
                    <a:pt x="3223" y="3223"/>
                  </a:lnTo>
                  <a:lnTo>
                    <a:pt x="3332" y="2732"/>
                  </a:lnTo>
                  <a:lnTo>
                    <a:pt x="3496" y="2240"/>
                  </a:lnTo>
                  <a:lnTo>
                    <a:pt x="3714" y="1803"/>
                  </a:lnTo>
                  <a:lnTo>
                    <a:pt x="4042" y="1421"/>
                  </a:lnTo>
                  <a:lnTo>
                    <a:pt x="4206" y="1257"/>
                  </a:lnTo>
                  <a:lnTo>
                    <a:pt x="4424" y="1148"/>
                  </a:lnTo>
                  <a:lnTo>
                    <a:pt x="4643" y="984"/>
                  </a:lnTo>
                  <a:lnTo>
                    <a:pt x="4752" y="820"/>
                  </a:lnTo>
                  <a:lnTo>
                    <a:pt x="4752" y="602"/>
                  </a:lnTo>
                  <a:lnTo>
                    <a:pt x="4697" y="329"/>
                  </a:lnTo>
                  <a:lnTo>
                    <a:pt x="4588" y="165"/>
                  </a:lnTo>
                  <a:lnTo>
                    <a:pt x="4370" y="55"/>
                  </a:lnTo>
                  <a:lnTo>
                    <a:pt x="4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3" name="Google Shape;1093;p48"/>
            <p:cNvSpPr/>
            <p:nvPr/>
          </p:nvSpPr>
          <p:spPr>
            <a:xfrm>
              <a:off x="2074575" y="1242225"/>
              <a:ext cx="118800" cy="195275"/>
            </a:xfrm>
            <a:custGeom>
              <a:rect b="b" l="l" r="r" t="t"/>
              <a:pathLst>
                <a:path extrusionOk="0" fill="none" h="7811" w="4752">
                  <a:moveTo>
                    <a:pt x="328" y="5899"/>
                  </a:moveTo>
                  <a:lnTo>
                    <a:pt x="3223" y="7811"/>
                  </a:lnTo>
                  <a:lnTo>
                    <a:pt x="3223" y="7811"/>
                  </a:lnTo>
                  <a:lnTo>
                    <a:pt x="3168" y="4425"/>
                  </a:lnTo>
                  <a:lnTo>
                    <a:pt x="3168" y="4425"/>
                  </a:lnTo>
                  <a:lnTo>
                    <a:pt x="3223" y="3660"/>
                  </a:lnTo>
                  <a:lnTo>
                    <a:pt x="3223" y="3223"/>
                  </a:lnTo>
                  <a:lnTo>
                    <a:pt x="3332" y="2732"/>
                  </a:lnTo>
                  <a:lnTo>
                    <a:pt x="3496" y="2240"/>
                  </a:lnTo>
                  <a:lnTo>
                    <a:pt x="3714" y="1803"/>
                  </a:lnTo>
                  <a:lnTo>
                    <a:pt x="4042" y="1421"/>
                  </a:lnTo>
                  <a:lnTo>
                    <a:pt x="4206" y="1257"/>
                  </a:lnTo>
                  <a:lnTo>
                    <a:pt x="4424" y="1148"/>
                  </a:lnTo>
                  <a:lnTo>
                    <a:pt x="4424" y="1148"/>
                  </a:lnTo>
                  <a:lnTo>
                    <a:pt x="4643" y="984"/>
                  </a:lnTo>
                  <a:lnTo>
                    <a:pt x="4752" y="820"/>
                  </a:lnTo>
                  <a:lnTo>
                    <a:pt x="4752" y="602"/>
                  </a:lnTo>
                  <a:lnTo>
                    <a:pt x="4697" y="329"/>
                  </a:lnTo>
                  <a:lnTo>
                    <a:pt x="4697" y="329"/>
                  </a:lnTo>
                  <a:lnTo>
                    <a:pt x="4588" y="165"/>
                  </a:lnTo>
                  <a:lnTo>
                    <a:pt x="4370" y="55"/>
                  </a:lnTo>
                  <a:lnTo>
                    <a:pt x="4151" y="1"/>
                  </a:lnTo>
                  <a:lnTo>
                    <a:pt x="3933" y="110"/>
                  </a:lnTo>
                  <a:lnTo>
                    <a:pt x="3933" y="110"/>
                  </a:lnTo>
                  <a:lnTo>
                    <a:pt x="3605" y="274"/>
                  </a:lnTo>
                  <a:lnTo>
                    <a:pt x="3332" y="438"/>
                  </a:lnTo>
                  <a:lnTo>
                    <a:pt x="3113" y="656"/>
                  </a:lnTo>
                  <a:lnTo>
                    <a:pt x="2895" y="929"/>
                  </a:lnTo>
                  <a:lnTo>
                    <a:pt x="2567" y="1475"/>
                  </a:lnTo>
                  <a:lnTo>
                    <a:pt x="2349" y="2022"/>
                  </a:lnTo>
                  <a:lnTo>
                    <a:pt x="2349" y="2022"/>
                  </a:lnTo>
                  <a:lnTo>
                    <a:pt x="2021" y="1694"/>
                  </a:lnTo>
                  <a:lnTo>
                    <a:pt x="1693" y="1421"/>
                  </a:lnTo>
                  <a:lnTo>
                    <a:pt x="1693" y="1421"/>
                  </a:lnTo>
                  <a:lnTo>
                    <a:pt x="1475" y="1312"/>
                  </a:lnTo>
                  <a:lnTo>
                    <a:pt x="1256" y="1312"/>
                  </a:lnTo>
                  <a:lnTo>
                    <a:pt x="1038" y="1366"/>
                  </a:lnTo>
                  <a:lnTo>
                    <a:pt x="874" y="1530"/>
                  </a:lnTo>
                  <a:lnTo>
                    <a:pt x="874" y="1530"/>
                  </a:lnTo>
                  <a:lnTo>
                    <a:pt x="765" y="1749"/>
                  </a:lnTo>
                  <a:lnTo>
                    <a:pt x="765" y="1967"/>
                  </a:lnTo>
                  <a:lnTo>
                    <a:pt x="820" y="2185"/>
                  </a:lnTo>
                  <a:lnTo>
                    <a:pt x="983" y="2349"/>
                  </a:lnTo>
                  <a:lnTo>
                    <a:pt x="983" y="2349"/>
                  </a:lnTo>
                  <a:lnTo>
                    <a:pt x="1202" y="2513"/>
                  </a:lnTo>
                  <a:lnTo>
                    <a:pt x="1366" y="2677"/>
                  </a:lnTo>
                  <a:lnTo>
                    <a:pt x="1639" y="3114"/>
                  </a:lnTo>
                  <a:lnTo>
                    <a:pt x="1803" y="3551"/>
                  </a:lnTo>
                  <a:lnTo>
                    <a:pt x="1912" y="3988"/>
                  </a:lnTo>
                  <a:lnTo>
                    <a:pt x="0" y="3551"/>
                  </a:lnTo>
                  <a:lnTo>
                    <a:pt x="328" y="5899"/>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4" name="Google Shape;1094;p48"/>
            <p:cNvSpPr/>
            <p:nvPr/>
          </p:nvSpPr>
          <p:spPr>
            <a:xfrm>
              <a:off x="2082750" y="1389700"/>
              <a:ext cx="25" cy="25"/>
            </a:xfrm>
            <a:custGeom>
              <a:rect b="b" l="l" r="r" t="t"/>
              <a:pathLst>
                <a:path extrusionOk="0" fill="none" h="1" w="1">
                  <a:moveTo>
                    <a:pt x="1" y="0"/>
                  </a:moveTo>
                  <a:lnTo>
                    <a:pt x="1" y="0"/>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5" name="Google Shape;1095;p48"/>
            <p:cNvSpPr/>
            <p:nvPr/>
          </p:nvSpPr>
          <p:spPr>
            <a:xfrm>
              <a:off x="1723675" y="1281825"/>
              <a:ext cx="502475" cy="390525"/>
            </a:xfrm>
            <a:custGeom>
              <a:rect b="b" l="l" r="r" t="t"/>
              <a:pathLst>
                <a:path extrusionOk="0" h="15621" w="20099">
                  <a:moveTo>
                    <a:pt x="8793" y="6937"/>
                  </a:moveTo>
                  <a:lnTo>
                    <a:pt x="9012" y="6991"/>
                  </a:lnTo>
                  <a:lnTo>
                    <a:pt x="9230" y="7101"/>
                  </a:lnTo>
                  <a:lnTo>
                    <a:pt x="9339" y="7265"/>
                  </a:lnTo>
                  <a:lnTo>
                    <a:pt x="9394" y="7538"/>
                  </a:lnTo>
                  <a:lnTo>
                    <a:pt x="9339" y="7756"/>
                  </a:lnTo>
                  <a:lnTo>
                    <a:pt x="9230" y="7920"/>
                  </a:lnTo>
                  <a:lnTo>
                    <a:pt x="8520" y="8575"/>
                  </a:lnTo>
                  <a:lnTo>
                    <a:pt x="8739" y="9012"/>
                  </a:lnTo>
                  <a:lnTo>
                    <a:pt x="9175" y="8903"/>
                  </a:lnTo>
                  <a:lnTo>
                    <a:pt x="9612" y="8848"/>
                  </a:lnTo>
                  <a:lnTo>
                    <a:pt x="10049" y="8794"/>
                  </a:lnTo>
                  <a:lnTo>
                    <a:pt x="10541" y="8848"/>
                  </a:lnTo>
                  <a:lnTo>
                    <a:pt x="10923" y="8903"/>
                  </a:lnTo>
                  <a:lnTo>
                    <a:pt x="11360" y="9012"/>
                  </a:lnTo>
                  <a:lnTo>
                    <a:pt x="11797" y="9176"/>
                  </a:lnTo>
                  <a:lnTo>
                    <a:pt x="12179" y="9340"/>
                  </a:lnTo>
                  <a:lnTo>
                    <a:pt x="12562" y="9613"/>
                  </a:lnTo>
                  <a:lnTo>
                    <a:pt x="12889" y="9831"/>
                  </a:lnTo>
                  <a:lnTo>
                    <a:pt x="13217" y="10159"/>
                  </a:lnTo>
                  <a:lnTo>
                    <a:pt x="13490" y="10487"/>
                  </a:lnTo>
                  <a:lnTo>
                    <a:pt x="13763" y="10869"/>
                  </a:lnTo>
                  <a:lnTo>
                    <a:pt x="13982" y="11251"/>
                  </a:lnTo>
                  <a:lnTo>
                    <a:pt x="14146" y="11634"/>
                  </a:lnTo>
                  <a:lnTo>
                    <a:pt x="14255" y="12071"/>
                  </a:lnTo>
                  <a:lnTo>
                    <a:pt x="15183" y="12289"/>
                  </a:lnTo>
                  <a:lnTo>
                    <a:pt x="15402" y="12344"/>
                  </a:lnTo>
                  <a:lnTo>
                    <a:pt x="15566" y="12508"/>
                  </a:lnTo>
                  <a:lnTo>
                    <a:pt x="15675" y="12726"/>
                  </a:lnTo>
                  <a:lnTo>
                    <a:pt x="15675" y="12945"/>
                  </a:lnTo>
                  <a:lnTo>
                    <a:pt x="15566" y="13163"/>
                  </a:lnTo>
                  <a:lnTo>
                    <a:pt x="15456" y="13327"/>
                  </a:lnTo>
                  <a:lnTo>
                    <a:pt x="15292" y="13382"/>
                  </a:lnTo>
                  <a:lnTo>
                    <a:pt x="15074" y="13436"/>
                  </a:lnTo>
                  <a:lnTo>
                    <a:pt x="14419" y="13327"/>
                  </a:lnTo>
                  <a:lnTo>
                    <a:pt x="14419" y="14474"/>
                  </a:lnTo>
                  <a:lnTo>
                    <a:pt x="13217" y="14474"/>
                  </a:lnTo>
                  <a:lnTo>
                    <a:pt x="13217" y="13163"/>
                  </a:lnTo>
                  <a:lnTo>
                    <a:pt x="13217" y="12835"/>
                  </a:lnTo>
                  <a:lnTo>
                    <a:pt x="13162" y="12508"/>
                  </a:lnTo>
                  <a:lnTo>
                    <a:pt x="12999" y="11907"/>
                  </a:lnTo>
                  <a:lnTo>
                    <a:pt x="12671" y="11361"/>
                  </a:lnTo>
                  <a:lnTo>
                    <a:pt x="12289" y="10924"/>
                  </a:lnTo>
                  <a:lnTo>
                    <a:pt x="11852" y="10541"/>
                  </a:lnTo>
                  <a:lnTo>
                    <a:pt x="11305" y="10214"/>
                  </a:lnTo>
                  <a:lnTo>
                    <a:pt x="10705" y="10050"/>
                  </a:lnTo>
                  <a:lnTo>
                    <a:pt x="10377" y="9995"/>
                  </a:lnTo>
                  <a:lnTo>
                    <a:pt x="9722" y="9995"/>
                  </a:lnTo>
                  <a:lnTo>
                    <a:pt x="9394" y="10050"/>
                  </a:lnTo>
                  <a:lnTo>
                    <a:pt x="8793" y="10214"/>
                  </a:lnTo>
                  <a:lnTo>
                    <a:pt x="8247" y="10541"/>
                  </a:lnTo>
                  <a:lnTo>
                    <a:pt x="7810" y="10924"/>
                  </a:lnTo>
                  <a:lnTo>
                    <a:pt x="7428" y="11361"/>
                  </a:lnTo>
                  <a:lnTo>
                    <a:pt x="7100" y="11907"/>
                  </a:lnTo>
                  <a:lnTo>
                    <a:pt x="6936" y="12508"/>
                  </a:lnTo>
                  <a:lnTo>
                    <a:pt x="6882" y="12835"/>
                  </a:lnTo>
                  <a:lnTo>
                    <a:pt x="6882" y="13163"/>
                  </a:lnTo>
                  <a:lnTo>
                    <a:pt x="6882" y="14474"/>
                  </a:lnTo>
                  <a:lnTo>
                    <a:pt x="5680" y="14474"/>
                  </a:lnTo>
                  <a:lnTo>
                    <a:pt x="5680" y="13272"/>
                  </a:lnTo>
                  <a:lnTo>
                    <a:pt x="4642" y="13709"/>
                  </a:lnTo>
                  <a:lnTo>
                    <a:pt x="4424" y="13764"/>
                  </a:lnTo>
                  <a:lnTo>
                    <a:pt x="4205" y="13709"/>
                  </a:lnTo>
                  <a:lnTo>
                    <a:pt x="3987" y="13600"/>
                  </a:lnTo>
                  <a:lnTo>
                    <a:pt x="3878" y="13382"/>
                  </a:lnTo>
                  <a:lnTo>
                    <a:pt x="3823" y="13163"/>
                  </a:lnTo>
                  <a:lnTo>
                    <a:pt x="3823" y="12945"/>
                  </a:lnTo>
                  <a:lnTo>
                    <a:pt x="3987" y="12781"/>
                  </a:lnTo>
                  <a:lnTo>
                    <a:pt x="4151" y="12617"/>
                  </a:lnTo>
                  <a:lnTo>
                    <a:pt x="5899" y="11907"/>
                  </a:lnTo>
                  <a:lnTo>
                    <a:pt x="6008" y="11525"/>
                  </a:lnTo>
                  <a:lnTo>
                    <a:pt x="6172" y="11197"/>
                  </a:lnTo>
                  <a:lnTo>
                    <a:pt x="6554" y="10541"/>
                  </a:lnTo>
                  <a:lnTo>
                    <a:pt x="7045" y="9995"/>
                  </a:lnTo>
                  <a:lnTo>
                    <a:pt x="7646" y="9504"/>
                  </a:lnTo>
                  <a:lnTo>
                    <a:pt x="7319" y="8685"/>
                  </a:lnTo>
                  <a:lnTo>
                    <a:pt x="7264" y="8521"/>
                  </a:lnTo>
                  <a:lnTo>
                    <a:pt x="7264" y="8357"/>
                  </a:lnTo>
                  <a:lnTo>
                    <a:pt x="7319" y="8193"/>
                  </a:lnTo>
                  <a:lnTo>
                    <a:pt x="7428" y="8029"/>
                  </a:lnTo>
                  <a:lnTo>
                    <a:pt x="8356" y="7101"/>
                  </a:lnTo>
                  <a:lnTo>
                    <a:pt x="8575" y="6991"/>
                  </a:lnTo>
                  <a:lnTo>
                    <a:pt x="8793" y="6937"/>
                  </a:lnTo>
                  <a:close/>
                  <a:moveTo>
                    <a:pt x="9995" y="1"/>
                  </a:moveTo>
                  <a:lnTo>
                    <a:pt x="9885" y="55"/>
                  </a:lnTo>
                  <a:lnTo>
                    <a:pt x="9722" y="110"/>
                  </a:lnTo>
                  <a:lnTo>
                    <a:pt x="6772" y="2131"/>
                  </a:lnTo>
                  <a:lnTo>
                    <a:pt x="8957" y="2950"/>
                  </a:lnTo>
                  <a:lnTo>
                    <a:pt x="9175" y="3059"/>
                  </a:lnTo>
                  <a:lnTo>
                    <a:pt x="9285" y="3278"/>
                  </a:lnTo>
                  <a:lnTo>
                    <a:pt x="9339" y="3496"/>
                  </a:lnTo>
                  <a:lnTo>
                    <a:pt x="9285" y="3715"/>
                  </a:lnTo>
                  <a:lnTo>
                    <a:pt x="9175" y="3933"/>
                  </a:lnTo>
                  <a:lnTo>
                    <a:pt x="9012" y="4042"/>
                  </a:lnTo>
                  <a:lnTo>
                    <a:pt x="8793" y="4097"/>
                  </a:lnTo>
                  <a:lnTo>
                    <a:pt x="8520" y="4042"/>
                  </a:lnTo>
                  <a:lnTo>
                    <a:pt x="6936" y="3441"/>
                  </a:lnTo>
                  <a:lnTo>
                    <a:pt x="6936" y="3441"/>
                  </a:lnTo>
                  <a:lnTo>
                    <a:pt x="7155" y="6172"/>
                  </a:lnTo>
                  <a:lnTo>
                    <a:pt x="7155" y="6336"/>
                  </a:lnTo>
                  <a:lnTo>
                    <a:pt x="7100" y="6500"/>
                  </a:lnTo>
                  <a:lnTo>
                    <a:pt x="6172" y="8411"/>
                  </a:lnTo>
                  <a:lnTo>
                    <a:pt x="6062" y="8575"/>
                  </a:lnTo>
                  <a:lnTo>
                    <a:pt x="5844" y="8685"/>
                  </a:lnTo>
                  <a:lnTo>
                    <a:pt x="3495" y="9558"/>
                  </a:lnTo>
                  <a:lnTo>
                    <a:pt x="4260" y="10378"/>
                  </a:lnTo>
                  <a:lnTo>
                    <a:pt x="4369" y="10541"/>
                  </a:lnTo>
                  <a:lnTo>
                    <a:pt x="4424" y="10760"/>
                  </a:lnTo>
                  <a:lnTo>
                    <a:pt x="4369" y="10978"/>
                  </a:lnTo>
                  <a:lnTo>
                    <a:pt x="4260" y="11197"/>
                  </a:lnTo>
                  <a:lnTo>
                    <a:pt x="4042" y="11306"/>
                  </a:lnTo>
                  <a:lnTo>
                    <a:pt x="3823" y="11361"/>
                  </a:lnTo>
                  <a:lnTo>
                    <a:pt x="3605" y="11306"/>
                  </a:lnTo>
                  <a:lnTo>
                    <a:pt x="3441" y="11197"/>
                  </a:lnTo>
                  <a:lnTo>
                    <a:pt x="2294" y="10050"/>
                  </a:lnTo>
                  <a:lnTo>
                    <a:pt x="1092" y="14474"/>
                  </a:lnTo>
                  <a:lnTo>
                    <a:pt x="601" y="14474"/>
                  </a:lnTo>
                  <a:lnTo>
                    <a:pt x="382" y="14528"/>
                  </a:lnTo>
                  <a:lnTo>
                    <a:pt x="164" y="14638"/>
                  </a:lnTo>
                  <a:lnTo>
                    <a:pt x="55" y="14802"/>
                  </a:lnTo>
                  <a:lnTo>
                    <a:pt x="0" y="15075"/>
                  </a:lnTo>
                  <a:lnTo>
                    <a:pt x="55" y="15293"/>
                  </a:lnTo>
                  <a:lnTo>
                    <a:pt x="164" y="15457"/>
                  </a:lnTo>
                  <a:lnTo>
                    <a:pt x="382" y="15566"/>
                  </a:lnTo>
                  <a:lnTo>
                    <a:pt x="601" y="15621"/>
                  </a:lnTo>
                  <a:lnTo>
                    <a:pt x="19498" y="15621"/>
                  </a:lnTo>
                  <a:lnTo>
                    <a:pt x="19716" y="15566"/>
                  </a:lnTo>
                  <a:lnTo>
                    <a:pt x="19935" y="15457"/>
                  </a:lnTo>
                  <a:lnTo>
                    <a:pt x="20044" y="15293"/>
                  </a:lnTo>
                  <a:lnTo>
                    <a:pt x="20099" y="15075"/>
                  </a:lnTo>
                  <a:lnTo>
                    <a:pt x="20044" y="14802"/>
                  </a:lnTo>
                  <a:lnTo>
                    <a:pt x="19935" y="14638"/>
                  </a:lnTo>
                  <a:lnTo>
                    <a:pt x="19716" y="14528"/>
                  </a:lnTo>
                  <a:lnTo>
                    <a:pt x="19498" y="14474"/>
                  </a:lnTo>
                  <a:lnTo>
                    <a:pt x="18897" y="14474"/>
                  </a:lnTo>
                  <a:lnTo>
                    <a:pt x="17696" y="11634"/>
                  </a:lnTo>
                  <a:lnTo>
                    <a:pt x="13162" y="8630"/>
                  </a:lnTo>
                  <a:lnTo>
                    <a:pt x="12999" y="8466"/>
                  </a:lnTo>
                  <a:lnTo>
                    <a:pt x="12944" y="8248"/>
                  </a:lnTo>
                  <a:lnTo>
                    <a:pt x="12944" y="8029"/>
                  </a:lnTo>
                  <a:lnTo>
                    <a:pt x="12999" y="7811"/>
                  </a:lnTo>
                  <a:lnTo>
                    <a:pt x="13162" y="7647"/>
                  </a:lnTo>
                  <a:lnTo>
                    <a:pt x="13381" y="7538"/>
                  </a:lnTo>
                  <a:lnTo>
                    <a:pt x="13599" y="7538"/>
                  </a:lnTo>
                  <a:lnTo>
                    <a:pt x="13818" y="7647"/>
                  </a:lnTo>
                  <a:lnTo>
                    <a:pt x="16931" y="9722"/>
                  </a:lnTo>
                  <a:lnTo>
                    <a:pt x="17149" y="7592"/>
                  </a:lnTo>
                  <a:lnTo>
                    <a:pt x="13818" y="5353"/>
                  </a:lnTo>
                  <a:lnTo>
                    <a:pt x="12562" y="6118"/>
                  </a:lnTo>
                  <a:lnTo>
                    <a:pt x="12398" y="6172"/>
                  </a:lnTo>
                  <a:lnTo>
                    <a:pt x="12234" y="6227"/>
                  </a:lnTo>
                  <a:lnTo>
                    <a:pt x="12016" y="6172"/>
                  </a:lnTo>
                  <a:lnTo>
                    <a:pt x="11415" y="5954"/>
                  </a:lnTo>
                  <a:lnTo>
                    <a:pt x="11196" y="5845"/>
                  </a:lnTo>
                  <a:lnTo>
                    <a:pt x="11087" y="5626"/>
                  </a:lnTo>
                  <a:lnTo>
                    <a:pt x="11032" y="5408"/>
                  </a:lnTo>
                  <a:lnTo>
                    <a:pt x="11087" y="5189"/>
                  </a:lnTo>
                  <a:lnTo>
                    <a:pt x="11196" y="4971"/>
                  </a:lnTo>
                  <a:lnTo>
                    <a:pt x="11360" y="4861"/>
                  </a:lnTo>
                  <a:lnTo>
                    <a:pt x="11579" y="4807"/>
                  </a:lnTo>
                  <a:lnTo>
                    <a:pt x="11852" y="4861"/>
                  </a:lnTo>
                  <a:lnTo>
                    <a:pt x="12179" y="4971"/>
                  </a:lnTo>
                  <a:lnTo>
                    <a:pt x="13162" y="4370"/>
                  </a:lnTo>
                  <a:lnTo>
                    <a:pt x="12780" y="1421"/>
                  </a:lnTo>
                  <a:lnTo>
                    <a:pt x="10322" y="110"/>
                  </a:lnTo>
                  <a:lnTo>
                    <a:pt x="1015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6" name="Google Shape;1096;p48"/>
            <p:cNvSpPr/>
            <p:nvPr/>
          </p:nvSpPr>
          <p:spPr>
            <a:xfrm>
              <a:off x="1723675" y="1281825"/>
              <a:ext cx="502475" cy="390525"/>
            </a:xfrm>
            <a:custGeom>
              <a:rect b="b" l="l" r="r" t="t"/>
              <a:pathLst>
                <a:path extrusionOk="0" fill="none" h="15621" w="20099">
                  <a:moveTo>
                    <a:pt x="19498" y="14474"/>
                  </a:moveTo>
                  <a:lnTo>
                    <a:pt x="18897" y="14474"/>
                  </a:lnTo>
                  <a:lnTo>
                    <a:pt x="17696" y="11634"/>
                  </a:lnTo>
                  <a:lnTo>
                    <a:pt x="13162" y="8630"/>
                  </a:lnTo>
                  <a:lnTo>
                    <a:pt x="13162" y="8630"/>
                  </a:lnTo>
                  <a:lnTo>
                    <a:pt x="12999" y="8466"/>
                  </a:lnTo>
                  <a:lnTo>
                    <a:pt x="12944" y="8248"/>
                  </a:lnTo>
                  <a:lnTo>
                    <a:pt x="12944" y="8029"/>
                  </a:lnTo>
                  <a:lnTo>
                    <a:pt x="12999" y="7811"/>
                  </a:lnTo>
                  <a:lnTo>
                    <a:pt x="12999" y="7811"/>
                  </a:lnTo>
                  <a:lnTo>
                    <a:pt x="13162" y="7647"/>
                  </a:lnTo>
                  <a:lnTo>
                    <a:pt x="13381" y="7538"/>
                  </a:lnTo>
                  <a:lnTo>
                    <a:pt x="13599" y="7538"/>
                  </a:lnTo>
                  <a:lnTo>
                    <a:pt x="13818" y="7647"/>
                  </a:lnTo>
                  <a:lnTo>
                    <a:pt x="16931" y="9722"/>
                  </a:lnTo>
                  <a:lnTo>
                    <a:pt x="17149" y="7592"/>
                  </a:lnTo>
                  <a:lnTo>
                    <a:pt x="13818" y="5353"/>
                  </a:lnTo>
                  <a:lnTo>
                    <a:pt x="12562" y="6118"/>
                  </a:lnTo>
                  <a:lnTo>
                    <a:pt x="12562" y="6118"/>
                  </a:lnTo>
                  <a:lnTo>
                    <a:pt x="12398" y="6172"/>
                  </a:lnTo>
                  <a:lnTo>
                    <a:pt x="12234" y="6227"/>
                  </a:lnTo>
                  <a:lnTo>
                    <a:pt x="12234" y="6227"/>
                  </a:lnTo>
                  <a:lnTo>
                    <a:pt x="12016" y="6172"/>
                  </a:lnTo>
                  <a:lnTo>
                    <a:pt x="11415" y="5954"/>
                  </a:lnTo>
                  <a:lnTo>
                    <a:pt x="11415" y="5954"/>
                  </a:lnTo>
                  <a:lnTo>
                    <a:pt x="11196" y="5845"/>
                  </a:lnTo>
                  <a:lnTo>
                    <a:pt x="11087" y="5626"/>
                  </a:lnTo>
                  <a:lnTo>
                    <a:pt x="11032" y="5408"/>
                  </a:lnTo>
                  <a:lnTo>
                    <a:pt x="11087" y="5189"/>
                  </a:lnTo>
                  <a:lnTo>
                    <a:pt x="11087" y="5189"/>
                  </a:lnTo>
                  <a:lnTo>
                    <a:pt x="11196" y="4971"/>
                  </a:lnTo>
                  <a:lnTo>
                    <a:pt x="11360" y="4861"/>
                  </a:lnTo>
                  <a:lnTo>
                    <a:pt x="11579" y="4807"/>
                  </a:lnTo>
                  <a:lnTo>
                    <a:pt x="11852" y="4861"/>
                  </a:lnTo>
                  <a:lnTo>
                    <a:pt x="12179" y="4971"/>
                  </a:lnTo>
                  <a:lnTo>
                    <a:pt x="13162" y="4370"/>
                  </a:lnTo>
                  <a:lnTo>
                    <a:pt x="12780" y="1421"/>
                  </a:lnTo>
                  <a:lnTo>
                    <a:pt x="10322" y="110"/>
                  </a:lnTo>
                  <a:lnTo>
                    <a:pt x="10322" y="110"/>
                  </a:lnTo>
                  <a:lnTo>
                    <a:pt x="10159" y="1"/>
                  </a:lnTo>
                  <a:lnTo>
                    <a:pt x="9995" y="1"/>
                  </a:lnTo>
                  <a:lnTo>
                    <a:pt x="9885" y="55"/>
                  </a:lnTo>
                  <a:lnTo>
                    <a:pt x="9722" y="110"/>
                  </a:lnTo>
                  <a:lnTo>
                    <a:pt x="6772" y="2131"/>
                  </a:lnTo>
                  <a:lnTo>
                    <a:pt x="8957" y="2950"/>
                  </a:lnTo>
                  <a:lnTo>
                    <a:pt x="8957" y="2950"/>
                  </a:lnTo>
                  <a:lnTo>
                    <a:pt x="9175" y="3059"/>
                  </a:lnTo>
                  <a:lnTo>
                    <a:pt x="9285" y="3278"/>
                  </a:lnTo>
                  <a:lnTo>
                    <a:pt x="9339" y="3496"/>
                  </a:lnTo>
                  <a:lnTo>
                    <a:pt x="9285" y="3715"/>
                  </a:lnTo>
                  <a:lnTo>
                    <a:pt x="9285" y="3715"/>
                  </a:lnTo>
                  <a:lnTo>
                    <a:pt x="9175" y="3933"/>
                  </a:lnTo>
                  <a:lnTo>
                    <a:pt x="9012" y="4042"/>
                  </a:lnTo>
                  <a:lnTo>
                    <a:pt x="8793" y="4097"/>
                  </a:lnTo>
                  <a:lnTo>
                    <a:pt x="8520" y="4042"/>
                  </a:lnTo>
                  <a:lnTo>
                    <a:pt x="6936" y="3441"/>
                  </a:lnTo>
                  <a:lnTo>
                    <a:pt x="7155" y="6172"/>
                  </a:lnTo>
                  <a:lnTo>
                    <a:pt x="7155" y="6172"/>
                  </a:lnTo>
                  <a:lnTo>
                    <a:pt x="7155" y="6336"/>
                  </a:lnTo>
                  <a:lnTo>
                    <a:pt x="7100" y="6500"/>
                  </a:lnTo>
                  <a:lnTo>
                    <a:pt x="6172" y="8411"/>
                  </a:lnTo>
                  <a:lnTo>
                    <a:pt x="6172" y="8411"/>
                  </a:lnTo>
                  <a:lnTo>
                    <a:pt x="6062" y="8575"/>
                  </a:lnTo>
                  <a:lnTo>
                    <a:pt x="5844" y="8685"/>
                  </a:lnTo>
                  <a:lnTo>
                    <a:pt x="3495" y="9558"/>
                  </a:lnTo>
                  <a:lnTo>
                    <a:pt x="4260" y="10378"/>
                  </a:lnTo>
                  <a:lnTo>
                    <a:pt x="4260" y="10378"/>
                  </a:lnTo>
                  <a:lnTo>
                    <a:pt x="4369" y="10541"/>
                  </a:lnTo>
                  <a:lnTo>
                    <a:pt x="4424" y="10760"/>
                  </a:lnTo>
                  <a:lnTo>
                    <a:pt x="4369" y="10978"/>
                  </a:lnTo>
                  <a:lnTo>
                    <a:pt x="4260" y="11197"/>
                  </a:lnTo>
                  <a:lnTo>
                    <a:pt x="4260" y="11197"/>
                  </a:lnTo>
                  <a:lnTo>
                    <a:pt x="4042" y="11306"/>
                  </a:lnTo>
                  <a:lnTo>
                    <a:pt x="3823" y="11361"/>
                  </a:lnTo>
                  <a:lnTo>
                    <a:pt x="3605" y="11306"/>
                  </a:lnTo>
                  <a:lnTo>
                    <a:pt x="3441" y="11197"/>
                  </a:lnTo>
                  <a:lnTo>
                    <a:pt x="2294" y="10050"/>
                  </a:lnTo>
                  <a:lnTo>
                    <a:pt x="1092" y="14474"/>
                  </a:lnTo>
                  <a:lnTo>
                    <a:pt x="601" y="14474"/>
                  </a:lnTo>
                  <a:lnTo>
                    <a:pt x="601" y="14474"/>
                  </a:lnTo>
                  <a:lnTo>
                    <a:pt x="382" y="14528"/>
                  </a:lnTo>
                  <a:lnTo>
                    <a:pt x="164" y="14638"/>
                  </a:lnTo>
                  <a:lnTo>
                    <a:pt x="55" y="14802"/>
                  </a:lnTo>
                  <a:lnTo>
                    <a:pt x="0" y="15075"/>
                  </a:lnTo>
                  <a:lnTo>
                    <a:pt x="0" y="15075"/>
                  </a:lnTo>
                  <a:lnTo>
                    <a:pt x="55" y="15293"/>
                  </a:lnTo>
                  <a:lnTo>
                    <a:pt x="164" y="15457"/>
                  </a:lnTo>
                  <a:lnTo>
                    <a:pt x="382" y="15566"/>
                  </a:lnTo>
                  <a:lnTo>
                    <a:pt x="601" y="15621"/>
                  </a:lnTo>
                  <a:lnTo>
                    <a:pt x="19498" y="15621"/>
                  </a:lnTo>
                  <a:lnTo>
                    <a:pt x="19498" y="15621"/>
                  </a:lnTo>
                  <a:lnTo>
                    <a:pt x="19716" y="15566"/>
                  </a:lnTo>
                  <a:lnTo>
                    <a:pt x="19935" y="15457"/>
                  </a:lnTo>
                  <a:lnTo>
                    <a:pt x="20044" y="15293"/>
                  </a:lnTo>
                  <a:lnTo>
                    <a:pt x="20099" y="15075"/>
                  </a:lnTo>
                  <a:lnTo>
                    <a:pt x="20099" y="15075"/>
                  </a:lnTo>
                  <a:lnTo>
                    <a:pt x="20044" y="14802"/>
                  </a:lnTo>
                  <a:lnTo>
                    <a:pt x="19935" y="14638"/>
                  </a:lnTo>
                  <a:lnTo>
                    <a:pt x="19716" y="14528"/>
                  </a:lnTo>
                  <a:lnTo>
                    <a:pt x="19498" y="14474"/>
                  </a:lnTo>
                  <a:lnTo>
                    <a:pt x="19498" y="14474"/>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7" name="Google Shape;1097;p48"/>
            <p:cNvSpPr/>
            <p:nvPr/>
          </p:nvSpPr>
          <p:spPr>
            <a:xfrm>
              <a:off x="1819250" y="1455225"/>
              <a:ext cx="296300" cy="188450"/>
            </a:xfrm>
            <a:custGeom>
              <a:rect b="b" l="l" r="r" t="t"/>
              <a:pathLst>
                <a:path extrusionOk="0" fill="none" h="7538" w="11852">
                  <a:moveTo>
                    <a:pt x="9394" y="7538"/>
                  </a:moveTo>
                  <a:lnTo>
                    <a:pt x="9394" y="6227"/>
                  </a:lnTo>
                  <a:lnTo>
                    <a:pt x="9394" y="6227"/>
                  </a:lnTo>
                  <a:lnTo>
                    <a:pt x="9394" y="5899"/>
                  </a:lnTo>
                  <a:lnTo>
                    <a:pt x="9339" y="5572"/>
                  </a:lnTo>
                  <a:lnTo>
                    <a:pt x="9176" y="4971"/>
                  </a:lnTo>
                  <a:lnTo>
                    <a:pt x="8848" y="4425"/>
                  </a:lnTo>
                  <a:lnTo>
                    <a:pt x="8466" y="3988"/>
                  </a:lnTo>
                  <a:lnTo>
                    <a:pt x="8029" y="3605"/>
                  </a:lnTo>
                  <a:lnTo>
                    <a:pt x="7482" y="3278"/>
                  </a:lnTo>
                  <a:lnTo>
                    <a:pt x="6882" y="3114"/>
                  </a:lnTo>
                  <a:lnTo>
                    <a:pt x="6554" y="3059"/>
                  </a:lnTo>
                  <a:lnTo>
                    <a:pt x="6226" y="3059"/>
                  </a:lnTo>
                  <a:lnTo>
                    <a:pt x="6226" y="3059"/>
                  </a:lnTo>
                  <a:lnTo>
                    <a:pt x="5899" y="3059"/>
                  </a:lnTo>
                  <a:lnTo>
                    <a:pt x="5571" y="3114"/>
                  </a:lnTo>
                  <a:lnTo>
                    <a:pt x="4970" y="3278"/>
                  </a:lnTo>
                  <a:lnTo>
                    <a:pt x="4424" y="3605"/>
                  </a:lnTo>
                  <a:lnTo>
                    <a:pt x="3987" y="3988"/>
                  </a:lnTo>
                  <a:lnTo>
                    <a:pt x="3605" y="4425"/>
                  </a:lnTo>
                  <a:lnTo>
                    <a:pt x="3277" y="4971"/>
                  </a:lnTo>
                  <a:lnTo>
                    <a:pt x="3113" y="5572"/>
                  </a:lnTo>
                  <a:lnTo>
                    <a:pt x="3059" y="5899"/>
                  </a:lnTo>
                  <a:lnTo>
                    <a:pt x="3059" y="6227"/>
                  </a:lnTo>
                  <a:lnTo>
                    <a:pt x="3059" y="7538"/>
                  </a:lnTo>
                  <a:lnTo>
                    <a:pt x="1857" y="7538"/>
                  </a:lnTo>
                  <a:lnTo>
                    <a:pt x="1857" y="6336"/>
                  </a:lnTo>
                  <a:lnTo>
                    <a:pt x="819" y="6773"/>
                  </a:lnTo>
                  <a:lnTo>
                    <a:pt x="819" y="6773"/>
                  </a:lnTo>
                  <a:lnTo>
                    <a:pt x="601" y="6828"/>
                  </a:lnTo>
                  <a:lnTo>
                    <a:pt x="382" y="6773"/>
                  </a:lnTo>
                  <a:lnTo>
                    <a:pt x="164" y="6664"/>
                  </a:lnTo>
                  <a:lnTo>
                    <a:pt x="55" y="6446"/>
                  </a:lnTo>
                  <a:lnTo>
                    <a:pt x="55" y="6446"/>
                  </a:lnTo>
                  <a:lnTo>
                    <a:pt x="0" y="6227"/>
                  </a:lnTo>
                  <a:lnTo>
                    <a:pt x="0" y="6009"/>
                  </a:lnTo>
                  <a:lnTo>
                    <a:pt x="164" y="5845"/>
                  </a:lnTo>
                  <a:lnTo>
                    <a:pt x="328" y="5681"/>
                  </a:lnTo>
                  <a:lnTo>
                    <a:pt x="2076" y="4971"/>
                  </a:lnTo>
                  <a:lnTo>
                    <a:pt x="2076" y="4971"/>
                  </a:lnTo>
                  <a:lnTo>
                    <a:pt x="2185" y="4589"/>
                  </a:lnTo>
                  <a:lnTo>
                    <a:pt x="2349" y="4261"/>
                  </a:lnTo>
                  <a:lnTo>
                    <a:pt x="2731" y="3605"/>
                  </a:lnTo>
                  <a:lnTo>
                    <a:pt x="3222" y="3059"/>
                  </a:lnTo>
                  <a:lnTo>
                    <a:pt x="3823" y="2568"/>
                  </a:lnTo>
                  <a:lnTo>
                    <a:pt x="3496" y="1749"/>
                  </a:lnTo>
                  <a:lnTo>
                    <a:pt x="3496" y="1749"/>
                  </a:lnTo>
                  <a:lnTo>
                    <a:pt x="3441" y="1585"/>
                  </a:lnTo>
                  <a:lnTo>
                    <a:pt x="3441" y="1421"/>
                  </a:lnTo>
                  <a:lnTo>
                    <a:pt x="3496" y="1257"/>
                  </a:lnTo>
                  <a:lnTo>
                    <a:pt x="3605" y="1093"/>
                  </a:lnTo>
                  <a:lnTo>
                    <a:pt x="4533" y="165"/>
                  </a:lnTo>
                  <a:lnTo>
                    <a:pt x="4533" y="165"/>
                  </a:lnTo>
                  <a:lnTo>
                    <a:pt x="4752" y="55"/>
                  </a:lnTo>
                  <a:lnTo>
                    <a:pt x="4970" y="1"/>
                  </a:lnTo>
                  <a:lnTo>
                    <a:pt x="5189" y="55"/>
                  </a:lnTo>
                  <a:lnTo>
                    <a:pt x="5407" y="165"/>
                  </a:lnTo>
                  <a:lnTo>
                    <a:pt x="5407" y="165"/>
                  </a:lnTo>
                  <a:lnTo>
                    <a:pt x="5516" y="329"/>
                  </a:lnTo>
                  <a:lnTo>
                    <a:pt x="5571" y="602"/>
                  </a:lnTo>
                  <a:lnTo>
                    <a:pt x="5516" y="820"/>
                  </a:lnTo>
                  <a:lnTo>
                    <a:pt x="5407" y="984"/>
                  </a:lnTo>
                  <a:lnTo>
                    <a:pt x="4697" y="1639"/>
                  </a:lnTo>
                  <a:lnTo>
                    <a:pt x="4916" y="2076"/>
                  </a:lnTo>
                  <a:lnTo>
                    <a:pt x="4916" y="2076"/>
                  </a:lnTo>
                  <a:lnTo>
                    <a:pt x="5352" y="1967"/>
                  </a:lnTo>
                  <a:lnTo>
                    <a:pt x="5789" y="1912"/>
                  </a:lnTo>
                  <a:lnTo>
                    <a:pt x="6226" y="1858"/>
                  </a:lnTo>
                  <a:lnTo>
                    <a:pt x="6718" y="1912"/>
                  </a:lnTo>
                  <a:lnTo>
                    <a:pt x="7100" y="1967"/>
                  </a:lnTo>
                  <a:lnTo>
                    <a:pt x="7537" y="2076"/>
                  </a:lnTo>
                  <a:lnTo>
                    <a:pt x="7974" y="2240"/>
                  </a:lnTo>
                  <a:lnTo>
                    <a:pt x="8356" y="2404"/>
                  </a:lnTo>
                  <a:lnTo>
                    <a:pt x="8739" y="2677"/>
                  </a:lnTo>
                  <a:lnTo>
                    <a:pt x="9066" y="2895"/>
                  </a:lnTo>
                  <a:lnTo>
                    <a:pt x="9394" y="3223"/>
                  </a:lnTo>
                  <a:lnTo>
                    <a:pt x="9667" y="3551"/>
                  </a:lnTo>
                  <a:lnTo>
                    <a:pt x="9940" y="3933"/>
                  </a:lnTo>
                  <a:lnTo>
                    <a:pt x="10159" y="4315"/>
                  </a:lnTo>
                  <a:lnTo>
                    <a:pt x="10323" y="4698"/>
                  </a:lnTo>
                  <a:lnTo>
                    <a:pt x="10432" y="5135"/>
                  </a:lnTo>
                  <a:lnTo>
                    <a:pt x="11360" y="5353"/>
                  </a:lnTo>
                  <a:lnTo>
                    <a:pt x="11360" y="5353"/>
                  </a:lnTo>
                  <a:lnTo>
                    <a:pt x="11579" y="5408"/>
                  </a:lnTo>
                  <a:lnTo>
                    <a:pt x="11743" y="5572"/>
                  </a:lnTo>
                  <a:lnTo>
                    <a:pt x="11852" y="5790"/>
                  </a:lnTo>
                  <a:lnTo>
                    <a:pt x="11852" y="6009"/>
                  </a:lnTo>
                  <a:lnTo>
                    <a:pt x="11852" y="6009"/>
                  </a:lnTo>
                  <a:lnTo>
                    <a:pt x="11743" y="6227"/>
                  </a:lnTo>
                  <a:lnTo>
                    <a:pt x="11633" y="6391"/>
                  </a:lnTo>
                  <a:lnTo>
                    <a:pt x="11469" y="6446"/>
                  </a:lnTo>
                  <a:lnTo>
                    <a:pt x="11251" y="6500"/>
                  </a:lnTo>
                  <a:lnTo>
                    <a:pt x="11251" y="6500"/>
                  </a:lnTo>
                  <a:lnTo>
                    <a:pt x="10596" y="6391"/>
                  </a:lnTo>
                  <a:lnTo>
                    <a:pt x="10596" y="7538"/>
                  </a:lnTo>
                  <a:lnTo>
                    <a:pt x="9394" y="7538"/>
                  </a:lnTo>
                  <a:lnTo>
                    <a:pt x="9394" y="7538"/>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8" name="Google Shape;1098;p48"/>
            <p:cNvSpPr/>
            <p:nvPr/>
          </p:nvSpPr>
          <p:spPr>
            <a:xfrm>
              <a:off x="2054100" y="1643650"/>
              <a:ext cx="25" cy="25"/>
            </a:xfrm>
            <a:custGeom>
              <a:rect b="b" l="l" r="r" t="t"/>
              <a:pathLst>
                <a:path extrusionOk="0" fill="none" h="1" w="1">
                  <a:moveTo>
                    <a:pt x="0" y="1"/>
                  </a:moveTo>
                  <a:lnTo>
                    <a:pt x="0" y="1"/>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grpSp>
        <p:nvGrpSpPr>
          <p:cNvPr id="1099" name="Google Shape;1099;p48"/>
          <p:cNvGrpSpPr/>
          <p:nvPr/>
        </p:nvGrpSpPr>
        <p:grpSpPr>
          <a:xfrm>
            <a:off x="6013446" y="1518377"/>
            <a:ext cx="514811" cy="514786"/>
            <a:chOff x="4667450" y="3310800"/>
            <a:chExt cx="502500" cy="502475"/>
          </a:xfrm>
        </p:grpSpPr>
        <p:sp>
          <p:nvSpPr>
            <p:cNvPr id="1100" name="Google Shape;1100;p48"/>
            <p:cNvSpPr/>
            <p:nvPr/>
          </p:nvSpPr>
          <p:spPr>
            <a:xfrm>
              <a:off x="4861350" y="3504675"/>
              <a:ext cx="114700" cy="114725"/>
            </a:xfrm>
            <a:custGeom>
              <a:rect b="b" l="l" r="r" t="t"/>
              <a:pathLst>
                <a:path extrusionOk="0" h="4589" w="4588">
                  <a:moveTo>
                    <a:pt x="2294" y="1"/>
                  </a:moveTo>
                  <a:lnTo>
                    <a:pt x="0" y="2295"/>
                  </a:lnTo>
                  <a:lnTo>
                    <a:pt x="2294" y="4588"/>
                  </a:lnTo>
                  <a:lnTo>
                    <a:pt x="4588" y="2295"/>
                  </a:lnTo>
                  <a:lnTo>
                    <a:pt x="2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1" name="Google Shape;1101;p48"/>
            <p:cNvSpPr/>
            <p:nvPr/>
          </p:nvSpPr>
          <p:spPr>
            <a:xfrm>
              <a:off x="4861350" y="3504675"/>
              <a:ext cx="114700" cy="114725"/>
            </a:xfrm>
            <a:custGeom>
              <a:rect b="b" l="l" r="r" t="t"/>
              <a:pathLst>
                <a:path extrusionOk="0" fill="none" h="4589" w="4588">
                  <a:moveTo>
                    <a:pt x="0" y="2295"/>
                  </a:moveTo>
                  <a:lnTo>
                    <a:pt x="2294" y="1"/>
                  </a:lnTo>
                  <a:lnTo>
                    <a:pt x="4588" y="2295"/>
                  </a:lnTo>
                  <a:lnTo>
                    <a:pt x="2294" y="4588"/>
                  </a:lnTo>
                  <a:lnTo>
                    <a:pt x="0" y="2295"/>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2" name="Google Shape;1102;p48"/>
            <p:cNvSpPr/>
            <p:nvPr/>
          </p:nvSpPr>
          <p:spPr>
            <a:xfrm>
              <a:off x="4861350" y="3562025"/>
              <a:ext cx="25" cy="25"/>
            </a:xfrm>
            <a:custGeom>
              <a:rect b="b" l="l" r="r" t="t"/>
              <a:pathLst>
                <a:path extrusionOk="0" fill="none" h="1" w="1">
                  <a:moveTo>
                    <a:pt x="0" y="1"/>
                  </a:moveTo>
                  <a:lnTo>
                    <a:pt x="0" y="1"/>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3" name="Google Shape;1103;p48"/>
            <p:cNvSpPr/>
            <p:nvPr/>
          </p:nvSpPr>
          <p:spPr>
            <a:xfrm>
              <a:off x="4753475" y="3396825"/>
              <a:ext cx="330450" cy="330450"/>
            </a:xfrm>
            <a:custGeom>
              <a:rect b="b" l="l" r="r" t="t"/>
              <a:pathLst>
                <a:path extrusionOk="0" h="13218" w="13218">
                  <a:moveTo>
                    <a:pt x="3551" y="2895"/>
                  </a:moveTo>
                  <a:lnTo>
                    <a:pt x="3769" y="2949"/>
                  </a:lnTo>
                  <a:lnTo>
                    <a:pt x="3933" y="3168"/>
                  </a:lnTo>
                  <a:lnTo>
                    <a:pt x="4042" y="3332"/>
                  </a:lnTo>
                  <a:lnTo>
                    <a:pt x="4042" y="3496"/>
                  </a:lnTo>
                  <a:lnTo>
                    <a:pt x="4042" y="3605"/>
                  </a:lnTo>
                  <a:lnTo>
                    <a:pt x="3987" y="3769"/>
                  </a:lnTo>
                  <a:lnTo>
                    <a:pt x="3878" y="3878"/>
                  </a:lnTo>
                  <a:lnTo>
                    <a:pt x="3714" y="3987"/>
                  </a:lnTo>
                  <a:lnTo>
                    <a:pt x="3605" y="4042"/>
                  </a:lnTo>
                  <a:lnTo>
                    <a:pt x="3387" y="4042"/>
                  </a:lnTo>
                  <a:lnTo>
                    <a:pt x="3223" y="3987"/>
                  </a:lnTo>
                  <a:lnTo>
                    <a:pt x="3114" y="3932"/>
                  </a:lnTo>
                  <a:lnTo>
                    <a:pt x="3004" y="3769"/>
                  </a:lnTo>
                  <a:lnTo>
                    <a:pt x="2895" y="3659"/>
                  </a:lnTo>
                  <a:lnTo>
                    <a:pt x="2895" y="3496"/>
                  </a:lnTo>
                  <a:lnTo>
                    <a:pt x="2895" y="3332"/>
                  </a:lnTo>
                  <a:lnTo>
                    <a:pt x="2950" y="3168"/>
                  </a:lnTo>
                  <a:lnTo>
                    <a:pt x="3114" y="3004"/>
                  </a:lnTo>
                  <a:lnTo>
                    <a:pt x="3332" y="2895"/>
                  </a:lnTo>
                  <a:close/>
                  <a:moveTo>
                    <a:pt x="9886" y="2895"/>
                  </a:moveTo>
                  <a:lnTo>
                    <a:pt x="10050" y="3004"/>
                  </a:lnTo>
                  <a:lnTo>
                    <a:pt x="10214" y="3113"/>
                  </a:lnTo>
                  <a:lnTo>
                    <a:pt x="10323" y="3332"/>
                  </a:lnTo>
                  <a:lnTo>
                    <a:pt x="10323" y="3550"/>
                  </a:lnTo>
                  <a:lnTo>
                    <a:pt x="10268" y="3769"/>
                  </a:lnTo>
                  <a:lnTo>
                    <a:pt x="10104" y="3932"/>
                  </a:lnTo>
                  <a:lnTo>
                    <a:pt x="9941" y="4042"/>
                  </a:lnTo>
                  <a:lnTo>
                    <a:pt x="9668" y="4042"/>
                  </a:lnTo>
                  <a:lnTo>
                    <a:pt x="9449" y="3987"/>
                  </a:lnTo>
                  <a:lnTo>
                    <a:pt x="9285" y="3823"/>
                  </a:lnTo>
                  <a:lnTo>
                    <a:pt x="9176" y="3659"/>
                  </a:lnTo>
                  <a:lnTo>
                    <a:pt x="9176" y="3386"/>
                  </a:lnTo>
                  <a:lnTo>
                    <a:pt x="9231" y="3168"/>
                  </a:lnTo>
                  <a:lnTo>
                    <a:pt x="9394" y="3004"/>
                  </a:lnTo>
                  <a:lnTo>
                    <a:pt x="9613" y="2895"/>
                  </a:lnTo>
                  <a:close/>
                  <a:moveTo>
                    <a:pt x="3660" y="9176"/>
                  </a:moveTo>
                  <a:lnTo>
                    <a:pt x="3878" y="9339"/>
                  </a:lnTo>
                  <a:lnTo>
                    <a:pt x="3987" y="9503"/>
                  </a:lnTo>
                  <a:lnTo>
                    <a:pt x="4042" y="9667"/>
                  </a:lnTo>
                  <a:lnTo>
                    <a:pt x="4042" y="9831"/>
                  </a:lnTo>
                  <a:lnTo>
                    <a:pt x="3987" y="9995"/>
                  </a:lnTo>
                  <a:lnTo>
                    <a:pt x="3933" y="10104"/>
                  </a:lnTo>
                  <a:lnTo>
                    <a:pt x="3824" y="10213"/>
                  </a:lnTo>
                  <a:lnTo>
                    <a:pt x="3660" y="10322"/>
                  </a:lnTo>
                  <a:lnTo>
                    <a:pt x="3277" y="10322"/>
                  </a:lnTo>
                  <a:lnTo>
                    <a:pt x="3168" y="10268"/>
                  </a:lnTo>
                  <a:lnTo>
                    <a:pt x="3004" y="10159"/>
                  </a:lnTo>
                  <a:lnTo>
                    <a:pt x="2950" y="9995"/>
                  </a:lnTo>
                  <a:lnTo>
                    <a:pt x="2895" y="9831"/>
                  </a:lnTo>
                  <a:lnTo>
                    <a:pt x="2895" y="9667"/>
                  </a:lnTo>
                  <a:lnTo>
                    <a:pt x="2950" y="9503"/>
                  </a:lnTo>
                  <a:lnTo>
                    <a:pt x="3004" y="9394"/>
                  </a:lnTo>
                  <a:lnTo>
                    <a:pt x="3223" y="9230"/>
                  </a:lnTo>
                  <a:lnTo>
                    <a:pt x="3441" y="9176"/>
                  </a:lnTo>
                  <a:close/>
                  <a:moveTo>
                    <a:pt x="6609" y="2895"/>
                  </a:moveTo>
                  <a:lnTo>
                    <a:pt x="6828" y="2949"/>
                  </a:lnTo>
                  <a:lnTo>
                    <a:pt x="7046" y="3059"/>
                  </a:lnTo>
                  <a:lnTo>
                    <a:pt x="10159" y="6172"/>
                  </a:lnTo>
                  <a:lnTo>
                    <a:pt x="10268" y="6390"/>
                  </a:lnTo>
                  <a:lnTo>
                    <a:pt x="10323" y="6609"/>
                  </a:lnTo>
                  <a:lnTo>
                    <a:pt x="10268" y="6827"/>
                  </a:lnTo>
                  <a:lnTo>
                    <a:pt x="10159" y="7046"/>
                  </a:lnTo>
                  <a:lnTo>
                    <a:pt x="7046" y="10159"/>
                  </a:lnTo>
                  <a:lnTo>
                    <a:pt x="6828" y="10268"/>
                  </a:lnTo>
                  <a:lnTo>
                    <a:pt x="6609" y="10322"/>
                  </a:lnTo>
                  <a:lnTo>
                    <a:pt x="6391" y="10268"/>
                  </a:lnTo>
                  <a:lnTo>
                    <a:pt x="6172" y="10159"/>
                  </a:lnTo>
                  <a:lnTo>
                    <a:pt x="3059" y="7046"/>
                  </a:lnTo>
                  <a:lnTo>
                    <a:pt x="2950" y="6827"/>
                  </a:lnTo>
                  <a:lnTo>
                    <a:pt x="2895" y="6609"/>
                  </a:lnTo>
                  <a:lnTo>
                    <a:pt x="2950" y="6390"/>
                  </a:lnTo>
                  <a:lnTo>
                    <a:pt x="3059" y="6172"/>
                  </a:lnTo>
                  <a:lnTo>
                    <a:pt x="6172" y="3059"/>
                  </a:lnTo>
                  <a:lnTo>
                    <a:pt x="6391" y="2949"/>
                  </a:lnTo>
                  <a:lnTo>
                    <a:pt x="6609" y="2895"/>
                  </a:lnTo>
                  <a:close/>
                  <a:moveTo>
                    <a:pt x="9886" y="9176"/>
                  </a:moveTo>
                  <a:lnTo>
                    <a:pt x="10050" y="9230"/>
                  </a:lnTo>
                  <a:lnTo>
                    <a:pt x="10214" y="9394"/>
                  </a:lnTo>
                  <a:lnTo>
                    <a:pt x="10323" y="9612"/>
                  </a:lnTo>
                  <a:lnTo>
                    <a:pt x="10323" y="9831"/>
                  </a:lnTo>
                  <a:lnTo>
                    <a:pt x="10268" y="9995"/>
                  </a:lnTo>
                  <a:lnTo>
                    <a:pt x="10159" y="10213"/>
                  </a:lnTo>
                  <a:lnTo>
                    <a:pt x="9941" y="10322"/>
                  </a:lnTo>
                  <a:lnTo>
                    <a:pt x="9668" y="10322"/>
                  </a:lnTo>
                  <a:lnTo>
                    <a:pt x="9449" y="10268"/>
                  </a:lnTo>
                  <a:lnTo>
                    <a:pt x="9285" y="10104"/>
                  </a:lnTo>
                  <a:lnTo>
                    <a:pt x="9176" y="9940"/>
                  </a:lnTo>
                  <a:lnTo>
                    <a:pt x="9176" y="9667"/>
                  </a:lnTo>
                  <a:lnTo>
                    <a:pt x="9231" y="9449"/>
                  </a:lnTo>
                  <a:lnTo>
                    <a:pt x="9394" y="9285"/>
                  </a:lnTo>
                  <a:lnTo>
                    <a:pt x="9613" y="9176"/>
                  </a:lnTo>
                  <a:close/>
                  <a:moveTo>
                    <a:pt x="6008" y="0"/>
                  </a:moveTo>
                  <a:lnTo>
                    <a:pt x="5408" y="55"/>
                  </a:lnTo>
                  <a:lnTo>
                    <a:pt x="4861" y="219"/>
                  </a:lnTo>
                  <a:lnTo>
                    <a:pt x="4315" y="382"/>
                  </a:lnTo>
                  <a:lnTo>
                    <a:pt x="3769" y="601"/>
                  </a:lnTo>
                  <a:lnTo>
                    <a:pt x="3277" y="874"/>
                  </a:lnTo>
                  <a:lnTo>
                    <a:pt x="2786" y="1202"/>
                  </a:lnTo>
                  <a:lnTo>
                    <a:pt x="2349" y="1529"/>
                  </a:lnTo>
                  <a:lnTo>
                    <a:pt x="1912" y="1912"/>
                  </a:lnTo>
                  <a:lnTo>
                    <a:pt x="1530" y="2349"/>
                  </a:lnTo>
                  <a:lnTo>
                    <a:pt x="1202" y="2786"/>
                  </a:lnTo>
                  <a:lnTo>
                    <a:pt x="874" y="3277"/>
                  </a:lnTo>
                  <a:lnTo>
                    <a:pt x="601" y="3769"/>
                  </a:lnTo>
                  <a:lnTo>
                    <a:pt x="383" y="4315"/>
                  </a:lnTo>
                  <a:lnTo>
                    <a:pt x="219" y="4861"/>
                  </a:lnTo>
                  <a:lnTo>
                    <a:pt x="55" y="5407"/>
                  </a:lnTo>
                  <a:lnTo>
                    <a:pt x="1" y="6008"/>
                  </a:lnTo>
                  <a:lnTo>
                    <a:pt x="656" y="6008"/>
                  </a:lnTo>
                  <a:lnTo>
                    <a:pt x="874" y="6062"/>
                  </a:lnTo>
                  <a:lnTo>
                    <a:pt x="1038" y="6172"/>
                  </a:lnTo>
                  <a:lnTo>
                    <a:pt x="1202" y="6390"/>
                  </a:lnTo>
                  <a:lnTo>
                    <a:pt x="1257" y="6609"/>
                  </a:lnTo>
                  <a:lnTo>
                    <a:pt x="1202" y="6827"/>
                  </a:lnTo>
                  <a:lnTo>
                    <a:pt x="1038" y="7046"/>
                  </a:lnTo>
                  <a:lnTo>
                    <a:pt x="874" y="7155"/>
                  </a:lnTo>
                  <a:lnTo>
                    <a:pt x="656" y="7209"/>
                  </a:lnTo>
                  <a:lnTo>
                    <a:pt x="1" y="7209"/>
                  </a:lnTo>
                  <a:lnTo>
                    <a:pt x="55" y="7810"/>
                  </a:lnTo>
                  <a:lnTo>
                    <a:pt x="219" y="8356"/>
                  </a:lnTo>
                  <a:lnTo>
                    <a:pt x="383" y="8902"/>
                  </a:lnTo>
                  <a:lnTo>
                    <a:pt x="601" y="9449"/>
                  </a:lnTo>
                  <a:lnTo>
                    <a:pt x="874" y="9940"/>
                  </a:lnTo>
                  <a:lnTo>
                    <a:pt x="1202" y="10432"/>
                  </a:lnTo>
                  <a:lnTo>
                    <a:pt x="1530" y="10869"/>
                  </a:lnTo>
                  <a:lnTo>
                    <a:pt x="1912" y="11306"/>
                  </a:lnTo>
                  <a:lnTo>
                    <a:pt x="2349" y="11688"/>
                  </a:lnTo>
                  <a:lnTo>
                    <a:pt x="2786" y="12016"/>
                  </a:lnTo>
                  <a:lnTo>
                    <a:pt x="3277" y="12343"/>
                  </a:lnTo>
                  <a:lnTo>
                    <a:pt x="3769" y="12616"/>
                  </a:lnTo>
                  <a:lnTo>
                    <a:pt x="4315" y="12835"/>
                  </a:lnTo>
                  <a:lnTo>
                    <a:pt x="4861" y="12999"/>
                  </a:lnTo>
                  <a:lnTo>
                    <a:pt x="5408" y="13162"/>
                  </a:lnTo>
                  <a:lnTo>
                    <a:pt x="6008" y="13217"/>
                  </a:lnTo>
                  <a:lnTo>
                    <a:pt x="6008" y="12562"/>
                  </a:lnTo>
                  <a:lnTo>
                    <a:pt x="6063" y="12343"/>
                  </a:lnTo>
                  <a:lnTo>
                    <a:pt x="6172" y="12179"/>
                  </a:lnTo>
                  <a:lnTo>
                    <a:pt x="6391" y="12016"/>
                  </a:lnTo>
                  <a:lnTo>
                    <a:pt x="6609" y="11961"/>
                  </a:lnTo>
                  <a:lnTo>
                    <a:pt x="6828" y="12016"/>
                  </a:lnTo>
                  <a:lnTo>
                    <a:pt x="7046" y="12179"/>
                  </a:lnTo>
                  <a:lnTo>
                    <a:pt x="7155" y="12343"/>
                  </a:lnTo>
                  <a:lnTo>
                    <a:pt x="7210" y="12562"/>
                  </a:lnTo>
                  <a:lnTo>
                    <a:pt x="7210" y="13217"/>
                  </a:lnTo>
                  <a:lnTo>
                    <a:pt x="7811" y="13162"/>
                  </a:lnTo>
                  <a:lnTo>
                    <a:pt x="8357" y="12999"/>
                  </a:lnTo>
                  <a:lnTo>
                    <a:pt x="8903" y="12835"/>
                  </a:lnTo>
                  <a:lnTo>
                    <a:pt x="9449" y="12616"/>
                  </a:lnTo>
                  <a:lnTo>
                    <a:pt x="9941" y="12343"/>
                  </a:lnTo>
                  <a:lnTo>
                    <a:pt x="10432" y="12016"/>
                  </a:lnTo>
                  <a:lnTo>
                    <a:pt x="10869" y="11688"/>
                  </a:lnTo>
                  <a:lnTo>
                    <a:pt x="11306" y="11306"/>
                  </a:lnTo>
                  <a:lnTo>
                    <a:pt x="11688" y="10869"/>
                  </a:lnTo>
                  <a:lnTo>
                    <a:pt x="12016" y="10432"/>
                  </a:lnTo>
                  <a:lnTo>
                    <a:pt x="12344" y="9940"/>
                  </a:lnTo>
                  <a:lnTo>
                    <a:pt x="12617" y="9449"/>
                  </a:lnTo>
                  <a:lnTo>
                    <a:pt x="12835" y="8902"/>
                  </a:lnTo>
                  <a:lnTo>
                    <a:pt x="12999" y="8356"/>
                  </a:lnTo>
                  <a:lnTo>
                    <a:pt x="13163" y="7810"/>
                  </a:lnTo>
                  <a:lnTo>
                    <a:pt x="13218" y="7209"/>
                  </a:lnTo>
                  <a:lnTo>
                    <a:pt x="12562" y="7209"/>
                  </a:lnTo>
                  <a:lnTo>
                    <a:pt x="12344" y="7155"/>
                  </a:lnTo>
                  <a:lnTo>
                    <a:pt x="12180" y="7046"/>
                  </a:lnTo>
                  <a:lnTo>
                    <a:pt x="12016" y="6827"/>
                  </a:lnTo>
                  <a:lnTo>
                    <a:pt x="11961" y="6609"/>
                  </a:lnTo>
                  <a:lnTo>
                    <a:pt x="12016" y="6390"/>
                  </a:lnTo>
                  <a:lnTo>
                    <a:pt x="12180" y="6172"/>
                  </a:lnTo>
                  <a:lnTo>
                    <a:pt x="12344" y="6062"/>
                  </a:lnTo>
                  <a:lnTo>
                    <a:pt x="12562" y="6008"/>
                  </a:lnTo>
                  <a:lnTo>
                    <a:pt x="13218" y="6008"/>
                  </a:lnTo>
                  <a:lnTo>
                    <a:pt x="13163" y="5407"/>
                  </a:lnTo>
                  <a:lnTo>
                    <a:pt x="12999" y="4861"/>
                  </a:lnTo>
                  <a:lnTo>
                    <a:pt x="12835" y="4315"/>
                  </a:lnTo>
                  <a:lnTo>
                    <a:pt x="12617" y="3769"/>
                  </a:lnTo>
                  <a:lnTo>
                    <a:pt x="12344" y="3277"/>
                  </a:lnTo>
                  <a:lnTo>
                    <a:pt x="12016" y="2786"/>
                  </a:lnTo>
                  <a:lnTo>
                    <a:pt x="11688" y="2349"/>
                  </a:lnTo>
                  <a:lnTo>
                    <a:pt x="11306" y="1912"/>
                  </a:lnTo>
                  <a:lnTo>
                    <a:pt x="10869" y="1529"/>
                  </a:lnTo>
                  <a:lnTo>
                    <a:pt x="10432" y="1202"/>
                  </a:lnTo>
                  <a:lnTo>
                    <a:pt x="9941" y="874"/>
                  </a:lnTo>
                  <a:lnTo>
                    <a:pt x="9449" y="601"/>
                  </a:lnTo>
                  <a:lnTo>
                    <a:pt x="8903" y="382"/>
                  </a:lnTo>
                  <a:lnTo>
                    <a:pt x="8357" y="219"/>
                  </a:lnTo>
                  <a:lnTo>
                    <a:pt x="7811" y="55"/>
                  </a:lnTo>
                  <a:lnTo>
                    <a:pt x="7210" y="0"/>
                  </a:lnTo>
                  <a:lnTo>
                    <a:pt x="7210" y="656"/>
                  </a:lnTo>
                  <a:lnTo>
                    <a:pt x="7155" y="874"/>
                  </a:lnTo>
                  <a:lnTo>
                    <a:pt x="7046" y="1038"/>
                  </a:lnTo>
                  <a:lnTo>
                    <a:pt x="6828" y="1202"/>
                  </a:lnTo>
                  <a:lnTo>
                    <a:pt x="6609" y="1256"/>
                  </a:lnTo>
                  <a:lnTo>
                    <a:pt x="6391" y="1202"/>
                  </a:lnTo>
                  <a:lnTo>
                    <a:pt x="6172" y="1038"/>
                  </a:lnTo>
                  <a:lnTo>
                    <a:pt x="6063" y="874"/>
                  </a:lnTo>
                  <a:lnTo>
                    <a:pt x="6008" y="656"/>
                  </a:lnTo>
                  <a:lnTo>
                    <a:pt x="600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4" name="Google Shape;1104;p48"/>
            <p:cNvSpPr/>
            <p:nvPr/>
          </p:nvSpPr>
          <p:spPr>
            <a:xfrm>
              <a:off x="4753475" y="3396825"/>
              <a:ext cx="330450" cy="330450"/>
            </a:xfrm>
            <a:custGeom>
              <a:rect b="b" l="l" r="r" t="t"/>
              <a:pathLst>
                <a:path extrusionOk="0" fill="none" h="13218" w="13218">
                  <a:moveTo>
                    <a:pt x="12562" y="7209"/>
                  </a:moveTo>
                  <a:lnTo>
                    <a:pt x="12562" y="7209"/>
                  </a:lnTo>
                  <a:lnTo>
                    <a:pt x="12344" y="7155"/>
                  </a:lnTo>
                  <a:lnTo>
                    <a:pt x="12180" y="7046"/>
                  </a:lnTo>
                  <a:lnTo>
                    <a:pt x="12016" y="6827"/>
                  </a:lnTo>
                  <a:lnTo>
                    <a:pt x="11961" y="6609"/>
                  </a:lnTo>
                  <a:lnTo>
                    <a:pt x="11961" y="6609"/>
                  </a:lnTo>
                  <a:lnTo>
                    <a:pt x="12016" y="6390"/>
                  </a:lnTo>
                  <a:lnTo>
                    <a:pt x="12180" y="6172"/>
                  </a:lnTo>
                  <a:lnTo>
                    <a:pt x="12344" y="6062"/>
                  </a:lnTo>
                  <a:lnTo>
                    <a:pt x="12562" y="6008"/>
                  </a:lnTo>
                  <a:lnTo>
                    <a:pt x="13218" y="6008"/>
                  </a:lnTo>
                  <a:lnTo>
                    <a:pt x="13218" y="6008"/>
                  </a:lnTo>
                  <a:lnTo>
                    <a:pt x="13163" y="5407"/>
                  </a:lnTo>
                  <a:lnTo>
                    <a:pt x="12999" y="4861"/>
                  </a:lnTo>
                  <a:lnTo>
                    <a:pt x="12835" y="4315"/>
                  </a:lnTo>
                  <a:lnTo>
                    <a:pt x="12617" y="3769"/>
                  </a:lnTo>
                  <a:lnTo>
                    <a:pt x="12344" y="3277"/>
                  </a:lnTo>
                  <a:lnTo>
                    <a:pt x="12016" y="2786"/>
                  </a:lnTo>
                  <a:lnTo>
                    <a:pt x="11688" y="2349"/>
                  </a:lnTo>
                  <a:lnTo>
                    <a:pt x="11306" y="1912"/>
                  </a:lnTo>
                  <a:lnTo>
                    <a:pt x="10869" y="1529"/>
                  </a:lnTo>
                  <a:lnTo>
                    <a:pt x="10432" y="1202"/>
                  </a:lnTo>
                  <a:lnTo>
                    <a:pt x="9941" y="874"/>
                  </a:lnTo>
                  <a:lnTo>
                    <a:pt x="9449" y="601"/>
                  </a:lnTo>
                  <a:lnTo>
                    <a:pt x="8903" y="382"/>
                  </a:lnTo>
                  <a:lnTo>
                    <a:pt x="8357" y="219"/>
                  </a:lnTo>
                  <a:lnTo>
                    <a:pt x="7811" y="55"/>
                  </a:lnTo>
                  <a:lnTo>
                    <a:pt x="7210" y="0"/>
                  </a:lnTo>
                  <a:lnTo>
                    <a:pt x="7210" y="656"/>
                  </a:lnTo>
                  <a:lnTo>
                    <a:pt x="7210" y="656"/>
                  </a:lnTo>
                  <a:lnTo>
                    <a:pt x="7155" y="874"/>
                  </a:lnTo>
                  <a:lnTo>
                    <a:pt x="7046" y="1038"/>
                  </a:lnTo>
                  <a:lnTo>
                    <a:pt x="6828" y="1202"/>
                  </a:lnTo>
                  <a:lnTo>
                    <a:pt x="6609" y="1256"/>
                  </a:lnTo>
                  <a:lnTo>
                    <a:pt x="6609" y="1256"/>
                  </a:lnTo>
                  <a:lnTo>
                    <a:pt x="6391" y="1202"/>
                  </a:lnTo>
                  <a:lnTo>
                    <a:pt x="6172" y="1038"/>
                  </a:lnTo>
                  <a:lnTo>
                    <a:pt x="6063" y="874"/>
                  </a:lnTo>
                  <a:lnTo>
                    <a:pt x="6008" y="656"/>
                  </a:lnTo>
                  <a:lnTo>
                    <a:pt x="6008" y="0"/>
                  </a:lnTo>
                  <a:lnTo>
                    <a:pt x="6008" y="0"/>
                  </a:lnTo>
                  <a:lnTo>
                    <a:pt x="5408" y="55"/>
                  </a:lnTo>
                  <a:lnTo>
                    <a:pt x="4861" y="219"/>
                  </a:lnTo>
                  <a:lnTo>
                    <a:pt x="4315" y="382"/>
                  </a:lnTo>
                  <a:lnTo>
                    <a:pt x="3769" y="601"/>
                  </a:lnTo>
                  <a:lnTo>
                    <a:pt x="3277" y="874"/>
                  </a:lnTo>
                  <a:lnTo>
                    <a:pt x="2786" y="1202"/>
                  </a:lnTo>
                  <a:lnTo>
                    <a:pt x="2349" y="1529"/>
                  </a:lnTo>
                  <a:lnTo>
                    <a:pt x="1912" y="1912"/>
                  </a:lnTo>
                  <a:lnTo>
                    <a:pt x="1530" y="2349"/>
                  </a:lnTo>
                  <a:lnTo>
                    <a:pt x="1202" y="2786"/>
                  </a:lnTo>
                  <a:lnTo>
                    <a:pt x="874" y="3277"/>
                  </a:lnTo>
                  <a:lnTo>
                    <a:pt x="601" y="3769"/>
                  </a:lnTo>
                  <a:lnTo>
                    <a:pt x="383" y="4315"/>
                  </a:lnTo>
                  <a:lnTo>
                    <a:pt x="219" y="4861"/>
                  </a:lnTo>
                  <a:lnTo>
                    <a:pt x="55" y="5407"/>
                  </a:lnTo>
                  <a:lnTo>
                    <a:pt x="1" y="6008"/>
                  </a:lnTo>
                  <a:lnTo>
                    <a:pt x="656" y="6008"/>
                  </a:lnTo>
                  <a:lnTo>
                    <a:pt x="656" y="6008"/>
                  </a:lnTo>
                  <a:lnTo>
                    <a:pt x="874" y="6062"/>
                  </a:lnTo>
                  <a:lnTo>
                    <a:pt x="1038" y="6172"/>
                  </a:lnTo>
                  <a:lnTo>
                    <a:pt x="1202" y="6390"/>
                  </a:lnTo>
                  <a:lnTo>
                    <a:pt x="1257" y="6609"/>
                  </a:lnTo>
                  <a:lnTo>
                    <a:pt x="1257" y="6609"/>
                  </a:lnTo>
                  <a:lnTo>
                    <a:pt x="1202" y="6827"/>
                  </a:lnTo>
                  <a:lnTo>
                    <a:pt x="1038" y="7046"/>
                  </a:lnTo>
                  <a:lnTo>
                    <a:pt x="874" y="7155"/>
                  </a:lnTo>
                  <a:lnTo>
                    <a:pt x="656" y="7209"/>
                  </a:lnTo>
                  <a:lnTo>
                    <a:pt x="1" y="7209"/>
                  </a:lnTo>
                  <a:lnTo>
                    <a:pt x="1" y="7209"/>
                  </a:lnTo>
                  <a:lnTo>
                    <a:pt x="55" y="7810"/>
                  </a:lnTo>
                  <a:lnTo>
                    <a:pt x="219" y="8356"/>
                  </a:lnTo>
                  <a:lnTo>
                    <a:pt x="383" y="8902"/>
                  </a:lnTo>
                  <a:lnTo>
                    <a:pt x="601" y="9449"/>
                  </a:lnTo>
                  <a:lnTo>
                    <a:pt x="874" y="9940"/>
                  </a:lnTo>
                  <a:lnTo>
                    <a:pt x="1202" y="10432"/>
                  </a:lnTo>
                  <a:lnTo>
                    <a:pt x="1530" y="10869"/>
                  </a:lnTo>
                  <a:lnTo>
                    <a:pt x="1912" y="11306"/>
                  </a:lnTo>
                  <a:lnTo>
                    <a:pt x="2349" y="11688"/>
                  </a:lnTo>
                  <a:lnTo>
                    <a:pt x="2786" y="12016"/>
                  </a:lnTo>
                  <a:lnTo>
                    <a:pt x="3277" y="12343"/>
                  </a:lnTo>
                  <a:lnTo>
                    <a:pt x="3769" y="12616"/>
                  </a:lnTo>
                  <a:lnTo>
                    <a:pt x="4315" y="12835"/>
                  </a:lnTo>
                  <a:lnTo>
                    <a:pt x="4861" y="12999"/>
                  </a:lnTo>
                  <a:lnTo>
                    <a:pt x="5408" y="13162"/>
                  </a:lnTo>
                  <a:lnTo>
                    <a:pt x="6008" y="13217"/>
                  </a:lnTo>
                  <a:lnTo>
                    <a:pt x="6008" y="12562"/>
                  </a:lnTo>
                  <a:lnTo>
                    <a:pt x="6008" y="12562"/>
                  </a:lnTo>
                  <a:lnTo>
                    <a:pt x="6063" y="12343"/>
                  </a:lnTo>
                  <a:lnTo>
                    <a:pt x="6172" y="12179"/>
                  </a:lnTo>
                  <a:lnTo>
                    <a:pt x="6391" y="12016"/>
                  </a:lnTo>
                  <a:lnTo>
                    <a:pt x="6609" y="11961"/>
                  </a:lnTo>
                  <a:lnTo>
                    <a:pt x="6609" y="11961"/>
                  </a:lnTo>
                  <a:lnTo>
                    <a:pt x="6828" y="12016"/>
                  </a:lnTo>
                  <a:lnTo>
                    <a:pt x="7046" y="12179"/>
                  </a:lnTo>
                  <a:lnTo>
                    <a:pt x="7155" y="12343"/>
                  </a:lnTo>
                  <a:lnTo>
                    <a:pt x="7210" y="12562"/>
                  </a:lnTo>
                  <a:lnTo>
                    <a:pt x="7210" y="13217"/>
                  </a:lnTo>
                  <a:lnTo>
                    <a:pt x="7210" y="13217"/>
                  </a:lnTo>
                  <a:lnTo>
                    <a:pt x="7811" y="13162"/>
                  </a:lnTo>
                  <a:lnTo>
                    <a:pt x="8357" y="12999"/>
                  </a:lnTo>
                  <a:lnTo>
                    <a:pt x="8903" y="12835"/>
                  </a:lnTo>
                  <a:lnTo>
                    <a:pt x="9449" y="12616"/>
                  </a:lnTo>
                  <a:lnTo>
                    <a:pt x="9941" y="12343"/>
                  </a:lnTo>
                  <a:lnTo>
                    <a:pt x="10432" y="12016"/>
                  </a:lnTo>
                  <a:lnTo>
                    <a:pt x="10869" y="11688"/>
                  </a:lnTo>
                  <a:lnTo>
                    <a:pt x="11306" y="11306"/>
                  </a:lnTo>
                  <a:lnTo>
                    <a:pt x="11688" y="10869"/>
                  </a:lnTo>
                  <a:lnTo>
                    <a:pt x="12016" y="10432"/>
                  </a:lnTo>
                  <a:lnTo>
                    <a:pt x="12344" y="9940"/>
                  </a:lnTo>
                  <a:lnTo>
                    <a:pt x="12617" y="9449"/>
                  </a:lnTo>
                  <a:lnTo>
                    <a:pt x="12835" y="8902"/>
                  </a:lnTo>
                  <a:lnTo>
                    <a:pt x="12999" y="8356"/>
                  </a:lnTo>
                  <a:lnTo>
                    <a:pt x="13163" y="7810"/>
                  </a:lnTo>
                  <a:lnTo>
                    <a:pt x="13218" y="7209"/>
                  </a:lnTo>
                  <a:lnTo>
                    <a:pt x="12562" y="7209"/>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5" name="Google Shape;1105;p48"/>
            <p:cNvSpPr/>
            <p:nvPr/>
          </p:nvSpPr>
          <p:spPr>
            <a:xfrm>
              <a:off x="4825850" y="3469175"/>
              <a:ext cx="28700" cy="28700"/>
            </a:xfrm>
            <a:custGeom>
              <a:rect b="b" l="l" r="r" t="t"/>
              <a:pathLst>
                <a:path extrusionOk="0" fill="none" h="1148" w="1148">
                  <a:moveTo>
                    <a:pt x="219" y="110"/>
                  </a:moveTo>
                  <a:lnTo>
                    <a:pt x="219" y="110"/>
                  </a:lnTo>
                  <a:lnTo>
                    <a:pt x="437" y="1"/>
                  </a:lnTo>
                  <a:lnTo>
                    <a:pt x="656" y="1"/>
                  </a:lnTo>
                  <a:lnTo>
                    <a:pt x="874" y="55"/>
                  </a:lnTo>
                  <a:lnTo>
                    <a:pt x="1038" y="274"/>
                  </a:lnTo>
                  <a:lnTo>
                    <a:pt x="1038" y="274"/>
                  </a:lnTo>
                  <a:lnTo>
                    <a:pt x="1147" y="438"/>
                  </a:lnTo>
                  <a:lnTo>
                    <a:pt x="1147" y="602"/>
                  </a:lnTo>
                  <a:lnTo>
                    <a:pt x="1147" y="711"/>
                  </a:lnTo>
                  <a:lnTo>
                    <a:pt x="1092" y="875"/>
                  </a:lnTo>
                  <a:lnTo>
                    <a:pt x="983" y="984"/>
                  </a:lnTo>
                  <a:lnTo>
                    <a:pt x="819" y="1093"/>
                  </a:lnTo>
                  <a:lnTo>
                    <a:pt x="710" y="1148"/>
                  </a:lnTo>
                  <a:lnTo>
                    <a:pt x="492" y="1148"/>
                  </a:lnTo>
                  <a:lnTo>
                    <a:pt x="492" y="1148"/>
                  </a:lnTo>
                  <a:lnTo>
                    <a:pt x="328" y="1093"/>
                  </a:lnTo>
                  <a:lnTo>
                    <a:pt x="219" y="1038"/>
                  </a:lnTo>
                  <a:lnTo>
                    <a:pt x="109" y="875"/>
                  </a:lnTo>
                  <a:lnTo>
                    <a:pt x="0" y="765"/>
                  </a:lnTo>
                  <a:lnTo>
                    <a:pt x="0" y="602"/>
                  </a:lnTo>
                  <a:lnTo>
                    <a:pt x="0" y="438"/>
                  </a:lnTo>
                  <a:lnTo>
                    <a:pt x="55" y="274"/>
                  </a:lnTo>
                  <a:lnTo>
                    <a:pt x="219" y="110"/>
                  </a:lnTo>
                  <a:lnTo>
                    <a:pt x="219" y="110"/>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6" name="Google Shape;1106;p48"/>
            <p:cNvSpPr/>
            <p:nvPr/>
          </p:nvSpPr>
          <p:spPr>
            <a:xfrm>
              <a:off x="4825850" y="3626200"/>
              <a:ext cx="28700" cy="28700"/>
            </a:xfrm>
            <a:custGeom>
              <a:rect b="b" l="l" r="r" t="t"/>
              <a:pathLst>
                <a:path extrusionOk="0" fill="none" h="1148" w="1148">
                  <a:moveTo>
                    <a:pt x="601" y="1147"/>
                  </a:moveTo>
                  <a:lnTo>
                    <a:pt x="601" y="1147"/>
                  </a:lnTo>
                  <a:lnTo>
                    <a:pt x="382" y="1147"/>
                  </a:lnTo>
                  <a:lnTo>
                    <a:pt x="273" y="1093"/>
                  </a:lnTo>
                  <a:lnTo>
                    <a:pt x="109" y="984"/>
                  </a:lnTo>
                  <a:lnTo>
                    <a:pt x="55" y="820"/>
                  </a:lnTo>
                  <a:lnTo>
                    <a:pt x="0" y="656"/>
                  </a:lnTo>
                  <a:lnTo>
                    <a:pt x="0" y="492"/>
                  </a:lnTo>
                  <a:lnTo>
                    <a:pt x="55" y="328"/>
                  </a:lnTo>
                  <a:lnTo>
                    <a:pt x="109" y="219"/>
                  </a:lnTo>
                  <a:lnTo>
                    <a:pt x="109" y="219"/>
                  </a:lnTo>
                  <a:lnTo>
                    <a:pt x="328" y="55"/>
                  </a:lnTo>
                  <a:lnTo>
                    <a:pt x="546" y="1"/>
                  </a:lnTo>
                  <a:lnTo>
                    <a:pt x="765" y="1"/>
                  </a:lnTo>
                  <a:lnTo>
                    <a:pt x="983" y="164"/>
                  </a:lnTo>
                  <a:lnTo>
                    <a:pt x="983" y="164"/>
                  </a:lnTo>
                  <a:lnTo>
                    <a:pt x="1092" y="328"/>
                  </a:lnTo>
                  <a:lnTo>
                    <a:pt x="1147" y="492"/>
                  </a:lnTo>
                  <a:lnTo>
                    <a:pt x="1147" y="656"/>
                  </a:lnTo>
                  <a:lnTo>
                    <a:pt x="1092" y="820"/>
                  </a:lnTo>
                  <a:lnTo>
                    <a:pt x="1038" y="929"/>
                  </a:lnTo>
                  <a:lnTo>
                    <a:pt x="929" y="1038"/>
                  </a:lnTo>
                  <a:lnTo>
                    <a:pt x="765" y="1147"/>
                  </a:lnTo>
                  <a:lnTo>
                    <a:pt x="601" y="1147"/>
                  </a:lnTo>
                  <a:lnTo>
                    <a:pt x="601" y="1147"/>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7" name="Google Shape;1107;p48"/>
            <p:cNvSpPr/>
            <p:nvPr/>
          </p:nvSpPr>
          <p:spPr>
            <a:xfrm>
              <a:off x="4825850" y="3469175"/>
              <a:ext cx="185700" cy="185725"/>
            </a:xfrm>
            <a:custGeom>
              <a:rect b="b" l="l" r="r" t="t"/>
              <a:pathLst>
                <a:path extrusionOk="0" fill="none" h="7429" w="7428">
                  <a:moveTo>
                    <a:pt x="4151" y="7265"/>
                  </a:moveTo>
                  <a:lnTo>
                    <a:pt x="4151" y="7265"/>
                  </a:lnTo>
                  <a:lnTo>
                    <a:pt x="3933" y="7374"/>
                  </a:lnTo>
                  <a:lnTo>
                    <a:pt x="3714" y="7428"/>
                  </a:lnTo>
                  <a:lnTo>
                    <a:pt x="3496" y="7374"/>
                  </a:lnTo>
                  <a:lnTo>
                    <a:pt x="3277" y="7265"/>
                  </a:lnTo>
                  <a:lnTo>
                    <a:pt x="164" y="4152"/>
                  </a:lnTo>
                  <a:lnTo>
                    <a:pt x="164" y="4152"/>
                  </a:lnTo>
                  <a:lnTo>
                    <a:pt x="55" y="3933"/>
                  </a:lnTo>
                  <a:lnTo>
                    <a:pt x="0" y="3715"/>
                  </a:lnTo>
                  <a:lnTo>
                    <a:pt x="55" y="3496"/>
                  </a:lnTo>
                  <a:lnTo>
                    <a:pt x="164" y="3278"/>
                  </a:lnTo>
                  <a:lnTo>
                    <a:pt x="3277" y="165"/>
                  </a:lnTo>
                  <a:lnTo>
                    <a:pt x="3277" y="165"/>
                  </a:lnTo>
                  <a:lnTo>
                    <a:pt x="3496" y="55"/>
                  </a:lnTo>
                  <a:lnTo>
                    <a:pt x="3714" y="1"/>
                  </a:lnTo>
                  <a:lnTo>
                    <a:pt x="3933" y="55"/>
                  </a:lnTo>
                  <a:lnTo>
                    <a:pt x="4151" y="165"/>
                  </a:lnTo>
                  <a:lnTo>
                    <a:pt x="7264" y="3278"/>
                  </a:lnTo>
                  <a:lnTo>
                    <a:pt x="7264" y="3278"/>
                  </a:lnTo>
                  <a:lnTo>
                    <a:pt x="7373" y="3496"/>
                  </a:lnTo>
                  <a:lnTo>
                    <a:pt x="7428" y="3715"/>
                  </a:lnTo>
                  <a:lnTo>
                    <a:pt x="7373" y="3933"/>
                  </a:lnTo>
                  <a:lnTo>
                    <a:pt x="7264" y="4152"/>
                  </a:lnTo>
                  <a:lnTo>
                    <a:pt x="4151" y="7265"/>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8" name="Google Shape;1108;p48"/>
            <p:cNvSpPr/>
            <p:nvPr/>
          </p:nvSpPr>
          <p:spPr>
            <a:xfrm>
              <a:off x="4982875" y="3626200"/>
              <a:ext cx="28675" cy="28700"/>
            </a:xfrm>
            <a:custGeom>
              <a:rect b="b" l="l" r="r" t="t"/>
              <a:pathLst>
                <a:path extrusionOk="0" fill="none" h="1148" w="1147">
                  <a:moveTo>
                    <a:pt x="1147" y="656"/>
                  </a:moveTo>
                  <a:lnTo>
                    <a:pt x="1147" y="656"/>
                  </a:lnTo>
                  <a:lnTo>
                    <a:pt x="1092" y="820"/>
                  </a:lnTo>
                  <a:lnTo>
                    <a:pt x="983" y="1038"/>
                  </a:lnTo>
                  <a:lnTo>
                    <a:pt x="765" y="1147"/>
                  </a:lnTo>
                  <a:lnTo>
                    <a:pt x="492" y="1147"/>
                  </a:lnTo>
                  <a:lnTo>
                    <a:pt x="492" y="1147"/>
                  </a:lnTo>
                  <a:lnTo>
                    <a:pt x="273" y="1093"/>
                  </a:lnTo>
                  <a:lnTo>
                    <a:pt x="109" y="929"/>
                  </a:lnTo>
                  <a:lnTo>
                    <a:pt x="0" y="765"/>
                  </a:lnTo>
                  <a:lnTo>
                    <a:pt x="0" y="492"/>
                  </a:lnTo>
                  <a:lnTo>
                    <a:pt x="0" y="492"/>
                  </a:lnTo>
                  <a:lnTo>
                    <a:pt x="55" y="274"/>
                  </a:lnTo>
                  <a:lnTo>
                    <a:pt x="218" y="110"/>
                  </a:lnTo>
                  <a:lnTo>
                    <a:pt x="437" y="1"/>
                  </a:lnTo>
                  <a:lnTo>
                    <a:pt x="710" y="1"/>
                  </a:lnTo>
                  <a:lnTo>
                    <a:pt x="710" y="1"/>
                  </a:lnTo>
                  <a:lnTo>
                    <a:pt x="874" y="55"/>
                  </a:lnTo>
                  <a:lnTo>
                    <a:pt x="1038" y="219"/>
                  </a:lnTo>
                  <a:lnTo>
                    <a:pt x="1147" y="437"/>
                  </a:lnTo>
                  <a:lnTo>
                    <a:pt x="1147" y="656"/>
                  </a:lnTo>
                  <a:lnTo>
                    <a:pt x="1147" y="656"/>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9" name="Google Shape;1109;p48"/>
            <p:cNvSpPr/>
            <p:nvPr/>
          </p:nvSpPr>
          <p:spPr>
            <a:xfrm>
              <a:off x="4982875" y="3469175"/>
              <a:ext cx="28675" cy="28700"/>
            </a:xfrm>
            <a:custGeom>
              <a:rect b="b" l="l" r="r" t="t"/>
              <a:pathLst>
                <a:path extrusionOk="0" fill="none" h="1148" w="1147">
                  <a:moveTo>
                    <a:pt x="1147" y="656"/>
                  </a:moveTo>
                  <a:lnTo>
                    <a:pt x="1147" y="656"/>
                  </a:lnTo>
                  <a:lnTo>
                    <a:pt x="1092" y="875"/>
                  </a:lnTo>
                  <a:lnTo>
                    <a:pt x="928" y="1038"/>
                  </a:lnTo>
                  <a:lnTo>
                    <a:pt x="765" y="1148"/>
                  </a:lnTo>
                  <a:lnTo>
                    <a:pt x="492" y="1148"/>
                  </a:lnTo>
                  <a:lnTo>
                    <a:pt x="492" y="1148"/>
                  </a:lnTo>
                  <a:lnTo>
                    <a:pt x="273" y="1093"/>
                  </a:lnTo>
                  <a:lnTo>
                    <a:pt x="109" y="929"/>
                  </a:lnTo>
                  <a:lnTo>
                    <a:pt x="0" y="765"/>
                  </a:lnTo>
                  <a:lnTo>
                    <a:pt x="0" y="492"/>
                  </a:lnTo>
                  <a:lnTo>
                    <a:pt x="0" y="492"/>
                  </a:lnTo>
                  <a:lnTo>
                    <a:pt x="55" y="274"/>
                  </a:lnTo>
                  <a:lnTo>
                    <a:pt x="218" y="110"/>
                  </a:lnTo>
                  <a:lnTo>
                    <a:pt x="437" y="1"/>
                  </a:lnTo>
                  <a:lnTo>
                    <a:pt x="710" y="1"/>
                  </a:lnTo>
                  <a:lnTo>
                    <a:pt x="710" y="1"/>
                  </a:lnTo>
                  <a:lnTo>
                    <a:pt x="874" y="110"/>
                  </a:lnTo>
                  <a:lnTo>
                    <a:pt x="1038" y="219"/>
                  </a:lnTo>
                  <a:lnTo>
                    <a:pt x="1147" y="438"/>
                  </a:lnTo>
                  <a:lnTo>
                    <a:pt x="1147" y="656"/>
                  </a:lnTo>
                  <a:lnTo>
                    <a:pt x="1147" y="656"/>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0" name="Google Shape;1110;p48"/>
            <p:cNvSpPr/>
            <p:nvPr/>
          </p:nvSpPr>
          <p:spPr>
            <a:xfrm>
              <a:off x="5011525" y="3485575"/>
              <a:ext cx="25" cy="25"/>
            </a:xfrm>
            <a:custGeom>
              <a:rect b="b" l="l" r="r" t="t"/>
              <a:pathLst>
                <a:path extrusionOk="0" fill="none" h="1" w="1">
                  <a:moveTo>
                    <a:pt x="1" y="0"/>
                  </a:moveTo>
                  <a:lnTo>
                    <a:pt x="1" y="0"/>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1" name="Google Shape;1111;p48"/>
            <p:cNvSpPr/>
            <p:nvPr/>
          </p:nvSpPr>
          <p:spPr>
            <a:xfrm>
              <a:off x="4667450" y="3310800"/>
              <a:ext cx="502500" cy="502475"/>
            </a:xfrm>
            <a:custGeom>
              <a:rect b="b" l="l" r="r" t="t"/>
              <a:pathLst>
                <a:path extrusionOk="0" h="20099" w="20100">
                  <a:moveTo>
                    <a:pt x="10050" y="2240"/>
                  </a:moveTo>
                  <a:lnTo>
                    <a:pt x="10705" y="2294"/>
                  </a:lnTo>
                  <a:lnTo>
                    <a:pt x="11415" y="2349"/>
                  </a:lnTo>
                  <a:lnTo>
                    <a:pt x="12071" y="2513"/>
                  </a:lnTo>
                  <a:lnTo>
                    <a:pt x="12726" y="2731"/>
                  </a:lnTo>
                  <a:lnTo>
                    <a:pt x="13382" y="3004"/>
                  </a:lnTo>
                  <a:lnTo>
                    <a:pt x="13982" y="3277"/>
                  </a:lnTo>
                  <a:lnTo>
                    <a:pt x="14583" y="3660"/>
                  </a:lnTo>
                  <a:lnTo>
                    <a:pt x="15129" y="4151"/>
                  </a:lnTo>
                  <a:lnTo>
                    <a:pt x="15512" y="3769"/>
                  </a:lnTo>
                  <a:lnTo>
                    <a:pt x="15675" y="3660"/>
                  </a:lnTo>
                  <a:lnTo>
                    <a:pt x="15894" y="3605"/>
                  </a:lnTo>
                  <a:lnTo>
                    <a:pt x="16112" y="3660"/>
                  </a:lnTo>
                  <a:lnTo>
                    <a:pt x="16331" y="3769"/>
                  </a:lnTo>
                  <a:lnTo>
                    <a:pt x="16440" y="3987"/>
                  </a:lnTo>
                  <a:lnTo>
                    <a:pt x="16495" y="4206"/>
                  </a:lnTo>
                  <a:lnTo>
                    <a:pt x="16440" y="4424"/>
                  </a:lnTo>
                  <a:lnTo>
                    <a:pt x="16331" y="4588"/>
                  </a:lnTo>
                  <a:lnTo>
                    <a:pt x="15949" y="4970"/>
                  </a:lnTo>
                  <a:lnTo>
                    <a:pt x="16440" y="5517"/>
                  </a:lnTo>
                  <a:lnTo>
                    <a:pt x="16822" y="6117"/>
                  </a:lnTo>
                  <a:lnTo>
                    <a:pt x="17095" y="6718"/>
                  </a:lnTo>
                  <a:lnTo>
                    <a:pt x="17369" y="7373"/>
                  </a:lnTo>
                  <a:lnTo>
                    <a:pt x="17587" y="8029"/>
                  </a:lnTo>
                  <a:lnTo>
                    <a:pt x="17751" y="8684"/>
                  </a:lnTo>
                  <a:lnTo>
                    <a:pt x="17806" y="9394"/>
                  </a:lnTo>
                  <a:lnTo>
                    <a:pt x="17860" y="10050"/>
                  </a:lnTo>
                  <a:lnTo>
                    <a:pt x="17806" y="10705"/>
                  </a:lnTo>
                  <a:lnTo>
                    <a:pt x="17751" y="11415"/>
                  </a:lnTo>
                  <a:lnTo>
                    <a:pt x="17587" y="12070"/>
                  </a:lnTo>
                  <a:lnTo>
                    <a:pt x="17369" y="12726"/>
                  </a:lnTo>
                  <a:lnTo>
                    <a:pt x="17095" y="13381"/>
                  </a:lnTo>
                  <a:lnTo>
                    <a:pt x="16822" y="13982"/>
                  </a:lnTo>
                  <a:lnTo>
                    <a:pt x="16440" y="14583"/>
                  </a:lnTo>
                  <a:lnTo>
                    <a:pt x="15949" y="15129"/>
                  </a:lnTo>
                  <a:lnTo>
                    <a:pt x="16331" y="15511"/>
                  </a:lnTo>
                  <a:lnTo>
                    <a:pt x="16440" y="15675"/>
                  </a:lnTo>
                  <a:lnTo>
                    <a:pt x="16495" y="15893"/>
                  </a:lnTo>
                  <a:lnTo>
                    <a:pt x="16440" y="16112"/>
                  </a:lnTo>
                  <a:lnTo>
                    <a:pt x="16331" y="16330"/>
                  </a:lnTo>
                  <a:lnTo>
                    <a:pt x="16112" y="16440"/>
                  </a:lnTo>
                  <a:lnTo>
                    <a:pt x="15894" y="16494"/>
                  </a:lnTo>
                  <a:lnTo>
                    <a:pt x="15675" y="16440"/>
                  </a:lnTo>
                  <a:lnTo>
                    <a:pt x="15512" y="16330"/>
                  </a:lnTo>
                  <a:lnTo>
                    <a:pt x="15129" y="15948"/>
                  </a:lnTo>
                  <a:lnTo>
                    <a:pt x="14583" y="16440"/>
                  </a:lnTo>
                  <a:lnTo>
                    <a:pt x="13982" y="16822"/>
                  </a:lnTo>
                  <a:lnTo>
                    <a:pt x="13382" y="17095"/>
                  </a:lnTo>
                  <a:lnTo>
                    <a:pt x="12726" y="17368"/>
                  </a:lnTo>
                  <a:lnTo>
                    <a:pt x="12071" y="17587"/>
                  </a:lnTo>
                  <a:lnTo>
                    <a:pt x="11415" y="17750"/>
                  </a:lnTo>
                  <a:lnTo>
                    <a:pt x="10705" y="17805"/>
                  </a:lnTo>
                  <a:lnTo>
                    <a:pt x="10050" y="17860"/>
                  </a:lnTo>
                  <a:lnTo>
                    <a:pt x="9395" y="17805"/>
                  </a:lnTo>
                  <a:lnTo>
                    <a:pt x="8685" y="17750"/>
                  </a:lnTo>
                  <a:lnTo>
                    <a:pt x="8029" y="17587"/>
                  </a:lnTo>
                  <a:lnTo>
                    <a:pt x="7374" y="17368"/>
                  </a:lnTo>
                  <a:lnTo>
                    <a:pt x="6718" y="17095"/>
                  </a:lnTo>
                  <a:lnTo>
                    <a:pt x="6118" y="16822"/>
                  </a:lnTo>
                  <a:lnTo>
                    <a:pt x="5517" y="16440"/>
                  </a:lnTo>
                  <a:lnTo>
                    <a:pt x="4971" y="15948"/>
                  </a:lnTo>
                  <a:lnTo>
                    <a:pt x="4588" y="16330"/>
                  </a:lnTo>
                  <a:lnTo>
                    <a:pt x="4425" y="16440"/>
                  </a:lnTo>
                  <a:lnTo>
                    <a:pt x="4206" y="16494"/>
                  </a:lnTo>
                  <a:lnTo>
                    <a:pt x="3988" y="16440"/>
                  </a:lnTo>
                  <a:lnTo>
                    <a:pt x="3769" y="16330"/>
                  </a:lnTo>
                  <a:lnTo>
                    <a:pt x="3660" y="16112"/>
                  </a:lnTo>
                  <a:lnTo>
                    <a:pt x="3605" y="15893"/>
                  </a:lnTo>
                  <a:lnTo>
                    <a:pt x="3660" y="15675"/>
                  </a:lnTo>
                  <a:lnTo>
                    <a:pt x="3769" y="15511"/>
                  </a:lnTo>
                  <a:lnTo>
                    <a:pt x="4152" y="15129"/>
                  </a:lnTo>
                  <a:lnTo>
                    <a:pt x="3660" y="14583"/>
                  </a:lnTo>
                  <a:lnTo>
                    <a:pt x="3278" y="13982"/>
                  </a:lnTo>
                  <a:lnTo>
                    <a:pt x="3005" y="13381"/>
                  </a:lnTo>
                  <a:lnTo>
                    <a:pt x="2732" y="12726"/>
                  </a:lnTo>
                  <a:lnTo>
                    <a:pt x="2513" y="12070"/>
                  </a:lnTo>
                  <a:lnTo>
                    <a:pt x="2349" y="11415"/>
                  </a:lnTo>
                  <a:lnTo>
                    <a:pt x="2295" y="10705"/>
                  </a:lnTo>
                  <a:lnTo>
                    <a:pt x="2240" y="10050"/>
                  </a:lnTo>
                  <a:lnTo>
                    <a:pt x="2295" y="9394"/>
                  </a:lnTo>
                  <a:lnTo>
                    <a:pt x="2349" y="8684"/>
                  </a:lnTo>
                  <a:lnTo>
                    <a:pt x="2513" y="8029"/>
                  </a:lnTo>
                  <a:lnTo>
                    <a:pt x="2732" y="7373"/>
                  </a:lnTo>
                  <a:lnTo>
                    <a:pt x="3005" y="6718"/>
                  </a:lnTo>
                  <a:lnTo>
                    <a:pt x="3278" y="6117"/>
                  </a:lnTo>
                  <a:lnTo>
                    <a:pt x="3660" y="5517"/>
                  </a:lnTo>
                  <a:lnTo>
                    <a:pt x="4152" y="4970"/>
                  </a:lnTo>
                  <a:lnTo>
                    <a:pt x="3769" y="4588"/>
                  </a:lnTo>
                  <a:lnTo>
                    <a:pt x="3660" y="4424"/>
                  </a:lnTo>
                  <a:lnTo>
                    <a:pt x="3605" y="4206"/>
                  </a:lnTo>
                  <a:lnTo>
                    <a:pt x="3660" y="3987"/>
                  </a:lnTo>
                  <a:lnTo>
                    <a:pt x="3769" y="3769"/>
                  </a:lnTo>
                  <a:lnTo>
                    <a:pt x="3988" y="3660"/>
                  </a:lnTo>
                  <a:lnTo>
                    <a:pt x="4206" y="3605"/>
                  </a:lnTo>
                  <a:lnTo>
                    <a:pt x="4425" y="3660"/>
                  </a:lnTo>
                  <a:lnTo>
                    <a:pt x="4588" y="3769"/>
                  </a:lnTo>
                  <a:lnTo>
                    <a:pt x="4971" y="4151"/>
                  </a:lnTo>
                  <a:lnTo>
                    <a:pt x="5517" y="3660"/>
                  </a:lnTo>
                  <a:lnTo>
                    <a:pt x="6118" y="3277"/>
                  </a:lnTo>
                  <a:lnTo>
                    <a:pt x="6718" y="3004"/>
                  </a:lnTo>
                  <a:lnTo>
                    <a:pt x="7374" y="2731"/>
                  </a:lnTo>
                  <a:lnTo>
                    <a:pt x="8029" y="2513"/>
                  </a:lnTo>
                  <a:lnTo>
                    <a:pt x="8685" y="2349"/>
                  </a:lnTo>
                  <a:lnTo>
                    <a:pt x="9395" y="2294"/>
                  </a:lnTo>
                  <a:lnTo>
                    <a:pt x="10050" y="2240"/>
                  </a:lnTo>
                  <a:close/>
                  <a:moveTo>
                    <a:pt x="10050" y="0"/>
                  </a:moveTo>
                  <a:lnTo>
                    <a:pt x="9067" y="55"/>
                  </a:lnTo>
                  <a:lnTo>
                    <a:pt x="8139" y="164"/>
                  </a:lnTo>
                  <a:lnTo>
                    <a:pt x="7210" y="437"/>
                  </a:lnTo>
                  <a:lnTo>
                    <a:pt x="6282" y="710"/>
                  </a:lnTo>
                  <a:lnTo>
                    <a:pt x="5353" y="1147"/>
                  </a:lnTo>
                  <a:lnTo>
                    <a:pt x="4534" y="1639"/>
                  </a:lnTo>
                  <a:lnTo>
                    <a:pt x="3715" y="2240"/>
                  </a:lnTo>
                  <a:lnTo>
                    <a:pt x="2950" y="2950"/>
                  </a:lnTo>
                  <a:lnTo>
                    <a:pt x="2240" y="3714"/>
                  </a:lnTo>
                  <a:lnTo>
                    <a:pt x="1639" y="4533"/>
                  </a:lnTo>
                  <a:lnTo>
                    <a:pt x="1148" y="5353"/>
                  </a:lnTo>
                  <a:lnTo>
                    <a:pt x="711" y="6281"/>
                  </a:lnTo>
                  <a:lnTo>
                    <a:pt x="438" y="7210"/>
                  </a:lnTo>
                  <a:lnTo>
                    <a:pt x="165" y="8138"/>
                  </a:lnTo>
                  <a:lnTo>
                    <a:pt x="55" y="9067"/>
                  </a:lnTo>
                  <a:lnTo>
                    <a:pt x="1" y="10050"/>
                  </a:lnTo>
                  <a:lnTo>
                    <a:pt x="55" y="11033"/>
                  </a:lnTo>
                  <a:lnTo>
                    <a:pt x="165" y="11961"/>
                  </a:lnTo>
                  <a:lnTo>
                    <a:pt x="438" y="12890"/>
                  </a:lnTo>
                  <a:lnTo>
                    <a:pt x="711" y="13818"/>
                  </a:lnTo>
                  <a:lnTo>
                    <a:pt x="1148" y="14747"/>
                  </a:lnTo>
                  <a:lnTo>
                    <a:pt x="1639" y="15566"/>
                  </a:lnTo>
                  <a:lnTo>
                    <a:pt x="2240" y="16385"/>
                  </a:lnTo>
                  <a:lnTo>
                    <a:pt x="2950" y="17150"/>
                  </a:lnTo>
                  <a:lnTo>
                    <a:pt x="3715" y="17860"/>
                  </a:lnTo>
                  <a:lnTo>
                    <a:pt x="4534" y="18460"/>
                  </a:lnTo>
                  <a:lnTo>
                    <a:pt x="5353" y="18952"/>
                  </a:lnTo>
                  <a:lnTo>
                    <a:pt x="6282" y="19389"/>
                  </a:lnTo>
                  <a:lnTo>
                    <a:pt x="7210" y="19662"/>
                  </a:lnTo>
                  <a:lnTo>
                    <a:pt x="8139" y="19935"/>
                  </a:lnTo>
                  <a:lnTo>
                    <a:pt x="9067" y="20044"/>
                  </a:lnTo>
                  <a:lnTo>
                    <a:pt x="10050" y="20099"/>
                  </a:lnTo>
                  <a:lnTo>
                    <a:pt x="11033" y="20044"/>
                  </a:lnTo>
                  <a:lnTo>
                    <a:pt x="11962" y="19935"/>
                  </a:lnTo>
                  <a:lnTo>
                    <a:pt x="12890" y="19662"/>
                  </a:lnTo>
                  <a:lnTo>
                    <a:pt x="13819" y="19389"/>
                  </a:lnTo>
                  <a:lnTo>
                    <a:pt x="14747" y="18952"/>
                  </a:lnTo>
                  <a:lnTo>
                    <a:pt x="15566" y="18460"/>
                  </a:lnTo>
                  <a:lnTo>
                    <a:pt x="16385" y="17860"/>
                  </a:lnTo>
                  <a:lnTo>
                    <a:pt x="17150" y="17150"/>
                  </a:lnTo>
                  <a:lnTo>
                    <a:pt x="17860" y="16385"/>
                  </a:lnTo>
                  <a:lnTo>
                    <a:pt x="18461" y="15566"/>
                  </a:lnTo>
                  <a:lnTo>
                    <a:pt x="18952" y="14747"/>
                  </a:lnTo>
                  <a:lnTo>
                    <a:pt x="19389" y="13818"/>
                  </a:lnTo>
                  <a:lnTo>
                    <a:pt x="19662" y="12890"/>
                  </a:lnTo>
                  <a:lnTo>
                    <a:pt x="19936" y="11961"/>
                  </a:lnTo>
                  <a:lnTo>
                    <a:pt x="20045" y="11033"/>
                  </a:lnTo>
                  <a:lnTo>
                    <a:pt x="20099" y="10050"/>
                  </a:lnTo>
                  <a:lnTo>
                    <a:pt x="20045" y="9067"/>
                  </a:lnTo>
                  <a:lnTo>
                    <a:pt x="19936" y="8138"/>
                  </a:lnTo>
                  <a:lnTo>
                    <a:pt x="19662" y="7210"/>
                  </a:lnTo>
                  <a:lnTo>
                    <a:pt x="19389" y="6281"/>
                  </a:lnTo>
                  <a:lnTo>
                    <a:pt x="18952" y="5353"/>
                  </a:lnTo>
                  <a:lnTo>
                    <a:pt x="18461" y="4533"/>
                  </a:lnTo>
                  <a:lnTo>
                    <a:pt x="17860" y="3714"/>
                  </a:lnTo>
                  <a:lnTo>
                    <a:pt x="17150" y="2950"/>
                  </a:lnTo>
                  <a:lnTo>
                    <a:pt x="16385" y="2240"/>
                  </a:lnTo>
                  <a:lnTo>
                    <a:pt x="15566" y="1639"/>
                  </a:lnTo>
                  <a:lnTo>
                    <a:pt x="14747" y="1147"/>
                  </a:lnTo>
                  <a:lnTo>
                    <a:pt x="13819" y="710"/>
                  </a:lnTo>
                  <a:lnTo>
                    <a:pt x="12890" y="437"/>
                  </a:lnTo>
                  <a:lnTo>
                    <a:pt x="11962" y="164"/>
                  </a:lnTo>
                  <a:lnTo>
                    <a:pt x="11033" y="55"/>
                  </a:lnTo>
                  <a:lnTo>
                    <a:pt x="100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2" name="Google Shape;1112;p48"/>
            <p:cNvSpPr/>
            <p:nvPr/>
          </p:nvSpPr>
          <p:spPr>
            <a:xfrm>
              <a:off x="4667450" y="3310800"/>
              <a:ext cx="502500" cy="502475"/>
            </a:xfrm>
            <a:custGeom>
              <a:rect b="b" l="l" r="r" t="t"/>
              <a:pathLst>
                <a:path extrusionOk="0" fill="none" h="20099" w="20100">
                  <a:moveTo>
                    <a:pt x="17150" y="2950"/>
                  </a:moveTo>
                  <a:lnTo>
                    <a:pt x="17150" y="2950"/>
                  </a:lnTo>
                  <a:lnTo>
                    <a:pt x="16385" y="2240"/>
                  </a:lnTo>
                  <a:lnTo>
                    <a:pt x="15566" y="1639"/>
                  </a:lnTo>
                  <a:lnTo>
                    <a:pt x="14747" y="1147"/>
                  </a:lnTo>
                  <a:lnTo>
                    <a:pt x="13819" y="710"/>
                  </a:lnTo>
                  <a:lnTo>
                    <a:pt x="12890" y="437"/>
                  </a:lnTo>
                  <a:lnTo>
                    <a:pt x="11962" y="164"/>
                  </a:lnTo>
                  <a:lnTo>
                    <a:pt x="11033" y="55"/>
                  </a:lnTo>
                  <a:lnTo>
                    <a:pt x="10050" y="0"/>
                  </a:lnTo>
                  <a:lnTo>
                    <a:pt x="9067" y="55"/>
                  </a:lnTo>
                  <a:lnTo>
                    <a:pt x="8139" y="164"/>
                  </a:lnTo>
                  <a:lnTo>
                    <a:pt x="7210" y="437"/>
                  </a:lnTo>
                  <a:lnTo>
                    <a:pt x="6282" y="710"/>
                  </a:lnTo>
                  <a:lnTo>
                    <a:pt x="5353" y="1147"/>
                  </a:lnTo>
                  <a:lnTo>
                    <a:pt x="4534" y="1639"/>
                  </a:lnTo>
                  <a:lnTo>
                    <a:pt x="3715" y="2240"/>
                  </a:lnTo>
                  <a:lnTo>
                    <a:pt x="2950" y="2950"/>
                  </a:lnTo>
                  <a:lnTo>
                    <a:pt x="2950" y="2950"/>
                  </a:lnTo>
                  <a:lnTo>
                    <a:pt x="2240" y="3714"/>
                  </a:lnTo>
                  <a:lnTo>
                    <a:pt x="1639" y="4533"/>
                  </a:lnTo>
                  <a:lnTo>
                    <a:pt x="1148" y="5353"/>
                  </a:lnTo>
                  <a:lnTo>
                    <a:pt x="711" y="6281"/>
                  </a:lnTo>
                  <a:lnTo>
                    <a:pt x="438" y="7210"/>
                  </a:lnTo>
                  <a:lnTo>
                    <a:pt x="165" y="8138"/>
                  </a:lnTo>
                  <a:lnTo>
                    <a:pt x="55" y="9067"/>
                  </a:lnTo>
                  <a:lnTo>
                    <a:pt x="1" y="10050"/>
                  </a:lnTo>
                  <a:lnTo>
                    <a:pt x="55" y="11033"/>
                  </a:lnTo>
                  <a:lnTo>
                    <a:pt x="165" y="11961"/>
                  </a:lnTo>
                  <a:lnTo>
                    <a:pt x="438" y="12890"/>
                  </a:lnTo>
                  <a:lnTo>
                    <a:pt x="711" y="13818"/>
                  </a:lnTo>
                  <a:lnTo>
                    <a:pt x="1148" y="14747"/>
                  </a:lnTo>
                  <a:lnTo>
                    <a:pt x="1639" y="15566"/>
                  </a:lnTo>
                  <a:lnTo>
                    <a:pt x="2240" y="16385"/>
                  </a:lnTo>
                  <a:lnTo>
                    <a:pt x="2950" y="17150"/>
                  </a:lnTo>
                  <a:lnTo>
                    <a:pt x="2950" y="17150"/>
                  </a:lnTo>
                  <a:lnTo>
                    <a:pt x="3715" y="17860"/>
                  </a:lnTo>
                  <a:lnTo>
                    <a:pt x="4534" y="18460"/>
                  </a:lnTo>
                  <a:lnTo>
                    <a:pt x="5353" y="18952"/>
                  </a:lnTo>
                  <a:lnTo>
                    <a:pt x="6282" y="19389"/>
                  </a:lnTo>
                  <a:lnTo>
                    <a:pt x="7210" y="19662"/>
                  </a:lnTo>
                  <a:lnTo>
                    <a:pt x="8139" y="19935"/>
                  </a:lnTo>
                  <a:lnTo>
                    <a:pt x="9067" y="20044"/>
                  </a:lnTo>
                  <a:lnTo>
                    <a:pt x="10050" y="20099"/>
                  </a:lnTo>
                  <a:lnTo>
                    <a:pt x="11033" y="20044"/>
                  </a:lnTo>
                  <a:lnTo>
                    <a:pt x="11962" y="19935"/>
                  </a:lnTo>
                  <a:lnTo>
                    <a:pt x="12890" y="19662"/>
                  </a:lnTo>
                  <a:lnTo>
                    <a:pt x="13819" y="19389"/>
                  </a:lnTo>
                  <a:lnTo>
                    <a:pt x="14747" y="18952"/>
                  </a:lnTo>
                  <a:lnTo>
                    <a:pt x="15566" y="18460"/>
                  </a:lnTo>
                  <a:lnTo>
                    <a:pt x="16385" y="17860"/>
                  </a:lnTo>
                  <a:lnTo>
                    <a:pt x="17150" y="17150"/>
                  </a:lnTo>
                  <a:lnTo>
                    <a:pt x="17150" y="17150"/>
                  </a:lnTo>
                  <a:lnTo>
                    <a:pt x="17860" y="16385"/>
                  </a:lnTo>
                  <a:lnTo>
                    <a:pt x="18461" y="15566"/>
                  </a:lnTo>
                  <a:lnTo>
                    <a:pt x="18952" y="14747"/>
                  </a:lnTo>
                  <a:lnTo>
                    <a:pt x="19389" y="13818"/>
                  </a:lnTo>
                  <a:lnTo>
                    <a:pt x="19662" y="12890"/>
                  </a:lnTo>
                  <a:lnTo>
                    <a:pt x="19936" y="11961"/>
                  </a:lnTo>
                  <a:lnTo>
                    <a:pt x="20045" y="11033"/>
                  </a:lnTo>
                  <a:lnTo>
                    <a:pt x="20099" y="10050"/>
                  </a:lnTo>
                  <a:lnTo>
                    <a:pt x="20045" y="9067"/>
                  </a:lnTo>
                  <a:lnTo>
                    <a:pt x="19936" y="8138"/>
                  </a:lnTo>
                  <a:lnTo>
                    <a:pt x="19662" y="7210"/>
                  </a:lnTo>
                  <a:lnTo>
                    <a:pt x="19389" y="6281"/>
                  </a:lnTo>
                  <a:lnTo>
                    <a:pt x="18952" y="5353"/>
                  </a:lnTo>
                  <a:lnTo>
                    <a:pt x="18461" y="4533"/>
                  </a:lnTo>
                  <a:lnTo>
                    <a:pt x="17860" y="3714"/>
                  </a:lnTo>
                  <a:lnTo>
                    <a:pt x="17150" y="2950"/>
                  </a:lnTo>
                  <a:lnTo>
                    <a:pt x="17150" y="2950"/>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3" name="Google Shape;1113;p48"/>
            <p:cNvSpPr/>
            <p:nvPr/>
          </p:nvSpPr>
          <p:spPr>
            <a:xfrm>
              <a:off x="4723425" y="3366775"/>
              <a:ext cx="390550" cy="390525"/>
            </a:xfrm>
            <a:custGeom>
              <a:rect b="b" l="l" r="r" t="t"/>
              <a:pathLst>
                <a:path extrusionOk="0" fill="none" h="15621" w="15622">
                  <a:moveTo>
                    <a:pt x="13273" y="14091"/>
                  </a:moveTo>
                  <a:lnTo>
                    <a:pt x="12890" y="13709"/>
                  </a:lnTo>
                  <a:lnTo>
                    <a:pt x="12890" y="13709"/>
                  </a:lnTo>
                  <a:lnTo>
                    <a:pt x="12344" y="14201"/>
                  </a:lnTo>
                  <a:lnTo>
                    <a:pt x="11743" y="14583"/>
                  </a:lnTo>
                  <a:lnTo>
                    <a:pt x="11143" y="14856"/>
                  </a:lnTo>
                  <a:lnTo>
                    <a:pt x="10487" y="15129"/>
                  </a:lnTo>
                  <a:lnTo>
                    <a:pt x="9832" y="15348"/>
                  </a:lnTo>
                  <a:lnTo>
                    <a:pt x="9176" y="15511"/>
                  </a:lnTo>
                  <a:lnTo>
                    <a:pt x="8466" y="15566"/>
                  </a:lnTo>
                  <a:lnTo>
                    <a:pt x="7811" y="15621"/>
                  </a:lnTo>
                  <a:lnTo>
                    <a:pt x="7156" y="15566"/>
                  </a:lnTo>
                  <a:lnTo>
                    <a:pt x="6446" y="15511"/>
                  </a:lnTo>
                  <a:lnTo>
                    <a:pt x="5790" y="15348"/>
                  </a:lnTo>
                  <a:lnTo>
                    <a:pt x="5135" y="15129"/>
                  </a:lnTo>
                  <a:lnTo>
                    <a:pt x="4479" y="14856"/>
                  </a:lnTo>
                  <a:lnTo>
                    <a:pt x="3879" y="14583"/>
                  </a:lnTo>
                  <a:lnTo>
                    <a:pt x="3278" y="14201"/>
                  </a:lnTo>
                  <a:lnTo>
                    <a:pt x="2732" y="13709"/>
                  </a:lnTo>
                  <a:lnTo>
                    <a:pt x="2349" y="14091"/>
                  </a:lnTo>
                  <a:lnTo>
                    <a:pt x="2349" y="14091"/>
                  </a:lnTo>
                  <a:lnTo>
                    <a:pt x="2186" y="14201"/>
                  </a:lnTo>
                  <a:lnTo>
                    <a:pt x="1967" y="14255"/>
                  </a:lnTo>
                  <a:lnTo>
                    <a:pt x="1749" y="14201"/>
                  </a:lnTo>
                  <a:lnTo>
                    <a:pt x="1530" y="14091"/>
                  </a:lnTo>
                  <a:lnTo>
                    <a:pt x="1530" y="14091"/>
                  </a:lnTo>
                  <a:lnTo>
                    <a:pt x="1421" y="13873"/>
                  </a:lnTo>
                  <a:lnTo>
                    <a:pt x="1366" y="13654"/>
                  </a:lnTo>
                  <a:lnTo>
                    <a:pt x="1421" y="13436"/>
                  </a:lnTo>
                  <a:lnTo>
                    <a:pt x="1530" y="13272"/>
                  </a:lnTo>
                  <a:lnTo>
                    <a:pt x="1913" y="12890"/>
                  </a:lnTo>
                  <a:lnTo>
                    <a:pt x="1913" y="12890"/>
                  </a:lnTo>
                  <a:lnTo>
                    <a:pt x="1421" y="12344"/>
                  </a:lnTo>
                  <a:lnTo>
                    <a:pt x="1039" y="11743"/>
                  </a:lnTo>
                  <a:lnTo>
                    <a:pt x="766" y="11142"/>
                  </a:lnTo>
                  <a:lnTo>
                    <a:pt x="493" y="10487"/>
                  </a:lnTo>
                  <a:lnTo>
                    <a:pt x="274" y="9831"/>
                  </a:lnTo>
                  <a:lnTo>
                    <a:pt x="110" y="9176"/>
                  </a:lnTo>
                  <a:lnTo>
                    <a:pt x="56" y="8466"/>
                  </a:lnTo>
                  <a:lnTo>
                    <a:pt x="1" y="7811"/>
                  </a:lnTo>
                  <a:lnTo>
                    <a:pt x="56" y="7155"/>
                  </a:lnTo>
                  <a:lnTo>
                    <a:pt x="110" y="6445"/>
                  </a:lnTo>
                  <a:lnTo>
                    <a:pt x="274" y="5790"/>
                  </a:lnTo>
                  <a:lnTo>
                    <a:pt x="493" y="5134"/>
                  </a:lnTo>
                  <a:lnTo>
                    <a:pt x="766" y="4479"/>
                  </a:lnTo>
                  <a:lnTo>
                    <a:pt x="1039" y="3878"/>
                  </a:lnTo>
                  <a:lnTo>
                    <a:pt x="1421" y="3278"/>
                  </a:lnTo>
                  <a:lnTo>
                    <a:pt x="1913" y="2731"/>
                  </a:lnTo>
                  <a:lnTo>
                    <a:pt x="1530" y="2349"/>
                  </a:lnTo>
                  <a:lnTo>
                    <a:pt x="1530" y="2349"/>
                  </a:lnTo>
                  <a:lnTo>
                    <a:pt x="1421" y="2185"/>
                  </a:lnTo>
                  <a:lnTo>
                    <a:pt x="1366" y="1967"/>
                  </a:lnTo>
                  <a:lnTo>
                    <a:pt x="1421" y="1748"/>
                  </a:lnTo>
                  <a:lnTo>
                    <a:pt x="1530" y="1530"/>
                  </a:lnTo>
                  <a:lnTo>
                    <a:pt x="1530" y="1530"/>
                  </a:lnTo>
                  <a:lnTo>
                    <a:pt x="1749" y="1421"/>
                  </a:lnTo>
                  <a:lnTo>
                    <a:pt x="1967" y="1366"/>
                  </a:lnTo>
                  <a:lnTo>
                    <a:pt x="2186" y="1421"/>
                  </a:lnTo>
                  <a:lnTo>
                    <a:pt x="2349" y="1530"/>
                  </a:lnTo>
                  <a:lnTo>
                    <a:pt x="2732" y="1912"/>
                  </a:lnTo>
                  <a:lnTo>
                    <a:pt x="2732" y="1912"/>
                  </a:lnTo>
                  <a:lnTo>
                    <a:pt x="3278" y="1421"/>
                  </a:lnTo>
                  <a:lnTo>
                    <a:pt x="3879" y="1038"/>
                  </a:lnTo>
                  <a:lnTo>
                    <a:pt x="4479" y="765"/>
                  </a:lnTo>
                  <a:lnTo>
                    <a:pt x="5135" y="492"/>
                  </a:lnTo>
                  <a:lnTo>
                    <a:pt x="5790" y="274"/>
                  </a:lnTo>
                  <a:lnTo>
                    <a:pt x="6446" y="110"/>
                  </a:lnTo>
                  <a:lnTo>
                    <a:pt x="7156" y="55"/>
                  </a:lnTo>
                  <a:lnTo>
                    <a:pt x="7811" y="1"/>
                  </a:lnTo>
                  <a:lnTo>
                    <a:pt x="8466" y="55"/>
                  </a:lnTo>
                  <a:lnTo>
                    <a:pt x="9176" y="110"/>
                  </a:lnTo>
                  <a:lnTo>
                    <a:pt x="9832" y="274"/>
                  </a:lnTo>
                  <a:lnTo>
                    <a:pt x="10487" y="492"/>
                  </a:lnTo>
                  <a:lnTo>
                    <a:pt x="11143" y="765"/>
                  </a:lnTo>
                  <a:lnTo>
                    <a:pt x="11743" y="1038"/>
                  </a:lnTo>
                  <a:lnTo>
                    <a:pt x="12344" y="1421"/>
                  </a:lnTo>
                  <a:lnTo>
                    <a:pt x="12890" y="1912"/>
                  </a:lnTo>
                  <a:lnTo>
                    <a:pt x="13273" y="1530"/>
                  </a:lnTo>
                  <a:lnTo>
                    <a:pt x="13273" y="1530"/>
                  </a:lnTo>
                  <a:lnTo>
                    <a:pt x="13436" y="1421"/>
                  </a:lnTo>
                  <a:lnTo>
                    <a:pt x="13655" y="1366"/>
                  </a:lnTo>
                  <a:lnTo>
                    <a:pt x="13873" y="1421"/>
                  </a:lnTo>
                  <a:lnTo>
                    <a:pt x="14092" y="1530"/>
                  </a:lnTo>
                  <a:lnTo>
                    <a:pt x="14092" y="1530"/>
                  </a:lnTo>
                  <a:lnTo>
                    <a:pt x="14201" y="1748"/>
                  </a:lnTo>
                  <a:lnTo>
                    <a:pt x="14256" y="1967"/>
                  </a:lnTo>
                  <a:lnTo>
                    <a:pt x="14201" y="2185"/>
                  </a:lnTo>
                  <a:lnTo>
                    <a:pt x="14092" y="2349"/>
                  </a:lnTo>
                  <a:lnTo>
                    <a:pt x="13710" y="2731"/>
                  </a:lnTo>
                  <a:lnTo>
                    <a:pt x="13710" y="2731"/>
                  </a:lnTo>
                  <a:lnTo>
                    <a:pt x="14201" y="3278"/>
                  </a:lnTo>
                  <a:lnTo>
                    <a:pt x="14583" y="3878"/>
                  </a:lnTo>
                  <a:lnTo>
                    <a:pt x="14856" y="4479"/>
                  </a:lnTo>
                  <a:lnTo>
                    <a:pt x="15130" y="5134"/>
                  </a:lnTo>
                  <a:lnTo>
                    <a:pt x="15348" y="5790"/>
                  </a:lnTo>
                  <a:lnTo>
                    <a:pt x="15512" y="6445"/>
                  </a:lnTo>
                  <a:lnTo>
                    <a:pt x="15567" y="7155"/>
                  </a:lnTo>
                  <a:lnTo>
                    <a:pt x="15621" y="7811"/>
                  </a:lnTo>
                  <a:lnTo>
                    <a:pt x="15567" y="8466"/>
                  </a:lnTo>
                  <a:lnTo>
                    <a:pt x="15512" y="9176"/>
                  </a:lnTo>
                  <a:lnTo>
                    <a:pt x="15348" y="9831"/>
                  </a:lnTo>
                  <a:lnTo>
                    <a:pt x="15130" y="10487"/>
                  </a:lnTo>
                  <a:lnTo>
                    <a:pt x="14856" y="11142"/>
                  </a:lnTo>
                  <a:lnTo>
                    <a:pt x="14583" y="11743"/>
                  </a:lnTo>
                  <a:lnTo>
                    <a:pt x="14201" y="12344"/>
                  </a:lnTo>
                  <a:lnTo>
                    <a:pt x="13710" y="12890"/>
                  </a:lnTo>
                  <a:lnTo>
                    <a:pt x="14092" y="13272"/>
                  </a:lnTo>
                  <a:lnTo>
                    <a:pt x="14092" y="13272"/>
                  </a:lnTo>
                  <a:lnTo>
                    <a:pt x="14201" y="13436"/>
                  </a:lnTo>
                  <a:lnTo>
                    <a:pt x="14256" y="13654"/>
                  </a:lnTo>
                  <a:lnTo>
                    <a:pt x="14201" y="13873"/>
                  </a:lnTo>
                  <a:lnTo>
                    <a:pt x="14092" y="14091"/>
                  </a:lnTo>
                  <a:lnTo>
                    <a:pt x="14092" y="14091"/>
                  </a:lnTo>
                  <a:lnTo>
                    <a:pt x="13873" y="14201"/>
                  </a:lnTo>
                  <a:lnTo>
                    <a:pt x="13655" y="14255"/>
                  </a:lnTo>
                  <a:lnTo>
                    <a:pt x="13436" y="14201"/>
                  </a:lnTo>
                  <a:lnTo>
                    <a:pt x="13273" y="14091"/>
                  </a:lnTo>
                  <a:lnTo>
                    <a:pt x="13273" y="14091"/>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4" name="Google Shape;1114;p48"/>
            <p:cNvSpPr/>
            <p:nvPr/>
          </p:nvSpPr>
          <p:spPr>
            <a:xfrm>
              <a:off x="5055225" y="3719050"/>
              <a:ext cx="25" cy="25"/>
            </a:xfrm>
            <a:custGeom>
              <a:rect b="b" l="l" r="r" t="t"/>
              <a:pathLst>
                <a:path extrusionOk="0" fill="none" h="1" w="1">
                  <a:moveTo>
                    <a:pt x="1" y="0"/>
                  </a:moveTo>
                  <a:lnTo>
                    <a:pt x="1" y="0"/>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pic>
        <p:nvPicPr>
          <p:cNvPr id="1115" name="Google Shape;1115;p48"/>
          <p:cNvPicPr preferRelativeResize="0"/>
          <p:nvPr/>
        </p:nvPicPr>
        <p:blipFill rotWithShape="1">
          <a:blip r:embed="rId3">
            <a:alphaModFix amt="41000"/>
          </a:blip>
          <a:srcRect b="0" l="0" r="0" t="0"/>
          <a:stretch/>
        </p:blipFill>
        <p:spPr>
          <a:xfrm rot="-874335">
            <a:off x="6848973" y="-2363527"/>
            <a:ext cx="6700174" cy="434002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9" name="Shape 1119"/>
        <p:cNvGrpSpPr/>
        <p:nvPr/>
      </p:nvGrpSpPr>
      <p:grpSpPr>
        <a:xfrm>
          <a:off x="0" y="0"/>
          <a:ext cx="0" cy="0"/>
          <a:chOff x="0" y="0"/>
          <a:chExt cx="0" cy="0"/>
        </a:xfrm>
      </p:grpSpPr>
      <p:sp>
        <p:nvSpPr>
          <p:cNvPr id="1120" name="Google Shape;1120;p49"/>
          <p:cNvSpPr txBox="1"/>
          <p:nvPr>
            <p:ph type="title"/>
          </p:nvPr>
        </p:nvSpPr>
        <p:spPr>
          <a:xfrm>
            <a:off x="3842675" y="2428325"/>
            <a:ext cx="4530000" cy="9420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a:t>ADT</a:t>
            </a:r>
            <a:endParaRPr/>
          </a:p>
        </p:txBody>
      </p:sp>
      <p:sp>
        <p:nvSpPr>
          <p:cNvPr id="1121" name="Google Shape;1121;p49"/>
          <p:cNvSpPr txBox="1"/>
          <p:nvPr>
            <p:ph idx="2" type="title"/>
          </p:nvPr>
        </p:nvSpPr>
        <p:spPr>
          <a:xfrm>
            <a:off x="5342188" y="1291200"/>
            <a:ext cx="1530900" cy="7134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6000"/>
              <a:buNone/>
            </a:pPr>
            <a:r>
              <a:rPr lang="en"/>
              <a:t>04</a:t>
            </a:r>
            <a:endParaRPr/>
          </a:p>
        </p:txBody>
      </p:sp>
      <p:sp>
        <p:nvSpPr>
          <p:cNvPr id="1122" name="Google Shape;1122;p49"/>
          <p:cNvSpPr txBox="1"/>
          <p:nvPr>
            <p:ph idx="1" type="subTitle"/>
          </p:nvPr>
        </p:nvSpPr>
        <p:spPr>
          <a:xfrm>
            <a:off x="4567138" y="3370325"/>
            <a:ext cx="3081000" cy="7134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lang="en"/>
              <a:t>Beskrywing en motivering vir abstrakte data tipes wat gebruik word</a:t>
            </a:r>
            <a:endParaRPr/>
          </a:p>
        </p:txBody>
      </p:sp>
      <p:cxnSp>
        <p:nvCxnSpPr>
          <p:cNvPr id="1123" name="Google Shape;1123;p49"/>
          <p:cNvCxnSpPr/>
          <p:nvPr/>
        </p:nvCxnSpPr>
        <p:spPr>
          <a:xfrm>
            <a:off x="5425288" y="2260978"/>
            <a:ext cx="1364700" cy="0"/>
          </a:xfrm>
          <a:prstGeom prst="straightConnector1">
            <a:avLst/>
          </a:prstGeom>
          <a:noFill/>
          <a:ln cap="flat" cmpd="sng" w="9525">
            <a:solidFill>
              <a:schemeClr val="dk1"/>
            </a:solidFill>
            <a:prstDash val="solid"/>
            <a:round/>
            <a:headEnd len="sm" w="sm" type="none"/>
            <a:tailEnd len="sm" w="sm" type="none"/>
          </a:ln>
        </p:spPr>
      </p:cxnSp>
      <p:grpSp>
        <p:nvGrpSpPr>
          <p:cNvPr id="1124" name="Google Shape;1124;p49"/>
          <p:cNvGrpSpPr/>
          <p:nvPr/>
        </p:nvGrpSpPr>
        <p:grpSpPr>
          <a:xfrm>
            <a:off x="1805872" y="734091"/>
            <a:ext cx="2287695" cy="2289334"/>
            <a:chOff x="1192500" y="238125"/>
            <a:chExt cx="5235000" cy="5238750"/>
          </a:xfrm>
        </p:grpSpPr>
        <p:sp>
          <p:nvSpPr>
            <p:cNvPr id="1125" name="Google Shape;1125;p49"/>
            <p:cNvSpPr/>
            <p:nvPr/>
          </p:nvSpPr>
          <p:spPr>
            <a:xfrm>
              <a:off x="4141150" y="2266250"/>
              <a:ext cx="123500" cy="123525"/>
            </a:xfrm>
            <a:custGeom>
              <a:rect b="b" l="l" r="r" t="t"/>
              <a:pathLst>
                <a:path extrusionOk="0" h="4941" w="4940">
                  <a:moveTo>
                    <a:pt x="1" y="1"/>
                  </a:moveTo>
                  <a:lnTo>
                    <a:pt x="1" y="150"/>
                  </a:lnTo>
                  <a:lnTo>
                    <a:pt x="1048" y="1348"/>
                  </a:lnTo>
                  <a:lnTo>
                    <a:pt x="2246" y="2545"/>
                  </a:lnTo>
                  <a:lnTo>
                    <a:pt x="4790" y="4940"/>
                  </a:lnTo>
                  <a:lnTo>
                    <a:pt x="4940" y="4940"/>
                  </a:lnTo>
                  <a:lnTo>
                    <a:pt x="4940" y="4791"/>
                  </a:lnTo>
                  <a:lnTo>
                    <a:pt x="2545" y="23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6" name="Google Shape;1126;p49"/>
            <p:cNvSpPr/>
            <p:nvPr/>
          </p:nvSpPr>
          <p:spPr>
            <a:xfrm>
              <a:off x="4189800" y="2221350"/>
              <a:ext cx="123500" cy="131000"/>
            </a:xfrm>
            <a:custGeom>
              <a:rect b="b" l="l" r="r" t="t"/>
              <a:pathLst>
                <a:path extrusionOk="0" h="5240" w="4940">
                  <a:moveTo>
                    <a:pt x="150" y="1"/>
                  </a:moveTo>
                  <a:lnTo>
                    <a:pt x="0" y="150"/>
                  </a:lnTo>
                  <a:lnTo>
                    <a:pt x="1048" y="1497"/>
                  </a:lnTo>
                  <a:lnTo>
                    <a:pt x="2246" y="2695"/>
                  </a:lnTo>
                  <a:lnTo>
                    <a:pt x="3443" y="3892"/>
                  </a:lnTo>
                  <a:lnTo>
                    <a:pt x="4790" y="5239"/>
                  </a:lnTo>
                  <a:lnTo>
                    <a:pt x="4940" y="5239"/>
                  </a:lnTo>
                  <a:lnTo>
                    <a:pt x="4940" y="5090"/>
                  </a:lnTo>
                  <a:lnTo>
                    <a:pt x="2545" y="2396"/>
                  </a:lnTo>
                  <a:lnTo>
                    <a:pt x="1347" y="1198"/>
                  </a:lnTo>
                  <a:lnTo>
                    <a:pt x="749" y="5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7" name="Google Shape;1127;p49"/>
            <p:cNvSpPr/>
            <p:nvPr/>
          </p:nvSpPr>
          <p:spPr>
            <a:xfrm>
              <a:off x="4242175" y="2187675"/>
              <a:ext cx="108550" cy="112275"/>
            </a:xfrm>
            <a:custGeom>
              <a:rect b="b" l="l" r="r" t="t"/>
              <a:pathLst>
                <a:path extrusionOk="0" h="4491" w="4342">
                  <a:moveTo>
                    <a:pt x="1" y="1"/>
                  </a:moveTo>
                  <a:lnTo>
                    <a:pt x="1" y="150"/>
                  </a:lnTo>
                  <a:lnTo>
                    <a:pt x="1947" y="2395"/>
                  </a:lnTo>
                  <a:lnTo>
                    <a:pt x="4042" y="4491"/>
                  </a:lnTo>
                  <a:lnTo>
                    <a:pt x="4342" y="4491"/>
                  </a:lnTo>
                  <a:lnTo>
                    <a:pt x="4342" y="4341"/>
                  </a:lnTo>
                  <a:lnTo>
                    <a:pt x="2246" y="20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8" name="Google Shape;1128;p49"/>
            <p:cNvSpPr/>
            <p:nvPr/>
          </p:nvSpPr>
          <p:spPr>
            <a:xfrm>
              <a:off x="4290825" y="2154000"/>
              <a:ext cx="131000" cy="131000"/>
            </a:xfrm>
            <a:custGeom>
              <a:rect b="b" l="l" r="r" t="t"/>
              <a:pathLst>
                <a:path extrusionOk="0" h="5240" w="5240">
                  <a:moveTo>
                    <a:pt x="1" y="0"/>
                  </a:moveTo>
                  <a:lnTo>
                    <a:pt x="1" y="150"/>
                  </a:lnTo>
                  <a:lnTo>
                    <a:pt x="1198" y="1348"/>
                  </a:lnTo>
                  <a:lnTo>
                    <a:pt x="2396" y="2695"/>
                  </a:lnTo>
                  <a:lnTo>
                    <a:pt x="3743" y="4042"/>
                  </a:lnTo>
                  <a:lnTo>
                    <a:pt x="5090" y="5239"/>
                  </a:lnTo>
                  <a:lnTo>
                    <a:pt x="5239" y="5239"/>
                  </a:lnTo>
                  <a:lnTo>
                    <a:pt x="5239" y="5090"/>
                  </a:lnTo>
                  <a:lnTo>
                    <a:pt x="4042" y="3742"/>
                  </a:lnTo>
                  <a:lnTo>
                    <a:pt x="2695" y="2395"/>
                  </a:lnTo>
                  <a:lnTo>
                    <a:pt x="149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9" name="Google Shape;1129;p49"/>
            <p:cNvSpPr/>
            <p:nvPr/>
          </p:nvSpPr>
          <p:spPr>
            <a:xfrm>
              <a:off x="4339475" y="2112825"/>
              <a:ext cx="104800" cy="104800"/>
            </a:xfrm>
            <a:custGeom>
              <a:rect b="b" l="l" r="r" t="t"/>
              <a:pathLst>
                <a:path extrusionOk="0" h="4192" w="4192">
                  <a:moveTo>
                    <a:pt x="0" y="1"/>
                  </a:moveTo>
                  <a:lnTo>
                    <a:pt x="0" y="151"/>
                  </a:lnTo>
                  <a:lnTo>
                    <a:pt x="899" y="1198"/>
                  </a:lnTo>
                  <a:lnTo>
                    <a:pt x="1946" y="2246"/>
                  </a:lnTo>
                  <a:lnTo>
                    <a:pt x="4042" y="4192"/>
                  </a:lnTo>
                  <a:lnTo>
                    <a:pt x="4191" y="4192"/>
                  </a:lnTo>
                  <a:lnTo>
                    <a:pt x="4191" y="4042"/>
                  </a:lnTo>
                  <a:lnTo>
                    <a:pt x="2246" y="1947"/>
                  </a:lnTo>
                  <a:lnTo>
                    <a:pt x="1198" y="10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0" name="Google Shape;1130;p49"/>
            <p:cNvSpPr/>
            <p:nvPr/>
          </p:nvSpPr>
          <p:spPr>
            <a:xfrm>
              <a:off x="4436775" y="2041750"/>
              <a:ext cx="89825" cy="86075"/>
            </a:xfrm>
            <a:custGeom>
              <a:rect b="b" l="l" r="r" t="t"/>
              <a:pathLst>
                <a:path extrusionOk="0" h="3443" w="3593">
                  <a:moveTo>
                    <a:pt x="0" y="0"/>
                  </a:moveTo>
                  <a:lnTo>
                    <a:pt x="1647" y="1796"/>
                  </a:lnTo>
                  <a:lnTo>
                    <a:pt x="3443" y="3443"/>
                  </a:lnTo>
                  <a:lnTo>
                    <a:pt x="3592" y="3443"/>
                  </a:lnTo>
                  <a:lnTo>
                    <a:pt x="3592" y="3293"/>
                  </a:lnTo>
                  <a:lnTo>
                    <a:pt x="2844" y="2395"/>
                  </a:lnTo>
                  <a:lnTo>
                    <a:pt x="1946"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1" name="Google Shape;1131;p49"/>
            <p:cNvSpPr/>
            <p:nvPr/>
          </p:nvSpPr>
          <p:spPr>
            <a:xfrm>
              <a:off x="4388125" y="2079150"/>
              <a:ext cx="93575" cy="89850"/>
            </a:xfrm>
            <a:custGeom>
              <a:rect b="b" l="l" r="r" t="t"/>
              <a:pathLst>
                <a:path extrusionOk="0" h="3594" w="3743">
                  <a:moveTo>
                    <a:pt x="0" y="1"/>
                  </a:moveTo>
                  <a:lnTo>
                    <a:pt x="1647" y="1947"/>
                  </a:lnTo>
                  <a:lnTo>
                    <a:pt x="3443" y="3593"/>
                  </a:lnTo>
                  <a:lnTo>
                    <a:pt x="3742" y="3593"/>
                  </a:lnTo>
                  <a:lnTo>
                    <a:pt x="3742" y="3443"/>
                  </a:lnTo>
                  <a:lnTo>
                    <a:pt x="1946" y="16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2" name="Google Shape;1132;p49"/>
            <p:cNvSpPr/>
            <p:nvPr/>
          </p:nvSpPr>
          <p:spPr>
            <a:xfrm>
              <a:off x="4485400" y="2000575"/>
              <a:ext cx="82350" cy="78600"/>
            </a:xfrm>
            <a:custGeom>
              <a:rect b="b" l="l" r="r" t="t"/>
              <a:pathLst>
                <a:path extrusionOk="0" h="3144" w="3294">
                  <a:moveTo>
                    <a:pt x="1" y="1"/>
                  </a:moveTo>
                  <a:lnTo>
                    <a:pt x="1" y="150"/>
                  </a:lnTo>
                  <a:lnTo>
                    <a:pt x="1498" y="1797"/>
                  </a:lnTo>
                  <a:lnTo>
                    <a:pt x="2246" y="2545"/>
                  </a:lnTo>
                  <a:lnTo>
                    <a:pt x="3144" y="3144"/>
                  </a:lnTo>
                  <a:lnTo>
                    <a:pt x="3294" y="3144"/>
                  </a:lnTo>
                  <a:lnTo>
                    <a:pt x="3294" y="2994"/>
                  </a:lnTo>
                  <a:lnTo>
                    <a:pt x="2545" y="2246"/>
                  </a:lnTo>
                  <a:lnTo>
                    <a:pt x="1797" y="1497"/>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3" name="Google Shape;1133;p49"/>
            <p:cNvSpPr/>
            <p:nvPr/>
          </p:nvSpPr>
          <p:spPr>
            <a:xfrm>
              <a:off x="4537800" y="1966900"/>
              <a:ext cx="71125" cy="67375"/>
            </a:xfrm>
            <a:custGeom>
              <a:rect b="b" l="l" r="r" t="t"/>
              <a:pathLst>
                <a:path extrusionOk="0" h="2695" w="2845">
                  <a:moveTo>
                    <a:pt x="0" y="1"/>
                  </a:moveTo>
                  <a:lnTo>
                    <a:pt x="0" y="150"/>
                  </a:lnTo>
                  <a:lnTo>
                    <a:pt x="1198" y="1497"/>
                  </a:lnTo>
                  <a:lnTo>
                    <a:pt x="2695" y="2695"/>
                  </a:lnTo>
                  <a:lnTo>
                    <a:pt x="2844" y="2695"/>
                  </a:lnTo>
                  <a:lnTo>
                    <a:pt x="2844" y="2545"/>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4" name="Google Shape;1134;p49"/>
            <p:cNvSpPr/>
            <p:nvPr/>
          </p:nvSpPr>
          <p:spPr>
            <a:xfrm>
              <a:off x="4586450" y="1925750"/>
              <a:ext cx="74850" cy="74850"/>
            </a:xfrm>
            <a:custGeom>
              <a:rect b="b" l="l" r="r" t="t"/>
              <a:pathLst>
                <a:path extrusionOk="0" h="2994" w="2994">
                  <a:moveTo>
                    <a:pt x="0" y="0"/>
                  </a:moveTo>
                  <a:lnTo>
                    <a:pt x="0" y="150"/>
                  </a:lnTo>
                  <a:lnTo>
                    <a:pt x="1347" y="1796"/>
                  </a:lnTo>
                  <a:lnTo>
                    <a:pt x="2096" y="2395"/>
                  </a:lnTo>
                  <a:lnTo>
                    <a:pt x="2994" y="2994"/>
                  </a:lnTo>
                  <a:lnTo>
                    <a:pt x="2994" y="2994"/>
                  </a:lnTo>
                  <a:lnTo>
                    <a:pt x="2395" y="2096"/>
                  </a:lnTo>
                  <a:lnTo>
                    <a:pt x="1647"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5" name="Google Shape;1135;p49"/>
            <p:cNvSpPr/>
            <p:nvPr/>
          </p:nvSpPr>
          <p:spPr>
            <a:xfrm>
              <a:off x="4635100" y="1888325"/>
              <a:ext cx="74850" cy="71125"/>
            </a:xfrm>
            <a:custGeom>
              <a:rect b="b" l="l" r="r" t="t"/>
              <a:pathLst>
                <a:path extrusionOk="0" h="2845" w="2994">
                  <a:moveTo>
                    <a:pt x="150" y="0"/>
                  </a:moveTo>
                  <a:lnTo>
                    <a:pt x="150" y="150"/>
                  </a:lnTo>
                  <a:lnTo>
                    <a:pt x="0" y="150"/>
                  </a:lnTo>
                  <a:lnTo>
                    <a:pt x="1347" y="1647"/>
                  </a:lnTo>
                  <a:lnTo>
                    <a:pt x="2096" y="2245"/>
                  </a:lnTo>
                  <a:lnTo>
                    <a:pt x="2844" y="2844"/>
                  </a:lnTo>
                  <a:lnTo>
                    <a:pt x="2994" y="2844"/>
                  </a:lnTo>
                  <a:lnTo>
                    <a:pt x="2395" y="1946"/>
                  </a:lnTo>
                  <a:lnTo>
                    <a:pt x="1647" y="13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6" name="Google Shape;1136;p49"/>
            <p:cNvSpPr/>
            <p:nvPr/>
          </p:nvSpPr>
          <p:spPr>
            <a:xfrm>
              <a:off x="4683725" y="1847150"/>
              <a:ext cx="71125" cy="71125"/>
            </a:xfrm>
            <a:custGeom>
              <a:rect b="b" l="l" r="r" t="t"/>
              <a:pathLst>
                <a:path extrusionOk="0" h="2845" w="2845">
                  <a:moveTo>
                    <a:pt x="1" y="1"/>
                  </a:moveTo>
                  <a:lnTo>
                    <a:pt x="1" y="150"/>
                  </a:lnTo>
                  <a:lnTo>
                    <a:pt x="1348" y="1647"/>
                  </a:lnTo>
                  <a:lnTo>
                    <a:pt x="1947" y="2246"/>
                  </a:lnTo>
                  <a:lnTo>
                    <a:pt x="2695" y="2845"/>
                  </a:lnTo>
                  <a:lnTo>
                    <a:pt x="2845" y="2845"/>
                  </a:lnTo>
                  <a:lnTo>
                    <a:pt x="2845" y="2695"/>
                  </a:lnTo>
                  <a:lnTo>
                    <a:pt x="2246" y="1947"/>
                  </a:lnTo>
                  <a:lnTo>
                    <a:pt x="1647" y="1348"/>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7" name="Google Shape;1137;p49"/>
            <p:cNvSpPr/>
            <p:nvPr/>
          </p:nvSpPr>
          <p:spPr>
            <a:xfrm>
              <a:off x="4736125" y="1813475"/>
              <a:ext cx="71125" cy="71125"/>
            </a:xfrm>
            <a:custGeom>
              <a:rect b="b" l="l" r="r" t="t"/>
              <a:pathLst>
                <a:path extrusionOk="0" h="2845" w="2845">
                  <a:moveTo>
                    <a:pt x="0" y="1"/>
                  </a:moveTo>
                  <a:lnTo>
                    <a:pt x="1348" y="1497"/>
                  </a:lnTo>
                  <a:lnTo>
                    <a:pt x="1946" y="2246"/>
                  </a:lnTo>
                  <a:lnTo>
                    <a:pt x="2695" y="2845"/>
                  </a:lnTo>
                  <a:lnTo>
                    <a:pt x="2844" y="2845"/>
                  </a:lnTo>
                  <a:lnTo>
                    <a:pt x="2844" y="2695"/>
                  </a:lnTo>
                  <a:lnTo>
                    <a:pt x="2246" y="1947"/>
                  </a:lnTo>
                  <a:lnTo>
                    <a:pt x="1647" y="134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8" name="Google Shape;1138;p49"/>
            <p:cNvSpPr/>
            <p:nvPr/>
          </p:nvSpPr>
          <p:spPr>
            <a:xfrm>
              <a:off x="4784775" y="1776050"/>
              <a:ext cx="56150" cy="56175"/>
            </a:xfrm>
            <a:custGeom>
              <a:rect b="b" l="l" r="r" t="t"/>
              <a:pathLst>
                <a:path extrusionOk="0" h="2247" w="2246">
                  <a:moveTo>
                    <a:pt x="0" y="1"/>
                  </a:moveTo>
                  <a:lnTo>
                    <a:pt x="898" y="1198"/>
                  </a:lnTo>
                  <a:lnTo>
                    <a:pt x="1497" y="1797"/>
                  </a:lnTo>
                  <a:lnTo>
                    <a:pt x="2096" y="2246"/>
                  </a:lnTo>
                  <a:lnTo>
                    <a:pt x="2245" y="2246"/>
                  </a:lnTo>
                  <a:lnTo>
                    <a:pt x="2245" y="2096"/>
                  </a:lnTo>
                  <a:lnTo>
                    <a:pt x="1796" y="1498"/>
                  </a:lnTo>
                  <a:lnTo>
                    <a:pt x="1198" y="8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9" name="Google Shape;1139;p49"/>
            <p:cNvSpPr/>
            <p:nvPr/>
          </p:nvSpPr>
          <p:spPr>
            <a:xfrm>
              <a:off x="4833425" y="1738650"/>
              <a:ext cx="41175" cy="41175"/>
            </a:xfrm>
            <a:custGeom>
              <a:rect b="b" l="l" r="r" t="t"/>
              <a:pathLst>
                <a:path extrusionOk="0" h="1647" w="1647">
                  <a:moveTo>
                    <a:pt x="0" y="0"/>
                  </a:moveTo>
                  <a:lnTo>
                    <a:pt x="748" y="898"/>
                  </a:lnTo>
                  <a:lnTo>
                    <a:pt x="1497" y="1647"/>
                  </a:lnTo>
                  <a:lnTo>
                    <a:pt x="1646" y="1647"/>
                  </a:lnTo>
                  <a:lnTo>
                    <a:pt x="1646" y="149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0" name="Google Shape;1140;p49"/>
            <p:cNvSpPr/>
            <p:nvPr/>
          </p:nvSpPr>
          <p:spPr>
            <a:xfrm>
              <a:off x="4882050" y="1697475"/>
              <a:ext cx="33700" cy="33700"/>
            </a:xfrm>
            <a:custGeom>
              <a:rect b="b" l="l" r="r" t="t"/>
              <a:pathLst>
                <a:path extrusionOk="0" h="1348" w="1348">
                  <a:moveTo>
                    <a:pt x="1" y="1"/>
                  </a:moveTo>
                  <a:lnTo>
                    <a:pt x="450" y="749"/>
                  </a:lnTo>
                  <a:lnTo>
                    <a:pt x="1198" y="1348"/>
                  </a:lnTo>
                  <a:lnTo>
                    <a:pt x="1348" y="1348"/>
                  </a:lnTo>
                  <a:lnTo>
                    <a:pt x="1348" y="1198"/>
                  </a:lnTo>
                  <a:lnTo>
                    <a:pt x="749" y="45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1" name="Google Shape;1141;p49"/>
            <p:cNvSpPr/>
            <p:nvPr/>
          </p:nvSpPr>
          <p:spPr>
            <a:xfrm>
              <a:off x="4930700" y="1660050"/>
              <a:ext cx="37450" cy="33700"/>
            </a:xfrm>
            <a:custGeom>
              <a:rect b="b" l="l" r="r" t="t"/>
              <a:pathLst>
                <a:path extrusionOk="0" h="1348" w="1498">
                  <a:moveTo>
                    <a:pt x="1" y="1"/>
                  </a:moveTo>
                  <a:lnTo>
                    <a:pt x="1" y="151"/>
                  </a:lnTo>
                  <a:lnTo>
                    <a:pt x="599" y="899"/>
                  </a:lnTo>
                  <a:lnTo>
                    <a:pt x="899" y="1198"/>
                  </a:lnTo>
                  <a:lnTo>
                    <a:pt x="1348" y="1348"/>
                  </a:lnTo>
                  <a:lnTo>
                    <a:pt x="1497" y="1348"/>
                  </a:lnTo>
                  <a:lnTo>
                    <a:pt x="1497" y="1198"/>
                  </a:lnTo>
                  <a:lnTo>
                    <a:pt x="1198" y="899"/>
                  </a:lnTo>
                  <a:lnTo>
                    <a:pt x="899"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2" name="Google Shape;1142;p49"/>
            <p:cNvSpPr/>
            <p:nvPr/>
          </p:nvSpPr>
          <p:spPr>
            <a:xfrm>
              <a:off x="4979350" y="1618900"/>
              <a:ext cx="29950" cy="29950"/>
            </a:xfrm>
            <a:custGeom>
              <a:rect b="b" l="l" r="r" t="t"/>
              <a:pathLst>
                <a:path extrusionOk="0" h="1198" w="1198">
                  <a:moveTo>
                    <a:pt x="0" y="0"/>
                  </a:moveTo>
                  <a:lnTo>
                    <a:pt x="0" y="150"/>
                  </a:lnTo>
                  <a:lnTo>
                    <a:pt x="450" y="749"/>
                  </a:lnTo>
                  <a:lnTo>
                    <a:pt x="1048" y="1198"/>
                  </a:lnTo>
                  <a:lnTo>
                    <a:pt x="1198" y="1198"/>
                  </a:lnTo>
                  <a:lnTo>
                    <a:pt x="1198" y="1048"/>
                  </a:lnTo>
                  <a:lnTo>
                    <a:pt x="599" y="449"/>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3" name="Google Shape;1143;p49"/>
            <p:cNvSpPr/>
            <p:nvPr/>
          </p:nvSpPr>
          <p:spPr>
            <a:xfrm>
              <a:off x="3228125" y="2386000"/>
              <a:ext cx="123500" cy="127250"/>
            </a:xfrm>
            <a:custGeom>
              <a:rect b="b" l="l" r="r" t="t"/>
              <a:pathLst>
                <a:path extrusionOk="0" h="5090" w="4940">
                  <a:moveTo>
                    <a:pt x="4790" y="1"/>
                  </a:moveTo>
                  <a:lnTo>
                    <a:pt x="2395" y="2395"/>
                  </a:lnTo>
                  <a:lnTo>
                    <a:pt x="0" y="4940"/>
                  </a:lnTo>
                  <a:lnTo>
                    <a:pt x="0" y="5090"/>
                  </a:lnTo>
                  <a:lnTo>
                    <a:pt x="150" y="5090"/>
                  </a:lnTo>
                  <a:lnTo>
                    <a:pt x="1347" y="3892"/>
                  </a:lnTo>
                  <a:lnTo>
                    <a:pt x="2545" y="2695"/>
                  </a:lnTo>
                  <a:lnTo>
                    <a:pt x="4939" y="150"/>
                  </a:lnTo>
                  <a:lnTo>
                    <a:pt x="49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4" name="Google Shape;1144;p49"/>
            <p:cNvSpPr/>
            <p:nvPr/>
          </p:nvSpPr>
          <p:spPr>
            <a:xfrm>
              <a:off x="3183200" y="2337350"/>
              <a:ext cx="131000" cy="123525"/>
            </a:xfrm>
            <a:custGeom>
              <a:rect b="b" l="l" r="r" t="t"/>
              <a:pathLst>
                <a:path extrusionOk="0" h="4941" w="5240">
                  <a:moveTo>
                    <a:pt x="5090" y="1"/>
                  </a:moveTo>
                  <a:lnTo>
                    <a:pt x="2396" y="2545"/>
                  </a:lnTo>
                  <a:lnTo>
                    <a:pt x="1198" y="3593"/>
                  </a:lnTo>
                  <a:lnTo>
                    <a:pt x="600" y="4192"/>
                  </a:lnTo>
                  <a:lnTo>
                    <a:pt x="1" y="4940"/>
                  </a:lnTo>
                  <a:lnTo>
                    <a:pt x="151" y="4940"/>
                  </a:lnTo>
                  <a:lnTo>
                    <a:pt x="1498" y="3892"/>
                  </a:lnTo>
                  <a:lnTo>
                    <a:pt x="2695" y="2845"/>
                  </a:lnTo>
                  <a:lnTo>
                    <a:pt x="3893" y="1497"/>
                  </a:lnTo>
                  <a:lnTo>
                    <a:pt x="5240" y="150"/>
                  </a:lnTo>
                  <a:lnTo>
                    <a:pt x="52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5" name="Google Shape;1145;p49"/>
            <p:cNvSpPr/>
            <p:nvPr/>
          </p:nvSpPr>
          <p:spPr>
            <a:xfrm>
              <a:off x="3149525" y="2303675"/>
              <a:ext cx="112300" cy="108550"/>
            </a:xfrm>
            <a:custGeom>
              <a:rect b="b" l="l" r="r" t="t"/>
              <a:pathLst>
                <a:path extrusionOk="0" h="4342" w="4492">
                  <a:moveTo>
                    <a:pt x="4341" y="1"/>
                  </a:moveTo>
                  <a:lnTo>
                    <a:pt x="2096" y="1946"/>
                  </a:lnTo>
                  <a:lnTo>
                    <a:pt x="1" y="4192"/>
                  </a:lnTo>
                  <a:lnTo>
                    <a:pt x="1" y="4341"/>
                  </a:lnTo>
                  <a:lnTo>
                    <a:pt x="150" y="4341"/>
                  </a:lnTo>
                  <a:lnTo>
                    <a:pt x="2396" y="2246"/>
                  </a:lnTo>
                  <a:lnTo>
                    <a:pt x="4491" y="150"/>
                  </a:lnTo>
                  <a:lnTo>
                    <a:pt x="44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6" name="Google Shape;1146;p49"/>
            <p:cNvSpPr/>
            <p:nvPr/>
          </p:nvSpPr>
          <p:spPr>
            <a:xfrm>
              <a:off x="3115850" y="2228850"/>
              <a:ext cx="131000" cy="130975"/>
            </a:xfrm>
            <a:custGeom>
              <a:rect b="b" l="l" r="r" t="t"/>
              <a:pathLst>
                <a:path extrusionOk="0" h="5239" w="5240">
                  <a:moveTo>
                    <a:pt x="5090" y="0"/>
                  </a:moveTo>
                  <a:lnTo>
                    <a:pt x="3743" y="1197"/>
                  </a:lnTo>
                  <a:lnTo>
                    <a:pt x="2396" y="2545"/>
                  </a:lnTo>
                  <a:lnTo>
                    <a:pt x="1198" y="3892"/>
                  </a:lnTo>
                  <a:lnTo>
                    <a:pt x="1" y="5089"/>
                  </a:lnTo>
                  <a:lnTo>
                    <a:pt x="1" y="5239"/>
                  </a:lnTo>
                  <a:lnTo>
                    <a:pt x="150" y="5239"/>
                  </a:lnTo>
                  <a:lnTo>
                    <a:pt x="1497" y="4041"/>
                  </a:lnTo>
                  <a:lnTo>
                    <a:pt x="2695" y="2844"/>
                  </a:lnTo>
                  <a:lnTo>
                    <a:pt x="4042" y="1497"/>
                  </a:lnTo>
                  <a:lnTo>
                    <a:pt x="5239" y="150"/>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7" name="Google Shape;1147;p49"/>
            <p:cNvSpPr/>
            <p:nvPr/>
          </p:nvSpPr>
          <p:spPr>
            <a:xfrm>
              <a:off x="3074700" y="2210125"/>
              <a:ext cx="104800" cy="101050"/>
            </a:xfrm>
            <a:custGeom>
              <a:rect b="b" l="l" r="r" t="t"/>
              <a:pathLst>
                <a:path extrusionOk="0" h="4042" w="4192">
                  <a:moveTo>
                    <a:pt x="4042" y="1"/>
                  </a:moveTo>
                  <a:lnTo>
                    <a:pt x="1946" y="1797"/>
                  </a:lnTo>
                  <a:lnTo>
                    <a:pt x="1048" y="2845"/>
                  </a:lnTo>
                  <a:lnTo>
                    <a:pt x="0" y="4042"/>
                  </a:lnTo>
                  <a:lnTo>
                    <a:pt x="150" y="4042"/>
                  </a:lnTo>
                  <a:lnTo>
                    <a:pt x="1198" y="3144"/>
                  </a:lnTo>
                  <a:lnTo>
                    <a:pt x="2245" y="2096"/>
                  </a:lnTo>
                  <a:lnTo>
                    <a:pt x="4191" y="150"/>
                  </a:lnTo>
                  <a:lnTo>
                    <a:pt x="41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8" name="Google Shape;1148;p49"/>
            <p:cNvSpPr/>
            <p:nvPr/>
          </p:nvSpPr>
          <p:spPr>
            <a:xfrm>
              <a:off x="3003600" y="2127800"/>
              <a:ext cx="86075" cy="86100"/>
            </a:xfrm>
            <a:custGeom>
              <a:rect b="b" l="l" r="r" t="t"/>
              <a:pathLst>
                <a:path extrusionOk="0" h="3444" w="3443">
                  <a:moveTo>
                    <a:pt x="3293" y="1"/>
                  </a:moveTo>
                  <a:lnTo>
                    <a:pt x="2395" y="749"/>
                  </a:lnTo>
                  <a:lnTo>
                    <a:pt x="1497" y="1497"/>
                  </a:lnTo>
                  <a:lnTo>
                    <a:pt x="0" y="3294"/>
                  </a:lnTo>
                  <a:lnTo>
                    <a:pt x="0" y="3443"/>
                  </a:lnTo>
                  <a:lnTo>
                    <a:pt x="1796"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9" name="Google Shape;1149;p49"/>
            <p:cNvSpPr/>
            <p:nvPr/>
          </p:nvSpPr>
          <p:spPr>
            <a:xfrm>
              <a:off x="3041025" y="2172700"/>
              <a:ext cx="89825" cy="89850"/>
            </a:xfrm>
            <a:custGeom>
              <a:rect b="b" l="l" r="r" t="t"/>
              <a:pathLst>
                <a:path extrusionOk="0" h="3594" w="3593">
                  <a:moveTo>
                    <a:pt x="3443" y="1"/>
                  </a:moveTo>
                  <a:lnTo>
                    <a:pt x="1647" y="1647"/>
                  </a:lnTo>
                  <a:lnTo>
                    <a:pt x="0" y="3443"/>
                  </a:lnTo>
                  <a:lnTo>
                    <a:pt x="0" y="3593"/>
                  </a:lnTo>
                  <a:lnTo>
                    <a:pt x="1946" y="1947"/>
                  </a:lnTo>
                  <a:lnTo>
                    <a:pt x="3592" y="151"/>
                  </a:lnTo>
                  <a:lnTo>
                    <a:pt x="35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0" name="Google Shape;1150;p49"/>
            <p:cNvSpPr/>
            <p:nvPr/>
          </p:nvSpPr>
          <p:spPr>
            <a:xfrm>
              <a:off x="2962425" y="2086650"/>
              <a:ext cx="78625" cy="78600"/>
            </a:xfrm>
            <a:custGeom>
              <a:rect b="b" l="l" r="r" t="t"/>
              <a:pathLst>
                <a:path extrusionOk="0" h="3144" w="3145">
                  <a:moveTo>
                    <a:pt x="2994" y="0"/>
                  </a:moveTo>
                  <a:lnTo>
                    <a:pt x="2246" y="599"/>
                  </a:lnTo>
                  <a:lnTo>
                    <a:pt x="1049" y="1796"/>
                  </a:lnTo>
                  <a:lnTo>
                    <a:pt x="1" y="2994"/>
                  </a:lnTo>
                  <a:lnTo>
                    <a:pt x="1" y="3143"/>
                  </a:lnTo>
                  <a:lnTo>
                    <a:pt x="151" y="3143"/>
                  </a:lnTo>
                  <a:lnTo>
                    <a:pt x="1797" y="1647"/>
                  </a:lnTo>
                  <a:lnTo>
                    <a:pt x="2545" y="898"/>
                  </a:lnTo>
                  <a:lnTo>
                    <a:pt x="3144" y="150"/>
                  </a:lnTo>
                  <a:lnTo>
                    <a:pt x="31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1" name="Google Shape;1151;p49"/>
            <p:cNvSpPr/>
            <p:nvPr/>
          </p:nvSpPr>
          <p:spPr>
            <a:xfrm>
              <a:off x="2928750" y="2041750"/>
              <a:ext cx="67375" cy="71100"/>
            </a:xfrm>
            <a:custGeom>
              <a:rect b="b" l="l" r="r" t="t"/>
              <a:pathLst>
                <a:path extrusionOk="0" h="2844" w="2695">
                  <a:moveTo>
                    <a:pt x="2545" y="0"/>
                  </a:moveTo>
                  <a:lnTo>
                    <a:pt x="1198" y="1347"/>
                  </a:lnTo>
                  <a:lnTo>
                    <a:pt x="1" y="2694"/>
                  </a:lnTo>
                  <a:lnTo>
                    <a:pt x="1" y="2844"/>
                  </a:lnTo>
                  <a:lnTo>
                    <a:pt x="150" y="2844"/>
                  </a:lnTo>
                  <a:lnTo>
                    <a:pt x="1498" y="1647"/>
                  </a:lnTo>
                  <a:lnTo>
                    <a:pt x="2695" y="150"/>
                  </a:lnTo>
                  <a:lnTo>
                    <a:pt x="269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2" name="Google Shape;1152;p49"/>
            <p:cNvSpPr/>
            <p:nvPr/>
          </p:nvSpPr>
          <p:spPr>
            <a:xfrm>
              <a:off x="2887600" y="1989350"/>
              <a:ext cx="74850" cy="74875"/>
            </a:xfrm>
            <a:custGeom>
              <a:rect b="b" l="l" r="r" t="t"/>
              <a:pathLst>
                <a:path extrusionOk="0" h="2995" w="2994">
                  <a:moveTo>
                    <a:pt x="2994" y="1"/>
                  </a:moveTo>
                  <a:lnTo>
                    <a:pt x="2096" y="599"/>
                  </a:lnTo>
                  <a:lnTo>
                    <a:pt x="1497" y="1348"/>
                  </a:lnTo>
                  <a:lnTo>
                    <a:pt x="0" y="2994"/>
                  </a:lnTo>
                  <a:lnTo>
                    <a:pt x="150" y="2994"/>
                  </a:lnTo>
                  <a:lnTo>
                    <a:pt x="1796" y="1647"/>
                  </a:lnTo>
                  <a:lnTo>
                    <a:pt x="2395" y="899"/>
                  </a:lnTo>
                  <a:lnTo>
                    <a:pt x="2994" y="150"/>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3" name="Google Shape;1153;p49"/>
            <p:cNvSpPr/>
            <p:nvPr/>
          </p:nvSpPr>
          <p:spPr>
            <a:xfrm>
              <a:off x="2853925" y="1944450"/>
              <a:ext cx="67375" cy="71125"/>
            </a:xfrm>
            <a:custGeom>
              <a:rect b="b" l="l" r="r" t="t"/>
              <a:pathLst>
                <a:path extrusionOk="0" h="2845" w="2695">
                  <a:moveTo>
                    <a:pt x="2694" y="0"/>
                  </a:moveTo>
                  <a:lnTo>
                    <a:pt x="1946" y="599"/>
                  </a:lnTo>
                  <a:lnTo>
                    <a:pt x="1198" y="1198"/>
                  </a:lnTo>
                  <a:lnTo>
                    <a:pt x="0" y="2695"/>
                  </a:lnTo>
                  <a:lnTo>
                    <a:pt x="0" y="2844"/>
                  </a:lnTo>
                  <a:lnTo>
                    <a:pt x="1497" y="1497"/>
                  </a:lnTo>
                  <a:lnTo>
                    <a:pt x="2245" y="749"/>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4" name="Google Shape;1154;p49"/>
            <p:cNvSpPr/>
            <p:nvPr/>
          </p:nvSpPr>
          <p:spPr>
            <a:xfrm>
              <a:off x="2809025" y="1899550"/>
              <a:ext cx="71100" cy="71125"/>
            </a:xfrm>
            <a:custGeom>
              <a:rect b="b" l="l" r="r" t="t"/>
              <a:pathLst>
                <a:path extrusionOk="0" h="2845" w="2844">
                  <a:moveTo>
                    <a:pt x="2694" y="0"/>
                  </a:moveTo>
                  <a:lnTo>
                    <a:pt x="1946" y="449"/>
                  </a:lnTo>
                  <a:lnTo>
                    <a:pt x="1347" y="1198"/>
                  </a:lnTo>
                  <a:lnTo>
                    <a:pt x="0" y="2695"/>
                  </a:lnTo>
                  <a:lnTo>
                    <a:pt x="0" y="2844"/>
                  </a:lnTo>
                  <a:lnTo>
                    <a:pt x="150" y="2844"/>
                  </a:lnTo>
                  <a:lnTo>
                    <a:pt x="1647" y="1497"/>
                  </a:lnTo>
                  <a:lnTo>
                    <a:pt x="2245" y="749"/>
                  </a:lnTo>
                  <a:lnTo>
                    <a:pt x="2844" y="150"/>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5" name="Google Shape;1155;p49"/>
            <p:cNvSpPr/>
            <p:nvPr/>
          </p:nvSpPr>
          <p:spPr>
            <a:xfrm>
              <a:off x="2775325" y="1847150"/>
              <a:ext cx="71125" cy="67375"/>
            </a:xfrm>
            <a:custGeom>
              <a:rect b="b" l="l" r="r" t="t"/>
              <a:pathLst>
                <a:path extrusionOk="0" h="2695" w="2845">
                  <a:moveTo>
                    <a:pt x="2695" y="1"/>
                  </a:moveTo>
                  <a:lnTo>
                    <a:pt x="1947" y="450"/>
                  </a:lnTo>
                  <a:lnTo>
                    <a:pt x="1348" y="1198"/>
                  </a:lnTo>
                  <a:lnTo>
                    <a:pt x="1" y="2695"/>
                  </a:lnTo>
                  <a:lnTo>
                    <a:pt x="151" y="2695"/>
                  </a:lnTo>
                  <a:lnTo>
                    <a:pt x="1647" y="1498"/>
                  </a:lnTo>
                  <a:lnTo>
                    <a:pt x="2246" y="749"/>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6" name="Google Shape;1156;p49"/>
            <p:cNvSpPr/>
            <p:nvPr/>
          </p:nvSpPr>
          <p:spPr>
            <a:xfrm>
              <a:off x="2737925" y="1809750"/>
              <a:ext cx="56150" cy="56150"/>
            </a:xfrm>
            <a:custGeom>
              <a:rect b="b" l="l" r="r" t="t"/>
              <a:pathLst>
                <a:path extrusionOk="0" h="2246" w="2246">
                  <a:moveTo>
                    <a:pt x="2096" y="0"/>
                  </a:moveTo>
                  <a:lnTo>
                    <a:pt x="1497" y="449"/>
                  </a:lnTo>
                  <a:lnTo>
                    <a:pt x="898" y="1048"/>
                  </a:lnTo>
                  <a:lnTo>
                    <a:pt x="0" y="2245"/>
                  </a:lnTo>
                  <a:lnTo>
                    <a:pt x="1198" y="1347"/>
                  </a:lnTo>
                  <a:lnTo>
                    <a:pt x="1796" y="748"/>
                  </a:lnTo>
                  <a:lnTo>
                    <a:pt x="2245" y="150"/>
                  </a:lnTo>
                  <a:lnTo>
                    <a:pt x="22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7" name="Google Shape;1157;p49"/>
            <p:cNvSpPr/>
            <p:nvPr/>
          </p:nvSpPr>
          <p:spPr>
            <a:xfrm>
              <a:off x="2700500" y="1776050"/>
              <a:ext cx="41175" cy="41200"/>
            </a:xfrm>
            <a:custGeom>
              <a:rect b="b" l="l" r="r" t="t"/>
              <a:pathLst>
                <a:path extrusionOk="0" h="1648" w="1647">
                  <a:moveTo>
                    <a:pt x="1497" y="1"/>
                  </a:moveTo>
                  <a:lnTo>
                    <a:pt x="599" y="749"/>
                  </a:lnTo>
                  <a:lnTo>
                    <a:pt x="0" y="1647"/>
                  </a:lnTo>
                  <a:lnTo>
                    <a:pt x="0" y="1647"/>
                  </a:lnTo>
                  <a:lnTo>
                    <a:pt x="898" y="1049"/>
                  </a:lnTo>
                  <a:lnTo>
                    <a:pt x="1647" y="151"/>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8" name="Google Shape;1158;p49"/>
            <p:cNvSpPr/>
            <p:nvPr/>
          </p:nvSpPr>
          <p:spPr>
            <a:xfrm>
              <a:off x="2659325" y="1734900"/>
              <a:ext cx="33725" cy="37450"/>
            </a:xfrm>
            <a:custGeom>
              <a:rect b="b" l="l" r="r" t="t"/>
              <a:pathLst>
                <a:path extrusionOk="0" h="1498" w="1349">
                  <a:moveTo>
                    <a:pt x="1198" y="0"/>
                  </a:moveTo>
                  <a:lnTo>
                    <a:pt x="450" y="599"/>
                  </a:lnTo>
                  <a:lnTo>
                    <a:pt x="1" y="1348"/>
                  </a:lnTo>
                  <a:lnTo>
                    <a:pt x="1" y="1497"/>
                  </a:lnTo>
                  <a:lnTo>
                    <a:pt x="151" y="1497"/>
                  </a:lnTo>
                  <a:lnTo>
                    <a:pt x="749" y="899"/>
                  </a:lnTo>
                  <a:lnTo>
                    <a:pt x="134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59" name="Google Shape;1159;p49"/>
            <p:cNvSpPr/>
            <p:nvPr/>
          </p:nvSpPr>
          <p:spPr>
            <a:xfrm>
              <a:off x="2621925" y="1686250"/>
              <a:ext cx="37425" cy="33700"/>
            </a:xfrm>
            <a:custGeom>
              <a:rect b="b" l="l" r="r" t="t"/>
              <a:pathLst>
                <a:path extrusionOk="0" h="1348" w="1497">
                  <a:moveTo>
                    <a:pt x="1347" y="1"/>
                  </a:moveTo>
                  <a:lnTo>
                    <a:pt x="898" y="150"/>
                  </a:lnTo>
                  <a:lnTo>
                    <a:pt x="599" y="450"/>
                  </a:lnTo>
                  <a:lnTo>
                    <a:pt x="0" y="1198"/>
                  </a:lnTo>
                  <a:lnTo>
                    <a:pt x="0" y="1348"/>
                  </a:lnTo>
                  <a:lnTo>
                    <a:pt x="150" y="1348"/>
                  </a:lnTo>
                  <a:lnTo>
                    <a:pt x="898" y="749"/>
                  </a:lnTo>
                  <a:lnTo>
                    <a:pt x="1198" y="450"/>
                  </a:lnTo>
                  <a:lnTo>
                    <a:pt x="14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0" name="Google Shape;1160;p49"/>
            <p:cNvSpPr/>
            <p:nvPr/>
          </p:nvSpPr>
          <p:spPr>
            <a:xfrm>
              <a:off x="2580750" y="1641350"/>
              <a:ext cx="29975" cy="33700"/>
            </a:xfrm>
            <a:custGeom>
              <a:rect b="b" l="l" r="r" t="t"/>
              <a:pathLst>
                <a:path extrusionOk="0" h="1348" w="1199">
                  <a:moveTo>
                    <a:pt x="1048" y="0"/>
                  </a:moveTo>
                  <a:lnTo>
                    <a:pt x="450" y="599"/>
                  </a:lnTo>
                  <a:lnTo>
                    <a:pt x="1" y="1198"/>
                  </a:lnTo>
                  <a:lnTo>
                    <a:pt x="1" y="1348"/>
                  </a:lnTo>
                  <a:lnTo>
                    <a:pt x="150" y="1348"/>
                  </a:lnTo>
                  <a:lnTo>
                    <a:pt x="749" y="749"/>
                  </a:lnTo>
                  <a:lnTo>
                    <a:pt x="119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1" name="Google Shape;1161;p49"/>
            <p:cNvSpPr/>
            <p:nvPr/>
          </p:nvSpPr>
          <p:spPr>
            <a:xfrm>
              <a:off x="4268375" y="3201750"/>
              <a:ext cx="123500" cy="127250"/>
            </a:xfrm>
            <a:custGeom>
              <a:rect b="b" l="l" r="r" t="t"/>
              <a:pathLst>
                <a:path extrusionOk="0" h="5090" w="4940">
                  <a:moveTo>
                    <a:pt x="4940" y="0"/>
                  </a:moveTo>
                  <a:lnTo>
                    <a:pt x="3593" y="1198"/>
                  </a:lnTo>
                  <a:lnTo>
                    <a:pt x="2395" y="2395"/>
                  </a:lnTo>
                  <a:lnTo>
                    <a:pt x="1" y="4940"/>
                  </a:lnTo>
                  <a:lnTo>
                    <a:pt x="1" y="5090"/>
                  </a:lnTo>
                  <a:lnTo>
                    <a:pt x="150" y="5090"/>
                  </a:lnTo>
                  <a:lnTo>
                    <a:pt x="2695" y="2695"/>
                  </a:lnTo>
                  <a:lnTo>
                    <a:pt x="4940" y="150"/>
                  </a:lnTo>
                  <a:lnTo>
                    <a:pt x="49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2" name="Google Shape;1162;p49"/>
            <p:cNvSpPr/>
            <p:nvPr/>
          </p:nvSpPr>
          <p:spPr>
            <a:xfrm>
              <a:off x="4309550" y="3250400"/>
              <a:ext cx="127250" cy="127250"/>
            </a:xfrm>
            <a:custGeom>
              <a:rect b="b" l="l" r="r" t="t"/>
              <a:pathLst>
                <a:path extrusionOk="0" h="5090" w="5090">
                  <a:moveTo>
                    <a:pt x="4939" y="0"/>
                  </a:moveTo>
                  <a:lnTo>
                    <a:pt x="3742" y="1048"/>
                  </a:lnTo>
                  <a:lnTo>
                    <a:pt x="2545" y="2245"/>
                  </a:lnTo>
                  <a:lnTo>
                    <a:pt x="1197" y="3593"/>
                  </a:lnTo>
                  <a:lnTo>
                    <a:pt x="0" y="4940"/>
                  </a:lnTo>
                  <a:lnTo>
                    <a:pt x="0" y="5089"/>
                  </a:lnTo>
                  <a:lnTo>
                    <a:pt x="150" y="5089"/>
                  </a:lnTo>
                  <a:lnTo>
                    <a:pt x="2844" y="2545"/>
                  </a:lnTo>
                  <a:lnTo>
                    <a:pt x="4041" y="1497"/>
                  </a:lnTo>
                  <a:lnTo>
                    <a:pt x="4640" y="898"/>
                  </a:lnTo>
                  <a:lnTo>
                    <a:pt x="5089" y="1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3" name="Google Shape;1163;p49"/>
            <p:cNvSpPr/>
            <p:nvPr/>
          </p:nvSpPr>
          <p:spPr>
            <a:xfrm>
              <a:off x="4361925" y="3302775"/>
              <a:ext cx="108550" cy="108550"/>
            </a:xfrm>
            <a:custGeom>
              <a:rect b="b" l="l" r="r" t="t"/>
              <a:pathLst>
                <a:path extrusionOk="0" h="4342" w="4342">
                  <a:moveTo>
                    <a:pt x="4341" y="1"/>
                  </a:moveTo>
                  <a:lnTo>
                    <a:pt x="2096" y="2096"/>
                  </a:lnTo>
                  <a:lnTo>
                    <a:pt x="1" y="4192"/>
                  </a:lnTo>
                  <a:lnTo>
                    <a:pt x="1" y="4341"/>
                  </a:lnTo>
                  <a:lnTo>
                    <a:pt x="150" y="4341"/>
                  </a:lnTo>
                  <a:lnTo>
                    <a:pt x="2246" y="2396"/>
                  </a:lnTo>
                  <a:lnTo>
                    <a:pt x="4341" y="150"/>
                  </a:lnTo>
                  <a:lnTo>
                    <a:pt x="434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4" name="Google Shape;1164;p49"/>
            <p:cNvSpPr/>
            <p:nvPr/>
          </p:nvSpPr>
          <p:spPr>
            <a:xfrm>
              <a:off x="4376900" y="3355175"/>
              <a:ext cx="131000" cy="127250"/>
            </a:xfrm>
            <a:custGeom>
              <a:rect b="b" l="l" r="r" t="t"/>
              <a:pathLst>
                <a:path extrusionOk="0" h="5090" w="5240">
                  <a:moveTo>
                    <a:pt x="5089" y="0"/>
                  </a:moveTo>
                  <a:lnTo>
                    <a:pt x="3742" y="1198"/>
                  </a:lnTo>
                  <a:lnTo>
                    <a:pt x="2395" y="2395"/>
                  </a:lnTo>
                  <a:lnTo>
                    <a:pt x="1198" y="3593"/>
                  </a:lnTo>
                  <a:lnTo>
                    <a:pt x="0" y="4940"/>
                  </a:lnTo>
                  <a:lnTo>
                    <a:pt x="0" y="5089"/>
                  </a:lnTo>
                  <a:lnTo>
                    <a:pt x="150" y="5089"/>
                  </a:lnTo>
                  <a:lnTo>
                    <a:pt x="1497" y="3892"/>
                  </a:lnTo>
                  <a:lnTo>
                    <a:pt x="2694" y="2694"/>
                  </a:lnTo>
                  <a:lnTo>
                    <a:pt x="4042" y="1347"/>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5" name="Google Shape;1165;p49"/>
            <p:cNvSpPr/>
            <p:nvPr/>
          </p:nvSpPr>
          <p:spPr>
            <a:xfrm>
              <a:off x="4440500" y="3403825"/>
              <a:ext cx="104800" cy="101050"/>
            </a:xfrm>
            <a:custGeom>
              <a:rect b="b" l="l" r="r" t="t"/>
              <a:pathLst>
                <a:path extrusionOk="0" h="4042" w="4192">
                  <a:moveTo>
                    <a:pt x="4042" y="0"/>
                  </a:moveTo>
                  <a:lnTo>
                    <a:pt x="2994" y="898"/>
                  </a:lnTo>
                  <a:lnTo>
                    <a:pt x="1947" y="1796"/>
                  </a:lnTo>
                  <a:lnTo>
                    <a:pt x="1" y="3892"/>
                  </a:lnTo>
                  <a:lnTo>
                    <a:pt x="1" y="4041"/>
                  </a:lnTo>
                  <a:lnTo>
                    <a:pt x="150" y="4041"/>
                  </a:lnTo>
                  <a:lnTo>
                    <a:pt x="2246" y="2096"/>
                  </a:lnTo>
                  <a:lnTo>
                    <a:pt x="3294" y="1048"/>
                  </a:lnTo>
                  <a:lnTo>
                    <a:pt x="41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6" name="Google Shape;1166;p49"/>
            <p:cNvSpPr/>
            <p:nvPr/>
          </p:nvSpPr>
          <p:spPr>
            <a:xfrm>
              <a:off x="4534050" y="3501100"/>
              <a:ext cx="86100" cy="86100"/>
            </a:xfrm>
            <a:custGeom>
              <a:rect b="b" l="l" r="r" t="t"/>
              <a:pathLst>
                <a:path extrusionOk="0" h="3444" w="3444">
                  <a:moveTo>
                    <a:pt x="3294" y="1"/>
                  </a:moveTo>
                  <a:lnTo>
                    <a:pt x="1498" y="1498"/>
                  </a:lnTo>
                  <a:lnTo>
                    <a:pt x="1" y="3294"/>
                  </a:lnTo>
                  <a:lnTo>
                    <a:pt x="1" y="3443"/>
                  </a:lnTo>
                  <a:lnTo>
                    <a:pt x="150" y="3443"/>
                  </a:lnTo>
                  <a:lnTo>
                    <a:pt x="1049" y="2695"/>
                  </a:lnTo>
                  <a:lnTo>
                    <a:pt x="1947"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7" name="Google Shape;1167;p49"/>
            <p:cNvSpPr/>
            <p:nvPr/>
          </p:nvSpPr>
          <p:spPr>
            <a:xfrm>
              <a:off x="4492900" y="3452450"/>
              <a:ext cx="89825" cy="89850"/>
            </a:xfrm>
            <a:custGeom>
              <a:rect b="b" l="l" r="r" t="t"/>
              <a:pathLst>
                <a:path extrusionOk="0" h="3594" w="3593">
                  <a:moveTo>
                    <a:pt x="3443" y="1"/>
                  </a:moveTo>
                  <a:lnTo>
                    <a:pt x="1647" y="1647"/>
                  </a:lnTo>
                  <a:lnTo>
                    <a:pt x="0" y="3444"/>
                  </a:lnTo>
                  <a:lnTo>
                    <a:pt x="0" y="3593"/>
                  </a:lnTo>
                  <a:lnTo>
                    <a:pt x="150" y="3593"/>
                  </a:lnTo>
                  <a:lnTo>
                    <a:pt x="1946" y="1947"/>
                  </a:lnTo>
                  <a:lnTo>
                    <a:pt x="3593" y="151"/>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8" name="Google Shape;1168;p49"/>
            <p:cNvSpPr/>
            <p:nvPr/>
          </p:nvSpPr>
          <p:spPr>
            <a:xfrm>
              <a:off x="4578950" y="3549750"/>
              <a:ext cx="78625" cy="78600"/>
            </a:xfrm>
            <a:custGeom>
              <a:rect b="b" l="l" r="r" t="t"/>
              <a:pathLst>
                <a:path extrusionOk="0" h="3144" w="3145">
                  <a:moveTo>
                    <a:pt x="3144" y="1"/>
                  </a:moveTo>
                  <a:lnTo>
                    <a:pt x="1498" y="1497"/>
                  </a:lnTo>
                  <a:lnTo>
                    <a:pt x="749" y="2246"/>
                  </a:lnTo>
                  <a:lnTo>
                    <a:pt x="1" y="2994"/>
                  </a:lnTo>
                  <a:lnTo>
                    <a:pt x="1" y="3144"/>
                  </a:lnTo>
                  <a:lnTo>
                    <a:pt x="151" y="3144"/>
                  </a:lnTo>
                  <a:lnTo>
                    <a:pt x="450" y="2994"/>
                  </a:lnTo>
                  <a:lnTo>
                    <a:pt x="1947" y="1647"/>
                  </a:lnTo>
                  <a:lnTo>
                    <a:pt x="3144" y="150"/>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9" name="Google Shape;1169;p49"/>
            <p:cNvSpPr/>
            <p:nvPr/>
          </p:nvSpPr>
          <p:spPr>
            <a:xfrm>
              <a:off x="4623875" y="3598400"/>
              <a:ext cx="71100" cy="74850"/>
            </a:xfrm>
            <a:custGeom>
              <a:rect b="b" l="l" r="r" t="t"/>
              <a:pathLst>
                <a:path extrusionOk="0" h="2994" w="2844">
                  <a:moveTo>
                    <a:pt x="2694" y="0"/>
                  </a:moveTo>
                  <a:lnTo>
                    <a:pt x="1197" y="1347"/>
                  </a:lnTo>
                  <a:lnTo>
                    <a:pt x="0" y="2695"/>
                  </a:lnTo>
                  <a:lnTo>
                    <a:pt x="0" y="2994"/>
                  </a:lnTo>
                  <a:lnTo>
                    <a:pt x="150" y="2994"/>
                  </a:lnTo>
                  <a:lnTo>
                    <a:pt x="1647" y="1647"/>
                  </a:lnTo>
                  <a:lnTo>
                    <a:pt x="2844"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0" name="Google Shape;1170;p49"/>
            <p:cNvSpPr/>
            <p:nvPr/>
          </p:nvSpPr>
          <p:spPr>
            <a:xfrm>
              <a:off x="4657550" y="3650775"/>
              <a:ext cx="74850" cy="74875"/>
            </a:xfrm>
            <a:custGeom>
              <a:rect b="b" l="l" r="r" t="t"/>
              <a:pathLst>
                <a:path extrusionOk="0" h="2995" w="2994">
                  <a:moveTo>
                    <a:pt x="2844" y="1"/>
                  </a:moveTo>
                  <a:lnTo>
                    <a:pt x="1347" y="1348"/>
                  </a:lnTo>
                  <a:lnTo>
                    <a:pt x="599" y="2096"/>
                  </a:lnTo>
                  <a:lnTo>
                    <a:pt x="0" y="2845"/>
                  </a:lnTo>
                  <a:lnTo>
                    <a:pt x="0" y="2994"/>
                  </a:lnTo>
                  <a:lnTo>
                    <a:pt x="150" y="2994"/>
                  </a:lnTo>
                  <a:lnTo>
                    <a:pt x="898" y="2396"/>
                  </a:lnTo>
                  <a:lnTo>
                    <a:pt x="1647" y="1647"/>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1" name="Google Shape;1171;p49"/>
            <p:cNvSpPr/>
            <p:nvPr/>
          </p:nvSpPr>
          <p:spPr>
            <a:xfrm>
              <a:off x="4698700" y="3699425"/>
              <a:ext cx="71125" cy="71125"/>
            </a:xfrm>
            <a:custGeom>
              <a:rect b="b" l="l" r="r" t="t"/>
              <a:pathLst>
                <a:path extrusionOk="0" h="2845" w="2845">
                  <a:moveTo>
                    <a:pt x="2695" y="1"/>
                  </a:moveTo>
                  <a:lnTo>
                    <a:pt x="1348" y="1348"/>
                  </a:lnTo>
                  <a:lnTo>
                    <a:pt x="599" y="1947"/>
                  </a:lnTo>
                  <a:lnTo>
                    <a:pt x="1" y="2845"/>
                  </a:lnTo>
                  <a:lnTo>
                    <a:pt x="150" y="2845"/>
                  </a:lnTo>
                  <a:lnTo>
                    <a:pt x="899" y="2246"/>
                  </a:lnTo>
                  <a:lnTo>
                    <a:pt x="1497" y="1647"/>
                  </a:lnTo>
                  <a:lnTo>
                    <a:pt x="2845" y="150"/>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2" name="Google Shape;1172;p49"/>
            <p:cNvSpPr/>
            <p:nvPr/>
          </p:nvSpPr>
          <p:spPr>
            <a:xfrm>
              <a:off x="4739875" y="3744325"/>
              <a:ext cx="74850" cy="71125"/>
            </a:xfrm>
            <a:custGeom>
              <a:rect b="b" l="l" r="r" t="t"/>
              <a:pathLst>
                <a:path extrusionOk="0" h="2845" w="2994">
                  <a:moveTo>
                    <a:pt x="2844" y="1"/>
                  </a:moveTo>
                  <a:lnTo>
                    <a:pt x="1347" y="1348"/>
                  </a:lnTo>
                  <a:lnTo>
                    <a:pt x="599" y="1947"/>
                  </a:lnTo>
                  <a:lnTo>
                    <a:pt x="0" y="2695"/>
                  </a:lnTo>
                  <a:lnTo>
                    <a:pt x="150" y="2845"/>
                  </a:lnTo>
                  <a:lnTo>
                    <a:pt x="898" y="2396"/>
                  </a:lnTo>
                  <a:lnTo>
                    <a:pt x="1647" y="1647"/>
                  </a:lnTo>
                  <a:lnTo>
                    <a:pt x="2994" y="151"/>
                  </a:lnTo>
                  <a:lnTo>
                    <a:pt x="28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3" name="Google Shape;1173;p49"/>
            <p:cNvSpPr/>
            <p:nvPr/>
          </p:nvSpPr>
          <p:spPr>
            <a:xfrm>
              <a:off x="4777275" y="3800475"/>
              <a:ext cx="71125" cy="67375"/>
            </a:xfrm>
            <a:custGeom>
              <a:rect b="b" l="l" r="r" t="t"/>
              <a:pathLst>
                <a:path extrusionOk="0" h="2695" w="2845">
                  <a:moveTo>
                    <a:pt x="2695" y="0"/>
                  </a:moveTo>
                  <a:lnTo>
                    <a:pt x="1198" y="1197"/>
                  </a:lnTo>
                  <a:lnTo>
                    <a:pt x="600" y="1946"/>
                  </a:lnTo>
                  <a:lnTo>
                    <a:pt x="1" y="2545"/>
                  </a:lnTo>
                  <a:lnTo>
                    <a:pt x="1" y="2694"/>
                  </a:lnTo>
                  <a:lnTo>
                    <a:pt x="151" y="2694"/>
                  </a:lnTo>
                  <a:lnTo>
                    <a:pt x="749" y="2245"/>
                  </a:lnTo>
                  <a:lnTo>
                    <a:pt x="1498" y="149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4" name="Google Shape;1174;p49"/>
            <p:cNvSpPr/>
            <p:nvPr/>
          </p:nvSpPr>
          <p:spPr>
            <a:xfrm>
              <a:off x="4829675" y="3845375"/>
              <a:ext cx="56150" cy="59875"/>
            </a:xfrm>
            <a:custGeom>
              <a:rect b="b" l="l" r="r" t="t"/>
              <a:pathLst>
                <a:path extrusionOk="0" h="2395" w="2246">
                  <a:moveTo>
                    <a:pt x="2096" y="0"/>
                  </a:moveTo>
                  <a:lnTo>
                    <a:pt x="898" y="1048"/>
                  </a:lnTo>
                  <a:lnTo>
                    <a:pt x="449" y="1647"/>
                  </a:lnTo>
                  <a:lnTo>
                    <a:pt x="0" y="2245"/>
                  </a:lnTo>
                  <a:lnTo>
                    <a:pt x="0" y="2395"/>
                  </a:lnTo>
                  <a:lnTo>
                    <a:pt x="749" y="1946"/>
                  </a:lnTo>
                  <a:lnTo>
                    <a:pt x="1198" y="1347"/>
                  </a:lnTo>
                  <a:lnTo>
                    <a:pt x="2246" y="150"/>
                  </a:lnTo>
                  <a:lnTo>
                    <a:pt x="22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5" name="Google Shape;1175;p49"/>
            <p:cNvSpPr/>
            <p:nvPr/>
          </p:nvSpPr>
          <p:spPr>
            <a:xfrm>
              <a:off x="4882050" y="3897750"/>
              <a:ext cx="41200" cy="41200"/>
            </a:xfrm>
            <a:custGeom>
              <a:rect b="b" l="l" r="r" t="t"/>
              <a:pathLst>
                <a:path extrusionOk="0" h="1648" w="1648">
                  <a:moveTo>
                    <a:pt x="1498" y="1"/>
                  </a:moveTo>
                  <a:lnTo>
                    <a:pt x="749" y="599"/>
                  </a:lnTo>
                  <a:lnTo>
                    <a:pt x="1" y="1497"/>
                  </a:lnTo>
                  <a:lnTo>
                    <a:pt x="1" y="1647"/>
                  </a:lnTo>
                  <a:lnTo>
                    <a:pt x="151" y="1647"/>
                  </a:lnTo>
                  <a:lnTo>
                    <a:pt x="899" y="899"/>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6" name="Google Shape;1176;p49"/>
            <p:cNvSpPr/>
            <p:nvPr/>
          </p:nvSpPr>
          <p:spPr>
            <a:xfrm>
              <a:off x="4926950" y="3942650"/>
              <a:ext cx="37450" cy="37450"/>
            </a:xfrm>
            <a:custGeom>
              <a:rect b="b" l="l" r="r" t="t"/>
              <a:pathLst>
                <a:path extrusionOk="0" h="1498" w="1498">
                  <a:moveTo>
                    <a:pt x="1348" y="1"/>
                  </a:moveTo>
                  <a:lnTo>
                    <a:pt x="600" y="600"/>
                  </a:lnTo>
                  <a:lnTo>
                    <a:pt x="1" y="1348"/>
                  </a:lnTo>
                  <a:lnTo>
                    <a:pt x="151" y="1348"/>
                  </a:lnTo>
                  <a:lnTo>
                    <a:pt x="300" y="1498"/>
                  </a:lnTo>
                  <a:lnTo>
                    <a:pt x="899" y="899"/>
                  </a:lnTo>
                  <a:lnTo>
                    <a:pt x="1498" y="150"/>
                  </a:lnTo>
                  <a:lnTo>
                    <a:pt x="149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7" name="Google Shape;1177;p49"/>
            <p:cNvSpPr/>
            <p:nvPr/>
          </p:nvSpPr>
          <p:spPr>
            <a:xfrm>
              <a:off x="4964375" y="3995050"/>
              <a:ext cx="37450" cy="33700"/>
            </a:xfrm>
            <a:custGeom>
              <a:rect b="b" l="l" r="r" t="t"/>
              <a:pathLst>
                <a:path extrusionOk="0" h="1348" w="1498">
                  <a:moveTo>
                    <a:pt x="1348" y="0"/>
                  </a:moveTo>
                  <a:lnTo>
                    <a:pt x="599" y="599"/>
                  </a:lnTo>
                  <a:lnTo>
                    <a:pt x="300" y="898"/>
                  </a:lnTo>
                  <a:lnTo>
                    <a:pt x="1" y="1198"/>
                  </a:lnTo>
                  <a:lnTo>
                    <a:pt x="1" y="1347"/>
                  </a:lnTo>
                  <a:lnTo>
                    <a:pt x="150" y="1347"/>
                  </a:lnTo>
                  <a:lnTo>
                    <a:pt x="599" y="1198"/>
                  </a:lnTo>
                  <a:lnTo>
                    <a:pt x="899" y="749"/>
                  </a:lnTo>
                  <a:lnTo>
                    <a:pt x="149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8" name="Google Shape;1178;p49"/>
            <p:cNvSpPr/>
            <p:nvPr/>
          </p:nvSpPr>
          <p:spPr>
            <a:xfrm>
              <a:off x="5009275" y="4039950"/>
              <a:ext cx="33725" cy="29950"/>
            </a:xfrm>
            <a:custGeom>
              <a:rect b="b" l="l" r="r" t="t"/>
              <a:pathLst>
                <a:path extrusionOk="0" h="1198" w="1349">
                  <a:moveTo>
                    <a:pt x="1198" y="0"/>
                  </a:moveTo>
                  <a:lnTo>
                    <a:pt x="600" y="599"/>
                  </a:lnTo>
                  <a:lnTo>
                    <a:pt x="1" y="1048"/>
                  </a:lnTo>
                  <a:lnTo>
                    <a:pt x="1" y="1198"/>
                  </a:lnTo>
                  <a:lnTo>
                    <a:pt x="151" y="1198"/>
                  </a:lnTo>
                  <a:lnTo>
                    <a:pt x="749" y="749"/>
                  </a:lnTo>
                  <a:lnTo>
                    <a:pt x="134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9" name="Google Shape;1179;p49"/>
            <p:cNvSpPr/>
            <p:nvPr/>
          </p:nvSpPr>
          <p:spPr>
            <a:xfrm>
              <a:off x="3344125" y="3328975"/>
              <a:ext cx="127250" cy="123500"/>
            </a:xfrm>
            <a:custGeom>
              <a:rect b="b" l="l" r="r" t="t"/>
              <a:pathLst>
                <a:path extrusionOk="0" h="4940" w="5090">
                  <a:moveTo>
                    <a:pt x="0" y="1"/>
                  </a:moveTo>
                  <a:lnTo>
                    <a:pt x="0" y="150"/>
                  </a:lnTo>
                  <a:lnTo>
                    <a:pt x="2395" y="2695"/>
                  </a:lnTo>
                  <a:lnTo>
                    <a:pt x="4939" y="4940"/>
                  </a:lnTo>
                  <a:lnTo>
                    <a:pt x="5089" y="4940"/>
                  </a:lnTo>
                  <a:lnTo>
                    <a:pt x="3892" y="3593"/>
                  </a:lnTo>
                  <a:lnTo>
                    <a:pt x="2694" y="2395"/>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0" name="Google Shape;1180;p49"/>
            <p:cNvSpPr/>
            <p:nvPr/>
          </p:nvSpPr>
          <p:spPr>
            <a:xfrm>
              <a:off x="3295475" y="3370125"/>
              <a:ext cx="123500" cy="127275"/>
            </a:xfrm>
            <a:custGeom>
              <a:rect b="b" l="l" r="r" t="t"/>
              <a:pathLst>
                <a:path extrusionOk="0" h="5091" w="4940">
                  <a:moveTo>
                    <a:pt x="0" y="1"/>
                  </a:moveTo>
                  <a:lnTo>
                    <a:pt x="0" y="151"/>
                  </a:lnTo>
                  <a:lnTo>
                    <a:pt x="2545" y="2845"/>
                  </a:lnTo>
                  <a:lnTo>
                    <a:pt x="3593" y="4042"/>
                  </a:lnTo>
                  <a:lnTo>
                    <a:pt x="4191" y="4641"/>
                  </a:lnTo>
                  <a:lnTo>
                    <a:pt x="4940" y="5090"/>
                  </a:lnTo>
                  <a:lnTo>
                    <a:pt x="4940" y="4940"/>
                  </a:lnTo>
                  <a:lnTo>
                    <a:pt x="3892" y="3743"/>
                  </a:lnTo>
                  <a:lnTo>
                    <a:pt x="2844" y="2546"/>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1" name="Google Shape;1181;p49"/>
            <p:cNvSpPr/>
            <p:nvPr/>
          </p:nvSpPr>
          <p:spPr>
            <a:xfrm>
              <a:off x="3261800" y="3422525"/>
              <a:ext cx="108525" cy="108550"/>
            </a:xfrm>
            <a:custGeom>
              <a:rect b="b" l="l" r="r" t="t"/>
              <a:pathLst>
                <a:path extrusionOk="0" h="4342" w="4341">
                  <a:moveTo>
                    <a:pt x="0" y="0"/>
                  </a:moveTo>
                  <a:lnTo>
                    <a:pt x="0" y="150"/>
                  </a:lnTo>
                  <a:lnTo>
                    <a:pt x="1946" y="2246"/>
                  </a:lnTo>
                  <a:lnTo>
                    <a:pt x="4191" y="4341"/>
                  </a:lnTo>
                  <a:lnTo>
                    <a:pt x="4341" y="4341"/>
                  </a:lnTo>
                  <a:lnTo>
                    <a:pt x="4341" y="4191"/>
                  </a:lnTo>
                  <a:lnTo>
                    <a:pt x="2245" y="2096"/>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2" name="Google Shape;1182;p49"/>
            <p:cNvSpPr/>
            <p:nvPr/>
          </p:nvSpPr>
          <p:spPr>
            <a:xfrm>
              <a:off x="3190700" y="3437500"/>
              <a:ext cx="127250" cy="130975"/>
            </a:xfrm>
            <a:custGeom>
              <a:rect b="b" l="l" r="r" t="t"/>
              <a:pathLst>
                <a:path extrusionOk="0" h="5239" w="5090">
                  <a:moveTo>
                    <a:pt x="0" y="0"/>
                  </a:moveTo>
                  <a:lnTo>
                    <a:pt x="0" y="150"/>
                  </a:lnTo>
                  <a:lnTo>
                    <a:pt x="1198" y="1497"/>
                  </a:lnTo>
                  <a:lnTo>
                    <a:pt x="2395" y="2694"/>
                  </a:lnTo>
                  <a:lnTo>
                    <a:pt x="3742" y="4042"/>
                  </a:lnTo>
                  <a:lnTo>
                    <a:pt x="5089" y="5239"/>
                  </a:lnTo>
                  <a:lnTo>
                    <a:pt x="5089" y="5089"/>
                  </a:lnTo>
                  <a:lnTo>
                    <a:pt x="3892" y="3742"/>
                  </a:lnTo>
                  <a:lnTo>
                    <a:pt x="2694" y="2395"/>
                  </a:lnTo>
                  <a:lnTo>
                    <a:pt x="134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3" name="Google Shape;1183;p49"/>
            <p:cNvSpPr/>
            <p:nvPr/>
          </p:nvSpPr>
          <p:spPr>
            <a:xfrm>
              <a:off x="3168250" y="3501100"/>
              <a:ext cx="101050" cy="104800"/>
            </a:xfrm>
            <a:custGeom>
              <a:rect b="b" l="l" r="r" t="t"/>
              <a:pathLst>
                <a:path extrusionOk="0" h="4192" w="4042">
                  <a:moveTo>
                    <a:pt x="0" y="1"/>
                  </a:moveTo>
                  <a:lnTo>
                    <a:pt x="0" y="150"/>
                  </a:lnTo>
                  <a:lnTo>
                    <a:pt x="1946" y="2246"/>
                  </a:lnTo>
                  <a:lnTo>
                    <a:pt x="2844" y="3294"/>
                  </a:lnTo>
                  <a:lnTo>
                    <a:pt x="4041" y="4192"/>
                  </a:lnTo>
                  <a:lnTo>
                    <a:pt x="4041" y="4042"/>
                  </a:lnTo>
                  <a:lnTo>
                    <a:pt x="3143" y="2994"/>
                  </a:lnTo>
                  <a:lnTo>
                    <a:pt x="2245" y="19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4" name="Google Shape;1184;p49"/>
            <p:cNvSpPr/>
            <p:nvPr/>
          </p:nvSpPr>
          <p:spPr>
            <a:xfrm>
              <a:off x="3085925" y="3594650"/>
              <a:ext cx="86075" cy="86100"/>
            </a:xfrm>
            <a:custGeom>
              <a:rect b="b" l="l" r="r" t="t"/>
              <a:pathLst>
                <a:path extrusionOk="0" h="3444" w="3443">
                  <a:moveTo>
                    <a:pt x="0" y="1"/>
                  </a:moveTo>
                  <a:lnTo>
                    <a:pt x="0" y="150"/>
                  </a:lnTo>
                  <a:lnTo>
                    <a:pt x="749" y="1048"/>
                  </a:lnTo>
                  <a:lnTo>
                    <a:pt x="1497" y="1947"/>
                  </a:lnTo>
                  <a:lnTo>
                    <a:pt x="3443" y="3443"/>
                  </a:lnTo>
                  <a:lnTo>
                    <a:pt x="3443" y="3294"/>
                  </a:lnTo>
                  <a:lnTo>
                    <a:pt x="1946" y="149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5" name="Google Shape;1185;p49"/>
            <p:cNvSpPr/>
            <p:nvPr/>
          </p:nvSpPr>
          <p:spPr>
            <a:xfrm>
              <a:off x="3130825" y="3553500"/>
              <a:ext cx="89825" cy="89825"/>
            </a:xfrm>
            <a:custGeom>
              <a:rect b="b" l="l" r="r" t="t"/>
              <a:pathLst>
                <a:path extrusionOk="0" h="3593" w="3593">
                  <a:moveTo>
                    <a:pt x="0" y="0"/>
                  </a:moveTo>
                  <a:lnTo>
                    <a:pt x="0" y="150"/>
                  </a:lnTo>
                  <a:lnTo>
                    <a:pt x="1647" y="1946"/>
                  </a:lnTo>
                  <a:lnTo>
                    <a:pt x="3443" y="3593"/>
                  </a:lnTo>
                  <a:lnTo>
                    <a:pt x="3593" y="3593"/>
                  </a:lnTo>
                  <a:lnTo>
                    <a:pt x="3593" y="3443"/>
                  </a:lnTo>
                  <a:lnTo>
                    <a:pt x="1946" y="16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6" name="Google Shape;1186;p49"/>
            <p:cNvSpPr/>
            <p:nvPr/>
          </p:nvSpPr>
          <p:spPr>
            <a:xfrm>
              <a:off x="3044750" y="3639550"/>
              <a:ext cx="78625" cy="78625"/>
            </a:xfrm>
            <a:custGeom>
              <a:rect b="b" l="l" r="r" t="t"/>
              <a:pathLst>
                <a:path extrusionOk="0" h="3145" w="3145">
                  <a:moveTo>
                    <a:pt x="1" y="1"/>
                  </a:moveTo>
                  <a:lnTo>
                    <a:pt x="1" y="151"/>
                  </a:lnTo>
                  <a:lnTo>
                    <a:pt x="599" y="1049"/>
                  </a:lnTo>
                  <a:lnTo>
                    <a:pt x="1348" y="1797"/>
                  </a:lnTo>
                  <a:lnTo>
                    <a:pt x="2994" y="3144"/>
                  </a:lnTo>
                  <a:lnTo>
                    <a:pt x="3144" y="3144"/>
                  </a:lnTo>
                  <a:lnTo>
                    <a:pt x="2096" y="1797"/>
                  </a:lnTo>
                  <a:lnTo>
                    <a:pt x="1049" y="8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7" name="Google Shape;1187;p49"/>
            <p:cNvSpPr/>
            <p:nvPr/>
          </p:nvSpPr>
          <p:spPr>
            <a:xfrm>
              <a:off x="2999850" y="3684450"/>
              <a:ext cx="71125" cy="71125"/>
            </a:xfrm>
            <a:custGeom>
              <a:rect b="b" l="l" r="r" t="t"/>
              <a:pathLst>
                <a:path extrusionOk="0" h="2845" w="2845">
                  <a:moveTo>
                    <a:pt x="1" y="1"/>
                  </a:moveTo>
                  <a:lnTo>
                    <a:pt x="1" y="151"/>
                  </a:lnTo>
                  <a:lnTo>
                    <a:pt x="1348" y="1647"/>
                  </a:lnTo>
                  <a:lnTo>
                    <a:pt x="2845" y="2845"/>
                  </a:lnTo>
                  <a:lnTo>
                    <a:pt x="2845" y="2695"/>
                  </a:lnTo>
                  <a:lnTo>
                    <a:pt x="164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8" name="Google Shape;1188;p49"/>
            <p:cNvSpPr/>
            <p:nvPr/>
          </p:nvSpPr>
          <p:spPr>
            <a:xfrm>
              <a:off x="2947475" y="3718150"/>
              <a:ext cx="74850" cy="74850"/>
            </a:xfrm>
            <a:custGeom>
              <a:rect b="b" l="l" r="r" t="t"/>
              <a:pathLst>
                <a:path extrusionOk="0" h="2994" w="2994">
                  <a:moveTo>
                    <a:pt x="0" y="0"/>
                  </a:moveTo>
                  <a:lnTo>
                    <a:pt x="0" y="150"/>
                  </a:lnTo>
                  <a:lnTo>
                    <a:pt x="599" y="898"/>
                  </a:lnTo>
                  <a:lnTo>
                    <a:pt x="1347" y="1647"/>
                  </a:lnTo>
                  <a:lnTo>
                    <a:pt x="2994" y="2994"/>
                  </a:lnTo>
                  <a:lnTo>
                    <a:pt x="2994" y="2844"/>
                  </a:lnTo>
                  <a:lnTo>
                    <a:pt x="1647" y="134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9" name="Google Shape;1189;p49"/>
            <p:cNvSpPr/>
            <p:nvPr/>
          </p:nvSpPr>
          <p:spPr>
            <a:xfrm>
              <a:off x="2902575" y="3759300"/>
              <a:ext cx="71100" cy="71125"/>
            </a:xfrm>
            <a:custGeom>
              <a:rect b="b" l="l" r="r" t="t"/>
              <a:pathLst>
                <a:path extrusionOk="0" h="2845" w="2844">
                  <a:moveTo>
                    <a:pt x="0" y="1"/>
                  </a:moveTo>
                  <a:lnTo>
                    <a:pt x="0" y="150"/>
                  </a:lnTo>
                  <a:lnTo>
                    <a:pt x="599" y="899"/>
                  </a:lnTo>
                  <a:lnTo>
                    <a:pt x="1197" y="1497"/>
                  </a:lnTo>
                  <a:lnTo>
                    <a:pt x="2694" y="2844"/>
                  </a:lnTo>
                  <a:lnTo>
                    <a:pt x="2844" y="2844"/>
                  </a:lnTo>
                  <a:lnTo>
                    <a:pt x="2844" y="2695"/>
                  </a:lnTo>
                  <a:lnTo>
                    <a:pt x="1497" y="1348"/>
                  </a:lnTo>
                  <a:lnTo>
                    <a:pt x="898" y="5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0" name="Google Shape;1190;p49"/>
            <p:cNvSpPr/>
            <p:nvPr/>
          </p:nvSpPr>
          <p:spPr>
            <a:xfrm>
              <a:off x="2857650" y="3800475"/>
              <a:ext cx="71125" cy="71100"/>
            </a:xfrm>
            <a:custGeom>
              <a:rect b="b" l="l" r="r" t="t"/>
              <a:pathLst>
                <a:path extrusionOk="0" h="2844" w="2845">
                  <a:moveTo>
                    <a:pt x="151" y="0"/>
                  </a:moveTo>
                  <a:lnTo>
                    <a:pt x="1" y="150"/>
                  </a:lnTo>
                  <a:lnTo>
                    <a:pt x="1" y="449"/>
                  </a:lnTo>
                  <a:lnTo>
                    <a:pt x="600" y="1048"/>
                  </a:lnTo>
                  <a:lnTo>
                    <a:pt x="1198" y="1646"/>
                  </a:lnTo>
                  <a:lnTo>
                    <a:pt x="2695" y="2844"/>
                  </a:lnTo>
                  <a:lnTo>
                    <a:pt x="2845" y="2844"/>
                  </a:lnTo>
                  <a:lnTo>
                    <a:pt x="1498" y="1347"/>
                  </a:lnTo>
                  <a:lnTo>
                    <a:pt x="749" y="599"/>
                  </a:lnTo>
                  <a:lnTo>
                    <a:pt x="15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1" name="Google Shape;1191;p49"/>
            <p:cNvSpPr/>
            <p:nvPr/>
          </p:nvSpPr>
          <p:spPr>
            <a:xfrm>
              <a:off x="2805275" y="3837875"/>
              <a:ext cx="67375" cy="71125"/>
            </a:xfrm>
            <a:custGeom>
              <a:rect b="b" l="l" r="r" t="t"/>
              <a:pathLst>
                <a:path extrusionOk="0" h="2845" w="2695">
                  <a:moveTo>
                    <a:pt x="0" y="1"/>
                  </a:moveTo>
                  <a:lnTo>
                    <a:pt x="0" y="150"/>
                  </a:lnTo>
                  <a:lnTo>
                    <a:pt x="449" y="749"/>
                  </a:lnTo>
                  <a:lnTo>
                    <a:pt x="1198" y="1498"/>
                  </a:lnTo>
                  <a:lnTo>
                    <a:pt x="2695" y="2845"/>
                  </a:lnTo>
                  <a:lnTo>
                    <a:pt x="2695" y="2695"/>
                  </a:lnTo>
                  <a:lnTo>
                    <a:pt x="1497" y="1198"/>
                  </a:lnTo>
                  <a:lnTo>
                    <a:pt x="749" y="600"/>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2" name="Google Shape;1192;p49"/>
            <p:cNvSpPr/>
            <p:nvPr/>
          </p:nvSpPr>
          <p:spPr>
            <a:xfrm>
              <a:off x="2767850" y="3890275"/>
              <a:ext cx="59900" cy="56150"/>
            </a:xfrm>
            <a:custGeom>
              <a:rect b="b" l="l" r="r" t="t"/>
              <a:pathLst>
                <a:path extrusionOk="0" h="2246" w="2396">
                  <a:moveTo>
                    <a:pt x="1" y="0"/>
                  </a:moveTo>
                  <a:lnTo>
                    <a:pt x="450" y="749"/>
                  </a:lnTo>
                  <a:lnTo>
                    <a:pt x="1048" y="1198"/>
                  </a:lnTo>
                  <a:lnTo>
                    <a:pt x="2246" y="2245"/>
                  </a:lnTo>
                  <a:lnTo>
                    <a:pt x="2395" y="2096"/>
                  </a:lnTo>
                  <a:lnTo>
                    <a:pt x="1348" y="898"/>
                  </a:lnTo>
                  <a:lnTo>
                    <a:pt x="749" y="44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3" name="Google Shape;1193;p49"/>
            <p:cNvSpPr/>
            <p:nvPr/>
          </p:nvSpPr>
          <p:spPr>
            <a:xfrm>
              <a:off x="2734175" y="3942650"/>
              <a:ext cx="41175" cy="41200"/>
            </a:xfrm>
            <a:custGeom>
              <a:rect b="b" l="l" r="r" t="t"/>
              <a:pathLst>
                <a:path extrusionOk="0" h="1648" w="1647">
                  <a:moveTo>
                    <a:pt x="0" y="1"/>
                  </a:moveTo>
                  <a:lnTo>
                    <a:pt x="0" y="150"/>
                  </a:lnTo>
                  <a:lnTo>
                    <a:pt x="749" y="899"/>
                  </a:lnTo>
                  <a:lnTo>
                    <a:pt x="1647" y="1647"/>
                  </a:lnTo>
                  <a:lnTo>
                    <a:pt x="1647" y="1498"/>
                  </a:lnTo>
                  <a:lnTo>
                    <a:pt x="1048" y="7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4" name="Google Shape;1194;p49"/>
            <p:cNvSpPr/>
            <p:nvPr/>
          </p:nvSpPr>
          <p:spPr>
            <a:xfrm>
              <a:off x="2693025" y="3987550"/>
              <a:ext cx="37425" cy="37450"/>
            </a:xfrm>
            <a:custGeom>
              <a:rect b="b" l="l" r="r" t="t"/>
              <a:pathLst>
                <a:path extrusionOk="0" h="1498" w="1497">
                  <a:moveTo>
                    <a:pt x="150" y="1"/>
                  </a:moveTo>
                  <a:lnTo>
                    <a:pt x="0" y="151"/>
                  </a:lnTo>
                  <a:lnTo>
                    <a:pt x="0" y="300"/>
                  </a:lnTo>
                  <a:lnTo>
                    <a:pt x="599" y="899"/>
                  </a:lnTo>
                  <a:lnTo>
                    <a:pt x="1347" y="1498"/>
                  </a:lnTo>
                  <a:lnTo>
                    <a:pt x="1497" y="1498"/>
                  </a:lnTo>
                  <a:lnTo>
                    <a:pt x="1497" y="1348"/>
                  </a:lnTo>
                  <a:lnTo>
                    <a:pt x="89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5" name="Google Shape;1195;p49"/>
            <p:cNvSpPr/>
            <p:nvPr/>
          </p:nvSpPr>
          <p:spPr>
            <a:xfrm>
              <a:off x="2644375" y="4024975"/>
              <a:ext cx="33700" cy="37450"/>
            </a:xfrm>
            <a:custGeom>
              <a:rect b="b" l="l" r="r" t="t"/>
              <a:pathLst>
                <a:path extrusionOk="0" h="1498" w="1348">
                  <a:moveTo>
                    <a:pt x="0" y="1"/>
                  </a:moveTo>
                  <a:lnTo>
                    <a:pt x="0" y="150"/>
                  </a:lnTo>
                  <a:lnTo>
                    <a:pt x="150" y="599"/>
                  </a:lnTo>
                  <a:lnTo>
                    <a:pt x="449" y="899"/>
                  </a:lnTo>
                  <a:lnTo>
                    <a:pt x="1198" y="1498"/>
                  </a:lnTo>
                  <a:lnTo>
                    <a:pt x="1347" y="1348"/>
                  </a:lnTo>
                  <a:lnTo>
                    <a:pt x="749" y="599"/>
                  </a:lnTo>
                  <a:lnTo>
                    <a:pt x="449" y="3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6" name="Google Shape;1196;p49"/>
            <p:cNvSpPr/>
            <p:nvPr/>
          </p:nvSpPr>
          <p:spPr>
            <a:xfrm>
              <a:off x="2599475" y="4069875"/>
              <a:ext cx="33700" cy="33700"/>
            </a:xfrm>
            <a:custGeom>
              <a:rect b="b" l="l" r="r" t="t"/>
              <a:pathLst>
                <a:path extrusionOk="0" h="1348" w="1348">
                  <a:moveTo>
                    <a:pt x="0" y="1"/>
                  </a:moveTo>
                  <a:lnTo>
                    <a:pt x="0" y="151"/>
                  </a:lnTo>
                  <a:lnTo>
                    <a:pt x="599" y="749"/>
                  </a:lnTo>
                  <a:lnTo>
                    <a:pt x="1197" y="1348"/>
                  </a:lnTo>
                  <a:lnTo>
                    <a:pt x="1347" y="1198"/>
                  </a:lnTo>
                  <a:lnTo>
                    <a:pt x="74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7" name="Google Shape;1197;p49"/>
            <p:cNvSpPr/>
            <p:nvPr/>
          </p:nvSpPr>
          <p:spPr>
            <a:xfrm>
              <a:off x="3546175" y="2558125"/>
              <a:ext cx="291900" cy="18750"/>
            </a:xfrm>
            <a:custGeom>
              <a:rect b="b" l="l" r="r" t="t"/>
              <a:pathLst>
                <a:path extrusionOk="0" h="750" w="11676">
                  <a:moveTo>
                    <a:pt x="4641" y="1"/>
                  </a:moveTo>
                  <a:lnTo>
                    <a:pt x="150" y="150"/>
                  </a:lnTo>
                  <a:lnTo>
                    <a:pt x="1" y="300"/>
                  </a:lnTo>
                  <a:lnTo>
                    <a:pt x="1" y="450"/>
                  </a:lnTo>
                  <a:lnTo>
                    <a:pt x="150" y="450"/>
                  </a:lnTo>
                  <a:lnTo>
                    <a:pt x="4641" y="749"/>
                  </a:lnTo>
                  <a:lnTo>
                    <a:pt x="9131" y="749"/>
                  </a:lnTo>
                  <a:lnTo>
                    <a:pt x="9730" y="599"/>
                  </a:lnTo>
                  <a:lnTo>
                    <a:pt x="11526" y="599"/>
                  </a:lnTo>
                  <a:lnTo>
                    <a:pt x="11676" y="450"/>
                  </a:lnTo>
                  <a:lnTo>
                    <a:pt x="11676" y="300"/>
                  </a:lnTo>
                  <a:lnTo>
                    <a:pt x="11526" y="150"/>
                  </a:lnTo>
                  <a:lnTo>
                    <a:pt x="9580" y="150"/>
                  </a:lnTo>
                  <a:lnTo>
                    <a:pt x="913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8" name="Google Shape;1198;p49"/>
            <p:cNvSpPr/>
            <p:nvPr/>
          </p:nvSpPr>
          <p:spPr>
            <a:xfrm>
              <a:off x="3534950" y="2397225"/>
              <a:ext cx="280675" cy="18725"/>
            </a:xfrm>
            <a:custGeom>
              <a:rect b="b" l="l" r="r" t="t"/>
              <a:pathLst>
                <a:path extrusionOk="0" h="749" w="11227">
                  <a:moveTo>
                    <a:pt x="2396" y="1"/>
                  </a:moveTo>
                  <a:lnTo>
                    <a:pt x="150" y="300"/>
                  </a:lnTo>
                  <a:lnTo>
                    <a:pt x="1" y="300"/>
                  </a:lnTo>
                  <a:lnTo>
                    <a:pt x="150" y="450"/>
                  </a:lnTo>
                  <a:lnTo>
                    <a:pt x="2845" y="749"/>
                  </a:lnTo>
                  <a:lnTo>
                    <a:pt x="6586" y="749"/>
                  </a:lnTo>
                  <a:lnTo>
                    <a:pt x="7634" y="599"/>
                  </a:lnTo>
                  <a:lnTo>
                    <a:pt x="11077" y="599"/>
                  </a:lnTo>
                  <a:lnTo>
                    <a:pt x="11227" y="450"/>
                  </a:lnTo>
                  <a:lnTo>
                    <a:pt x="11227" y="300"/>
                  </a:lnTo>
                  <a:lnTo>
                    <a:pt x="11077" y="150"/>
                  </a:lnTo>
                  <a:lnTo>
                    <a:pt x="673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99" name="Google Shape;1199;p49"/>
            <p:cNvSpPr/>
            <p:nvPr/>
          </p:nvSpPr>
          <p:spPr>
            <a:xfrm>
              <a:off x="3546175" y="2311150"/>
              <a:ext cx="273200" cy="26225"/>
            </a:xfrm>
            <a:custGeom>
              <a:rect b="b" l="l" r="r" t="t"/>
              <a:pathLst>
                <a:path extrusionOk="0" h="1049" w="10928">
                  <a:moveTo>
                    <a:pt x="4192" y="1"/>
                  </a:moveTo>
                  <a:lnTo>
                    <a:pt x="1797" y="151"/>
                  </a:lnTo>
                  <a:lnTo>
                    <a:pt x="899" y="300"/>
                  </a:lnTo>
                  <a:lnTo>
                    <a:pt x="150" y="450"/>
                  </a:lnTo>
                  <a:lnTo>
                    <a:pt x="1" y="600"/>
                  </a:lnTo>
                  <a:lnTo>
                    <a:pt x="150" y="600"/>
                  </a:lnTo>
                  <a:lnTo>
                    <a:pt x="450" y="749"/>
                  </a:lnTo>
                  <a:lnTo>
                    <a:pt x="1647" y="899"/>
                  </a:lnTo>
                  <a:lnTo>
                    <a:pt x="2845" y="899"/>
                  </a:lnTo>
                  <a:lnTo>
                    <a:pt x="4940" y="1049"/>
                  </a:lnTo>
                  <a:lnTo>
                    <a:pt x="7036" y="1049"/>
                  </a:lnTo>
                  <a:lnTo>
                    <a:pt x="8981" y="899"/>
                  </a:lnTo>
                  <a:lnTo>
                    <a:pt x="10927" y="600"/>
                  </a:lnTo>
                  <a:lnTo>
                    <a:pt x="10927" y="450"/>
                  </a:lnTo>
                  <a:lnTo>
                    <a:pt x="8682" y="151"/>
                  </a:lnTo>
                  <a:lnTo>
                    <a:pt x="643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0" name="Google Shape;1200;p49"/>
            <p:cNvSpPr/>
            <p:nvPr/>
          </p:nvSpPr>
          <p:spPr>
            <a:xfrm>
              <a:off x="3549925" y="2232575"/>
              <a:ext cx="261950" cy="22475"/>
            </a:xfrm>
            <a:custGeom>
              <a:rect b="b" l="l" r="r" t="t"/>
              <a:pathLst>
                <a:path extrusionOk="0" h="899" w="10478">
                  <a:moveTo>
                    <a:pt x="5688" y="1"/>
                  </a:moveTo>
                  <a:lnTo>
                    <a:pt x="2994" y="150"/>
                  </a:lnTo>
                  <a:lnTo>
                    <a:pt x="150" y="300"/>
                  </a:lnTo>
                  <a:lnTo>
                    <a:pt x="0" y="450"/>
                  </a:lnTo>
                  <a:lnTo>
                    <a:pt x="150" y="599"/>
                  </a:lnTo>
                  <a:lnTo>
                    <a:pt x="2994" y="899"/>
                  </a:lnTo>
                  <a:lnTo>
                    <a:pt x="8083" y="899"/>
                  </a:lnTo>
                  <a:lnTo>
                    <a:pt x="9280" y="749"/>
                  </a:lnTo>
                  <a:lnTo>
                    <a:pt x="10478" y="599"/>
                  </a:lnTo>
                  <a:lnTo>
                    <a:pt x="10478" y="450"/>
                  </a:lnTo>
                  <a:lnTo>
                    <a:pt x="9280" y="150"/>
                  </a:lnTo>
                  <a:lnTo>
                    <a:pt x="808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1" name="Google Shape;1201;p49"/>
            <p:cNvSpPr/>
            <p:nvPr/>
          </p:nvSpPr>
          <p:spPr>
            <a:xfrm>
              <a:off x="3564900" y="2150250"/>
              <a:ext cx="246975" cy="26225"/>
            </a:xfrm>
            <a:custGeom>
              <a:rect b="b" l="l" r="r" t="t"/>
              <a:pathLst>
                <a:path extrusionOk="0" h="1049" w="9879">
                  <a:moveTo>
                    <a:pt x="4939" y="1"/>
                  </a:moveTo>
                  <a:lnTo>
                    <a:pt x="2545" y="150"/>
                  </a:lnTo>
                  <a:lnTo>
                    <a:pt x="150" y="300"/>
                  </a:lnTo>
                  <a:lnTo>
                    <a:pt x="0" y="450"/>
                  </a:lnTo>
                  <a:lnTo>
                    <a:pt x="150" y="599"/>
                  </a:lnTo>
                  <a:lnTo>
                    <a:pt x="2545" y="899"/>
                  </a:lnTo>
                  <a:lnTo>
                    <a:pt x="4939" y="1049"/>
                  </a:lnTo>
                  <a:lnTo>
                    <a:pt x="7484" y="1049"/>
                  </a:lnTo>
                  <a:lnTo>
                    <a:pt x="8532" y="899"/>
                  </a:lnTo>
                  <a:lnTo>
                    <a:pt x="9729" y="749"/>
                  </a:lnTo>
                  <a:lnTo>
                    <a:pt x="9879" y="599"/>
                  </a:lnTo>
                  <a:lnTo>
                    <a:pt x="9729" y="450"/>
                  </a:lnTo>
                  <a:lnTo>
                    <a:pt x="8532" y="150"/>
                  </a:lnTo>
                  <a:lnTo>
                    <a:pt x="748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2" name="Google Shape;1202;p49"/>
            <p:cNvSpPr/>
            <p:nvPr/>
          </p:nvSpPr>
          <p:spPr>
            <a:xfrm>
              <a:off x="3576125" y="2071675"/>
              <a:ext cx="243250" cy="22475"/>
            </a:xfrm>
            <a:custGeom>
              <a:rect b="b" l="l" r="r" t="t"/>
              <a:pathLst>
                <a:path extrusionOk="0" h="899" w="9730">
                  <a:moveTo>
                    <a:pt x="5239" y="1"/>
                  </a:moveTo>
                  <a:lnTo>
                    <a:pt x="2694" y="150"/>
                  </a:lnTo>
                  <a:lnTo>
                    <a:pt x="150" y="300"/>
                  </a:lnTo>
                  <a:lnTo>
                    <a:pt x="0" y="300"/>
                  </a:lnTo>
                  <a:lnTo>
                    <a:pt x="0" y="450"/>
                  </a:lnTo>
                  <a:lnTo>
                    <a:pt x="0" y="599"/>
                  </a:lnTo>
                  <a:lnTo>
                    <a:pt x="150" y="599"/>
                  </a:lnTo>
                  <a:lnTo>
                    <a:pt x="2694" y="749"/>
                  </a:lnTo>
                  <a:lnTo>
                    <a:pt x="5239" y="899"/>
                  </a:lnTo>
                  <a:lnTo>
                    <a:pt x="8532" y="899"/>
                  </a:lnTo>
                  <a:lnTo>
                    <a:pt x="9580" y="599"/>
                  </a:lnTo>
                  <a:lnTo>
                    <a:pt x="9729" y="450"/>
                  </a:lnTo>
                  <a:lnTo>
                    <a:pt x="9580" y="300"/>
                  </a:lnTo>
                  <a:lnTo>
                    <a:pt x="8532" y="150"/>
                  </a:lnTo>
                  <a:lnTo>
                    <a:pt x="733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3" name="Google Shape;1203;p49"/>
            <p:cNvSpPr/>
            <p:nvPr/>
          </p:nvSpPr>
          <p:spPr>
            <a:xfrm>
              <a:off x="3587350" y="1993100"/>
              <a:ext cx="235750" cy="22475"/>
            </a:xfrm>
            <a:custGeom>
              <a:rect b="b" l="l" r="r" t="t"/>
              <a:pathLst>
                <a:path extrusionOk="0" h="899" w="9430">
                  <a:moveTo>
                    <a:pt x="2395" y="0"/>
                  </a:moveTo>
                  <a:lnTo>
                    <a:pt x="150" y="300"/>
                  </a:lnTo>
                  <a:lnTo>
                    <a:pt x="0" y="449"/>
                  </a:lnTo>
                  <a:lnTo>
                    <a:pt x="150" y="599"/>
                  </a:lnTo>
                  <a:lnTo>
                    <a:pt x="2395" y="749"/>
                  </a:lnTo>
                  <a:lnTo>
                    <a:pt x="4640" y="898"/>
                  </a:lnTo>
                  <a:lnTo>
                    <a:pt x="9131" y="599"/>
                  </a:lnTo>
                  <a:lnTo>
                    <a:pt x="9280" y="599"/>
                  </a:lnTo>
                  <a:lnTo>
                    <a:pt x="9430" y="449"/>
                  </a:lnTo>
                  <a:lnTo>
                    <a:pt x="9280" y="150"/>
                  </a:lnTo>
                  <a:lnTo>
                    <a:pt x="9131" y="150"/>
                  </a:lnTo>
                  <a:lnTo>
                    <a:pt x="46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4" name="Google Shape;1204;p49"/>
            <p:cNvSpPr/>
            <p:nvPr/>
          </p:nvSpPr>
          <p:spPr>
            <a:xfrm>
              <a:off x="3594825" y="1907025"/>
              <a:ext cx="235775" cy="22475"/>
            </a:xfrm>
            <a:custGeom>
              <a:rect b="b" l="l" r="r" t="t"/>
              <a:pathLst>
                <a:path extrusionOk="0" h="899" w="9431">
                  <a:moveTo>
                    <a:pt x="1198" y="1"/>
                  </a:moveTo>
                  <a:lnTo>
                    <a:pt x="150" y="300"/>
                  </a:lnTo>
                  <a:lnTo>
                    <a:pt x="1" y="300"/>
                  </a:lnTo>
                  <a:lnTo>
                    <a:pt x="1" y="450"/>
                  </a:lnTo>
                  <a:lnTo>
                    <a:pt x="1" y="599"/>
                  </a:lnTo>
                  <a:lnTo>
                    <a:pt x="150" y="599"/>
                  </a:lnTo>
                  <a:lnTo>
                    <a:pt x="1198" y="899"/>
                  </a:lnTo>
                  <a:lnTo>
                    <a:pt x="6736" y="899"/>
                  </a:lnTo>
                  <a:lnTo>
                    <a:pt x="9281" y="749"/>
                  </a:lnTo>
                  <a:lnTo>
                    <a:pt x="9430" y="749"/>
                  </a:lnTo>
                  <a:lnTo>
                    <a:pt x="9430" y="599"/>
                  </a:lnTo>
                  <a:lnTo>
                    <a:pt x="9430" y="450"/>
                  </a:lnTo>
                  <a:lnTo>
                    <a:pt x="9281" y="450"/>
                  </a:lnTo>
                  <a:lnTo>
                    <a:pt x="6736" y="150"/>
                  </a:lnTo>
                  <a:lnTo>
                    <a:pt x="4341" y="150"/>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5" name="Google Shape;1205;p49"/>
            <p:cNvSpPr/>
            <p:nvPr/>
          </p:nvSpPr>
          <p:spPr>
            <a:xfrm>
              <a:off x="3609800" y="1828450"/>
              <a:ext cx="205825" cy="22475"/>
            </a:xfrm>
            <a:custGeom>
              <a:rect b="b" l="l" r="r" t="t"/>
              <a:pathLst>
                <a:path extrusionOk="0" h="899" w="8233">
                  <a:moveTo>
                    <a:pt x="4042" y="0"/>
                  </a:moveTo>
                  <a:lnTo>
                    <a:pt x="2096" y="150"/>
                  </a:lnTo>
                  <a:lnTo>
                    <a:pt x="150" y="300"/>
                  </a:lnTo>
                  <a:lnTo>
                    <a:pt x="0" y="449"/>
                  </a:lnTo>
                  <a:lnTo>
                    <a:pt x="150" y="599"/>
                  </a:lnTo>
                  <a:lnTo>
                    <a:pt x="4042" y="898"/>
                  </a:lnTo>
                  <a:lnTo>
                    <a:pt x="5987" y="898"/>
                  </a:lnTo>
                  <a:lnTo>
                    <a:pt x="7933" y="749"/>
                  </a:lnTo>
                  <a:lnTo>
                    <a:pt x="8233" y="749"/>
                  </a:lnTo>
                  <a:lnTo>
                    <a:pt x="8233" y="449"/>
                  </a:lnTo>
                  <a:lnTo>
                    <a:pt x="8233" y="300"/>
                  </a:lnTo>
                  <a:lnTo>
                    <a:pt x="7933" y="300"/>
                  </a:lnTo>
                  <a:lnTo>
                    <a:pt x="598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6" name="Google Shape;1206;p49"/>
            <p:cNvSpPr/>
            <p:nvPr/>
          </p:nvSpPr>
          <p:spPr>
            <a:xfrm>
              <a:off x="3624750" y="1746125"/>
              <a:ext cx="243275" cy="26225"/>
            </a:xfrm>
            <a:custGeom>
              <a:rect b="b" l="l" r="r" t="t"/>
              <a:pathLst>
                <a:path extrusionOk="0" h="1049" w="9731">
                  <a:moveTo>
                    <a:pt x="4791" y="0"/>
                  </a:moveTo>
                  <a:lnTo>
                    <a:pt x="2396" y="150"/>
                  </a:lnTo>
                  <a:lnTo>
                    <a:pt x="151" y="450"/>
                  </a:lnTo>
                  <a:lnTo>
                    <a:pt x="1" y="599"/>
                  </a:lnTo>
                  <a:lnTo>
                    <a:pt x="151" y="749"/>
                  </a:lnTo>
                  <a:lnTo>
                    <a:pt x="2096" y="899"/>
                  </a:lnTo>
                  <a:lnTo>
                    <a:pt x="4042" y="1048"/>
                  </a:lnTo>
                  <a:lnTo>
                    <a:pt x="7784" y="1048"/>
                  </a:lnTo>
                  <a:lnTo>
                    <a:pt x="9580" y="749"/>
                  </a:lnTo>
                  <a:lnTo>
                    <a:pt x="9730" y="749"/>
                  </a:lnTo>
                  <a:lnTo>
                    <a:pt x="9730" y="450"/>
                  </a:lnTo>
                  <a:lnTo>
                    <a:pt x="9580" y="30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7" name="Google Shape;1207;p49"/>
            <p:cNvSpPr/>
            <p:nvPr/>
          </p:nvSpPr>
          <p:spPr>
            <a:xfrm>
              <a:off x="3632250" y="1667550"/>
              <a:ext cx="198350" cy="22475"/>
            </a:xfrm>
            <a:custGeom>
              <a:rect b="b" l="l" r="r" t="t"/>
              <a:pathLst>
                <a:path extrusionOk="0" h="899" w="7934">
                  <a:moveTo>
                    <a:pt x="1946" y="0"/>
                  </a:moveTo>
                  <a:lnTo>
                    <a:pt x="150" y="300"/>
                  </a:lnTo>
                  <a:lnTo>
                    <a:pt x="0" y="449"/>
                  </a:lnTo>
                  <a:lnTo>
                    <a:pt x="150" y="599"/>
                  </a:lnTo>
                  <a:lnTo>
                    <a:pt x="1946" y="898"/>
                  </a:lnTo>
                  <a:lnTo>
                    <a:pt x="5838" y="898"/>
                  </a:lnTo>
                  <a:lnTo>
                    <a:pt x="7634" y="749"/>
                  </a:lnTo>
                  <a:lnTo>
                    <a:pt x="7784" y="599"/>
                  </a:lnTo>
                  <a:lnTo>
                    <a:pt x="7933" y="449"/>
                  </a:lnTo>
                  <a:lnTo>
                    <a:pt x="7784" y="300"/>
                  </a:lnTo>
                  <a:lnTo>
                    <a:pt x="7634" y="300"/>
                  </a:lnTo>
                  <a:lnTo>
                    <a:pt x="5838"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8" name="Google Shape;1208;p49"/>
            <p:cNvSpPr/>
            <p:nvPr/>
          </p:nvSpPr>
          <p:spPr>
            <a:xfrm>
              <a:off x="3654700" y="1506650"/>
              <a:ext cx="164675" cy="26200"/>
            </a:xfrm>
            <a:custGeom>
              <a:rect b="b" l="l" r="r" t="t"/>
              <a:pathLst>
                <a:path extrusionOk="0" h="1048" w="6587">
                  <a:moveTo>
                    <a:pt x="2994" y="0"/>
                  </a:moveTo>
                  <a:lnTo>
                    <a:pt x="1497" y="150"/>
                  </a:lnTo>
                  <a:lnTo>
                    <a:pt x="150" y="449"/>
                  </a:lnTo>
                  <a:lnTo>
                    <a:pt x="0" y="449"/>
                  </a:lnTo>
                  <a:lnTo>
                    <a:pt x="0" y="599"/>
                  </a:lnTo>
                  <a:lnTo>
                    <a:pt x="150" y="748"/>
                  </a:lnTo>
                  <a:lnTo>
                    <a:pt x="1647" y="898"/>
                  </a:lnTo>
                  <a:lnTo>
                    <a:pt x="3293" y="1048"/>
                  </a:lnTo>
                  <a:lnTo>
                    <a:pt x="4790" y="898"/>
                  </a:lnTo>
                  <a:lnTo>
                    <a:pt x="6437" y="748"/>
                  </a:lnTo>
                  <a:lnTo>
                    <a:pt x="6586" y="599"/>
                  </a:lnTo>
                  <a:lnTo>
                    <a:pt x="6586" y="449"/>
                  </a:lnTo>
                  <a:lnTo>
                    <a:pt x="6586" y="299"/>
                  </a:lnTo>
                  <a:lnTo>
                    <a:pt x="6437" y="299"/>
                  </a:lnTo>
                  <a:lnTo>
                    <a:pt x="5838" y="150"/>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9" name="Google Shape;1209;p49"/>
            <p:cNvSpPr/>
            <p:nvPr/>
          </p:nvSpPr>
          <p:spPr>
            <a:xfrm>
              <a:off x="3643475" y="1588950"/>
              <a:ext cx="172150" cy="22500"/>
            </a:xfrm>
            <a:custGeom>
              <a:rect b="b" l="l" r="r" t="t"/>
              <a:pathLst>
                <a:path extrusionOk="0" h="900" w="6886">
                  <a:moveTo>
                    <a:pt x="1796" y="1"/>
                  </a:moveTo>
                  <a:lnTo>
                    <a:pt x="150" y="300"/>
                  </a:lnTo>
                  <a:lnTo>
                    <a:pt x="0" y="300"/>
                  </a:lnTo>
                  <a:lnTo>
                    <a:pt x="0" y="450"/>
                  </a:lnTo>
                  <a:lnTo>
                    <a:pt x="150" y="600"/>
                  </a:lnTo>
                  <a:lnTo>
                    <a:pt x="1796" y="749"/>
                  </a:lnTo>
                  <a:lnTo>
                    <a:pt x="3443" y="899"/>
                  </a:lnTo>
                  <a:lnTo>
                    <a:pt x="5089" y="899"/>
                  </a:lnTo>
                  <a:lnTo>
                    <a:pt x="6736" y="600"/>
                  </a:lnTo>
                  <a:lnTo>
                    <a:pt x="6886" y="600"/>
                  </a:lnTo>
                  <a:lnTo>
                    <a:pt x="6886" y="450"/>
                  </a:lnTo>
                  <a:lnTo>
                    <a:pt x="6886" y="300"/>
                  </a:lnTo>
                  <a:lnTo>
                    <a:pt x="6736" y="151"/>
                  </a:lnTo>
                  <a:lnTo>
                    <a:pt x="508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0" name="Google Shape;1210;p49"/>
            <p:cNvSpPr/>
            <p:nvPr/>
          </p:nvSpPr>
          <p:spPr>
            <a:xfrm>
              <a:off x="3665925" y="1424325"/>
              <a:ext cx="149700" cy="26200"/>
            </a:xfrm>
            <a:custGeom>
              <a:rect b="b" l="l" r="r" t="t"/>
              <a:pathLst>
                <a:path extrusionOk="0" h="1048" w="5988">
                  <a:moveTo>
                    <a:pt x="2844" y="0"/>
                  </a:moveTo>
                  <a:lnTo>
                    <a:pt x="1497" y="150"/>
                  </a:lnTo>
                  <a:lnTo>
                    <a:pt x="0" y="299"/>
                  </a:lnTo>
                  <a:lnTo>
                    <a:pt x="0" y="599"/>
                  </a:lnTo>
                  <a:lnTo>
                    <a:pt x="0" y="749"/>
                  </a:lnTo>
                  <a:lnTo>
                    <a:pt x="1497" y="898"/>
                  </a:lnTo>
                  <a:lnTo>
                    <a:pt x="2844" y="1048"/>
                  </a:lnTo>
                  <a:lnTo>
                    <a:pt x="4341" y="1048"/>
                  </a:lnTo>
                  <a:lnTo>
                    <a:pt x="5688" y="749"/>
                  </a:lnTo>
                  <a:lnTo>
                    <a:pt x="5838" y="599"/>
                  </a:lnTo>
                  <a:lnTo>
                    <a:pt x="5988" y="599"/>
                  </a:lnTo>
                  <a:lnTo>
                    <a:pt x="5838" y="449"/>
                  </a:lnTo>
                  <a:lnTo>
                    <a:pt x="5688" y="299"/>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1" name="Google Shape;1211;p49"/>
            <p:cNvSpPr/>
            <p:nvPr/>
          </p:nvSpPr>
          <p:spPr>
            <a:xfrm>
              <a:off x="3677150" y="1345725"/>
              <a:ext cx="134725" cy="26225"/>
            </a:xfrm>
            <a:custGeom>
              <a:rect b="b" l="l" r="r" t="t"/>
              <a:pathLst>
                <a:path extrusionOk="0" h="1049" w="5389">
                  <a:moveTo>
                    <a:pt x="1497" y="1"/>
                  </a:moveTo>
                  <a:lnTo>
                    <a:pt x="150" y="300"/>
                  </a:lnTo>
                  <a:lnTo>
                    <a:pt x="150" y="450"/>
                  </a:lnTo>
                  <a:lnTo>
                    <a:pt x="0" y="450"/>
                  </a:lnTo>
                  <a:lnTo>
                    <a:pt x="150" y="600"/>
                  </a:lnTo>
                  <a:lnTo>
                    <a:pt x="150" y="749"/>
                  </a:lnTo>
                  <a:lnTo>
                    <a:pt x="1497" y="899"/>
                  </a:lnTo>
                  <a:lnTo>
                    <a:pt x="2695" y="1049"/>
                  </a:lnTo>
                  <a:lnTo>
                    <a:pt x="4042" y="899"/>
                  </a:lnTo>
                  <a:lnTo>
                    <a:pt x="5239" y="749"/>
                  </a:lnTo>
                  <a:lnTo>
                    <a:pt x="5389" y="600"/>
                  </a:lnTo>
                  <a:lnTo>
                    <a:pt x="5389" y="450"/>
                  </a:lnTo>
                  <a:lnTo>
                    <a:pt x="5389" y="300"/>
                  </a:lnTo>
                  <a:lnTo>
                    <a:pt x="5239" y="151"/>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2" name="Google Shape;1212;p49"/>
            <p:cNvSpPr/>
            <p:nvPr/>
          </p:nvSpPr>
          <p:spPr>
            <a:xfrm>
              <a:off x="3688375" y="1267150"/>
              <a:ext cx="142225" cy="18725"/>
            </a:xfrm>
            <a:custGeom>
              <a:rect b="b" l="l" r="r" t="t"/>
              <a:pathLst>
                <a:path extrusionOk="0" h="749" w="5689">
                  <a:moveTo>
                    <a:pt x="1497" y="1"/>
                  </a:moveTo>
                  <a:lnTo>
                    <a:pt x="150" y="300"/>
                  </a:lnTo>
                  <a:lnTo>
                    <a:pt x="0" y="450"/>
                  </a:lnTo>
                  <a:lnTo>
                    <a:pt x="150" y="599"/>
                  </a:lnTo>
                  <a:lnTo>
                    <a:pt x="1497" y="749"/>
                  </a:lnTo>
                  <a:lnTo>
                    <a:pt x="4940" y="749"/>
                  </a:lnTo>
                  <a:lnTo>
                    <a:pt x="5539" y="450"/>
                  </a:lnTo>
                  <a:lnTo>
                    <a:pt x="5688" y="300"/>
                  </a:lnTo>
                  <a:lnTo>
                    <a:pt x="5539" y="150"/>
                  </a:lnTo>
                  <a:lnTo>
                    <a:pt x="49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3" name="Google Shape;1213;p49"/>
            <p:cNvSpPr/>
            <p:nvPr/>
          </p:nvSpPr>
          <p:spPr>
            <a:xfrm>
              <a:off x="3699600" y="1184825"/>
              <a:ext cx="134725" cy="22475"/>
            </a:xfrm>
            <a:custGeom>
              <a:rect b="b" l="l" r="r" t="t"/>
              <a:pathLst>
                <a:path extrusionOk="0" h="899" w="5389">
                  <a:moveTo>
                    <a:pt x="2844" y="1"/>
                  </a:moveTo>
                  <a:lnTo>
                    <a:pt x="1497" y="150"/>
                  </a:lnTo>
                  <a:lnTo>
                    <a:pt x="150" y="300"/>
                  </a:lnTo>
                  <a:lnTo>
                    <a:pt x="0" y="300"/>
                  </a:lnTo>
                  <a:lnTo>
                    <a:pt x="0" y="450"/>
                  </a:lnTo>
                  <a:lnTo>
                    <a:pt x="0" y="599"/>
                  </a:lnTo>
                  <a:lnTo>
                    <a:pt x="150" y="749"/>
                  </a:lnTo>
                  <a:lnTo>
                    <a:pt x="1497" y="899"/>
                  </a:lnTo>
                  <a:lnTo>
                    <a:pt x="4042" y="899"/>
                  </a:lnTo>
                  <a:lnTo>
                    <a:pt x="4790" y="749"/>
                  </a:lnTo>
                  <a:lnTo>
                    <a:pt x="5239" y="599"/>
                  </a:lnTo>
                  <a:lnTo>
                    <a:pt x="5389" y="450"/>
                  </a:lnTo>
                  <a:lnTo>
                    <a:pt x="5239" y="300"/>
                  </a:lnTo>
                  <a:lnTo>
                    <a:pt x="4790" y="15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4" name="Google Shape;1214;p49"/>
            <p:cNvSpPr/>
            <p:nvPr/>
          </p:nvSpPr>
          <p:spPr>
            <a:xfrm>
              <a:off x="3703350" y="1098775"/>
              <a:ext cx="134725" cy="29950"/>
            </a:xfrm>
            <a:custGeom>
              <a:rect b="b" l="l" r="r" t="t"/>
              <a:pathLst>
                <a:path extrusionOk="0" h="1198" w="5389">
                  <a:moveTo>
                    <a:pt x="2694" y="0"/>
                  </a:moveTo>
                  <a:lnTo>
                    <a:pt x="1347" y="150"/>
                  </a:lnTo>
                  <a:lnTo>
                    <a:pt x="150" y="449"/>
                  </a:lnTo>
                  <a:lnTo>
                    <a:pt x="0" y="449"/>
                  </a:lnTo>
                  <a:lnTo>
                    <a:pt x="0" y="599"/>
                  </a:lnTo>
                  <a:lnTo>
                    <a:pt x="0" y="748"/>
                  </a:lnTo>
                  <a:lnTo>
                    <a:pt x="150" y="898"/>
                  </a:lnTo>
                  <a:lnTo>
                    <a:pt x="1347" y="1048"/>
                  </a:lnTo>
                  <a:lnTo>
                    <a:pt x="2694" y="1198"/>
                  </a:lnTo>
                  <a:lnTo>
                    <a:pt x="4041" y="1198"/>
                  </a:lnTo>
                  <a:lnTo>
                    <a:pt x="4640" y="1048"/>
                  </a:lnTo>
                  <a:lnTo>
                    <a:pt x="5239" y="898"/>
                  </a:lnTo>
                  <a:lnTo>
                    <a:pt x="5389" y="748"/>
                  </a:lnTo>
                  <a:lnTo>
                    <a:pt x="5389" y="449"/>
                  </a:lnTo>
                  <a:lnTo>
                    <a:pt x="5239" y="449"/>
                  </a:lnTo>
                  <a:lnTo>
                    <a:pt x="4640" y="299"/>
                  </a:lnTo>
                  <a:lnTo>
                    <a:pt x="4041"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5" name="Google Shape;1215;p49"/>
            <p:cNvSpPr/>
            <p:nvPr/>
          </p:nvSpPr>
          <p:spPr>
            <a:xfrm>
              <a:off x="3718300" y="1020175"/>
              <a:ext cx="134750" cy="26225"/>
            </a:xfrm>
            <a:custGeom>
              <a:rect b="b" l="l" r="r" t="t"/>
              <a:pathLst>
                <a:path extrusionOk="0" h="1049" w="5390">
                  <a:moveTo>
                    <a:pt x="2695" y="1"/>
                  </a:moveTo>
                  <a:lnTo>
                    <a:pt x="1348" y="151"/>
                  </a:lnTo>
                  <a:lnTo>
                    <a:pt x="151" y="300"/>
                  </a:lnTo>
                  <a:lnTo>
                    <a:pt x="1" y="600"/>
                  </a:lnTo>
                  <a:lnTo>
                    <a:pt x="151" y="749"/>
                  </a:lnTo>
                  <a:lnTo>
                    <a:pt x="1348" y="899"/>
                  </a:lnTo>
                  <a:lnTo>
                    <a:pt x="2695" y="1049"/>
                  </a:lnTo>
                  <a:lnTo>
                    <a:pt x="4042" y="1049"/>
                  </a:lnTo>
                  <a:lnTo>
                    <a:pt x="5240" y="749"/>
                  </a:lnTo>
                  <a:lnTo>
                    <a:pt x="5389" y="600"/>
                  </a:lnTo>
                  <a:lnTo>
                    <a:pt x="5240" y="30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6" name="Google Shape;1216;p49"/>
            <p:cNvSpPr/>
            <p:nvPr/>
          </p:nvSpPr>
          <p:spPr>
            <a:xfrm>
              <a:off x="3729525" y="941600"/>
              <a:ext cx="108550" cy="22475"/>
            </a:xfrm>
            <a:custGeom>
              <a:rect b="b" l="l" r="r" t="t"/>
              <a:pathLst>
                <a:path extrusionOk="0" h="899" w="4342">
                  <a:moveTo>
                    <a:pt x="2246" y="1"/>
                  </a:moveTo>
                  <a:lnTo>
                    <a:pt x="1198" y="150"/>
                  </a:lnTo>
                  <a:lnTo>
                    <a:pt x="151" y="300"/>
                  </a:lnTo>
                  <a:lnTo>
                    <a:pt x="1" y="450"/>
                  </a:lnTo>
                  <a:lnTo>
                    <a:pt x="151" y="599"/>
                  </a:lnTo>
                  <a:lnTo>
                    <a:pt x="1198" y="899"/>
                  </a:lnTo>
                  <a:lnTo>
                    <a:pt x="3743" y="899"/>
                  </a:lnTo>
                  <a:lnTo>
                    <a:pt x="4342" y="599"/>
                  </a:lnTo>
                  <a:lnTo>
                    <a:pt x="4342" y="450"/>
                  </a:lnTo>
                  <a:lnTo>
                    <a:pt x="4342" y="300"/>
                  </a:lnTo>
                  <a:lnTo>
                    <a:pt x="3743" y="150"/>
                  </a:lnTo>
                  <a:lnTo>
                    <a:pt x="3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7" name="Google Shape;1217;p49"/>
            <p:cNvSpPr/>
            <p:nvPr/>
          </p:nvSpPr>
          <p:spPr>
            <a:xfrm>
              <a:off x="3740750" y="863025"/>
              <a:ext cx="82350" cy="18725"/>
            </a:xfrm>
            <a:custGeom>
              <a:rect b="b" l="l" r="r" t="t"/>
              <a:pathLst>
                <a:path extrusionOk="0" h="749" w="3294">
                  <a:moveTo>
                    <a:pt x="1498" y="0"/>
                  </a:moveTo>
                  <a:lnTo>
                    <a:pt x="151" y="300"/>
                  </a:lnTo>
                  <a:lnTo>
                    <a:pt x="1" y="449"/>
                  </a:lnTo>
                  <a:lnTo>
                    <a:pt x="151" y="599"/>
                  </a:lnTo>
                  <a:lnTo>
                    <a:pt x="1647" y="749"/>
                  </a:lnTo>
                  <a:lnTo>
                    <a:pt x="2396" y="749"/>
                  </a:lnTo>
                  <a:lnTo>
                    <a:pt x="2995" y="599"/>
                  </a:lnTo>
                  <a:lnTo>
                    <a:pt x="3144" y="599"/>
                  </a:lnTo>
                  <a:lnTo>
                    <a:pt x="3294" y="449"/>
                  </a:lnTo>
                  <a:lnTo>
                    <a:pt x="3144" y="150"/>
                  </a:lnTo>
                  <a:lnTo>
                    <a:pt x="2995" y="150"/>
                  </a:lnTo>
                  <a:lnTo>
                    <a:pt x="23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8" name="Google Shape;1218;p49"/>
            <p:cNvSpPr/>
            <p:nvPr/>
          </p:nvSpPr>
          <p:spPr>
            <a:xfrm>
              <a:off x="3744500" y="780700"/>
              <a:ext cx="71125" cy="22475"/>
            </a:xfrm>
            <a:custGeom>
              <a:rect b="b" l="l" r="r" t="t"/>
              <a:pathLst>
                <a:path extrusionOk="0" h="899" w="2845">
                  <a:moveTo>
                    <a:pt x="1348" y="0"/>
                  </a:moveTo>
                  <a:lnTo>
                    <a:pt x="749" y="150"/>
                  </a:lnTo>
                  <a:lnTo>
                    <a:pt x="150" y="300"/>
                  </a:lnTo>
                  <a:lnTo>
                    <a:pt x="1" y="449"/>
                  </a:lnTo>
                  <a:lnTo>
                    <a:pt x="150" y="599"/>
                  </a:lnTo>
                  <a:lnTo>
                    <a:pt x="749" y="898"/>
                  </a:lnTo>
                  <a:lnTo>
                    <a:pt x="1946" y="898"/>
                  </a:lnTo>
                  <a:lnTo>
                    <a:pt x="2545" y="749"/>
                  </a:lnTo>
                  <a:lnTo>
                    <a:pt x="2695" y="599"/>
                  </a:lnTo>
                  <a:lnTo>
                    <a:pt x="2845" y="449"/>
                  </a:lnTo>
                  <a:lnTo>
                    <a:pt x="2695" y="300"/>
                  </a:lnTo>
                  <a:lnTo>
                    <a:pt x="2545" y="150"/>
                  </a:lnTo>
                  <a:lnTo>
                    <a:pt x="19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9" name="Google Shape;1219;p49"/>
            <p:cNvSpPr/>
            <p:nvPr/>
          </p:nvSpPr>
          <p:spPr>
            <a:xfrm>
              <a:off x="3759475" y="698375"/>
              <a:ext cx="67375" cy="26225"/>
            </a:xfrm>
            <a:custGeom>
              <a:rect b="b" l="l" r="r" t="t"/>
              <a:pathLst>
                <a:path extrusionOk="0" h="1049" w="2695">
                  <a:moveTo>
                    <a:pt x="1497" y="0"/>
                  </a:moveTo>
                  <a:lnTo>
                    <a:pt x="150" y="300"/>
                  </a:lnTo>
                  <a:lnTo>
                    <a:pt x="0" y="450"/>
                  </a:lnTo>
                  <a:lnTo>
                    <a:pt x="150" y="749"/>
                  </a:lnTo>
                  <a:lnTo>
                    <a:pt x="749" y="899"/>
                  </a:lnTo>
                  <a:lnTo>
                    <a:pt x="1497" y="1048"/>
                  </a:lnTo>
                  <a:lnTo>
                    <a:pt x="2096" y="899"/>
                  </a:lnTo>
                  <a:lnTo>
                    <a:pt x="2395" y="899"/>
                  </a:lnTo>
                  <a:lnTo>
                    <a:pt x="2695" y="749"/>
                  </a:lnTo>
                  <a:lnTo>
                    <a:pt x="2695" y="450"/>
                  </a:lnTo>
                  <a:lnTo>
                    <a:pt x="26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0" name="Google Shape;1220;p49"/>
            <p:cNvSpPr/>
            <p:nvPr/>
          </p:nvSpPr>
          <p:spPr>
            <a:xfrm>
              <a:off x="3766950" y="623525"/>
              <a:ext cx="59900" cy="15000"/>
            </a:xfrm>
            <a:custGeom>
              <a:rect b="b" l="l" r="r" t="t"/>
              <a:pathLst>
                <a:path extrusionOk="0" h="600" w="2396">
                  <a:moveTo>
                    <a:pt x="1048" y="1"/>
                  </a:moveTo>
                  <a:lnTo>
                    <a:pt x="1" y="151"/>
                  </a:lnTo>
                  <a:lnTo>
                    <a:pt x="1" y="300"/>
                  </a:lnTo>
                  <a:lnTo>
                    <a:pt x="1" y="450"/>
                  </a:lnTo>
                  <a:lnTo>
                    <a:pt x="1048" y="600"/>
                  </a:lnTo>
                  <a:lnTo>
                    <a:pt x="2246" y="450"/>
                  </a:lnTo>
                  <a:lnTo>
                    <a:pt x="2396" y="300"/>
                  </a:lnTo>
                  <a:lnTo>
                    <a:pt x="2246" y="151"/>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1" name="Google Shape;1221;p49"/>
            <p:cNvSpPr/>
            <p:nvPr/>
          </p:nvSpPr>
          <p:spPr>
            <a:xfrm>
              <a:off x="3512500" y="2827550"/>
              <a:ext cx="18725" cy="295650"/>
            </a:xfrm>
            <a:custGeom>
              <a:rect b="b" l="l" r="r" t="t"/>
              <a:pathLst>
                <a:path extrusionOk="0" h="11826" w="749">
                  <a:moveTo>
                    <a:pt x="300" y="1"/>
                  </a:moveTo>
                  <a:lnTo>
                    <a:pt x="150" y="150"/>
                  </a:lnTo>
                  <a:lnTo>
                    <a:pt x="150" y="300"/>
                  </a:lnTo>
                  <a:lnTo>
                    <a:pt x="150" y="749"/>
                  </a:lnTo>
                  <a:lnTo>
                    <a:pt x="1" y="1497"/>
                  </a:lnTo>
                  <a:lnTo>
                    <a:pt x="1" y="2096"/>
                  </a:lnTo>
                  <a:lnTo>
                    <a:pt x="1" y="2695"/>
                  </a:lnTo>
                  <a:lnTo>
                    <a:pt x="1" y="7185"/>
                  </a:lnTo>
                  <a:lnTo>
                    <a:pt x="150" y="11676"/>
                  </a:lnTo>
                  <a:lnTo>
                    <a:pt x="300" y="11825"/>
                  </a:lnTo>
                  <a:lnTo>
                    <a:pt x="450" y="11676"/>
                  </a:lnTo>
                  <a:lnTo>
                    <a:pt x="749" y="7185"/>
                  </a:lnTo>
                  <a:lnTo>
                    <a:pt x="599" y="2695"/>
                  </a:lnTo>
                  <a:lnTo>
                    <a:pt x="599" y="2096"/>
                  </a:lnTo>
                  <a:lnTo>
                    <a:pt x="599" y="1497"/>
                  </a:lnTo>
                  <a:lnTo>
                    <a:pt x="599" y="1348"/>
                  </a:lnTo>
                  <a:lnTo>
                    <a:pt x="599" y="749"/>
                  </a:lnTo>
                  <a:lnTo>
                    <a:pt x="450" y="30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2" name="Google Shape;1222;p49"/>
            <p:cNvSpPr/>
            <p:nvPr/>
          </p:nvSpPr>
          <p:spPr>
            <a:xfrm>
              <a:off x="3351600" y="2850000"/>
              <a:ext cx="15000" cy="280675"/>
            </a:xfrm>
            <a:custGeom>
              <a:rect b="b" l="l" r="r" t="t"/>
              <a:pathLst>
                <a:path extrusionOk="0" h="11227" w="600">
                  <a:moveTo>
                    <a:pt x="300" y="1"/>
                  </a:moveTo>
                  <a:lnTo>
                    <a:pt x="150" y="150"/>
                  </a:lnTo>
                  <a:lnTo>
                    <a:pt x="0" y="5539"/>
                  </a:lnTo>
                  <a:lnTo>
                    <a:pt x="0" y="6587"/>
                  </a:lnTo>
                  <a:lnTo>
                    <a:pt x="0" y="7634"/>
                  </a:lnTo>
                  <a:lnTo>
                    <a:pt x="0" y="9430"/>
                  </a:lnTo>
                  <a:lnTo>
                    <a:pt x="150" y="11077"/>
                  </a:lnTo>
                  <a:lnTo>
                    <a:pt x="300" y="11227"/>
                  </a:lnTo>
                  <a:lnTo>
                    <a:pt x="449" y="11077"/>
                  </a:lnTo>
                  <a:lnTo>
                    <a:pt x="599" y="8832"/>
                  </a:lnTo>
                  <a:lnTo>
                    <a:pt x="599" y="6587"/>
                  </a:lnTo>
                  <a:lnTo>
                    <a:pt x="599" y="5539"/>
                  </a:lnTo>
                  <a:lnTo>
                    <a:pt x="599" y="4641"/>
                  </a:lnTo>
                  <a:lnTo>
                    <a:pt x="449" y="15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3" name="Google Shape;1223;p49"/>
            <p:cNvSpPr/>
            <p:nvPr/>
          </p:nvSpPr>
          <p:spPr>
            <a:xfrm>
              <a:off x="3265525" y="2846250"/>
              <a:ext cx="26225" cy="273200"/>
            </a:xfrm>
            <a:custGeom>
              <a:rect b="b" l="l" r="r" t="t"/>
              <a:pathLst>
                <a:path extrusionOk="0" h="10928" w="1049">
                  <a:moveTo>
                    <a:pt x="450" y="1"/>
                  </a:moveTo>
                  <a:lnTo>
                    <a:pt x="150" y="2396"/>
                  </a:lnTo>
                  <a:lnTo>
                    <a:pt x="1" y="4940"/>
                  </a:lnTo>
                  <a:lnTo>
                    <a:pt x="1" y="7485"/>
                  </a:lnTo>
                  <a:lnTo>
                    <a:pt x="300" y="9880"/>
                  </a:lnTo>
                  <a:lnTo>
                    <a:pt x="300" y="10778"/>
                  </a:lnTo>
                  <a:lnTo>
                    <a:pt x="450" y="10928"/>
                  </a:lnTo>
                  <a:lnTo>
                    <a:pt x="600" y="10778"/>
                  </a:lnTo>
                  <a:lnTo>
                    <a:pt x="600" y="10478"/>
                  </a:lnTo>
                  <a:lnTo>
                    <a:pt x="749" y="9131"/>
                  </a:lnTo>
                  <a:lnTo>
                    <a:pt x="1049" y="6886"/>
                  </a:lnTo>
                  <a:lnTo>
                    <a:pt x="1049" y="4491"/>
                  </a:lnTo>
                  <a:lnTo>
                    <a:pt x="899" y="2246"/>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4" name="Google Shape;1224;p49"/>
            <p:cNvSpPr/>
            <p:nvPr/>
          </p:nvSpPr>
          <p:spPr>
            <a:xfrm>
              <a:off x="3186950" y="2857500"/>
              <a:ext cx="22475" cy="258200"/>
            </a:xfrm>
            <a:custGeom>
              <a:rect b="b" l="l" r="r" t="t"/>
              <a:pathLst>
                <a:path extrusionOk="0" h="10328" w="899">
                  <a:moveTo>
                    <a:pt x="300" y="0"/>
                  </a:moveTo>
                  <a:lnTo>
                    <a:pt x="150" y="1048"/>
                  </a:lnTo>
                  <a:lnTo>
                    <a:pt x="1" y="2245"/>
                  </a:lnTo>
                  <a:lnTo>
                    <a:pt x="1" y="4640"/>
                  </a:lnTo>
                  <a:lnTo>
                    <a:pt x="1" y="7484"/>
                  </a:lnTo>
                  <a:lnTo>
                    <a:pt x="300" y="10178"/>
                  </a:lnTo>
                  <a:lnTo>
                    <a:pt x="300" y="10328"/>
                  </a:lnTo>
                  <a:lnTo>
                    <a:pt x="599" y="10328"/>
                  </a:lnTo>
                  <a:lnTo>
                    <a:pt x="599" y="10178"/>
                  </a:lnTo>
                  <a:lnTo>
                    <a:pt x="749" y="7484"/>
                  </a:lnTo>
                  <a:lnTo>
                    <a:pt x="899" y="4640"/>
                  </a:lnTo>
                  <a:lnTo>
                    <a:pt x="899" y="2245"/>
                  </a:lnTo>
                  <a:lnTo>
                    <a:pt x="749" y="1048"/>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5" name="Google Shape;1225;p49"/>
            <p:cNvSpPr/>
            <p:nvPr/>
          </p:nvSpPr>
          <p:spPr>
            <a:xfrm>
              <a:off x="3100875" y="2857500"/>
              <a:ext cx="29975" cy="243250"/>
            </a:xfrm>
            <a:custGeom>
              <a:rect b="b" l="l" r="r" t="t"/>
              <a:pathLst>
                <a:path extrusionOk="0" h="9730" w="1199">
                  <a:moveTo>
                    <a:pt x="450" y="0"/>
                  </a:moveTo>
                  <a:lnTo>
                    <a:pt x="300" y="1197"/>
                  </a:lnTo>
                  <a:lnTo>
                    <a:pt x="151" y="2395"/>
                  </a:lnTo>
                  <a:lnTo>
                    <a:pt x="1" y="4790"/>
                  </a:lnTo>
                  <a:lnTo>
                    <a:pt x="300" y="7334"/>
                  </a:lnTo>
                  <a:lnTo>
                    <a:pt x="450" y="9579"/>
                  </a:lnTo>
                  <a:lnTo>
                    <a:pt x="600" y="9729"/>
                  </a:lnTo>
                  <a:lnTo>
                    <a:pt x="749" y="9579"/>
                  </a:lnTo>
                  <a:lnTo>
                    <a:pt x="899" y="7334"/>
                  </a:lnTo>
                  <a:lnTo>
                    <a:pt x="1198" y="4790"/>
                  </a:lnTo>
                  <a:lnTo>
                    <a:pt x="1198" y="2395"/>
                  </a:lnTo>
                  <a:lnTo>
                    <a:pt x="1049" y="1197"/>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6" name="Google Shape;1226;p49"/>
            <p:cNvSpPr/>
            <p:nvPr/>
          </p:nvSpPr>
          <p:spPr>
            <a:xfrm>
              <a:off x="3026050" y="2846250"/>
              <a:ext cx="22475" cy="243275"/>
            </a:xfrm>
            <a:custGeom>
              <a:rect b="b" l="l" r="r" t="t"/>
              <a:pathLst>
                <a:path extrusionOk="0" h="9731" w="899">
                  <a:moveTo>
                    <a:pt x="449" y="1"/>
                  </a:moveTo>
                  <a:lnTo>
                    <a:pt x="300" y="151"/>
                  </a:lnTo>
                  <a:lnTo>
                    <a:pt x="0" y="1198"/>
                  </a:lnTo>
                  <a:lnTo>
                    <a:pt x="0" y="2396"/>
                  </a:lnTo>
                  <a:lnTo>
                    <a:pt x="0" y="4641"/>
                  </a:lnTo>
                  <a:lnTo>
                    <a:pt x="0" y="7036"/>
                  </a:lnTo>
                  <a:lnTo>
                    <a:pt x="300" y="9580"/>
                  </a:lnTo>
                  <a:lnTo>
                    <a:pt x="300" y="9730"/>
                  </a:lnTo>
                  <a:lnTo>
                    <a:pt x="599" y="9730"/>
                  </a:lnTo>
                  <a:lnTo>
                    <a:pt x="599" y="9580"/>
                  </a:lnTo>
                  <a:lnTo>
                    <a:pt x="749" y="7036"/>
                  </a:lnTo>
                  <a:lnTo>
                    <a:pt x="749" y="4641"/>
                  </a:lnTo>
                  <a:lnTo>
                    <a:pt x="898" y="239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7" name="Google Shape;1227;p49"/>
            <p:cNvSpPr/>
            <p:nvPr/>
          </p:nvSpPr>
          <p:spPr>
            <a:xfrm>
              <a:off x="2943725" y="2846250"/>
              <a:ext cx="22475" cy="232050"/>
            </a:xfrm>
            <a:custGeom>
              <a:rect b="b" l="l" r="r" t="t"/>
              <a:pathLst>
                <a:path extrusionOk="0" h="9282" w="899">
                  <a:moveTo>
                    <a:pt x="300" y="1"/>
                  </a:moveTo>
                  <a:lnTo>
                    <a:pt x="300" y="151"/>
                  </a:lnTo>
                  <a:lnTo>
                    <a:pt x="0" y="4641"/>
                  </a:lnTo>
                  <a:lnTo>
                    <a:pt x="150" y="6886"/>
                  </a:lnTo>
                  <a:lnTo>
                    <a:pt x="300" y="9131"/>
                  </a:lnTo>
                  <a:lnTo>
                    <a:pt x="599" y="9281"/>
                  </a:lnTo>
                  <a:lnTo>
                    <a:pt x="749" y="9131"/>
                  </a:lnTo>
                  <a:lnTo>
                    <a:pt x="899" y="6886"/>
                  </a:lnTo>
                  <a:lnTo>
                    <a:pt x="899" y="4641"/>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8" name="Google Shape;1228;p49"/>
            <p:cNvSpPr/>
            <p:nvPr/>
          </p:nvSpPr>
          <p:spPr>
            <a:xfrm>
              <a:off x="2861400" y="2835025"/>
              <a:ext cx="22475" cy="235775"/>
            </a:xfrm>
            <a:custGeom>
              <a:rect b="b" l="l" r="r" t="t"/>
              <a:pathLst>
                <a:path extrusionOk="0" h="9431" w="899">
                  <a:moveTo>
                    <a:pt x="599" y="1"/>
                  </a:moveTo>
                  <a:lnTo>
                    <a:pt x="450" y="151"/>
                  </a:lnTo>
                  <a:lnTo>
                    <a:pt x="300" y="300"/>
                  </a:lnTo>
                  <a:lnTo>
                    <a:pt x="150" y="2695"/>
                  </a:lnTo>
                  <a:lnTo>
                    <a:pt x="1" y="5090"/>
                  </a:lnTo>
                  <a:lnTo>
                    <a:pt x="1" y="7186"/>
                  </a:lnTo>
                  <a:lnTo>
                    <a:pt x="1" y="8383"/>
                  </a:lnTo>
                  <a:lnTo>
                    <a:pt x="150" y="9431"/>
                  </a:lnTo>
                  <a:lnTo>
                    <a:pt x="599" y="9431"/>
                  </a:lnTo>
                  <a:lnTo>
                    <a:pt x="749" y="8383"/>
                  </a:lnTo>
                  <a:lnTo>
                    <a:pt x="899" y="7186"/>
                  </a:lnTo>
                  <a:lnTo>
                    <a:pt x="899" y="5090"/>
                  </a:lnTo>
                  <a:lnTo>
                    <a:pt x="899" y="2695"/>
                  </a:lnTo>
                  <a:lnTo>
                    <a:pt x="749" y="300"/>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9" name="Google Shape;1229;p49"/>
            <p:cNvSpPr/>
            <p:nvPr/>
          </p:nvSpPr>
          <p:spPr>
            <a:xfrm>
              <a:off x="2782825" y="2850000"/>
              <a:ext cx="22475" cy="205825"/>
            </a:xfrm>
            <a:custGeom>
              <a:rect b="b" l="l" r="r" t="t"/>
              <a:pathLst>
                <a:path extrusionOk="0" h="8233" w="899">
                  <a:moveTo>
                    <a:pt x="449" y="1"/>
                  </a:moveTo>
                  <a:lnTo>
                    <a:pt x="300" y="150"/>
                  </a:lnTo>
                  <a:lnTo>
                    <a:pt x="150" y="300"/>
                  </a:lnTo>
                  <a:lnTo>
                    <a:pt x="0" y="2246"/>
                  </a:lnTo>
                  <a:lnTo>
                    <a:pt x="0" y="4192"/>
                  </a:lnTo>
                  <a:lnTo>
                    <a:pt x="0" y="6137"/>
                  </a:lnTo>
                  <a:lnTo>
                    <a:pt x="300" y="8083"/>
                  </a:lnTo>
                  <a:lnTo>
                    <a:pt x="300" y="8233"/>
                  </a:lnTo>
                  <a:lnTo>
                    <a:pt x="449" y="8083"/>
                  </a:lnTo>
                  <a:lnTo>
                    <a:pt x="898" y="4192"/>
                  </a:lnTo>
                  <a:lnTo>
                    <a:pt x="898" y="2246"/>
                  </a:lnTo>
                  <a:lnTo>
                    <a:pt x="749" y="300"/>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0" name="Google Shape;1230;p49"/>
            <p:cNvSpPr/>
            <p:nvPr/>
          </p:nvSpPr>
          <p:spPr>
            <a:xfrm>
              <a:off x="2696750" y="2797625"/>
              <a:ext cx="29975" cy="246975"/>
            </a:xfrm>
            <a:custGeom>
              <a:rect b="b" l="l" r="r" t="t"/>
              <a:pathLst>
                <a:path extrusionOk="0" h="9879" w="1199">
                  <a:moveTo>
                    <a:pt x="599" y="0"/>
                  </a:moveTo>
                  <a:lnTo>
                    <a:pt x="450" y="150"/>
                  </a:lnTo>
                  <a:lnTo>
                    <a:pt x="150" y="2545"/>
                  </a:lnTo>
                  <a:lnTo>
                    <a:pt x="1" y="4940"/>
                  </a:lnTo>
                  <a:lnTo>
                    <a:pt x="150" y="7334"/>
                  </a:lnTo>
                  <a:lnTo>
                    <a:pt x="450" y="9729"/>
                  </a:lnTo>
                  <a:lnTo>
                    <a:pt x="599" y="9879"/>
                  </a:lnTo>
                  <a:lnTo>
                    <a:pt x="749" y="9729"/>
                  </a:lnTo>
                  <a:lnTo>
                    <a:pt x="1048" y="7634"/>
                  </a:lnTo>
                  <a:lnTo>
                    <a:pt x="1198" y="5688"/>
                  </a:lnTo>
                  <a:lnTo>
                    <a:pt x="1198" y="3892"/>
                  </a:lnTo>
                  <a:lnTo>
                    <a:pt x="1048" y="1946"/>
                  </a:lnTo>
                  <a:lnTo>
                    <a:pt x="899" y="150"/>
                  </a:lnTo>
                  <a:lnTo>
                    <a:pt x="74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1" name="Google Shape;1231;p49"/>
            <p:cNvSpPr/>
            <p:nvPr/>
          </p:nvSpPr>
          <p:spPr>
            <a:xfrm>
              <a:off x="2621925" y="2838775"/>
              <a:ext cx="22475" cy="194600"/>
            </a:xfrm>
            <a:custGeom>
              <a:rect b="b" l="l" r="r" t="t"/>
              <a:pathLst>
                <a:path extrusionOk="0" h="7784" w="899">
                  <a:moveTo>
                    <a:pt x="299" y="1"/>
                  </a:moveTo>
                  <a:lnTo>
                    <a:pt x="150" y="150"/>
                  </a:lnTo>
                  <a:lnTo>
                    <a:pt x="0" y="2096"/>
                  </a:lnTo>
                  <a:lnTo>
                    <a:pt x="0" y="3892"/>
                  </a:lnTo>
                  <a:lnTo>
                    <a:pt x="0" y="5838"/>
                  </a:lnTo>
                  <a:lnTo>
                    <a:pt x="299" y="7634"/>
                  </a:lnTo>
                  <a:lnTo>
                    <a:pt x="449" y="7784"/>
                  </a:lnTo>
                  <a:lnTo>
                    <a:pt x="599" y="7634"/>
                  </a:lnTo>
                  <a:lnTo>
                    <a:pt x="749" y="5838"/>
                  </a:lnTo>
                  <a:lnTo>
                    <a:pt x="898" y="3892"/>
                  </a:lnTo>
                  <a:lnTo>
                    <a:pt x="749" y="2096"/>
                  </a:lnTo>
                  <a:lnTo>
                    <a:pt x="59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2" name="Google Shape;1232;p49"/>
            <p:cNvSpPr/>
            <p:nvPr/>
          </p:nvSpPr>
          <p:spPr>
            <a:xfrm>
              <a:off x="2461000" y="2846250"/>
              <a:ext cx="22500" cy="164675"/>
            </a:xfrm>
            <a:custGeom>
              <a:rect b="b" l="l" r="r" t="t"/>
              <a:pathLst>
                <a:path extrusionOk="0" h="6587" w="900">
                  <a:moveTo>
                    <a:pt x="450" y="1"/>
                  </a:moveTo>
                  <a:lnTo>
                    <a:pt x="300" y="151"/>
                  </a:lnTo>
                  <a:lnTo>
                    <a:pt x="151" y="300"/>
                  </a:lnTo>
                  <a:lnTo>
                    <a:pt x="151" y="899"/>
                  </a:lnTo>
                  <a:lnTo>
                    <a:pt x="1" y="2246"/>
                  </a:lnTo>
                  <a:lnTo>
                    <a:pt x="1" y="3743"/>
                  </a:lnTo>
                  <a:lnTo>
                    <a:pt x="151" y="5090"/>
                  </a:lnTo>
                  <a:lnTo>
                    <a:pt x="300" y="6587"/>
                  </a:lnTo>
                  <a:lnTo>
                    <a:pt x="600" y="6587"/>
                  </a:lnTo>
                  <a:lnTo>
                    <a:pt x="899" y="4940"/>
                  </a:lnTo>
                  <a:lnTo>
                    <a:pt x="899" y="3444"/>
                  </a:lnTo>
                  <a:lnTo>
                    <a:pt x="899" y="1797"/>
                  </a:lnTo>
                  <a:lnTo>
                    <a:pt x="600" y="300"/>
                  </a:lnTo>
                  <a:lnTo>
                    <a:pt x="600"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3" name="Google Shape;1233;p49"/>
            <p:cNvSpPr/>
            <p:nvPr/>
          </p:nvSpPr>
          <p:spPr>
            <a:xfrm>
              <a:off x="2539600" y="2850000"/>
              <a:ext cx="22475" cy="172150"/>
            </a:xfrm>
            <a:custGeom>
              <a:rect b="b" l="l" r="r" t="t"/>
              <a:pathLst>
                <a:path extrusionOk="0" h="6886" w="899">
                  <a:moveTo>
                    <a:pt x="300" y="1"/>
                  </a:moveTo>
                  <a:lnTo>
                    <a:pt x="300" y="150"/>
                  </a:lnTo>
                  <a:lnTo>
                    <a:pt x="0" y="1797"/>
                  </a:lnTo>
                  <a:lnTo>
                    <a:pt x="0" y="3443"/>
                  </a:lnTo>
                  <a:lnTo>
                    <a:pt x="150" y="5090"/>
                  </a:lnTo>
                  <a:lnTo>
                    <a:pt x="300" y="6736"/>
                  </a:lnTo>
                  <a:lnTo>
                    <a:pt x="449" y="6886"/>
                  </a:lnTo>
                  <a:lnTo>
                    <a:pt x="599" y="6886"/>
                  </a:lnTo>
                  <a:lnTo>
                    <a:pt x="599" y="6736"/>
                  </a:lnTo>
                  <a:lnTo>
                    <a:pt x="898" y="5090"/>
                  </a:lnTo>
                  <a:lnTo>
                    <a:pt x="898" y="3443"/>
                  </a:lnTo>
                  <a:lnTo>
                    <a:pt x="898" y="1797"/>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4" name="Google Shape;1234;p49"/>
            <p:cNvSpPr/>
            <p:nvPr/>
          </p:nvSpPr>
          <p:spPr>
            <a:xfrm>
              <a:off x="2378700" y="2853750"/>
              <a:ext cx="22475" cy="149700"/>
            </a:xfrm>
            <a:custGeom>
              <a:rect b="b" l="l" r="r" t="t"/>
              <a:pathLst>
                <a:path extrusionOk="0" h="5988" w="899">
                  <a:moveTo>
                    <a:pt x="299" y="0"/>
                  </a:moveTo>
                  <a:lnTo>
                    <a:pt x="299" y="150"/>
                  </a:lnTo>
                  <a:lnTo>
                    <a:pt x="0" y="1497"/>
                  </a:lnTo>
                  <a:lnTo>
                    <a:pt x="0" y="2994"/>
                  </a:lnTo>
                  <a:lnTo>
                    <a:pt x="150" y="4491"/>
                  </a:lnTo>
                  <a:lnTo>
                    <a:pt x="299" y="5838"/>
                  </a:lnTo>
                  <a:lnTo>
                    <a:pt x="449" y="5987"/>
                  </a:lnTo>
                  <a:lnTo>
                    <a:pt x="599" y="5838"/>
                  </a:lnTo>
                  <a:lnTo>
                    <a:pt x="898" y="4491"/>
                  </a:lnTo>
                  <a:lnTo>
                    <a:pt x="898" y="2994"/>
                  </a:lnTo>
                  <a:lnTo>
                    <a:pt x="898" y="1497"/>
                  </a:lnTo>
                  <a:lnTo>
                    <a:pt x="748"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5" name="Google Shape;1235;p49"/>
            <p:cNvSpPr/>
            <p:nvPr/>
          </p:nvSpPr>
          <p:spPr>
            <a:xfrm>
              <a:off x="2296375" y="2853750"/>
              <a:ext cx="26200" cy="134725"/>
            </a:xfrm>
            <a:custGeom>
              <a:rect b="b" l="l" r="r" t="t"/>
              <a:pathLst>
                <a:path extrusionOk="0" h="5389" w="1048">
                  <a:moveTo>
                    <a:pt x="449" y="0"/>
                  </a:moveTo>
                  <a:lnTo>
                    <a:pt x="299" y="150"/>
                  </a:lnTo>
                  <a:lnTo>
                    <a:pt x="150" y="1497"/>
                  </a:lnTo>
                  <a:lnTo>
                    <a:pt x="0" y="2695"/>
                  </a:lnTo>
                  <a:lnTo>
                    <a:pt x="150" y="4042"/>
                  </a:lnTo>
                  <a:lnTo>
                    <a:pt x="449" y="5239"/>
                  </a:lnTo>
                  <a:lnTo>
                    <a:pt x="449" y="5389"/>
                  </a:lnTo>
                  <a:lnTo>
                    <a:pt x="749" y="5389"/>
                  </a:lnTo>
                  <a:lnTo>
                    <a:pt x="749" y="5239"/>
                  </a:lnTo>
                  <a:lnTo>
                    <a:pt x="1048" y="4042"/>
                  </a:lnTo>
                  <a:lnTo>
                    <a:pt x="1048" y="2695"/>
                  </a:lnTo>
                  <a:lnTo>
                    <a:pt x="1048" y="149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6" name="Google Shape;1236;p49"/>
            <p:cNvSpPr/>
            <p:nvPr/>
          </p:nvSpPr>
          <p:spPr>
            <a:xfrm>
              <a:off x="2217775" y="2838775"/>
              <a:ext cx="22475" cy="142225"/>
            </a:xfrm>
            <a:custGeom>
              <a:rect b="b" l="l" r="r" t="t"/>
              <a:pathLst>
                <a:path extrusionOk="0" h="5689" w="899">
                  <a:moveTo>
                    <a:pt x="300" y="1"/>
                  </a:moveTo>
                  <a:lnTo>
                    <a:pt x="151" y="599"/>
                  </a:lnTo>
                  <a:lnTo>
                    <a:pt x="1" y="1348"/>
                  </a:lnTo>
                  <a:lnTo>
                    <a:pt x="1" y="2695"/>
                  </a:lnTo>
                  <a:lnTo>
                    <a:pt x="151" y="4042"/>
                  </a:lnTo>
                  <a:lnTo>
                    <a:pt x="300" y="5539"/>
                  </a:lnTo>
                  <a:lnTo>
                    <a:pt x="450" y="5688"/>
                  </a:lnTo>
                  <a:lnTo>
                    <a:pt x="749" y="5539"/>
                  </a:lnTo>
                  <a:lnTo>
                    <a:pt x="899" y="4042"/>
                  </a:lnTo>
                  <a:lnTo>
                    <a:pt x="899" y="2695"/>
                  </a:lnTo>
                  <a:lnTo>
                    <a:pt x="899" y="1348"/>
                  </a:lnTo>
                  <a:lnTo>
                    <a:pt x="749" y="599"/>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7" name="Google Shape;1237;p49"/>
            <p:cNvSpPr/>
            <p:nvPr/>
          </p:nvSpPr>
          <p:spPr>
            <a:xfrm>
              <a:off x="2139200" y="2831300"/>
              <a:ext cx="22475" cy="134725"/>
            </a:xfrm>
            <a:custGeom>
              <a:rect b="b" l="l" r="r" t="t"/>
              <a:pathLst>
                <a:path extrusionOk="0" h="5389" w="899">
                  <a:moveTo>
                    <a:pt x="300" y="0"/>
                  </a:moveTo>
                  <a:lnTo>
                    <a:pt x="150" y="150"/>
                  </a:lnTo>
                  <a:lnTo>
                    <a:pt x="1" y="749"/>
                  </a:lnTo>
                  <a:lnTo>
                    <a:pt x="1" y="1347"/>
                  </a:lnTo>
                  <a:lnTo>
                    <a:pt x="1" y="2545"/>
                  </a:lnTo>
                  <a:lnTo>
                    <a:pt x="1" y="3892"/>
                  </a:lnTo>
                  <a:lnTo>
                    <a:pt x="150" y="5239"/>
                  </a:lnTo>
                  <a:lnTo>
                    <a:pt x="300" y="5389"/>
                  </a:lnTo>
                  <a:lnTo>
                    <a:pt x="599" y="5389"/>
                  </a:lnTo>
                  <a:lnTo>
                    <a:pt x="599" y="5239"/>
                  </a:lnTo>
                  <a:lnTo>
                    <a:pt x="749" y="3892"/>
                  </a:lnTo>
                  <a:lnTo>
                    <a:pt x="899" y="2545"/>
                  </a:lnTo>
                  <a:lnTo>
                    <a:pt x="749" y="1347"/>
                  </a:lnTo>
                  <a:lnTo>
                    <a:pt x="749" y="749"/>
                  </a:lnTo>
                  <a:lnTo>
                    <a:pt x="450" y="150"/>
                  </a:lnTo>
                  <a:lnTo>
                    <a:pt x="3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8" name="Google Shape;1238;p49"/>
            <p:cNvSpPr/>
            <p:nvPr/>
          </p:nvSpPr>
          <p:spPr>
            <a:xfrm>
              <a:off x="2053150" y="2827550"/>
              <a:ext cx="29950" cy="138475"/>
            </a:xfrm>
            <a:custGeom>
              <a:rect b="b" l="l" r="r" t="t"/>
              <a:pathLst>
                <a:path extrusionOk="0" h="5539" w="1198">
                  <a:moveTo>
                    <a:pt x="599" y="1"/>
                  </a:moveTo>
                  <a:lnTo>
                    <a:pt x="449" y="150"/>
                  </a:lnTo>
                  <a:lnTo>
                    <a:pt x="150" y="749"/>
                  </a:lnTo>
                  <a:lnTo>
                    <a:pt x="0" y="1348"/>
                  </a:lnTo>
                  <a:lnTo>
                    <a:pt x="0" y="2695"/>
                  </a:lnTo>
                  <a:lnTo>
                    <a:pt x="150" y="4042"/>
                  </a:lnTo>
                  <a:lnTo>
                    <a:pt x="449" y="5389"/>
                  </a:lnTo>
                  <a:lnTo>
                    <a:pt x="599" y="5539"/>
                  </a:lnTo>
                  <a:lnTo>
                    <a:pt x="748" y="5389"/>
                  </a:lnTo>
                  <a:lnTo>
                    <a:pt x="1048" y="4042"/>
                  </a:lnTo>
                  <a:lnTo>
                    <a:pt x="1197" y="2695"/>
                  </a:lnTo>
                  <a:lnTo>
                    <a:pt x="1048" y="1348"/>
                  </a:lnTo>
                  <a:lnTo>
                    <a:pt x="1048" y="749"/>
                  </a:lnTo>
                  <a:lnTo>
                    <a:pt x="748"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9" name="Google Shape;1239;p49"/>
            <p:cNvSpPr/>
            <p:nvPr/>
          </p:nvSpPr>
          <p:spPr>
            <a:xfrm>
              <a:off x="1974550" y="2812575"/>
              <a:ext cx="26225" cy="134750"/>
            </a:xfrm>
            <a:custGeom>
              <a:rect b="b" l="l" r="r" t="t"/>
              <a:pathLst>
                <a:path extrusionOk="0" h="5390" w="1049">
                  <a:moveTo>
                    <a:pt x="450" y="1"/>
                  </a:moveTo>
                  <a:lnTo>
                    <a:pt x="300" y="151"/>
                  </a:lnTo>
                  <a:lnTo>
                    <a:pt x="1" y="1348"/>
                  </a:lnTo>
                  <a:lnTo>
                    <a:pt x="1" y="2695"/>
                  </a:lnTo>
                  <a:lnTo>
                    <a:pt x="150" y="4042"/>
                  </a:lnTo>
                  <a:lnTo>
                    <a:pt x="300" y="5240"/>
                  </a:lnTo>
                  <a:lnTo>
                    <a:pt x="450" y="5389"/>
                  </a:lnTo>
                  <a:lnTo>
                    <a:pt x="599" y="5240"/>
                  </a:lnTo>
                  <a:lnTo>
                    <a:pt x="899" y="4042"/>
                  </a:lnTo>
                  <a:lnTo>
                    <a:pt x="1049" y="2695"/>
                  </a:lnTo>
                  <a:lnTo>
                    <a:pt x="899" y="1348"/>
                  </a:lnTo>
                  <a:lnTo>
                    <a:pt x="749"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0" name="Google Shape;1240;p49"/>
            <p:cNvSpPr/>
            <p:nvPr/>
          </p:nvSpPr>
          <p:spPr>
            <a:xfrm>
              <a:off x="1895975" y="2827550"/>
              <a:ext cx="22475" cy="108550"/>
            </a:xfrm>
            <a:custGeom>
              <a:rect b="b" l="l" r="r" t="t"/>
              <a:pathLst>
                <a:path extrusionOk="0" h="4342" w="899">
                  <a:moveTo>
                    <a:pt x="450" y="1"/>
                  </a:moveTo>
                  <a:lnTo>
                    <a:pt x="150" y="150"/>
                  </a:lnTo>
                  <a:lnTo>
                    <a:pt x="1" y="599"/>
                  </a:lnTo>
                  <a:lnTo>
                    <a:pt x="1" y="1048"/>
                  </a:lnTo>
                  <a:lnTo>
                    <a:pt x="1" y="2096"/>
                  </a:lnTo>
                  <a:lnTo>
                    <a:pt x="1" y="3144"/>
                  </a:lnTo>
                  <a:lnTo>
                    <a:pt x="300" y="4192"/>
                  </a:lnTo>
                  <a:lnTo>
                    <a:pt x="450" y="4341"/>
                  </a:lnTo>
                  <a:lnTo>
                    <a:pt x="599" y="4192"/>
                  </a:lnTo>
                  <a:lnTo>
                    <a:pt x="899" y="3144"/>
                  </a:lnTo>
                  <a:lnTo>
                    <a:pt x="899" y="2096"/>
                  </a:lnTo>
                  <a:lnTo>
                    <a:pt x="899" y="1048"/>
                  </a:lnTo>
                  <a:lnTo>
                    <a:pt x="749" y="599"/>
                  </a:lnTo>
                  <a:lnTo>
                    <a:pt x="599"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1" name="Google Shape;1241;p49"/>
            <p:cNvSpPr/>
            <p:nvPr/>
          </p:nvSpPr>
          <p:spPr>
            <a:xfrm>
              <a:off x="1813650" y="2846250"/>
              <a:ext cx="22475" cy="78625"/>
            </a:xfrm>
            <a:custGeom>
              <a:rect b="b" l="l" r="r" t="t"/>
              <a:pathLst>
                <a:path extrusionOk="0" h="3145" w="899">
                  <a:moveTo>
                    <a:pt x="300" y="1"/>
                  </a:moveTo>
                  <a:lnTo>
                    <a:pt x="150" y="151"/>
                  </a:lnTo>
                  <a:lnTo>
                    <a:pt x="1" y="899"/>
                  </a:lnTo>
                  <a:lnTo>
                    <a:pt x="150" y="1647"/>
                  </a:lnTo>
                  <a:lnTo>
                    <a:pt x="300" y="3144"/>
                  </a:lnTo>
                  <a:lnTo>
                    <a:pt x="599" y="3144"/>
                  </a:lnTo>
                  <a:lnTo>
                    <a:pt x="899" y="1647"/>
                  </a:lnTo>
                  <a:lnTo>
                    <a:pt x="899" y="899"/>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2" name="Google Shape;1242;p49"/>
            <p:cNvSpPr/>
            <p:nvPr/>
          </p:nvSpPr>
          <p:spPr>
            <a:xfrm>
              <a:off x="1735075" y="2853750"/>
              <a:ext cx="22475" cy="67375"/>
            </a:xfrm>
            <a:custGeom>
              <a:rect b="b" l="l" r="r" t="t"/>
              <a:pathLst>
                <a:path extrusionOk="0" h="2695" w="899">
                  <a:moveTo>
                    <a:pt x="300" y="0"/>
                  </a:moveTo>
                  <a:lnTo>
                    <a:pt x="150" y="150"/>
                  </a:lnTo>
                  <a:lnTo>
                    <a:pt x="0" y="749"/>
                  </a:lnTo>
                  <a:lnTo>
                    <a:pt x="0" y="1347"/>
                  </a:lnTo>
                  <a:lnTo>
                    <a:pt x="0" y="1946"/>
                  </a:lnTo>
                  <a:lnTo>
                    <a:pt x="300" y="2545"/>
                  </a:lnTo>
                  <a:lnTo>
                    <a:pt x="449" y="2695"/>
                  </a:lnTo>
                  <a:lnTo>
                    <a:pt x="599" y="2545"/>
                  </a:lnTo>
                  <a:lnTo>
                    <a:pt x="749" y="1946"/>
                  </a:lnTo>
                  <a:lnTo>
                    <a:pt x="898" y="1347"/>
                  </a:lnTo>
                  <a:lnTo>
                    <a:pt x="749" y="749"/>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3" name="Google Shape;1243;p49"/>
            <p:cNvSpPr/>
            <p:nvPr/>
          </p:nvSpPr>
          <p:spPr>
            <a:xfrm>
              <a:off x="1652750" y="2838775"/>
              <a:ext cx="22475" cy="67375"/>
            </a:xfrm>
            <a:custGeom>
              <a:rect b="b" l="l" r="r" t="t"/>
              <a:pathLst>
                <a:path extrusionOk="0" h="2695" w="899">
                  <a:moveTo>
                    <a:pt x="300" y="1"/>
                  </a:moveTo>
                  <a:lnTo>
                    <a:pt x="150" y="300"/>
                  </a:lnTo>
                  <a:lnTo>
                    <a:pt x="0" y="599"/>
                  </a:lnTo>
                  <a:lnTo>
                    <a:pt x="0" y="1348"/>
                  </a:lnTo>
                  <a:lnTo>
                    <a:pt x="300" y="2545"/>
                  </a:lnTo>
                  <a:lnTo>
                    <a:pt x="449" y="2695"/>
                  </a:lnTo>
                  <a:lnTo>
                    <a:pt x="599" y="2545"/>
                  </a:lnTo>
                  <a:lnTo>
                    <a:pt x="749" y="1946"/>
                  </a:lnTo>
                  <a:lnTo>
                    <a:pt x="899" y="1348"/>
                  </a:lnTo>
                  <a:lnTo>
                    <a:pt x="899" y="599"/>
                  </a:lnTo>
                  <a:lnTo>
                    <a:pt x="749" y="30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4" name="Google Shape;1244;p49"/>
            <p:cNvSpPr/>
            <p:nvPr/>
          </p:nvSpPr>
          <p:spPr>
            <a:xfrm>
              <a:off x="1574175" y="2842525"/>
              <a:ext cx="18725" cy="59900"/>
            </a:xfrm>
            <a:custGeom>
              <a:rect b="b" l="l" r="r" t="t"/>
              <a:pathLst>
                <a:path extrusionOk="0" h="2396" w="749">
                  <a:moveTo>
                    <a:pt x="300" y="0"/>
                  </a:moveTo>
                  <a:lnTo>
                    <a:pt x="150" y="150"/>
                  </a:lnTo>
                  <a:lnTo>
                    <a:pt x="0" y="1198"/>
                  </a:lnTo>
                  <a:lnTo>
                    <a:pt x="150" y="2245"/>
                  </a:lnTo>
                  <a:lnTo>
                    <a:pt x="300" y="2395"/>
                  </a:lnTo>
                  <a:lnTo>
                    <a:pt x="449" y="2395"/>
                  </a:lnTo>
                  <a:lnTo>
                    <a:pt x="599" y="2245"/>
                  </a:lnTo>
                  <a:lnTo>
                    <a:pt x="749" y="1198"/>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5" name="Google Shape;1245;p49"/>
            <p:cNvSpPr/>
            <p:nvPr/>
          </p:nvSpPr>
          <p:spPr>
            <a:xfrm>
              <a:off x="3781925" y="3138125"/>
              <a:ext cx="291900" cy="18750"/>
            </a:xfrm>
            <a:custGeom>
              <a:rect b="b" l="l" r="r" t="t"/>
              <a:pathLst>
                <a:path extrusionOk="0" h="750" w="11676">
                  <a:moveTo>
                    <a:pt x="2096" y="1"/>
                  </a:moveTo>
                  <a:lnTo>
                    <a:pt x="898" y="151"/>
                  </a:lnTo>
                  <a:lnTo>
                    <a:pt x="0" y="151"/>
                  </a:lnTo>
                  <a:lnTo>
                    <a:pt x="0" y="300"/>
                  </a:lnTo>
                  <a:lnTo>
                    <a:pt x="0" y="450"/>
                  </a:lnTo>
                  <a:lnTo>
                    <a:pt x="150" y="450"/>
                  </a:lnTo>
                  <a:lnTo>
                    <a:pt x="898" y="600"/>
                  </a:lnTo>
                  <a:lnTo>
                    <a:pt x="2246" y="600"/>
                  </a:lnTo>
                  <a:lnTo>
                    <a:pt x="6886" y="749"/>
                  </a:lnTo>
                  <a:lnTo>
                    <a:pt x="9280" y="600"/>
                  </a:lnTo>
                  <a:lnTo>
                    <a:pt x="11526" y="450"/>
                  </a:lnTo>
                  <a:lnTo>
                    <a:pt x="11675" y="450"/>
                  </a:lnTo>
                  <a:lnTo>
                    <a:pt x="11675" y="300"/>
                  </a:lnTo>
                  <a:lnTo>
                    <a:pt x="11526" y="151"/>
                  </a:lnTo>
                  <a:lnTo>
                    <a:pt x="928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6" name="Google Shape;1246;p49"/>
            <p:cNvSpPr/>
            <p:nvPr/>
          </p:nvSpPr>
          <p:spPr>
            <a:xfrm>
              <a:off x="3804375" y="3299050"/>
              <a:ext cx="280675" cy="18725"/>
            </a:xfrm>
            <a:custGeom>
              <a:rect b="b" l="l" r="r" t="t"/>
              <a:pathLst>
                <a:path extrusionOk="0" h="749" w="11227">
                  <a:moveTo>
                    <a:pt x="3742" y="0"/>
                  </a:moveTo>
                  <a:lnTo>
                    <a:pt x="150" y="150"/>
                  </a:lnTo>
                  <a:lnTo>
                    <a:pt x="0" y="299"/>
                  </a:lnTo>
                  <a:lnTo>
                    <a:pt x="0" y="449"/>
                  </a:lnTo>
                  <a:lnTo>
                    <a:pt x="150" y="599"/>
                  </a:lnTo>
                  <a:lnTo>
                    <a:pt x="4491" y="748"/>
                  </a:lnTo>
                  <a:lnTo>
                    <a:pt x="8682" y="748"/>
                  </a:lnTo>
                  <a:lnTo>
                    <a:pt x="10478" y="599"/>
                  </a:lnTo>
                  <a:lnTo>
                    <a:pt x="11077" y="449"/>
                  </a:lnTo>
                  <a:lnTo>
                    <a:pt x="11226" y="299"/>
                  </a:lnTo>
                  <a:lnTo>
                    <a:pt x="11077" y="299"/>
                  </a:lnTo>
                  <a:lnTo>
                    <a:pt x="10628"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7" name="Google Shape;1247;p49"/>
            <p:cNvSpPr/>
            <p:nvPr/>
          </p:nvSpPr>
          <p:spPr>
            <a:xfrm>
              <a:off x="3800625" y="3377625"/>
              <a:ext cx="273200" cy="26225"/>
            </a:xfrm>
            <a:custGeom>
              <a:rect b="b" l="l" r="r" t="t"/>
              <a:pathLst>
                <a:path extrusionOk="0" h="1049" w="10928">
                  <a:moveTo>
                    <a:pt x="1947" y="0"/>
                  </a:moveTo>
                  <a:lnTo>
                    <a:pt x="1" y="300"/>
                  </a:lnTo>
                  <a:lnTo>
                    <a:pt x="1" y="449"/>
                  </a:lnTo>
                  <a:lnTo>
                    <a:pt x="2246" y="898"/>
                  </a:lnTo>
                  <a:lnTo>
                    <a:pt x="4491" y="1048"/>
                  </a:lnTo>
                  <a:lnTo>
                    <a:pt x="6886" y="898"/>
                  </a:lnTo>
                  <a:lnTo>
                    <a:pt x="9131" y="749"/>
                  </a:lnTo>
                  <a:lnTo>
                    <a:pt x="10029" y="749"/>
                  </a:lnTo>
                  <a:lnTo>
                    <a:pt x="10179" y="599"/>
                  </a:lnTo>
                  <a:lnTo>
                    <a:pt x="10927" y="599"/>
                  </a:lnTo>
                  <a:lnTo>
                    <a:pt x="10927" y="449"/>
                  </a:lnTo>
                  <a:lnTo>
                    <a:pt x="10778" y="300"/>
                  </a:lnTo>
                  <a:lnTo>
                    <a:pt x="10329" y="300"/>
                  </a:lnTo>
                  <a:lnTo>
                    <a:pt x="9281"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8" name="Google Shape;1248;p49"/>
            <p:cNvSpPr/>
            <p:nvPr/>
          </p:nvSpPr>
          <p:spPr>
            <a:xfrm>
              <a:off x="3808125" y="3459950"/>
              <a:ext cx="261950" cy="18725"/>
            </a:xfrm>
            <a:custGeom>
              <a:rect b="b" l="l" r="r" t="t"/>
              <a:pathLst>
                <a:path extrusionOk="0" h="749" w="10478">
                  <a:moveTo>
                    <a:pt x="1198" y="0"/>
                  </a:moveTo>
                  <a:lnTo>
                    <a:pt x="0" y="300"/>
                  </a:lnTo>
                  <a:lnTo>
                    <a:pt x="0" y="449"/>
                  </a:lnTo>
                  <a:lnTo>
                    <a:pt x="1198" y="749"/>
                  </a:lnTo>
                  <a:lnTo>
                    <a:pt x="7185" y="749"/>
                  </a:lnTo>
                  <a:lnTo>
                    <a:pt x="9430" y="599"/>
                  </a:lnTo>
                  <a:lnTo>
                    <a:pt x="10178" y="599"/>
                  </a:lnTo>
                  <a:lnTo>
                    <a:pt x="10328" y="449"/>
                  </a:lnTo>
                  <a:lnTo>
                    <a:pt x="10478" y="449"/>
                  </a:lnTo>
                  <a:lnTo>
                    <a:pt x="10328" y="150"/>
                  </a:lnTo>
                  <a:lnTo>
                    <a:pt x="9580" y="15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9" name="Google Shape;1249;p49"/>
            <p:cNvSpPr/>
            <p:nvPr/>
          </p:nvSpPr>
          <p:spPr>
            <a:xfrm>
              <a:off x="3808125" y="3534775"/>
              <a:ext cx="246975" cy="29975"/>
            </a:xfrm>
            <a:custGeom>
              <a:rect b="b" l="l" r="r" t="t"/>
              <a:pathLst>
                <a:path extrusionOk="0" h="1199" w="9879">
                  <a:moveTo>
                    <a:pt x="4640" y="1"/>
                  </a:moveTo>
                  <a:lnTo>
                    <a:pt x="2245" y="151"/>
                  </a:lnTo>
                  <a:lnTo>
                    <a:pt x="1198" y="300"/>
                  </a:lnTo>
                  <a:lnTo>
                    <a:pt x="150" y="450"/>
                  </a:lnTo>
                  <a:lnTo>
                    <a:pt x="0" y="600"/>
                  </a:lnTo>
                  <a:lnTo>
                    <a:pt x="150" y="749"/>
                  </a:lnTo>
                  <a:lnTo>
                    <a:pt x="898" y="899"/>
                  </a:lnTo>
                  <a:lnTo>
                    <a:pt x="2395" y="1198"/>
                  </a:lnTo>
                  <a:lnTo>
                    <a:pt x="4341" y="1198"/>
                  </a:lnTo>
                  <a:lnTo>
                    <a:pt x="6287" y="1049"/>
                  </a:lnTo>
                  <a:lnTo>
                    <a:pt x="7933" y="899"/>
                  </a:lnTo>
                  <a:lnTo>
                    <a:pt x="8981" y="899"/>
                  </a:lnTo>
                  <a:lnTo>
                    <a:pt x="9729" y="749"/>
                  </a:lnTo>
                  <a:lnTo>
                    <a:pt x="9879" y="600"/>
                  </a:lnTo>
                  <a:lnTo>
                    <a:pt x="9729" y="600"/>
                  </a:lnTo>
                  <a:lnTo>
                    <a:pt x="9131" y="450"/>
                  </a:lnTo>
                  <a:lnTo>
                    <a:pt x="6885" y="300"/>
                  </a:lnTo>
                  <a:lnTo>
                    <a:pt x="46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0" name="Google Shape;1250;p49"/>
            <p:cNvSpPr/>
            <p:nvPr/>
          </p:nvSpPr>
          <p:spPr>
            <a:xfrm>
              <a:off x="3800625" y="3620850"/>
              <a:ext cx="243250" cy="18725"/>
            </a:xfrm>
            <a:custGeom>
              <a:rect b="b" l="l" r="r" t="t"/>
              <a:pathLst>
                <a:path extrusionOk="0" h="749" w="9730">
                  <a:moveTo>
                    <a:pt x="1198" y="0"/>
                  </a:moveTo>
                  <a:lnTo>
                    <a:pt x="150" y="300"/>
                  </a:lnTo>
                  <a:lnTo>
                    <a:pt x="1" y="449"/>
                  </a:lnTo>
                  <a:lnTo>
                    <a:pt x="150" y="599"/>
                  </a:lnTo>
                  <a:lnTo>
                    <a:pt x="1198" y="749"/>
                  </a:lnTo>
                  <a:lnTo>
                    <a:pt x="4491" y="749"/>
                  </a:lnTo>
                  <a:lnTo>
                    <a:pt x="8832" y="599"/>
                  </a:lnTo>
                  <a:lnTo>
                    <a:pt x="9580" y="599"/>
                  </a:lnTo>
                  <a:lnTo>
                    <a:pt x="9730" y="449"/>
                  </a:lnTo>
                  <a:lnTo>
                    <a:pt x="9730" y="300"/>
                  </a:lnTo>
                  <a:lnTo>
                    <a:pt x="9580" y="150"/>
                  </a:lnTo>
                  <a:lnTo>
                    <a:pt x="8982" y="150"/>
                  </a:lnTo>
                  <a:lnTo>
                    <a:pt x="67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1" name="Google Shape;1251;p49"/>
            <p:cNvSpPr/>
            <p:nvPr/>
          </p:nvSpPr>
          <p:spPr>
            <a:xfrm>
              <a:off x="3796900" y="3699425"/>
              <a:ext cx="235750" cy="22475"/>
            </a:xfrm>
            <a:custGeom>
              <a:rect b="b" l="l" r="r" t="t"/>
              <a:pathLst>
                <a:path extrusionOk="0" h="899" w="9430">
                  <a:moveTo>
                    <a:pt x="4490" y="1"/>
                  </a:moveTo>
                  <a:lnTo>
                    <a:pt x="299" y="300"/>
                  </a:lnTo>
                  <a:lnTo>
                    <a:pt x="0" y="300"/>
                  </a:lnTo>
                  <a:lnTo>
                    <a:pt x="0" y="599"/>
                  </a:lnTo>
                  <a:lnTo>
                    <a:pt x="299" y="749"/>
                  </a:lnTo>
                  <a:lnTo>
                    <a:pt x="4490" y="899"/>
                  </a:lnTo>
                  <a:lnTo>
                    <a:pt x="6586" y="899"/>
                  </a:lnTo>
                  <a:lnTo>
                    <a:pt x="8681" y="599"/>
                  </a:lnTo>
                  <a:lnTo>
                    <a:pt x="9280" y="599"/>
                  </a:lnTo>
                  <a:lnTo>
                    <a:pt x="9430" y="450"/>
                  </a:lnTo>
                  <a:lnTo>
                    <a:pt x="9280" y="300"/>
                  </a:lnTo>
                  <a:lnTo>
                    <a:pt x="8681" y="150"/>
                  </a:lnTo>
                  <a:lnTo>
                    <a:pt x="658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2" name="Google Shape;1252;p49"/>
            <p:cNvSpPr/>
            <p:nvPr/>
          </p:nvSpPr>
          <p:spPr>
            <a:xfrm>
              <a:off x="3789400" y="3781750"/>
              <a:ext cx="235775" cy="26225"/>
            </a:xfrm>
            <a:custGeom>
              <a:rect b="b" l="l" r="r" t="t"/>
              <a:pathLst>
                <a:path extrusionOk="0" h="1049" w="9431">
                  <a:moveTo>
                    <a:pt x="3593" y="1"/>
                  </a:moveTo>
                  <a:lnTo>
                    <a:pt x="1947" y="150"/>
                  </a:lnTo>
                  <a:lnTo>
                    <a:pt x="150" y="150"/>
                  </a:lnTo>
                  <a:lnTo>
                    <a:pt x="1" y="300"/>
                  </a:lnTo>
                  <a:lnTo>
                    <a:pt x="1" y="450"/>
                  </a:lnTo>
                  <a:lnTo>
                    <a:pt x="1" y="599"/>
                  </a:lnTo>
                  <a:lnTo>
                    <a:pt x="150" y="599"/>
                  </a:lnTo>
                  <a:lnTo>
                    <a:pt x="2695" y="749"/>
                  </a:lnTo>
                  <a:lnTo>
                    <a:pt x="5090" y="899"/>
                  </a:lnTo>
                  <a:lnTo>
                    <a:pt x="6736" y="1048"/>
                  </a:lnTo>
                  <a:lnTo>
                    <a:pt x="8383" y="899"/>
                  </a:lnTo>
                  <a:lnTo>
                    <a:pt x="9131" y="749"/>
                  </a:lnTo>
                  <a:lnTo>
                    <a:pt x="9431" y="749"/>
                  </a:lnTo>
                  <a:lnTo>
                    <a:pt x="9431" y="599"/>
                  </a:lnTo>
                  <a:lnTo>
                    <a:pt x="9431" y="450"/>
                  </a:lnTo>
                  <a:lnTo>
                    <a:pt x="9281" y="300"/>
                  </a:lnTo>
                  <a:lnTo>
                    <a:pt x="8532" y="150"/>
                  </a:lnTo>
                  <a:lnTo>
                    <a:pt x="7185" y="150"/>
                  </a:lnTo>
                  <a:lnTo>
                    <a:pt x="59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3" name="Google Shape;1253;p49"/>
            <p:cNvSpPr/>
            <p:nvPr/>
          </p:nvSpPr>
          <p:spPr>
            <a:xfrm>
              <a:off x="3804375" y="3864075"/>
              <a:ext cx="205825" cy="22475"/>
            </a:xfrm>
            <a:custGeom>
              <a:rect b="b" l="l" r="r" t="t"/>
              <a:pathLst>
                <a:path extrusionOk="0" h="899" w="8233">
                  <a:moveTo>
                    <a:pt x="2096" y="1"/>
                  </a:moveTo>
                  <a:lnTo>
                    <a:pt x="150" y="150"/>
                  </a:lnTo>
                  <a:lnTo>
                    <a:pt x="0" y="150"/>
                  </a:lnTo>
                  <a:lnTo>
                    <a:pt x="0" y="300"/>
                  </a:lnTo>
                  <a:lnTo>
                    <a:pt x="0" y="599"/>
                  </a:lnTo>
                  <a:lnTo>
                    <a:pt x="150" y="599"/>
                  </a:lnTo>
                  <a:lnTo>
                    <a:pt x="2096" y="749"/>
                  </a:lnTo>
                  <a:lnTo>
                    <a:pt x="3892" y="899"/>
                  </a:lnTo>
                  <a:lnTo>
                    <a:pt x="7484" y="599"/>
                  </a:lnTo>
                  <a:lnTo>
                    <a:pt x="8083" y="599"/>
                  </a:lnTo>
                  <a:lnTo>
                    <a:pt x="8233" y="450"/>
                  </a:lnTo>
                  <a:lnTo>
                    <a:pt x="8083" y="300"/>
                  </a:lnTo>
                  <a:lnTo>
                    <a:pt x="7484" y="300"/>
                  </a:lnTo>
                  <a:lnTo>
                    <a:pt x="38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4" name="Google Shape;1254;p49"/>
            <p:cNvSpPr/>
            <p:nvPr/>
          </p:nvSpPr>
          <p:spPr>
            <a:xfrm>
              <a:off x="3751975" y="3938925"/>
              <a:ext cx="243275" cy="29950"/>
            </a:xfrm>
            <a:custGeom>
              <a:rect b="b" l="l" r="r" t="t"/>
              <a:pathLst>
                <a:path extrusionOk="0" h="1198" w="9731">
                  <a:moveTo>
                    <a:pt x="3743" y="0"/>
                  </a:moveTo>
                  <a:lnTo>
                    <a:pt x="1947" y="150"/>
                  </a:lnTo>
                  <a:lnTo>
                    <a:pt x="151" y="449"/>
                  </a:lnTo>
                  <a:lnTo>
                    <a:pt x="1" y="449"/>
                  </a:lnTo>
                  <a:lnTo>
                    <a:pt x="1" y="599"/>
                  </a:lnTo>
                  <a:lnTo>
                    <a:pt x="151" y="898"/>
                  </a:lnTo>
                  <a:lnTo>
                    <a:pt x="2246" y="1048"/>
                  </a:lnTo>
                  <a:lnTo>
                    <a:pt x="4641" y="1198"/>
                  </a:lnTo>
                  <a:lnTo>
                    <a:pt x="6886" y="1048"/>
                  </a:lnTo>
                  <a:lnTo>
                    <a:pt x="9131" y="898"/>
                  </a:lnTo>
                  <a:lnTo>
                    <a:pt x="9580" y="749"/>
                  </a:lnTo>
                  <a:lnTo>
                    <a:pt x="9730" y="599"/>
                  </a:lnTo>
                  <a:lnTo>
                    <a:pt x="9580" y="449"/>
                  </a:lnTo>
                  <a:lnTo>
                    <a:pt x="9131" y="299"/>
                  </a:lnTo>
                  <a:lnTo>
                    <a:pt x="7635" y="150"/>
                  </a:lnTo>
                  <a:lnTo>
                    <a:pt x="568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5" name="Google Shape;1255;p49"/>
            <p:cNvSpPr/>
            <p:nvPr/>
          </p:nvSpPr>
          <p:spPr>
            <a:xfrm>
              <a:off x="3789400" y="4021250"/>
              <a:ext cx="198350" cy="26200"/>
            </a:xfrm>
            <a:custGeom>
              <a:rect b="b" l="l" r="r" t="t"/>
              <a:pathLst>
                <a:path extrusionOk="0" h="1048" w="7934">
                  <a:moveTo>
                    <a:pt x="3743" y="0"/>
                  </a:moveTo>
                  <a:lnTo>
                    <a:pt x="1947" y="150"/>
                  </a:lnTo>
                  <a:lnTo>
                    <a:pt x="300" y="299"/>
                  </a:lnTo>
                  <a:lnTo>
                    <a:pt x="150" y="299"/>
                  </a:lnTo>
                  <a:lnTo>
                    <a:pt x="1" y="449"/>
                  </a:lnTo>
                  <a:lnTo>
                    <a:pt x="150" y="599"/>
                  </a:lnTo>
                  <a:lnTo>
                    <a:pt x="300" y="748"/>
                  </a:lnTo>
                  <a:lnTo>
                    <a:pt x="3743" y="1048"/>
                  </a:lnTo>
                  <a:lnTo>
                    <a:pt x="5389" y="1048"/>
                  </a:lnTo>
                  <a:lnTo>
                    <a:pt x="7185" y="748"/>
                  </a:lnTo>
                  <a:lnTo>
                    <a:pt x="7784" y="748"/>
                  </a:lnTo>
                  <a:lnTo>
                    <a:pt x="7934" y="599"/>
                  </a:lnTo>
                  <a:lnTo>
                    <a:pt x="7784" y="449"/>
                  </a:lnTo>
                  <a:lnTo>
                    <a:pt x="7185" y="299"/>
                  </a:lnTo>
                  <a:lnTo>
                    <a:pt x="5539" y="150"/>
                  </a:lnTo>
                  <a:lnTo>
                    <a:pt x="37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6" name="Google Shape;1256;p49"/>
            <p:cNvSpPr/>
            <p:nvPr/>
          </p:nvSpPr>
          <p:spPr>
            <a:xfrm>
              <a:off x="3800625" y="4182150"/>
              <a:ext cx="164675" cy="26200"/>
            </a:xfrm>
            <a:custGeom>
              <a:rect b="b" l="l" r="r" t="t"/>
              <a:pathLst>
                <a:path extrusionOk="0" h="1048" w="6587">
                  <a:moveTo>
                    <a:pt x="2994" y="0"/>
                  </a:moveTo>
                  <a:lnTo>
                    <a:pt x="1498" y="150"/>
                  </a:lnTo>
                  <a:lnTo>
                    <a:pt x="150" y="300"/>
                  </a:lnTo>
                  <a:lnTo>
                    <a:pt x="1" y="449"/>
                  </a:lnTo>
                  <a:lnTo>
                    <a:pt x="1" y="599"/>
                  </a:lnTo>
                  <a:lnTo>
                    <a:pt x="1" y="749"/>
                  </a:lnTo>
                  <a:lnTo>
                    <a:pt x="150" y="749"/>
                  </a:lnTo>
                  <a:lnTo>
                    <a:pt x="749" y="898"/>
                  </a:lnTo>
                  <a:lnTo>
                    <a:pt x="2096" y="1048"/>
                  </a:lnTo>
                  <a:lnTo>
                    <a:pt x="3294" y="1048"/>
                  </a:lnTo>
                  <a:lnTo>
                    <a:pt x="5838" y="749"/>
                  </a:lnTo>
                  <a:lnTo>
                    <a:pt x="6437" y="599"/>
                  </a:lnTo>
                  <a:lnTo>
                    <a:pt x="6587" y="599"/>
                  </a:lnTo>
                  <a:lnTo>
                    <a:pt x="6587" y="449"/>
                  </a:lnTo>
                  <a:lnTo>
                    <a:pt x="6587" y="300"/>
                  </a:lnTo>
                  <a:lnTo>
                    <a:pt x="6437" y="300"/>
                  </a:lnTo>
                  <a:lnTo>
                    <a:pt x="5838" y="150"/>
                  </a:lnTo>
                  <a:lnTo>
                    <a:pt x="449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7" name="Google Shape;1257;p49"/>
            <p:cNvSpPr/>
            <p:nvPr/>
          </p:nvSpPr>
          <p:spPr>
            <a:xfrm>
              <a:off x="3804375" y="4103550"/>
              <a:ext cx="172150" cy="22500"/>
            </a:xfrm>
            <a:custGeom>
              <a:rect b="b" l="l" r="r" t="t"/>
              <a:pathLst>
                <a:path extrusionOk="0" h="900" w="6886">
                  <a:moveTo>
                    <a:pt x="1647" y="1"/>
                  </a:moveTo>
                  <a:lnTo>
                    <a:pt x="150" y="151"/>
                  </a:lnTo>
                  <a:lnTo>
                    <a:pt x="0" y="300"/>
                  </a:lnTo>
                  <a:lnTo>
                    <a:pt x="0" y="450"/>
                  </a:lnTo>
                  <a:lnTo>
                    <a:pt x="0" y="600"/>
                  </a:lnTo>
                  <a:lnTo>
                    <a:pt x="150" y="749"/>
                  </a:lnTo>
                  <a:lnTo>
                    <a:pt x="1647" y="899"/>
                  </a:lnTo>
                  <a:lnTo>
                    <a:pt x="3144" y="899"/>
                  </a:lnTo>
                  <a:lnTo>
                    <a:pt x="6137" y="749"/>
                  </a:lnTo>
                  <a:lnTo>
                    <a:pt x="6736" y="600"/>
                  </a:lnTo>
                  <a:lnTo>
                    <a:pt x="6886" y="600"/>
                  </a:lnTo>
                  <a:lnTo>
                    <a:pt x="6886" y="450"/>
                  </a:lnTo>
                  <a:lnTo>
                    <a:pt x="6886" y="300"/>
                  </a:lnTo>
                  <a:lnTo>
                    <a:pt x="6736" y="300"/>
                  </a:lnTo>
                  <a:lnTo>
                    <a:pt x="6137" y="151"/>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8" name="Google Shape;1258;p49"/>
            <p:cNvSpPr/>
            <p:nvPr/>
          </p:nvSpPr>
          <p:spPr>
            <a:xfrm>
              <a:off x="3804375" y="4264475"/>
              <a:ext cx="149700" cy="22475"/>
            </a:xfrm>
            <a:custGeom>
              <a:rect b="b" l="l" r="r" t="t"/>
              <a:pathLst>
                <a:path extrusionOk="0" h="899" w="5988">
                  <a:moveTo>
                    <a:pt x="1497" y="0"/>
                  </a:moveTo>
                  <a:lnTo>
                    <a:pt x="150" y="300"/>
                  </a:lnTo>
                  <a:lnTo>
                    <a:pt x="0" y="449"/>
                  </a:lnTo>
                  <a:lnTo>
                    <a:pt x="150" y="599"/>
                  </a:lnTo>
                  <a:lnTo>
                    <a:pt x="150" y="749"/>
                  </a:lnTo>
                  <a:lnTo>
                    <a:pt x="1497" y="898"/>
                  </a:lnTo>
                  <a:lnTo>
                    <a:pt x="3892" y="898"/>
                  </a:lnTo>
                  <a:lnTo>
                    <a:pt x="5239" y="749"/>
                  </a:lnTo>
                  <a:lnTo>
                    <a:pt x="5988" y="599"/>
                  </a:lnTo>
                  <a:lnTo>
                    <a:pt x="5988" y="449"/>
                  </a:lnTo>
                  <a:lnTo>
                    <a:pt x="5988" y="300"/>
                  </a:lnTo>
                  <a:lnTo>
                    <a:pt x="5239" y="150"/>
                  </a:lnTo>
                  <a:lnTo>
                    <a:pt x="404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9" name="Google Shape;1259;p49"/>
            <p:cNvSpPr/>
            <p:nvPr/>
          </p:nvSpPr>
          <p:spPr>
            <a:xfrm>
              <a:off x="3808125" y="4343050"/>
              <a:ext cx="134725" cy="26225"/>
            </a:xfrm>
            <a:custGeom>
              <a:rect b="b" l="l" r="r" t="t"/>
              <a:pathLst>
                <a:path extrusionOk="0" h="1049" w="5389">
                  <a:moveTo>
                    <a:pt x="2395" y="0"/>
                  </a:moveTo>
                  <a:lnTo>
                    <a:pt x="1198" y="150"/>
                  </a:lnTo>
                  <a:lnTo>
                    <a:pt x="150" y="300"/>
                  </a:lnTo>
                  <a:lnTo>
                    <a:pt x="0" y="449"/>
                  </a:lnTo>
                  <a:lnTo>
                    <a:pt x="0" y="599"/>
                  </a:lnTo>
                  <a:lnTo>
                    <a:pt x="0" y="749"/>
                  </a:lnTo>
                  <a:lnTo>
                    <a:pt x="150" y="749"/>
                  </a:lnTo>
                  <a:lnTo>
                    <a:pt x="300" y="898"/>
                  </a:lnTo>
                  <a:lnTo>
                    <a:pt x="1347" y="1048"/>
                  </a:lnTo>
                  <a:lnTo>
                    <a:pt x="2395" y="1048"/>
                  </a:lnTo>
                  <a:lnTo>
                    <a:pt x="3892" y="898"/>
                  </a:lnTo>
                  <a:lnTo>
                    <a:pt x="4640" y="749"/>
                  </a:lnTo>
                  <a:lnTo>
                    <a:pt x="5239" y="749"/>
                  </a:lnTo>
                  <a:lnTo>
                    <a:pt x="5239" y="599"/>
                  </a:lnTo>
                  <a:lnTo>
                    <a:pt x="5389" y="449"/>
                  </a:lnTo>
                  <a:lnTo>
                    <a:pt x="5239" y="30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0" name="Google Shape;1260;p49"/>
            <p:cNvSpPr/>
            <p:nvPr/>
          </p:nvSpPr>
          <p:spPr>
            <a:xfrm>
              <a:off x="3789400" y="4425375"/>
              <a:ext cx="142225" cy="22475"/>
            </a:xfrm>
            <a:custGeom>
              <a:rect b="b" l="l" r="r" t="t"/>
              <a:pathLst>
                <a:path extrusionOk="0" h="899" w="5689">
                  <a:moveTo>
                    <a:pt x="1348" y="0"/>
                  </a:moveTo>
                  <a:lnTo>
                    <a:pt x="749" y="150"/>
                  </a:lnTo>
                  <a:lnTo>
                    <a:pt x="150" y="300"/>
                  </a:lnTo>
                  <a:lnTo>
                    <a:pt x="1" y="599"/>
                  </a:lnTo>
                  <a:lnTo>
                    <a:pt x="150" y="599"/>
                  </a:lnTo>
                  <a:lnTo>
                    <a:pt x="749" y="898"/>
                  </a:lnTo>
                  <a:lnTo>
                    <a:pt x="2695" y="898"/>
                  </a:lnTo>
                  <a:lnTo>
                    <a:pt x="4940" y="749"/>
                  </a:lnTo>
                  <a:lnTo>
                    <a:pt x="5539" y="599"/>
                  </a:lnTo>
                  <a:lnTo>
                    <a:pt x="5689" y="599"/>
                  </a:lnTo>
                  <a:lnTo>
                    <a:pt x="5689" y="449"/>
                  </a:lnTo>
                  <a:lnTo>
                    <a:pt x="5539" y="300"/>
                  </a:lnTo>
                  <a:lnTo>
                    <a:pt x="4940"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1" name="Google Shape;1261;p49"/>
            <p:cNvSpPr/>
            <p:nvPr/>
          </p:nvSpPr>
          <p:spPr>
            <a:xfrm>
              <a:off x="3785675" y="4507700"/>
              <a:ext cx="134725" cy="22475"/>
            </a:xfrm>
            <a:custGeom>
              <a:rect b="b" l="l" r="r" t="t"/>
              <a:pathLst>
                <a:path extrusionOk="0" h="899" w="5389">
                  <a:moveTo>
                    <a:pt x="1497" y="0"/>
                  </a:moveTo>
                  <a:lnTo>
                    <a:pt x="449" y="150"/>
                  </a:lnTo>
                  <a:lnTo>
                    <a:pt x="150" y="300"/>
                  </a:lnTo>
                  <a:lnTo>
                    <a:pt x="0" y="300"/>
                  </a:lnTo>
                  <a:lnTo>
                    <a:pt x="0" y="449"/>
                  </a:lnTo>
                  <a:lnTo>
                    <a:pt x="150" y="599"/>
                  </a:lnTo>
                  <a:lnTo>
                    <a:pt x="599" y="749"/>
                  </a:lnTo>
                  <a:lnTo>
                    <a:pt x="1198" y="898"/>
                  </a:lnTo>
                  <a:lnTo>
                    <a:pt x="2545" y="898"/>
                  </a:lnTo>
                  <a:lnTo>
                    <a:pt x="4640" y="749"/>
                  </a:lnTo>
                  <a:lnTo>
                    <a:pt x="5239" y="599"/>
                  </a:lnTo>
                  <a:lnTo>
                    <a:pt x="5389" y="449"/>
                  </a:lnTo>
                  <a:lnTo>
                    <a:pt x="5389" y="300"/>
                  </a:lnTo>
                  <a:lnTo>
                    <a:pt x="5239" y="15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2" name="Google Shape;1262;p49"/>
            <p:cNvSpPr/>
            <p:nvPr/>
          </p:nvSpPr>
          <p:spPr>
            <a:xfrm>
              <a:off x="3781925" y="4586275"/>
              <a:ext cx="134725" cy="26225"/>
            </a:xfrm>
            <a:custGeom>
              <a:rect b="b" l="l" r="r" t="t"/>
              <a:pathLst>
                <a:path extrusionOk="0" h="1049" w="5389">
                  <a:moveTo>
                    <a:pt x="1348" y="1"/>
                  </a:moveTo>
                  <a:lnTo>
                    <a:pt x="749" y="150"/>
                  </a:lnTo>
                  <a:lnTo>
                    <a:pt x="150" y="300"/>
                  </a:lnTo>
                  <a:lnTo>
                    <a:pt x="0" y="450"/>
                  </a:lnTo>
                  <a:lnTo>
                    <a:pt x="0" y="599"/>
                  </a:lnTo>
                  <a:lnTo>
                    <a:pt x="150" y="749"/>
                  </a:lnTo>
                  <a:lnTo>
                    <a:pt x="1048" y="1048"/>
                  </a:lnTo>
                  <a:lnTo>
                    <a:pt x="3293" y="1048"/>
                  </a:lnTo>
                  <a:lnTo>
                    <a:pt x="4341" y="899"/>
                  </a:lnTo>
                  <a:lnTo>
                    <a:pt x="5089" y="749"/>
                  </a:lnTo>
                  <a:lnTo>
                    <a:pt x="5239" y="749"/>
                  </a:lnTo>
                  <a:lnTo>
                    <a:pt x="5389" y="599"/>
                  </a:lnTo>
                  <a:lnTo>
                    <a:pt x="5389" y="450"/>
                  </a:lnTo>
                  <a:lnTo>
                    <a:pt x="5239" y="300"/>
                  </a:lnTo>
                  <a:lnTo>
                    <a:pt x="5089" y="300"/>
                  </a:lnTo>
                  <a:lnTo>
                    <a:pt x="4341" y="150"/>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3" name="Google Shape;1263;p49"/>
            <p:cNvSpPr/>
            <p:nvPr/>
          </p:nvSpPr>
          <p:spPr>
            <a:xfrm>
              <a:off x="3766950" y="4668600"/>
              <a:ext cx="134750" cy="26225"/>
            </a:xfrm>
            <a:custGeom>
              <a:rect b="b" l="l" r="r" t="t"/>
              <a:pathLst>
                <a:path extrusionOk="0" h="1049" w="5390">
                  <a:moveTo>
                    <a:pt x="1198" y="0"/>
                  </a:moveTo>
                  <a:lnTo>
                    <a:pt x="150" y="300"/>
                  </a:lnTo>
                  <a:lnTo>
                    <a:pt x="1" y="449"/>
                  </a:lnTo>
                  <a:lnTo>
                    <a:pt x="150" y="599"/>
                  </a:lnTo>
                  <a:lnTo>
                    <a:pt x="1198" y="899"/>
                  </a:lnTo>
                  <a:lnTo>
                    <a:pt x="2246" y="1048"/>
                  </a:lnTo>
                  <a:lnTo>
                    <a:pt x="3294" y="899"/>
                  </a:lnTo>
                  <a:lnTo>
                    <a:pt x="4491" y="749"/>
                  </a:lnTo>
                  <a:lnTo>
                    <a:pt x="5239" y="599"/>
                  </a:lnTo>
                  <a:lnTo>
                    <a:pt x="5389" y="449"/>
                  </a:lnTo>
                  <a:lnTo>
                    <a:pt x="5239" y="300"/>
                  </a:lnTo>
                  <a:lnTo>
                    <a:pt x="4491" y="150"/>
                  </a:lnTo>
                  <a:lnTo>
                    <a:pt x="34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4" name="Google Shape;1264;p49"/>
            <p:cNvSpPr/>
            <p:nvPr/>
          </p:nvSpPr>
          <p:spPr>
            <a:xfrm>
              <a:off x="3781925" y="4750925"/>
              <a:ext cx="108550" cy="18725"/>
            </a:xfrm>
            <a:custGeom>
              <a:rect b="b" l="l" r="r" t="t"/>
              <a:pathLst>
                <a:path extrusionOk="0" h="749" w="4342">
                  <a:moveTo>
                    <a:pt x="599" y="0"/>
                  </a:moveTo>
                  <a:lnTo>
                    <a:pt x="0" y="150"/>
                  </a:lnTo>
                  <a:lnTo>
                    <a:pt x="0" y="449"/>
                  </a:lnTo>
                  <a:lnTo>
                    <a:pt x="0" y="599"/>
                  </a:lnTo>
                  <a:lnTo>
                    <a:pt x="599" y="749"/>
                  </a:lnTo>
                  <a:lnTo>
                    <a:pt x="3443" y="749"/>
                  </a:lnTo>
                  <a:lnTo>
                    <a:pt x="4191" y="449"/>
                  </a:lnTo>
                  <a:lnTo>
                    <a:pt x="4341" y="449"/>
                  </a:lnTo>
                  <a:lnTo>
                    <a:pt x="4191" y="300"/>
                  </a:lnTo>
                  <a:lnTo>
                    <a:pt x="4191" y="150"/>
                  </a:lnTo>
                  <a:lnTo>
                    <a:pt x="35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5" name="Google Shape;1265;p49"/>
            <p:cNvSpPr/>
            <p:nvPr/>
          </p:nvSpPr>
          <p:spPr>
            <a:xfrm>
              <a:off x="3796900" y="4829500"/>
              <a:ext cx="82350" cy="22475"/>
            </a:xfrm>
            <a:custGeom>
              <a:rect b="b" l="l" r="r" t="t"/>
              <a:pathLst>
                <a:path extrusionOk="0" h="899" w="3294">
                  <a:moveTo>
                    <a:pt x="749" y="1"/>
                  </a:moveTo>
                  <a:lnTo>
                    <a:pt x="299" y="150"/>
                  </a:lnTo>
                  <a:lnTo>
                    <a:pt x="150" y="300"/>
                  </a:lnTo>
                  <a:lnTo>
                    <a:pt x="0" y="450"/>
                  </a:lnTo>
                  <a:lnTo>
                    <a:pt x="150" y="599"/>
                  </a:lnTo>
                  <a:lnTo>
                    <a:pt x="299" y="749"/>
                  </a:lnTo>
                  <a:lnTo>
                    <a:pt x="749" y="899"/>
                  </a:lnTo>
                  <a:lnTo>
                    <a:pt x="1347" y="899"/>
                  </a:lnTo>
                  <a:lnTo>
                    <a:pt x="2395" y="749"/>
                  </a:lnTo>
                  <a:lnTo>
                    <a:pt x="3143" y="599"/>
                  </a:lnTo>
                  <a:lnTo>
                    <a:pt x="3293" y="450"/>
                  </a:lnTo>
                  <a:lnTo>
                    <a:pt x="3143" y="300"/>
                  </a:lnTo>
                  <a:lnTo>
                    <a:pt x="2545" y="150"/>
                  </a:lnTo>
                  <a:lnTo>
                    <a:pt x="13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6" name="Google Shape;1266;p49"/>
            <p:cNvSpPr/>
            <p:nvPr/>
          </p:nvSpPr>
          <p:spPr>
            <a:xfrm>
              <a:off x="3804375" y="4911825"/>
              <a:ext cx="71125" cy="18725"/>
            </a:xfrm>
            <a:custGeom>
              <a:rect b="b" l="l" r="r" t="t"/>
              <a:pathLst>
                <a:path extrusionOk="0" h="749" w="2845">
                  <a:moveTo>
                    <a:pt x="899" y="1"/>
                  </a:moveTo>
                  <a:lnTo>
                    <a:pt x="150" y="150"/>
                  </a:lnTo>
                  <a:lnTo>
                    <a:pt x="150" y="300"/>
                  </a:lnTo>
                  <a:lnTo>
                    <a:pt x="0" y="450"/>
                  </a:lnTo>
                  <a:lnTo>
                    <a:pt x="150" y="599"/>
                  </a:lnTo>
                  <a:lnTo>
                    <a:pt x="899" y="749"/>
                  </a:lnTo>
                  <a:lnTo>
                    <a:pt x="1647" y="749"/>
                  </a:lnTo>
                  <a:lnTo>
                    <a:pt x="2395" y="599"/>
                  </a:lnTo>
                  <a:lnTo>
                    <a:pt x="2695" y="599"/>
                  </a:lnTo>
                  <a:lnTo>
                    <a:pt x="2844" y="450"/>
                  </a:lnTo>
                  <a:lnTo>
                    <a:pt x="2695" y="150"/>
                  </a:lnTo>
                  <a:lnTo>
                    <a:pt x="2395" y="150"/>
                  </a:lnTo>
                  <a:lnTo>
                    <a:pt x="17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7" name="Google Shape;1267;p49"/>
            <p:cNvSpPr/>
            <p:nvPr/>
          </p:nvSpPr>
          <p:spPr>
            <a:xfrm>
              <a:off x="3793150" y="4990400"/>
              <a:ext cx="67375" cy="22475"/>
            </a:xfrm>
            <a:custGeom>
              <a:rect b="b" l="l" r="r" t="t"/>
              <a:pathLst>
                <a:path extrusionOk="0" h="899" w="2695">
                  <a:moveTo>
                    <a:pt x="1048" y="1"/>
                  </a:moveTo>
                  <a:lnTo>
                    <a:pt x="449" y="150"/>
                  </a:lnTo>
                  <a:lnTo>
                    <a:pt x="0" y="300"/>
                  </a:lnTo>
                  <a:lnTo>
                    <a:pt x="0" y="450"/>
                  </a:lnTo>
                  <a:lnTo>
                    <a:pt x="0" y="749"/>
                  </a:lnTo>
                  <a:lnTo>
                    <a:pt x="300" y="899"/>
                  </a:lnTo>
                  <a:lnTo>
                    <a:pt x="1647" y="899"/>
                  </a:lnTo>
                  <a:lnTo>
                    <a:pt x="2395" y="749"/>
                  </a:lnTo>
                  <a:lnTo>
                    <a:pt x="2545" y="600"/>
                  </a:lnTo>
                  <a:lnTo>
                    <a:pt x="2695" y="450"/>
                  </a:lnTo>
                  <a:lnTo>
                    <a:pt x="2545" y="300"/>
                  </a:lnTo>
                  <a:lnTo>
                    <a:pt x="2395" y="300"/>
                  </a:lnTo>
                  <a:lnTo>
                    <a:pt x="1797" y="150"/>
                  </a:lnTo>
                  <a:lnTo>
                    <a:pt x="104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8" name="Google Shape;1268;p49"/>
            <p:cNvSpPr/>
            <p:nvPr/>
          </p:nvSpPr>
          <p:spPr>
            <a:xfrm>
              <a:off x="3793150" y="5076475"/>
              <a:ext cx="59900" cy="15000"/>
            </a:xfrm>
            <a:custGeom>
              <a:rect b="b" l="l" r="r" t="t"/>
              <a:pathLst>
                <a:path extrusionOk="0" h="600" w="2396">
                  <a:moveTo>
                    <a:pt x="150" y="0"/>
                  </a:moveTo>
                  <a:lnTo>
                    <a:pt x="150" y="150"/>
                  </a:lnTo>
                  <a:lnTo>
                    <a:pt x="0" y="300"/>
                  </a:lnTo>
                  <a:lnTo>
                    <a:pt x="0" y="449"/>
                  </a:lnTo>
                  <a:lnTo>
                    <a:pt x="300" y="449"/>
                  </a:lnTo>
                  <a:lnTo>
                    <a:pt x="1048" y="599"/>
                  </a:lnTo>
                  <a:lnTo>
                    <a:pt x="1946" y="599"/>
                  </a:lnTo>
                  <a:lnTo>
                    <a:pt x="2395" y="449"/>
                  </a:lnTo>
                  <a:lnTo>
                    <a:pt x="23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9" name="Google Shape;1269;p49"/>
            <p:cNvSpPr/>
            <p:nvPr/>
          </p:nvSpPr>
          <p:spPr>
            <a:xfrm>
              <a:off x="1192500" y="238125"/>
              <a:ext cx="5235000" cy="5238750"/>
            </a:xfrm>
            <a:custGeom>
              <a:rect b="b" l="l" r="r" t="t"/>
              <a:pathLst>
                <a:path extrusionOk="0" h="209550" w="209400">
                  <a:moveTo>
                    <a:pt x="100135" y="23200"/>
                  </a:moveTo>
                  <a:lnTo>
                    <a:pt x="98638" y="34276"/>
                  </a:lnTo>
                  <a:lnTo>
                    <a:pt x="94597" y="34725"/>
                  </a:lnTo>
                  <a:lnTo>
                    <a:pt x="90555" y="35324"/>
                  </a:lnTo>
                  <a:lnTo>
                    <a:pt x="90555" y="35324"/>
                  </a:lnTo>
                  <a:lnTo>
                    <a:pt x="90705" y="24248"/>
                  </a:lnTo>
                  <a:lnTo>
                    <a:pt x="95345" y="23649"/>
                  </a:lnTo>
                  <a:lnTo>
                    <a:pt x="100135" y="23200"/>
                  </a:lnTo>
                  <a:close/>
                  <a:moveTo>
                    <a:pt x="108517" y="23200"/>
                  </a:moveTo>
                  <a:lnTo>
                    <a:pt x="113606" y="23500"/>
                  </a:lnTo>
                  <a:lnTo>
                    <a:pt x="118845" y="24248"/>
                  </a:lnTo>
                  <a:lnTo>
                    <a:pt x="118845" y="35324"/>
                  </a:lnTo>
                  <a:lnTo>
                    <a:pt x="114504" y="34576"/>
                  </a:lnTo>
                  <a:lnTo>
                    <a:pt x="110163" y="34127"/>
                  </a:lnTo>
                  <a:lnTo>
                    <a:pt x="108517" y="23200"/>
                  </a:lnTo>
                  <a:close/>
                  <a:moveTo>
                    <a:pt x="89657" y="24398"/>
                  </a:moveTo>
                  <a:lnTo>
                    <a:pt x="89657" y="24547"/>
                  </a:lnTo>
                  <a:lnTo>
                    <a:pt x="88310" y="24996"/>
                  </a:lnTo>
                  <a:lnTo>
                    <a:pt x="87262" y="25146"/>
                  </a:lnTo>
                  <a:lnTo>
                    <a:pt x="86215" y="25595"/>
                  </a:lnTo>
                  <a:lnTo>
                    <a:pt x="86215" y="25745"/>
                  </a:lnTo>
                  <a:lnTo>
                    <a:pt x="88011" y="25296"/>
                  </a:lnTo>
                  <a:lnTo>
                    <a:pt x="88909" y="25146"/>
                  </a:lnTo>
                  <a:lnTo>
                    <a:pt x="89657" y="24996"/>
                  </a:lnTo>
                  <a:lnTo>
                    <a:pt x="89657" y="25745"/>
                  </a:lnTo>
                  <a:lnTo>
                    <a:pt x="88310" y="26194"/>
                  </a:lnTo>
                  <a:lnTo>
                    <a:pt x="87412" y="26493"/>
                  </a:lnTo>
                  <a:lnTo>
                    <a:pt x="86514" y="26792"/>
                  </a:lnTo>
                  <a:lnTo>
                    <a:pt x="86364" y="26942"/>
                  </a:lnTo>
                  <a:lnTo>
                    <a:pt x="86514" y="26942"/>
                  </a:lnTo>
                  <a:lnTo>
                    <a:pt x="88460" y="26493"/>
                  </a:lnTo>
                  <a:lnTo>
                    <a:pt x="89657" y="26194"/>
                  </a:lnTo>
                  <a:lnTo>
                    <a:pt x="89657" y="27092"/>
                  </a:lnTo>
                  <a:lnTo>
                    <a:pt x="88310" y="27541"/>
                  </a:lnTo>
                  <a:lnTo>
                    <a:pt x="87412" y="27691"/>
                  </a:lnTo>
                  <a:lnTo>
                    <a:pt x="86514" y="28140"/>
                  </a:lnTo>
                  <a:lnTo>
                    <a:pt x="86514" y="28289"/>
                  </a:lnTo>
                  <a:lnTo>
                    <a:pt x="87412" y="27990"/>
                  </a:lnTo>
                  <a:lnTo>
                    <a:pt x="88310" y="27840"/>
                  </a:lnTo>
                  <a:lnTo>
                    <a:pt x="89657" y="27391"/>
                  </a:lnTo>
                  <a:lnTo>
                    <a:pt x="89657" y="28289"/>
                  </a:lnTo>
                  <a:lnTo>
                    <a:pt x="88310" y="28589"/>
                  </a:lnTo>
                  <a:lnTo>
                    <a:pt x="87562" y="28888"/>
                  </a:lnTo>
                  <a:lnTo>
                    <a:pt x="86963" y="29187"/>
                  </a:lnTo>
                  <a:lnTo>
                    <a:pt x="86963" y="29337"/>
                  </a:lnTo>
                  <a:lnTo>
                    <a:pt x="87113" y="29337"/>
                  </a:lnTo>
                  <a:lnTo>
                    <a:pt x="88759" y="28738"/>
                  </a:lnTo>
                  <a:lnTo>
                    <a:pt x="89657" y="28589"/>
                  </a:lnTo>
                  <a:lnTo>
                    <a:pt x="89657" y="29786"/>
                  </a:lnTo>
                  <a:lnTo>
                    <a:pt x="88610" y="30085"/>
                  </a:lnTo>
                  <a:lnTo>
                    <a:pt x="87712" y="30385"/>
                  </a:lnTo>
                  <a:lnTo>
                    <a:pt x="86963" y="30684"/>
                  </a:lnTo>
                  <a:lnTo>
                    <a:pt x="86963" y="30834"/>
                  </a:lnTo>
                  <a:lnTo>
                    <a:pt x="87861" y="30534"/>
                  </a:lnTo>
                  <a:lnTo>
                    <a:pt x="88610" y="30385"/>
                  </a:lnTo>
                  <a:lnTo>
                    <a:pt x="89657" y="30085"/>
                  </a:lnTo>
                  <a:lnTo>
                    <a:pt x="89657" y="30983"/>
                  </a:lnTo>
                  <a:lnTo>
                    <a:pt x="88759" y="31133"/>
                  </a:lnTo>
                  <a:lnTo>
                    <a:pt x="88011" y="31433"/>
                  </a:lnTo>
                  <a:lnTo>
                    <a:pt x="87262" y="31732"/>
                  </a:lnTo>
                  <a:lnTo>
                    <a:pt x="87262" y="31882"/>
                  </a:lnTo>
                  <a:lnTo>
                    <a:pt x="89208" y="31283"/>
                  </a:lnTo>
                  <a:lnTo>
                    <a:pt x="89657" y="31283"/>
                  </a:lnTo>
                  <a:lnTo>
                    <a:pt x="89657" y="32031"/>
                  </a:lnTo>
                  <a:lnTo>
                    <a:pt x="89059" y="32181"/>
                  </a:lnTo>
                  <a:lnTo>
                    <a:pt x="87562" y="32780"/>
                  </a:lnTo>
                  <a:lnTo>
                    <a:pt x="87562" y="32929"/>
                  </a:lnTo>
                  <a:lnTo>
                    <a:pt x="87712" y="32929"/>
                  </a:lnTo>
                  <a:lnTo>
                    <a:pt x="89059" y="32480"/>
                  </a:lnTo>
                  <a:lnTo>
                    <a:pt x="89657" y="32331"/>
                  </a:lnTo>
                  <a:lnTo>
                    <a:pt x="89657" y="32331"/>
                  </a:lnTo>
                  <a:lnTo>
                    <a:pt x="89508" y="33229"/>
                  </a:lnTo>
                  <a:lnTo>
                    <a:pt x="88759" y="33378"/>
                  </a:lnTo>
                  <a:lnTo>
                    <a:pt x="87861" y="33678"/>
                  </a:lnTo>
                  <a:lnTo>
                    <a:pt x="87861" y="33827"/>
                  </a:lnTo>
                  <a:lnTo>
                    <a:pt x="88759" y="33678"/>
                  </a:lnTo>
                  <a:lnTo>
                    <a:pt x="89508" y="33378"/>
                  </a:lnTo>
                  <a:lnTo>
                    <a:pt x="89508" y="34276"/>
                  </a:lnTo>
                  <a:lnTo>
                    <a:pt x="89208" y="34276"/>
                  </a:lnTo>
                  <a:lnTo>
                    <a:pt x="88759" y="34576"/>
                  </a:lnTo>
                  <a:lnTo>
                    <a:pt x="88161" y="34725"/>
                  </a:lnTo>
                  <a:lnTo>
                    <a:pt x="88161" y="34875"/>
                  </a:lnTo>
                  <a:lnTo>
                    <a:pt x="89358" y="34576"/>
                  </a:lnTo>
                  <a:lnTo>
                    <a:pt x="89508" y="34426"/>
                  </a:lnTo>
                  <a:lnTo>
                    <a:pt x="89508" y="35174"/>
                  </a:lnTo>
                  <a:lnTo>
                    <a:pt x="88310" y="35773"/>
                  </a:lnTo>
                  <a:lnTo>
                    <a:pt x="88310" y="35923"/>
                  </a:lnTo>
                  <a:lnTo>
                    <a:pt x="88460" y="35923"/>
                  </a:lnTo>
                  <a:lnTo>
                    <a:pt x="89059" y="35624"/>
                  </a:lnTo>
                  <a:lnTo>
                    <a:pt x="89508" y="35474"/>
                  </a:lnTo>
                  <a:lnTo>
                    <a:pt x="89508" y="35624"/>
                  </a:lnTo>
                  <a:lnTo>
                    <a:pt x="89508" y="36222"/>
                  </a:lnTo>
                  <a:lnTo>
                    <a:pt x="89358" y="36222"/>
                  </a:lnTo>
                  <a:lnTo>
                    <a:pt x="88909" y="36522"/>
                  </a:lnTo>
                  <a:lnTo>
                    <a:pt x="88460" y="36821"/>
                  </a:lnTo>
                  <a:lnTo>
                    <a:pt x="88610" y="36821"/>
                  </a:lnTo>
                  <a:lnTo>
                    <a:pt x="88909" y="36671"/>
                  </a:lnTo>
                  <a:lnTo>
                    <a:pt x="89358" y="36522"/>
                  </a:lnTo>
                  <a:lnTo>
                    <a:pt x="89508" y="36522"/>
                  </a:lnTo>
                  <a:lnTo>
                    <a:pt x="89508" y="37120"/>
                  </a:lnTo>
                  <a:lnTo>
                    <a:pt x="89508" y="37270"/>
                  </a:lnTo>
                  <a:lnTo>
                    <a:pt x="88909" y="37569"/>
                  </a:lnTo>
                  <a:lnTo>
                    <a:pt x="88909" y="37719"/>
                  </a:lnTo>
                  <a:lnTo>
                    <a:pt x="89508" y="37420"/>
                  </a:lnTo>
                  <a:lnTo>
                    <a:pt x="89508" y="38318"/>
                  </a:lnTo>
                  <a:lnTo>
                    <a:pt x="88909" y="38617"/>
                  </a:lnTo>
                  <a:lnTo>
                    <a:pt x="88011" y="36971"/>
                  </a:lnTo>
                  <a:lnTo>
                    <a:pt x="87412" y="36073"/>
                  </a:lnTo>
                  <a:lnTo>
                    <a:pt x="82024" y="26343"/>
                  </a:lnTo>
                  <a:lnTo>
                    <a:pt x="85766" y="25296"/>
                  </a:lnTo>
                  <a:lnTo>
                    <a:pt x="89657" y="24398"/>
                  </a:lnTo>
                  <a:close/>
                  <a:moveTo>
                    <a:pt x="119743" y="24398"/>
                  </a:moveTo>
                  <a:lnTo>
                    <a:pt x="123634" y="25296"/>
                  </a:lnTo>
                  <a:lnTo>
                    <a:pt x="127526" y="26343"/>
                  </a:lnTo>
                  <a:lnTo>
                    <a:pt x="121988" y="36073"/>
                  </a:lnTo>
                  <a:lnTo>
                    <a:pt x="121389" y="36971"/>
                  </a:lnTo>
                  <a:lnTo>
                    <a:pt x="120491" y="38617"/>
                  </a:lnTo>
                  <a:lnTo>
                    <a:pt x="120042" y="38318"/>
                  </a:lnTo>
                  <a:lnTo>
                    <a:pt x="119892" y="38318"/>
                  </a:lnTo>
                  <a:lnTo>
                    <a:pt x="119892" y="37420"/>
                  </a:lnTo>
                  <a:lnTo>
                    <a:pt x="120491" y="37719"/>
                  </a:lnTo>
                  <a:lnTo>
                    <a:pt x="120641" y="37569"/>
                  </a:lnTo>
                  <a:lnTo>
                    <a:pt x="119892" y="37270"/>
                  </a:lnTo>
                  <a:lnTo>
                    <a:pt x="119892" y="37120"/>
                  </a:lnTo>
                  <a:lnTo>
                    <a:pt x="119892" y="36671"/>
                  </a:lnTo>
                  <a:lnTo>
                    <a:pt x="119892" y="36522"/>
                  </a:lnTo>
                  <a:lnTo>
                    <a:pt x="120042" y="36522"/>
                  </a:lnTo>
                  <a:lnTo>
                    <a:pt x="120491" y="36821"/>
                  </a:lnTo>
                  <a:lnTo>
                    <a:pt x="120940" y="36821"/>
                  </a:lnTo>
                  <a:lnTo>
                    <a:pt x="120491" y="36522"/>
                  </a:lnTo>
                  <a:lnTo>
                    <a:pt x="120042" y="36222"/>
                  </a:lnTo>
                  <a:lnTo>
                    <a:pt x="119892" y="36222"/>
                  </a:lnTo>
                  <a:lnTo>
                    <a:pt x="119892" y="35624"/>
                  </a:lnTo>
                  <a:lnTo>
                    <a:pt x="119892" y="35474"/>
                  </a:lnTo>
                  <a:lnTo>
                    <a:pt x="120491" y="35773"/>
                  </a:lnTo>
                  <a:lnTo>
                    <a:pt x="120940" y="35923"/>
                  </a:lnTo>
                  <a:lnTo>
                    <a:pt x="121090" y="35923"/>
                  </a:lnTo>
                  <a:lnTo>
                    <a:pt x="121090" y="35773"/>
                  </a:lnTo>
                  <a:lnTo>
                    <a:pt x="119892" y="35174"/>
                  </a:lnTo>
                  <a:lnTo>
                    <a:pt x="119892" y="34426"/>
                  </a:lnTo>
                  <a:lnTo>
                    <a:pt x="120042" y="34576"/>
                  </a:lnTo>
                  <a:lnTo>
                    <a:pt x="121239" y="34875"/>
                  </a:lnTo>
                  <a:lnTo>
                    <a:pt x="121239" y="34725"/>
                  </a:lnTo>
                  <a:lnTo>
                    <a:pt x="120790" y="34576"/>
                  </a:lnTo>
                  <a:lnTo>
                    <a:pt x="120192" y="34276"/>
                  </a:lnTo>
                  <a:lnTo>
                    <a:pt x="119892" y="34276"/>
                  </a:lnTo>
                  <a:lnTo>
                    <a:pt x="119892" y="33378"/>
                  </a:lnTo>
                  <a:lnTo>
                    <a:pt x="120641" y="33678"/>
                  </a:lnTo>
                  <a:lnTo>
                    <a:pt x="121539" y="33827"/>
                  </a:lnTo>
                  <a:lnTo>
                    <a:pt x="121539" y="33678"/>
                  </a:lnTo>
                  <a:lnTo>
                    <a:pt x="120790" y="33378"/>
                  </a:lnTo>
                  <a:lnTo>
                    <a:pt x="119892" y="33229"/>
                  </a:lnTo>
                  <a:lnTo>
                    <a:pt x="119892" y="32331"/>
                  </a:lnTo>
                  <a:lnTo>
                    <a:pt x="120491" y="32480"/>
                  </a:lnTo>
                  <a:lnTo>
                    <a:pt x="121838" y="32929"/>
                  </a:lnTo>
                  <a:lnTo>
                    <a:pt x="121838" y="32780"/>
                  </a:lnTo>
                  <a:lnTo>
                    <a:pt x="120341" y="32181"/>
                  </a:lnTo>
                  <a:lnTo>
                    <a:pt x="119892" y="32031"/>
                  </a:lnTo>
                  <a:lnTo>
                    <a:pt x="119892" y="31283"/>
                  </a:lnTo>
                  <a:lnTo>
                    <a:pt x="120192" y="31283"/>
                  </a:lnTo>
                  <a:lnTo>
                    <a:pt x="122138" y="31882"/>
                  </a:lnTo>
                  <a:lnTo>
                    <a:pt x="122138" y="31732"/>
                  </a:lnTo>
                  <a:lnTo>
                    <a:pt x="121539" y="31433"/>
                  </a:lnTo>
                  <a:lnTo>
                    <a:pt x="120641" y="31133"/>
                  </a:lnTo>
                  <a:lnTo>
                    <a:pt x="119892" y="30983"/>
                  </a:lnTo>
                  <a:lnTo>
                    <a:pt x="119892" y="30085"/>
                  </a:lnTo>
                  <a:lnTo>
                    <a:pt x="120790" y="30385"/>
                  </a:lnTo>
                  <a:lnTo>
                    <a:pt x="121688" y="30534"/>
                  </a:lnTo>
                  <a:lnTo>
                    <a:pt x="122437" y="30834"/>
                  </a:lnTo>
                  <a:lnTo>
                    <a:pt x="122437" y="30684"/>
                  </a:lnTo>
                  <a:lnTo>
                    <a:pt x="121688" y="30385"/>
                  </a:lnTo>
                  <a:lnTo>
                    <a:pt x="120940" y="30085"/>
                  </a:lnTo>
                  <a:lnTo>
                    <a:pt x="119892" y="29786"/>
                  </a:lnTo>
                  <a:lnTo>
                    <a:pt x="119743" y="28589"/>
                  </a:lnTo>
                  <a:lnTo>
                    <a:pt x="120790" y="28738"/>
                  </a:lnTo>
                  <a:lnTo>
                    <a:pt x="122437" y="29337"/>
                  </a:lnTo>
                  <a:lnTo>
                    <a:pt x="122437" y="29187"/>
                  </a:lnTo>
                  <a:lnTo>
                    <a:pt x="121838" y="28888"/>
                  </a:lnTo>
                  <a:lnTo>
                    <a:pt x="121239" y="28589"/>
                  </a:lnTo>
                  <a:lnTo>
                    <a:pt x="119743" y="28289"/>
                  </a:lnTo>
                  <a:lnTo>
                    <a:pt x="119743" y="27391"/>
                  </a:lnTo>
                  <a:lnTo>
                    <a:pt x="121090" y="27840"/>
                  </a:lnTo>
                  <a:lnTo>
                    <a:pt x="121988" y="27990"/>
                  </a:lnTo>
                  <a:lnTo>
                    <a:pt x="122886" y="28289"/>
                  </a:lnTo>
                  <a:lnTo>
                    <a:pt x="122886" y="28140"/>
                  </a:lnTo>
                  <a:lnTo>
                    <a:pt x="121988" y="27691"/>
                  </a:lnTo>
                  <a:lnTo>
                    <a:pt x="121090" y="27541"/>
                  </a:lnTo>
                  <a:lnTo>
                    <a:pt x="119743" y="27092"/>
                  </a:lnTo>
                  <a:lnTo>
                    <a:pt x="119743" y="26194"/>
                  </a:lnTo>
                  <a:lnTo>
                    <a:pt x="120940" y="26493"/>
                  </a:lnTo>
                  <a:lnTo>
                    <a:pt x="122886" y="26942"/>
                  </a:lnTo>
                  <a:lnTo>
                    <a:pt x="123036" y="26942"/>
                  </a:lnTo>
                  <a:lnTo>
                    <a:pt x="123036" y="26792"/>
                  </a:lnTo>
                  <a:lnTo>
                    <a:pt x="122138" y="26493"/>
                  </a:lnTo>
                  <a:lnTo>
                    <a:pt x="121239" y="26194"/>
                  </a:lnTo>
                  <a:lnTo>
                    <a:pt x="119743" y="25745"/>
                  </a:lnTo>
                  <a:lnTo>
                    <a:pt x="119743" y="24996"/>
                  </a:lnTo>
                  <a:lnTo>
                    <a:pt x="120641" y="25146"/>
                  </a:lnTo>
                  <a:lnTo>
                    <a:pt x="121539" y="25296"/>
                  </a:lnTo>
                  <a:lnTo>
                    <a:pt x="123185" y="25745"/>
                  </a:lnTo>
                  <a:lnTo>
                    <a:pt x="123335" y="25595"/>
                  </a:lnTo>
                  <a:lnTo>
                    <a:pt x="123185" y="25595"/>
                  </a:lnTo>
                  <a:lnTo>
                    <a:pt x="122287" y="25146"/>
                  </a:lnTo>
                  <a:lnTo>
                    <a:pt x="121090" y="24996"/>
                  </a:lnTo>
                  <a:lnTo>
                    <a:pt x="119743" y="24547"/>
                  </a:lnTo>
                  <a:lnTo>
                    <a:pt x="119743" y="24398"/>
                  </a:lnTo>
                  <a:close/>
                  <a:moveTo>
                    <a:pt x="89508" y="38467"/>
                  </a:moveTo>
                  <a:lnTo>
                    <a:pt x="89508" y="39665"/>
                  </a:lnTo>
                  <a:lnTo>
                    <a:pt x="89059" y="38767"/>
                  </a:lnTo>
                  <a:lnTo>
                    <a:pt x="89508" y="38467"/>
                  </a:lnTo>
                  <a:close/>
                  <a:moveTo>
                    <a:pt x="119892" y="38467"/>
                  </a:moveTo>
                  <a:lnTo>
                    <a:pt x="120491" y="38767"/>
                  </a:lnTo>
                  <a:lnTo>
                    <a:pt x="119892" y="39665"/>
                  </a:lnTo>
                  <a:lnTo>
                    <a:pt x="119892" y="38467"/>
                  </a:lnTo>
                  <a:close/>
                  <a:moveTo>
                    <a:pt x="80976" y="26643"/>
                  </a:moveTo>
                  <a:lnTo>
                    <a:pt x="86514" y="36372"/>
                  </a:lnTo>
                  <a:lnTo>
                    <a:pt x="81874" y="37719"/>
                  </a:lnTo>
                  <a:lnTo>
                    <a:pt x="77384" y="39515"/>
                  </a:lnTo>
                  <a:lnTo>
                    <a:pt x="73043" y="41461"/>
                  </a:lnTo>
                  <a:lnTo>
                    <a:pt x="68702" y="43706"/>
                  </a:lnTo>
                  <a:lnTo>
                    <a:pt x="65260" y="33229"/>
                  </a:lnTo>
                  <a:lnTo>
                    <a:pt x="69002" y="31283"/>
                  </a:lnTo>
                  <a:lnTo>
                    <a:pt x="72893" y="29487"/>
                  </a:lnTo>
                  <a:lnTo>
                    <a:pt x="76935" y="27990"/>
                  </a:lnTo>
                  <a:lnTo>
                    <a:pt x="80976" y="26643"/>
                  </a:lnTo>
                  <a:close/>
                  <a:moveTo>
                    <a:pt x="128424" y="26643"/>
                  </a:moveTo>
                  <a:lnTo>
                    <a:pt x="132465" y="27990"/>
                  </a:lnTo>
                  <a:lnTo>
                    <a:pt x="136507" y="29487"/>
                  </a:lnTo>
                  <a:lnTo>
                    <a:pt x="140398" y="31283"/>
                  </a:lnTo>
                  <a:lnTo>
                    <a:pt x="144140" y="33229"/>
                  </a:lnTo>
                  <a:lnTo>
                    <a:pt x="140698" y="43706"/>
                  </a:lnTo>
                  <a:lnTo>
                    <a:pt x="136507" y="41461"/>
                  </a:lnTo>
                  <a:lnTo>
                    <a:pt x="132166" y="39515"/>
                  </a:lnTo>
                  <a:lnTo>
                    <a:pt x="127526" y="37719"/>
                  </a:lnTo>
                  <a:lnTo>
                    <a:pt x="122886" y="36372"/>
                  </a:lnTo>
                  <a:lnTo>
                    <a:pt x="128424" y="26643"/>
                  </a:lnTo>
                  <a:close/>
                  <a:moveTo>
                    <a:pt x="64511" y="33678"/>
                  </a:moveTo>
                  <a:lnTo>
                    <a:pt x="64511" y="33827"/>
                  </a:lnTo>
                  <a:lnTo>
                    <a:pt x="63314" y="34576"/>
                  </a:lnTo>
                  <a:lnTo>
                    <a:pt x="62416" y="35174"/>
                  </a:lnTo>
                  <a:lnTo>
                    <a:pt x="61518" y="35923"/>
                  </a:lnTo>
                  <a:lnTo>
                    <a:pt x="61667" y="35923"/>
                  </a:lnTo>
                  <a:lnTo>
                    <a:pt x="63613" y="34725"/>
                  </a:lnTo>
                  <a:lnTo>
                    <a:pt x="64511" y="34127"/>
                  </a:lnTo>
                  <a:lnTo>
                    <a:pt x="64811" y="35025"/>
                  </a:lnTo>
                  <a:lnTo>
                    <a:pt x="63613" y="35923"/>
                  </a:lnTo>
                  <a:lnTo>
                    <a:pt x="62865" y="36372"/>
                  </a:lnTo>
                  <a:lnTo>
                    <a:pt x="62117" y="36971"/>
                  </a:lnTo>
                  <a:lnTo>
                    <a:pt x="62117" y="37120"/>
                  </a:lnTo>
                  <a:lnTo>
                    <a:pt x="62266" y="37120"/>
                  </a:lnTo>
                  <a:lnTo>
                    <a:pt x="63913" y="36073"/>
                  </a:lnTo>
                  <a:lnTo>
                    <a:pt x="64960" y="35324"/>
                  </a:lnTo>
                  <a:lnTo>
                    <a:pt x="65260" y="36222"/>
                  </a:lnTo>
                  <a:lnTo>
                    <a:pt x="64062" y="36971"/>
                  </a:lnTo>
                  <a:lnTo>
                    <a:pt x="63314" y="37569"/>
                  </a:lnTo>
                  <a:lnTo>
                    <a:pt x="62566" y="38168"/>
                  </a:lnTo>
                  <a:lnTo>
                    <a:pt x="62566" y="38318"/>
                  </a:lnTo>
                  <a:lnTo>
                    <a:pt x="62715" y="38318"/>
                  </a:lnTo>
                  <a:lnTo>
                    <a:pt x="63464" y="37869"/>
                  </a:lnTo>
                  <a:lnTo>
                    <a:pt x="64212" y="37270"/>
                  </a:lnTo>
                  <a:lnTo>
                    <a:pt x="65409" y="36372"/>
                  </a:lnTo>
                  <a:lnTo>
                    <a:pt x="65559" y="37270"/>
                  </a:lnTo>
                  <a:lnTo>
                    <a:pt x="64661" y="38018"/>
                  </a:lnTo>
                  <a:lnTo>
                    <a:pt x="63913" y="38467"/>
                  </a:lnTo>
                  <a:lnTo>
                    <a:pt x="63464" y="39066"/>
                  </a:lnTo>
                  <a:lnTo>
                    <a:pt x="63464" y="39216"/>
                  </a:lnTo>
                  <a:lnTo>
                    <a:pt x="63613" y="39216"/>
                  </a:lnTo>
                  <a:lnTo>
                    <a:pt x="64960" y="38168"/>
                  </a:lnTo>
                  <a:lnTo>
                    <a:pt x="65709" y="37569"/>
                  </a:lnTo>
                  <a:lnTo>
                    <a:pt x="66158" y="38767"/>
                  </a:lnTo>
                  <a:lnTo>
                    <a:pt x="65260" y="39365"/>
                  </a:lnTo>
                  <a:lnTo>
                    <a:pt x="64511" y="39815"/>
                  </a:lnTo>
                  <a:lnTo>
                    <a:pt x="63913" y="40413"/>
                  </a:lnTo>
                  <a:lnTo>
                    <a:pt x="63913" y="40563"/>
                  </a:lnTo>
                  <a:lnTo>
                    <a:pt x="64661" y="40114"/>
                  </a:lnTo>
                  <a:lnTo>
                    <a:pt x="65409" y="39515"/>
                  </a:lnTo>
                  <a:lnTo>
                    <a:pt x="66158" y="39066"/>
                  </a:lnTo>
                  <a:lnTo>
                    <a:pt x="66457" y="39964"/>
                  </a:lnTo>
                  <a:lnTo>
                    <a:pt x="65709" y="40264"/>
                  </a:lnTo>
                  <a:lnTo>
                    <a:pt x="65110" y="40862"/>
                  </a:lnTo>
                  <a:lnTo>
                    <a:pt x="64511" y="41461"/>
                  </a:lnTo>
                  <a:lnTo>
                    <a:pt x="64511" y="41461"/>
                  </a:lnTo>
                  <a:lnTo>
                    <a:pt x="66308" y="40264"/>
                  </a:lnTo>
                  <a:lnTo>
                    <a:pt x="66607" y="40114"/>
                  </a:lnTo>
                  <a:lnTo>
                    <a:pt x="66757" y="40862"/>
                  </a:lnTo>
                  <a:lnTo>
                    <a:pt x="66457" y="41162"/>
                  </a:lnTo>
                  <a:lnTo>
                    <a:pt x="65858" y="41611"/>
                  </a:lnTo>
                  <a:lnTo>
                    <a:pt x="65110" y="42209"/>
                  </a:lnTo>
                  <a:lnTo>
                    <a:pt x="65110" y="42359"/>
                  </a:lnTo>
                  <a:lnTo>
                    <a:pt x="65260" y="42359"/>
                  </a:lnTo>
                  <a:lnTo>
                    <a:pt x="66457" y="41461"/>
                  </a:lnTo>
                  <a:lnTo>
                    <a:pt x="66906" y="41162"/>
                  </a:lnTo>
                  <a:lnTo>
                    <a:pt x="67206" y="41910"/>
                  </a:lnTo>
                  <a:lnTo>
                    <a:pt x="66607" y="42359"/>
                  </a:lnTo>
                  <a:lnTo>
                    <a:pt x="65709" y="43107"/>
                  </a:lnTo>
                  <a:lnTo>
                    <a:pt x="65858" y="43107"/>
                  </a:lnTo>
                  <a:lnTo>
                    <a:pt x="66308" y="42808"/>
                  </a:lnTo>
                  <a:lnTo>
                    <a:pt x="66757" y="42509"/>
                  </a:lnTo>
                  <a:lnTo>
                    <a:pt x="67206" y="42209"/>
                  </a:lnTo>
                  <a:lnTo>
                    <a:pt x="67505" y="42958"/>
                  </a:lnTo>
                  <a:lnTo>
                    <a:pt x="67206" y="43257"/>
                  </a:lnTo>
                  <a:lnTo>
                    <a:pt x="66757" y="43556"/>
                  </a:lnTo>
                  <a:lnTo>
                    <a:pt x="66308" y="44006"/>
                  </a:lnTo>
                  <a:lnTo>
                    <a:pt x="66457" y="44006"/>
                  </a:lnTo>
                  <a:lnTo>
                    <a:pt x="67505" y="43257"/>
                  </a:lnTo>
                  <a:lnTo>
                    <a:pt x="67804" y="43856"/>
                  </a:lnTo>
                  <a:lnTo>
                    <a:pt x="66906" y="44754"/>
                  </a:lnTo>
                  <a:lnTo>
                    <a:pt x="66906" y="44904"/>
                  </a:lnTo>
                  <a:lnTo>
                    <a:pt x="67505" y="44455"/>
                  </a:lnTo>
                  <a:lnTo>
                    <a:pt x="67954" y="44155"/>
                  </a:lnTo>
                  <a:lnTo>
                    <a:pt x="67954" y="44305"/>
                  </a:lnTo>
                  <a:lnTo>
                    <a:pt x="68104" y="44754"/>
                  </a:lnTo>
                  <a:lnTo>
                    <a:pt x="67954" y="45053"/>
                  </a:lnTo>
                  <a:lnTo>
                    <a:pt x="67505" y="45353"/>
                  </a:lnTo>
                  <a:lnTo>
                    <a:pt x="67355" y="45652"/>
                  </a:lnTo>
                  <a:lnTo>
                    <a:pt x="67355" y="45802"/>
                  </a:lnTo>
                  <a:lnTo>
                    <a:pt x="67804" y="45502"/>
                  </a:lnTo>
                  <a:lnTo>
                    <a:pt x="68104" y="45203"/>
                  </a:lnTo>
                  <a:lnTo>
                    <a:pt x="68253" y="45053"/>
                  </a:lnTo>
                  <a:lnTo>
                    <a:pt x="68253" y="45203"/>
                  </a:lnTo>
                  <a:lnTo>
                    <a:pt x="68403" y="45802"/>
                  </a:lnTo>
                  <a:lnTo>
                    <a:pt x="67954" y="46400"/>
                  </a:lnTo>
                  <a:lnTo>
                    <a:pt x="68553" y="46101"/>
                  </a:lnTo>
                  <a:lnTo>
                    <a:pt x="68702" y="46849"/>
                  </a:lnTo>
                  <a:lnTo>
                    <a:pt x="68403" y="47298"/>
                  </a:lnTo>
                  <a:lnTo>
                    <a:pt x="66906" y="46101"/>
                  </a:lnTo>
                  <a:lnTo>
                    <a:pt x="66158" y="45353"/>
                  </a:lnTo>
                  <a:lnTo>
                    <a:pt x="57776" y="38018"/>
                  </a:lnTo>
                  <a:lnTo>
                    <a:pt x="61069" y="35773"/>
                  </a:lnTo>
                  <a:lnTo>
                    <a:pt x="64511" y="33678"/>
                  </a:lnTo>
                  <a:close/>
                  <a:moveTo>
                    <a:pt x="145038" y="33678"/>
                  </a:moveTo>
                  <a:lnTo>
                    <a:pt x="148331" y="35773"/>
                  </a:lnTo>
                  <a:lnTo>
                    <a:pt x="151624" y="38018"/>
                  </a:lnTo>
                  <a:lnTo>
                    <a:pt x="143242" y="45353"/>
                  </a:lnTo>
                  <a:lnTo>
                    <a:pt x="142494" y="46101"/>
                  </a:lnTo>
                  <a:lnTo>
                    <a:pt x="141147" y="47298"/>
                  </a:lnTo>
                  <a:lnTo>
                    <a:pt x="140698" y="46849"/>
                  </a:lnTo>
                  <a:lnTo>
                    <a:pt x="140997" y="46101"/>
                  </a:lnTo>
                  <a:lnTo>
                    <a:pt x="141446" y="46400"/>
                  </a:lnTo>
                  <a:lnTo>
                    <a:pt x="140997" y="45802"/>
                  </a:lnTo>
                  <a:lnTo>
                    <a:pt x="141147" y="45203"/>
                  </a:lnTo>
                  <a:lnTo>
                    <a:pt x="141296" y="45053"/>
                  </a:lnTo>
                  <a:lnTo>
                    <a:pt x="141296" y="45203"/>
                  </a:lnTo>
                  <a:lnTo>
                    <a:pt x="141895" y="45652"/>
                  </a:lnTo>
                  <a:lnTo>
                    <a:pt x="142045" y="45802"/>
                  </a:lnTo>
                  <a:lnTo>
                    <a:pt x="142194" y="45652"/>
                  </a:lnTo>
                  <a:lnTo>
                    <a:pt x="141895" y="45353"/>
                  </a:lnTo>
                  <a:lnTo>
                    <a:pt x="141446" y="45053"/>
                  </a:lnTo>
                  <a:lnTo>
                    <a:pt x="141296" y="44754"/>
                  </a:lnTo>
                  <a:lnTo>
                    <a:pt x="141596" y="44305"/>
                  </a:lnTo>
                  <a:lnTo>
                    <a:pt x="141596" y="44155"/>
                  </a:lnTo>
                  <a:lnTo>
                    <a:pt x="142194" y="44754"/>
                  </a:lnTo>
                  <a:lnTo>
                    <a:pt x="142494" y="44904"/>
                  </a:lnTo>
                  <a:lnTo>
                    <a:pt x="142643" y="44754"/>
                  </a:lnTo>
                  <a:lnTo>
                    <a:pt x="141596" y="43856"/>
                  </a:lnTo>
                  <a:lnTo>
                    <a:pt x="141895" y="43257"/>
                  </a:lnTo>
                  <a:lnTo>
                    <a:pt x="142045" y="43257"/>
                  </a:lnTo>
                  <a:lnTo>
                    <a:pt x="143093" y="44006"/>
                  </a:lnTo>
                  <a:lnTo>
                    <a:pt x="143093" y="44006"/>
                  </a:lnTo>
                  <a:lnTo>
                    <a:pt x="142643" y="43556"/>
                  </a:lnTo>
                  <a:lnTo>
                    <a:pt x="142344" y="43257"/>
                  </a:lnTo>
                  <a:lnTo>
                    <a:pt x="141895" y="42958"/>
                  </a:lnTo>
                  <a:lnTo>
                    <a:pt x="142194" y="42209"/>
                  </a:lnTo>
                  <a:lnTo>
                    <a:pt x="142643" y="42509"/>
                  </a:lnTo>
                  <a:lnTo>
                    <a:pt x="143093" y="42808"/>
                  </a:lnTo>
                  <a:lnTo>
                    <a:pt x="143691" y="43107"/>
                  </a:lnTo>
                  <a:lnTo>
                    <a:pt x="142793" y="42359"/>
                  </a:lnTo>
                  <a:lnTo>
                    <a:pt x="142344" y="41910"/>
                  </a:lnTo>
                  <a:lnTo>
                    <a:pt x="142494" y="41162"/>
                  </a:lnTo>
                  <a:lnTo>
                    <a:pt x="143093" y="41461"/>
                  </a:lnTo>
                  <a:lnTo>
                    <a:pt x="144140" y="42359"/>
                  </a:lnTo>
                  <a:lnTo>
                    <a:pt x="144290" y="42359"/>
                  </a:lnTo>
                  <a:lnTo>
                    <a:pt x="144290" y="42209"/>
                  </a:lnTo>
                  <a:lnTo>
                    <a:pt x="143691" y="41611"/>
                  </a:lnTo>
                  <a:lnTo>
                    <a:pt x="142943" y="41162"/>
                  </a:lnTo>
                  <a:lnTo>
                    <a:pt x="142643" y="40862"/>
                  </a:lnTo>
                  <a:lnTo>
                    <a:pt x="142943" y="40114"/>
                  </a:lnTo>
                  <a:lnTo>
                    <a:pt x="143093" y="40264"/>
                  </a:lnTo>
                  <a:lnTo>
                    <a:pt x="144889" y="41461"/>
                  </a:lnTo>
                  <a:lnTo>
                    <a:pt x="144290" y="40862"/>
                  </a:lnTo>
                  <a:lnTo>
                    <a:pt x="143691" y="40264"/>
                  </a:lnTo>
                  <a:lnTo>
                    <a:pt x="142943" y="39964"/>
                  </a:lnTo>
                  <a:lnTo>
                    <a:pt x="143242" y="39066"/>
                  </a:lnTo>
                  <a:lnTo>
                    <a:pt x="143991" y="39515"/>
                  </a:lnTo>
                  <a:lnTo>
                    <a:pt x="144739" y="40114"/>
                  </a:lnTo>
                  <a:lnTo>
                    <a:pt x="145487" y="40563"/>
                  </a:lnTo>
                  <a:lnTo>
                    <a:pt x="145487" y="40413"/>
                  </a:lnTo>
                  <a:lnTo>
                    <a:pt x="144889" y="39815"/>
                  </a:lnTo>
                  <a:lnTo>
                    <a:pt x="144290" y="39365"/>
                  </a:lnTo>
                  <a:lnTo>
                    <a:pt x="143392" y="38767"/>
                  </a:lnTo>
                  <a:lnTo>
                    <a:pt x="143691" y="37569"/>
                  </a:lnTo>
                  <a:lnTo>
                    <a:pt x="144589" y="38168"/>
                  </a:lnTo>
                  <a:lnTo>
                    <a:pt x="145936" y="39216"/>
                  </a:lnTo>
                  <a:lnTo>
                    <a:pt x="145936" y="39066"/>
                  </a:lnTo>
                  <a:lnTo>
                    <a:pt x="145487" y="38467"/>
                  </a:lnTo>
                  <a:lnTo>
                    <a:pt x="144889" y="38018"/>
                  </a:lnTo>
                  <a:lnTo>
                    <a:pt x="143841" y="37270"/>
                  </a:lnTo>
                  <a:lnTo>
                    <a:pt x="144140" y="36372"/>
                  </a:lnTo>
                  <a:lnTo>
                    <a:pt x="145188" y="37270"/>
                  </a:lnTo>
                  <a:lnTo>
                    <a:pt x="145936" y="37869"/>
                  </a:lnTo>
                  <a:lnTo>
                    <a:pt x="146834" y="38318"/>
                  </a:lnTo>
                  <a:lnTo>
                    <a:pt x="146834" y="38168"/>
                  </a:lnTo>
                  <a:lnTo>
                    <a:pt x="146086" y="37569"/>
                  </a:lnTo>
                  <a:lnTo>
                    <a:pt x="145338" y="36971"/>
                  </a:lnTo>
                  <a:lnTo>
                    <a:pt x="144140" y="36222"/>
                  </a:lnTo>
                  <a:lnTo>
                    <a:pt x="144440" y="35324"/>
                  </a:lnTo>
                  <a:lnTo>
                    <a:pt x="145487" y="36073"/>
                  </a:lnTo>
                  <a:lnTo>
                    <a:pt x="147134" y="37120"/>
                  </a:lnTo>
                  <a:lnTo>
                    <a:pt x="147283" y="37120"/>
                  </a:lnTo>
                  <a:lnTo>
                    <a:pt x="147283" y="36971"/>
                  </a:lnTo>
                  <a:lnTo>
                    <a:pt x="146535" y="36372"/>
                  </a:lnTo>
                  <a:lnTo>
                    <a:pt x="145936" y="35923"/>
                  </a:lnTo>
                  <a:lnTo>
                    <a:pt x="144589" y="35025"/>
                  </a:lnTo>
                  <a:lnTo>
                    <a:pt x="144889" y="34127"/>
                  </a:lnTo>
                  <a:lnTo>
                    <a:pt x="145787" y="34725"/>
                  </a:lnTo>
                  <a:lnTo>
                    <a:pt x="147882" y="35923"/>
                  </a:lnTo>
                  <a:lnTo>
                    <a:pt x="147134" y="35174"/>
                  </a:lnTo>
                  <a:lnTo>
                    <a:pt x="146236" y="34576"/>
                  </a:lnTo>
                  <a:lnTo>
                    <a:pt x="145038" y="33827"/>
                  </a:lnTo>
                  <a:lnTo>
                    <a:pt x="145038" y="33678"/>
                  </a:lnTo>
                  <a:close/>
                  <a:moveTo>
                    <a:pt x="140548" y="46999"/>
                  </a:moveTo>
                  <a:lnTo>
                    <a:pt x="140997" y="47448"/>
                  </a:lnTo>
                  <a:lnTo>
                    <a:pt x="140249" y="48047"/>
                  </a:lnTo>
                  <a:lnTo>
                    <a:pt x="140249" y="48047"/>
                  </a:lnTo>
                  <a:lnTo>
                    <a:pt x="140548" y="46999"/>
                  </a:lnTo>
                  <a:close/>
                  <a:moveTo>
                    <a:pt x="68852" y="46999"/>
                  </a:moveTo>
                  <a:lnTo>
                    <a:pt x="69151" y="48047"/>
                  </a:lnTo>
                  <a:lnTo>
                    <a:pt x="69151" y="48047"/>
                  </a:lnTo>
                  <a:lnTo>
                    <a:pt x="68403" y="47448"/>
                  </a:lnTo>
                  <a:lnTo>
                    <a:pt x="68852" y="46999"/>
                  </a:lnTo>
                  <a:close/>
                  <a:moveTo>
                    <a:pt x="96094" y="53286"/>
                  </a:moveTo>
                  <a:lnTo>
                    <a:pt x="95046" y="60620"/>
                  </a:lnTo>
                  <a:lnTo>
                    <a:pt x="94896" y="60620"/>
                  </a:lnTo>
                  <a:lnTo>
                    <a:pt x="93100" y="53884"/>
                  </a:lnTo>
                  <a:lnTo>
                    <a:pt x="96094" y="53286"/>
                  </a:lnTo>
                  <a:close/>
                  <a:moveTo>
                    <a:pt x="113007" y="53286"/>
                  </a:moveTo>
                  <a:lnTo>
                    <a:pt x="116150" y="53884"/>
                  </a:lnTo>
                  <a:lnTo>
                    <a:pt x="114803" y="60620"/>
                  </a:lnTo>
                  <a:lnTo>
                    <a:pt x="114055" y="60470"/>
                  </a:lnTo>
                  <a:lnTo>
                    <a:pt x="113007" y="53286"/>
                  </a:lnTo>
                  <a:close/>
                  <a:moveTo>
                    <a:pt x="110313" y="35174"/>
                  </a:moveTo>
                  <a:lnTo>
                    <a:pt x="114654" y="35624"/>
                  </a:lnTo>
                  <a:lnTo>
                    <a:pt x="118994" y="36372"/>
                  </a:lnTo>
                  <a:lnTo>
                    <a:pt x="118994" y="43257"/>
                  </a:lnTo>
                  <a:lnTo>
                    <a:pt x="122437" y="37270"/>
                  </a:lnTo>
                  <a:lnTo>
                    <a:pt x="127077" y="38617"/>
                  </a:lnTo>
                  <a:lnTo>
                    <a:pt x="131717" y="40413"/>
                  </a:lnTo>
                  <a:lnTo>
                    <a:pt x="136058" y="42359"/>
                  </a:lnTo>
                  <a:lnTo>
                    <a:pt x="140398" y="44754"/>
                  </a:lnTo>
                  <a:lnTo>
                    <a:pt x="138153" y="51190"/>
                  </a:lnTo>
                  <a:lnTo>
                    <a:pt x="138153" y="51190"/>
                  </a:lnTo>
                  <a:lnTo>
                    <a:pt x="143392" y="46700"/>
                  </a:lnTo>
                  <a:lnTo>
                    <a:pt x="145637" y="48197"/>
                  </a:lnTo>
                  <a:lnTo>
                    <a:pt x="147733" y="49843"/>
                  </a:lnTo>
                  <a:lnTo>
                    <a:pt x="149828" y="51489"/>
                  </a:lnTo>
                  <a:lnTo>
                    <a:pt x="151774" y="53286"/>
                  </a:lnTo>
                  <a:lnTo>
                    <a:pt x="138902" y="63164"/>
                  </a:lnTo>
                  <a:lnTo>
                    <a:pt x="136207" y="61069"/>
                  </a:lnTo>
                  <a:lnTo>
                    <a:pt x="133513" y="59273"/>
                  </a:lnTo>
                  <a:lnTo>
                    <a:pt x="135609" y="55980"/>
                  </a:lnTo>
                  <a:lnTo>
                    <a:pt x="136357" y="55980"/>
                  </a:lnTo>
                  <a:lnTo>
                    <a:pt x="137105" y="55830"/>
                  </a:lnTo>
                  <a:lnTo>
                    <a:pt x="137704" y="55231"/>
                  </a:lnTo>
                  <a:lnTo>
                    <a:pt x="138153" y="54483"/>
                  </a:lnTo>
                  <a:lnTo>
                    <a:pt x="138303" y="54034"/>
                  </a:lnTo>
                  <a:lnTo>
                    <a:pt x="138303" y="53735"/>
                  </a:lnTo>
                  <a:lnTo>
                    <a:pt x="138003" y="52837"/>
                  </a:lnTo>
                  <a:lnTo>
                    <a:pt x="137554" y="52238"/>
                  </a:lnTo>
                  <a:lnTo>
                    <a:pt x="137255" y="51938"/>
                  </a:lnTo>
                  <a:lnTo>
                    <a:pt x="136806" y="51789"/>
                  </a:lnTo>
                  <a:lnTo>
                    <a:pt x="136357" y="51639"/>
                  </a:lnTo>
                  <a:lnTo>
                    <a:pt x="135908" y="51639"/>
                  </a:lnTo>
                  <a:lnTo>
                    <a:pt x="135160" y="51789"/>
                  </a:lnTo>
                  <a:lnTo>
                    <a:pt x="134411" y="52388"/>
                  </a:lnTo>
                  <a:lnTo>
                    <a:pt x="134261" y="52687"/>
                  </a:lnTo>
                  <a:lnTo>
                    <a:pt x="133962" y="53136"/>
                  </a:lnTo>
                  <a:lnTo>
                    <a:pt x="133962" y="53735"/>
                  </a:lnTo>
                  <a:lnTo>
                    <a:pt x="133962" y="54483"/>
                  </a:lnTo>
                  <a:lnTo>
                    <a:pt x="134261" y="55082"/>
                  </a:lnTo>
                  <a:lnTo>
                    <a:pt x="134711" y="55531"/>
                  </a:lnTo>
                  <a:lnTo>
                    <a:pt x="132765" y="58824"/>
                  </a:lnTo>
                  <a:lnTo>
                    <a:pt x="129172" y="56728"/>
                  </a:lnTo>
                  <a:lnTo>
                    <a:pt x="125430" y="54932"/>
                  </a:lnTo>
                  <a:lnTo>
                    <a:pt x="121539" y="53585"/>
                  </a:lnTo>
                  <a:lnTo>
                    <a:pt x="117348" y="52388"/>
                  </a:lnTo>
                  <a:lnTo>
                    <a:pt x="118246" y="48346"/>
                  </a:lnTo>
                  <a:lnTo>
                    <a:pt x="118994" y="48047"/>
                  </a:lnTo>
                  <a:lnTo>
                    <a:pt x="119743" y="47598"/>
                  </a:lnTo>
                  <a:lnTo>
                    <a:pt x="120192" y="46999"/>
                  </a:lnTo>
                  <a:lnTo>
                    <a:pt x="120341" y="46101"/>
                  </a:lnTo>
                  <a:lnTo>
                    <a:pt x="120341" y="45652"/>
                  </a:lnTo>
                  <a:lnTo>
                    <a:pt x="120192" y="45203"/>
                  </a:lnTo>
                  <a:lnTo>
                    <a:pt x="119743" y="44604"/>
                  </a:lnTo>
                  <a:lnTo>
                    <a:pt x="118994" y="44155"/>
                  </a:lnTo>
                  <a:lnTo>
                    <a:pt x="118545" y="44006"/>
                  </a:lnTo>
                  <a:lnTo>
                    <a:pt x="118096" y="43856"/>
                  </a:lnTo>
                  <a:lnTo>
                    <a:pt x="117647" y="44006"/>
                  </a:lnTo>
                  <a:lnTo>
                    <a:pt x="117198" y="44155"/>
                  </a:lnTo>
                  <a:lnTo>
                    <a:pt x="116599" y="44604"/>
                  </a:lnTo>
                  <a:lnTo>
                    <a:pt x="116150" y="45203"/>
                  </a:lnTo>
                  <a:lnTo>
                    <a:pt x="116001" y="45652"/>
                  </a:lnTo>
                  <a:lnTo>
                    <a:pt x="115851" y="46101"/>
                  </a:lnTo>
                  <a:lnTo>
                    <a:pt x="116001" y="46849"/>
                  </a:lnTo>
                  <a:lnTo>
                    <a:pt x="116300" y="47298"/>
                  </a:lnTo>
                  <a:lnTo>
                    <a:pt x="116749" y="47897"/>
                  </a:lnTo>
                  <a:lnTo>
                    <a:pt x="117348" y="48197"/>
                  </a:lnTo>
                  <a:lnTo>
                    <a:pt x="116450" y="52238"/>
                  </a:lnTo>
                  <a:lnTo>
                    <a:pt x="112708" y="51489"/>
                  </a:lnTo>
                  <a:lnTo>
                    <a:pt x="110313" y="35174"/>
                  </a:lnTo>
                  <a:close/>
                  <a:moveTo>
                    <a:pt x="98488" y="35174"/>
                  </a:moveTo>
                  <a:lnTo>
                    <a:pt x="96243" y="51489"/>
                  </a:lnTo>
                  <a:lnTo>
                    <a:pt x="92651" y="52238"/>
                  </a:lnTo>
                  <a:lnTo>
                    <a:pt x="91453" y="48346"/>
                  </a:lnTo>
                  <a:lnTo>
                    <a:pt x="92052" y="47747"/>
                  </a:lnTo>
                  <a:lnTo>
                    <a:pt x="92501" y="46999"/>
                  </a:lnTo>
                  <a:lnTo>
                    <a:pt x="92501" y="46251"/>
                  </a:lnTo>
                  <a:lnTo>
                    <a:pt x="92352" y="45353"/>
                  </a:lnTo>
                  <a:lnTo>
                    <a:pt x="92052" y="45053"/>
                  </a:lnTo>
                  <a:lnTo>
                    <a:pt x="91753" y="44754"/>
                  </a:lnTo>
                  <a:lnTo>
                    <a:pt x="91004" y="44305"/>
                  </a:lnTo>
                  <a:lnTo>
                    <a:pt x="90256" y="44155"/>
                  </a:lnTo>
                  <a:lnTo>
                    <a:pt x="89807" y="44305"/>
                  </a:lnTo>
                  <a:lnTo>
                    <a:pt x="89358" y="44455"/>
                  </a:lnTo>
                  <a:lnTo>
                    <a:pt x="88909" y="44604"/>
                  </a:lnTo>
                  <a:lnTo>
                    <a:pt x="88610" y="44904"/>
                  </a:lnTo>
                  <a:lnTo>
                    <a:pt x="88310" y="45652"/>
                  </a:lnTo>
                  <a:lnTo>
                    <a:pt x="88161" y="46550"/>
                  </a:lnTo>
                  <a:lnTo>
                    <a:pt x="88161" y="46999"/>
                  </a:lnTo>
                  <a:lnTo>
                    <a:pt x="88310" y="47448"/>
                  </a:lnTo>
                  <a:lnTo>
                    <a:pt x="88759" y="47897"/>
                  </a:lnTo>
                  <a:lnTo>
                    <a:pt x="89208" y="48346"/>
                  </a:lnTo>
                  <a:lnTo>
                    <a:pt x="89807" y="48496"/>
                  </a:lnTo>
                  <a:lnTo>
                    <a:pt x="90555" y="48646"/>
                  </a:lnTo>
                  <a:lnTo>
                    <a:pt x="91603" y="52537"/>
                  </a:lnTo>
                  <a:lnTo>
                    <a:pt x="87412" y="53735"/>
                  </a:lnTo>
                  <a:lnTo>
                    <a:pt x="83521" y="55231"/>
                  </a:lnTo>
                  <a:lnTo>
                    <a:pt x="79629" y="57028"/>
                  </a:lnTo>
                  <a:lnTo>
                    <a:pt x="75887" y="59273"/>
                  </a:lnTo>
                  <a:lnTo>
                    <a:pt x="73941" y="55680"/>
                  </a:lnTo>
                  <a:lnTo>
                    <a:pt x="74390" y="54932"/>
                  </a:lnTo>
                  <a:lnTo>
                    <a:pt x="74540" y="54034"/>
                  </a:lnTo>
                  <a:lnTo>
                    <a:pt x="74240" y="53286"/>
                  </a:lnTo>
                  <a:lnTo>
                    <a:pt x="73791" y="52537"/>
                  </a:lnTo>
                  <a:lnTo>
                    <a:pt x="73492" y="52238"/>
                  </a:lnTo>
                  <a:lnTo>
                    <a:pt x="73043" y="52088"/>
                  </a:lnTo>
                  <a:lnTo>
                    <a:pt x="72295" y="51938"/>
                  </a:lnTo>
                  <a:lnTo>
                    <a:pt x="71397" y="52088"/>
                  </a:lnTo>
                  <a:lnTo>
                    <a:pt x="71097" y="52388"/>
                  </a:lnTo>
                  <a:lnTo>
                    <a:pt x="70648" y="52687"/>
                  </a:lnTo>
                  <a:lnTo>
                    <a:pt x="70499" y="52986"/>
                  </a:lnTo>
                  <a:lnTo>
                    <a:pt x="70199" y="53286"/>
                  </a:lnTo>
                  <a:lnTo>
                    <a:pt x="70049" y="54184"/>
                  </a:lnTo>
                  <a:lnTo>
                    <a:pt x="70199" y="55082"/>
                  </a:lnTo>
                  <a:lnTo>
                    <a:pt x="70499" y="55381"/>
                  </a:lnTo>
                  <a:lnTo>
                    <a:pt x="70798" y="55680"/>
                  </a:lnTo>
                  <a:lnTo>
                    <a:pt x="71247" y="56129"/>
                  </a:lnTo>
                  <a:lnTo>
                    <a:pt x="71846" y="56279"/>
                  </a:lnTo>
                  <a:lnTo>
                    <a:pt x="72444" y="56429"/>
                  </a:lnTo>
                  <a:lnTo>
                    <a:pt x="73043" y="56279"/>
                  </a:lnTo>
                  <a:lnTo>
                    <a:pt x="75139" y="59722"/>
                  </a:lnTo>
                  <a:lnTo>
                    <a:pt x="72444" y="61668"/>
                  </a:lnTo>
                  <a:lnTo>
                    <a:pt x="69750" y="63763"/>
                  </a:lnTo>
                  <a:lnTo>
                    <a:pt x="56728" y="54184"/>
                  </a:lnTo>
                  <a:lnTo>
                    <a:pt x="58824" y="52088"/>
                  </a:lnTo>
                  <a:lnTo>
                    <a:pt x="61218" y="50142"/>
                  </a:lnTo>
                  <a:lnTo>
                    <a:pt x="63613" y="48346"/>
                  </a:lnTo>
                  <a:lnTo>
                    <a:pt x="66008" y="46550"/>
                  </a:lnTo>
                  <a:lnTo>
                    <a:pt x="71247" y="51190"/>
                  </a:lnTo>
                  <a:lnTo>
                    <a:pt x="71247" y="51190"/>
                  </a:lnTo>
                  <a:lnTo>
                    <a:pt x="69151" y="44754"/>
                  </a:lnTo>
                  <a:lnTo>
                    <a:pt x="73342" y="42359"/>
                  </a:lnTo>
                  <a:lnTo>
                    <a:pt x="77683" y="40264"/>
                  </a:lnTo>
                  <a:lnTo>
                    <a:pt x="82323" y="38617"/>
                  </a:lnTo>
                  <a:lnTo>
                    <a:pt x="86963" y="37120"/>
                  </a:lnTo>
                  <a:lnTo>
                    <a:pt x="90406" y="43257"/>
                  </a:lnTo>
                  <a:lnTo>
                    <a:pt x="90555" y="36372"/>
                  </a:lnTo>
                  <a:lnTo>
                    <a:pt x="94447" y="35624"/>
                  </a:lnTo>
                  <a:lnTo>
                    <a:pt x="98488" y="35174"/>
                  </a:lnTo>
                  <a:close/>
                  <a:moveTo>
                    <a:pt x="56878" y="38467"/>
                  </a:moveTo>
                  <a:lnTo>
                    <a:pt x="65260" y="45951"/>
                  </a:lnTo>
                  <a:lnTo>
                    <a:pt x="62865" y="47747"/>
                  </a:lnTo>
                  <a:lnTo>
                    <a:pt x="60470" y="49544"/>
                  </a:lnTo>
                  <a:lnTo>
                    <a:pt x="58075" y="51489"/>
                  </a:lnTo>
                  <a:lnTo>
                    <a:pt x="55830" y="53585"/>
                  </a:lnTo>
                  <a:lnTo>
                    <a:pt x="48196" y="47897"/>
                  </a:lnTo>
                  <a:lnTo>
                    <a:pt x="47298" y="48646"/>
                  </a:lnTo>
                  <a:lnTo>
                    <a:pt x="53136" y="56279"/>
                  </a:lnTo>
                  <a:lnTo>
                    <a:pt x="51040" y="58524"/>
                  </a:lnTo>
                  <a:lnTo>
                    <a:pt x="49244" y="60770"/>
                  </a:lnTo>
                  <a:lnTo>
                    <a:pt x="47448" y="63164"/>
                  </a:lnTo>
                  <a:lnTo>
                    <a:pt x="45802" y="65559"/>
                  </a:lnTo>
                  <a:lnTo>
                    <a:pt x="38018" y="57477"/>
                  </a:lnTo>
                  <a:lnTo>
                    <a:pt x="40114" y="54782"/>
                  </a:lnTo>
                  <a:lnTo>
                    <a:pt x="42209" y="52238"/>
                  </a:lnTo>
                  <a:lnTo>
                    <a:pt x="44454" y="49693"/>
                  </a:lnTo>
                  <a:lnTo>
                    <a:pt x="46700" y="47298"/>
                  </a:lnTo>
                  <a:lnTo>
                    <a:pt x="49094" y="44904"/>
                  </a:lnTo>
                  <a:lnTo>
                    <a:pt x="51639" y="42658"/>
                  </a:lnTo>
                  <a:lnTo>
                    <a:pt x="54184" y="40563"/>
                  </a:lnTo>
                  <a:lnTo>
                    <a:pt x="56878" y="38467"/>
                  </a:lnTo>
                  <a:close/>
                  <a:moveTo>
                    <a:pt x="152522" y="38617"/>
                  </a:moveTo>
                  <a:lnTo>
                    <a:pt x="155216" y="40563"/>
                  </a:lnTo>
                  <a:lnTo>
                    <a:pt x="157761" y="42658"/>
                  </a:lnTo>
                  <a:lnTo>
                    <a:pt x="160306" y="44904"/>
                  </a:lnTo>
                  <a:lnTo>
                    <a:pt x="162700" y="47298"/>
                  </a:lnTo>
                  <a:lnTo>
                    <a:pt x="164946" y="49693"/>
                  </a:lnTo>
                  <a:lnTo>
                    <a:pt x="167191" y="52238"/>
                  </a:lnTo>
                  <a:lnTo>
                    <a:pt x="169286" y="54932"/>
                  </a:lnTo>
                  <a:lnTo>
                    <a:pt x="171382" y="57626"/>
                  </a:lnTo>
                  <a:lnTo>
                    <a:pt x="163748" y="65559"/>
                  </a:lnTo>
                  <a:lnTo>
                    <a:pt x="161802" y="62865"/>
                  </a:lnTo>
                  <a:lnTo>
                    <a:pt x="159707" y="60320"/>
                  </a:lnTo>
                  <a:lnTo>
                    <a:pt x="157611" y="57776"/>
                  </a:lnTo>
                  <a:lnTo>
                    <a:pt x="155366" y="55381"/>
                  </a:lnTo>
                  <a:lnTo>
                    <a:pt x="161054" y="47897"/>
                  </a:lnTo>
                  <a:lnTo>
                    <a:pt x="160156" y="46999"/>
                  </a:lnTo>
                  <a:lnTo>
                    <a:pt x="152672" y="52687"/>
                  </a:lnTo>
                  <a:lnTo>
                    <a:pt x="150576" y="50891"/>
                  </a:lnTo>
                  <a:lnTo>
                    <a:pt x="148481" y="49095"/>
                  </a:lnTo>
                  <a:lnTo>
                    <a:pt x="146385" y="47448"/>
                  </a:lnTo>
                  <a:lnTo>
                    <a:pt x="144140" y="45951"/>
                  </a:lnTo>
                  <a:lnTo>
                    <a:pt x="152522" y="38617"/>
                  </a:lnTo>
                  <a:close/>
                  <a:moveTo>
                    <a:pt x="117048" y="54184"/>
                  </a:moveTo>
                  <a:lnTo>
                    <a:pt x="120940" y="55231"/>
                  </a:lnTo>
                  <a:lnTo>
                    <a:pt x="124682" y="56579"/>
                  </a:lnTo>
                  <a:lnTo>
                    <a:pt x="128424" y="58375"/>
                  </a:lnTo>
                  <a:lnTo>
                    <a:pt x="131867" y="60320"/>
                  </a:lnTo>
                  <a:lnTo>
                    <a:pt x="128274" y="66158"/>
                  </a:lnTo>
                  <a:lnTo>
                    <a:pt x="125281" y="64511"/>
                  </a:lnTo>
                  <a:lnTo>
                    <a:pt x="122287" y="63015"/>
                  </a:lnTo>
                  <a:lnTo>
                    <a:pt x="118994" y="61817"/>
                  </a:lnTo>
                  <a:lnTo>
                    <a:pt x="115701" y="60919"/>
                  </a:lnTo>
                  <a:lnTo>
                    <a:pt x="117048" y="54184"/>
                  </a:lnTo>
                  <a:close/>
                  <a:moveTo>
                    <a:pt x="92052" y="54184"/>
                  </a:moveTo>
                  <a:lnTo>
                    <a:pt x="93998" y="60770"/>
                  </a:lnTo>
                  <a:lnTo>
                    <a:pt x="90406" y="61817"/>
                  </a:lnTo>
                  <a:lnTo>
                    <a:pt x="86813" y="63164"/>
                  </a:lnTo>
                  <a:lnTo>
                    <a:pt x="83521" y="64811"/>
                  </a:lnTo>
                  <a:lnTo>
                    <a:pt x="80228" y="66757"/>
                  </a:lnTo>
                  <a:lnTo>
                    <a:pt x="76785" y="60770"/>
                  </a:lnTo>
                  <a:lnTo>
                    <a:pt x="80377" y="58674"/>
                  </a:lnTo>
                  <a:lnTo>
                    <a:pt x="84119" y="56878"/>
                  </a:lnTo>
                  <a:lnTo>
                    <a:pt x="88011" y="55381"/>
                  </a:lnTo>
                  <a:lnTo>
                    <a:pt x="92052" y="54184"/>
                  </a:lnTo>
                  <a:close/>
                  <a:moveTo>
                    <a:pt x="132615" y="60770"/>
                  </a:moveTo>
                  <a:lnTo>
                    <a:pt x="135160" y="62416"/>
                  </a:lnTo>
                  <a:lnTo>
                    <a:pt x="137405" y="64212"/>
                  </a:lnTo>
                  <a:lnTo>
                    <a:pt x="131717" y="68553"/>
                  </a:lnTo>
                  <a:lnTo>
                    <a:pt x="129172" y="66607"/>
                  </a:lnTo>
                  <a:lnTo>
                    <a:pt x="132615" y="60770"/>
                  </a:lnTo>
                  <a:close/>
                  <a:moveTo>
                    <a:pt x="37569" y="58375"/>
                  </a:moveTo>
                  <a:lnTo>
                    <a:pt x="38168" y="59123"/>
                  </a:lnTo>
                  <a:lnTo>
                    <a:pt x="37420" y="60320"/>
                  </a:lnTo>
                  <a:lnTo>
                    <a:pt x="36971" y="61219"/>
                  </a:lnTo>
                  <a:lnTo>
                    <a:pt x="36671" y="62117"/>
                  </a:lnTo>
                  <a:lnTo>
                    <a:pt x="37719" y="60470"/>
                  </a:lnTo>
                  <a:lnTo>
                    <a:pt x="38467" y="59273"/>
                  </a:lnTo>
                  <a:lnTo>
                    <a:pt x="39066" y="60021"/>
                  </a:lnTo>
                  <a:lnTo>
                    <a:pt x="38318" y="61219"/>
                  </a:lnTo>
                  <a:lnTo>
                    <a:pt x="37869" y="62117"/>
                  </a:lnTo>
                  <a:lnTo>
                    <a:pt x="37569" y="63015"/>
                  </a:lnTo>
                  <a:lnTo>
                    <a:pt x="37569" y="63015"/>
                  </a:lnTo>
                  <a:lnTo>
                    <a:pt x="38168" y="62266"/>
                  </a:lnTo>
                  <a:lnTo>
                    <a:pt x="38617" y="61368"/>
                  </a:lnTo>
                  <a:lnTo>
                    <a:pt x="39216" y="60171"/>
                  </a:lnTo>
                  <a:lnTo>
                    <a:pt x="39814" y="60770"/>
                  </a:lnTo>
                  <a:lnTo>
                    <a:pt x="39066" y="62117"/>
                  </a:lnTo>
                  <a:lnTo>
                    <a:pt x="38916" y="62715"/>
                  </a:lnTo>
                  <a:lnTo>
                    <a:pt x="38617" y="63314"/>
                  </a:lnTo>
                  <a:lnTo>
                    <a:pt x="38767" y="63464"/>
                  </a:lnTo>
                  <a:lnTo>
                    <a:pt x="39665" y="61967"/>
                  </a:lnTo>
                  <a:lnTo>
                    <a:pt x="40114" y="61069"/>
                  </a:lnTo>
                  <a:lnTo>
                    <a:pt x="40862" y="61967"/>
                  </a:lnTo>
                  <a:lnTo>
                    <a:pt x="40413" y="62865"/>
                  </a:lnTo>
                  <a:lnTo>
                    <a:pt x="39964" y="63613"/>
                  </a:lnTo>
                  <a:lnTo>
                    <a:pt x="39665" y="64511"/>
                  </a:lnTo>
                  <a:lnTo>
                    <a:pt x="39814" y="64511"/>
                  </a:lnTo>
                  <a:lnTo>
                    <a:pt x="40263" y="63763"/>
                  </a:lnTo>
                  <a:lnTo>
                    <a:pt x="40563" y="63015"/>
                  </a:lnTo>
                  <a:lnTo>
                    <a:pt x="41162" y="62117"/>
                  </a:lnTo>
                  <a:lnTo>
                    <a:pt x="41760" y="62865"/>
                  </a:lnTo>
                  <a:lnTo>
                    <a:pt x="41311" y="63613"/>
                  </a:lnTo>
                  <a:lnTo>
                    <a:pt x="40862" y="64362"/>
                  </a:lnTo>
                  <a:lnTo>
                    <a:pt x="40563" y="65110"/>
                  </a:lnTo>
                  <a:lnTo>
                    <a:pt x="40713" y="65110"/>
                  </a:lnTo>
                  <a:lnTo>
                    <a:pt x="41760" y="63314"/>
                  </a:lnTo>
                  <a:lnTo>
                    <a:pt x="41910" y="63015"/>
                  </a:lnTo>
                  <a:lnTo>
                    <a:pt x="42509" y="63613"/>
                  </a:lnTo>
                  <a:lnTo>
                    <a:pt x="42209" y="64062"/>
                  </a:lnTo>
                  <a:lnTo>
                    <a:pt x="41611" y="65559"/>
                  </a:lnTo>
                  <a:lnTo>
                    <a:pt x="41760" y="65559"/>
                  </a:lnTo>
                  <a:lnTo>
                    <a:pt x="42359" y="64212"/>
                  </a:lnTo>
                  <a:lnTo>
                    <a:pt x="42658" y="63763"/>
                  </a:lnTo>
                  <a:lnTo>
                    <a:pt x="43257" y="64362"/>
                  </a:lnTo>
                  <a:lnTo>
                    <a:pt x="42958" y="64961"/>
                  </a:lnTo>
                  <a:lnTo>
                    <a:pt x="42509" y="66008"/>
                  </a:lnTo>
                  <a:lnTo>
                    <a:pt x="43107" y="65410"/>
                  </a:lnTo>
                  <a:lnTo>
                    <a:pt x="43407" y="64511"/>
                  </a:lnTo>
                  <a:lnTo>
                    <a:pt x="44005" y="65110"/>
                  </a:lnTo>
                  <a:lnTo>
                    <a:pt x="43856" y="65410"/>
                  </a:lnTo>
                  <a:lnTo>
                    <a:pt x="43556" y="66008"/>
                  </a:lnTo>
                  <a:lnTo>
                    <a:pt x="43407" y="66457"/>
                  </a:lnTo>
                  <a:lnTo>
                    <a:pt x="43556" y="66607"/>
                  </a:lnTo>
                  <a:lnTo>
                    <a:pt x="44005" y="65559"/>
                  </a:lnTo>
                  <a:lnTo>
                    <a:pt x="44155" y="65410"/>
                  </a:lnTo>
                  <a:lnTo>
                    <a:pt x="44754" y="65859"/>
                  </a:lnTo>
                  <a:lnTo>
                    <a:pt x="44155" y="67056"/>
                  </a:lnTo>
                  <a:lnTo>
                    <a:pt x="44305" y="67206"/>
                  </a:lnTo>
                  <a:lnTo>
                    <a:pt x="44904" y="66158"/>
                  </a:lnTo>
                  <a:lnTo>
                    <a:pt x="45203" y="66457"/>
                  </a:lnTo>
                  <a:lnTo>
                    <a:pt x="45353" y="66607"/>
                  </a:lnTo>
                  <a:lnTo>
                    <a:pt x="45203" y="66757"/>
                  </a:lnTo>
                  <a:lnTo>
                    <a:pt x="45053" y="67206"/>
                  </a:lnTo>
                  <a:lnTo>
                    <a:pt x="45053" y="67655"/>
                  </a:lnTo>
                  <a:lnTo>
                    <a:pt x="45053" y="67804"/>
                  </a:lnTo>
                  <a:lnTo>
                    <a:pt x="45203" y="67804"/>
                  </a:lnTo>
                  <a:lnTo>
                    <a:pt x="45502" y="66906"/>
                  </a:lnTo>
                  <a:lnTo>
                    <a:pt x="45502" y="66757"/>
                  </a:lnTo>
                  <a:lnTo>
                    <a:pt x="45951" y="67206"/>
                  </a:lnTo>
                  <a:lnTo>
                    <a:pt x="46101" y="67355"/>
                  </a:lnTo>
                  <a:lnTo>
                    <a:pt x="45802" y="68104"/>
                  </a:lnTo>
                  <a:lnTo>
                    <a:pt x="45951" y="68104"/>
                  </a:lnTo>
                  <a:lnTo>
                    <a:pt x="46251" y="67505"/>
                  </a:lnTo>
                  <a:lnTo>
                    <a:pt x="46849" y="68104"/>
                  </a:lnTo>
                  <a:lnTo>
                    <a:pt x="46700" y="68104"/>
                  </a:lnTo>
                  <a:lnTo>
                    <a:pt x="46700" y="68702"/>
                  </a:lnTo>
                  <a:lnTo>
                    <a:pt x="45203" y="68253"/>
                  </a:lnTo>
                  <a:lnTo>
                    <a:pt x="44155" y="68104"/>
                  </a:lnTo>
                  <a:lnTo>
                    <a:pt x="33378" y="64961"/>
                  </a:lnTo>
                  <a:lnTo>
                    <a:pt x="35534" y="61368"/>
                  </a:lnTo>
                  <a:lnTo>
                    <a:pt x="35623" y="61368"/>
                  </a:lnTo>
                  <a:lnTo>
                    <a:pt x="36971" y="59422"/>
                  </a:lnTo>
                  <a:lnTo>
                    <a:pt x="37569" y="58375"/>
                  </a:lnTo>
                  <a:close/>
                  <a:moveTo>
                    <a:pt x="171831" y="58375"/>
                  </a:moveTo>
                  <a:lnTo>
                    <a:pt x="172579" y="59422"/>
                  </a:lnTo>
                  <a:lnTo>
                    <a:pt x="173777" y="61368"/>
                  </a:lnTo>
                  <a:lnTo>
                    <a:pt x="173926" y="61368"/>
                  </a:lnTo>
                  <a:lnTo>
                    <a:pt x="176022" y="64961"/>
                  </a:lnTo>
                  <a:lnTo>
                    <a:pt x="165245" y="68104"/>
                  </a:lnTo>
                  <a:lnTo>
                    <a:pt x="164197" y="68403"/>
                  </a:lnTo>
                  <a:lnTo>
                    <a:pt x="162850" y="68702"/>
                  </a:lnTo>
                  <a:lnTo>
                    <a:pt x="162700" y="68104"/>
                  </a:lnTo>
                  <a:lnTo>
                    <a:pt x="163149" y="67505"/>
                  </a:lnTo>
                  <a:lnTo>
                    <a:pt x="163449" y="68104"/>
                  </a:lnTo>
                  <a:lnTo>
                    <a:pt x="163598" y="68104"/>
                  </a:lnTo>
                  <a:lnTo>
                    <a:pt x="163449" y="67355"/>
                  </a:lnTo>
                  <a:lnTo>
                    <a:pt x="163449" y="67206"/>
                  </a:lnTo>
                  <a:lnTo>
                    <a:pt x="163898" y="66757"/>
                  </a:lnTo>
                  <a:lnTo>
                    <a:pt x="163898" y="66906"/>
                  </a:lnTo>
                  <a:lnTo>
                    <a:pt x="164347" y="67804"/>
                  </a:lnTo>
                  <a:lnTo>
                    <a:pt x="164497" y="67655"/>
                  </a:lnTo>
                  <a:lnTo>
                    <a:pt x="164347" y="67206"/>
                  </a:lnTo>
                  <a:lnTo>
                    <a:pt x="164197" y="66757"/>
                  </a:lnTo>
                  <a:lnTo>
                    <a:pt x="164047" y="66607"/>
                  </a:lnTo>
                  <a:lnTo>
                    <a:pt x="164197" y="66457"/>
                  </a:lnTo>
                  <a:lnTo>
                    <a:pt x="164497" y="66158"/>
                  </a:lnTo>
                  <a:lnTo>
                    <a:pt x="165095" y="67206"/>
                  </a:lnTo>
                  <a:lnTo>
                    <a:pt x="165245" y="67206"/>
                  </a:lnTo>
                  <a:lnTo>
                    <a:pt x="165245" y="67056"/>
                  </a:lnTo>
                  <a:lnTo>
                    <a:pt x="164796" y="65859"/>
                  </a:lnTo>
                  <a:lnTo>
                    <a:pt x="165245" y="65410"/>
                  </a:lnTo>
                  <a:lnTo>
                    <a:pt x="165395" y="65559"/>
                  </a:lnTo>
                  <a:lnTo>
                    <a:pt x="165993" y="66607"/>
                  </a:lnTo>
                  <a:lnTo>
                    <a:pt x="165993" y="66457"/>
                  </a:lnTo>
                  <a:lnTo>
                    <a:pt x="165844" y="66008"/>
                  </a:lnTo>
                  <a:lnTo>
                    <a:pt x="165544" y="65410"/>
                  </a:lnTo>
                  <a:lnTo>
                    <a:pt x="165395" y="65110"/>
                  </a:lnTo>
                  <a:lnTo>
                    <a:pt x="165993" y="64511"/>
                  </a:lnTo>
                  <a:lnTo>
                    <a:pt x="166442" y="65410"/>
                  </a:lnTo>
                  <a:lnTo>
                    <a:pt x="166891" y="66008"/>
                  </a:lnTo>
                  <a:lnTo>
                    <a:pt x="167041" y="66008"/>
                  </a:lnTo>
                  <a:lnTo>
                    <a:pt x="166442" y="64961"/>
                  </a:lnTo>
                  <a:lnTo>
                    <a:pt x="166143" y="64362"/>
                  </a:lnTo>
                  <a:lnTo>
                    <a:pt x="166742" y="63763"/>
                  </a:lnTo>
                  <a:lnTo>
                    <a:pt x="167041" y="64212"/>
                  </a:lnTo>
                  <a:lnTo>
                    <a:pt x="167640" y="65559"/>
                  </a:lnTo>
                  <a:lnTo>
                    <a:pt x="167789" y="65559"/>
                  </a:lnTo>
                  <a:lnTo>
                    <a:pt x="167191" y="64062"/>
                  </a:lnTo>
                  <a:lnTo>
                    <a:pt x="166891" y="63613"/>
                  </a:lnTo>
                  <a:lnTo>
                    <a:pt x="167490" y="63015"/>
                  </a:lnTo>
                  <a:lnTo>
                    <a:pt x="167789" y="63314"/>
                  </a:lnTo>
                  <a:lnTo>
                    <a:pt x="168687" y="65110"/>
                  </a:lnTo>
                  <a:lnTo>
                    <a:pt x="168837" y="65110"/>
                  </a:lnTo>
                  <a:lnTo>
                    <a:pt x="168538" y="64362"/>
                  </a:lnTo>
                  <a:lnTo>
                    <a:pt x="168238" y="63613"/>
                  </a:lnTo>
                  <a:lnTo>
                    <a:pt x="167640" y="62865"/>
                  </a:lnTo>
                  <a:lnTo>
                    <a:pt x="168388" y="62117"/>
                  </a:lnTo>
                  <a:lnTo>
                    <a:pt x="168837" y="63015"/>
                  </a:lnTo>
                  <a:lnTo>
                    <a:pt x="169286" y="63763"/>
                  </a:lnTo>
                  <a:lnTo>
                    <a:pt x="169735" y="64511"/>
                  </a:lnTo>
                  <a:lnTo>
                    <a:pt x="169436" y="63613"/>
                  </a:lnTo>
                  <a:lnTo>
                    <a:pt x="168987" y="62865"/>
                  </a:lnTo>
                  <a:lnTo>
                    <a:pt x="168538" y="61967"/>
                  </a:lnTo>
                  <a:lnTo>
                    <a:pt x="169436" y="61069"/>
                  </a:lnTo>
                  <a:lnTo>
                    <a:pt x="169885" y="61967"/>
                  </a:lnTo>
                  <a:lnTo>
                    <a:pt x="170633" y="63464"/>
                  </a:lnTo>
                  <a:lnTo>
                    <a:pt x="170783" y="63464"/>
                  </a:lnTo>
                  <a:lnTo>
                    <a:pt x="170783" y="63314"/>
                  </a:lnTo>
                  <a:lnTo>
                    <a:pt x="170633" y="62715"/>
                  </a:lnTo>
                  <a:lnTo>
                    <a:pt x="170334" y="62117"/>
                  </a:lnTo>
                  <a:lnTo>
                    <a:pt x="169586" y="60770"/>
                  </a:lnTo>
                  <a:lnTo>
                    <a:pt x="170184" y="60171"/>
                  </a:lnTo>
                  <a:lnTo>
                    <a:pt x="170783" y="61368"/>
                  </a:lnTo>
                  <a:lnTo>
                    <a:pt x="171232" y="62266"/>
                  </a:lnTo>
                  <a:lnTo>
                    <a:pt x="171831" y="63015"/>
                  </a:lnTo>
                  <a:lnTo>
                    <a:pt x="171531" y="62117"/>
                  </a:lnTo>
                  <a:lnTo>
                    <a:pt x="171082" y="61219"/>
                  </a:lnTo>
                  <a:lnTo>
                    <a:pt x="170334" y="60021"/>
                  </a:lnTo>
                  <a:lnTo>
                    <a:pt x="171082" y="59273"/>
                  </a:lnTo>
                  <a:lnTo>
                    <a:pt x="171681" y="60470"/>
                  </a:lnTo>
                  <a:lnTo>
                    <a:pt x="172729" y="62117"/>
                  </a:lnTo>
                  <a:lnTo>
                    <a:pt x="172878" y="62117"/>
                  </a:lnTo>
                  <a:lnTo>
                    <a:pt x="172429" y="61219"/>
                  </a:lnTo>
                  <a:lnTo>
                    <a:pt x="171980" y="60320"/>
                  </a:lnTo>
                  <a:lnTo>
                    <a:pt x="171232" y="59123"/>
                  </a:lnTo>
                  <a:lnTo>
                    <a:pt x="171831" y="58375"/>
                  </a:lnTo>
                  <a:close/>
                  <a:moveTo>
                    <a:pt x="46999" y="68253"/>
                  </a:moveTo>
                  <a:lnTo>
                    <a:pt x="47747" y="69002"/>
                  </a:lnTo>
                  <a:lnTo>
                    <a:pt x="47747" y="69002"/>
                  </a:lnTo>
                  <a:lnTo>
                    <a:pt x="46849" y="68852"/>
                  </a:lnTo>
                  <a:lnTo>
                    <a:pt x="46999" y="68253"/>
                  </a:lnTo>
                  <a:close/>
                  <a:moveTo>
                    <a:pt x="162401" y="68253"/>
                  </a:moveTo>
                  <a:lnTo>
                    <a:pt x="162700" y="68852"/>
                  </a:lnTo>
                  <a:lnTo>
                    <a:pt x="161653" y="69002"/>
                  </a:lnTo>
                  <a:lnTo>
                    <a:pt x="161653" y="69002"/>
                  </a:lnTo>
                  <a:lnTo>
                    <a:pt x="162401" y="68253"/>
                  </a:lnTo>
                  <a:close/>
                  <a:moveTo>
                    <a:pt x="76037" y="61219"/>
                  </a:moveTo>
                  <a:lnTo>
                    <a:pt x="79479" y="67206"/>
                  </a:lnTo>
                  <a:lnTo>
                    <a:pt x="76935" y="69002"/>
                  </a:lnTo>
                  <a:lnTo>
                    <a:pt x="71247" y="64811"/>
                  </a:lnTo>
                  <a:lnTo>
                    <a:pt x="73492" y="63015"/>
                  </a:lnTo>
                  <a:lnTo>
                    <a:pt x="76037" y="61219"/>
                  </a:lnTo>
                  <a:close/>
                  <a:moveTo>
                    <a:pt x="114354" y="62117"/>
                  </a:moveTo>
                  <a:lnTo>
                    <a:pt x="116599" y="62566"/>
                  </a:lnTo>
                  <a:lnTo>
                    <a:pt x="118695" y="63314"/>
                  </a:lnTo>
                  <a:lnTo>
                    <a:pt x="120790" y="64062"/>
                  </a:lnTo>
                  <a:lnTo>
                    <a:pt x="122886" y="64961"/>
                  </a:lnTo>
                  <a:lnTo>
                    <a:pt x="124832" y="65859"/>
                  </a:lnTo>
                  <a:lnTo>
                    <a:pt x="126778" y="67056"/>
                  </a:lnTo>
                  <a:lnTo>
                    <a:pt x="128723" y="68104"/>
                  </a:lnTo>
                  <a:lnTo>
                    <a:pt x="130520" y="69451"/>
                  </a:lnTo>
                  <a:lnTo>
                    <a:pt x="117048" y="79629"/>
                  </a:lnTo>
                  <a:lnTo>
                    <a:pt x="114354" y="62117"/>
                  </a:lnTo>
                  <a:close/>
                  <a:moveTo>
                    <a:pt x="64511" y="71546"/>
                  </a:moveTo>
                  <a:lnTo>
                    <a:pt x="68852" y="77234"/>
                  </a:lnTo>
                  <a:lnTo>
                    <a:pt x="67056" y="79779"/>
                  </a:lnTo>
                  <a:lnTo>
                    <a:pt x="61218" y="76186"/>
                  </a:lnTo>
                  <a:lnTo>
                    <a:pt x="62865" y="73792"/>
                  </a:lnTo>
                  <a:lnTo>
                    <a:pt x="64511" y="71546"/>
                  </a:lnTo>
                  <a:close/>
                  <a:moveTo>
                    <a:pt x="94896" y="62117"/>
                  </a:moveTo>
                  <a:lnTo>
                    <a:pt x="92352" y="80377"/>
                  </a:lnTo>
                  <a:lnTo>
                    <a:pt x="78132" y="69900"/>
                  </a:lnTo>
                  <a:lnTo>
                    <a:pt x="80078" y="68553"/>
                  </a:lnTo>
                  <a:lnTo>
                    <a:pt x="81874" y="67355"/>
                  </a:lnTo>
                  <a:lnTo>
                    <a:pt x="83970" y="66158"/>
                  </a:lnTo>
                  <a:lnTo>
                    <a:pt x="86065" y="65110"/>
                  </a:lnTo>
                  <a:lnTo>
                    <a:pt x="88161" y="64212"/>
                  </a:lnTo>
                  <a:lnTo>
                    <a:pt x="90256" y="63464"/>
                  </a:lnTo>
                  <a:lnTo>
                    <a:pt x="92501" y="62715"/>
                  </a:lnTo>
                  <a:lnTo>
                    <a:pt x="94896" y="62117"/>
                  </a:lnTo>
                  <a:close/>
                  <a:moveTo>
                    <a:pt x="144140" y="70648"/>
                  </a:moveTo>
                  <a:lnTo>
                    <a:pt x="146535" y="73792"/>
                  </a:lnTo>
                  <a:lnTo>
                    <a:pt x="148780" y="77084"/>
                  </a:lnTo>
                  <a:lnTo>
                    <a:pt x="143093" y="80826"/>
                  </a:lnTo>
                  <a:lnTo>
                    <a:pt x="141596" y="78581"/>
                  </a:lnTo>
                  <a:lnTo>
                    <a:pt x="139949" y="76336"/>
                  </a:lnTo>
                  <a:lnTo>
                    <a:pt x="144140" y="70648"/>
                  </a:lnTo>
                  <a:close/>
                  <a:moveTo>
                    <a:pt x="32929" y="65859"/>
                  </a:moveTo>
                  <a:lnTo>
                    <a:pt x="43706" y="68852"/>
                  </a:lnTo>
                  <a:lnTo>
                    <a:pt x="41311" y="73193"/>
                  </a:lnTo>
                  <a:lnTo>
                    <a:pt x="39365" y="77534"/>
                  </a:lnTo>
                  <a:lnTo>
                    <a:pt x="37569" y="82024"/>
                  </a:lnTo>
                  <a:lnTo>
                    <a:pt x="36222" y="86664"/>
                  </a:lnTo>
                  <a:lnTo>
                    <a:pt x="26343" y="81575"/>
                  </a:lnTo>
                  <a:lnTo>
                    <a:pt x="26643" y="80527"/>
                  </a:lnTo>
                  <a:lnTo>
                    <a:pt x="27990" y="76635"/>
                  </a:lnTo>
                  <a:lnTo>
                    <a:pt x="29487" y="73043"/>
                  </a:lnTo>
                  <a:lnTo>
                    <a:pt x="31133" y="69301"/>
                  </a:lnTo>
                  <a:lnTo>
                    <a:pt x="32929" y="65859"/>
                  </a:lnTo>
                  <a:close/>
                  <a:moveTo>
                    <a:pt x="176471" y="65859"/>
                  </a:moveTo>
                  <a:lnTo>
                    <a:pt x="178417" y="69601"/>
                  </a:lnTo>
                  <a:lnTo>
                    <a:pt x="180213" y="73492"/>
                  </a:lnTo>
                  <a:lnTo>
                    <a:pt x="181710" y="77534"/>
                  </a:lnTo>
                  <a:lnTo>
                    <a:pt x="183057" y="81575"/>
                  </a:lnTo>
                  <a:lnTo>
                    <a:pt x="173178" y="86814"/>
                  </a:lnTo>
                  <a:lnTo>
                    <a:pt x="171831" y="82024"/>
                  </a:lnTo>
                  <a:lnTo>
                    <a:pt x="170035" y="77534"/>
                  </a:lnTo>
                  <a:lnTo>
                    <a:pt x="168089" y="73193"/>
                  </a:lnTo>
                  <a:lnTo>
                    <a:pt x="165694" y="68852"/>
                  </a:lnTo>
                  <a:lnTo>
                    <a:pt x="176471" y="65859"/>
                  </a:lnTo>
                  <a:close/>
                  <a:moveTo>
                    <a:pt x="38168" y="88909"/>
                  </a:moveTo>
                  <a:lnTo>
                    <a:pt x="39216" y="89358"/>
                  </a:lnTo>
                  <a:lnTo>
                    <a:pt x="38168" y="89358"/>
                  </a:lnTo>
                  <a:lnTo>
                    <a:pt x="38168" y="88909"/>
                  </a:lnTo>
                  <a:close/>
                  <a:moveTo>
                    <a:pt x="171232" y="88909"/>
                  </a:moveTo>
                  <a:lnTo>
                    <a:pt x="171232" y="89358"/>
                  </a:lnTo>
                  <a:lnTo>
                    <a:pt x="170334" y="89358"/>
                  </a:lnTo>
                  <a:lnTo>
                    <a:pt x="171232" y="88909"/>
                  </a:lnTo>
                  <a:close/>
                  <a:moveTo>
                    <a:pt x="26194" y="82623"/>
                  </a:moveTo>
                  <a:lnTo>
                    <a:pt x="26942" y="83072"/>
                  </a:lnTo>
                  <a:lnTo>
                    <a:pt x="26643" y="84568"/>
                  </a:lnTo>
                  <a:lnTo>
                    <a:pt x="26493" y="85466"/>
                  </a:lnTo>
                  <a:lnTo>
                    <a:pt x="26343" y="86365"/>
                  </a:lnTo>
                  <a:lnTo>
                    <a:pt x="26493" y="86365"/>
                  </a:lnTo>
                  <a:lnTo>
                    <a:pt x="26942" y="84419"/>
                  </a:lnTo>
                  <a:lnTo>
                    <a:pt x="27241" y="83221"/>
                  </a:lnTo>
                  <a:lnTo>
                    <a:pt x="27990" y="83670"/>
                  </a:lnTo>
                  <a:lnTo>
                    <a:pt x="27840" y="85017"/>
                  </a:lnTo>
                  <a:lnTo>
                    <a:pt x="27690" y="85916"/>
                  </a:lnTo>
                  <a:lnTo>
                    <a:pt x="27541" y="86814"/>
                  </a:lnTo>
                  <a:lnTo>
                    <a:pt x="27541" y="86963"/>
                  </a:lnTo>
                  <a:lnTo>
                    <a:pt x="27690" y="86963"/>
                  </a:lnTo>
                  <a:lnTo>
                    <a:pt x="27990" y="85916"/>
                  </a:lnTo>
                  <a:lnTo>
                    <a:pt x="28140" y="85017"/>
                  </a:lnTo>
                  <a:lnTo>
                    <a:pt x="28289" y="83670"/>
                  </a:lnTo>
                  <a:lnTo>
                    <a:pt x="29038" y="84119"/>
                  </a:lnTo>
                  <a:lnTo>
                    <a:pt x="28738" y="85466"/>
                  </a:lnTo>
                  <a:lnTo>
                    <a:pt x="28738" y="86215"/>
                  </a:lnTo>
                  <a:lnTo>
                    <a:pt x="28738" y="86963"/>
                  </a:lnTo>
                  <a:lnTo>
                    <a:pt x="28888" y="86963"/>
                  </a:lnTo>
                  <a:lnTo>
                    <a:pt x="29187" y="85167"/>
                  </a:lnTo>
                  <a:lnTo>
                    <a:pt x="29337" y="84269"/>
                  </a:lnTo>
                  <a:lnTo>
                    <a:pt x="30385" y="84868"/>
                  </a:lnTo>
                  <a:lnTo>
                    <a:pt x="30085" y="86215"/>
                  </a:lnTo>
                  <a:lnTo>
                    <a:pt x="30085" y="87562"/>
                  </a:lnTo>
                  <a:lnTo>
                    <a:pt x="30385" y="86814"/>
                  </a:lnTo>
                  <a:lnTo>
                    <a:pt x="30534" y="85766"/>
                  </a:lnTo>
                  <a:lnTo>
                    <a:pt x="30684" y="85017"/>
                  </a:lnTo>
                  <a:lnTo>
                    <a:pt x="31432" y="85317"/>
                  </a:lnTo>
                  <a:lnTo>
                    <a:pt x="31283" y="86365"/>
                  </a:lnTo>
                  <a:lnTo>
                    <a:pt x="31133" y="87113"/>
                  </a:lnTo>
                  <a:lnTo>
                    <a:pt x="31133" y="87861"/>
                  </a:lnTo>
                  <a:lnTo>
                    <a:pt x="31283" y="87861"/>
                  </a:lnTo>
                  <a:lnTo>
                    <a:pt x="31582" y="85916"/>
                  </a:lnTo>
                  <a:lnTo>
                    <a:pt x="31732" y="85466"/>
                  </a:lnTo>
                  <a:lnTo>
                    <a:pt x="32480" y="85916"/>
                  </a:lnTo>
                  <a:lnTo>
                    <a:pt x="32331" y="86215"/>
                  </a:lnTo>
                  <a:lnTo>
                    <a:pt x="32181" y="87113"/>
                  </a:lnTo>
                  <a:lnTo>
                    <a:pt x="32181" y="88011"/>
                  </a:lnTo>
                  <a:lnTo>
                    <a:pt x="32331" y="88011"/>
                  </a:lnTo>
                  <a:lnTo>
                    <a:pt x="32480" y="86814"/>
                  </a:lnTo>
                  <a:lnTo>
                    <a:pt x="32630" y="86065"/>
                  </a:lnTo>
                  <a:lnTo>
                    <a:pt x="33378" y="86365"/>
                  </a:lnTo>
                  <a:lnTo>
                    <a:pt x="33229" y="87263"/>
                  </a:lnTo>
                  <a:lnTo>
                    <a:pt x="33229" y="88161"/>
                  </a:lnTo>
                  <a:lnTo>
                    <a:pt x="33528" y="87412"/>
                  </a:lnTo>
                  <a:lnTo>
                    <a:pt x="33678" y="86514"/>
                  </a:lnTo>
                  <a:lnTo>
                    <a:pt x="34426" y="86814"/>
                  </a:lnTo>
                  <a:lnTo>
                    <a:pt x="34276" y="87263"/>
                  </a:lnTo>
                  <a:lnTo>
                    <a:pt x="34276" y="87712"/>
                  </a:lnTo>
                  <a:lnTo>
                    <a:pt x="34276" y="88310"/>
                  </a:lnTo>
                  <a:lnTo>
                    <a:pt x="34576" y="87263"/>
                  </a:lnTo>
                  <a:lnTo>
                    <a:pt x="34576" y="86963"/>
                  </a:lnTo>
                  <a:lnTo>
                    <a:pt x="35324" y="87263"/>
                  </a:lnTo>
                  <a:lnTo>
                    <a:pt x="35174" y="88610"/>
                  </a:lnTo>
                  <a:lnTo>
                    <a:pt x="35324" y="88759"/>
                  </a:lnTo>
                  <a:lnTo>
                    <a:pt x="35324" y="88610"/>
                  </a:lnTo>
                  <a:lnTo>
                    <a:pt x="35474" y="87412"/>
                  </a:lnTo>
                  <a:lnTo>
                    <a:pt x="35923" y="87712"/>
                  </a:lnTo>
                  <a:lnTo>
                    <a:pt x="36072" y="87712"/>
                  </a:lnTo>
                  <a:lnTo>
                    <a:pt x="36072" y="88011"/>
                  </a:lnTo>
                  <a:lnTo>
                    <a:pt x="36222" y="88909"/>
                  </a:lnTo>
                  <a:lnTo>
                    <a:pt x="36372" y="88161"/>
                  </a:lnTo>
                  <a:lnTo>
                    <a:pt x="36372" y="87861"/>
                  </a:lnTo>
                  <a:lnTo>
                    <a:pt x="36821" y="88161"/>
                  </a:lnTo>
                  <a:lnTo>
                    <a:pt x="36971" y="88310"/>
                  </a:lnTo>
                  <a:lnTo>
                    <a:pt x="37120" y="89059"/>
                  </a:lnTo>
                  <a:lnTo>
                    <a:pt x="37270" y="88310"/>
                  </a:lnTo>
                  <a:lnTo>
                    <a:pt x="38018" y="88759"/>
                  </a:lnTo>
                  <a:lnTo>
                    <a:pt x="38018" y="89358"/>
                  </a:lnTo>
                  <a:lnTo>
                    <a:pt x="36522" y="89508"/>
                  </a:lnTo>
                  <a:lnTo>
                    <a:pt x="35474" y="89508"/>
                  </a:lnTo>
                  <a:lnTo>
                    <a:pt x="24398" y="90107"/>
                  </a:lnTo>
                  <a:lnTo>
                    <a:pt x="24398" y="90107"/>
                  </a:lnTo>
                  <a:lnTo>
                    <a:pt x="25146" y="86065"/>
                  </a:lnTo>
                  <a:lnTo>
                    <a:pt x="25296" y="86065"/>
                  </a:lnTo>
                  <a:lnTo>
                    <a:pt x="25745" y="84269"/>
                  </a:lnTo>
                  <a:lnTo>
                    <a:pt x="26044" y="83521"/>
                  </a:lnTo>
                  <a:lnTo>
                    <a:pt x="26194" y="82623"/>
                  </a:lnTo>
                  <a:close/>
                  <a:moveTo>
                    <a:pt x="183356" y="82623"/>
                  </a:moveTo>
                  <a:lnTo>
                    <a:pt x="183506" y="83521"/>
                  </a:lnTo>
                  <a:lnTo>
                    <a:pt x="183655" y="84269"/>
                  </a:lnTo>
                  <a:lnTo>
                    <a:pt x="184104" y="86065"/>
                  </a:lnTo>
                  <a:lnTo>
                    <a:pt x="184254" y="86065"/>
                  </a:lnTo>
                  <a:lnTo>
                    <a:pt x="185002" y="90107"/>
                  </a:lnTo>
                  <a:lnTo>
                    <a:pt x="185002" y="90107"/>
                  </a:lnTo>
                  <a:lnTo>
                    <a:pt x="173926" y="89508"/>
                  </a:lnTo>
                  <a:lnTo>
                    <a:pt x="172878" y="89508"/>
                  </a:lnTo>
                  <a:lnTo>
                    <a:pt x="171382" y="89358"/>
                  </a:lnTo>
                  <a:lnTo>
                    <a:pt x="171531" y="88759"/>
                  </a:lnTo>
                  <a:lnTo>
                    <a:pt x="172130" y="88310"/>
                  </a:lnTo>
                  <a:lnTo>
                    <a:pt x="172280" y="89059"/>
                  </a:lnTo>
                  <a:lnTo>
                    <a:pt x="172429" y="89059"/>
                  </a:lnTo>
                  <a:lnTo>
                    <a:pt x="172429" y="88310"/>
                  </a:lnTo>
                  <a:lnTo>
                    <a:pt x="172579" y="88161"/>
                  </a:lnTo>
                  <a:lnTo>
                    <a:pt x="173028" y="87861"/>
                  </a:lnTo>
                  <a:lnTo>
                    <a:pt x="173028" y="88161"/>
                  </a:lnTo>
                  <a:lnTo>
                    <a:pt x="173178" y="88909"/>
                  </a:lnTo>
                  <a:lnTo>
                    <a:pt x="173178" y="89059"/>
                  </a:lnTo>
                  <a:lnTo>
                    <a:pt x="173328" y="88909"/>
                  </a:lnTo>
                  <a:lnTo>
                    <a:pt x="173328" y="88011"/>
                  </a:lnTo>
                  <a:lnTo>
                    <a:pt x="173328" y="87712"/>
                  </a:lnTo>
                  <a:lnTo>
                    <a:pt x="173477" y="87712"/>
                  </a:lnTo>
                  <a:lnTo>
                    <a:pt x="173926" y="87412"/>
                  </a:lnTo>
                  <a:lnTo>
                    <a:pt x="174076" y="88610"/>
                  </a:lnTo>
                  <a:lnTo>
                    <a:pt x="174226" y="88759"/>
                  </a:lnTo>
                  <a:lnTo>
                    <a:pt x="174226" y="88610"/>
                  </a:lnTo>
                  <a:lnTo>
                    <a:pt x="174226" y="87263"/>
                  </a:lnTo>
                  <a:lnTo>
                    <a:pt x="174824" y="86963"/>
                  </a:lnTo>
                  <a:lnTo>
                    <a:pt x="174824" y="87263"/>
                  </a:lnTo>
                  <a:lnTo>
                    <a:pt x="175124" y="88310"/>
                  </a:lnTo>
                  <a:lnTo>
                    <a:pt x="175273" y="87712"/>
                  </a:lnTo>
                  <a:lnTo>
                    <a:pt x="175124" y="87263"/>
                  </a:lnTo>
                  <a:lnTo>
                    <a:pt x="175124" y="86814"/>
                  </a:lnTo>
                  <a:lnTo>
                    <a:pt x="175722" y="86514"/>
                  </a:lnTo>
                  <a:lnTo>
                    <a:pt x="175872" y="87412"/>
                  </a:lnTo>
                  <a:lnTo>
                    <a:pt x="176171" y="88161"/>
                  </a:lnTo>
                  <a:lnTo>
                    <a:pt x="176171" y="87263"/>
                  </a:lnTo>
                  <a:lnTo>
                    <a:pt x="176022" y="86365"/>
                  </a:lnTo>
                  <a:lnTo>
                    <a:pt x="176770" y="86065"/>
                  </a:lnTo>
                  <a:lnTo>
                    <a:pt x="176920" y="86814"/>
                  </a:lnTo>
                  <a:lnTo>
                    <a:pt x="177069" y="88011"/>
                  </a:lnTo>
                  <a:lnTo>
                    <a:pt x="177219" y="88011"/>
                  </a:lnTo>
                  <a:lnTo>
                    <a:pt x="177219" y="87113"/>
                  </a:lnTo>
                  <a:lnTo>
                    <a:pt x="177069" y="86215"/>
                  </a:lnTo>
                  <a:lnTo>
                    <a:pt x="177069" y="85916"/>
                  </a:lnTo>
                  <a:lnTo>
                    <a:pt x="177668" y="85466"/>
                  </a:lnTo>
                  <a:lnTo>
                    <a:pt x="177818" y="85916"/>
                  </a:lnTo>
                  <a:lnTo>
                    <a:pt x="178267" y="87861"/>
                  </a:lnTo>
                  <a:lnTo>
                    <a:pt x="178267" y="87113"/>
                  </a:lnTo>
                  <a:lnTo>
                    <a:pt x="178117" y="86365"/>
                  </a:lnTo>
                  <a:lnTo>
                    <a:pt x="177968" y="85317"/>
                  </a:lnTo>
                  <a:lnTo>
                    <a:pt x="178716" y="85017"/>
                  </a:lnTo>
                  <a:lnTo>
                    <a:pt x="178866" y="85766"/>
                  </a:lnTo>
                  <a:lnTo>
                    <a:pt x="179015" y="86814"/>
                  </a:lnTo>
                  <a:lnTo>
                    <a:pt x="179315" y="87562"/>
                  </a:lnTo>
                  <a:lnTo>
                    <a:pt x="179315" y="86215"/>
                  </a:lnTo>
                  <a:lnTo>
                    <a:pt x="179015" y="84868"/>
                  </a:lnTo>
                  <a:lnTo>
                    <a:pt x="180063" y="84269"/>
                  </a:lnTo>
                  <a:lnTo>
                    <a:pt x="180362" y="85167"/>
                  </a:lnTo>
                  <a:lnTo>
                    <a:pt x="180512" y="86963"/>
                  </a:lnTo>
                  <a:lnTo>
                    <a:pt x="180662" y="86963"/>
                  </a:lnTo>
                  <a:lnTo>
                    <a:pt x="180662" y="86215"/>
                  </a:lnTo>
                  <a:lnTo>
                    <a:pt x="180662" y="85466"/>
                  </a:lnTo>
                  <a:lnTo>
                    <a:pt x="180362" y="84119"/>
                  </a:lnTo>
                  <a:lnTo>
                    <a:pt x="181111" y="83670"/>
                  </a:lnTo>
                  <a:lnTo>
                    <a:pt x="181410" y="85017"/>
                  </a:lnTo>
                  <a:lnTo>
                    <a:pt x="181560" y="85916"/>
                  </a:lnTo>
                  <a:lnTo>
                    <a:pt x="181859" y="86963"/>
                  </a:lnTo>
                  <a:lnTo>
                    <a:pt x="181859" y="86814"/>
                  </a:lnTo>
                  <a:lnTo>
                    <a:pt x="181859" y="85916"/>
                  </a:lnTo>
                  <a:lnTo>
                    <a:pt x="181710" y="85017"/>
                  </a:lnTo>
                  <a:lnTo>
                    <a:pt x="181410" y="83670"/>
                  </a:lnTo>
                  <a:lnTo>
                    <a:pt x="182308" y="83221"/>
                  </a:lnTo>
                  <a:lnTo>
                    <a:pt x="182458" y="84419"/>
                  </a:lnTo>
                  <a:lnTo>
                    <a:pt x="182907" y="86365"/>
                  </a:lnTo>
                  <a:lnTo>
                    <a:pt x="183057" y="86365"/>
                  </a:lnTo>
                  <a:lnTo>
                    <a:pt x="183057" y="85466"/>
                  </a:lnTo>
                  <a:lnTo>
                    <a:pt x="182907" y="84568"/>
                  </a:lnTo>
                  <a:lnTo>
                    <a:pt x="182608" y="83072"/>
                  </a:lnTo>
                  <a:lnTo>
                    <a:pt x="183356" y="82623"/>
                  </a:lnTo>
                  <a:close/>
                  <a:moveTo>
                    <a:pt x="50891" y="51340"/>
                  </a:moveTo>
                  <a:lnTo>
                    <a:pt x="54932" y="54333"/>
                  </a:lnTo>
                  <a:lnTo>
                    <a:pt x="55680" y="54932"/>
                  </a:lnTo>
                  <a:lnTo>
                    <a:pt x="68852" y="64661"/>
                  </a:lnTo>
                  <a:lnTo>
                    <a:pt x="70199" y="65709"/>
                  </a:lnTo>
                  <a:lnTo>
                    <a:pt x="75887" y="69900"/>
                  </a:lnTo>
                  <a:lnTo>
                    <a:pt x="77084" y="70798"/>
                  </a:lnTo>
                  <a:lnTo>
                    <a:pt x="92052" y="81874"/>
                  </a:lnTo>
                  <a:lnTo>
                    <a:pt x="90855" y="90705"/>
                  </a:lnTo>
                  <a:lnTo>
                    <a:pt x="88460" y="91154"/>
                  </a:lnTo>
                  <a:lnTo>
                    <a:pt x="89059" y="90406"/>
                  </a:lnTo>
                  <a:lnTo>
                    <a:pt x="89657" y="89807"/>
                  </a:lnTo>
                  <a:lnTo>
                    <a:pt x="89657" y="89657"/>
                  </a:lnTo>
                  <a:lnTo>
                    <a:pt x="89508" y="89657"/>
                  </a:lnTo>
                  <a:lnTo>
                    <a:pt x="88610" y="90406"/>
                  </a:lnTo>
                  <a:lnTo>
                    <a:pt x="87861" y="91154"/>
                  </a:lnTo>
                  <a:lnTo>
                    <a:pt x="84269" y="91753"/>
                  </a:lnTo>
                  <a:lnTo>
                    <a:pt x="85766" y="90406"/>
                  </a:lnTo>
                  <a:lnTo>
                    <a:pt x="86963" y="89059"/>
                  </a:lnTo>
                  <a:lnTo>
                    <a:pt x="87562" y="88460"/>
                  </a:lnTo>
                  <a:lnTo>
                    <a:pt x="88011" y="87861"/>
                  </a:lnTo>
                  <a:lnTo>
                    <a:pt x="88011" y="87712"/>
                  </a:lnTo>
                  <a:lnTo>
                    <a:pt x="87262" y="88310"/>
                  </a:lnTo>
                  <a:lnTo>
                    <a:pt x="86664" y="88909"/>
                  </a:lnTo>
                  <a:lnTo>
                    <a:pt x="85466" y="90107"/>
                  </a:lnTo>
                  <a:lnTo>
                    <a:pt x="83820" y="91753"/>
                  </a:lnTo>
                  <a:lnTo>
                    <a:pt x="81724" y="92052"/>
                  </a:lnTo>
                  <a:lnTo>
                    <a:pt x="70499" y="77384"/>
                  </a:lnTo>
                  <a:lnTo>
                    <a:pt x="69600" y="76186"/>
                  </a:lnTo>
                  <a:lnTo>
                    <a:pt x="65409" y="70499"/>
                  </a:lnTo>
                  <a:lnTo>
                    <a:pt x="64362" y="69152"/>
                  </a:lnTo>
                  <a:lnTo>
                    <a:pt x="54483" y="56279"/>
                  </a:lnTo>
                  <a:lnTo>
                    <a:pt x="53884" y="55381"/>
                  </a:lnTo>
                  <a:lnTo>
                    <a:pt x="50891" y="51340"/>
                  </a:lnTo>
                  <a:close/>
                  <a:moveTo>
                    <a:pt x="157462" y="50591"/>
                  </a:moveTo>
                  <a:lnTo>
                    <a:pt x="154468" y="54483"/>
                  </a:lnTo>
                  <a:lnTo>
                    <a:pt x="154019" y="55231"/>
                  </a:lnTo>
                  <a:lnTo>
                    <a:pt x="144290" y="68253"/>
                  </a:lnTo>
                  <a:lnTo>
                    <a:pt x="143242" y="69750"/>
                  </a:lnTo>
                  <a:lnTo>
                    <a:pt x="139051" y="75438"/>
                  </a:lnTo>
                  <a:lnTo>
                    <a:pt x="138153" y="76635"/>
                  </a:lnTo>
                  <a:lnTo>
                    <a:pt x="126778" y="92052"/>
                  </a:lnTo>
                  <a:lnTo>
                    <a:pt x="118695" y="91005"/>
                  </a:lnTo>
                  <a:lnTo>
                    <a:pt x="118396" y="88759"/>
                  </a:lnTo>
                  <a:lnTo>
                    <a:pt x="118396" y="88759"/>
                  </a:lnTo>
                  <a:lnTo>
                    <a:pt x="119144" y="89358"/>
                  </a:lnTo>
                  <a:lnTo>
                    <a:pt x="119144" y="89208"/>
                  </a:lnTo>
                  <a:lnTo>
                    <a:pt x="118246" y="88161"/>
                  </a:lnTo>
                  <a:lnTo>
                    <a:pt x="117797" y="84718"/>
                  </a:lnTo>
                  <a:lnTo>
                    <a:pt x="118545" y="85466"/>
                  </a:lnTo>
                  <a:lnTo>
                    <a:pt x="119743" y="86664"/>
                  </a:lnTo>
                  <a:lnTo>
                    <a:pt x="120341" y="87263"/>
                  </a:lnTo>
                  <a:lnTo>
                    <a:pt x="120940" y="87712"/>
                  </a:lnTo>
                  <a:lnTo>
                    <a:pt x="121090" y="87712"/>
                  </a:lnTo>
                  <a:lnTo>
                    <a:pt x="120641" y="86963"/>
                  </a:lnTo>
                  <a:lnTo>
                    <a:pt x="120042" y="86365"/>
                  </a:lnTo>
                  <a:lnTo>
                    <a:pt x="118695" y="85167"/>
                  </a:lnTo>
                  <a:lnTo>
                    <a:pt x="117647" y="84119"/>
                  </a:lnTo>
                  <a:lnTo>
                    <a:pt x="117198" y="80976"/>
                  </a:lnTo>
                  <a:lnTo>
                    <a:pt x="131567" y="70199"/>
                  </a:lnTo>
                  <a:lnTo>
                    <a:pt x="132765" y="69301"/>
                  </a:lnTo>
                  <a:lnTo>
                    <a:pt x="138452" y="64961"/>
                  </a:lnTo>
                  <a:lnTo>
                    <a:pt x="139800" y="63913"/>
                  </a:lnTo>
                  <a:lnTo>
                    <a:pt x="152672" y="54184"/>
                  </a:lnTo>
                  <a:lnTo>
                    <a:pt x="153570" y="53585"/>
                  </a:lnTo>
                  <a:lnTo>
                    <a:pt x="157462" y="50591"/>
                  </a:lnTo>
                  <a:close/>
                  <a:moveTo>
                    <a:pt x="149379" y="77833"/>
                  </a:moveTo>
                  <a:lnTo>
                    <a:pt x="151175" y="81275"/>
                  </a:lnTo>
                  <a:lnTo>
                    <a:pt x="152822" y="84868"/>
                  </a:lnTo>
                  <a:lnTo>
                    <a:pt x="154169" y="88460"/>
                  </a:lnTo>
                  <a:lnTo>
                    <a:pt x="155366" y="92352"/>
                  </a:lnTo>
                  <a:lnTo>
                    <a:pt x="148481" y="93100"/>
                  </a:lnTo>
                  <a:lnTo>
                    <a:pt x="147583" y="90107"/>
                  </a:lnTo>
                  <a:lnTo>
                    <a:pt x="146385" y="87263"/>
                  </a:lnTo>
                  <a:lnTo>
                    <a:pt x="145038" y="84419"/>
                  </a:lnTo>
                  <a:lnTo>
                    <a:pt x="143542" y="81575"/>
                  </a:lnTo>
                  <a:lnTo>
                    <a:pt x="149379" y="77833"/>
                  </a:lnTo>
                  <a:close/>
                  <a:moveTo>
                    <a:pt x="60620" y="76935"/>
                  </a:moveTo>
                  <a:lnTo>
                    <a:pt x="66457" y="80527"/>
                  </a:lnTo>
                  <a:lnTo>
                    <a:pt x="64661" y="83521"/>
                  </a:lnTo>
                  <a:lnTo>
                    <a:pt x="63164" y="86664"/>
                  </a:lnTo>
                  <a:lnTo>
                    <a:pt x="61967" y="89957"/>
                  </a:lnTo>
                  <a:lnTo>
                    <a:pt x="60919" y="93399"/>
                  </a:lnTo>
                  <a:lnTo>
                    <a:pt x="54184" y="91903"/>
                  </a:lnTo>
                  <a:lnTo>
                    <a:pt x="55381" y="88011"/>
                  </a:lnTo>
                  <a:lnTo>
                    <a:pt x="56878" y="84119"/>
                  </a:lnTo>
                  <a:lnTo>
                    <a:pt x="58524" y="80527"/>
                  </a:lnTo>
                  <a:lnTo>
                    <a:pt x="60620" y="76935"/>
                  </a:lnTo>
                  <a:close/>
                  <a:moveTo>
                    <a:pt x="139051" y="77683"/>
                  </a:moveTo>
                  <a:lnTo>
                    <a:pt x="140398" y="79479"/>
                  </a:lnTo>
                  <a:lnTo>
                    <a:pt x="141745" y="81575"/>
                  </a:lnTo>
                  <a:lnTo>
                    <a:pt x="142943" y="83521"/>
                  </a:lnTo>
                  <a:lnTo>
                    <a:pt x="144140" y="85766"/>
                  </a:lnTo>
                  <a:lnTo>
                    <a:pt x="145038" y="87861"/>
                  </a:lnTo>
                  <a:lnTo>
                    <a:pt x="145936" y="90256"/>
                  </a:lnTo>
                  <a:lnTo>
                    <a:pt x="146685" y="92501"/>
                  </a:lnTo>
                  <a:lnTo>
                    <a:pt x="147283" y="94896"/>
                  </a:lnTo>
                  <a:lnTo>
                    <a:pt x="128274" y="92202"/>
                  </a:lnTo>
                  <a:lnTo>
                    <a:pt x="139051" y="77683"/>
                  </a:lnTo>
                  <a:close/>
                  <a:moveTo>
                    <a:pt x="69750" y="78432"/>
                  </a:moveTo>
                  <a:lnTo>
                    <a:pt x="80377" y="92352"/>
                  </a:lnTo>
                  <a:lnTo>
                    <a:pt x="61967" y="95046"/>
                  </a:lnTo>
                  <a:lnTo>
                    <a:pt x="61967" y="95046"/>
                  </a:lnTo>
                  <a:lnTo>
                    <a:pt x="62566" y="92801"/>
                  </a:lnTo>
                  <a:lnTo>
                    <a:pt x="63314" y="90556"/>
                  </a:lnTo>
                  <a:lnTo>
                    <a:pt x="64062" y="88460"/>
                  </a:lnTo>
                  <a:lnTo>
                    <a:pt x="64960" y="86215"/>
                  </a:lnTo>
                  <a:lnTo>
                    <a:pt x="66008" y="84119"/>
                  </a:lnTo>
                  <a:lnTo>
                    <a:pt x="67206" y="82174"/>
                  </a:lnTo>
                  <a:lnTo>
                    <a:pt x="68403" y="80228"/>
                  </a:lnTo>
                  <a:lnTo>
                    <a:pt x="69750" y="78432"/>
                  </a:lnTo>
                  <a:close/>
                  <a:moveTo>
                    <a:pt x="155516" y="93250"/>
                  </a:moveTo>
                  <a:lnTo>
                    <a:pt x="156115" y="96094"/>
                  </a:lnTo>
                  <a:lnTo>
                    <a:pt x="148930" y="95046"/>
                  </a:lnTo>
                  <a:lnTo>
                    <a:pt x="148631" y="94148"/>
                  </a:lnTo>
                  <a:lnTo>
                    <a:pt x="155516" y="93250"/>
                  </a:lnTo>
                  <a:close/>
                  <a:moveTo>
                    <a:pt x="53884" y="92950"/>
                  </a:moveTo>
                  <a:lnTo>
                    <a:pt x="60620" y="94447"/>
                  </a:lnTo>
                  <a:lnTo>
                    <a:pt x="60470" y="95345"/>
                  </a:lnTo>
                  <a:lnTo>
                    <a:pt x="53285" y="96393"/>
                  </a:lnTo>
                  <a:lnTo>
                    <a:pt x="53884" y="92950"/>
                  </a:lnTo>
                  <a:close/>
                  <a:moveTo>
                    <a:pt x="154767" y="56129"/>
                  </a:moveTo>
                  <a:lnTo>
                    <a:pt x="157013" y="58524"/>
                  </a:lnTo>
                  <a:lnTo>
                    <a:pt x="159108" y="61069"/>
                  </a:lnTo>
                  <a:lnTo>
                    <a:pt x="161054" y="63613"/>
                  </a:lnTo>
                  <a:lnTo>
                    <a:pt x="163000" y="66308"/>
                  </a:lnTo>
                  <a:lnTo>
                    <a:pt x="158509" y="70948"/>
                  </a:lnTo>
                  <a:lnTo>
                    <a:pt x="164796" y="69152"/>
                  </a:lnTo>
                  <a:lnTo>
                    <a:pt x="167041" y="73492"/>
                  </a:lnTo>
                  <a:lnTo>
                    <a:pt x="169137" y="77833"/>
                  </a:lnTo>
                  <a:lnTo>
                    <a:pt x="170933" y="82473"/>
                  </a:lnTo>
                  <a:lnTo>
                    <a:pt x="172280" y="87263"/>
                  </a:lnTo>
                  <a:lnTo>
                    <a:pt x="166592" y="90107"/>
                  </a:lnTo>
                  <a:lnTo>
                    <a:pt x="173028" y="90406"/>
                  </a:lnTo>
                  <a:lnTo>
                    <a:pt x="173777" y="94447"/>
                  </a:lnTo>
                  <a:lnTo>
                    <a:pt x="174226" y="98638"/>
                  </a:lnTo>
                  <a:lnTo>
                    <a:pt x="157911" y="96393"/>
                  </a:lnTo>
                  <a:lnTo>
                    <a:pt x="157312" y="93100"/>
                  </a:lnTo>
                  <a:lnTo>
                    <a:pt x="161204" y="92651"/>
                  </a:lnTo>
                  <a:lnTo>
                    <a:pt x="161653" y="93250"/>
                  </a:lnTo>
                  <a:lnTo>
                    <a:pt x="162401" y="93699"/>
                  </a:lnTo>
                  <a:lnTo>
                    <a:pt x="163299" y="93848"/>
                  </a:lnTo>
                  <a:lnTo>
                    <a:pt x="164047" y="93549"/>
                  </a:lnTo>
                  <a:lnTo>
                    <a:pt x="164497" y="93399"/>
                  </a:lnTo>
                  <a:lnTo>
                    <a:pt x="164796" y="93100"/>
                  </a:lnTo>
                  <a:lnTo>
                    <a:pt x="165245" y="92352"/>
                  </a:lnTo>
                  <a:lnTo>
                    <a:pt x="165395" y="91603"/>
                  </a:lnTo>
                  <a:lnTo>
                    <a:pt x="165245" y="91154"/>
                  </a:lnTo>
                  <a:lnTo>
                    <a:pt x="165095" y="90705"/>
                  </a:lnTo>
                  <a:lnTo>
                    <a:pt x="164946" y="90256"/>
                  </a:lnTo>
                  <a:lnTo>
                    <a:pt x="164646" y="89957"/>
                  </a:lnTo>
                  <a:lnTo>
                    <a:pt x="163898" y="89508"/>
                  </a:lnTo>
                  <a:lnTo>
                    <a:pt x="163000" y="89358"/>
                  </a:lnTo>
                  <a:lnTo>
                    <a:pt x="162700" y="89508"/>
                  </a:lnTo>
                  <a:lnTo>
                    <a:pt x="162251" y="89657"/>
                  </a:lnTo>
                  <a:lnTo>
                    <a:pt x="161653" y="89957"/>
                  </a:lnTo>
                  <a:lnTo>
                    <a:pt x="161353" y="90406"/>
                  </a:lnTo>
                  <a:lnTo>
                    <a:pt x="161054" y="91005"/>
                  </a:lnTo>
                  <a:lnTo>
                    <a:pt x="160904" y="91603"/>
                  </a:lnTo>
                  <a:lnTo>
                    <a:pt x="157013" y="92052"/>
                  </a:lnTo>
                  <a:lnTo>
                    <a:pt x="155965" y="88161"/>
                  </a:lnTo>
                  <a:lnTo>
                    <a:pt x="154468" y="84269"/>
                  </a:lnTo>
                  <a:lnTo>
                    <a:pt x="152822" y="80527"/>
                  </a:lnTo>
                  <a:lnTo>
                    <a:pt x="150876" y="76935"/>
                  </a:lnTo>
                  <a:lnTo>
                    <a:pt x="154169" y="74690"/>
                  </a:lnTo>
                  <a:lnTo>
                    <a:pt x="154917" y="75139"/>
                  </a:lnTo>
                  <a:lnTo>
                    <a:pt x="155665" y="75288"/>
                  </a:lnTo>
                  <a:lnTo>
                    <a:pt x="156564" y="74989"/>
                  </a:lnTo>
                  <a:lnTo>
                    <a:pt x="157312" y="74540"/>
                  </a:lnTo>
                  <a:lnTo>
                    <a:pt x="157611" y="74241"/>
                  </a:lnTo>
                  <a:lnTo>
                    <a:pt x="157761" y="73941"/>
                  </a:lnTo>
                  <a:lnTo>
                    <a:pt x="157911" y="73043"/>
                  </a:lnTo>
                  <a:lnTo>
                    <a:pt x="157761" y="72295"/>
                  </a:lnTo>
                  <a:lnTo>
                    <a:pt x="157611" y="71846"/>
                  </a:lnTo>
                  <a:lnTo>
                    <a:pt x="157312" y="71546"/>
                  </a:lnTo>
                  <a:lnTo>
                    <a:pt x="157013" y="71247"/>
                  </a:lnTo>
                  <a:lnTo>
                    <a:pt x="156564" y="70948"/>
                  </a:lnTo>
                  <a:lnTo>
                    <a:pt x="155815" y="70798"/>
                  </a:lnTo>
                  <a:lnTo>
                    <a:pt x="154917" y="70948"/>
                  </a:lnTo>
                  <a:lnTo>
                    <a:pt x="154468" y="71097"/>
                  </a:lnTo>
                  <a:lnTo>
                    <a:pt x="154169" y="71397"/>
                  </a:lnTo>
                  <a:lnTo>
                    <a:pt x="153720" y="71995"/>
                  </a:lnTo>
                  <a:lnTo>
                    <a:pt x="153570" y="72594"/>
                  </a:lnTo>
                  <a:lnTo>
                    <a:pt x="153570" y="73193"/>
                  </a:lnTo>
                  <a:lnTo>
                    <a:pt x="153720" y="73792"/>
                  </a:lnTo>
                  <a:lnTo>
                    <a:pt x="150277" y="76037"/>
                  </a:lnTo>
                  <a:lnTo>
                    <a:pt x="147882" y="72594"/>
                  </a:lnTo>
                  <a:lnTo>
                    <a:pt x="145188" y="69301"/>
                  </a:lnTo>
                  <a:lnTo>
                    <a:pt x="154767" y="56129"/>
                  </a:lnTo>
                  <a:close/>
                  <a:moveTo>
                    <a:pt x="53735" y="57177"/>
                  </a:moveTo>
                  <a:lnTo>
                    <a:pt x="63464" y="70050"/>
                  </a:lnTo>
                  <a:lnTo>
                    <a:pt x="61518" y="72594"/>
                  </a:lnTo>
                  <a:lnTo>
                    <a:pt x="59722" y="75139"/>
                  </a:lnTo>
                  <a:lnTo>
                    <a:pt x="56429" y="73193"/>
                  </a:lnTo>
                  <a:lnTo>
                    <a:pt x="56578" y="72444"/>
                  </a:lnTo>
                  <a:lnTo>
                    <a:pt x="56279" y="71546"/>
                  </a:lnTo>
                  <a:lnTo>
                    <a:pt x="55830" y="70948"/>
                  </a:lnTo>
                  <a:lnTo>
                    <a:pt x="55082" y="70499"/>
                  </a:lnTo>
                  <a:lnTo>
                    <a:pt x="54633" y="70349"/>
                  </a:lnTo>
                  <a:lnTo>
                    <a:pt x="54184" y="70349"/>
                  </a:lnTo>
                  <a:lnTo>
                    <a:pt x="53435" y="70648"/>
                  </a:lnTo>
                  <a:lnTo>
                    <a:pt x="52687" y="71097"/>
                  </a:lnTo>
                  <a:lnTo>
                    <a:pt x="52537" y="71397"/>
                  </a:lnTo>
                  <a:lnTo>
                    <a:pt x="52238" y="71846"/>
                  </a:lnTo>
                  <a:lnTo>
                    <a:pt x="52238" y="72295"/>
                  </a:lnTo>
                  <a:lnTo>
                    <a:pt x="52238" y="72744"/>
                  </a:lnTo>
                  <a:lnTo>
                    <a:pt x="52387" y="73492"/>
                  </a:lnTo>
                  <a:lnTo>
                    <a:pt x="52836" y="74241"/>
                  </a:lnTo>
                  <a:lnTo>
                    <a:pt x="53285" y="74540"/>
                  </a:lnTo>
                  <a:lnTo>
                    <a:pt x="53585" y="74690"/>
                  </a:lnTo>
                  <a:lnTo>
                    <a:pt x="54333" y="74839"/>
                  </a:lnTo>
                  <a:lnTo>
                    <a:pt x="54932" y="74690"/>
                  </a:lnTo>
                  <a:lnTo>
                    <a:pt x="55531" y="74540"/>
                  </a:lnTo>
                  <a:lnTo>
                    <a:pt x="55980" y="74091"/>
                  </a:lnTo>
                  <a:lnTo>
                    <a:pt x="59123" y="76037"/>
                  </a:lnTo>
                  <a:lnTo>
                    <a:pt x="57027" y="79629"/>
                  </a:lnTo>
                  <a:lnTo>
                    <a:pt x="55231" y="83521"/>
                  </a:lnTo>
                  <a:lnTo>
                    <a:pt x="53585" y="87412"/>
                  </a:lnTo>
                  <a:lnTo>
                    <a:pt x="52387" y="91603"/>
                  </a:lnTo>
                  <a:lnTo>
                    <a:pt x="48645" y="90705"/>
                  </a:lnTo>
                  <a:lnTo>
                    <a:pt x="48496" y="89957"/>
                  </a:lnTo>
                  <a:lnTo>
                    <a:pt x="47897" y="89208"/>
                  </a:lnTo>
                  <a:lnTo>
                    <a:pt x="47298" y="88759"/>
                  </a:lnTo>
                  <a:lnTo>
                    <a:pt x="46400" y="88610"/>
                  </a:lnTo>
                  <a:lnTo>
                    <a:pt x="45951" y="88759"/>
                  </a:lnTo>
                  <a:lnTo>
                    <a:pt x="45652" y="88759"/>
                  </a:lnTo>
                  <a:lnTo>
                    <a:pt x="44904" y="89358"/>
                  </a:lnTo>
                  <a:lnTo>
                    <a:pt x="44454" y="89957"/>
                  </a:lnTo>
                  <a:lnTo>
                    <a:pt x="44305" y="90406"/>
                  </a:lnTo>
                  <a:lnTo>
                    <a:pt x="44155" y="90855"/>
                  </a:lnTo>
                  <a:lnTo>
                    <a:pt x="44305" y="91304"/>
                  </a:lnTo>
                  <a:lnTo>
                    <a:pt x="44454" y="91753"/>
                  </a:lnTo>
                  <a:lnTo>
                    <a:pt x="44904" y="92352"/>
                  </a:lnTo>
                  <a:lnTo>
                    <a:pt x="45502" y="92950"/>
                  </a:lnTo>
                  <a:lnTo>
                    <a:pt x="45951" y="92950"/>
                  </a:lnTo>
                  <a:lnTo>
                    <a:pt x="46400" y="93100"/>
                  </a:lnTo>
                  <a:lnTo>
                    <a:pt x="46999" y="92950"/>
                  </a:lnTo>
                  <a:lnTo>
                    <a:pt x="47598" y="92651"/>
                  </a:lnTo>
                  <a:lnTo>
                    <a:pt x="48047" y="92352"/>
                  </a:lnTo>
                  <a:lnTo>
                    <a:pt x="48496" y="91753"/>
                  </a:lnTo>
                  <a:lnTo>
                    <a:pt x="52238" y="92501"/>
                  </a:lnTo>
                  <a:lnTo>
                    <a:pt x="51789" y="94597"/>
                  </a:lnTo>
                  <a:lnTo>
                    <a:pt x="51340" y="96692"/>
                  </a:lnTo>
                  <a:lnTo>
                    <a:pt x="35025" y="99237"/>
                  </a:lnTo>
                  <a:lnTo>
                    <a:pt x="35623" y="94747"/>
                  </a:lnTo>
                  <a:lnTo>
                    <a:pt x="36372" y="90406"/>
                  </a:lnTo>
                  <a:lnTo>
                    <a:pt x="42808" y="90107"/>
                  </a:lnTo>
                  <a:lnTo>
                    <a:pt x="37120" y="87113"/>
                  </a:lnTo>
                  <a:lnTo>
                    <a:pt x="38467" y="82473"/>
                  </a:lnTo>
                  <a:lnTo>
                    <a:pt x="40263" y="77833"/>
                  </a:lnTo>
                  <a:lnTo>
                    <a:pt x="42359" y="73492"/>
                  </a:lnTo>
                  <a:lnTo>
                    <a:pt x="44604" y="69152"/>
                  </a:lnTo>
                  <a:lnTo>
                    <a:pt x="50891" y="70948"/>
                  </a:lnTo>
                  <a:lnTo>
                    <a:pt x="46400" y="66308"/>
                  </a:lnTo>
                  <a:lnTo>
                    <a:pt x="48047" y="63913"/>
                  </a:lnTo>
                  <a:lnTo>
                    <a:pt x="49843" y="61518"/>
                  </a:lnTo>
                  <a:lnTo>
                    <a:pt x="51789" y="59273"/>
                  </a:lnTo>
                  <a:lnTo>
                    <a:pt x="53735" y="57177"/>
                  </a:lnTo>
                  <a:close/>
                  <a:moveTo>
                    <a:pt x="174076" y="90556"/>
                  </a:moveTo>
                  <a:lnTo>
                    <a:pt x="185302" y="91005"/>
                  </a:lnTo>
                  <a:lnTo>
                    <a:pt x="185901" y="95645"/>
                  </a:lnTo>
                  <a:lnTo>
                    <a:pt x="186200" y="100285"/>
                  </a:lnTo>
                  <a:lnTo>
                    <a:pt x="175273" y="98638"/>
                  </a:lnTo>
                  <a:lnTo>
                    <a:pt x="174824" y="94597"/>
                  </a:lnTo>
                  <a:lnTo>
                    <a:pt x="174076" y="90556"/>
                  </a:lnTo>
                  <a:close/>
                  <a:moveTo>
                    <a:pt x="35324" y="90556"/>
                  </a:moveTo>
                  <a:lnTo>
                    <a:pt x="34576" y="94896"/>
                  </a:lnTo>
                  <a:lnTo>
                    <a:pt x="34127" y="99387"/>
                  </a:lnTo>
                  <a:lnTo>
                    <a:pt x="23050" y="101033"/>
                  </a:lnTo>
                  <a:lnTo>
                    <a:pt x="23500" y="95944"/>
                  </a:lnTo>
                  <a:lnTo>
                    <a:pt x="24098" y="91154"/>
                  </a:lnTo>
                  <a:lnTo>
                    <a:pt x="35324" y="90556"/>
                  </a:lnTo>
                  <a:close/>
                  <a:moveTo>
                    <a:pt x="107319" y="15716"/>
                  </a:moveTo>
                  <a:lnTo>
                    <a:pt x="111660" y="16016"/>
                  </a:lnTo>
                  <a:lnTo>
                    <a:pt x="116001" y="16465"/>
                  </a:lnTo>
                  <a:lnTo>
                    <a:pt x="120192" y="17063"/>
                  </a:lnTo>
                  <a:lnTo>
                    <a:pt x="124383" y="17961"/>
                  </a:lnTo>
                  <a:lnTo>
                    <a:pt x="128424" y="19009"/>
                  </a:lnTo>
                  <a:lnTo>
                    <a:pt x="132465" y="20207"/>
                  </a:lnTo>
                  <a:lnTo>
                    <a:pt x="136507" y="21554"/>
                  </a:lnTo>
                  <a:lnTo>
                    <a:pt x="140249" y="23200"/>
                  </a:lnTo>
                  <a:lnTo>
                    <a:pt x="143991" y="24847"/>
                  </a:lnTo>
                  <a:lnTo>
                    <a:pt x="147733" y="26792"/>
                  </a:lnTo>
                  <a:lnTo>
                    <a:pt x="151325" y="28888"/>
                  </a:lnTo>
                  <a:lnTo>
                    <a:pt x="154767" y="31133"/>
                  </a:lnTo>
                  <a:lnTo>
                    <a:pt x="158060" y="33528"/>
                  </a:lnTo>
                  <a:lnTo>
                    <a:pt x="161204" y="36073"/>
                  </a:lnTo>
                  <a:lnTo>
                    <a:pt x="164347" y="38767"/>
                  </a:lnTo>
                  <a:lnTo>
                    <a:pt x="167340" y="41611"/>
                  </a:lnTo>
                  <a:lnTo>
                    <a:pt x="170184" y="44455"/>
                  </a:lnTo>
                  <a:lnTo>
                    <a:pt x="172878" y="47598"/>
                  </a:lnTo>
                  <a:lnTo>
                    <a:pt x="175423" y="50741"/>
                  </a:lnTo>
                  <a:lnTo>
                    <a:pt x="177818" y="54034"/>
                  </a:lnTo>
                  <a:lnTo>
                    <a:pt x="180063" y="57477"/>
                  </a:lnTo>
                  <a:lnTo>
                    <a:pt x="182308" y="61069"/>
                  </a:lnTo>
                  <a:lnTo>
                    <a:pt x="184254" y="64661"/>
                  </a:lnTo>
                  <a:lnTo>
                    <a:pt x="186050" y="68403"/>
                  </a:lnTo>
                  <a:lnTo>
                    <a:pt x="187547" y="72295"/>
                  </a:lnTo>
                  <a:lnTo>
                    <a:pt x="189044" y="76186"/>
                  </a:lnTo>
                  <a:lnTo>
                    <a:pt x="190241" y="80228"/>
                  </a:lnTo>
                  <a:lnTo>
                    <a:pt x="191289" y="84269"/>
                  </a:lnTo>
                  <a:lnTo>
                    <a:pt x="192187" y="88460"/>
                  </a:lnTo>
                  <a:lnTo>
                    <a:pt x="192935" y="92651"/>
                  </a:lnTo>
                  <a:lnTo>
                    <a:pt x="193384" y="96842"/>
                  </a:lnTo>
                  <a:lnTo>
                    <a:pt x="193684" y="101183"/>
                  </a:lnTo>
                  <a:lnTo>
                    <a:pt x="189792" y="100734"/>
                  </a:lnTo>
                  <a:lnTo>
                    <a:pt x="189343" y="95944"/>
                  </a:lnTo>
                  <a:lnTo>
                    <a:pt x="188744" y="91454"/>
                  </a:lnTo>
                  <a:lnTo>
                    <a:pt x="187846" y="86814"/>
                  </a:lnTo>
                  <a:lnTo>
                    <a:pt x="186799" y="82323"/>
                  </a:lnTo>
                  <a:lnTo>
                    <a:pt x="185451" y="77983"/>
                  </a:lnTo>
                  <a:lnTo>
                    <a:pt x="183955" y="73792"/>
                  </a:lnTo>
                  <a:lnTo>
                    <a:pt x="182159" y="69601"/>
                  </a:lnTo>
                  <a:lnTo>
                    <a:pt x="180213" y="65559"/>
                  </a:lnTo>
                  <a:lnTo>
                    <a:pt x="178117" y="61668"/>
                  </a:lnTo>
                  <a:lnTo>
                    <a:pt x="175722" y="57926"/>
                  </a:lnTo>
                  <a:lnTo>
                    <a:pt x="173178" y="54184"/>
                  </a:lnTo>
                  <a:lnTo>
                    <a:pt x="170334" y="50741"/>
                  </a:lnTo>
                  <a:lnTo>
                    <a:pt x="167490" y="47298"/>
                  </a:lnTo>
                  <a:lnTo>
                    <a:pt x="164347" y="44155"/>
                  </a:lnTo>
                  <a:lnTo>
                    <a:pt x="161204" y="41162"/>
                  </a:lnTo>
                  <a:lnTo>
                    <a:pt x="157761" y="38318"/>
                  </a:lnTo>
                  <a:lnTo>
                    <a:pt x="156414" y="37120"/>
                  </a:lnTo>
                  <a:lnTo>
                    <a:pt x="152373" y="34276"/>
                  </a:lnTo>
                  <a:lnTo>
                    <a:pt x="148182" y="31582"/>
                  </a:lnTo>
                  <a:lnTo>
                    <a:pt x="146535" y="30684"/>
                  </a:lnTo>
                  <a:lnTo>
                    <a:pt x="143691" y="29038"/>
                  </a:lnTo>
                  <a:lnTo>
                    <a:pt x="143392" y="28888"/>
                  </a:lnTo>
                  <a:lnTo>
                    <a:pt x="140099" y="27391"/>
                  </a:lnTo>
                  <a:lnTo>
                    <a:pt x="138902" y="26792"/>
                  </a:lnTo>
                  <a:lnTo>
                    <a:pt x="135309" y="25296"/>
                  </a:lnTo>
                  <a:lnTo>
                    <a:pt x="131567" y="23949"/>
                  </a:lnTo>
                  <a:lnTo>
                    <a:pt x="127825" y="22751"/>
                  </a:lnTo>
                  <a:lnTo>
                    <a:pt x="123934" y="21853"/>
                  </a:lnTo>
                  <a:lnTo>
                    <a:pt x="120042" y="20955"/>
                  </a:lnTo>
                  <a:lnTo>
                    <a:pt x="116001" y="20356"/>
                  </a:lnTo>
                  <a:lnTo>
                    <a:pt x="111959" y="19907"/>
                  </a:lnTo>
                  <a:lnTo>
                    <a:pt x="107918" y="19758"/>
                  </a:lnTo>
                  <a:lnTo>
                    <a:pt x="107319" y="15716"/>
                  </a:lnTo>
                  <a:close/>
                  <a:moveTo>
                    <a:pt x="101183" y="15716"/>
                  </a:moveTo>
                  <a:lnTo>
                    <a:pt x="100584" y="19758"/>
                  </a:lnTo>
                  <a:lnTo>
                    <a:pt x="96543" y="20057"/>
                  </a:lnTo>
                  <a:lnTo>
                    <a:pt x="92501" y="20506"/>
                  </a:lnTo>
                  <a:lnTo>
                    <a:pt x="88460" y="21105"/>
                  </a:lnTo>
                  <a:lnTo>
                    <a:pt x="84568" y="22003"/>
                  </a:lnTo>
                  <a:lnTo>
                    <a:pt x="80826" y="23051"/>
                  </a:lnTo>
                  <a:lnTo>
                    <a:pt x="76935" y="24248"/>
                  </a:lnTo>
                  <a:lnTo>
                    <a:pt x="73342" y="25595"/>
                  </a:lnTo>
                  <a:lnTo>
                    <a:pt x="69600" y="27242"/>
                  </a:lnTo>
                  <a:lnTo>
                    <a:pt x="66158" y="28888"/>
                  </a:lnTo>
                  <a:lnTo>
                    <a:pt x="62715" y="30684"/>
                  </a:lnTo>
                  <a:lnTo>
                    <a:pt x="59422" y="32780"/>
                  </a:lnTo>
                  <a:lnTo>
                    <a:pt x="56129" y="34875"/>
                  </a:lnTo>
                  <a:lnTo>
                    <a:pt x="52986" y="37120"/>
                  </a:lnTo>
                  <a:lnTo>
                    <a:pt x="49993" y="39665"/>
                  </a:lnTo>
                  <a:lnTo>
                    <a:pt x="46999" y="42209"/>
                  </a:lnTo>
                  <a:lnTo>
                    <a:pt x="44305" y="44904"/>
                  </a:lnTo>
                  <a:lnTo>
                    <a:pt x="41611" y="47747"/>
                  </a:lnTo>
                  <a:lnTo>
                    <a:pt x="39066" y="50591"/>
                  </a:lnTo>
                  <a:lnTo>
                    <a:pt x="36671" y="53585"/>
                  </a:lnTo>
                  <a:lnTo>
                    <a:pt x="34426" y="56878"/>
                  </a:lnTo>
                  <a:lnTo>
                    <a:pt x="32331" y="60021"/>
                  </a:lnTo>
                  <a:lnTo>
                    <a:pt x="30235" y="63464"/>
                  </a:lnTo>
                  <a:lnTo>
                    <a:pt x="28439" y="66906"/>
                  </a:lnTo>
                  <a:lnTo>
                    <a:pt x="26792" y="70349"/>
                  </a:lnTo>
                  <a:lnTo>
                    <a:pt x="25296" y="74091"/>
                  </a:lnTo>
                  <a:lnTo>
                    <a:pt x="23949" y="77833"/>
                  </a:lnTo>
                  <a:lnTo>
                    <a:pt x="22751" y="81575"/>
                  </a:lnTo>
                  <a:lnTo>
                    <a:pt x="21853" y="85466"/>
                  </a:lnTo>
                  <a:lnTo>
                    <a:pt x="20955" y="89358"/>
                  </a:lnTo>
                  <a:lnTo>
                    <a:pt x="20356" y="93399"/>
                  </a:lnTo>
                  <a:lnTo>
                    <a:pt x="19907" y="97441"/>
                  </a:lnTo>
                  <a:lnTo>
                    <a:pt x="19608" y="101482"/>
                  </a:lnTo>
                  <a:lnTo>
                    <a:pt x="15716" y="102081"/>
                  </a:lnTo>
                  <a:lnTo>
                    <a:pt x="15866" y="97740"/>
                  </a:lnTo>
                  <a:lnTo>
                    <a:pt x="16315" y="93399"/>
                  </a:lnTo>
                  <a:lnTo>
                    <a:pt x="17063" y="89208"/>
                  </a:lnTo>
                  <a:lnTo>
                    <a:pt x="17812" y="85017"/>
                  </a:lnTo>
                  <a:lnTo>
                    <a:pt x="18859" y="80976"/>
                  </a:lnTo>
                  <a:lnTo>
                    <a:pt x="20057" y="76935"/>
                  </a:lnTo>
                  <a:lnTo>
                    <a:pt x="21554" y="73043"/>
                  </a:lnTo>
                  <a:lnTo>
                    <a:pt x="23050" y="69152"/>
                  </a:lnTo>
                  <a:lnTo>
                    <a:pt x="24847" y="65410"/>
                  </a:lnTo>
                  <a:lnTo>
                    <a:pt x="26792" y="61817"/>
                  </a:lnTo>
                  <a:lnTo>
                    <a:pt x="28888" y="58225"/>
                  </a:lnTo>
                  <a:lnTo>
                    <a:pt x="31133" y="54782"/>
                  </a:lnTo>
                  <a:lnTo>
                    <a:pt x="33378" y="51340"/>
                  </a:lnTo>
                  <a:lnTo>
                    <a:pt x="35923" y="48197"/>
                  </a:lnTo>
                  <a:lnTo>
                    <a:pt x="38617" y="45053"/>
                  </a:lnTo>
                  <a:lnTo>
                    <a:pt x="41461" y="42060"/>
                  </a:lnTo>
                  <a:lnTo>
                    <a:pt x="44454" y="39216"/>
                  </a:lnTo>
                  <a:lnTo>
                    <a:pt x="47448" y="36522"/>
                  </a:lnTo>
                  <a:lnTo>
                    <a:pt x="50741" y="33977"/>
                  </a:lnTo>
                  <a:lnTo>
                    <a:pt x="54034" y="31582"/>
                  </a:lnTo>
                  <a:lnTo>
                    <a:pt x="57476" y="29337"/>
                  </a:lnTo>
                  <a:lnTo>
                    <a:pt x="60919" y="27242"/>
                  </a:lnTo>
                  <a:lnTo>
                    <a:pt x="64661" y="25296"/>
                  </a:lnTo>
                  <a:lnTo>
                    <a:pt x="68403" y="23500"/>
                  </a:lnTo>
                  <a:lnTo>
                    <a:pt x="72145" y="21853"/>
                  </a:lnTo>
                  <a:lnTo>
                    <a:pt x="76186" y="20356"/>
                  </a:lnTo>
                  <a:lnTo>
                    <a:pt x="80078" y="19159"/>
                  </a:lnTo>
                  <a:lnTo>
                    <a:pt x="84119" y="18111"/>
                  </a:lnTo>
                  <a:lnTo>
                    <a:pt x="88310" y="17213"/>
                  </a:lnTo>
                  <a:lnTo>
                    <a:pt x="92501" y="16614"/>
                  </a:lnTo>
                  <a:lnTo>
                    <a:pt x="96842" y="16016"/>
                  </a:lnTo>
                  <a:lnTo>
                    <a:pt x="101183" y="15716"/>
                  </a:lnTo>
                  <a:close/>
                  <a:moveTo>
                    <a:pt x="104176" y="5837"/>
                  </a:moveTo>
                  <a:lnTo>
                    <a:pt x="105224" y="12274"/>
                  </a:lnTo>
                  <a:lnTo>
                    <a:pt x="105673" y="15716"/>
                  </a:lnTo>
                  <a:lnTo>
                    <a:pt x="106272" y="19608"/>
                  </a:lnTo>
                  <a:lnTo>
                    <a:pt x="106870" y="23051"/>
                  </a:lnTo>
                  <a:lnTo>
                    <a:pt x="108517" y="33977"/>
                  </a:lnTo>
                  <a:lnTo>
                    <a:pt x="108666" y="35025"/>
                  </a:lnTo>
                  <a:lnTo>
                    <a:pt x="111061" y="51190"/>
                  </a:lnTo>
                  <a:lnTo>
                    <a:pt x="111361" y="52986"/>
                  </a:lnTo>
                  <a:lnTo>
                    <a:pt x="112408" y="60171"/>
                  </a:lnTo>
                  <a:lnTo>
                    <a:pt x="112708" y="61668"/>
                  </a:lnTo>
                  <a:lnTo>
                    <a:pt x="115552" y="80826"/>
                  </a:lnTo>
                  <a:lnTo>
                    <a:pt x="115701" y="81425"/>
                  </a:lnTo>
                  <a:lnTo>
                    <a:pt x="115701" y="82174"/>
                  </a:lnTo>
                  <a:lnTo>
                    <a:pt x="116300" y="86215"/>
                  </a:lnTo>
                  <a:lnTo>
                    <a:pt x="116450" y="86814"/>
                  </a:lnTo>
                  <a:lnTo>
                    <a:pt x="117048" y="90556"/>
                  </a:lnTo>
                  <a:lnTo>
                    <a:pt x="117048" y="90705"/>
                  </a:lnTo>
                  <a:lnTo>
                    <a:pt x="116749" y="90705"/>
                  </a:lnTo>
                  <a:lnTo>
                    <a:pt x="115252" y="92352"/>
                  </a:lnTo>
                  <a:lnTo>
                    <a:pt x="113606" y="94148"/>
                  </a:lnTo>
                  <a:lnTo>
                    <a:pt x="113456" y="94148"/>
                  </a:lnTo>
                  <a:lnTo>
                    <a:pt x="111810" y="95944"/>
                  </a:lnTo>
                  <a:lnTo>
                    <a:pt x="110163" y="97740"/>
                  </a:lnTo>
                  <a:lnTo>
                    <a:pt x="110163" y="97590"/>
                  </a:lnTo>
                  <a:lnTo>
                    <a:pt x="110014" y="95794"/>
                  </a:lnTo>
                  <a:lnTo>
                    <a:pt x="109714" y="95794"/>
                  </a:lnTo>
                  <a:lnTo>
                    <a:pt x="109565" y="97141"/>
                  </a:lnTo>
                  <a:lnTo>
                    <a:pt x="109565" y="97291"/>
                  </a:lnTo>
                  <a:lnTo>
                    <a:pt x="109415" y="98489"/>
                  </a:lnTo>
                  <a:lnTo>
                    <a:pt x="108517" y="99536"/>
                  </a:lnTo>
                  <a:lnTo>
                    <a:pt x="108367" y="99686"/>
                  </a:lnTo>
                  <a:lnTo>
                    <a:pt x="106870" y="101332"/>
                  </a:lnTo>
                  <a:lnTo>
                    <a:pt x="106721" y="101482"/>
                  </a:lnTo>
                  <a:lnTo>
                    <a:pt x="105224" y="102979"/>
                  </a:lnTo>
                  <a:lnTo>
                    <a:pt x="104775" y="103428"/>
                  </a:lnTo>
                  <a:lnTo>
                    <a:pt x="104625" y="103578"/>
                  </a:lnTo>
                  <a:lnTo>
                    <a:pt x="104026" y="102979"/>
                  </a:lnTo>
                  <a:lnTo>
                    <a:pt x="103577" y="102530"/>
                  </a:lnTo>
                  <a:lnTo>
                    <a:pt x="102380" y="101482"/>
                  </a:lnTo>
                  <a:lnTo>
                    <a:pt x="102380" y="101332"/>
                  </a:lnTo>
                  <a:lnTo>
                    <a:pt x="101033" y="100135"/>
                  </a:lnTo>
                  <a:lnTo>
                    <a:pt x="103428" y="100135"/>
                  </a:lnTo>
                  <a:lnTo>
                    <a:pt x="103877" y="99985"/>
                  </a:lnTo>
                  <a:lnTo>
                    <a:pt x="105523" y="99985"/>
                  </a:lnTo>
                  <a:lnTo>
                    <a:pt x="106721" y="99836"/>
                  </a:lnTo>
                  <a:lnTo>
                    <a:pt x="106870" y="99686"/>
                  </a:lnTo>
                  <a:lnTo>
                    <a:pt x="106870" y="99536"/>
                  </a:lnTo>
                  <a:lnTo>
                    <a:pt x="106721" y="99387"/>
                  </a:lnTo>
                  <a:lnTo>
                    <a:pt x="105224" y="99237"/>
                  </a:lnTo>
                  <a:lnTo>
                    <a:pt x="100135" y="99237"/>
                  </a:lnTo>
                  <a:lnTo>
                    <a:pt x="98788" y="98039"/>
                  </a:lnTo>
                  <a:lnTo>
                    <a:pt x="98788" y="97890"/>
                  </a:lnTo>
                  <a:lnTo>
                    <a:pt x="97441" y="96692"/>
                  </a:lnTo>
                  <a:lnTo>
                    <a:pt x="99835" y="96842"/>
                  </a:lnTo>
                  <a:lnTo>
                    <a:pt x="105074" y="96842"/>
                  </a:lnTo>
                  <a:lnTo>
                    <a:pt x="105523" y="96692"/>
                  </a:lnTo>
                  <a:lnTo>
                    <a:pt x="105673" y="96692"/>
                  </a:lnTo>
                  <a:lnTo>
                    <a:pt x="107619" y="96543"/>
                  </a:lnTo>
                  <a:lnTo>
                    <a:pt x="107619" y="96393"/>
                  </a:lnTo>
                  <a:lnTo>
                    <a:pt x="107619" y="96243"/>
                  </a:lnTo>
                  <a:lnTo>
                    <a:pt x="105074" y="95944"/>
                  </a:lnTo>
                  <a:lnTo>
                    <a:pt x="100284" y="95944"/>
                  </a:lnTo>
                  <a:lnTo>
                    <a:pt x="97141" y="96243"/>
                  </a:lnTo>
                  <a:lnTo>
                    <a:pt x="96992" y="96243"/>
                  </a:lnTo>
                  <a:lnTo>
                    <a:pt x="92352" y="91753"/>
                  </a:lnTo>
                  <a:lnTo>
                    <a:pt x="92651" y="90107"/>
                  </a:lnTo>
                  <a:lnTo>
                    <a:pt x="95195" y="90406"/>
                  </a:lnTo>
                  <a:lnTo>
                    <a:pt x="97890" y="90406"/>
                  </a:lnTo>
                  <a:lnTo>
                    <a:pt x="103128" y="90256"/>
                  </a:lnTo>
                  <a:lnTo>
                    <a:pt x="104925" y="90256"/>
                  </a:lnTo>
                  <a:lnTo>
                    <a:pt x="105224" y="90107"/>
                  </a:lnTo>
                  <a:lnTo>
                    <a:pt x="105972" y="90107"/>
                  </a:lnTo>
                  <a:lnTo>
                    <a:pt x="105972" y="89957"/>
                  </a:lnTo>
                  <a:lnTo>
                    <a:pt x="105972" y="89807"/>
                  </a:lnTo>
                  <a:lnTo>
                    <a:pt x="105823" y="89657"/>
                  </a:lnTo>
                  <a:lnTo>
                    <a:pt x="102679" y="89657"/>
                  </a:lnTo>
                  <a:lnTo>
                    <a:pt x="97590" y="89508"/>
                  </a:lnTo>
                  <a:lnTo>
                    <a:pt x="95195" y="89508"/>
                  </a:lnTo>
                  <a:lnTo>
                    <a:pt x="92651" y="89807"/>
                  </a:lnTo>
                  <a:lnTo>
                    <a:pt x="93549" y="82922"/>
                  </a:lnTo>
                  <a:lnTo>
                    <a:pt x="93699" y="82174"/>
                  </a:lnTo>
                  <a:lnTo>
                    <a:pt x="93848" y="81425"/>
                  </a:lnTo>
                  <a:lnTo>
                    <a:pt x="96543" y="61817"/>
                  </a:lnTo>
                  <a:lnTo>
                    <a:pt x="96692" y="60171"/>
                  </a:lnTo>
                  <a:lnTo>
                    <a:pt x="97740" y="53136"/>
                  </a:lnTo>
                  <a:lnTo>
                    <a:pt x="97890" y="51340"/>
                  </a:lnTo>
                  <a:lnTo>
                    <a:pt x="100135" y="35025"/>
                  </a:lnTo>
                  <a:lnTo>
                    <a:pt x="100284" y="34127"/>
                  </a:lnTo>
                  <a:lnTo>
                    <a:pt x="101781" y="23051"/>
                  </a:lnTo>
                  <a:lnTo>
                    <a:pt x="102230" y="19608"/>
                  </a:lnTo>
                  <a:lnTo>
                    <a:pt x="102829" y="15716"/>
                  </a:lnTo>
                  <a:lnTo>
                    <a:pt x="103278" y="12274"/>
                  </a:lnTo>
                  <a:lnTo>
                    <a:pt x="104176" y="5837"/>
                  </a:lnTo>
                  <a:close/>
                  <a:moveTo>
                    <a:pt x="53285" y="113456"/>
                  </a:moveTo>
                  <a:lnTo>
                    <a:pt x="60021" y="114354"/>
                  </a:lnTo>
                  <a:lnTo>
                    <a:pt x="53884" y="116151"/>
                  </a:lnTo>
                  <a:lnTo>
                    <a:pt x="53285" y="113456"/>
                  </a:lnTo>
                  <a:close/>
                  <a:moveTo>
                    <a:pt x="90705" y="92352"/>
                  </a:moveTo>
                  <a:lnTo>
                    <a:pt x="90555" y="92651"/>
                  </a:lnTo>
                  <a:lnTo>
                    <a:pt x="92052" y="93998"/>
                  </a:lnTo>
                  <a:lnTo>
                    <a:pt x="92202" y="94148"/>
                  </a:lnTo>
                  <a:lnTo>
                    <a:pt x="93998" y="95794"/>
                  </a:lnTo>
                  <a:lnTo>
                    <a:pt x="95794" y="97441"/>
                  </a:lnTo>
                  <a:lnTo>
                    <a:pt x="95794" y="97590"/>
                  </a:lnTo>
                  <a:lnTo>
                    <a:pt x="97590" y="99087"/>
                  </a:lnTo>
                  <a:lnTo>
                    <a:pt x="97590" y="99237"/>
                  </a:lnTo>
                  <a:lnTo>
                    <a:pt x="97740" y="99387"/>
                  </a:lnTo>
                  <a:lnTo>
                    <a:pt x="97291" y="99387"/>
                  </a:lnTo>
                  <a:lnTo>
                    <a:pt x="95794" y="99536"/>
                  </a:lnTo>
                  <a:lnTo>
                    <a:pt x="95644" y="99686"/>
                  </a:lnTo>
                  <a:lnTo>
                    <a:pt x="95794" y="99686"/>
                  </a:lnTo>
                  <a:lnTo>
                    <a:pt x="96842" y="99836"/>
                  </a:lnTo>
                  <a:lnTo>
                    <a:pt x="96992" y="99836"/>
                  </a:lnTo>
                  <a:lnTo>
                    <a:pt x="98488" y="99985"/>
                  </a:lnTo>
                  <a:lnTo>
                    <a:pt x="99237" y="100734"/>
                  </a:lnTo>
                  <a:lnTo>
                    <a:pt x="99386" y="100883"/>
                  </a:lnTo>
                  <a:lnTo>
                    <a:pt x="101183" y="102530"/>
                  </a:lnTo>
                  <a:lnTo>
                    <a:pt x="101183" y="102680"/>
                  </a:lnTo>
                  <a:lnTo>
                    <a:pt x="102829" y="104027"/>
                  </a:lnTo>
                  <a:lnTo>
                    <a:pt x="103428" y="104625"/>
                  </a:lnTo>
                  <a:lnTo>
                    <a:pt x="103577" y="104775"/>
                  </a:lnTo>
                  <a:lnTo>
                    <a:pt x="103428" y="104775"/>
                  </a:lnTo>
                  <a:lnTo>
                    <a:pt x="102979" y="105374"/>
                  </a:lnTo>
                  <a:lnTo>
                    <a:pt x="102829" y="105523"/>
                  </a:lnTo>
                  <a:lnTo>
                    <a:pt x="102230" y="106122"/>
                  </a:lnTo>
                  <a:lnTo>
                    <a:pt x="101183" y="107320"/>
                  </a:lnTo>
                  <a:lnTo>
                    <a:pt x="101033" y="107320"/>
                  </a:lnTo>
                  <a:lnTo>
                    <a:pt x="99985" y="108517"/>
                  </a:lnTo>
                  <a:lnTo>
                    <a:pt x="99985" y="106122"/>
                  </a:lnTo>
                  <a:lnTo>
                    <a:pt x="99985" y="105523"/>
                  </a:lnTo>
                  <a:lnTo>
                    <a:pt x="99985" y="105374"/>
                  </a:lnTo>
                  <a:lnTo>
                    <a:pt x="99985" y="104925"/>
                  </a:lnTo>
                  <a:lnTo>
                    <a:pt x="99985" y="104775"/>
                  </a:lnTo>
                  <a:lnTo>
                    <a:pt x="99985" y="104176"/>
                  </a:lnTo>
                  <a:lnTo>
                    <a:pt x="99835" y="104027"/>
                  </a:lnTo>
                  <a:lnTo>
                    <a:pt x="99835" y="103727"/>
                  </a:lnTo>
                  <a:lnTo>
                    <a:pt x="99686" y="102680"/>
                  </a:lnTo>
                  <a:lnTo>
                    <a:pt x="99686" y="102530"/>
                  </a:lnTo>
                  <a:lnTo>
                    <a:pt x="99386" y="102530"/>
                  </a:lnTo>
                  <a:lnTo>
                    <a:pt x="99386" y="102680"/>
                  </a:lnTo>
                  <a:lnTo>
                    <a:pt x="99237" y="104176"/>
                  </a:lnTo>
                  <a:lnTo>
                    <a:pt x="99237" y="104476"/>
                  </a:lnTo>
                  <a:lnTo>
                    <a:pt x="99237" y="104625"/>
                  </a:lnTo>
                  <a:lnTo>
                    <a:pt x="99237" y="104775"/>
                  </a:lnTo>
                  <a:lnTo>
                    <a:pt x="99237" y="104925"/>
                  </a:lnTo>
                  <a:lnTo>
                    <a:pt x="99087" y="105374"/>
                  </a:lnTo>
                  <a:lnTo>
                    <a:pt x="99087" y="105523"/>
                  </a:lnTo>
                  <a:lnTo>
                    <a:pt x="99087" y="106122"/>
                  </a:lnTo>
                  <a:lnTo>
                    <a:pt x="99087" y="108667"/>
                  </a:lnTo>
                  <a:lnTo>
                    <a:pt x="99087" y="108816"/>
                  </a:lnTo>
                  <a:lnTo>
                    <a:pt x="99087" y="109415"/>
                  </a:lnTo>
                  <a:lnTo>
                    <a:pt x="96543" y="111960"/>
                  </a:lnTo>
                  <a:lnTo>
                    <a:pt x="96842" y="109116"/>
                  </a:lnTo>
                  <a:lnTo>
                    <a:pt x="96842" y="106272"/>
                  </a:lnTo>
                  <a:lnTo>
                    <a:pt x="96842" y="105523"/>
                  </a:lnTo>
                  <a:lnTo>
                    <a:pt x="96842" y="104925"/>
                  </a:lnTo>
                  <a:lnTo>
                    <a:pt x="96692" y="104326"/>
                  </a:lnTo>
                  <a:lnTo>
                    <a:pt x="96692" y="103727"/>
                  </a:lnTo>
                  <a:lnTo>
                    <a:pt x="96692" y="103428"/>
                  </a:lnTo>
                  <a:lnTo>
                    <a:pt x="96393" y="101931"/>
                  </a:lnTo>
                  <a:lnTo>
                    <a:pt x="96393" y="101781"/>
                  </a:lnTo>
                  <a:lnTo>
                    <a:pt x="96243" y="101931"/>
                  </a:lnTo>
                  <a:lnTo>
                    <a:pt x="95944" y="104176"/>
                  </a:lnTo>
                  <a:lnTo>
                    <a:pt x="95944" y="104326"/>
                  </a:lnTo>
                  <a:lnTo>
                    <a:pt x="95944" y="104925"/>
                  </a:lnTo>
                  <a:lnTo>
                    <a:pt x="95944" y="105523"/>
                  </a:lnTo>
                  <a:lnTo>
                    <a:pt x="95944" y="105673"/>
                  </a:lnTo>
                  <a:lnTo>
                    <a:pt x="95944" y="106272"/>
                  </a:lnTo>
                  <a:lnTo>
                    <a:pt x="95944" y="109415"/>
                  </a:lnTo>
                  <a:lnTo>
                    <a:pt x="96094" y="112558"/>
                  </a:lnTo>
                  <a:lnTo>
                    <a:pt x="91753" y="117049"/>
                  </a:lnTo>
                  <a:lnTo>
                    <a:pt x="90106" y="116899"/>
                  </a:lnTo>
                  <a:lnTo>
                    <a:pt x="90106" y="116749"/>
                  </a:lnTo>
                  <a:lnTo>
                    <a:pt x="90256" y="114354"/>
                  </a:lnTo>
                  <a:lnTo>
                    <a:pt x="90406" y="111810"/>
                  </a:lnTo>
                  <a:lnTo>
                    <a:pt x="90256" y="106721"/>
                  </a:lnTo>
                  <a:lnTo>
                    <a:pt x="90106" y="105823"/>
                  </a:lnTo>
                  <a:lnTo>
                    <a:pt x="90106" y="105224"/>
                  </a:lnTo>
                  <a:lnTo>
                    <a:pt x="90106" y="105074"/>
                  </a:lnTo>
                  <a:lnTo>
                    <a:pt x="90106" y="104176"/>
                  </a:lnTo>
                  <a:lnTo>
                    <a:pt x="90106" y="103727"/>
                  </a:lnTo>
                  <a:lnTo>
                    <a:pt x="90106" y="103578"/>
                  </a:lnTo>
                  <a:lnTo>
                    <a:pt x="89957" y="103428"/>
                  </a:lnTo>
                  <a:lnTo>
                    <a:pt x="89807" y="103578"/>
                  </a:lnTo>
                  <a:lnTo>
                    <a:pt x="89657" y="103578"/>
                  </a:lnTo>
                  <a:lnTo>
                    <a:pt x="89657" y="103727"/>
                  </a:lnTo>
                  <a:lnTo>
                    <a:pt x="89657" y="104625"/>
                  </a:lnTo>
                  <a:lnTo>
                    <a:pt x="89657" y="105523"/>
                  </a:lnTo>
                  <a:lnTo>
                    <a:pt x="89508" y="106571"/>
                  </a:lnTo>
                  <a:lnTo>
                    <a:pt x="89508" y="107769"/>
                  </a:lnTo>
                  <a:lnTo>
                    <a:pt x="89358" y="112259"/>
                  </a:lnTo>
                  <a:lnTo>
                    <a:pt x="89508" y="114504"/>
                  </a:lnTo>
                  <a:lnTo>
                    <a:pt x="89657" y="116749"/>
                  </a:lnTo>
                  <a:lnTo>
                    <a:pt x="89657" y="116749"/>
                  </a:lnTo>
                  <a:lnTo>
                    <a:pt x="83521" y="116001"/>
                  </a:lnTo>
                  <a:lnTo>
                    <a:pt x="82772" y="115851"/>
                  </a:lnTo>
                  <a:lnTo>
                    <a:pt x="82024" y="115702"/>
                  </a:lnTo>
                  <a:lnTo>
                    <a:pt x="61667" y="113007"/>
                  </a:lnTo>
                  <a:lnTo>
                    <a:pt x="60171" y="112708"/>
                  </a:lnTo>
                  <a:lnTo>
                    <a:pt x="52986" y="111810"/>
                  </a:lnTo>
                  <a:lnTo>
                    <a:pt x="51190" y="111511"/>
                  </a:lnTo>
                  <a:lnTo>
                    <a:pt x="35025" y="109265"/>
                  </a:lnTo>
                  <a:lnTo>
                    <a:pt x="33977" y="109116"/>
                  </a:lnTo>
                  <a:lnTo>
                    <a:pt x="23050" y="107619"/>
                  </a:lnTo>
                  <a:lnTo>
                    <a:pt x="19608" y="107170"/>
                  </a:lnTo>
                  <a:lnTo>
                    <a:pt x="15716" y="106571"/>
                  </a:lnTo>
                  <a:lnTo>
                    <a:pt x="12274" y="106122"/>
                  </a:lnTo>
                  <a:lnTo>
                    <a:pt x="5688" y="105224"/>
                  </a:lnTo>
                  <a:lnTo>
                    <a:pt x="12274" y="104326"/>
                  </a:lnTo>
                  <a:lnTo>
                    <a:pt x="15716" y="103727"/>
                  </a:lnTo>
                  <a:lnTo>
                    <a:pt x="19608" y="103129"/>
                  </a:lnTo>
                  <a:lnTo>
                    <a:pt x="23050" y="102680"/>
                  </a:lnTo>
                  <a:lnTo>
                    <a:pt x="33977" y="101033"/>
                  </a:lnTo>
                  <a:lnTo>
                    <a:pt x="35025" y="100883"/>
                  </a:lnTo>
                  <a:lnTo>
                    <a:pt x="51190" y="98339"/>
                  </a:lnTo>
                  <a:lnTo>
                    <a:pt x="52986" y="98039"/>
                  </a:lnTo>
                  <a:lnTo>
                    <a:pt x="60171" y="96992"/>
                  </a:lnTo>
                  <a:lnTo>
                    <a:pt x="61667" y="96842"/>
                  </a:lnTo>
                  <a:lnTo>
                    <a:pt x="81425" y="93848"/>
                  </a:lnTo>
                  <a:lnTo>
                    <a:pt x="82173" y="93699"/>
                  </a:lnTo>
                  <a:lnTo>
                    <a:pt x="82922" y="93549"/>
                  </a:lnTo>
                  <a:lnTo>
                    <a:pt x="85915" y="93100"/>
                  </a:lnTo>
                  <a:lnTo>
                    <a:pt x="86514" y="93100"/>
                  </a:lnTo>
                  <a:lnTo>
                    <a:pt x="90106" y="92501"/>
                  </a:lnTo>
                  <a:lnTo>
                    <a:pt x="90555" y="92352"/>
                  </a:lnTo>
                  <a:close/>
                  <a:moveTo>
                    <a:pt x="117647" y="92501"/>
                  </a:moveTo>
                  <a:lnTo>
                    <a:pt x="119294" y="92651"/>
                  </a:lnTo>
                  <a:lnTo>
                    <a:pt x="119144" y="95046"/>
                  </a:lnTo>
                  <a:lnTo>
                    <a:pt x="118994" y="97590"/>
                  </a:lnTo>
                  <a:lnTo>
                    <a:pt x="119144" y="102530"/>
                  </a:lnTo>
                  <a:lnTo>
                    <a:pt x="119144" y="103428"/>
                  </a:lnTo>
                  <a:lnTo>
                    <a:pt x="119294" y="104176"/>
                  </a:lnTo>
                  <a:lnTo>
                    <a:pt x="119294" y="104476"/>
                  </a:lnTo>
                  <a:lnTo>
                    <a:pt x="119294" y="105224"/>
                  </a:lnTo>
                  <a:lnTo>
                    <a:pt x="119294" y="105823"/>
                  </a:lnTo>
                  <a:lnTo>
                    <a:pt x="119294" y="105972"/>
                  </a:lnTo>
                  <a:lnTo>
                    <a:pt x="119593" y="105972"/>
                  </a:lnTo>
                  <a:lnTo>
                    <a:pt x="119743" y="105823"/>
                  </a:lnTo>
                  <a:lnTo>
                    <a:pt x="119743" y="104775"/>
                  </a:lnTo>
                  <a:lnTo>
                    <a:pt x="119743" y="103727"/>
                  </a:lnTo>
                  <a:lnTo>
                    <a:pt x="119892" y="102680"/>
                  </a:lnTo>
                  <a:lnTo>
                    <a:pt x="119892" y="101482"/>
                  </a:lnTo>
                  <a:lnTo>
                    <a:pt x="120042" y="97141"/>
                  </a:lnTo>
                  <a:lnTo>
                    <a:pt x="119892" y="94896"/>
                  </a:lnTo>
                  <a:lnTo>
                    <a:pt x="119743" y="92651"/>
                  </a:lnTo>
                  <a:lnTo>
                    <a:pt x="119743" y="92651"/>
                  </a:lnTo>
                  <a:lnTo>
                    <a:pt x="125730" y="93549"/>
                  </a:lnTo>
                  <a:lnTo>
                    <a:pt x="126478" y="93699"/>
                  </a:lnTo>
                  <a:lnTo>
                    <a:pt x="127077" y="93699"/>
                  </a:lnTo>
                  <a:lnTo>
                    <a:pt x="147733" y="96543"/>
                  </a:lnTo>
                  <a:lnTo>
                    <a:pt x="149229" y="96842"/>
                  </a:lnTo>
                  <a:lnTo>
                    <a:pt x="156414" y="97740"/>
                  </a:lnTo>
                  <a:lnTo>
                    <a:pt x="158210" y="98039"/>
                  </a:lnTo>
                  <a:lnTo>
                    <a:pt x="174375" y="100285"/>
                  </a:lnTo>
                  <a:lnTo>
                    <a:pt x="175423" y="100434"/>
                  </a:lnTo>
                  <a:lnTo>
                    <a:pt x="186350" y="101931"/>
                  </a:lnTo>
                  <a:lnTo>
                    <a:pt x="189792" y="102380"/>
                  </a:lnTo>
                  <a:lnTo>
                    <a:pt x="193684" y="102829"/>
                  </a:lnTo>
                  <a:lnTo>
                    <a:pt x="197126" y="103278"/>
                  </a:lnTo>
                  <a:lnTo>
                    <a:pt x="203712" y="104326"/>
                  </a:lnTo>
                  <a:lnTo>
                    <a:pt x="197126" y="105224"/>
                  </a:lnTo>
                  <a:lnTo>
                    <a:pt x="193684" y="105823"/>
                  </a:lnTo>
                  <a:lnTo>
                    <a:pt x="189792" y="106421"/>
                  </a:lnTo>
                  <a:lnTo>
                    <a:pt x="186350" y="106871"/>
                  </a:lnTo>
                  <a:lnTo>
                    <a:pt x="175423" y="108517"/>
                  </a:lnTo>
                  <a:lnTo>
                    <a:pt x="174375" y="108667"/>
                  </a:lnTo>
                  <a:lnTo>
                    <a:pt x="158210" y="111062"/>
                  </a:lnTo>
                  <a:lnTo>
                    <a:pt x="156414" y="111361"/>
                  </a:lnTo>
                  <a:lnTo>
                    <a:pt x="149229" y="112409"/>
                  </a:lnTo>
                  <a:lnTo>
                    <a:pt x="147733" y="112708"/>
                  </a:lnTo>
                  <a:lnTo>
                    <a:pt x="127975" y="115702"/>
                  </a:lnTo>
                  <a:lnTo>
                    <a:pt x="127376" y="115851"/>
                  </a:lnTo>
                  <a:lnTo>
                    <a:pt x="126628" y="115851"/>
                  </a:lnTo>
                  <a:lnTo>
                    <a:pt x="123634" y="116300"/>
                  </a:lnTo>
                  <a:lnTo>
                    <a:pt x="123036" y="116450"/>
                  </a:lnTo>
                  <a:lnTo>
                    <a:pt x="119443" y="117049"/>
                  </a:lnTo>
                  <a:lnTo>
                    <a:pt x="118695" y="117049"/>
                  </a:lnTo>
                  <a:lnTo>
                    <a:pt x="118695" y="116899"/>
                  </a:lnTo>
                  <a:lnTo>
                    <a:pt x="117348" y="115552"/>
                  </a:lnTo>
                  <a:lnTo>
                    <a:pt x="117198" y="115402"/>
                  </a:lnTo>
                  <a:lnTo>
                    <a:pt x="115552" y="113756"/>
                  </a:lnTo>
                  <a:lnTo>
                    <a:pt x="115402" y="113756"/>
                  </a:lnTo>
                  <a:lnTo>
                    <a:pt x="113756" y="112109"/>
                  </a:lnTo>
                  <a:lnTo>
                    <a:pt x="113606" y="111960"/>
                  </a:lnTo>
                  <a:lnTo>
                    <a:pt x="111959" y="110463"/>
                  </a:lnTo>
                  <a:lnTo>
                    <a:pt x="111810" y="110313"/>
                  </a:lnTo>
                  <a:lnTo>
                    <a:pt x="111660" y="110163"/>
                  </a:lnTo>
                  <a:lnTo>
                    <a:pt x="112259" y="110163"/>
                  </a:lnTo>
                  <a:lnTo>
                    <a:pt x="113606" y="110014"/>
                  </a:lnTo>
                  <a:lnTo>
                    <a:pt x="113756" y="109864"/>
                  </a:lnTo>
                  <a:lnTo>
                    <a:pt x="113606" y="109714"/>
                  </a:lnTo>
                  <a:lnTo>
                    <a:pt x="112558" y="109714"/>
                  </a:lnTo>
                  <a:lnTo>
                    <a:pt x="110912" y="109565"/>
                  </a:lnTo>
                  <a:lnTo>
                    <a:pt x="110912" y="109415"/>
                  </a:lnTo>
                  <a:lnTo>
                    <a:pt x="110762" y="109265"/>
                  </a:lnTo>
                  <a:lnTo>
                    <a:pt x="110163" y="108816"/>
                  </a:lnTo>
                  <a:lnTo>
                    <a:pt x="110014" y="108667"/>
                  </a:lnTo>
                  <a:lnTo>
                    <a:pt x="108367" y="107020"/>
                  </a:lnTo>
                  <a:lnTo>
                    <a:pt x="108217" y="106871"/>
                  </a:lnTo>
                  <a:lnTo>
                    <a:pt x="106571" y="105374"/>
                  </a:lnTo>
                  <a:lnTo>
                    <a:pt x="106122" y="104925"/>
                  </a:lnTo>
                  <a:lnTo>
                    <a:pt x="105972" y="104775"/>
                  </a:lnTo>
                  <a:lnTo>
                    <a:pt x="105823" y="104775"/>
                  </a:lnTo>
                  <a:lnTo>
                    <a:pt x="106272" y="104326"/>
                  </a:lnTo>
                  <a:lnTo>
                    <a:pt x="106272" y="104176"/>
                  </a:lnTo>
                  <a:lnTo>
                    <a:pt x="106870" y="103727"/>
                  </a:lnTo>
                  <a:lnTo>
                    <a:pt x="107918" y="102530"/>
                  </a:lnTo>
                  <a:lnTo>
                    <a:pt x="109415" y="101033"/>
                  </a:lnTo>
                  <a:lnTo>
                    <a:pt x="109415" y="103578"/>
                  </a:lnTo>
                  <a:lnTo>
                    <a:pt x="109415" y="104176"/>
                  </a:lnTo>
                  <a:lnTo>
                    <a:pt x="109415" y="104775"/>
                  </a:lnTo>
                  <a:lnTo>
                    <a:pt x="109415" y="104925"/>
                  </a:lnTo>
                  <a:lnTo>
                    <a:pt x="109415" y="105374"/>
                  </a:lnTo>
                  <a:lnTo>
                    <a:pt x="109565" y="105673"/>
                  </a:lnTo>
                  <a:lnTo>
                    <a:pt x="109565" y="105823"/>
                  </a:lnTo>
                  <a:lnTo>
                    <a:pt x="109714" y="106871"/>
                  </a:lnTo>
                  <a:lnTo>
                    <a:pt x="109864" y="107020"/>
                  </a:lnTo>
                  <a:lnTo>
                    <a:pt x="109864" y="106871"/>
                  </a:lnTo>
                  <a:lnTo>
                    <a:pt x="110014" y="106871"/>
                  </a:lnTo>
                  <a:lnTo>
                    <a:pt x="110163" y="105374"/>
                  </a:lnTo>
                  <a:lnTo>
                    <a:pt x="110163" y="105224"/>
                  </a:lnTo>
                  <a:lnTo>
                    <a:pt x="110163" y="104925"/>
                  </a:lnTo>
                  <a:lnTo>
                    <a:pt x="110163" y="104775"/>
                  </a:lnTo>
                  <a:lnTo>
                    <a:pt x="110163" y="104176"/>
                  </a:lnTo>
                  <a:lnTo>
                    <a:pt x="110313" y="104027"/>
                  </a:lnTo>
                  <a:lnTo>
                    <a:pt x="110313" y="103578"/>
                  </a:lnTo>
                  <a:lnTo>
                    <a:pt x="110313" y="100135"/>
                  </a:lnTo>
                  <a:lnTo>
                    <a:pt x="112857" y="97441"/>
                  </a:lnTo>
                  <a:lnTo>
                    <a:pt x="112558" y="100434"/>
                  </a:lnTo>
                  <a:lnTo>
                    <a:pt x="112558" y="103578"/>
                  </a:lnTo>
                  <a:lnTo>
                    <a:pt x="112558" y="104027"/>
                  </a:lnTo>
                  <a:lnTo>
                    <a:pt x="112558" y="104176"/>
                  </a:lnTo>
                  <a:lnTo>
                    <a:pt x="112558" y="104625"/>
                  </a:lnTo>
                  <a:lnTo>
                    <a:pt x="112558" y="104775"/>
                  </a:lnTo>
                  <a:lnTo>
                    <a:pt x="112708" y="105224"/>
                  </a:lnTo>
                  <a:lnTo>
                    <a:pt x="112708" y="105972"/>
                  </a:lnTo>
                  <a:lnTo>
                    <a:pt x="112708" y="106122"/>
                  </a:lnTo>
                  <a:lnTo>
                    <a:pt x="112857" y="107619"/>
                  </a:lnTo>
                  <a:lnTo>
                    <a:pt x="113007" y="107769"/>
                  </a:lnTo>
                  <a:lnTo>
                    <a:pt x="113157" y="107619"/>
                  </a:lnTo>
                  <a:lnTo>
                    <a:pt x="113456" y="105374"/>
                  </a:lnTo>
                  <a:lnTo>
                    <a:pt x="113456" y="105224"/>
                  </a:lnTo>
                  <a:lnTo>
                    <a:pt x="113456" y="104775"/>
                  </a:lnTo>
                  <a:lnTo>
                    <a:pt x="113456" y="104625"/>
                  </a:lnTo>
                  <a:lnTo>
                    <a:pt x="113456" y="104176"/>
                  </a:lnTo>
                  <a:lnTo>
                    <a:pt x="113456" y="104027"/>
                  </a:lnTo>
                  <a:lnTo>
                    <a:pt x="113456" y="103578"/>
                  </a:lnTo>
                  <a:lnTo>
                    <a:pt x="113456" y="100285"/>
                  </a:lnTo>
                  <a:lnTo>
                    <a:pt x="113307" y="96992"/>
                  </a:lnTo>
                  <a:lnTo>
                    <a:pt x="117647" y="92501"/>
                  </a:lnTo>
                  <a:close/>
                  <a:moveTo>
                    <a:pt x="156115" y="113007"/>
                  </a:moveTo>
                  <a:lnTo>
                    <a:pt x="155815" y="115253"/>
                  </a:lnTo>
                  <a:lnTo>
                    <a:pt x="155216" y="117348"/>
                  </a:lnTo>
                  <a:lnTo>
                    <a:pt x="148481" y="116001"/>
                  </a:lnTo>
                  <a:lnTo>
                    <a:pt x="148930" y="114205"/>
                  </a:lnTo>
                  <a:lnTo>
                    <a:pt x="156115" y="113007"/>
                  </a:lnTo>
                  <a:close/>
                  <a:moveTo>
                    <a:pt x="23200" y="109265"/>
                  </a:moveTo>
                  <a:lnTo>
                    <a:pt x="34127" y="110762"/>
                  </a:lnTo>
                  <a:lnTo>
                    <a:pt x="34725" y="115552"/>
                  </a:lnTo>
                  <a:lnTo>
                    <a:pt x="35623" y="120342"/>
                  </a:lnTo>
                  <a:lnTo>
                    <a:pt x="24547" y="120342"/>
                  </a:lnTo>
                  <a:lnTo>
                    <a:pt x="24098" y="117647"/>
                  </a:lnTo>
                  <a:lnTo>
                    <a:pt x="23649" y="114803"/>
                  </a:lnTo>
                  <a:lnTo>
                    <a:pt x="23350" y="112109"/>
                  </a:lnTo>
                  <a:lnTo>
                    <a:pt x="23200" y="109265"/>
                  </a:lnTo>
                  <a:close/>
                  <a:moveTo>
                    <a:pt x="186350" y="108517"/>
                  </a:moveTo>
                  <a:lnTo>
                    <a:pt x="186050" y="111511"/>
                  </a:lnTo>
                  <a:lnTo>
                    <a:pt x="185751" y="114504"/>
                  </a:lnTo>
                  <a:lnTo>
                    <a:pt x="185451" y="117348"/>
                  </a:lnTo>
                  <a:lnTo>
                    <a:pt x="184853" y="120342"/>
                  </a:lnTo>
                  <a:lnTo>
                    <a:pt x="173777" y="120342"/>
                  </a:lnTo>
                  <a:lnTo>
                    <a:pt x="174226" y="117797"/>
                  </a:lnTo>
                  <a:lnTo>
                    <a:pt x="174675" y="115253"/>
                  </a:lnTo>
                  <a:lnTo>
                    <a:pt x="174974" y="112708"/>
                  </a:lnTo>
                  <a:lnTo>
                    <a:pt x="175273" y="110163"/>
                  </a:lnTo>
                  <a:lnTo>
                    <a:pt x="186350" y="108517"/>
                  </a:lnTo>
                  <a:close/>
                  <a:moveTo>
                    <a:pt x="37869" y="121240"/>
                  </a:moveTo>
                  <a:lnTo>
                    <a:pt x="39066" y="121389"/>
                  </a:lnTo>
                  <a:lnTo>
                    <a:pt x="38168" y="121838"/>
                  </a:lnTo>
                  <a:lnTo>
                    <a:pt x="37869" y="121240"/>
                  </a:lnTo>
                  <a:close/>
                  <a:moveTo>
                    <a:pt x="171531" y="121240"/>
                  </a:moveTo>
                  <a:lnTo>
                    <a:pt x="171232" y="121838"/>
                  </a:lnTo>
                  <a:lnTo>
                    <a:pt x="170484" y="121389"/>
                  </a:lnTo>
                  <a:lnTo>
                    <a:pt x="171531" y="121240"/>
                  </a:lnTo>
                  <a:close/>
                  <a:moveTo>
                    <a:pt x="37569" y="121240"/>
                  </a:moveTo>
                  <a:lnTo>
                    <a:pt x="37719" y="121389"/>
                  </a:lnTo>
                  <a:lnTo>
                    <a:pt x="38018" y="121838"/>
                  </a:lnTo>
                  <a:lnTo>
                    <a:pt x="37120" y="122437"/>
                  </a:lnTo>
                  <a:lnTo>
                    <a:pt x="36222" y="122886"/>
                  </a:lnTo>
                  <a:lnTo>
                    <a:pt x="26493" y="128574"/>
                  </a:lnTo>
                  <a:lnTo>
                    <a:pt x="25595" y="124982"/>
                  </a:lnTo>
                  <a:lnTo>
                    <a:pt x="24697" y="121240"/>
                  </a:lnTo>
                  <a:lnTo>
                    <a:pt x="25146" y="121240"/>
                  </a:lnTo>
                  <a:lnTo>
                    <a:pt x="25595" y="122736"/>
                  </a:lnTo>
                  <a:lnTo>
                    <a:pt x="25894" y="123635"/>
                  </a:lnTo>
                  <a:lnTo>
                    <a:pt x="26194" y="124533"/>
                  </a:lnTo>
                  <a:lnTo>
                    <a:pt x="26343" y="124533"/>
                  </a:lnTo>
                  <a:lnTo>
                    <a:pt x="26343" y="124383"/>
                  </a:lnTo>
                  <a:lnTo>
                    <a:pt x="25894" y="122437"/>
                  </a:lnTo>
                  <a:lnTo>
                    <a:pt x="25445" y="121240"/>
                  </a:lnTo>
                  <a:lnTo>
                    <a:pt x="26493" y="121240"/>
                  </a:lnTo>
                  <a:lnTo>
                    <a:pt x="26942" y="122587"/>
                  </a:lnTo>
                  <a:lnTo>
                    <a:pt x="27092" y="123485"/>
                  </a:lnTo>
                  <a:lnTo>
                    <a:pt x="27541" y="124383"/>
                  </a:lnTo>
                  <a:lnTo>
                    <a:pt x="27690" y="124383"/>
                  </a:lnTo>
                  <a:lnTo>
                    <a:pt x="27391" y="123485"/>
                  </a:lnTo>
                  <a:lnTo>
                    <a:pt x="27241" y="122587"/>
                  </a:lnTo>
                  <a:lnTo>
                    <a:pt x="26792" y="121240"/>
                  </a:lnTo>
                  <a:lnTo>
                    <a:pt x="27541" y="121240"/>
                  </a:lnTo>
                  <a:lnTo>
                    <a:pt x="27990" y="122736"/>
                  </a:lnTo>
                  <a:lnTo>
                    <a:pt x="28289" y="123335"/>
                  </a:lnTo>
                  <a:lnTo>
                    <a:pt x="28589" y="123934"/>
                  </a:lnTo>
                  <a:lnTo>
                    <a:pt x="28738" y="123934"/>
                  </a:lnTo>
                  <a:lnTo>
                    <a:pt x="28738" y="123784"/>
                  </a:lnTo>
                  <a:lnTo>
                    <a:pt x="28140" y="122287"/>
                  </a:lnTo>
                  <a:lnTo>
                    <a:pt x="27840" y="121240"/>
                  </a:lnTo>
                  <a:lnTo>
                    <a:pt x="29187" y="121240"/>
                  </a:lnTo>
                  <a:lnTo>
                    <a:pt x="29487" y="122287"/>
                  </a:lnTo>
                  <a:lnTo>
                    <a:pt x="29786" y="123185"/>
                  </a:lnTo>
                  <a:lnTo>
                    <a:pt x="30085" y="123934"/>
                  </a:lnTo>
                  <a:lnTo>
                    <a:pt x="30235" y="123934"/>
                  </a:lnTo>
                  <a:lnTo>
                    <a:pt x="29936" y="123036"/>
                  </a:lnTo>
                  <a:lnTo>
                    <a:pt x="29786" y="122287"/>
                  </a:lnTo>
                  <a:lnTo>
                    <a:pt x="29337" y="121240"/>
                  </a:lnTo>
                  <a:lnTo>
                    <a:pt x="30385" y="121240"/>
                  </a:lnTo>
                  <a:lnTo>
                    <a:pt x="30534" y="122138"/>
                  </a:lnTo>
                  <a:lnTo>
                    <a:pt x="30834" y="122886"/>
                  </a:lnTo>
                  <a:lnTo>
                    <a:pt x="31133" y="123635"/>
                  </a:lnTo>
                  <a:lnTo>
                    <a:pt x="31283" y="123635"/>
                  </a:lnTo>
                  <a:lnTo>
                    <a:pt x="30684" y="121689"/>
                  </a:lnTo>
                  <a:lnTo>
                    <a:pt x="30684" y="121240"/>
                  </a:lnTo>
                  <a:lnTo>
                    <a:pt x="31432" y="121240"/>
                  </a:lnTo>
                  <a:lnTo>
                    <a:pt x="31582" y="121838"/>
                  </a:lnTo>
                  <a:lnTo>
                    <a:pt x="32181" y="123335"/>
                  </a:lnTo>
                  <a:lnTo>
                    <a:pt x="32331" y="123335"/>
                  </a:lnTo>
                  <a:lnTo>
                    <a:pt x="32331" y="123185"/>
                  </a:lnTo>
                  <a:lnTo>
                    <a:pt x="31881" y="121838"/>
                  </a:lnTo>
                  <a:lnTo>
                    <a:pt x="31732" y="121240"/>
                  </a:lnTo>
                  <a:lnTo>
                    <a:pt x="32480" y="121240"/>
                  </a:lnTo>
                  <a:lnTo>
                    <a:pt x="32780" y="122138"/>
                  </a:lnTo>
                  <a:lnTo>
                    <a:pt x="33079" y="123036"/>
                  </a:lnTo>
                  <a:lnTo>
                    <a:pt x="33229" y="123036"/>
                  </a:lnTo>
                  <a:lnTo>
                    <a:pt x="33079" y="122138"/>
                  </a:lnTo>
                  <a:lnTo>
                    <a:pt x="32780" y="121240"/>
                  </a:lnTo>
                  <a:lnTo>
                    <a:pt x="33528" y="121240"/>
                  </a:lnTo>
                  <a:lnTo>
                    <a:pt x="33678" y="121689"/>
                  </a:lnTo>
                  <a:lnTo>
                    <a:pt x="33827" y="122138"/>
                  </a:lnTo>
                  <a:lnTo>
                    <a:pt x="34127" y="122736"/>
                  </a:lnTo>
                  <a:lnTo>
                    <a:pt x="34276" y="122587"/>
                  </a:lnTo>
                  <a:lnTo>
                    <a:pt x="33977" y="121539"/>
                  </a:lnTo>
                  <a:lnTo>
                    <a:pt x="33827" y="121240"/>
                  </a:lnTo>
                  <a:lnTo>
                    <a:pt x="34576" y="121240"/>
                  </a:lnTo>
                  <a:lnTo>
                    <a:pt x="35174" y="122437"/>
                  </a:lnTo>
                  <a:lnTo>
                    <a:pt x="35324" y="122437"/>
                  </a:lnTo>
                  <a:lnTo>
                    <a:pt x="34875" y="121240"/>
                  </a:lnTo>
                  <a:lnTo>
                    <a:pt x="35623" y="121240"/>
                  </a:lnTo>
                  <a:lnTo>
                    <a:pt x="35623" y="121539"/>
                  </a:lnTo>
                  <a:lnTo>
                    <a:pt x="36072" y="122287"/>
                  </a:lnTo>
                  <a:lnTo>
                    <a:pt x="36222" y="122437"/>
                  </a:lnTo>
                  <a:lnTo>
                    <a:pt x="36222" y="122287"/>
                  </a:lnTo>
                  <a:lnTo>
                    <a:pt x="35923" y="121389"/>
                  </a:lnTo>
                  <a:lnTo>
                    <a:pt x="35923" y="121240"/>
                  </a:lnTo>
                  <a:lnTo>
                    <a:pt x="36522" y="121240"/>
                  </a:lnTo>
                  <a:lnTo>
                    <a:pt x="36522" y="121389"/>
                  </a:lnTo>
                  <a:lnTo>
                    <a:pt x="36971" y="121988"/>
                  </a:lnTo>
                  <a:lnTo>
                    <a:pt x="37120" y="121838"/>
                  </a:lnTo>
                  <a:lnTo>
                    <a:pt x="36821" y="121389"/>
                  </a:lnTo>
                  <a:lnTo>
                    <a:pt x="36821" y="121240"/>
                  </a:lnTo>
                  <a:close/>
                  <a:moveTo>
                    <a:pt x="184703" y="121240"/>
                  </a:moveTo>
                  <a:lnTo>
                    <a:pt x="183805" y="124982"/>
                  </a:lnTo>
                  <a:lnTo>
                    <a:pt x="182907" y="128574"/>
                  </a:lnTo>
                  <a:lnTo>
                    <a:pt x="173178" y="122886"/>
                  </a:lnTo>
                  <a:lnTo>
                    <a:pt x="172280" y="122437"/>
                  </a:lnTo>
                  <a:lnTo>
                    <a:pt x="171382" y="121838"/>
                  </a:lnTo>
                  <a:lnTo>
                    <a:pt x="171831" y="121389"/>
                  </a:lnTo>
                  <a:lnTo>
                    <a:pt x="171831" y="121240"/>
                  </a:lnTo>
                  <a:lnTo>
                    <a:pt x="172579" y="121240"/>
                  </a:lnTo>
                  <a:lnTo>
                    <a:pt x="172429" y="121539"/>
                  </a:lnTo>
                  <a:lnTo>
                    <a:pt x="172429" y="121838"/>
                  </a:lnTo>
                  <a:lnTo>
                    <a:pt x="172429" y="121988"/>
                  </a:lnTo>
                  <a:lnTo>
                    <a:pt x="172878" y="121389"/>
                  </a:lnTo>
                  <a:lnTo>
                    <a:pt x="172878" y="121240"/>
                  </a:lnTo>
                  <a:lnTo>
                    <a:pt x="173627" y="121240"/>
                  </a:lnTo>
                  <a:lnTo>
                    <a:pt x="173477" y="121389"/>
                  </a:lnTo>
                  <a:lnTo>
                    <a:pt x="173477" y="121539"/>
                  </a:lnTo>
                  <a:lnTo>
                    <a:pt x="173178" y="122287"/>
                  </a:lnTo>
                  <a:lnTo>
                    <a:pt x="173178" y="122437"/>
                  </a:lnTo>
                  <a:lnTo>
                    <a:pt x="173328" y="122287"/>
                  </a:lnTo>
                  <a:lnTo>
                    <a:pt x="173777" y="121539"/>
                  </a:lnTo>
                  <a:lnTo>
                    <a:pt x="173926" y="121240"/>
                  </a:lnTo>
                  <a:lnTo>
                    <a:pt x="174525" y="121240"/>
                  </a:lnTo>
                  <a:lnTo>
                    <a:pt x="174226" y="122437"/>
                  </a:lnTo>
                  <a:lnTo>
                    <a:pt x="174375" y="122437"/>
                  </a:lnTo>
                  <a:lnTo>
                    <a:pt x="174824" y="121240"/>
                  </a:lnTo>
                  <a:lnTo>
                    <a:pt x="175573" y="121240"/>
                  </a:lnTo>
                  <a:lnTo>
                    <a:pt x="175573" y="121539"/>
                  </a:lnTo>
                  <a:lnTo>
                    <a:pt x="175124" y="122587"/>
                  </a:lnTo>
                  <a:lnTo>
                    <a:pt x="175273" y="122736"/>
                  </a:lnTo>
                  <a:lnTo>
                    <a:pt x="175573" y="122138"/>
                  </a:lnTo>
                  <a:lnTo>
                    <a:pt x="175722" y="121689"/>
                  </a:lnTo>
                  <a:lnTo>
                    <a:pt x="175872" y="121240"/>
                  </a:lnTo>
                  <a:lnTo>
                    <a:pt x="176620" y="121240"/>
                  </a:lnTo>
                  <a:lnTo>
                    <a:pt x="176321" y="122138"/>
                  </a:lnTo>
                  <a:lnTo>
                    <a:pt x="176171" y="123036"/>
                  </a:lnTo>
                  <a:lnTo>
                    <a:pt x="176321" y="123036"/>
                  </a:lnTo>
                  <a:lnTo>
                    <a:pt x="176620" y="122138"/>
                  </a:lnTo>
                  <a:lnTo>
                    <a:pt x="176920" y="121240"/>
                  </a:lnTo>
                  <a:lnTo>
                    <a:pt x="177818" y="121240"/>
                  </a:lnTo>
                  <a:lnTo>
                    <a:pt x="177519" y="121838"/>
                  </a:lnTo>
                  <a:lnTo>
                    <a:pt x="177069" y="123185"/>
                  </a:lnTo>
                  <a:lnTo>
                    <a:pt x="177219" y="123335"/>
                  </a:lnTo>
                  <a:lnTo>
                    <a:pt x="177818" y="121838"/>
                  </a:lnTo>
                  <a:lnTo>
                    <a:pt x="177968" y="121240"/>
                  </a:lnTo>
                  <a:lnTo>
                    <a:pt x="178866" y="121240"/>
                  </a:lnTo>
                  <a:lnTo>
                    <a:pt x="178716" y="121689"/>
                  </a:lnTo>
                  <a:lnTo>
                    <a:pt x="178117" y="123635"/>
                  </a:lnTo>
                  <a:lnTo>
                    <a:pt x="178267" y="123635"/>
                  </a:lnTo>
                  <a:lnTo>
                    <a:pt x="178566" y="122886"/>
                  </a:lnTo>
                  <a:lnTo>
                    <a:pt x="178866" y="122138"/>
                  </a:lnTo>
                  <a:lnTo>
                    <a:pt x="179015" y="121240"/>
                  </a:lnTo>
                  <a:lnTo>
                    <a:pt x="180063" y="121240"/>
                  </a:lnTo>
                  <a:lnTo>
                    <a:pt x="179764" y="122287"/>
                  </a:lnTo>
                  <a:lnTo>
                    <a:pt x="179464" y="123036"/>
                  </a:lnTo>
                  <a:lnTo>
                    <a:pt x="179315" y="123934"/>
                  </a:lnTo>
                  <a:lnTo>
                    <a:pt x="179764" y="123185"/>
                  </a:lnTo>
                  <a:lnTo>
                    <a:pt x="180063" y="122287"/>
                  </a:lnTo>
                  <a:lnTo>
                    <a:pt x="180362" y="121240"/>
                  </a:lnTo>
                  <a:lnTo>
                    <a:pt x="181560" y="121240"/>
                  </a:lnTo>
                  <a:lnTo>
                    <a:pt x="181260" y="122287"/>
                  </a:lnTo>
                  <a:lnTo>
                    <a:pt x="180662" y="123784"/>
                  </a:lnTo>
                  <a:lnTo>
                    <a:pt x="180662" y="123934"/>
                  </a:lnTo>
                  <a:lnTo>
                    <a:pt x="180811" y="123934"/>
                  </a:lnTo>
                  <a:lnTo>
                    <a:pt x="181111" y="123335"/>
                  </a:lnTo>
                  <a:lnTo>
                    <a:pt x="181410" y="122736"/>
                  </a:lnTo>
                  <a:lnTo>
                    <a:pt x="181859" y="121240"/>
                  </a:lnTo>
                  <a:lnTo>
                    <a:pt x="182757" y="121240"/>
                  </a:lnTo>
                  <a:lnTo>
                    <a:pt x="182308" y="122587"/>
                  </a:lnTo>
                  <a:lnTo>
                    <a:pt x="182009" y="123485"/>
                  </a:lnTo>
                  <a:lnTo>
                    <a:pt x="181859" y="124383"/>
                  </a:lnTo>
                  <a:lnTo>
                    <a:pt x="182308" y="123485"/>
                  </a:lnTo>
                  <a:lnTo>
                    <a:pt x="182608" y="122587"/>
                  </a:lnTo>
                  <a:lnTo>
                    <a:pt x="182907" y="121240"/>
                  </a:lnTo>
                  <a:lnTo>
                    <a:pt x="183955" y="121240"/>
                  </a:lnTo>
                  <a:lnTo>
                    <a:pt x="183506" y="122437"/>
                  </a:lnTo>
                  <a:lnTo>
                    <a:pt x="183057" y="124383"/>
                  </a:lnTo>
                  <a:lnTo>
                    <a:pt x="183057" y="124533"/>
                  </a:lnTo>
                  <a:lnTo>
                    <a:pt x="183206" y="124533"/>
                  </a:lnTo>
                  <a:lnTo>
                    <a:pt x="183506" y="123635"/>
                  </a:lnTo>
                  <a:lnTo>
                    <a:pt x="183805" y="122736"/>
                  </a:lnTo>
                  <a:lnTo>
                    <a:pt x="184254" y="121240"/>
                  </a:lnTo>
                  <a:close/>
                  <a:moveTo>
                    <a:pt x="147433" y="114354"/>
                  </a:moveTo>
                  <a:lnTo>
                    <a:pt x="146834" y="116749"/>
                  </a:lnTo>
                  <a:lnTo>
                    <a:pt x="146086" y="118845"/>
                  </a:lnTo>
                  <a:lnTo>
                    <a:pt x="145338" y="121090"/>
                  </a:lnTo>
                  <a:lnTo>
                    <a:pt x="144440" y="123185"/>
                  </a:lnTo>
                  <a:lnTo>
                    <a:pt x="143392" y="125281"/>
                  </a:lnTo>
                  <a:lnTo>
                    <a:pt x="142194" y="127227"/>
                  </a:lnTo>
                  <a:lnTo>
                    <a:pt x="140997" y="129173"/>
                  </a:lnTo>
                  <a:lnTo>
                    <a:pt x="139650" y="131118"/>
                  </a:lnTo>
                  <a:lnTo>
                    <a:pt x="129172" y="117198"/>
                  </a:lnTo>
                  <a:lnTo>
                    <a:pt x="147433" y="114354"/>
                  </a:lnTo>
                  <a:close/>
                  <a:moveTo>
                    <a:pt x="62117" y="114654"/>
                  </a:moveTo>
                  <a:lnTo>
                    <a:pt x="80976" y="117198"/>
                  </a:lnTo>
                  <a:lnTo>
                    <a:pt x="70199" y="131717"/>
                  </a:lnTo>
                  <a:lnTo>
                    <a:pt x="68852" y="129921"/>
                  </a:lnTo>
                  <a:lnTo>
                    <a:pt x="67505" y="127826"/>
                  </a:lnTo>
                  <a:lnTo>
                    <a:pt x="66308" y="125880"/>
                  </a:lnTo>
                  <a:lnTo>
                    <a:pt x="65260" y="123635"/>
                  </a:lnTo>
                  <a:lnTo>
                    <a:pt x="64212" y="121539"/>
                  </a:lnTo>
                  <a:lnTo>
                    <a:pt x="63464" y="119294"/>
                  </a:lnTo>
                  <a:lnTo>
                    <a:pt x="62715" y="117049"/>
                  </a:lnTo>
                  <a:lnTo>
                    <a:pt x="62117" y="114654"/>
                  </a:lnTo>
                  <a:close/>
                  <a:moveTo>
                    <a:pt x="60620" y="115253"/>
                  </a:moveTo>
                  <a:lnTo>
                    <a:pt x="61667" y="118845"/>
                  </a:lnTo>
                  <a:lnTo>
                    <a:pt x="63015" y="122287"/>
                  </a:lnTo>
                  <a:lnTo>
                    <a:pt x="64511" y="125580"/>
                  </a:lnTo>
                  <a:lnTo>
                    <a:pt x="66308" y="128724"/>
                  </a:lnTo>
                  <a:lnTo>
                    <a:pt x="60470" y="132466"/>
                  </a:lnTo>
                  <a:lnTo>
                    <a:pt x="58524" y="128873"/>
                  </a:lnTo>
                  <a:lnTo>
                    <a:pt x="56728" y="125131"/>
                  </a:lnTo>
                  <a:lnTo>
                    <a:pt x="55231" y="121090"/>
                  </a:lnTo>
                  <a:lnTo>
                    <a:pt x="54034" y="117049"/>
                  </a:lnTo>
                  <a:lnTo>
                    <a:pt x="60620" y="115253"/>
                  </a:lnTo>
                  <a:close/>
                  <a:moveTo>
                    <a:pt x="148331" y="116899"/>
                  </a:moveTo>
                  <a:lnTo>
                    <a:pt x="155067" y="118396"/>
                  </a:lnTo>
                  <a:lnTo>
                    <a:pt x="153869" y="122287"/>
                  </a:lnTo>
                  <a:lnTo>
                    <a:pt x="152223" y="126029"/>
                  </a:lnTo>
                  <a:lnTo>
                    <a:pt x="150427" y="129622"/>
                  </a:lnTo>
                  <a:lnTo>
                    <a:pt x="148481" y="133064"/>
                  </a:lnTo>
                  <a:lnTo>
                    <a:pt x="142643" y="129322"/>
                  </a:lnTo>
                  <a:lnTo>
                    <a:pt x="144440" y="126329"/>
                  </a:lnTo>
                  <a:lnTo>
                    <a:pt x="145936" y="123335"/>
                  </a:lnTo>
                  <a:lnTo>
                    <a:pt x="147283" y="120192"/>
                  </a:lnTo>
                  <a:lnTo>
                    <a:pt x="148331" y="116899"/>
                  </a:lnTo>
                  <a:close/>
                  <a:moveTo>
                    <a:pt x="142194" y="130071"/>
                  </a:moveTo>
                  <a:lnTo>
                    <a:pt x="147882" y="133962"/>
                  </a:lnTo>
                  <a:lnTo>
                    <a:pt x="146385" y="135908"/>
                  </a:lnTo>
                  <a:lnTo>
                    <a:pt x="144889" y="138004"/>
                  </a:lnTo>
                  <a:lnTo>
                    <a:pt x="140548" y="132316"/>
                  </a:lnTo>
                  <a:lnTo>
                    <a:pt x="142194" y="130071"/>
                  </a:lnTo>
                  <a:close/>
                  <a:moveTo>
                    <a:pt x="66906" y="129472"/>
                  </a:moveTo>
                  <a:lnTo>
                    <a:pt x="68104" y="131268"/>
                  </a:lnTo>
                  <a:lnTo>
                    <a:pt x="69301" y="132915"/>
                  </a:lnTo>
                  <a:lnTo>
                    <a:pt x="65110" y="138752"/>
                  </a:lnTo>
                  <a:lnTo>
                    <a:pt x="63015" y="136058"/>
                  </a:lnTo>
                  <a:lnTo>
                    <a:pt x="61069" y="133214"/>
                  </a:lnTo>
                  <a:lnTo>
                    <a:pt x="66906" y="129472"/>
                  </a:lnTo>
                  <a:close/>
                  <a:moveTo>
                    <a:pt x="161802" y="141596"/>
                  </a:moveTo>
                  <a:lnTo>
                    <a:pt x="162700" y="141895"/>
                  </a:lnTo>
                  <a:lnTo>
                    <a:pt x="162401" y="142344"/>
                  </a:lnTo>
                  <a:lnTo>
                    <a:pt x="161802" y="141596"/>
                  </a:lnTo>
                  <a:close/>
                  <a:moveTo>
                    <a:pt x="36522" y="123934"/>
                  </a:moveTo>
                  <a:lnTo>
                    <a:pt x="38018" y="128574"/>
                  </a:lnTo>
                  <a:lnTo>
                    <a:pt x="39814" y="133064"/>
                  </a:lnTo>
                  <a:lnTo>
                    <a:pt x="41910" y="137405"/>
                  </a:lnTo>
                  <a:lnTo>
                    <a:pt x="44305" y="141596"/>
                  </a:lnTo>
                  <a:lnTo>
                    <a:pt x="33827" y="145188"/>
                  </a:lnTo>
                  <a:lnTo>
                    <a:pt x="31732" y="141446"/>
                  </a:lnTo>
                  <a:lnTo>
                    <a:pt x="29936" y="137555"/>
                  </a:lnTo>
                  <a:lnTo>
                    <a:pt x="28289" y="133663"/>
                  </a:lnTo>
                  <a:lnTo>
                    <a:pt x="26792" y="129472"/>
                  </a:lnTo>
                  <a:lnTo>
                    <a:pt x="36522" y="123934"/>
                  </a:lnTo>
                  <a:close/>
                  <a:moveTo>
                    <a:pt x="172878" y="123934"/>
                  </a:moveTo>
                  <a:lnTo>
                    <a:pt x="182608" y="129472"/>
                  </a:lnTo>
                  <a:lnTo>
                    <a:pt x="181111" y="133513"/>
                  </a:lnTo>
                  <a:lnTo>
                    <a:pt x="179464" y="137555"/>
                  </a:lnTo>
                  <a:lnTo>
                    <a:pt x="177668" y="141446"/>
                  </a:lnTo>
                  <a:lnTo>
                    <a:pt x="175573" y="145188"/>
                  </a:lnTo>
                  <a:lnTo>
                    <a:pt x="165095" y="141596"/>
                  </a:lnTo>
                  <a:lnTo>
                    <a:pt x="167490" y="137405"/>
                  </a:lnTo>
                  <a:lnTo>
                    <a:pt x="169586" y="133064"/>
                  </a:lnTo>
                  <a:lnTo>
                    <a:pt x="171382" y="128574"/>
                  </a:lnTo>
                  <a:lnTo>
                    <a:pt x="172878" y="123934"/>
                  </a:lnTo>
                  <a:close/>
                  <a:moveTo>
                    <a:pt x="92352" y="129771"/>
                  </a:moveTo>
                  <a:lnTo>
                    <a:pt x="95046" y="147433"/>
                  </a:lnTo>
                  <a:lnTo>
                    <a:pt x="92801" y="146835"/>
                  </a:lnTo>
                  <a:lnTo>
                    <a:pt x="90705" y="146236"/>
                  </a:lnTo>
                  <a:lnTo>
                    <a:pt x="88610" y="145488"/>
                  </a:lnTo>
                  <a:lnTo>
                    <a:pt x="86514" y="144590"/>
                  </a:lnTo>
                  <a:lnTo>
                    <a:pt x="84568" y="143542"/>
                  </a:lnTo>
                  <a:lnTo>
                    <a:pt x="82622" y="142494"/>
                  </a:lnTo>
                  <a:lnTo>
                    <a:pt x="80677" y="141297"/>
                  </a:lnTo>
                  <a:lnTo>
                    <a:pt x="78880" y="140099"/>
                  </a:lnTo>
                  <a:lnTo>
                    <a:pt x="92352" y="129771"/>
                  </a:lnTo>
                  <a:close/>
                  <a:moveTo>
                    <a:pt x="117048" y="129023"/>
                  </a:moveTo>
                  <a:lnTo>
                    <a:pt x="131268" y="139500"/>
                  </a:lnTo>
                  <a:lnTo>
                    <a:pt x="129472" y="140848"/>
                  </a:lnTo>
                  <a:lnTo>
                    <a:pt x="127526" y="142045"/>
                  </a:lnTo>
                  <a:lnTo>
                    <a:pt x="125430" y="143242"/>
                  </a:lnTo>
                  <a:lnTo>
                    <a:pt x="123485" y="144290"/>
                  </a:lnTo>
                  <a:lnTo>
                    <a:pt x="121239" y="145188"/>
                  </a:lnTo>
                  <a:lnTo>
                    <a:pt x="119144" y="146086"/>
                  </a:lnTo>
                  <a:lnTo>
                    <a:pt x="116899" y="146835"/>
                  </a:lnTo>
                  <a:lnTo>
                    <a:pt x="114504" y="147433"/>
                  </a:lnTo>
                  <a:lnTo>
                    <a:pt x="117048" y="129023"/>
                  </a:lnTo>
                  <a:close/>
                  <a:moveTo>
                    <a:pt x="77683" y="140997"/>
                  </a:moveTo>
                  <a:lnTo>
                    <a:pt x="79779" y="142494"/>
                  </a:lnTo>
                  <a:lnTo>
                    <a:pt x="76186" y="148331"/>
                  </a:lnTo>
                  <a:lnTo>
                    <a:pt x="73941" y="146835"/>
                  </a:lnTo>
                  <a:lnTo>
                    <a:pt x="71995" y="145338"/>
                  </a:lnTo>
                  <a:lnTo>
                    <a:pt x="77683" y="140997"/>
                  </a:lnTo>
                  <a:close/>
                  <a:moveTo>
                    <a:pt x="132465" y="140399"/>
                  </a:moveTo>
                  <a:lnTo>
                    <a:pt x="138303" y="144590"/>
                  </a:lnTo>
                  <a:lnTo>
                    <a:pt x="135459" y="146835"/>
                  </a:lnTo>
                  <a:lnTo>
                    <a:pt x="132465" y="148781"/>
                  </a:lnTo>
                  <a:lnTo>
                    <a:pt x="128873" y="142943"/>
                  </a:lnTo>
                  <a:lnTo>
                    <a:pt x="130669" y="141746"/>
                  </a:lnTo>
                  <a:lnTo>
                    <a:pt x="132465" y="140399"/>
                  </a:lnTo>
                  <a:close/>
                  <a:moveTo>
                    <a:pt x="47747" y="141596"/>
                  </a:moveTo>
                  <a:lnTo>
                    <a:pt x="46999" y="142344"/>
                  </a:lnTo>
                  <a:lnTo>
                    <a:pt x="46400" y="143093"/>
                  </a:lnTo>
                  <a:lnTo>
                    <a:pt x="45652" y="143841"/>
                  </a:lnTo>
                  <a:lnTo>
                    <a:pt x="38318" y="152373"/>
                  </a:lnTo>
                  <a:lnTo>
                    <a:pt x="36222" y="149230"/>
                  </a:lnTo>
                  <a:lnTo>
                    <a:pt x="34276" y="146086"/>
                  </a:lnTo>
                  <a:lnTo>
                    <a:pt x="34576" y="145937"/>
                  </a:lnTo>
                  <a:lnTo>
                    <a:pt x="35474" y="147284"/>
                  </a:lnTo>
                  <a:lnTo>
                    <a:pt x="36072" y="148032"/>
                  </a:lnTo>
                  <a:lnTo>
                    <a:pt x="36671" y="148631"/>
                  </a:lnTo>
                  <a:lnTo>
                    <a:pt x="36821" y="148631"/>
                  </a:lnTo>
                  <a:lnTo>
                    <a:pt x="35623" y="146984"/>
                  </a:lnTo>
                  <a:lnTo>
                    <a:pt x="34875" y="145937"/>
                  </a:lnTo>
                  <a:lnTo>
                    <a:pt x="35773" y="145637"/>
                  </a:lnTo>
                  <a:lnTo>
                    <a:pt x="36671" y="146685"/>
                  </a:lnTo>
                  <a:lnTo>
                    <a:pt x="37270" y="147433"/>
                  </a:lnTo>
                  <a:lnTo>
                    <a:pt x="37869" y="148182"/>
                  </a:lnTo>
                  <a:lnTo>
                    <a:pt x="38018" y="148182"/>
                  </a:lnTo>
                  <a:lnTo>
                    <a:pt x="37420" y="147284"/>
                  </a:lnTo>
                  <a:lnTo>
                    <a:pt x="36821" y="146535"/>
                  </a:lnTo>
                  <a:lnTo>
                    <a:pt x="36072" y="145488"/>
                  </a:lnTo>
                  <a:lnTo>
                    <a:pt x="36971" y="145188"/>
                  </a:lnTo>
                  <a:lnTo>
                    <a:pt x="37569" y="146236"/>
                  </a:lnTo>
                  <a:lnTo>
                    <a:pt x="38168" y="146835"/>
                  </a:lnTo>
                  <a:lnTo>
                    <a:pt x="38767" y="147284"/>
                  </a:lnTo>
                  <a:lnTo>
                    <a:pt x="37719" y="145937"/>
                  </a:lnTo>
                  <a:lnTo>
                    <a:pt x="37270" y="145188"/>
                  </a:lnTo>
                  <a:lnTo>
                    <a:pt x="38318" y="144739"/>
                  </a:lnTo>
                  <a:lnTo>
                    <a:pt x="39066" y="145637"/>
                  </a:lnTo>
                  <a:lnTo>
                    <a:pt x="39515" y="146236"/>
                  </a:lnTo>
                  <a:lnTo>
                    <a:pt x="40114" y="146835"/>
                  </a:lnTo>
                  <a:lnTo>
                    <a:pt x="40263" y="146835"/>
                  </a:lnTo>
                  <a:lnTo>
                    <a:pt x="39814" y="146086"/>
                  </a:lnTo>
                  <a:lnTo>
                    <a:pt x="39216" y="145338"/>
                  </a:lnTo>
                  <a:lnTo>
                    <a:pt x="38617" y="144590"/>
                  </a:lnTo>
                  <a:lnTo>
                    <a:pt x="39515" y="144290"/>
                  </a:lnTo>
                  <a:lnTo>
                    <a:pt x="39964" y="145039"/>
                  </a:lnTo>
                  <a:lnTo>
                    <a:pt x="40413" y="145637"/>
                  </a:lnTo>
                  <a:lnTo>
                    <a:pt x="41012" y="146236"/>
                  </a:lnTo>
                  <a:lnTo>
                    <a:pt x="41162" y="146236"/>
                  </a:lnTo>
                  <a:lnTo>
                    <a:pt x="39964" y="144440"/>
                  </a:lnTo>
                  <a:lnTo>
                    <a:pt x="39814" y="144290"/>
                  </a:lnTo>
                  <a:lnTo>
                    <a:pt x="40563" y="143991"/>
                  </a:lnTo>
                  <a:lnTo>
                    <a:pt x="40713" y="144290"/>
                  </a:lnTo>
                  <a:lnTo>
                    <a:pt x="41311" y="145039"/>
                  </a:lnTo>
                  <a:lnTo>
                    <a:pt x="41910" y="145637"/>
                  </a:lnTo>
                  <a:lnTo>
                    <a:pt x="42060" y="145637"/>
                  </a:lnTo>
                  <a:lnTo>
                    <a:pt x="42060" y="145488"/>
                  </a:lnTo>
                  <a:lnTo>
                    <a:pt x="41162" y="144440"/>
                  </a:lnTo>
                  <a:lnTo>
                    <a:pt x="40862" y="143841"/>
                  </a:lnTo>
                  <a:lnTo>
                    <a:pt x="41611" y="143691"/>
                  </a:lnTo>
                  <a:lnTo>
                    <a:pt x="42060" y="144140"/>
                  </a:lnTo>
                  <a:lnTo>
                    <a:pt x="42658" y="145039"/>
                  </a:lnTo>
                  <a:lnTo>
                    <a:pt x="42808" y="145039"/>
                  </a:lnTo>
                  <a:lnTo>
                    <a:pt x="42509" y="144440"/>
                  </a:lnTo>
                  <a:lnTo>
                    <a:pt x="42060" y="143991"/>
                  </a:lnTo>
                  <a:lnTo>
                    <a:pt x="41760" y="143542"/>
                  </a:lnTo>
                  <a:lnTo>
                    <a:pt x="42509" y="143242"/>
                  </a:lnTo>
                  <a:lnTo>
                    <a:pt x="42808" y="143542"/>
                  </a:lnTo>
                  <a:lnTo>
                    <a:pt x="43107" y="143991"/>
                  </a:lnTo>
                  <a:lnTo>
                    <a:pt x="43556" y="144440"/>
                  </a:lnTo>
                  <a:lnTo>
                    <a:pt x="43706" y="144290"/>
                  </a:lnTo>
                  <a:lnTo>
                    <a:pt x="42958" y="143392"/>
                  </a:lnTo>
                  <a:lnTo>
                    <a:pt x="42808" y="143242"/>
                  </a:lnTo>
                  <a:lnTo>
                    <a:pt x="43556" y="142943"/>
                  </a:lnTo>
                  <a:lnTo>
                    <a:pt x="44454" y="143841"/>
                  </a:lnTo>
                  <a:lnTo>
                    <a:pt x="44604" y="143841"/>
                  </a:lnTo>
                  <a:lnTo>
                    <a:pt x="43856" y="142793"/>
                  </a:lnTo>
                  <a:lnTo>
                    <a:pt x="44454" y="142644"/>
                  </a:lnTo>
                  <a:lnTo>
                    <a:pt x="44604" y="142793"/>
                  </a:lnTo>
                  <a:lnTo>
                    <a:pt x="44904" y="143093"/>
                  </a:lnTo>
                  <a:lnTo>
                    <a:pt x="45353" y="143392"/>
                  </a:lnTo>
                  <a:lnTo>
                    <a:pt x="45502" y="143392"/>
                  </a:lnTo>
                  <a:lnTo>
                    <a:pt x="45053" y="142943"/>
                  </a:lnTo>
                  <a:lnTo>
                    <a:pt x="44904" y="142644"/>
                  </a:lnTo>
                  <a:lnTo>
                    <a:pt x="44754" y="142494"/>
                  </a:lnTo>
                  <a:lnTo>
                    <a:pt x="45353" y="142344"/>
                  </a:lnTo>
                  <a:lnTo>
                    <a:pt x="45502" y="142344"/>
                  </a:lnTo>
                  <a:lnTo>
                    <a:pt x="45951" y="142793"/>
                  </a:lnTo>
                  <a:lnTo>
                    <a:pt x="46101" y="142793"/>
                  </a:lnTo>
                  <a:lnTo>
                    <a:pt x="45652" y="142195"/>
                  </a:lnTo>
                  <a:lnTo>
                    <a:pt x="45802" y="142195"/>
                  </a:lnTo>
                  <a:lnTo>
                    <a:pt x="46400" y="142045"/>
                  </a:lnTo>
                  <a:lnTo>
                    <a:pt x="46999" y="142344"/>
                  </a:lnTo>
                  <a:lnTo>
                    <a:pt x="46700" y="141895"/>
                  </a:lnTo>
                  <a:lnTo>
                    <a:pt x="47747" y="141596"/>
                  </a:lnTo>
                  <a:close/>
                  <a:moveTo>
                    <a:pt x="174226" y="110313"/>
                  </a:moveTo>
                  <a:lnTo>
                    <a:pt x="174076" y="112858"/>
                  </a:lnTo>
                  <a:lnTo>
                    <a:pt x="173777" y="115402"/>
                  </a:lnTo>
                  <a:lnTo>
                    <a:pt x="173328" y="117947"/>
                  </a:lnTo>
                  <a:lnTo>
                    <a:pt x="172729" y="120342"/>
                  </a:lnTo>
                  <a:lnTo>
                    <a:pt x="166742" y="120342"/>
                  </a:lnTo>
                  <a:lnTo>
                    <a:pt x="171980" y="123335"/>
                  </a:lnTo>
                  <a:lnTo>
                    <a:pt x="170484" y="128125"/>
                  </a:lnTo>
                  <a:lnTo>
                    <a:pt x="168687" y="132615"/>
                  </a:lnTo>
                  <a:lnTo>
                    <a:pt x="166592" y="137106"/>
                  </a:lnTo>
                  <a:lnTo>
                    <a:pt x="164197" y="141297"/>
                  </a:lnTo>
                  <a:lnTo>
                    <a:pt x="158659" y="139500"/>
                  </a:lnTo>
                  <a:lnTo>
                    <a:pt x="162551" y="143841"/>
                  </a:lnTo>
                  <a:lnTo>
                    <a:pt x="160904" y="146086"/>
                  </a:lnTo>
                  <a:lnTo>
                    <a:pt x="159258" y="148182"/>
                  </a:lnTo>
                  <a:lnTo>
                    <a:pt x="157611" y="150277"/>
                  </a:lnTo>
                  <a:lnTo>
                    <a:pt x="155815" y="152373"/>
                  </a:lnTo>
                  <a:lnTo>
                    <a:pt x="145936" y="139351"/>
                  </a:lnTo>
                  <a:lnTo>
                    <a:pt x="147733" y="137106"/>
                  </a:lnTo>
                  <a:lnTo>
                    <a:pt x="149379" y="134860"/>
                  </a:lnTo>
                  <a:lnTo>
                    <a:pt x="152522" y="136956"/>
                  </a:lnTo>
                  <a:lnTo>
                    <a:pt x="152373" y="137854"/>
                  </a:lnTo>
                  <a:lnTo>
                    <a:pt x="152522" y="138602"/>
                  </a:lnTo>
                  <a:lnTo>
                    <a:pt x="153121" y="139201"/>
                  </a:lnTo>
                  <a:lnTo>
                    <a:pt x="153869" y="139650"/>
                  </a:lnTo>
                  <a:lnTo>
                    <a:pt x="154169" y="139800"/>
                  </a:lnTo>
                  <a:lnTo>
                    <a:pt x="154618" y="139800"/>
                  </a:lnTo>
                  <a:lnTo>
                    <a:pt x="155516" y="139650"/>
                  </a:lnTo>
                  <a:lnTo>
                    <a:pt x="156115" y="139201"/>
                  </a:lnTo>
                  <a:lnTo>
                    <a:pt x="156414" y="138752"/>
                  </a:lnTo>
                  <a:lnTo>
                    <a:pt x="156564" y="138453"/>
                  </a:lnTo>
                  <a:lnTo>
                    <a:pt x="156713" y="138004"/>
                  </a:lnTo>
                  <a:lnTo>
                    <a:pt x="156713" y="137555"/>
                  </a:lnTo>
                  <a:lnTo>
                    <a:pt x="156564" y="136657"/>
                  </a:lnTo>
                  <a:lnTo>
                    <a:pt x="156115" y="136058"/>
                  </a:lnTo>
                  <a:lnTo>
                    <a:pt x="155665" y="135758"/>
                  </a:lnTo>
                  <a:lnTo>
                    <a:pt x="155366" y="135609"/>
                  </a:lnTo>
                  <a:lnTo>
                    <a:pt x="154618" y="135459"/>
                  </a:lnTo>
                  <a:lnTo>
                    <a:pt x="154019" y="135459"/>
                  </a:lnTo>
                  <a:lnTo>
                    <a:pt x="153420" y="135758"/>
                  </a:lnTo>
                  <a:lnTo>
                    <a:pt x="152971" y="136058"/>
                  </a:lnTo>
                  <a:lnTo>
                    <a:pt x="149828" y="134112"/>
                  </a:lnTo>
                  <a:lnTo>
                    <a:pt x="152073" y="130520"/>
                  </a:lnTo>
                  <a:lnTo>
                    <a:pt x="153869" y="126778"/>
                  </a:lnTo>
                  <a:lnTo>
                    <a:pt x="155516" y="122736"/>
                  </a:lnTo>
                  <a:lnTo>
                    <a:pt x="156713" y="118695"/>
                  </a:lnTo>
                  <a:lnTo>
                    <a:pt x="160605" y="119593"/>
                  </a:lnTo>
                  <a:lnTo>
                    <a:pt x="160755" y="120342"/>
                  </a:lnTo>
                  <a:lnTo>
                    <a:pt x="161204" y="121090"/>
                  </a:lnTo>
                  <a:lnTo>
                    <a:pt x="161952" y="121539"/>
                  </a:lnTo>
                  <a:lnTo>
                    <a:pt x="162700" y="121689"/>
                  </a:lnTo>
                  <a:lnTo>
                    <a:pt x="163149" y="121689"/>
                  </a:lnTo>
                  <a:lnTo>
                    <a:pt x="163598" y="121539"/>
                  </a:lnTo>
                  <a:lnTo>
                    <a:pt x="164347" y="121090"/>
                  </a:lnTo>
                  <a:lnTo>
                    <a:pt x="164796" y="120342"/>
                  </a:lnTo>
                  <a:lnTo>
                    <a:pt x="164946" y="120042"/>
                  </a:lnTo>
                  <a:lnTo>
                    <a:pt x="164946" y="119593"/>
                  </a:lnTo>
                  <a:lnTo>
                    <a:pt x="164946" y="119144"/>
                  </a:lnTo>
                  <a:lnTo>
                    <a:pt x="164796" y="118695"/>
                  </a:lnTo>
                  <a:lnTo>
                    <a:pt x="164347" y="117947"/>
                  </a:lnTo>
                  <a:lnTo>
                    <a:pt x="163748" y="117498"/>
                  </a:lnTo>
                  <a:lnTo>
                    <a:pt x="163299" y="117348"/>
                  </a:lnTo>
                  <a:lnTo>
                    <a:pt x="162102" y="117348"/>
                  </a:lnTo>
                  <a:lnTo>
                    <a:pt x="161653" y="117647"/>
                  </a:lnTo>
                  <a:lnTo>
                    <a:pt x="161054" y="118096"/>
                  </a:lnTo>
                  <a:lnTo>
                    <a:pt x="160755" y="118545"/>
                  </a:lnTo>
                  <a:lnTo>
                    <a:pt x="157013" y="117797"/>
                  </a:lnTo>
                  <a:lnTo>
                    <a:pt x="157611" y="115253"/>
                  </a:lnTo>
                  <a:lnTo>
                    <a:pt x="157911" y="112858"/>
                  </a:lnTo>
                  <a:lnTo>
                    <a:pt x="174226" y="110313"/>
                  </a:lnTo>
                  <a:close/>
                  <a:moveTo>
                    <a:pt x="163000" y="142045"/>
                  </a:moveTo>
                  <a:lnTo>
                    <a:pt x="163598" y="142195"/>
                  </a:lnTo>
                  <a:lnTo>
                    <a:pt x="163748" y="142195"/>
                  </a:lnTo>
                  <a:lnTo>
                    <a:pt x="163299" y="142793"/>
                  </a:lnTo>
                  <a:lnTo>
                    <a:pt x="163449" y="142793"/>
                  </a:lnTo>
                  <a:lnTo>
                    <a:pt x="164047" y="142344"/>
                  </a:lnTo>
                  <a:lnTo>
                    <a:pt x="164646" y="142494"/>
                  </a:lnTo>
                  <a:lnTo>
                    <a:pt x="164646" y="142644"/>
                  </a:lnTo>
                  <a:lnTo>
                    <a:pt x="164197" y="143242"/>
                  </a:lnTo>
                  <a:lnTo>
                    <a:pt x="164047" y="143392"/>
                  </a:lnTo>
                  <a:lnTo>
                    <a:pt x="164497" y="143093"/>
                  </a:lnTo>
                  <a:lnTo>
                    <a:pt x="164796" y="142793"/>
                  </a:lnTo>
                  <a:lnTo>
                    <a:pt x="164946" y="142644"/>
                  </a:lnTo>
                  <a:lnTo>
                    <a:pt x="165694" y="142793"/>
                  </a:lnTo>
                  <a:lnTo>
                    <a:pt x="164946" y="143841"/>
                  </a:lnTo>
                  <a:lnTo>
                    <a:pt x="165844" y="142943"/>
                  </a:lnTo>
                  <a:lnTo>
                    <a:pt x="166592" y="143242"/>
                  </a:lnTo>
                  <a:lnTo>
                    <a:pt x="166442" y="143392"/>
                  </a:lnTo>
                  <a:lnTo>
                    <a:pt x="165844" y="144290"/>
                  </a:lnTo>
                  <a:lnTo>
                    <a:pt x="165844" y="144440"/>
                  </a:lnTo>
                  <a:lnTo>
                    <a:pt x="166293" y="143991"/>
                  </a:lnTo>
                  <a:lnTo>
                    <a:pt x="166592" y="143542"/>
                  </a:lnTo>
                  <a:lnTo>
                    <a:pt x="166891" y="143242"/>
                  </a:lnTo>
                  <a:lnTo>
                    <a:pt x="167640" y="143542"/>
                  </a:lnTo>
                  <a:lnTo>
                    <a:pt x="167340" y="143991"/>
                  </a:lnTo>
                  <a:lnTo>
                    <a:pt x="166891" y="144440"/>
                  </a:lnTo>
                  <a:lnTo>
                    <a:pt x="166742" y="145039"/>
                  </a:lnTo>
                  <a:lnTo>
                    <a:pt x="167490" y="144140"/>
                  </a:lnTo>
                  <a:lnTo>
                    <a:pt x="167789" y="143691"/>
                  </a:lnTo>
                  <a:lnTo>
                    <a:pt x="168687" y="143841"/>
                  </a:lnTo>
                  <a:lnTo>
                    <a:pt x="168238" y="144440"/>
                  </a:lnTo>
                  <a:lnTo>
                    <a:pt x="167490" y="145488"/>
                  </a:lnTo>
                  <a:lnTo>
                    <a:pt x="167490" y="145637"/>
                  </a:lnTo>
                  <a:lnTo>
                    <a:pt x="168089" y="145039"/>
                  </a:lnTo>
                  <a:lnTo>
                    <a:pt x="168687" y="144290"/>
                  </a:lnTo>
                  <a:lnTo>
                    <a:pt x="168987" y="143991"/>
                  </a:lnTo>
                  <a:lnTo>
                    <a:pt x="169735" y="144290"/>
                  </a:lnTo>
                  <a:lnTo>
                    <a:pt x="169436" y="144440"/>
                  </a:lnTo>
                  <a:lnTo>
                    <a:pt x="168238" y="146236"/>
                  </a:lnTo>
                  <a:lnTo>
                    <a:pt x="168388" y="146236"/>
                  </a:lnTo>
                  <a:lnTo>
                    <a:pt x="168987" y="145637"/>
                  </a:lnTo>
                  <a:lnTo>
                    <a:pt x="169436" y="145039"/>
                  </a:lnTo>
                  <a:lnTo>
                    <a:pt x="169885" y="144290"/>
                  </a:lnTo>
                  <a:lnTo>
                    <a:pt x="170783" y="144590"/>
                  </a:lnTo>
                  <a:lnTo>
                    <a:pt x="170184" y="145338"/>
                  </a:lnTo>
                  <a:lnTo>
                    <a:pt x="169735" y="146086"/>
                  </a:lnTo>
                  <a:lnTo>
                    <a:pt x="169286" y="146835"/>
                  </a:lnTo>
                  <a:lnTo>
                    <a:pt x="169286" y="146835"/>
                  </a:lnTo>
                  <a:lnTo>
                    <a:pt x="169885" y="146236"/>
                  </a:lnTo>
                  <a:lnTo>
                    <a:pt x="170484" y="145637"/>
                  </a:lnTo>
                  <a:lnTo>
                    <a:pt x="171082" y="144739"/>
                  </a:lnTo>
                  <a:lnTo>
                    <a:pt x="172280" y="145188"/>
                  </a:lnTo>
                  <a:lnTo>
                    <a:pt x="171681" y="145937"/>
                  </a:lnTo>
                  <a:lnTo>
                    <a:pt x="170633" y="147284"/>
                  </a:lnTo>
                  <a:lnTo>
                    <a:pt x="171232" y="146835"/>
                  </a:lnTo>
                  <a:lnTo>
                    <a:pt x="171831" y="146236"/>
                  </a:lnTo>
                  <a:lnTo>
                    <a:pt x="172579" y="145188"/>
                  </a:lnTo>
                  <a:lnTo>
                    <a:pt x="173328" y="145488"/>
                  </a:lnTo>
                  <a:lnTo>
                    <a:pt x="172579" y="146535"/>
                  </a:lnTo>
                  <a:lnTo>
                    <a:pt x="171980" y="147284"/>
                  </a:lnTo>
                  <a:lnTo>
                    <a:pt x="171531" y="148182"/>
                  </a:lnTo>
                  <a:lnTo>
                    <a:pt x="171531" y="148182"/>
                  </a:lnTo>
                  <a:lnTo>
                    <a:pt x="172280" y="147433"/>
                  </a:lnTo>
                  <a:lnTo>
                    <a:pt x="172729" y="146685"/>
                  </a:lnTo>
                  <a:lnTo>
                    <a:pt x="173627" y="145637"/>
                  </a:lnTo>
                  <a:lnTo>
                    <a:pt x="174525" y="145937"/>
                  </a:lnTo>
                  <a:lnTo>
                    <a:pt x="173777" y="146984"/>
                  </a:lnTo>
                  <a:lnTo>
                    <a:pt x="172579" y="148631"/>
                  </a:lnTo>
                  <a:lnTo>
                    <a:pt x="172729" y="148631"/>
                  </a:lnTo>
                  <a:lnTo>
                    <a:pt x="173328" y="148032"/>
                  </a:lnTo>
                  <a:lnTo>
                    <a:pt x="173926" y="147284"/>
                  </a:lnTo>
                  <a:lnTo>
                    <a:pt x="174824" y="145937"/>
                  </a:lnTo>
                  <a:lnTo>
                    <a:pt x="175124" y="146086"/>
                  </a:lnTo>
                  <a:lnTo>
                    <a:pt x="173178" y="149230"/>
                  </a:lnTo>
                  <a:lnTo>
                    <a:pt x="171082" y="152373"/>
                  </a:lnTo>
                  <a:lnTo>
                    <a:pt x="163748" y="143841"/>
                  </a:lnTo>
                  <a:lnTo>
                    <a:pt x="163000" y="143093"/>
                  </a:lnTo>
                  <a:lnTo>
                    <a:pt x="162551" y="142344"/>
                  </a:lnTo>
                  <a:lnTo>
                    <a:pt x="163000" y="142045"/>
                  </a:lnTo>
                  <a:close/>
                  <a:moveTo>
                    <a:pt x="35174" y="110912"/>
                  </a:moveTo>
                  <a:lnTo>
                    <a:pt x="51489" y="113157"/>
                  </a:lnTo>
                  <a:lnTo>
                    <a:pt x="52088" y="116600"/>
                  </a:lnTo>
                  <a:lnTo>
                    <a:pt x="48346" y="117647"/>
                  </a:lnTo>
                  <a:lnTo>
                    <a:pt x="47747" y="117049"/>
                  </a:lnTo>
                  <a:lnTo>
                    <a:pt x="47149" y="116600"/>
                  </a:lnTo>
                  <a:lnTo>
                    <a:pt x="46251" y="116450"/>
                  </a:lnTo>
                  <a:lnTo>
                    <a:pt x="45502" y="116749"/>
                  </a:lnTo>
                  <a:lnTo>
                    <a:pt x="45053" y="116899"/>
                  </a:lnTo>
                  <a:lnTo>
                    <a:pt x="44754" y="117198"/>
                  </a:lnTo>
                  <a:lnTo>
                    <a:pt x="44305" y="117947"/>
                  </a:lnTo>
                  <a:lnTo>
                    <a:pt x="44305" y="118845"/>
                  </a:lnTo>
                  <a:lnTo>
                    <a:pt x="44305" y="119294"/>
                  </a:lnTo>
                  <a:lnTo>
                    <a:pt x="44454" y="119743"/>
                  </a:lnTo>
                  <a:lnTo>
                    <a:pt x="44754" y="120042"/>
                  </a:lnTo>
                  <a:lnTo>
                    <a:pt x="45053" y="120342"/>
                  </a:lnTo>
                  <a:lnTo>
                    <a:pt x="45652" y="120791"/>
                  </a:lnTo>
                  <a:lnTo>
                    <a:pt x="46550" y="120940"/>
                  </a:lnTo>
                  <a:lnTo>
                    <a:pt x="46999" y="120791"/>
                  </a:lnTo>
                  <a:lnTo>
                    <a:pt x="47448" y="120641"/>
                  </a:lnTo>
                  <a:lnTo>
                    <a:pt x="47897" y="120342"/>
                  </a:lnTo>
                  <a:lnTo>
                    <a:pt x="48346" y="119743"/>
                  </a:lnTo>
                  <a:lnTo>
                    <a:pt x="48645" y="119294"/>
                  </a:lnTo>
                  <a:lnTo>
                    <a:pt x="48645" y="118545"/>
                  </a:lnTo>
                  <a:lnTo>
                    <a:pt x="52387" y="117498"/>
                  </a:lnTo>
                  <a:lnTo>
                    <a:pt x="53585" y="121689"/>
                  </a:lnTo>
                  <a:lnTo>
                    <a:pt x="55082" y="125730"/>
                  </a:lnTo>
                  <a:lnTo>
                    <a:pt x="56878" y="129622"/>
                  </a:lnTo>
                  <a:lnTo>
                    <a:pt x="59123" y="133364"/>
                  </a:lnTo>
                  <a:lnTo>
                    <a:pt x="55680" y="135609"/>
                  </a:lnTo>
                  <a:lnTo>
                    <a:pt x="54932" y="135160"/>
                  </a:lnTo>
                  <a:lnTo>
                    <a:pt x="54034" y="135010"/>
                  </a:lnTo>
                  <a:lnTo>
                    <a:pt x="53285" y="135160"/>
                  </a:lnTo>
                  <a:lnTo>
                    <a:pt x="52537" y="135609"/>
                  </a:lnTo>
                  <a:lnTo>
                    <a:pt x="52238" y="136058"/>
                  </a:lnTo>
                  <a:lnTo>
                    <a:pt x="52088" y="136357"/>
                  </a:lnTo>
                  <a:lnTo>
                    <a:pt x="51938" y="137255"/>
                  </a:lnTo>
                  <a:lnTo>
                    <a:pt x="52088" y="138004"/>
                  </a:lnTo>
                  <a:lnTo>
                    <a:pt x="52238" y="138453"/>
                  </a:lnTo>
                  <a:lnTo>
                    <a:pt x="52537" y="138752"/>
                  </a:lnTo>
                  <a:lnTo>
                    <a:pt x="52986" y="139051"/>
                  </a:lnTo>
                  <a:lnTo>
                    <a:pt x="53285" y="139201"/>
                  </a:lnTo>
                  <a:lnTo>
                    <a:pt x="54184" y="139351"/>
                  </a:lnTo>
                  <a:lnTo>
                    <a:pt x="54932" y="139201"/>
                  </a:lnTo>
                  <a:lnTo>
                    <a:pt x="55381" y="139051"/>
                  </a:lnTo>
                  <a:lnTo>
                    <a:pt x="55680" y="138752"/>
                  </a:lnTo>
                  <a:lnTo>
                    <a:pt x="56129" y="138303"/>
                  </a:lnTo>
                  <a:lnTo>
                    <a:pt x="56279" y="137704"/>
                  </a:lnTo>
                  <a:lnTo>
                    <a:pt x="56279" y="136956"/>
                  </a:lnTo>
                  <a:lnTo>
                    <a:pt x="56129" y="136357"/>
                  </a:lnTo>
                  <a:lnTo>
                    <a:pt x="59572" y="134262"/>
                  </a:lnTo>
                  <a:lnTo>
                    <a:pt x="61817" y="137255"/>
                  </a:lnTo>
                  <a:lnTo>
                    <a:pt x="64062" y="140099"/>
                  </a:lnTo>
                  <a:lnTo>
                    <a:pt x="54483" y="153271"/>
                  </a:lnTo>
                  <a:lnTo>
                    <a:pt x="52387" y="151026"/>
                  </a:lnTo>
                  <a:lnTo>
                    <a:pt x="50442" y="148781"/>
                  </a:lnTo>
                  <a:lnTo>
                    <a:pt x="48645" y="146386"/>
                  </a:lnTo>
                  <a:lnTo>
                    <a:pt x="46849" y="143991"/>
                  </a:lnTo>
                  <a:lnTo>
                    <a:pt x="50891" y="139500"/>
                  </a:lnTo>
                  <a:lnTo>
                    <a:pt x="45203" y="141297"/>
                  </a:lnTo>
                  <a:lnTo>
                    <a:pt x="42808" y="137106"/>
                  </a:lnTo>
                  <a:lnTo>
                    <a:pt x="40713" y="132615"/>
                  </a:lnTo>
                  <a:lnTo>
                    <a:pt x="38916" y="128125"/>
                  </a:lnTo>
                  <a:lnTo>
                    <a:pt x="37420" y="123335"/>
                  </a:lnTo>
                  <a:lnTo>
                    <a:pt x="42658" y="120342"/>
                  </a:lnTo>
                  <a:lnTo>
                    <a:pt x="36671" y="120342"/>
                  </a:lnTo>
                  <a:lnTo>
                    <a:pt x="35773" y="115702"/>
                  </a:lnTo>
                  <a:lnTo>
                    <a:pt x="35174" y="110912"/>
                  </a:lnTo>
                  <a:close/>
                  <a:moveTo>
                    <a:pt x="80677" y="143093"/>
                  </a:moveTo>
                  <a:lnTo>
                    <a:pt x="83371" y="144739"/>
                  </a:lnTo>
                  <a:lnTo>
                    <a:pt x="86364" y="146086"/>
                  </a:lnTo>
                  <a:lnTo>
                    <a:pt x="89508" y="147284"/>
                  </a:lnTo>
                  <a:lnTo>
                    <a:pt x="92651" y="148331"/>
                  </a:lnTo>
                  <a:lnTo>
                    <a:pt x="91453" y="155217"/>
                  </a:lnTo>
                  <a:lnTo>
                    <a:pt x="87562" y="154019"/>
                  </a:lnTo>
                  <a:lnTo>
                    <a:pt x="83820" y="152522"/>
                  </a:lnTo>
                  <a:lnTo>
                    <a:pt x="80377" y="150876"/>
                  </a:lnTo>
                  <a:lnTo>
                    <a:pt x="76935" y="148930"/>
                  </a:lnTo>
                  <a:lnTo>
                    <a:pt x="80677" y="143093"/>
                  </a:lnTo>
                  <a:close/>
                  <a:moveTo>
                    <a:pt x="128125" y="143542"/>
                  </a:moveTo>
                  <a:lnTo>
                    <a:pt x="131717" y="149379"/>
                  </a:lnTo>
                  <a:lnTo>
                    <a:pt x="128274" y="151325"/>
                  </a:lnTo>
                  <a:lnTo>
                    <a:pt x="124532" y="152972"/>
                  </a:lnTo>
                  <a:lnTo>
                    <a:pt x="120790" y="154319"/>
                  </a:lnTo>
                  <a:lnTo>
                    <a:pt x="116899" y="155366"/>
                  </a:lnTo>
                  <a:lnTo>
                    <a:pt x="115552" y="148631"/>
                  </a:lnTo>
                  <a:lnTo>
                    <a:pt x="118845" y="147733"/>
                  </a:lnTo>
                  <a:lnTo>
                    <a:pt x="121988" y="146535"/>
                  </a:lnTo>
                  <a:lnTo>
                    <a:pt x="125131" y="145188"/>
                  </a:lnTo>
                  <a:lnTo>
                    <a:pt x="128125" y="143542"/>
                  </a:lnTo>
                  <a:close/>
                  <a:moveTo>
                    <a:pt x="114504" y="148930"/>
                  </a:moveTo>
                  <a:lnTo>
                    <a:pt x="116001" y="155666"/>
                  </a:lnTo>
                  <a:lnTo>
                    <a:pt x="113307" y="156115"/>
                  </a:lnTo>
                  <a:lnTo>
                    <a:pt x="114354" y="148930"/>
                  </a:lnTo>
                  <a:close/>
                  <a:moveTo>
                    <a:pt x="93549" y="148631"/>
                  </a:moveTo>
                  <a:lnTo>
                    <a:pt x="95345" y="149080"/>
                  </a:lnTo>
                  <a:lnTo>
                    <a:pt x="96393" y="156264"/>
                  </a:lnTo>
                  <a:lnTo>
                    <a:pt x="92352" y="155366"/>
                  </a:lnTo>
                  <a:lnTo>
                    <a:pt x="93549" y="148631"/>
                  </a:lnTo>
                  <a:close/>
                  <a:moveTo>
                    <a:pt x="127676" y="117348"/>
                  </a:moveTo>
                  <a:lnTo>
                    <a:pt x="138902" y="132017"/>
                  </a:lnTo>
                  <a:lnTo>
                    <a:pt x="139800" y="133364"/>
                  </a:lnTo>
                  <a:lnTo>
                    <a:pt x="143991" y="138902"/>
                  </a:lnTo>
                  <a:lnTo>
                    <a:pt x="145188" y="140399"/>
                  </a:lnTo>
                  <a:lnTo>
                    <a:pt x="154917" y="153271"/>
                  </a:lnTo>
                  <a:lnTo>
                    <a:pt x="155516" y="154019"/>
                  </a:lnTo>
                  <a:lnTo>
                    <a:pt x="158659" y="158210"/>
                  </a:lnTo>
                  <a:lnTo>
                    <a:pt x="154468" y="155067"/>
                  </a:lnTo>
                  <a:lnTo>
                    <a:pt x="153720" y="154468"/>
                  </a:lnTo>
                  <a:lnTo>
                    <a:pt x="140698" y="144889"/>
                  </a:lnTo>
                  <a:lnTo>
                    <a:pt x="139201" y="143841"/>
                  </a:lnTo>
                  <a:lnTo>
                    <a:pt x="133513" y="139650"/>
                  </a:lnTo>
                  <a:lnTo>
                    <a:pt x="132316" y="138752"/>
                  </a:lnTo>
                  <a:lnTo>
                    <a:pt x="117348" y="127676"/>
                  </a:lnTo>
                  <a:lnTo>
                    <a:pt x="118545" y="118845"/>
                  </a:lnTo>
                  <a:lnTo>
                    <a:pt x="121090" y="118396"/>
                  </a:lnTo>
                  <a:lnTo>
                    <a:pt x="120341" y="118994"/>
                  </a:lnTo>
                  <a:lnTo>
                    <a:pt x="119892" y="119743"/>
                  </a:lnTo>
                  <a:lnTo>
                    <a:pt x="119892" y="119893"/>
                  </a:lnTo>
                  <a:lnTo>
                    <a:pt x="120940" y="119144"/>
                  </a:lnTo>
                  <a:lnTo>
                    <a:pt x="121688" y="118246"/>
                  </a:lnTo>
                  <a:lnTo>
                    <a:pt x="125281" y="117797"/>
                  </a:lnTo>
                  <a:lnTo>
                    <a:pt x="123784" y="119144"/>
                  </a:lnTo>
                  <a:lnTo>
                    <a:pt x="122587" y="120342"/>
                  </a:lnTo>
                  <a:lnTo>
                    <a:pt x="121988" y="121090"/>
                  </a:lnTo>
                  <a:lnTo>
                    <a:pt x="121389" y="121689"/>
                  </a:lnTo>
                  <a:lnTo>
                    <a:pt x="121389" y="121838"/>
                  </a:lnTo>
                  <a:lnTo>
                    <a:pt x="121539" y="121838"/>
                  </a:lnTo>
                  <a:lnTo>
                    <a:pt x="122138" y="121240"/>
                  </a:lnTo>
                  <a:lnTo>
                    <a:pt x="122736" y="120641"/>
                  </a:lnTo>
                  <a:lnTo>
                    <a:pt x="123934" y="119444"/>
                  </a:lnTo>
                  <a:lnTo>
                    <a:pt x="125730" y="117647"/>
                  </a:lnTo>
                  <a:lnTo>
                    <a:pt x="127676" y="117348"/>
                  </a:lnTo>
                  <a:close/>
                  <a:moveTo>
                    <a:pt x="82323" y="117348"/>
                  </a:moveTo>
                  <a:lnTo>
                    <a:pt x="90705" y="118545"/>
                  </a:lnTo>
                  <a:lnTo>
                    <a:pt x="91154" y="121389"/>
                  </a:lnTo>
                  <a:lnTo>
                    <a:pt x="90555" y="120940"/>
                  </a:lnTo>
                  <a:lnTo>
                    <a:pt x="89957" y="120491"/>
                  </a:lnTo>
                  <a:lnTo>
                    <a:pt x="89807" y="120491"/>
                  </a:lnTo>
                  <a:lnTo>
                    <a:pt x="90406" y="121389"/>
                  </a:lnTo>
                  <a:lnTo>
                    <a:pt x="91154" y="122138"/>
                  </a:lnTo>
                  <a:lnTo>
                    <a:pt x="91753" y="125580"/>
                  </a:lnTo>
                  <a:lnTo>
                    <a:pt x="90555" y="124383"/>
                  </a:lnTo>
                  <a:lnTo>
                    <a:pt x="89358" y="123185"/>
                  </a:lnTo>
                  <a:lnTo>
                    <a:pt x="88610" y="122587"/>
                  </a:lnTo>
                  <a:lnTo>
                    <a:pt x="88011" y="121988"/>
                  </a:lnTo>
                  <a:lnTo>
                    <a:pt x="87861" y="121988"/>
                  </a:lnTo>
                  <a:lnTo>
                    <a:pt x="87861" y="122138"/>
                  </a:lnTo>
                  <a:lnTo>
                    <a:pt x="88460" y="122736"/>
                  </a:lnTo>
                  <a:lnTo>
                    <a:pt x="89059" y="123335"/>
                  </a:lnTo>
                  <a:lnTo>
                    <a:pt x="90256" y="124533"/>
                  </a:lnTo>
                  <a:lnTo>
                    <a:pt x="91753" y="126179"/>
                  </a:lnTo>
                  <a:lnTo>
                    <a:pt x="92202" y="128424"/>
                  </a:lnTo>
                  <a:lnTo>
                    <a:pt x="77833" y="139351"/>
                  </a:lnTo>
                  <a:lnTo>
                    <a:pt x="76635" y="140249"/>
                  </a:lnTo>
                  <a:lnTo>
                    <a:pt x="70948" y="144440"/>
                  </a:lnTo>
                  <a:lnTo>
                    <a:pt x="69600" y="145637"/>
                  </a:lnTo>
                  <a:lnTo>
                    <a:pt x="56578" y="155366"/>
                  </a:lnTo>
                  <a:lnTo>
                    <a:pt x="55830" y="155965"/>
                  </a:lnTo>
                  <a:lnTo>
                    <a:pt x="51489" y="159258"/>
                  </a:lnTo>
                  <a:lnTo>
                    <a:pt x="54782" y="154917"/>
                  </a:lnTo>
                  <a:lnTo>
                    <a:pt x="55381" y="154169"/>
                  </a:lnTo>
                  <a:lnTo>
                    <a:pt x="64960" y="141147"/>
                  </a:lnTo>
                  <a:lnTo>
                    <a:pt x="66008" y="139650"/>
                  </a:lnTo>
                  <a:lnTo>
                    <a:pt x="70199" y="133962"/>
                  </a:lnTo>
                  <a:lnTo>
                    <a:pt x="71097" y="132765"/>
                  </a:lnTo>
                  <a:lnTo>
                    <a:pt x="82323" y="117348"/>
                  </a:lnTo>
                  <a:close/>
                  <a:moveTo>
                    <a:pt x="68852" y="162701"/>
                  </a:moveTo>
                  <a:lnTo>
                    <a:pt x="68702" y="163748"/>
                  </a:lnTo>
                  <a:lnTo>
                    <a:pt x="68104" y="163449"/>
                  </a:lnTo>
                  <a:lnTo>
                    <a:pt x="68852" y="162701"/>
                  </a:lnTo>
                  <a:close/>
                  <a:moveTo>
                    <a:pt x="140548" y="162701"/>
                  </a:moveTo>
                  <a:lnTo>
                    <a:pt x="141296" y="163449"/>
                  </a:lnTo>
                  <a:lnTo>
                    <a:pt x="140847" y="163748"/>
                  </a:lnTo>
                  <a:lnTo>
                    <a:pt x="140548" y="162701"/>
                  </a:lnTo>
                  <a:close/>
                  <a:moveTo>
                    <a:pt x="46251" y="144739"/>
                  </a:moveTo>
                  <a:lnTo>
                    <a:pt x="48047" y="147134"/>
                  </a:lnTo>
                  <a:lnTo>
                    <a:pt x="49843" y="149529"/>
                  </a:lnTo>
                  <a:lnTo>
                    <a:pt x="51789" y="151774"/>
                  </a:lnTo>
                  <a:lnTo>
                    <a:pt x="53884" y="154019"/>
                  </a:lnTo>
                  <a:lnTo>
                    <a:pt x="48047" y="161952"/>
                  </a:lnTo>
                  <a:lnTo>
                    <a:pt x="48945" y="162850"/>
                  </a:lnTo>
                  <a:lnTo>
                    <a:pt x="56728" y="156863"/>
                  </a:lnTo>
                  <a:lnTo>
                    <a:pt x="58973" y="158809"/>
                  </a:lnTo>
                  <a:lnTo>
                    <a:pt x="61218" y="160605"/>
                  </a:lnTo>
                  <a:lnTo>
                    <a:pt x="63613" y="162401"/>
                  </a:lnTo>
                  <a:lnTo>
                    <a:pt x="66158" y="164048"/>
                  </a:lnTo>
                  <a:lnTo>
                    <a:pt x="58225" y="171831"/>
                  </a:lnTo>
                  <a:lnTo>
                    <a:pt x="55381" y="169885"/>
                  </a:lnTo>
                  <a:lnTo>
                    <a:pt x="52836" y="167790"/>
                  </a:lnTo>
                  <a:lnTo>
                    <a:pt x="50292" y="165545"/>
                  </a:lnTo>
                  <a:lnTo>
                    <a:pt x="47747" y="163299"/>
                  </a:lnTo>
                  <a:lnTo>
                    <a:pt x="45353" y="160904"/>
                  </a:lnTo>
                  <a:lnTo>
                    <a:pt x="43107" y="158360"/>
                  </a:lnTo>
                  <a:lnTo>
                    <a:pt x="41012" y="155815"/>
                  </a:lnTo>
                  <a:lnTo>
                    <a:pt x="38916" y="153121"/>
                  </a:lnTo>
                  <a:lnTo>
                    <a:pt x="46251" y="144739"/>
                  </a:lnTo>
                  <a:close/>
                  <a:moveTo>
                    <a:pt x="163149" y="144739"/>
                  </a:moveTo>
                  <a:lnTo>
                    <a:pt x="170484" y="153121"/>
                  </a:lnTo>
                  <a:lnTo>
                    <a:pt x="168388" y="155815"/>
                  </a:lnTo>
                  <a:lnTo>
                    <a:pt x="166293" y="158360"/>
                  </a:lnTo>
                  <a:lnTo>
                    <a:pt x="164047" y="160904"/>
                  </a:lnTo>
                  <a:lnTo>
                    <a:pt x="161653" y="163299"/>
                  </a:lnTo>
                  <a:lnTo>
                    <a:pt x="159108" y="165545"/>
                  </a:lnTo>
                  <a:lnTo>
                    <a:pt x="156564" y="167790"/>
                  </a:lnTo>
                  <a:lnTo>
                    <a:pt x="154019" y="169885"/>
                  </a:lnTo>
                  <a:lnTo>
                    <a:pt x="151175" y="171831"/>
                  </a:lnTo>
                  <a:lnTo>
                    <a:pt x="143242" y="164048"/>
                  </a:lnTo>
                  <a:lnTo>
                    <a:pt x="145936" y="162252"/>
                  </a:lnTo>
                  <a:lnTo>
                    <a:pt x="148631" y="160306"/>
                  </a:lnTo>
                  <a:lnTo>
                    <a:pt x="151175" y="158210"/>
                  </a:lnTo>
                  <a:lnTo>
                    <a:pt x="153570" y="155965"/>
                  </a:lnTo>
                  <a:lnTo>
                    <a:pt x="161353" y="161653"/>
                  </a:lnTo>
                  <a:lnTo>
                    <a:pt x="162251" y="160755"/>
                  </a:lnTo>
                  <a:lnTo>
                    <a:pt x="156414" y="153121"/>
                  </a:lnTo>
                  <a:lnTo>
                    <a:pt x="158210" y="151026"/>
                  </a:lnTo>
                  <a:lnTo>
                    <a:pt x="159856" y="149080"/>
                  </a:lnTo>
                  <a:lnTo>
                    <a:pt x="161653" y="146835"/>
                  </a:lnTo>
                  <a:lnTo>
                    <a:pt x="163149" y="144739"/>
                  </a:lnTo>
                  <a:close/>
                  <a:moveTo>
                    <a:pt x="89358" y="171083"/>
                  </a:moveTo>
                  <a:lnTo>
                    <a:pt x="89358" y="172130"/>
                  </a:lnTo>
                  <a:lnTo>
                    <a:pt x="88759" y="171981"/>
                  </a:lnTo>
                  <a:lnTo>
                    <a:pt x="89358" y="171083"/>
                  </a:lnTo>
                  <a:close/>
                  <a:moveTo>
                    <a:pt x="120192" y="171083"/>
                  </a:moveTo>
                  <a:lnTo>
                    <a:pt x="120641" y="171981"/>
                  </a:lnTo>
                  <a:lnTo>
                    <a:pt x="120042" y="172130"/>
                  </a:lnTo>
                  <a:lnTo>
                    <a:pt x="120192" y="171083"/>
                  </a:lnTo>
                  <a:close/>
                  <a:moveTo>
                    <a:pt x="70499" y="146386"/>
                  </a:moveTo>
                  <a:lnTo>
                    <a:pt x="72744" y="148182"/>
                  </a:lnTo>
                  <a:lnTo>
                    <a:pt x="75139" y="149828"/>
                  </a:lnTo>
                  <a:lnTo>
                    <a:pt x="73043" y="153421"/>
                  </a:lnTo>
                  <a:lnTo>
                    <a:pt x="72145" y="153271"/>
                  </a:lnTo>
                  <a:lnTo>
                    <a:pt x="71397" y="153570"/>
                  </a:lnTo>
                  <a:lnTo>
                    <a:pt x="70648" y="154019"/>
                  </a:lnTo>
                  <a:lnTo>
                    <a:pt x="70199" y="154768"/>
                  </a:lnTo>
                  <a:lnTo>
                    <a:pt x="70199" y="155217"/>
                  </a:lnTo>
                  <a:lnTo>
                    <a:pt x="70199" y="155666"/>
                  </a:lnTo>
                  <a:lnTo>
                    <a:pt x="70349" y="156414"/>
                  </a:lnTo>
                  <a:lnTo>
                    <a:pt x="70798" y="157163"/>
                  </a:lnTo>
                  <a:lnTo>
                    <a:pt x="71247" y="157312"/>
                  </a:lnTo>
                  <a:lnTo>
                    <a:pt x="71546" y="157612"/>
                  </a:lnTo>
                  <a:lnTo>
                    <a:pt x="72444" y="157612"/>
                  </a:lnTo>
                  <a:lnTo>
                    <a:pt x="73342" y="157462"/>
                  </a:lnTo>
                  <a:lnTo>
                    <a:pt x="73941" y="157013"/>
                  </a:lnTo>
                  <a:lnTo>
                    <a:pt x="74240" y="156564"/>
                  </a:lnTo>
                  <a:lnTo>
                    <a:pt x="74390" y="156264"/>
                  </a:lnTo>
                  <a:lnTo>
                    <a:pt x="74540" y="155516"/>
                  </a:lnTo>
                  <a:lnTo>
                    <a:pt x="74390" y="154917"/>
                  </a:lnTo>
                  <a:lnTo>
                    <a:pt x="74240" y="154319"/>
                  </a:lnTo>
                  <a:lnTo>
                    <a:pt x="73791" y="153870"/>
                  </a:lnTo>
                  <a:lnTo>
                    <a:pt x="76037" y="150277"/>
                  </a:lnTo>
                  <a:lnTo>
                    <a:pt x="79629" y="152373"/>
                  </a:lnTo>
                  <a:lnTo>
                    <a:pt x="83221" y="154169"/>
                  </a:lnTo>
                  <a:lnTo>
                    <a:pt x="87113" y="155666"/>
                  </a:lnTo>
                  <a:lnTo>
                    <a:pt x="91004" y="156863"/>
                  </a:lnTo>
                  <a:lnTo>
                    <a:pt x="90256" y="161054"/>
                  </a:lnTo>
                  <a:lnTo>
                    <a:pt x="89508" y="161204"/>
                  </a:lnTo>
                  <a:lnTo>
                    <a:pt x="88909" y="161653"/>
                  </a:lnTo>
                  <a:lnTo>
                    <a:pt x="88460" y="162252"/>
                  </a:lnTo>
                  <a:lnTo>
                    <a:pt x="88161" y="163150"/>
                  </a:lnTo>
                  <a:lnTo>
                    <a:pt x="88310" y="163599"/>
                  </a:lnTo>
                  <a:lnTo>
                    <a:pt x="88310" y="164048"/>
                  </a:lnTo>
                  <a:lnTo>
                    <a:pt x="88909" y="164646"/>
                  </a:lnTo>
                  <a:lnTo>
                    <a:pt x="89508" y="165245"/>
                  </a:lnTo>
                  <a:lnTo>
                    <a:pt x="89957" y="165395"/>
                  </a:lnTo>
                  <a:lnTo>
                    <a:pt x="90855" y="165395"/>
                  </a:lnTo>
                  <a:lnTo>
                    <a:pt x="91304" y="165245"/>
                  </a:lnTo>
                  <a:lnTo>
                    <a:pt x="91903" y="164796"/>
                  </a:lnTo>
                  <a:lnTo>
                    <a:pt x="92501" y="164048"/>
                  </a:lnTo>
                  <a:lnTo>
                    <a:pt x="92651" y="163599"/>
                  </a:lnTo>
                  <a:lnTo>
                    <a:pt x="92651" y="163150"/>
                  </a:lnTo>
                  <a:lnTo>
                    <a:pt x="92501" y="162551"/>
                  </a:lnTo>
                  <a:lnTo>
                    <a:pt x="92202" y="161952"/>
                  </a:lnTo>
                  <a:lnTo>
                    <a:pt x="91903" y="161503"/>
                  </a:lnTo>
                  <a:lnTo>
                    <a:pt x="91304" y="161204"/>
                  </a:lnTo>
                  <a:lnTo>
                    <a:pt x="92052" y="157163"/>
                  </a:lnTo>
                  <a:lnTo>
                    <a:pt x="94297" y="157612"/>
                  </a:lnTo>
                  <a:lnTo>
                    <a:pt x="96692" y="158061"/>
                  </a:lnTo>
                  <a:lnTo>
                    <a:pt x="99087" y="174376"/>
                  </a:lnTo>
                  <a:lnTo>
                    <a:pt x="94746" y="173927"/>
                  </a:lnTo>
                  <a:lnTo>
                    <a:pt x="90406" y="173178"/>
                  </a:lnTo>
                  <a:lnTo>
                    <a:pt x="90106" y="167341"/>
                  </a:lnTo>
                  <a:lnTo>
                    <a:pt x="87562" y="172430"/>
                  </a:lnTo>
                  <a:lnTo>
                    <a:pt x="85167" y="171831"/>
                  </a:lnTo>
                  <a:lnTo>
                    <a:pt x="82772" y="171083"/>
                  </a:lnTo>
                  <a:lnTo>
                    <a:pt x="78132" y="169286"/>
                  </a:lnTo>
                  <a:lnTo>
                    <a:pt x="73642" y="167341"/>
                  </a:lnTo>
                  <a:lnTo>
                    <a:pt x="69301" y="164946"/>
                  </a:lnTo>
                  <a:lnTo>
                    <a:pt x="70798" y="159557"/>
                  </a:lnTo>
                  <a:lnTo>
                    <a:pt x="66906" y="163449"/>
                  </a:lnTo>
                  <a:lnTo>
                    <a:pt x="64362" y="161803"/>
                  </a:lnTo>
                  <a:lnTo>
                    <a:pt x="61967" y="160006"/>
                  </a:lnTo>
                  <a:lnTo>
                    <a:pt x="59722" y="158210"/>
                  </a:lnTo>
                  <a:lnTo>
                    <a:pt x="57476" y="156264"/>
                  </a:lnTo>
                  <a:lnTo>
                    <a:pt x="70499" y="146386"/>
                  </a:lnTo>
                  <a:close/>
                  <a:moveTo>
                    <a:pt x="139650" y="145637"/>
                  </a:moveTo>
                  <a:lnTo>
                    <a:pt x="152822" y="155366"/>
                  </a:lnTo>
                  <a:lnTo>
                    <a:pt x="150427" y="157462"/>
                  </a:lnTo>
                  <a:lnTo>
                    <a:pt x="147882" y="159557"/>
                  </a:lnTo>
                  <a:lnTo>
                    <a:pt x="145338" y="161503"/>
                  </a:lnTo>
                  <a:lnTo>
                    <a:pt x="142643" y="163449"/>
                  </a:lnTo>
                  <a:lnTo>
                    <a:pt x="138602" y="159557"/>
                  </a:lnTo>
                  <a:lnTo>
                    <a:pt x="140099" y="164946"/>
                  </a:lnTo>
                  <a:lnTo>
                    <a:pt x="135758" y="167191"/>
                  </a:lnTo>
                  <a:lnTo>
                    <a:pt x="131418" y="169286"/>
                  </a:lnTo>
                  <a:lnTo>
                    <a:pt x="126778" y="171083"/>
                  </a:lnTo>
                  <a:lnTo>
                    <a:pt x="124383" y="171831"/>
                  </a:lnTo>
                  <a:lnTo>
                    <a:pt x="121988" y="172430"/>
                  </a:lnTo>
                  <a:lnTo>
                    <a:pt x="119443" y="167341"/>
                  </a:lnTo>
                  <a:lnTo>
                    <a:pt x="118994" y="173178"/>
                  </a:lnTo>
                  <a:lnTo>
                    <a:pt x="114953" y="173777"/>
                  </a:lnTo>
                  <a:lnTo>
                    <a:pt x="110912" y="174376"/>
                  </a:lnTo>
                  <a:lnTo>
                    <a:pt x="113157" y="157911"/>
                  </a:lnTo>
                  <a:lnTo>
                    <a:pt x="116300" y="157312"/>
                  </a:lnTo>
                  <a:lnTo>
                    <a:pt x="117198" y="161354"/>
                  </a:lnTo>
                  <a:lnTo>
                    <a:pt x="116450" y="161952"/>
                  </a:lnTo>
                  <a:lnTo>
                    <a:pt x="116150" y="162701"/>
                  </a:lnTo>
                  <a:lnTo>
                    <a:pt x="116001" y="163449"/>
                  </a:lnTo>
                  <a:lnTo>
                    <a:pt x="116150" y="164347"/>
                  </a:lnTo>
                  <a:lnTo>
                    <a:pt x="116450" y="164646"/>
                  </a:lnTo>
                  <a:lnTo>
                    <a:pt x="116749" y="164946"/>
                  </a:lnTo>
                  <a:lnTo>
                    <a:pt x="117498" y="165395"/>
                  </a:lnTo>
                  <a:lnTo>
                    <a:pt x="118396" y="165545"/>
                  </a:lnTo>
                  <a:lnTo>
                    <a:pt x="118695" y="165395"/>
                  </a:lnTo>
                  <a:lnTo>
                    <a:pt x="119144" y="165245"/>
                  </a:lnTo>
                  <a:lnTo>
                    <a:pt x="119593" y="165095"/>
                  </a:lnTo>
                  <a:lnTo>
                    <a:pt x="119892" y="164796"/>
                  </a:lnTo>
                  <a:lnTo>
                    <a:pt x="120341" y="164048"/>
                  </a:lnTo>
                  <a:lnTo>
                    <a:pt x="120341" y="163150"/>
                  </a:lnTo>
                  <a:lnTo>
                    <a:pt x="120341" y="162850"/>
                  </a:lnTo>
                  <a:lnTo>
                    <a:pt x="120192" y="162401"/>
                  </a:lnTo>
                  <a:lnTo>
                    <a:pt x="119743" y="161803"/>
                  </a:lnTo>
                  <a:lnTo>
                    <a:pt x="119294" y="161354"/>
                  </a:lnTo>
                  <a:lnTo>
                    <a:pt x="118695" y="161204"/>
                  </a:lnTo>
                  <a:lnTo>
                    <a:pt x="118096" y="161054"/>
                  </a:lnTo>
                  <a:lnTo>
                    <a:pt x="117348" y="157163"/>
                  </a:lnTo>
                  <a:lnTo>
                    <a:pt x="121389" y="155965"/>
                  </a:lnTo>
                  <a:lnTo>
                    <a:pt x="125281" y="154618"/>
                  </a:lnTo>
                  <a:lnTo>
                    <a:pt x="129023" y="152822"/>
                  </a:lnTo>
                  <a:lnTo>
                    <a:pt x="132615" y="150876"/>
                  </a:lnTo>
                  <a:lnTo>
                    <a:pt x="134711" y="154319"/>
                  </a:lnTo>
                  <a:lnTo>
                    <a:pt x="134261" y="155067"/>
                  </a:lnTo>
                  <a:lnTo>
                    <a:pt x="134112" y="155815"/>
                  </a:lnTo>
                  <a:lnTo>
                    <a:pt x="134411" y="156713"/>
                  </a:lnTo>
                  <a:lnTo>
                    <a:pt x="134860" y="157312"/>
                  </a:lnTo>
                  <a:lnTo>
                    <a:pt x="135160" y="157612"/>
                  </a:lnTo>
                  <a:lnTo>
                    <a:pt x="135609" y="157911"/>
                  </a:lnTo>
                  <a:lnTo>
                    <a:pt x="136357" y="158061"/>
                  </a:lnTo>
                  <a:lnTo>
                    <a:pt x="137255" y="157911"/>
                  </a:lnTo>
                  <a:lnTo>
                    <a:pt x="137554" y="157612"/>
                  </a:lnTo>
                  <a:lnTo>
                    <a:pt x="138003" y="157312"/>
                  </a:lnTo>
                  <a:lnTo>
                    <a:pt x="138153" y="157013"/>
                  </a:lnTo>
                  <a:lnTo>
                    <a:pt x="138452" y="156564"/>
                  </a:lnTo>
                  <a:lnTo>
                    <a:pt x="138602" y="155815"/>
                  </a:lnTo>
                  <a:lnTo>
                    <a:pt x="138452" y="154917"/>
                  </a:lnTo>
                  <a:lnTo>
                    <a:pt x="138303" y="154618"/>
                  </a:lnTo>
                  <a:lnTo>
                    <a:pt x="138003" y="154319"/>
                  </a:lnTo>
                  <a:lnTo>
                    <a:pt x="137405" y="153870"/>
                  </a:lnTo>
                  <a:lnTo>
                    <a:pt x="136806" y="153570"/>
                  </a:lnTo>
                  <a:lnTo>
                    <a:pt x="136207" y="153570"/>
                  </a:lnTo>
                  <a:lnTo>
                    <a:pt x="135609" y="153720"/>
                  </a:lnTo>
                  <a:lnTo>
                    <a:pt x="133513" y="150277"/>
                  </a:lnTo>
                  <a:lnTo>
                    <a:pt x="136656" y="148182"/>
                  </a:lnTo>
                  <a:lnTo>
                    <a:pt x="139650" y="145637"/>
                  </a:lnTo>
                  <a:close/>
                  <a:moveTo>
                    <a:pt x="67954" y="163748"/>
                  </a:moveTo>
                  <a:lnTo>
                    <a:pt x="68553" y="163898"/>
                  </a:lnTo>
                  <a:lnTo>
                    <a:pt x="68403" y="164497"/>
                  </a:lnTo>
                  <a:lnTo>
                    <a:pt x="68104" y="165395"/>
                  </a:lnTo>
                  <a:lnTo>
                    <a:pt x="65110" y="176172"/>
                  </a:lnTo>
                  <a:lnTo>
                    <a:pt x="62117" y="174376"/>
                  </a:lnTo>
                  <a:lnTo>
                    <a:pt x="58973" y="172430"/>
                  </a:lnTo>
                  <a:lnTo>
                    <a:pt x="58973" y="172430"/>
                  </a:lnTo>
                  <a:lnTo>
                    <a:pt x="60320" y="173178"/>
                  </a:lnTo>
                  <a:lnTo>
                    <a:pt x="61218" y="173627"/>
                  </a:lnTo>
                  <a:lnTo>
                    <a:pt x="62117" y="173927"/>
                  </a:lnTo>
                  <a:lnTo>
                    <a:pt x="62117" y="173777"/>
                  </a:lnTo>
                  <a:lnTo>
                    <a:pt x="60320" y="172729"/>
                  </a:lnTo>
                  <a:lnTo>
                    <a:pt x="59273" y="172130"/>
                  </a:lnTo>
                  <a:lnTo>
                    <a:pt x="60021" y="171532"/>
                  </a:lnTo>
                  <a:lnTo>
                    <a:pt x="61218" y="172130"/>
                  </a:lnTo>
                  <a:lnTo>
                    <a:pt x="61967" y="172579"/>
                  </a:lnTo>
                  <a:lnTo>
                    <a:pt x="62865" y="173028"/>
                  </a:lnTo>
                  <a:lnTo>
                    <a:pt x="63015" y="172879"/>
                  </a:lnTo>
                  <a:lnTo>
                    <a:pt x="62117" y="172280"/>
                  </a:lnTo>
                  <a:lnTo>
                    <a:pt x="61368" y="171981"/>
                  </a:lnTo>
                  <a:lnTo>
                    <a:pt x="60171" y="171382"/>
                  </a:lnTo>
                  <a:lnTo>
                    <a:pt x="60769" y="170634"/>
                  </a:lnTo>
                  <a:lnTo>
                    <a:pt x="61967" y="171382"/>
                  </a:lnTo>
                  <a:lnTo>
                    <a:pt x="62715" y="171681"/>
                  </a:lnTo>
                  <a:lnTo>
                    <a:pt x="63314" y="171831"/>
                  </a:lnTo>
                  <a:lnTo>
                    <a:pt x="63464" y="171831"/>
                  </a:lnTo>
                  <a:lnTo>
                    <a:pt x="63314" y="171681"/>
                  </a:lnTo>
                  <a:lnTo>
                    <a:pt x="61817" y="170933"/>
                  </a:lnTo>
                  <a:lnTo>
                    <a:pt x="60919" y="170484"/>
                  </a:lnTo>
                  <a:lnTo>
                    <a:pt x="61817" y="169586"/>
                  </a:lnTo>
                  <a:lnTo>
                    <a:pt x="62865" y="170185"/>
                  </a:lnTo>
                  <a:lnTo>
                    <a:pt x="63613" y="170634"/>
                  </a:lnTo>
                  <a:lnTo>
                    <a:pt x="64362" y="170783"/>
                  </a:lnTo>
                  <a:lnTo>
                    <a:pt x="64511" y="170783"/>
                  </a:lnTo>
                  <a:lnTo>
                    <a:pt x="63763" y="170334"/>
                  </a:lnTo>
                  <a:lnTo>
                    <a:pt x="63015" y="169885"/>
                  </a:lnTo>
                  <a:lnTo>
                    <a:pt x="62117" y="169436"/>
                  </a:lnTo>
                  <a:lnTo>
                    <a:pt x="62715" y="168837"/>
                  </a:lnTo>
                  <a:lnTo>
                    <a:pt x="63464" y="169286"/>
                  </a:lnTo>
                  <a:lnTo>
                    <a:pt x="64212" y="169586"/>
                  </a:lnTo>
                  <a:lnTo>
                    <a:pt x="64960" y="169885"/>
                  </a:lnTo>
                  <a:lnTo>
                    <a:pt x="64960" y="169736"/>
                  </a:lnTo>
                  <a:lnTo>
                    <a:pt x="63314" y="168837"/>
                  </a:lnTo>
                  <a:lnTo>
                    <a:pt x="62865" y="168538"/>
                  </a:lnTo>
                  <a:lnTo>
                    <a:pt x="63464" y="168089"/>
                  </a:lnTo>
                  <a:lnTo>
                    <a:pt x="63913" y="168239"/>
                  </a:lnTo>
                  <a:lnTo>
                    <a:pt x="65409" y="168987"/>
                  </a:lnTo>
                  <a:lnTo>
                    <a:pt x="65559" y="168837"/>
                  </a:lnTo>
                  <a:lnTo>
                    <a:pt x="65409" y="168837"/>
                  </a:lnTo>
                  <a:lnTo>
                    <a:pt x="64212" y="168089"/>
                  </a:lnTo>
                  <a:lnTo>
                    <a:pt x="63613" y="167790"/>
                  </a:lnTo>
                  <a:lnTo>
                    <a:pt x="64362" y="167191"/>
                  </a:lnTo>
                  <a:lnTo>
                    <a:pt x="64811" y="167490"/>
                  </a:lnTo>
                  <a:lnTo>
                    <a:pt x="65858" y="168089"/>
                  </a:lnTo>
                  <a:lnTo>
                    <a:pt x="66008" y="167939"/>
                  </a:lnTo>
                  <a:lnTo>
                    <a:pt x="65260" y="167490"/>
                  </a:lnTo>
                  <a:lnTo>
                    <a:pt x="64511" y="167041"/>
                  </a:lnTo>
                  <a:lnTo>
                    <a:pt x="65110" y="166592"/>
                  </a:lnTo>
                  <a:lnTo>
                    <a:pt x="65260" y="166592"/>
                  </a:lnTo>
                  <a:lnTo>
                    <a:pt x="65858" y="166892"/>
                  </a:lnTo>
                  <a:lnTo>
                    <a:pt x="66457" y="167041"/>
                  </a:lnTo>
                  <a:lnTo>
                    <a:pt x="65409" y="166443"/>
                  </a:lnTo>
                  <a:lnTo>
                    <a:pt x="65260" y="166293"/>
                  </a:lnTo>
                  <a:lnTo>
                    <a:pt x="65709" y="165844"/>
                  </a:lnTo>
                  <a:lnTo>
                    <a:pt x="66906" y="166293"/>
                  </a:lnTo>
                  <a:lnTo>
                    <a:pt x="67056" y="166293"/>
                  </a:lnTo>
                  <a:lnTo>
                    <a:pt x="67056" y="166143"/>
                  </a:lnTo>
                  <a:lnTo>
                    <a:pt x="66008" y="165694"/>
                  </a:lnTo>
                  <a:lnTo>
                    <a:pt x="66457" y="165095"/>
                  </a:lnTo>
                  <a:lnTo>
                    <a:pt x="66607" y="165245"/>
                  </a:lnTo>
                  <a:lnTo>
                    <a:pt x="67056" y="165395"/>
                  </a:lnTo>
                  <a:lnTo>
                    <a:pt x="67655" y="165545"/>
                  </a:lnTo>
                  <a:lnTo>
                    <a:pt x="67655" y="165395"/>
                  </a:lnTo>
                  <a:lnTo>
                    <a:pt x="66906" y="164946"/>
                  </a:lnTo>
                  <a:lnTo>
                    <a:pt x="66607" y="164946"/>
                  </a:lnTo>
                  <a:lnTo>
                    <a:pt x="66906" y="164646"/>
                  </a:lnTo>
                  <a:lnTo>
                    <a:pt x="67206" y="164497"/>
                  </a:lnTo>
                  <a:lnTo>
                    <a:pt x="67954" y="164646"/>
                  </a:lnTo>
                  <a:lnTo>
                    <a:pt x="67954" y="164497"/>
                  </a:lnTo>
                  <a:lnTo>
                    <a:pt x="67355" y="164197"/>
                  </a:lnTo>
                  <a:lnTo>
                    <a:pt x="67655" y="163898"/>
                  </a:lnTo>
                  <a:lnTo>
                    <a:pt x="67954" y="163748"/>
                  </a:lnTo>
                  <a:close/>
                  <a:moveTo>
                    <a:pt x="141446" y="163748"/>
                  </a:moveTo>
                  <a:lnTo>
                    <a:pt x="141745" y="163898"/>
                  </a:lnTo>
                  <a:lnTo>
                    <a:pt x="142045" y="164197"/>
                  </a:lnTo>
                  <a:lnTo>
                    <a:pt x="141446" y="164497"/>
                  </a:lnTo>
                  <a:lnTo>
                    <a:pt x="141446" y="164646"/>
                  </a:lnTo>
                  <a:lnTo>
                    <a:pt x="142194" y="164497"/>
                  </a:lnTo>
                  <a:lnTo>
                    <a:pt x="142494" y="164646"/>
                  </a:lnTo>
                  <a:lnTo>
                    <a:pt x="142793" y="164946"/>
                  </a:lnTo>
                  <a:lnTo>
                    <a:pt x="142643" y="164946"/>
                  </a:lnTo>
                  <a:lnTo>
                    <a:pt x="141745" y="165395"/>
                  </a:lnTo>
                  <a:lnTo>
                    <a:pt x="141895" y="165545"/>
                  </a:lnTo>
                  <a:lnTo>
                    <a:pt x="142344" y="165395"/>
                  </a:lnTo>
                  <a:lnTo>
                    <a:pt x="142793" y="165245"/>
                  </a:lnTo>
                  <a:lnTo>
                    <a:pt x="142943" y="165095"/>
                  </a:lnTo>
                  <a:lnTo>
                    <a:pt x="143542" y="165694"/>
                  </a:lnTo>
                  <a:lnTo>
                    <a:pt x="142344" y="166143"/>
                  </a:lnTo>
                  <a:lnTo>
                    <a:pt x="142344" y="166293"/>
                  </a:lnTo>
                  <a:lnTo>
                    <a:pt x="142494" y="166293"/>
                  </a:lnTo>
                  <a:lnTo>
                    <a:pt x="143691" y="165844"/>
                  </a:lnTo>
                  <a:lnTo>
                    <a:pt x="144140" y="166293"/>
                  </a:lnTo>
                  <a:lnTo>
                    <a:pt x="143991" y="166443"/>
                  </a:lnTo>
                  <a:lnTo>
                    <a:pt x="142943" y="167041"/>
                  </a:lnTo>
                  <a:lnTo>
                    <a:pt x="143093" y="167041"/>
                  </a:lnTo>
                  <a:lnTo>
                    <a:pt x="143542" y="166892"/>
                  </a:lnTo>
                  <a:lnTo>
                    <a:pt x="144140" y="166592"/>
                  </a:lnTo>
                  <a:lnTo>
                    <a:pt x="144440" y="166592"/>
                  </a:lnTo>
                  <a:lnTo>
                    <a:pt x="145038" y="167041"/>
                  </a:lnTo>
                  <a:lnTo>
                    <a:pt x="144140" y="167490"/>
                  </a:lnTo>
                  <a:lnTo>
                    <a:pt x="143542" y="167939"/>
                  </a:lnTo>
                  <a:lnTo>
                    <a:pt x="143542" y="168089"/>
                  </a:lnTo>
                  <a:lnTo>
                    <a:pt x="144589" y="167490"/>
                  </a:lnTo>
                  <a:lnTo>
                    <a:pt x="145188" y="167191"/>
                  </a:lnTo>
                  <a:lnTo>
                    <a:pt x="145787" y="167790"/>
                  </a:lnTo>
                  <a:lnTo>
                    <a:pt x="145338" y="168089"/>
                  </a:lnTo>
                  <a:lnTo>
                    <a:pt x="143991" y="168837"/>
                  </a:lnTo>
                  <a:lnTo>
                    <a:pt x="143991" y="168987"/>
                  </a:lnTo>
                  <a:lnTo>
                    <a:pt x="145487" y="168239"/>
                  </a:lnTo>
                  <a:lnTo>
                    <a:pt x="145936" y="168089"/>
                  </a:lnTo>
                  <a:lnTo>
                    <a:pt x="146535" y="168538"/>
                  </a:lnTo>
                  <a:lnTo>
                    <a:pt x="146236" y="168837"/>
                  </a:lnTo>
                  <a:lnTo>
                    <a:pt x="144440" y="169736"/>
                  </a:lnTo>
                  <a:lnTo>
                    <a:pt x="144440" y="169885"/>
                  </a:lnTo>
                  <a:lnTo>
                    <a:pt x="145188" y="169586"/>
                  </a:lnTo>
                  <a:lnTo>
                    <a:pt x="145936" y="169286"/>
                  </a:lnTo>
                  <a:lnTo>
                    <a:pt x="146685" y="168837"/>
                  </a:lnTo>
                  <a:lnTo>
                    <a:pt x="147433" y="169436"/>
                  </a:lnTo>
                  <a:lnTo>
                    <a:pt x="146535" y="169885"/>
                  </a:lnTo>
                  <a:lnTo>
                    <a:pt x="145787" y="170334"/>
                  </a:lnTo>
                  <a:lnTo>
                    <a:pt x="145038" y="170783"/>
                  </a:lnTo>
                  <a:lnTo>
                    <a:pt x="145787" y="170634"/>
                  </a:lnTo>
                  <a:lnTo>
                    <a:pt x="146685" y="170185"/>
                  </a:lnTo>
                  <a:lnTo>
                    <a:pt x="147583" y="169586"/>
                  </a:lnTo>
                  <a:lnTo>
                    <a:pt x="148481" y="170484"/>
                  </a:lnTo>
                  <a:lnTo>
                    <a:pt x="147583" y="170933"/>
                  </a:lnTo>
                  <a:lnTo>
                    <a:pt x="146086" y="171681"/>
                  </a:lnTo>
                  <a:lnTo>
                    <a:pt x="146086" y="171831"/>
                  </a:lnTo>
                  <a:lnTo>
                    <a:pt x="146834" y="171681"/>
                  </a:lnTo>
                  <a:lnTo>
                    <a:pt x="147433" y="171382"/>
                  </a:lnTo>
                  <a:lnTo>
                    <a:pt x="148631" y="170634"/>
                  </a:lnTo>
                  <a:lnTo>
                    <a:pt x="149379" y="171382"/>
                  </a:lnTo>
                  <a:lnTo>
                    <a:pt x="148032" y="171981"/>
                  </a:lnTo>
                  <a:lnTo>
                    <a:pt x="147283" y="172280"/>
                  </a:lnTo>
                  <a:lnTo>
                    <a:pt x="146535" y="172879"/>
                  </a:lnTo>
                  <a:lnTo>
                    <a:pt x="146535" y="173028"/>
                  </a:lnTo>
                  <a:lnTo>
                    <a:pt x="147433" y="172579"/>
                  </a:lnTo>
                  <a:lnTo>
                    <a:pt x="148182" y="172130"/>
                  </a:lnTo>
                  <a:lnTo>
                    <a:pt x="149529" y="171532"/>
                  </a:lnTo>
                  <a:lnTo>
                    <a:pt x="150127" y="172130"/>
                  </a:lnTo>
                  <a:lnTo>
                    <a:pt x="149080" y="172729"/>
                  </a:lnTo>
                  <a:lnTo>
                    <a:pt x="147283" y="173777"/>
                  </a:lnTo>
                  <a:lnTo>
                    <a:pt x="147283" y="173927"/>
                  </a:lnTo>
                  <a:lnTo>
                    <a:pt x="147433" y="173927"/>
                  </a:lnTo>
                  <a:lnTo>
                    <a:pt x="148331" y="173627"/>
                  </a:lnTo>
                  <a:lnTo>
                    <a:pt x="149080" y="173178"/>
                  </a:lnTo>
                  <a:lnTo>
                    <a:pt x="150277" y="172430"/>
                  </a:lnTo>
                  <a:lnTo>
                    <a:pt x="147283" y="174376"/>
                  </a:lnTo>
                  <a:lnTo>
                    <a:pt x="144290" y="176172"/>
                  </a:lnTo>
                  <a:lnTo>
                    <a:pt x="141296" y="165395"/>
                  </a:lnTo>
                  <a:lnTo>
                    <a:pt x="140997" y="164347"/>
                  </a:lnTo>
                  <a:lnTo>
                    <a:pt x="140847" y="163898"/>
                  </a:lnTo>
                  <a:lnTo>
                    <a:pt x="141446" y="163748"/>
                  </a:lnTo>
                  <a:close/>
                  <a:moveTo>
                    <a:pt x="69002" y="165844"/>
                  </a:moveTo>
                  <a:lnTo>
                    <a:pt x="73342" y="168239"/>
                  </a:lnTo>
                  <a:lnTo>
                    <a:pt x="77683" y="170185"/>
                  </a:lnTo>
                  <a:lnTo>
                    <a:pt x="82323" y="171981"/>
                  </a:lnTo>
                  <a:lnTo>
                    <a:pt x="87113" y="173328"/>
                  </a:lnTo>
                  <a:lnTo>
                    <a:pt x="82024" y="183207"/>
                  </a:lnTo>
                  <a:lnTo>
                    <a:pt x="77982" y="181859"/>
                  </a:lnTo>
                  <a:lnTo>
                    <a:pt x="73791" y="180363"/>
                  </a:lnTo>
                  <a:lnTo>
                    <a:pt x="69900" y="178716"/>
                  </a:lnTo>
                  <a:lnTo>
                    <a:pt x="66008" y="176770"/>
                  </a:lnTo>
                  <a:lnTo>
                    <a:pt x="69002" y="165844"/>
                  </a:lnTo>
                  <a:close/>
                  <a:moveTo>
                    <a:pt x="140398" y="165844"/>
                  </a:moveTo>
                  <a:lnTo>
                    <a:pt x="143392" y="176621"/>
                  </a:lnTo>
                  <a:lnTo>
                    <a:pt x="139500" y="178567"/>
                  </a:lnTo>
                  <a:lnTo>
                    <a:pt x="135609" y="180363"/>
                  </a:lnTo>
                  <a:lnTo>
                    <a:pt x="131567" y="181859"/>
                  </a:lnTo>
                  <a:lnTo>
                    <a:pt x="127376" y="183207"/>
                  </a:lnTo>
                  <a:lnTo>
                    <a:pt x="122437" y="173328"/>
                  </a:lnTo>
                  <a:lnTo>
                    <a:pt x="127077" y="171981"/>
                  </a:lnTo>
                  <a:lnTo>
                    <a:pt x="131717" y="170185"/>
                  </a:lnTo>
                  <a:lnTo>
                    <a:pt x="136058" y="168239"/>
                  </a:lnTo>
                  <a:lnTo>
                    <a:pt x="140398" y="165844"/>
                  </a:lnTo>
                  <a:close/>
                  <a:moveTo>
                    <a:pt x="89358" y="172280"/>
                  </a:moveTo>
                  <a:lnTo>
                    <a:pt x="89358" y="172879"/>
                  </a:lnTo>
                  <a:lnTo>
                    <a:pt x="89508" y="173927"/>
                  </a:lnTo>
                  <a:lnTo>
                    <a:pt x="90106" y="185152"/>
                  </a:lnTo>
                  <a:lnTo>
                    <a:pt x="86514" y="184404"/>
                  </a:lnTo>
                  <a:lnTo>
                    <a:pt x="83071" y="183506"/>
                  </a:lnTo>
                  <a:lnTo>
                    <a:pt x="84568" y="183656"/>
                  </a:lnTo>
                  <a:lnTo>
                    <a:pt x="85466" y="183805"/>
                  </a:lnTo>
                  <a:lnTo>
                    <a:pt x="86364" y="183955"/>
                  </a:lnTo>
                  <a:lnTo>
                    <a:pt x="86514" y="183805"/>
                  </a:lnTo>
                  <a:lnTo>
                    <a:pt x="84419" y="183356"/>
                  </a:lnTo>
                  <a:lnTo>
                    <a:pt x="83221" y="183207"/>
                  </a:lnTo>
                  <a:lnTo>
                    <a:pt x="83670" y="182309"/>
                  </a:lnTo>
                  <a:lnTo>
                    <a:pt x="85017" y="182458"/>
                  </a:lnTo>
                  <a:lnTo>
                    <a:pt x="85915" y="182608"/>
                  </a:lnTo>
                  <a:lnTo>
                    <a:pt x="86963" y="182758"/>
                  </a:lnTo>
                  <a:lnTo>
                    <a:pt x="86963" y="182608"/>
                  </a:lnTo>
                  <a:lnTo>
                    <a:pt x="85915" y="182309"/>
                  </a:lnTo>
                  <a:lnTo>
                    <a:pt x="85017" y="182159"/>
                  </a:lnTo>
                  <a:lnTo>
                    <a:pt x="83820" y="182009"/>
                  </a:lnTo>
                  <a:lnTo>
                    <a:pt x="84119" y="181261"/>
                  </a:lnTo>
                  <a:lnTo>
                    <a:pt x="85616" y="181560"/>
                  </a:lnTo>
                  <a:lnTo>
                    <a:pt x="86963" y="181560"/>
                  </a:lnTo>
                  <a:lnTo>
                    <a:pt x="86963" y="181410"/>
                  </a:lnTo>
                  <a:lnTo>
                    <a:pt x="85317" y="181111"/>
                  </a:lnTo>
                  <a:lnTo>
                    <a:pt x="84269" y="180961"/>
                  </a:lnTo>
                  <a:lnTo>
                    <a:pt x="84868" y="179914"/>
                  </a:lnTo>
                  <a:lnTo>
                    <a:pt x="86215" y="180213"/>
                  </a:lnTo>
                  <a:lnTo>
                    <a:pt x="87712" y="180213"/>
                  </a:lnTo>
                  <a:lnTo>
                    <a:pt x="87712" y="180063"/>
                  </a:lnTo>
                  <a:lnTo>
                    <a:pt x="86813" y="179914"/>
                  </a:lnTo>
                  <a:lnTo>
                    <a:pt x="85915" y="179764"/>
                  </a:lnTo>
                  <a:lnTo>
                    <a:pt x="85017" y="179614"/>
                  </a:lnTo>
                  <a:lnTo>
                    <a:pt x="85466" y="178716"/>
                  </a:lnTo>
                  <a:lnTo>
                    <a:pt x="86364" y="179016"/>
                  </a:lnTo>
                  <a:lnTo>
                    <a:pt x="87113" y="179165"/>
                  </a:lnTo>
                  <a:lnTo>
                    <a:pt x="87861" y="179165"/>
                  </a:lnTo>
                  <a:lnTo>
                    <a:pt x="87861" y="179016"/>
                  </a:lnTo>
                  <a:lnTo>
                    <a:pt x="85915" y="178716"/>
                  </a:lnTo>
                  <a:lnTo>
                    <a:pt x="85466" y="178567"/>
                  </a:lnTo>
                  <a:lnTo>
                    <a:pt x="85915" y="177818"/>
                  </a:lnTo>
                  <a:lnTo>
                    <a:pt x="86364" y="177968"/>
                  </a:lnTo>
                  <a:lnTo>
                    <a:pt x="87113" y="177968"/>
                  </a:lnTo>
                  <a:lnTo>
                    <a:pt x="88011" y="178118"/>
                  </a:lnTo>
                  <a:lnTo>
                    <a:pt x="88011" y="177968"/>
                  </a:lnTo>
                  <a:lnTo>
                    <a:pt x="86813" y="177668"/>
                  </a:lnTo>
                  <a:lnTo>
                    <a:pt x="86065" y="177668"/>
                  </a:lnTo>
                  <a:lnTo>
                    <a:pt x="86364" y="176920"/>
                  </a:lnTo>
                  <a:lnTo>
                    <a:pt x="87262" y="177070"/>
                  </a:lnTo>
                  <a:lnTo>
                    <a:pt x="88161" y="177070"/>
                  </a:lnTo>
                  <a:lnTo>
                    <a:pt x="88161" y="176920"/>
                  </a:lnTo>
                  <a:lnTo>
                    <a:pt x="87412" y="176770"/>
                  </a:lnTo>
                  <a:lnTo>
                    <a:pt x="86514" y="176621"/>
                  </a:lnTo>
                  <a:lnTo>
                    <a:pt x="86813" y="175872"/>
                  </a:lnTo>
                  <a:lnTo>
                    <a:pt x="87562" y="176022"/>
                  </a:lnTo>
                  <a:lnTo>
                    <a:pt x="88310" y="176022"/>
                  </a:lnTo>
                  <a:lnTo>
                    <a:pt x="88310" y="175872"/>
                  </a:lnTo>
                  <a:lnTo>
                    <a:pt x="87113" y="175723"/>
                  </a:lnTo>
                  <a:lnTo>
                    <a:pt x="86963" y="175723"/>
                  </a:lnTo>
                  <a:lnTo>
                    <a:pt x="87262" y="174974"/>
                  </a:lnTo>
                  <a:lnTo>
                    <a:pt x="88610" y="175124"/>
                  </a:lnTo>
                  <a:lnTo>
                    <a:pt x="88610" y="174974"/>
                  </a:lnTo>
                  <a:lnTo>
                    <a:pt x="87412" y="174825"/>
                  </a:lnTo>
                  <a:lnTo>
                    <a:pt x="87712" y="174226"/>
                  </a:lnTo>
                  <a:lnTo>
                    <a:pt x="88011" y="174226"/>
                  </a:lnTo>
                  <a:lnTo>
                    <a:pt x="88909" y="174076"/>
                  </a:lnTo>
                  <a:lnTo>
                    <a:pt x="89059" y="174076"/>
                  </a:lnTo>
                  <a:lnTo>
                    <a:pt x="88909" y="173927"/>
                  </a:lnTo>
                  <a:lnTo>
                    <a:pt x="87861" y="173927"/>
                  </a:lnTo>
                  <a:lnTo>
                    <a:pt x="88011" y="173627"/>
                  </a:lnTo>
                  <a:lnTo>
                    <a:pt x="88161" y="173178"/>
                  </a:lnTo>
                  <a:lnTo>
                    <a:pt x="88909" y="173178"/>
                  </a:lnTo>
                  <a:lnTo>
                    <a:pt x="88909" y="173028"/>
                  </a:lnTo>
                  <a:lnTo>
                    <a:pt x="88310" y="173028"/>
                  </a:lnTo>
                  <a:lnTo>
                    <a:pt x="88460" y="172729"/>
                  </a:lnTo>
                  <a:lnTo>
                    <a:pt x="88610" y="172280"/>
                  </a:lnTo>
                  <a:close/>
                  <a:moveTo>
                    <a:pt x="120790" y="172280"/>
                  </a:moveTo>
                  <a:lnTo>
                    <a:pt x="120940" y="172729"/>
                  </a:lnTo>
                  <a:lnTo>
                    <a:pt x="121090" y="173028"/>
                  </a:lnTo>
                  <a:lnTo>
                    <a:pt x="120491" y="173028"/>
                  </a:lnTo>
                  <a:lnTo>
                    <a:pt x="120491" y="173178"/>
                  </a:lnTo>
                  <a:lnTo>
                    <a:pt x="121239" y="173178"/>
                  </a:lnTo>
                  <a:lnTo>
                    <a:pt x="121389" y="173627"/>
                  </a:lnTo>
                  <a:lnTo>
                    <a:pt x="121539" y="173927"/>
                  </a:lnTo>
                  <a:lnTo>
                    <a:pt x="120491" y="173927"/>
                  </a:lnTo>
                  <a:lnTo>
                    <a:pt x="120491" y="174076"/>
                  </a:lnTo>
                  <a:lnTo>
                    <a:pt x="121389" y="174226"/>
                  </a:lnTo>
                  <a:lnTo>
                    <a:pt x="121688" y="174226"/>
                  </a:lnTo>
                  <a:lnTo>
                    <a:pt x="121988" y="174825"/>
                  </a:lnTo>
                  <a:lnTo>
                    <a:pt x="120790" y="174974"/>
                  </a:lnTo>
                  <a:lnTo>
                    <a:pt x="120790" y="175124"/>
                  </a:lnTo>
                  <a:lnTo>
                    <a:pt x="122138" y="174974"/>
                  </a:lnTo>
                  <a:lnTo>
                    <a:pt x="122437" y="175723"/>
                  </a:lnTo>
                  <a:lnTo>
                    <a:pt x="122287" y="175723"/>
                  </a:lnTo>
                  <a:lnTo>
                    <a:pt x="121090" y="175872"/>
                  </a:lnTo>
                  <a:lnTo>
                    <a:pt x="121090" y="176022"/>
                  </a:lnTo>
                  <a:lnTo>
                    <a:pt x="121838" y="176022"/>
                  </a:lnTo>
                  <a:lnTo>
                    <a:pt x="122587" y="175872"/>
                  </a:lnTo>
                  <a:lnTo>
                    <a:pt x="122886" y="176621"/>
                  </a:lnTo>
                  <a:lnTo>
                    <a:pt x="122138" y="176770"/>
                  </a:lnTo>
                  <a:lnTo>
                    <a:pt x="121239" y="176920"/>
                  </a:lnTo>
                  <a:lnTo>
                    <a:pt x="121239" y="177070"/>
                  </a:lnTo>
                  <a:lnTo>
                    <a:pt x="122138" y="177070"/>
                  </a:lnTo>
                  <a:lnTo>
                    <a:pt x="123036" y="176920"/>
                  </a:lnTo>
                  <a:lnTo>
                    <a:pt x="123485" y="177668"/>
                  </a:lnTo>
                  <a:lnTo>
                    <a:pt x="122736" y="177668"/>
                  </a:lnTo>
                  <a:lnTo>
                    <a:pt x="121389" y="177968"/>
                  </a:lnTo>
                  <a:lnTo>
                    <a:pt x="121389" y="178118"/>
                  </a:lnTo>
                  <a:lnTo>
                    <a:pt x="122287" y="177968"/>
                  </a:lnTo>
                  <a:lnTo>
                    <a:pt x="123185" y="177968"/>
                  </a:lnTo>
                  <a:lnTo>
                    <a:pt x="123634" y="177818"/>
                  </a:lnTo>
                  <a:lnTo>
                    <a:pt x="123934" y="178567"/>
                  </a:lnTo>
                  <a:lnTo>
                    <a:pt x="123485" y="178716"/>
                  </a:lnTo>
                  <a:lnTo>
                    <a:pt x="121539" y="179016"/>
                  </a:lnTo>
                  <a:lnTo>
                    <a:pt x="121539" y="179165"/>
                  </a:lnTo>
                  <a:lnTo>
                    <a:pt x="122287" y="179165"/>
                  </a:lnTo>
                  <a:lnTo>
                    <a:pt x="123036" y="179016"/>
                  </a:lnTo>
                  <a:lnTo>
                    <a:pt x="124083" y="178716"/>
                  </a:lnTo>
                  <a:lnTo>
                    <a:pt x="124532" y="179614"/>
                  </a:lnTo>
                  <a:lnTo>
                    <a:pt x="123634" y="179764"/>
                  </a:lnTo>
                  <a:lnTo>
                    <a:pt x="122736" y="179914"/>
                  </a:lnTo>
                  <a:lnTo>
                    <a:pt x="121838" y="180063"/>
                  </a:lnTo>
                  <a:lnTo>
                    <a:pt x="121838" y="180213"/>
                  </a:lnTo>
                  <a:lnTo>
                    <a:pt x="123185" y="180213"/>
                  </a:lnTo>
                  <a:lnTo>
                    <a:pt x="124532" y="179914"/>
                  </a:lnTo>
                  <a:lnTo>
                    <a:pt x="125131" y="180961"/>
                  </a:lnTo>
                  <a:lnTo>
                    <a:pt x="124233" y="181111"/>
                  </a:lnTo>
                  <a:lnTo>
                    <a:pt x="122437" y="181410"/>
                  </a:lnTo>
                  <a:lnTo>
                    <a:pt x="122437" y="181560"/>
                  </a:lnTo>
                  <a:lnTo>
                    <a:pt x="123784" y="181560"/>
                  </a:lnTo>
                  <a:lnTo>
                    <a:pt x="125281" y="181261"/>
                  </a:lnTo>
                  <a:lnTo>
                    <a:pt x="125730" y="182009"/>
                  </a:lnTo>
                  <a:lnTo>
                    <a:pt x="124383" y="182159"/>
                  </a:lnTo>
                  <a:lnTo>
                    <a:pt x="123485" y="182309"/>
                  </a:lnTo>
                  <a:lnTo>
                    <a:pt x="122437" y="182608"/>
                  </a:lnTo>
                  <a:lnTo>
                    <a:pt x="122437" y="182758"/>
                  </a:lnTo>
                  <a:lnTo>
                    <a:pt x="122587" y="182758"/>
                  </a:lnTo>
                  <a:lnTo>
                    <a:pt x="123485" y="182608"/>
                  </a:lnTo>
                  <a:lnTo>
                    <a:pt x="124383" y="182458"/>
                  </a:lnTo>
                  <a:lnTo>
                    <a:pt x="125730" y="182309"/>
                  </a:lnTo>
                  <a:lnTo>
                    <a:pt x="126179" y="183207"/>
                  </a:lnTo>
                  <a:lnTo>
                    <a:pt x="124981" y="183356"/>
                  </a:lnTo>
                  <a:lnTo>
                    <a:pt x="123036" y="183805"/>
                  </a:lnTo>
                  <a:lnTo>
                    <a:pt x="122886" y="183805"/>
                  </a:lnTo>
                  <a:lnTo>
                    <a:pt x="123036" y="183955"/>
                  </a:lnTo>
                  <a:lnTo>
                    <a:pt x="123934" y="183805"/>
                  </a:lnTo>
                  <a:lnTo>
                    <a:pt x="124832" y="183656"/>
                  </a:lnTo>
                  <a:lnTo>
                    <a:pt x="126329" y="183506"/>
                  </a:lnTo>
                  <a:lnTo>
                    <a:pt x="126478" y="183506"/>
                  </a:lnTo>
                  <a:lnTo>
                    <a:pt x="122886" y="184404"/>
                  </a:lnTo>
                  <a:lnTo>
                    <a:pt x="119294" y="185152"/>
                  </a:lnTo>
                  <a:lnTo>
                    <a:pt x="120042" y="173927"/>
                  </a:lnTo>
                  <a:lnTo>
                    <a:pt x="120042" y="172879"/>
                  </a:lnTo>
                  <a:lnTo>
                    <a:pt x="120042" y="172280"/>
                  </a:lnTo>
                  <a:close/>
                  <a:moveTo>
                    <a:pt x="90406" y="174076"/>
                  </a:moveTo>
                  <a:lnTo>
                    <a:pt x="94746" y="174825"/>
                  </a:lnTo>
                  <a:lnTo>
                    <a:pt x="99237" y="175274"/>
                  </a:lnTo>
                  <a:lnTo>
                    <a:pt x="100883" y="186350"/>
                  </a:lnTo>
                  <a:lnTo>
                    <a:pt x="95944" y="185901"/>
                  </a:lnTo>
                  <a:lnTo>
                    <a:pt x="91154" y="185302"/>
                  </a:lnTo>
                  <a:lnTo>
                    <a:pt x="90406" y="174076"/>
                  </a:lnTo>
                  <a:close/>
                  <a:moveTo>
                    <a:pt x="118994" y="174076"/>
                  </a:moveTo>
                  <a:lnTo>
                    <a:pt x="118246" y="185302"/>
                  </a:lnTo>
                  <a:lnTo>
                    <a:pt x="113756" y="185901"/>
                  </a:lnTo>
                  <a:lnTo>
                    <a:pt x="109265" y="186350"/>
                  </a:lnTo>
                  <a:lnTo>
                    <a:pt x="110762" y="175274"/>
                  </a:lnTo>
                  <a:lnTo>
                    <a:pt x="114953" y="174825"/>
                  </a:lnTo>
                  <a:lnTo>
                    <a:pt x="118994" y="174076"/>
                  </a:lnTo>
                  <a:close/>
                  <a:moveTo>
                    <a:pt x="15716" y="108218"/>
                  </a:moveTo>
                  <a:lnTo>
                    <a:pt x="19608" y="108816"/>
                  </a:lnTo>
                  <a:lnTo>
                    <a:pt x="20057" y="113905"/>
                  </a:lnTo>
                  <a:lnTo>
                    <a:pt x="20805" y="118845"/>
                  </a:lnTo>
                  <a:lnTo>
                    <a:pt x="21703" y="123635"/>
                  </a:lnTo>
                  <a:lnTo>
                    <a:pt x="22901" y="128424"/>
                  </a:lnTo>
                  <a:lnTo>
                    <a:pt x="24398" y="133064"/>
                  </a:lnTo>
                  <a:lnTo>
                    <a:pt x="26194" y="137555"/>
                  </a:lnTo>
                  <a:lnTo>
                    <a:pt x="28140" y="141895"/>
                  </a:lnTo>
                  <a:lnTo>
                    <a:pt x="30385" y="146236"/>
                  </a:lnTo>
                  <a:lnTo>
                    <a:pt x="32780" y="150277"/>
                  </a:lnTo>
                  <a:lnTo>
                    <a:pt x="35474" y="154319"/>
                  </a:lnTo>
                  <a:lnTo>
                    <a:pt x="38318" y="158061"/>
                  </a:lnTo>
                  <a:lnTo>
                    <a:pt x="41461" y="161653"/>
                  </a:lnTo>
                  <a:lnTo>
                    <a:pt x="44754" y="165095"/>
                  </a:lnTo>
                  <a:lnTo>
                    <a:pt x="48196" y="168388"/>
                  </a:lnTo>
                  <a:lnTo>
                    <a:pt x="51938" y="171382"/>
                  </a:lnTo>
                  <a:lnTo>
                    <a:pt x="55680" y="174376"/>
                  </a:lnTo>
                  <a:lnTo>
                    <a:pt x="56129" y="174675"/>
                  </a:lnTo>
                  <a:lnTo>
                    <a:pt x="57177" y="175573"/>
                  </a:lnTo>
                  <a:lnTo>
                    <a:pt x="58375" y="176321"/>
                  </a:lnTo>
                  <a:lnTo>
                    <a:pt x="61218" y="177968"/>
                  </a:lnTo>
                  <a:lnTo>
                    <a:pt x="64661" y="179764"/>
                  </a:lnTo>
                  <a:lnTo>
                    <a:pt x="64960" y="179914"/>
                  </a:lnTo>
                  <a:lnTo>
                    <a:pt x="64960" y="180063"/>
                  </a:lnTo>
                  <a:lnTo>
                    <a:pt x="65110" y="180063"/>
                  </a:lnTo>
                  <a:lnTo>
                    <a:pt x="68852" y="181859"/>
                  </a:lnTo>
                  <a:lnTo>
                    <a:pt x="72594" y="183656"/>
                  </a:lnTo>
                  <a:lnTo>
                    <a:pt x="76486" y="185003"/>
                  </a:lnTo>
                  <a:lnTo>
                    <a:pt x="80527" y="186350"/>
                  </a:lnTo>
                  <a:lnTo>
                    <a:pt x="80976" y="186500"/>
                  </a:lnTo>
                  <a:lnTo>
                    <a:pt x="82323" y="186949"/>
                  </a:lnTo>
                  <a:lnTo>
                    <a:pt x="83820" y="187398"/>
                  </a:lnTo>
                  <a:lnTo>
                    <a:pt x="86963" y="187996"/>
                  </a:lnTo>
                  <a:lnTo>
                    <a:pt x="90555" y="188745"/>
                  </a:lnTo>
                  <a:lnTo>
                    <a:pt x="94148" y="189194"/>
                  </a:lnTo>
                  <a:lnTo>
                    <a:pt x="97740" y="189643"/>
                  </a:lnTo>
                  <a:lnTo>
                    <a:pt x="101482" y="189792"/>
                  </a:lnTo>
                  <a:lnTo>
                    <a:pt x="102081" y="193684"/>
                  </a:lnTo>
                  <a:lnTo>
                    <a:pt x="97740" y="193534"/>
                  </a:lnTo>
                  <a:lnTo>
                    <a:pt x="93399" y="193085"/>
                  </a:lnTo>
                  <a:lnTo>
                    <a:pt x="89208" y="192487"/>
                  </a:lnTo>
                  <a:lnTo>
                    <a:pt x="85017" y="191589"/>
                  </a:lnTo>
                  <a:lnTo>
                    <a:pt x="80976" y="190541"/>
                  </a:lnTo>
                  <a:lnTo>
                    <a:pt x="76935" y="189343"/>
                  </a:lnTo>
                  <a:lnTo>
                    <a:pt x="72893" y="187996"/>
                  </a:lnTo>
                  <a:lnTo>
                    <a:pt x="69151" y="186350"/>
                  </a:lnTo>
                  <a:lnTo>
                    <a:pt x="65409" y="184554"/>
                  </a:lnTo>
                  <a:lnTo>
                    <a:pt x="61667" y="182758"/>
                  </a:lnTo>
                  <a:lnTo>
                    <a:pt x="58075" y="180662"/>
                  </a:lnTo>
                  <a:lnTo>
                    <a:pt x="54633" y="178417"/>
                  </a:lnTo>
                  <a:lnTo>
                    <a:pt x="51340" y="176022"/>
                  </a:lnTo>
                  <a:lnTo>
                    <a:pt x="48196" y="173477"/>
                  </a:lnTo>
                  <a:lnTo>
                    <a:pt x="45053" y="170783"/>
                  </a:lnTo>
                  <a:lnTo>
                    <a:pt x="42060" y="167939"/>
                  </a:lnTo>
                  <a:lnTo>
                    <a:pt x="39216" y="164946"/>
                  </a:lnTo>
                  <a:lnTo>
                    <a:pt x="36522" y="161952"/>
                  </a:lnTo>
                  <a:lnTo>
                    <a:pt x="33977" y="158809"/>
                  </a:lnTo>
                  <a:lnTo>
                    <a:pt x="31582" y="155366"/>
                  </a:lnTo>
                  <a:lnTo>
                    <a:pt x="29187" y="152073"/>
                  </a:lnTo>
                  <a:lnTo>
                    <a:pt x="27092" y="148481"/>
                  </a:lnTo>
                  <a:lnTo>
                    <a:pt x="25146" y="144889"/>
                  </a:lnTo>
                  <a:lnTo>
                    <a:pt x="23350" y="141147"/>
                  </a:lnTo>
                  <a:lnTo>
                    <a:pt x="21853" y="137255"/>
                  </a:lnTo>
                  <a:lnTo>
                    <a:pt x="20356" y="133364"/>
                  </a:lnTo>
                  <a:lnTo>
                    <a:pt x="19159" y="129322"/>
                  </a:lnTo>
                  <a:lnTo>
                    <a:pt x="18111" y="125281"/>
                  </a:lnTo>
                  <a:lnTo>
                    <a:pt x="17213" y="121090"/>
                  </a:lnTo>
                  <a:lnTo>
                    <a:pt x="16465" y="116899"/>
                  </a:lnTo>
                  <a:lnTo>
                    <a:pt x="16016" y="112558"/>
                  </a:lnTo>
                  <a:lnTo>
                    <a:pt x="15716" y="108218"/>
                  </a:lnTo>
                  <a:close/>
                  <a:moveTo>
                    <a:pt x="193684" y="107469"/>
                  </a:moveTo>
                  <a:lnTo>
                    <a:pt x="193534" y="111810"/>
                  </a:lnTo>
                  <a:lnTo>
                    <a:pt x="193085" y="116001"/>
                  </a:lnTo>
                  <a:lnTo>
                    <a:pt x="192337" y="120342"/>
                  </a:lnTo>
                  <a:lnTo>
                    <a:pt x="191588" y="124383"/>
                  </a:lnTo>
                  <a:lnTo>
                    <a:pt x="190541" y="128574"/>
                  </a:lnTo>
                  <a:lnTo>
                    <a:pt x="189343" y="132615"/>
                  </a:lnTo>
                  <a:lnTo>
                    <a:pt x="187846" y="136507"/>
                  </a:lnTo>
                  <a:lnTo>
                    <a:pt x="186350" y="140399"/>
                  </a:lnTo>
                  <a:lnTo>
                    <a:pt x="184553" y="144140"/>
                  </a:lnTo>
                  <a:lnTo>
                    <a:pt x="182608" y="147733"/>
                  </a:lnTo>
                  <a:lnTo>
                    <a:pt x="180512" y="151325"/>
                  </a:lnTo>
                  <a:lnTo>
                    <a:pt x="178267" y="154768"/>
                  </a:lnTo>
                  <a:lnTo>
                    <a:pt x="175872" y="158061"/>
                  </a:lnTo>
                  <a:lnTo>
                    <a:pt x="173477" y="161354"/>
                  </a:lnTo>
                  <a:lnTo>
                    <a:pt x="170783" y="164347"/>
                  </a:lnTo>
                  <a:lnTo>
                    <a:pt x="167939" y="167341"/>
                  </a:lnTo>
                  <a:lnTo>
                    <a:pt x="164946" y="170185"/>
                  </a:lnTo>
                  <a:lnTo>
                    <a:pt x="161952" y="172879"/>
                  </a:lnTo>
                  <a:lnTo>
                    <a:pt x="158659" y="175573"/>
                  </a:lnTo>
                  <a:lnTo>
                    <a:pt x="155366" y="177968"/>
                  </a:lnTo>
                  <a:lnTo>
                    <a:pt x="151924" y="180213"/>
                  </a:lnTo>
                  <a:lnTo>
                    <a:pt x="148481" y="182309"/>
                  </a:lnTo>
                  <a:lnTo>
                    <a:pt x="144739" y="184254"/>
                  </a:lnTo>
                  <a:lnTo>
                    <a:pt x="140997" y="186050"/>
                  </a:lnTo>
                  <a:lnTo>
                    <a:pt x="137255" y="187697"/>
                  </a:lnTo>
                  <a:lnTo>
                    <a:pt x="133214" y="189044"/>
                  </a:lnTo>
                  <a:lnTo>
                    <a:pt x="129322" y="190391"/>
                  </a:lnTo>
                  <a:lnTo>
                    <a:pt x="125131" y="191439"/>
                  </a:lnTo>
                  <a:lnTo>
                    <a:pt x="121090" y="192337"/>
                  </a:lnTo>
                  <a:lnTo>
                    <a:pt x="116899" y="192936"/>
                  </a:lnTo>
                  <a:lnTo>
                    <a:pt x="112558" y="193385"/>
                  </a:lnTo>
                  <a:lnTo>
                    <a:pt x="108217" y="193684"/>
                  </a:lnTo>
                  <a:lnTo>
                    <a:pt x="108816" y="189792"/>
                  </a:lnTo>
                  <a:lnTo>
                    <a:pt x="112109" y="189493"/>
                  </a:lnTo>
                  <a:lnTo>
                    <a:pt x="115552" y="189194"/>
                  </a:lnTo>
                  <a:lnTo>
                    <a:pt x="118845" y="188745"/>
                  </a:lnTo>
                  <a:lnTo>
                    <a:pt x="122138" y="187996"/>
                  </a:lnTo>
                  <a:lnTo>
                    <a:pt x="125430" y="187398"/>
                  </a:lnTo>
                  <a:lnTo>
                    <a:pt x="127077" y="186949"/>
                  </a:lnTo>
                  <a:lnTo>
                    <a:pt x="128424" y="186500"/>
                  </a:lnTo>
                  <a:lnTo>
                    <a:pt x="128873" y="186350"/>
                  </a:lnTo>
                  <a:lnTo>
                    <a:pt x="132615" y="185152"/>
                  </a:lnTo>
                  <a:lnTo>
                    <a:pt x="136357" y="183805"/>
                  </a:lnTo>
                  <a:lnTo>
                    <a:pt x="139949" y="182309"/>
                  </a:lnTo>
                  <a:lnTo>
                    <a:pt x="143392" y="180512"/>
                  </a:lnTo>
                  <a:lnTo>
                    <a:pt x="144290" y="180063"/>
                  </a:lnTo>
                  <a:lnTo>
                    <a:pt x="144889" y="179764"/>
                  </a:lnTo>
                  <a:lnTo>
                    <a:pt x="148182" y="177968"/>
                  </a:lnTo>
                  <a:lnTo>
                    <a:pt x="151025" y="176321"/>
                  </a:lnTo>
                  <a:lnTo>
                    <a:pt x="152223" y="175573"/>
                  </a:lnTo>
                  <a:lnTo>
                    <a:pt x="153420" y="174675"/>
                  </a:lnTo>
                  <a:lnTo>
                    <a:pt x="153869" y="174376"/>
                  </a:lnTo>
                  <a:lnTo>
                    <a:pt x="153720" y="174226"/>
                  </a:lnTo>
                  <a:lnTo>
                    <a:pt x="156863" y="171981"/>
                  </a:lnTo>
                  <a:lnTo>
                    <a:pt x="160006" y="169436"/>
                  </a:lnTo>
                  <a:lnTo>
                    <a:pt x="161952" y="167790"/>
                  </a:lnTo>
                  <a:lnTo>
                    <a:pt x="164047" y="165694"/>
                  </a:lnTo>
                  <a:lnTo>
                    <a:pt x="165993" y="163748"/>
                  </a:lnTo>
                  <a:lnTo>
                    <a:pt x="168089" y="161503"/>
                  </a:lnTo>
                  <a:lnTo>
                    <a:pt x="169885" y="159408"/>
                  </a:lnTo>
                  <a:lnTo>
                    <a:pt x="170633" y="158510"/>
                  </a:lnTo>
                  <a:lnTo>
                    <a:pt x="172579" y="156115"/>
                  </a:lnTo>
                  <a:lnTo>
                    <a:pt x="173777" y="154468"/>
                  </a:lnTo>
                  <a:lnTo>
                    <a:pt x="174226" y="153870"/>
                  </a:lnTo>
                  <a:lnTo>
                    <a:pt x="175872" y="151325"/>
                  </a:lnTo>
                  <a:lnTo>
                    <a:pt x="177519" y="148781"/>
                  </a:lnTo>
                  <a:lnTo>
                    <a:pt x="179015" y="146236"/>
                  </a:lnTo>
                  <a:lnTo>
                    <a:pt x="180362" y="143542"/>
                  </a:lnTo>
                  <a:lnTo>
                    <a:pt x="181710" y="140848"/>
                  </a:lnTo>
                  <a:lnTo>
                    <a:pt x="183057" y="138153"/>
                  </a:lnTo>
                  <a:lnTo>
                    <a:pt x="184104" y="135309"/>
                  </a:lnTo>
                  <a:lnTo>
                    <a:pt x="185152" y="132466"/>
                  </a:lnTo>
                  <a:lnTo>
                    <a:pt x="186200" y="129472"/>
                  </a:lnTo>
                  <a:lnTo>
                    <a:pt x="186948" y="126478"/>
                  </a:lnTo>
                  <a:lnTo>
                    <a:pt x="187697" y="123485"/>
                  </a:lnTo>
                  <a:lnTo>
                    <a:pt x="188295" y="120491"/>
                  </a:lnTo>
                  <a:lnTo>
                    <a:pt x="188894" y="117498"/>
                  </a:lnTo>
                  <a:lnTo>
                    <a:pt x="189343" y="114354"/>
                  </a:lnTo>
                  <a:lnTo>
                    <a:pt x="189642" y="111211"/>
                  </a:lnTo>
                  <a:lnTo>
                    <a:pt x="189792" y="108068"/>
                  </a:lnTo>
                  <a:lnTo>
                    <a:pt x="193684" y="107469"/>
                  </a:lnTo>
                  <a:close/>
                  <a:moveTo>
                    <a:pt x="104925" y="105972"/>
                  </a:moveTo>
                  <a:lnTo>
                    <a:pt x="105523" y="106571"/>
                  </a:lnTo>
                  <a:lnTo>
                    <a:pt x="107020" y="108068"/>
                  </a:lnTo>
                  <a:lnTo>
                    <a:pt x="107170" y="108218"/>
                  </a:lnTo>
                  <a:lnTo>
                    <a:pt x="108217" y="109265"/>
                  </a:lnTo>
                  <a:lnTo>
                    <a:pt x="108367" y="109415"/>
                  </a:lnTo>
                  <a:lnTo>
                    <a:pt x="104925" y="109415"/>
                  </a:lnTo>
                  <a:lnTo>
                    <a:pt x="104775" y="109565"/>
                  </a:lnTo>
                  <a:lnTo>
                    <a:pt x="103278" y="109565"/>
                  </a:lnTo>
                  <a:lnTo>
                    <a:pt x="102679" y="109714"/>
                  </a:lnTo>
                  <a:lnTo>
                    <a:pt x="102530" y="109714"/>
                  </a:lnTo>
                  <a:lnTo>
                    <a:pt x="102530" y="109864"/>
                  </a:lnTo>
                  <a:lnTo>
                    <a:pt x="102530" y="110014"/>
                  </a:lnTo>
                  <a:lnTo>
                    <a:pt x="102679" y="110014"/>
                  </a:lnTo>
                  <a:lnTo>
                    <a:pt x="103877" y="110163"/>
                  </a:lnTo>
                  <a:lnTo>
                    <a:pt x="104326" y="110163"/>
                  </a:lnTo>
                  <a:lnTo>
                    <a:pt x="105523" y="110313"/>
                  </a:lnTo>
                  <a:lnTo>
                    <a:pt x="109265" y="110313"/>
                  </a:lnTo>
                  <a:lnTo>
                    <a:pt x="110612" y="111511"/>
                  </a:lnTo>
                  <a:lnTo>
                    <a:pt x="110612" y="111660"/>
                  </a:lnTo>
                  <a:lnTo>
                    <a:pt x="111361" y="112259"/>
                  </a:lnTo>
                  <a:lnTo>
                    <a:pt x="111510" y="112409"/>
                  </a:lnTo>
                  <a:lnTo>
                    <a:pt x="111959" y="112858"/>
                  </a:lnTo>
                  <a:lnTo>
                    <a:pt x="109265" y="112708"/>
                  </a:lnTo>
                  <a:lnTo>
                    <a:pt x="106571" y="112558"/>
                  </a:lnTo>
                  <a:lnTo>
                    <a:pt x="106421" y="112558"/>
                  </a:lnTo>
                  <a:lnTo>
                    <a:pt x="105673" y="112708"/>
                  </a:lnTo>
                  <a:lnTo>
                    <a:pt x="104326" y="112708"/>
                  </a:lnTo>
                  <a:lnTo>
                    <a:pt x="103278" y="112858"/>
                  </a:lnTo>
                  <a:lnTo>
                    <a:pt x="102979" y="112858"/>
                  </a:lnTo>
                  <a:lnTo>
                    <a:pt x="101781" y="113007"/>
                  </a:lnTo>
                  <a:lnTo>
                    <a:pt x="101781" y="113157"/>
                  </a:lnTo>
                  <a:lnTo>
                    <a:pt x="103727" y="113456"/>
                  </a:lnTo>
                  <a:lnTo>
                    <a:pt x="104475" y="113456"/>
                  </a:lnTo>
                  <a:lnTo>
                    <a:pt x="105673" y="113606"/>
                  </a:lnTo>
                  <a:lnTo>
                    <a:pt x="109116" y="113456"/>
                  </a:lnTo>
                  <a:lnTo>
                    <a:pt x="112408" y="113307"/>
                  </a:lnTo>
                  <a:lnTo>
                    <a:pt x="115851" y="116600"/>
                  </a:lnTo>
                  <a:lnTo>
                    <a:pt x="116599" y="117198"/>
                  </a:lnTo>
                  <a:lnTo>
                    <a:pt x="117048" y="117647"/>
                  </a:lnTo>
                  <a:lnTo>
                    <a:pt x="116749" y="119444"/>
                  </a:lnTo>
                  <a:lnTo>
                    <a:pt x="116300" y="119294"/>
                  </a:lnTo>
                  <a:lnTo>
                    <a:pt x="115552" y="119294"/>
                  </a:lnTo>
                  <a:lnTo>
                    <a:pt x="113157" y="119144"/>
                  </a:lnTo>
                  <a:lnTo>
                    <a:pt x="110762" y="119144"/>
                  </a:lnTo>
                  <a:lnTo>
                    <a:pt x="105972" y="119294"/>
                  </a:lnTo>
                  <a:lnTo>
                    <a:pt x="103577" y="119294"/>
                  </a:lnTo>
                  <a:lnTo>
                    <a:pt x="103428" y="119444"/>
                  </a:lnTo>
                  <a:lnTo>
                    <a:pt x="103428" y="119593"/>
                  </a:lnTo>
                  <a:lnTo>
                    <a:pt x="103428" y="119743"/>
                  </a:lnTo>
                  <a:lnTo>
                    <a:pt x="104625" y="119743"/>
                  </a:lnTo>
                  <a:lnTo>
                    <a:pt x="105523" y="119893"/>
                  </a:lnTo>
                  <a:lnTo>
                    <a:pt x="106721" y="119893"/>
                  </a:lnTo>
                  <a:lnTo>
                    <a:pt x="111061" y="120042"/>
                  </a:lnTo>
                  <a:lnTo>
                    <a:pt x="113307" y="120042"/>
                  </a:lnTo>
                  <a:lnTo>
                    <a:pt x="115402" y="119893"/>
                  </a:lnTo>
                  <a:lnTo>
                    <a:pt x="116150" y="119743"/>
                  </a:lnTo>
                  <a:lnTo>
                    <a:pt x="116749" y="119743"/>
                  </a:lnTo>
                  <a:lnTo>
                    <a:pt x="115851" y="126628"/>
                  </a:lnTo>
                  <a:lnTo>
                    <a:pt x="115701" y="127227"/>
                  </a:lnTo>
                  <a:lnTo>
                    <a:pt x="115552" y="127975"/>
                  </a:lnTo>
                  <a:lnTo>
                    <a:pt x="112857" y="147733"/>
                  </a:lnTo>
                  <a:lnTo>
                    <a:pt x="112708" y="149230"/>
                  </a:lnTo>
                  <a:lnTo>
                    <a:pt x="111660" y="156414"/>
                  </a:lnTo>
                  <a:lnTo>
                    <a:pt x="111510" y="158210"/>
                  </a:lnTo>
                  <a:lnTo>
                    <a:pt x="109265" y="174376"/>
                  </a:lnTo>
                  <a:lnTo>
                    <a:pt x="109116" y="175423"/>
                  </a:lnTo>
                  <a:lnTo>
                    <a:pt x="107619" y="186350"/>
                  </a:lnTo>
                  <a:lnTo>
                    <a:pt x="107170" y="189792"/>
                  </a:lnTo>
                  <a:lnTo>
                    <a:pt x="106571" y="193834"/>
                  </a:lnTo>
                  <a:lnTo>
                    <a:pt x="106122" y="197127"/>
                  </a:lnTo>
                  <a:lnTo>
                    <a:pt x="105673" y="199971"/>
                  </a:lnTo>
                  <a:lnTo>
                    <a:pt x="105224" y="203713"/>
                  </a:lnTo>
                  <a:lnTo>
                    <a:pt x="104625" y="199971"/>
                  </a:lnTo>
                  <a:lnTo>
                    <a:pt x="104176" y="197127"/>
                  </a:lnTo>
                  <a:lnTo>
                    <a:pt x="103727" y="193834"/>
                  </a:lnTo>
                  <a:lnTo>
                    <a:pt x="103128" y="189792"/>
                  </a:lnTo>
                  <a:lnTo>
                    <a:pt x="102530" y="186350"/>
                  </a:lnTo>
                  <a:lnTo>
                    <a:pt x="100883" y="175423"/>
                  </a:lnTo>
                  <a:lnTo>
                    <a:pt x="100734" y="174525"/>
                  </a:lnTo>
                  <a:lnTo>
                    <a:pt x="98339" y="158210"/>
                  </a:lnTo>
                  <a:lnTo>
                    <a:pt x="98039" y="156414"/>
                  </a:lnTo>
                  <a:lnTo>
                    <a:pt x="96992" y="149379"/>
                  </a:lnTo>
                  <a:lnTo>
                    <a:pt x="96692" y="147733"/>
                  </a:lnTo>
                  <a:lnTo>
                    <a:pt x="93848" y="128724"/>
                  </a:lnTo>
                  <a:lnTo>
                    <a:pt x="93699" y="127975"/>
                  </a:lnTo>
                  <a:lnTo>
                    <a:pt x="93699" y="127376"/>
                  </a:lnTo>
                  <a:lnTo>
                    <a:pt x="93100" y="124084"/>
                  </a:lnTo>
                  <a:lnTo>
                    <a:pt x="93100" y="123485"/>
                  </a:lnTo>
                  <a:lnTo>
                    <a:pt x="92501" y="119743"/>
                  </a:lnTo>
                  <a:lnTo>
                    <a:pt x="92501" y="119444"/>
                  </a:lnTo>
                  <a:lnTo>
                    <a:pt x="92352" y="118845"/>
                  </a:lnTo>
                  <a:lnTo>
                    <a:pt x="92651" y="118845"/>
                  </a:lnTo>
                  <a:lnTo>
                    <a:pt x="92950" y="118545"/>
                  </a:lnTo>
                  <a:lnTo>
                    <a:pt x="93549" y="117797"/>
                  </a:lnTo>
                  <a:lnTo>
                    <a:pt x="93848" y="117498"/>
                  </a:lnTo>
                  <a:lnTo>
                    <a:pt x="95495" y="115702"/>
                  </a:lnTo>
                  <a:lnTo>
                    <a:pt x="95644" y="115702"/>
                  </a:lnTo>
                  <a:lnTo>
                    <a:pt x="97141" y="113905"/>
                  </a:lnTo>
                  <a:lnTo>
                    <a:pt x="97291" y="113905"/>
                  </a:lnTo>
                  <a:lnTo>
                    <a:pt x="98937" y="112109"/>
                  </a:lnTo>
                  <a:lnTo>
                    <a:pt x="99237" y="111660"/>
                  </a:lnTo>
                  <a:lnTo>
                    <a:pt x="99386" y="112409"/>
                  </a:lnTo>
                  <a:lnTo>
                    <a:pt x="99386" y="112558"/>
                  </a:lnTo>
                  <a:lnTo>
                    <a:pt x="99386" y="113606"/>
                  </a:lnTo>
                  <a:lnTo>
                    <a:pt x="99536" y="113756"/>
                  </a:lnTo>
                  <a:lnTo>
                    <a:pt x="99686" y="113606"/>
                  </a:lnTo>
                  <a:lnTo>
                    <a:pt x="99835" y="113007"/>
                  </a:lnTo>
                  <a:lnTo>
                    <a:pt x="99835" y="112858"/>
                  </a:lnTo>
                  <a:lnTo>
                    <a:pt x="99985" y="111062"/>
                  </a:lnTo>
                  <a:lnTo>
                    <a:pt x="100584" y="110313"/>
                  </a:lnTo>
                  <a:lnTo>
                    <a:pt x="100734" y="110163"/>
                  </a:lnTo>
                  <a:lnTo>
                    <a:pt x="102230" y="108517"/>
                  </a:lnTo>
                  <a:lnTo>
                    <a:pt x="102380" y="108367"/>
                  </a:lnTo>
                  <a:lnTo>
                    <a:pt x="104176" y="106421"/>
                  </a:lnTo>
                  <a:lnTo>
                    <a:pt x="104775" y="105972"/>
                  </a:lnTo>
                  <a:close/>
                  <a:moveTo>
                    <a:pt x="103428" y="0"/>
                  </a:moveTo>
                  <a:lnTo>
                    <a:pt x="101632" y="12423"/>
                  </a:lnTo>
                  <a:lnTo>
                    <a:pt x="97141" y="12573"/>
                  </a:lnTo>
                  <a:lnTo>
                    <a:pt x="92651" y="13172"/>
                  </a:lnTo>
                  <a:lnTo>
                    <a:pt x="88161" y="13770"/>
                  </a:lnTo>
                  <a:lnTo>
                    <a:pt x="83820" y="14669"/>
                  </a:lnTo>
                  <a:lnTo>
                    <a:pt x="79629" y="15866"/>
                  </a:lnTo>
                  <a:lnTo>
                    <a:pt x="75288" y="17063"/>
                  </a:lnTo>
                  <a:lnTo>
                    <a:pt x="71247" y="18560"/>
                  </a:lnTo>
                  <a:lnTo>
                    <a:pt x="67206" y="20207"/>
                  </a:lnTo>
                  <a:lnTo>
                    <a:pt x="63314" y="22152"/>
                  </a:lnTo>
                  <a:lnTo>
                    <a:pt x="59572" y="24098"/>
                  </a:lnTo>
                  <a:lnTo>
                    <a:pt x="55830" y="26343"/>
                  </a:lnTo>
                  <a:lnTo>
                    <a:pt x="52238" y="28738"/>
                  </a:lnTo>
                  <a:lnTo>
                    <a:pt x="48795" y="31283"/>
                  </a:lnTo>
                  <a:lnTo>
                    <a:pt x="45353" y="33977"/>
                  </a:lnTo>
                  <a:lnTo>
                    <a:pt x="42209" y="36821"/>
                  </a:lnTo>
                  <a:lnTo>
                    <a:pt x="39066" y="39665"/>
                  </a:lnTo>
                  <a:lnTo>
                    <a:pt x="36072" y="42808"/>
                  </a:lnTo>
                  <a:lnTo>
                    <a:pt x="33378" y="46101"/>
                  </a:lnTo>
                  <a:lnTo>
                    <a:pt x="30684" y="49394"/>
                  </a:lnTo>
                  <a:lnTo>
                    <a:pt x="28140" y="52986"/>
                  </a:lnTo>
                  <a:lnTo>
                    <a:pt x="25894" y="56579"/>
                  </a:lnTo>
                  <a:lnTo>
                    <a:pt x="23649" y="60320"/>
                  </a:lnTo>
                  <a:lnTo>
                    <a:pt x="21703" y="64212"/>
                  </a:lnTo>
                  <a:lnTo>
                    <a:pt x="19907" y="68104"/>
                  </a:lnTo>
                  <a:lnTo>
                    <a:pt x="18261" y="72145"/>
                  </a:lnTo>
                  <a:lnTo>
                    <a:pt x="16764" y="76186"/>
                  </a:lnTo>
                  <a:lnTo>
                    <a:pt x="15567" y="80527"/>
                  </a:lnTo>
                  <a:lnTo>
                    <a:pt x="14519" y="84718"/>
                  </a:lnTo>
                  <a:lnTo>
                    <a:pt x="13621" y="89059"/>
                  </a:lnTo>
                  <a:lnTo>
                    <a:pt x="12872" y="93549"/>
                  </a:lnTo>
                  <a:lnTo>
                    <a:pt x="12573" y="98039"/>
                  </a:lnTo>
                  <a:lnTo>
                    <a:pt x="12274" y="102680"/>
                  </a:lnTo>
                  <a:lnTo>
                    <a:pt x="0" y="104476"/>
                  </a:lnTo>
                  <a:lnTo>
                    <a:pt x="0" y="106122"/>
                  </a:lnTo>
                  <a:lnTo>
                    <a:pt x="12274" y="107769"/>
                  </a:lnTo>
                  <a:lnTo>
                    <a:pt x="12573" y="112409"/>
                  </a:lnTo>
                  <a:lnTo>
                    <a:pt x="13022" y="116899"/>
                  </a:lnTo>
                  <a:lnTo>
                    <a:pt x="13770" y="121240"/>
                  </a:lnTo>
                  <a:lnTo>
                    <a:pt x="14668" y="125580"/>
                  </a:lnTo>
                  <a:lnTo>
                    <a:pt x="15716" y="129921"/>
                  </a:lnTo>
                  <a:lnTo>
                    <a:pt x="17063" y="134112"/>
                  </a:lnTo>
                  <a:lnTo>
                    <a:pt x="18560" y="138153"/>
                  </a:lnTo>
                  <a:lnTo>
                    <a:pt x="20207" y="142195"/>
                  </a:lnTo>
                  <a:lnTo>
                    <a:pt x="22003" y="146086"/>
                  </a:lnTo>
                  <a:lnTo>
                    <a:pt x="24098" y="149978"/>
                  </a:lnTo>
                  <a:lnTo>
                    <a:pt x="26343" y="153720"/>
                  </a:lnTo>
                  <a:lnTo>
                    <a:pt x="28589" y="157312"/>
                  </a:lnTo>
                  <a:lnTo>
                    <a:pt x="31133" y="160755"/>
                  </a:lnTo>
                  <a:lnTo>
                    <a:pt x="33827" y="164048"/>
                  </a:lnTo>
                  <a:lnTo>
                    <a:pt x="36671" y="167341"/>
                  </a:lnTo>
                  <a:lnTo>
                    <a:pt x="39665" y="170334"/>
                  </a:lnTo>
                  <a:lnTo>
                    <a:pt x="42808" y="173328"/>
                  </a:lnTo>
                  <a:lnTo>
                    <a:pt x="46101" y="176172"/>
                  </a:lnTo>
                  <a:lnTo>
                    <a:pt x="49394" y="178716"/>
                  </a:lnTo>
                  <a:lnTo>
                    <a:pt x="52836" y="181261"/>
                  </a:lnTo>
                  <a:lnTo>
                    <a:pt x="56578" y="183656"/>
                  </a:lnTo>
                  <a:lnTo>
                    <a:pt x="60320" y="185751"/>
                  </a:lnTo>
                  <a:lnTo>
                    <a:pt x="64062" y="187847"/>
                  </a:lnTo>
                  <a:lnTo>
                    <a:pt x="68104" y="189643"/>
                  </a:lnTo>
                  <a:lnTo>
                    <a:pt x="71995" y="191289"/>
                  </a:lnTo>
                  <a:lnTo>
                    <a:pt x="76186" y="192636"/>
                  </a:lnTo>
                  <a:lnTo>
                    <a:pt x="80377" y="193983"/>
                  </a:lnTo>
                  <a:lnTo>
                    <a:pt x="84718" y="195031"/>
                  </a:lnTo>
                  <a:lnTo>
                    <a:pt x="89059" y="195929"/>
                  </a:lnTo>
                  <a:lnTo>
                    <a:pt x="93549" y="196528"/>
                  </a:lnTo>
                  <a:lnTo>
                    <a:pt x="98039" y="196977"/>
                  </a:lnTo>
                  <a:lnTo>
                    <a:pt x="102530" y="197127"/>
                  </a:lnTo>
                  <a:lnTo>
                    <a:pt x="104475" y="209550"/>
                  </a:lnTo>
                  <a:lnTo>
                    <a:pt x="105972" y="209550"/>
                  </a:lnTo>
                  <a:lnTo>
                    <a:pt x="107768" y="197127"/>
                  </a:lnTo>
                  <a:lnTo>
                    <a:pt x="112259" y="196827"/>
                  </a:lnTo>
                  <a:lnTo>
                    <a:pt x="116749" y="196378"/>
                  </a:lnTo>
                  <a:lnTo>
                    <a:pt x="121239" y="195630"/>
                  </a:lnTo>
                  <a:lnTo>
                    <a:pt x="125580" y="194732"/>
                  </a:lnTo>
                  <a:lnTo>
                    <a:pt x="129771" y="193684"/>
                  </a:lnTo>
                  <a:lnTo>
                    <a:pt x="133962" y="192337"/>
                  </a:lnTo>
                  <a:lnTo>
                    <a:pt x="138153" y="190990"/>
                  </a:lnTo>
                  <a:lnTo>
                    <a:pt x="142194" y="189194"/>
                  </a:lnTo>
                  <a:lnTo>
                    <a:pt x="146086" y="187398"/>
                  </a:lnTo>
                  <a:lnTo>
                    <a:pt x="149828" y="185302"/>
                  </a:lnTo>
                  <a:lnTo>
                    <a:pt x="153570" y="183207"/>
                  </a:lnTo>
                  <a:lnTo>
                    <a:pt x="157162" y="180812"/>
                  </a:lnTo>
                  <a:lnTo>
                    <a:pt x="160605" y="178267"/>
                  </a:lnTo>
                  <a:lnTo>
                    <a:pt x="164047" y="175573"/>
                  </a:lnTo>
                  <a:lnTo>
                    <a:pt x="167191" y="172729"/>
                  </a:lnTo>
                  <a:lnTo>
                    <a:pt x="170334" y="169736"/>
                  </a:lnTo>
                  <a:lnTo>
                    <a:pt x="173328" y="166592"/>
                  </a:lnTo>
                  <a:lnTo>
                    <a:pt x="176022" y="163449"/>
                  </a:lnTo>
                  <a:lnTo>
                    <a:pt x="178716" y="160006"/>
                  </a:lnTo>
                  <a:lnTo>
                    <a:pt x="181260" y="156564"/>
                  </a:lnTo>
                  <a:lnTo>
                    <a:pt x="183506" y="152972"/>
                  </a:lnTo>
                  <a:lnTo>
                    <a:pt x="185751" y="149230"/>
                  </a:lnTo>
                  <a:lnTo>
                    <a:pt x="187697" y="145338"/>
                  </a:lnTo>
                  <a:lnTo>
                    <a:pt x="189493" y="141446"/>
                  </a:lnTo>
                  <a:lnTo>
                    <a:pt x="191139" y="137405"/>
                  </a:lnTo>
                  <a:lnTo>
                    <a:pt x="192636" y="133214"/>
                  </a:lnTo>
                  <a:lnTo>
                    <a:pt x="193833" y="129023"/>
                  </a:lnTo>
                  <a:lnTo>
                    <a:pt x="194881" y="124682"/>
                  </a:lnTo>
                  <a:lnTo>
                    <a:pt x="195779" y="120342"/>
                  </a:lnTo>
                  <a:lnTo>
                    <a:pt x="196378" y="116001"/>
                  </a:lnTo>
                  <a:lnTo>
                    <a:pt x="196827" y="111511"/>
                  </a:lnTo>
                  <a:lnTo>
                    <a:pt x="197126" y="106871"/>
                  </a:lnTo>
                  <a:lnTo>
                    <a:pt x="209400" y="105074"/>
                  </a:lnTo>
                  <a:lnTo>
                    <a:pt x="209400" y="103428"/>
                  </a:lnTo>
                  <a:lnTo>
                    <a:pt x="197126" y="101781"/>
                  </a:lnTo>
                  <a:lnTo>
                    <a:pt x="196827" y="97141"/>
                  </a:lnTo>
                  <a:lnTo>
                    <a:pt x="196378" y="92651"/>
                  </a:lnTo>
                  <a:lnTo>
                    <a:pt x="195630" y="88310"/>
                  </a:lnTo>
                  <a:lnTo>
                    <a:pt x="194732" y="83820"/>
                  </a:lnTo>
                  <a:lnTo>
                    <a:pt x="193684" y="79629"/>
                  </a:lnTo>
                  <a:lnTo>
                    <a:pt x="192337" y="75438"/>
                  </a:lnTo>
                  <a:lnTo>
                    <a:pt x="190840" y="71247"/>
                  </a:lnTo>
                  <a:lnTo>
                    <a:pt x="189193" y="67355"/>
                  </a:lnTo>
                  <a:lnTo>
                    <a:pt x="187397" y="63314"/>
                  </a:lnTo>
                  <a:lnTo>
                    <a:pt x="185302" y="59572"/>
                  </a:lnTo>
                  <a:lnTo>
                    <a:pt x="183057" y="55830"/>
                  </a:lnTo>
                  <a:lnTo>
                    <a:pt x="180662" y="52238"/>
                  </a:lnTo>
                  <a:lnTo>
                    <a:pt x="178267" y="48795"/>
                  </a:lnTo>
                  <a:lnTo>
                    <a:pt x="175573" y="45502"/>
                  </a:lnTo>
                  <a:lnTo>
                    <a:pt x="172729" y="42209"/>
                  </a:lnTo>
                  <a:lnTo>
                    <a:pt x="169735" y="39066"/>
                  </a:lnTo>
                  <a:lnTo>
                    <a:pt x="166592" y="36222"/>
                  </a:lnTo>
                  <a:lnTo>
                    <a:pt x="163299" y="33378"/>
                  </a:lnTo>
                  <a:lnTo>
                    <a:pt x="160006" y="30684"/>
                  </a:lnTo>
                  <a:lnTo>
                    <a:pt x="156414" y="28289"/>
                  </a:lnTo>
                  <a:lnTo>
                    <a:pt x="152822" y="25894"/>
                  </a:lnTo>
                  <a:lnTo>
                    <a:pt x="149080" y="23799"/>
                  </a:lnTo>
                  <a:lnTo>
                    <a:pt x="145338" y="21703"/>
                  </a:lnTo>
                  <a:lnTo>
                    <a:pt x="141296" y="19907"/>
                  </a:lnTo>
                  <a:lnTo>
                    <a:pt x="137405" y="18261"/>
                  </a:lnTo>
                  <a:lnTo>
                    <a:pt x="133214" y="16764"/>
                  </a:lnTo>
                  <a:lnTo>
                    <a:pt x="129023" y="15567"/>
                  </a:lnTo>
                  <a:lnTo>
                    <a:pt x="124682" y="14519"/>
                  </a:lnTo>
                  <a:lnTo>
                    <a:pt x="120341" y="13621"/>
                  </a:lnTo>
                  <a:lnTo>
                    <a:pt x="115851" y="13022"/>
                  </a:lnTo>
                  <a:lnTo>
                    <a:pt x="111361" y="12573"/>
                  </a:lnTo>
                  <a:lnTo>
                    <a:pt x="106870" y="12423"/>
                  </a:lnTo>
                  <a:lnTo>
                    <a:pt x="10492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0" name="Google Shape;1270;p49"/>
            <p:cNvSpPr/>
            <p:nvPr/>
          </p:nvSpPr>
          <p:spPr>
            <a:xfrm>
              <a:off x="4088775" y="2591800"/>
              <a:ext cx="18725" cy="291900"/>
            </a:xfrm>
            <a:custGeom>
              <a:rect b="b" l="l" r="r" t="t"/>
              <a:pathLst>
                <a:path extrusionOk="0" h="11676" w="749">
                  <a:moveTo>
                    <a:pt x="299" y="1"/>
                  </a:moveTo>
                  <a:lnTo>
                    <a:pt x="299" y="151"/>
                  </a:lnTo>
                  <a:lnTo>
                    <a:pt x="0" y="4791"/>
                  </a:lnTo>
                  <a:lnTo>
                    <a:pt x="150" y="9281"/>
                  </a:lnTo>
                  <a:lnTo>
                    <a:pt x="150" y="9730"/>
                  </a:lnTo>
                  <a:lnTo>
                    <a:pt x="150" y="9880"/>
                  </a:lnTo>
                  <a:lnTo>
                    <a:pt x="150" y="10329"/>
                  </a:lnTo>
                  <a:lnTo>
                    <a:pt x="150" y="10628"/>
                  </a:lnTo>
                  <a:lnTo>
                    <a:pt x="150" y="11077"/>
                  </a:lnTo>
                  <a:lnTo>
                    <a:pt x="299" y="11526"/>
                  </a:lnTo>
                  <a:lnTo>
                    <a:pt x="299" y="11676"/>
                  </a:lnTo>
                  <a:lnTo>
                    <a:pt x="599" y="11676"/>
                  </a:lnTo>
                  <a:lnTo>
                    <a:pt x="599" y="11526"/>
                  </a:lnTo>
                  <a:lnTo>
                    <a:pt x="599" y="10927"/>
                  </a:lnTo>
                  <a:lnTo>
                    <a:pt x="599" y="10628"/>
                  </a:lnTo>
                  <a:lnTo>
                    <a:pt x="748" y="10329"/>
                  </a:lnTo>
                  <a:lnTo>
                    <a:pt x="748" y="9880"/>
                  </a:lnTo>
                  <a:lnTo>
                    <a:pt x="748" y="9730"/>
                  </a:lnTo>
                  <a:lnTo>
                    <a:pt x="748" y="9281"/>
                  </a:lnTo>
                  <a:lnTo>
                    <a:pt x="748" y="4791"/>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1" name="Google Shape;1271;p49"/>
            <p:cNvSpPr/>
            <p:nvPr/>
          </p:nvSpPr>
          <p:spPr>
            <a:xfrm>
              <a:off x="4253400" y="2584325"/>
              <a:ext cx="15000" cy="276925"/>
            </a:xfrm>
            <a:custGeom>
              <a:rect b="b" l="l" r="r" t="t"/>
              <a:pathLst>
                <a:path extrusionOk="0" h="11077" w="600">
                  <a:moveTo>
                    <a:pt x="151" y="0"/>
                  </a:moveTo>
                  <a:lnTo>
                    <a:pt x="1" y="2096"/>
                  </a:lnTo>
                  <a:lnTo>
                    <a:pt x="1" y="4341"/>
                  </a:lnTo>
                  <a:lnTo>
                    <a:pt x="1" y="5389"/>
                  </a:lnTo>
                  <a:lnTo>
                    <a:pt x="1" y="6287"/>
                  </a:lnTo>
                  <a:lnTo>
                    <a:pt x="151" y="10927"/>
                  </a:lnTo>
                  <a:lnTo>
                    <a:pt x="151" y="11077"/>
                  </a:lnTo>
                  <a:lnTo>
                    <a:pt x="450" y="11077"/>
                  </a:lnTo>
                  <a:lnTo>
                    <a:pt x="450" y="10927"/>
                  </a:lnTo>
                  <a:lnTo>
                    <a:pt x="600" y="5389"/>
                  </a:lnTo>
                  <a:lnTo>
                    <a:pt x="600" y="4341"/>
                  </a:lnTo>
                  <a:lnTo>
                    <a:pt x="600" y="3293"/>
                  </a:lnTo>
                  <a:lnTo>
                    <a:pt x="600" y="1647"/>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2" name="Google Shape;1272;p49"/>
            <p:cNvSpPr/>
            <p:nvPr/>
          </p:nvSpPr>
          <p:spPr>
            <a:xfrm>
              <a:off x="4328250" y="2595550"/>
              <a:ext cx="26225" cy="273200"/>
            </a:xfrm>
            <a:custGeom>
              <a:rect b="b" l="l" r="r" t="t"/>
              <a:pathLst>
                <a:path extrusionOk="0" h="10928" w="1049">
                  <a:moveTo>
                    <a:pt x="449" y="1"/>
                  </a:moveTo>
                  <a:lnTo>
                    <a:pt x="449" y="150"/>
                  </a:lnTo>
                  <a:lnTo>
                    <a:pt x="300" y="1348"/>
                  </a:lnTo>
                  <a:lnTo>
                    <a:pt x="0" y="3742"/>
                  </a:lnTo>
                  <a:lnTo>
                    <a:pt x="0" y="6137"/>
                  </a:lnTo>
                  <a:lnTo>
                    <a:pt x="150" y="8532"/>
                  </a:lnTo>
                  <a:lnTo>
                    <a:pt x="449" y="10777"/>
                  </a:lnTo>
                  <a:lnTo>
                    <a:pt x="599" y="10927"/>
                  </a:lnTo>
                  <a:lnTo>
                    <a:pt x="599" y="10777"/>
                  </a:lnTo>
                  <a:lnTo>
                    <a:pt x="899" y="8383"/>
                  </a:lnTo>
                  <a:lnTo>
                    <a:pt x="1048" y="5838"/>
                  </a:lnTo>
                  <a:lnTo>
                    <a:pt x="1048" y="3144"/>
                  </a:lnTo>
                  <a:lnTo>
                    <a:pt x="749" y="749"/>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3" name="Google Shape;1273;p49"/>
            <p:cNvSpPr/>
            <p:nvPr/>
          </p:nvSpPr>
          <p:spPr>
            <a:xfrm>
              <a:off x="4410575" y="2599300"/>
              <a:ext cx="22475" cy="258200"/>
            </a:xfrm>
            <a:custGeom>
              <a:rect b="b" l="l" r="r" t="t"/>
              <a:pathLst>
                <a:path extrusionOk="0" h="10328" w="899">
                  <a:moveTo>
                    <a:pt x="300" y="0"/>
                  </a:moveTo>
                  <a:lnTo>
                    <a:pt x="300" y="150"/>
                  </a:lnTo>
                  <a:lnTo>
                    <a:pt x="150" y="2844"/>
                  </a:lnTo>
                  <a:lnTo>
                    <a:pt x="0" y="5538"/>
                  </a:lnTo>
                  <a:lnTo>
                    <a:pt x="0" y="7933"/>
                  </a:lnTo>
                  <a:lnTo>
                    <a:pt x="150" y="9131"/>
                  </a:lnTo>
                  <a:lnTo>
                    <a:pt x="449" y="10328"/>
                  </a:lnTo>
                  <a:lnTo>
                    <a:pt x="599" y="10328"/>
                  </a:lnTo>
                  <a:lnTo>
                    <a:pt x="749" y="9131"/>
                  </a:lnTo>
                  <a:lnTo>
                    <a:pt x="898" y="7933"/>
                  </a:lnTo>
                  <a:lnTo>
                    <a:pt x="898" y="5538"/>
                  </a:lnTo>
                  <a:lnTo>
                    <a:pt x="898" y="2844"/>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4" name="Google Shape;1274;p49"/>
            <p:cNvSpPr/>
            <p:nvPr/>
          </p:nvSpPr>
          <p:spPr>
            <a:xfrm>
              <a:off x="4489150" y="2614250"/>
              <a:ext cx="29975" cy="243250"/>
            </a:xfrm>
            <a:custGeom>
              <a:rect b="b" l="l" r="r" t="t"/>
              <a:pathLst>
                <a:path extrusionOk="0" h="9730" w="1199">
                  <a:moveTo>
                    <a:pt x="450" y="1"/>
                  </a:moveTo>
                  <a:lnTo>
                    <a:pt x="300" y="2396"/>
                  </a:lnTo>
                  <a:lnTo>
                    <a:pt x="1" y="4940"/>
                  </a:lnTo>
                  <a:lnTo>
                    <a:pt x="1" y="7335"/>
                  </a:lnTo>
                  <a:lnTo>
                    <a:pt x="150" y="8533"/>
                  </a:lnTo>
                  <a:lnTo>
                    <a:pt x="450" y="9580"/>
                  </a:lnTo>
                  <a:lnTo>
                    <a:pt x="599" y="9730"/>
                  </a:lnTo>
                  <a:lnTo>
                    <a:pt x="749" y="9580"/>
                  </a:lnTo>
                  <a:lnTo>
                    <a:pt x="899" y="8533"/>
                  </a:lnTo>
                  <a:lnTo>
                    <a:pt x="1048" y="7335"/>
                  </a:lnTo>
                  <a:lnTo>
                    <a:pt x="1198" y="4940"/>
                  </a:lnTo>
                  <a:lnTo>
                    <a:pt x="899" y="2396"/>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5" name="Google Shape;1275;p49"/>
            <p:cNvSpPr/>
            <p:nvPr/>
          </p:nvSpPr>
          <p:spPr>
            <a:xfrm>
              <a:off x="4571475" y="2621750"/>
              <a:ext cx="22475" cy="243250"/>
            </a:xfrm>
            <a:custGeom>
              <a:rect b="b" l="l" r="r" t="t"/>
              <a:pathLst>
                <a:path extrusionOk="0" h="9730" w="899">
                  <a:moveTo>
                    <a:pt x="450" y="0"/>
                  </a:moveTo>
                  <a:lnTo>
                    <a:pt x="300" y="150"/>
                  </a:lnTo>
                  <a:lnTo>
                    <a:pt x="300" y="300"/>
                  </a:lnTo>
                  <a:lnTo>
                    <a:pt x="150" y="2694"/>
                  </a:lnTo>
                  <a:lnTo>
                    <a:pt x="150" y="5239"/>
                  </a:lnTo>
                  <a:lnTo>
                    <a:pt x="1" y="7484"/>
                  </a:lnTo>
                  <a:lnTo>
                    <a:pt x="150" y="8532"/>
                  </a:lnTo>
                  <a:lnTo>
                    <a:pt x="300" y="9580"/>
                  </a:lnTo>
                  <a:lnTo>
                    <a:pt x="450" y="9729"/>
                  </a:lnTo>
                  <a:lnTo>
                    <a:pt x="599" y="9580"/>
                  </a:lnTo>
                  <a:lnTo>
                    <a:pt x="899" y="8532"/>
                  </a:lnTo>
                  <a:lnTo>
                    <a:pt x="899" y="7484"/>
                  </a:lnTo>
                  <a:lnTo>
                    <a:pt x="899" y="5239"/>
                  </a:lnTo>
                  <a:lnTo>
                    <a:pt x="899" y="2694"/>
                  </a:lnTo>
                  <a:lnTo>
                    <a:pt x="599" y="300"/>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6" name="Google Shape;1276;p49"/>
            <p:cNvSpPr/>
            <p:nvPr/>
          </p:nvSpPr>
          <p:spPr>
            <a:xfrm>
              <a:off x="4653800" y="2636700"/>
              <a:ext cx="22475" cy="232050"/>
            </a:xfrm>
            <a:custGeom>
              <a:rect b="b" l="l" r="r" t="t"/>
              <a:pathLst>
                <a:path extrusionOk="0" h="9282" w="899">
                  <a:moveTo>
                    <a:pt x="150" y="1"/>
                  </a:moveTo>
                  <a:lnTo>
                    <a:pt x="0" y="2246"/>
                  </a:lnTo>
                  <a:lnTo>
                    <a:pt x="0" y="4641"/>
                  </a:lnTo>
                  <a:lnTo>
                    <a:pt x="150" y="9131"/>
                  </a:lnTo>
                  <a:lnTo>
                    <a:pt x="300" y="9281"/>
                  </a:lnTo>
                  <a:lnTo>
                    <a:pt x="599" y="9281"/>
                  </a:lnTo>
                  <a:lnTo>
                    <a:pt x="599" y="9131"/>
                  </a:lnTo>
                  <a:lnTo>
                    <a:pt x="899" y="4641"/>
                  </a:lnTo>
                  <a:lnTo>
                    <a:pt x="749" y="2246"/>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7" name="Google Shape;1277;p49"/>
            <p:cNvSpPr/>
            <p:nvPr/>
          </p:nvSpPr>
          <p:spPr>
            <a:xfrm>
              <a:off x="4736125" y="2640450"/>
              <a:ext cx="22475" cy="235775"/>
            </a:xfrm>
            <a:custGeom>
              <a:rect b="b" l="l" r="r" t="t"/>
              <a:pathLst>
                <a:path extrusionOk="0" h="9431" w="899">
                  <a:moveTo>
                    <a:pt x="449" y="1"/>
                  </a:moveTo>
                  <a:lnTo>
                    <a:pt x="300" y="150"/>
                  </a:lnTo>
                  <a:lnTo>
                    <a:pt x="150" y="1198"/>
                  </a:lnTo>
                  <a:lnTo>
                    <a:pt x="0" y="2246"/>
                  </a:lnTo>
                  <a:lnTo>
                    <a:pt x="0" y="4491"/>
                  </a:lnTo>
                  <a:lnTo>
                    <a:pt x="0" y="6886"/>
                  </a:lnTo>
                  <a:lnTo>
                    <a:pt x="150" y="9281"/>
                  </a:lnTo>
                  <a:lnTo>
                    <a:pt x="150" y="9430"/>
                  </a:lnTo>
                  <a:lnTo>
                    <a:pt x="449" y="9430"/>
                  </a:lnTo>
                  <a:lnTo>
                    <a:pt x="599" y="9281"/>
                  </a:lnTo>
                  <a:lnTo>
                    <a:pt x="749" y="6886"/>
                  </a:lnTo>
                  <a:lnTo>
                    <a:pt x="898" y="4491"/>
                  </a:lnTo>
                  <a:lnTo>
                    <a:pt x="898" y="2246"/>
                  </a:lnTo>
                  <a:lnTo>
                    <a:pt x="898" y="119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8" name="Google Shape;1278;p49"/>
            <p:cNvSpPr/>
            <p:nvPr/>
          </p:nvSpPr>
          <p:spPr>
            <a:xfrm>
              <a:off x="4814700" y="2659175"/>
              <a:ext cx="22475" cy="205825"/>
            </a:xfrm>
            <a:custGeom>
              <a:rect b="b" l="l" r="r" t="t"/>
              <a:pathLst>
                <a:path extrusionOk="0" h="8233" w="899">
                  <a:moveTo>
                    <a:pt x="599" y="0"/>
                  </a:moveTo>
                  <a:lnTo>
                    <a:pt x="450" y="150"/>
                  </a:lnTo>
                  <a:lnTo>
                    <a:pt x="1" y="4041"/>
                  </a:lnTo>
                  <a:lnTo>
                    <a:pt x="1" y="5987"/>
                  </a:lnTo>
                  <a:lnTo>
                    <a:pt x="150" y="7933"/>
                  </a:lnTo>
                  <a:lnTo>
                    <a:pt x="300" y="8083"/>
                  </a:lnTo>
                  <a:lnTo>
                    <a:pt x="450" y="8232"/>
                  </a:lnTo>
                  <a:lnTo>
                    <a:pt x="599" y="8083"/>
                  </a:lnTo>
                  <a:lnTo>
                    <a:pt x="749" y="7933"/>
                  </a:lnTo>
                  <a:lnTo>
                    <a:pt x="899" y="5987"/>
                  </a:lnTo>
                  <a:lnTo>
                    <a:pt x="899" y="4041"/>
                  </a:lnTo>
                  <a:lnTo>
                    <a:pt x="899" y="2096"/>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9" name="Google Shape;1279;p49"/>
            <p:cNvSpPr/>
            <p:nvPr/>
          </p:nvSpPr>
          <p:spPr>
            <a:xfrm>
              <a:off x="4893275" y="2670400"/>
              <a:ext cx="29975" cy="243250"/>
            </a:xfrm>
            <a:custGeom>
              <a:rect b="b" l="l" r="r" t="t"/>
              <a:pathLst>
                <a:path extrusionOk="0" h="9730" w="1199">
                  <a:moveTo>
                    <a:pt x="600" y="0"/>
                  </a:moveTo>
                  <a:lnTo>
                    <a:pt x="450" y="150"/>
                  </a:lnTo>
                  <a:lnTo>
                    <a:pt x="151" y="2245"/>
                  </a:lnTo>
                  <a:lnTo>
                    <a:pt x="1" y="4041"/>
                  </a:lnTo>
                  <a:lnTo>
                    <a:pt x="1" y="5987"/>
                  </a:lnTo>
                  <a:lnTo>
                    <a:pt x="151" y="7783"/>
                  </a:lnTo>
                  <a:lnTo>
                    <a:pt x="300" y="9580"/>
                  </a:lnTo>
                  <a:lnTo>
                    <a:pt x="450" y="9729"/>
                  </a:lnTo>
                  <a:lnTo>
                    <a:pt x="600" y="9729"/>
                  </a:lnTo>
                  <a:lnTo>
                    <a:pt x="749" y="9580"/>
                  </a:lnTo>
                  <a:lnTo>
                    <a:pt x="1049" y="7334"/>
                  </a:lnTo>
                  <a:lnTo>
                    <a:pt x="1198" y="4939"/>
                  </a:lnTo>
                  <a:lnTo>
                    <a:pt x="1049" y="2395"/>
                  </a:lnTo>
                  <a:lnTo>
                    <a:pt x="749" y="150"/>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0" name="Google Shape;1280;p49"/>
            <p:cNvSpPr/>
            <p:nvPr/>
          </p:nvSpPr>
          <p:spPr>
            <a:xfrm>
              <a:off x="4975600" y="2681625"/>
              <a:ext cx="22475" cy="194600"/>
            </a:xfrm>
            <a:custGeom>
              <a:rect b="b" l="l" r="r" t="t"/>
              <a:pathLst>
                <a:path extrusionOk="0" h="7784" w="899">
                  <a:moveTo>
                    <a:pt x="300" y="0"/>
                  </a:moveTo>
                  <a:lnTo>
                    <a:pt x="150" y="1946"/>
                  </a:lnTo>
                  <a:lnTo>
                    <a:pt x="1" y="3742"/>
                  </a:lnTo>
                  <a:lnTo>
                    <a:pt x="1" y="5688"/>
                  </a:lnTo>
                  <a:lnTo>
                    <a:pt x="300" y="7484"/>
                  </a:lnTo>
                  <a:lnTo>
                    <a:pt x="300" y="7783"/>
                  </a:lnTo>
                  <a:lnTo>
                    <a:pt x="600" y="7783"/>
                  </a:lnTo>
                  <a:lnTo>
                    <a:pt x="749" y="7484"/>
                  </a:lnTo>
                  <a:lnTo>
                    <a:pt x="899" y="5688"/>
                  </a:lnTo>
                  <a:lnTo>
                    <a:pt x="899" y="3742"/>
                  </a:lnTo>
                  <a:lnTo>
                    <a:pt x="899" y="1946"/>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1" name="Google Shape;1281;p49"/>
            <p:cNvSpPr/>
            <p:nvPr/>
          </p:nvSpPr>
          <p:spPr>
            <a:xfrm>
              <a:off x="5136500" y="2700325"/>
              <a:ext cx="22500" cy="164675"/>
            </a:xfrm>
            <a:custGeom>
              <a:rect b="b" l="l" r="r" t="t"/>
              <a:pathLst>
                <a:path extrusionOk="0" h="6587" w="900">
                  <a:moveTo>
                    <a:pt x="300" y="1"/>
                  </a:moveTo>
                  <a:lnTo>
                    <a:pt x="151" y="150"/>
                  </a:lnTo>
                  <a:lnTo>
                    <a:pt x="1" y="1647"/>
                  </a:lnTo>
                  <a:lnTo>
                    <a:pt x="1" y="3293"/>
                  </a:lnTo>
                  <a:lnTo>
                    <a:pt x="1" y="4940"/>
                  </a:lnTo>
                  <a:lnTo>
                    <a:pt x="300" y="6437"/>
                  </a:lnTo>
                  <a:lnTo>
                    <a:pt x="300" y="6586"/>
                  </a:lnTo>
                  <a:lnTo>
                    <a:pt x="600" y="6586"/>
                  </a:lnTo>
                  <a:lnTo>
                    <a:pt x="749" y="6437"/>
                  </a:lnTo>
                  <a:lnTo>
                    <a:pt x="749"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2" name="Google Shape;1282;p49"/>
            <p:cNvSpPr/>
            <p:nvPr/>
          </p:nvSpPr>
          <p:spPr>
            <a:xfrm>
              <a:off x="5057925" y="2692850"/>
              <a:ext cx="22475" cy="172150"/>
            </a:xfrm>
            <a:custGeom>
              <a:rect b="b" l="l" r="r" t="t"/>
              <a:pathLst>
                <a:path extrusionOk="0" h="6886" w="899">
                  <a:moveTo>
                    <a:pt x="300" y="0"/>
                  </a:moveTo>
                  <a:lnTo>
                    <a:pt x="300" y="150"/>
                  </a:lnTo>
                  <a:lnTo>
                    <a:pt x="1" y="1647"/>
                  </a:lnTo>
                  <a:lnTo>
                    <a:pt x="1" y="3293"/>
                  </a:lnTo>
                  <a:lnTo>
                    <a:pt x="1" y="4940"/>
                  </a:lnTo>
                  <a:lnTo>
                    <a:pt x="150" y="6586"/>
                  </a:lnTo>
                  <a:lnTo>
                    <a:pt x="300" y="6736"/>
                  </a:lnTo>
                  <a:lnTo>
                    <a:pt x="450" y="6885"/>
                  </a:lnTo>
                  <a:lnTo>
                    <a:pt x="599" y="6736"/>
                  </a:lnTo>
                  <a:lnTo>
                    <a:pt x="599" y="6586"/>
                  </a:lnTo>
                  <a:lnTo>
                    <a:pt x="899" y="4940"/>
                  </a:lnTo>
                  <a:lnTo>
                    <a:pt x="899" y="3293"/>
                  </a:lnTo>
                  <a:lnTo>
                    <a:pt x="749" y="1647"/>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3" name="Google Shape;1283;p49"/>
            <p:cNvSpPr/>
            <p:nvPr/>
          </p:nvSpPr>
          <p:spPr>
            <a:xfrm>
              <a:off x="5218825" y="2711550"/>
              <a:ext cx="22475" cy="149700"/>
            </a:xfrm>
            <a:custGeom>
              <a:rect b="b" l="l" r="r" t="t"/>
              <a:pathLst>
                <a:path extrusionOk="0" h="5988" w="899">
                  <a:moveTo>
                    <a:pt x="450" y="1"/>
                  </a:moveTo>
                  <a:lnTo>
                    <a:pt x="300" y="150"/>
                  </a:lnTo>
                  <a:lnTo>
                    <a:pt x="1" y="1497"/>
                  </a:lnTo>
                  <a:lnTo>
                    <a:pt x="1" y="2994"/>
                  </a:lnTo>
                  <a:lnTo>
                    <a:pt x="1" y="4491"/>
                  </a:lnTo>
                  <a:lnTo>
                    <a:pt x="151" y="5838"/>
                  </a:lnTo>
                  <a:lnTo>
                    <a:pt x="300" y="5988"/>
                  </a:lnTo>
                  <a:lnTo>
                    <a:pt x="600" y="5988"/>
                  </a:lnTo>
                  <a:lnTo>
                    <a:pt x="600"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4" name="Google Shape;1284;p49"/>
            <p:cNvSpPr/>
            <p:nvPr/>
          </p:nvSpPr>
          <p:spPr>
            <a:xfrm>
              <a:off x="5297425" y="2726525"/>
              <a:ext cx="26200" cy="134725"/>
            </a:xfrm>
            <a:custGeom>
              <a:rect b="b" l="l" r="r" t="t"/>
              <a:pathLst>
                <a:path extrusionOk="0" h="5389" w="1048">
                  <a:moveTo>
                    <a:pt x="300" y="0"/>
                  </a:moveTo>
                  <a:lnTo>
                    <a:pt x="300" y="150"/>
                  </a:lnTo>
                  <a:lnTo>
                    <a:pt x="0" y="1347"/>
                  </a:lnTo>
                  <a:lnTo>
                    <a:pt x="0" y="2694"/>
                  </a:lnTo>
                  <a:lnTo>
                    <a:pt x="0" y="3892"/>
                  </a:lnTo>
                  <a:lnTo>
                    <a:pt x="300" y="5089"/>
                  </a:lnTo>
                  <a:lnTo>
                    <a:pt x="300" y="5239"/>
                  </a:lnTo>
                  <a:lnTo>
                    <a:pt x="449" y="5389"/>
                  </a:lnTo>
                  <a:lnTo>
                    <a:pt x="599" y="5239"/>
                  </a:lnTo>
                  <a:lnTo>
                    <a:pt x="749" y="5089"/>
                  </a:lnTo>
                  <a:lnTo>
                    <a:pt x="898" y="3892"/>
                  </a:lnTo>
                  <a:lnTo>
                    <a:pt x="1048" y="269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5" name="Google Shape;1285;p49"/>
            <p:cNvSpPr/>
            <p:nvPr/>
          </p:nvSpPr>
          <p:spPr>
            <a:xfrm>
              <a:off x="5379750" y="2734000"/>
              <a:ext cx="22475" cy="142225"/>
            </a:xfrm>
            <a:custGeom>
              <a:rect b="b" l="l" r="r" t="t"/>
              <a:pathLst>
                <a:path extrusionOk="0" h="5689" w="899">
                  <a:moveTo>
                    <a:pt x="449" y="1"/>
                  </a:moveTo>
                  <a:lnTo>
                    <a:pt x="150" y="150"/>
                  </a:lnTo>
                  <a:lnTo>
                    <a:pt x="0" y="1497"/>
                  </a:lnTo>
                  <a:lnTo>
                    <a:pt x="0" y="2994"/>
                  </a:lnTo>
                  <a:lnTo>
                    <a:pt x="0" y="4341"/>
                  </a:lnTo>
                  <a:lnTo>
                    <a:pt x="150" y="4940"/>
                  </a:lnTo>
                  <a:lnTo>
                    <a:pt x="299" y="5539"/>
                  </a:lnTo>
                  <a:lnTo>
                    <a:pt x="449" y="5688"/>
                  </a:lnTo>
                  <a:lnTo>
                    <a:pt x="599" y="5539"/>
                  </a:lnTo>
                  <a:lnTo>
                    <a:pt x="748" y="4940"/>
                  </a:lnTo>
                  <a:lnTo>
                    <a:pt x="898" y="4341"/>
                  </a:lnTo>
                  <a:lnTo>
                    <a:pt x="898" y="2994"/>
                  </a:lnTo>
                  <a:lnTo>
                    <a:pt x="748" y="1497"/>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6" name="Google Shape;1286;p49"/>
            <p:cNvSpPr/>
            <p:nvPr/>
          </p:nvSpPr>
          <p:spPr>
            <a:xfrm>
              <a:off x="5458325" y="2748975"/>
              <a:ext cx="22475" cy="131000"/>
            </a:xfrm>
            <a:custGeom>
              <a:rect b="b" l="l" r="r" t="t"/>
              <a:pathLst>
                <a:path extrusionOk="0" h="5240" w="899">
                  <a:moveTo>
                    <a:pt x="300" y="0"/>
                  </a:moveTo>
                  <a:lnTo>
                    <a:pt x="300" y="150"/>
                  </a:lnTo>
                  <a:lnTo>
                    <a:pt x="150" y="1347"/>
                  </a:lnTo>
                  <a:lnTo>
                    <a:pt x="0" y="2844"/>
                  </a:lnTo>
                  <a:lnTo>
                    <a:pt x="150" y="4042"/>
                  </a:lnTo>
                  <a:lnTo>
                    <a:pt x="150" y="4640"/>
                  </a:lnTo>
                  <a:lnTo>
                    <a:pt x="449" y="5239"/>
                  </a:lnTo>
                  <a:lnTo>
                    <a:pt x="599" y="5239"/>
                  </a:lnTo>
                  <a:lnTo>
                    <a:pt x="898" y="4640"/>
                  </a:lnTo>
                  <a:lnTo>
                    <a:pt x="898" y="4042"/>
                  </a:lnTo>
                  <a:lnTo>
                    <a:pt x="898" y="284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7" name="Google Shape;1287;p49"/>
            <p:cNvSpPr/>
            <p:nvPr/>
          </p:nvSpPr>
          <p:spPr>
            <a:xfrm>
              <a:off x="5536900" y="2748975"/>
              <a:ext cx="29950" cy="134725"/>
            </a:xfrm>
            <a:custGeom>
              <a:rect b="b" l="l" r="r" t="t"/>
              <a:pathLst>
                <a:path extrusionOk="0" h="5389" w="1198">
                  <a:moveTo>
                    <a:pt x="450" y="0"/>
                  </a:moveTo>
                  <a:lnTo>
                    <a:pt x="450" y="150"/>
                  </a:lnTo>
                  <a:lnTo>
                    <a:pt x="150" y="1347"/>
                  </a:lnTo>
                  <a:lnTo>
                    <a:pt x="1" y="2695"/>
                  </a:lnTo>
                  <a:lnTo>
                    <a:pt x="150" y="4042"/>
                  </a:lnTo>
                  <a:lnTo>
                    <a:pt x="150" y="4790"/>
                  </a:lnTo>
                  <a:lnTo>
                    <a:pt x="450" y="5389"/>
                  </a:lnTo>
                  <a:lnTo>
                    <a:pt x="749" y="5389"/>
                  </a:lnTo>
                  <a:lnTo>
                    <a:pt x="1048" y="4790"/>
                  </a:lnTo>
                  <a:lnTo>
                    <a:pt x="1198" y="4042"/>
                  </a:lnTo>
                  <a:lnTo>
                    <a:pt x="1198" y="2695"/>
                  </a:lnTo>
                  <a:lnTo>
                    <a:pt x="1048" y="134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8" name="Google Shape;1288;p49"/>
            <p:cNvSpPr/>
            <p:nvPr/>
          </p:nvSpPr>
          <p:spPr>
            <a:xfrm>
              <a:off x="5619225" y="2767675"/>
              <a:ext cx="26225" cy="134750"/>
            </a:xfrm>
            <a:custGeom>
              <a:rect b="b" l="l" r="r" t="t"/>
              <a:pathLst>
                <a:path extrusionOk="0" h="5390" w="1049">
                  <a:moveTo>
                    <a:pt x="599" y="1"/>
                  </a:moveTo>
                  <a:lnTo>
                    <a:pt x="450" y="150"/>
                  </a:lnTo>
                  <a:lnTo>
                    <a:pt x="150" y="1348"/>
                  </a:lnTo>
                  <a:lnTo>
                    <a:pt x="0" y="2695"/>
                  </a:lnTo>
                  <a:lnTo>
                    <a:pt x="150" y="4042"/>
                  </a:lnTo>
                  <a:lnTo>
                    <a:pt x="300" y="5239"/>
                  </a:lnTo>
                  <a:lnTo>
                    <a:pt x="599" y="5389"/>
                  </a:lnTo>
                  <a:lnTo>
                    <a:pt x="749" y="5239"/>
                  </a:lnTo>
                  <a:lnTo>
                    <a:pt x="1048" y="4042"/>
                  </a:lnTo>
                  <a:lnTo>
                    <a:pt x="1048" y="2695"/>
                  </a:lnTo>
                  <a:lnTo>
                    <a:pt x="899" y="134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9" name="Google Shape;1289;p49"/>
            <p:cNvSpPr/>
            <p:nvPr/>
          </p:nvSpPr>
          <p:spPr>
            <a:xfrm>
              <a:off x="5701550" y="2778900"/>
              <a:ext cx="22475" cy="108550"/>
            </a:xfrm>
            <a:custGeom>
              <a:rect b="b" l="l" r="r" t="t"/>
              <a:pathLst>
                <a:path extrusionOk="0" h="4342" w="899">
                  <a:moveTo>
                    <a:pt x="300" y="1"/>
                  </a:moveTo>
                  <a:lnTo>
                    <a:pt x="0" y="1049"/>
                  </a:lnTo>
                  <a:lnTo>
                    <a:pt x="0" y="2096"/>
                  </a:lnTo>
                  <a:lnTo>
                    <a:pt x="0" y="3144"/>
                  </a:lnTo>
                  <a:lnTo>
                    <a:pt x="150" y="3743"/>
                  </a:lnTo>
                  <a:lnTo>
                    <a:pt x="300" y="4192"/>
                  </a:lnTo>
                  <a:lnTo>
                    <a:pt x="449" y="4341"/>
                  </a:lnTo>
                  <a:lnTo>
                    <a:pt x="749" y="4192"/>
                  </a:lnTo>
                  <a:lnTo>
                    <a:pt x="898" y="3743"/>
                  </a:lnTo>
                  <a:lnTo>
                    <a:pt x="898" y="3144"/>
                  </a:lnTo>
                  <a:lnTo>
                    <a:pt x="898" y="2096"/>
                  </a:lnTo>
                  <a:lnTo>
                    <a:pt x="898" y="1049"/>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0" name="Google Shape;1290;p49"/>
            <p:cNvSpPr/>
            <p:nvPr/>
          </p:nvSpPr>
          <p:spPr>
            <a:xfrm>
              <a:off x="5783875" y="2786400"/>
              <a:ext cx="22475" cy="82350"/>
            </a:xfrm>
            <a:custGeom>
              <a:rect b="b" l="l" r="r" t="t"/>
              <a:pathLst>
                <a:path extrusionOk="0" h="3294" w="899">
                  <a:moveTo>
                    <a:pt x="449" y="0"/>
                  </a:moveTo>
                  <a:lnTo>
                    <a:pt x="300" y="150"/>
                  </a:lnTo>
                  <a:lnTo>
                    <a:pt x="0" y="1647"/>
                  </a:lnTo>
                  <a:lnTo>
                    <a:pt x="0" y="2395"/>
                  </a:lnTo>
                  <a:lnTo>
                    <a:pt x="150" y="3143"/>
                  </a:lnTo>
                  <a:lnTo>
                    <a:pt x="300" y="3293"/>
                  </a:lnTo>
                  <a:lnTo>
                    <a:pt x="599" y="3293"/>
                  </a:lnTo>
                  <a:lnTo>
                    <a:pt x="749" y="3143"/>
                  </a:lnTo>
                  <a:lnTo>
                    <a:pt x="898" y="2395"/>
                  </a:lnTo>
                  <a:lnTo>
                    <a:pt x="749" y="1647"/>
                  </a:lnTo>
                  <a:lnTo>
                    <a:pt x="599" y="150"/>
                  </a:lnTo>
                  <a:lnTo>
                    <a:pt x="4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1" name="Google Shape;1291;p49"/>
            <p:cNvSpPr/>
            <p:nvPr/>
          </p:nvSpPr>
          <p:spPr>
            <a:xfrm>
              <a:off x="5862450" y="2793875"/>
              <a:ext cx="22475" cy="67375"/>
            </a:xfrm>
            <a:custGeom>
              <a:rect b="b" l="l" r="r" t="t"/>
              <a:pathLst>
                <a:path extrusionOk="0" h="2695" w="899">
                  <a:moveTo>
                    <a:pt x="300" y="0"/>
                  </a:moveTo>
                  <a:lnTo>
                    <a:pt x="150" y="599"/>
                  </a:lnTo>
                  <a:lnTo>
                    <a:pt x="1" y="1348"/>
                  </a:lnTo>
                  <a:lnTo>
                    <a:pt x="150" y="1946"/>
                  </a:lnTo>
                  <a:lnTo>
                    <a:pt x="300" y="2545"/>
                  </a:lnTo>
                  <a:lnTo>
                    <a:pt x="300" y="2695"/>
                  </a:lnTo>
                  <a:lnTo>
                    <a:pt x="599" y="2695"/>
                  </a:lnTo>
                  <a:lnTo>
                    <a:pt x="749" y="2545"/>
                  </a:lnTo>
                  <a:lnTo>
                    <a:pt x="899" y="1946"/>
                  </a:lnTo>
                  <a:lnTo>
                    <a:pt x="899" y="1348"/>
                  </a:lnTo>
                  <a:lnTo>
                    <a:pt x="899" y="599"/>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2" name="Google Shape;1292;p49"/>
            <p:cNvSpPr/>
            <p:nvPr/>
          </p:nvSpPr>
          <p:spPr>
            <a:xfrm>
              <a:off x="5944775" y="2808850"/>
              <a:ext cx="22475" cy="67375"/>
            </a:xfrm>
            <a:custGeom>
              <a:rect b="b" l="l" r="r" t="t"/>
              <a:pathLst>
                <a:path extrusionOk="0" h="2695" w="899">
                  <a:moveTo>
                    <a:pt x="300" y="0"/>
                  </a:moveTo>
                  <a:lnTo>
                    <a:pt x="150" y="599"/>
                  </a:lnTo>
                  <a:lnTo>
                    <a:pt x="1" y="1347"/>
                  </a:lnTo>
                  <a:lnTo>
                    <a:pt x="1" y="2096"/>
                  </a:lnTo>
                  <a:lnTo>
                    <a:pt x="150" y="2395"/>
                  </a:lnTo>
                  <a:lnTo>
                    <a:pt x="300" y="2545"/>
                  </a:lnTo>
                  <a:lnTo>
                    <a:pt x="450" y="2694"/>
                  </a:lnTo>
                  <a:lnTo>
                    <a:pt x="599" y="2545"/>
                  </a:lnTo>
                  <a:lnTo>
                    <a:pt x="749" y="2395"/>
                  </a:lnTo>
                  <a:lnTo>
                    <a:pt x="899" y="2096"/>
                  </a:lnTo>
                  <a:lnTo>
                    <a:pt x="899" y="1347"/>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93" name="Google Shape;1293;p49"/>
            <p:cNvSpPr/>
            <p:nvPr/>
          </p:nvSpPr>
          <p:spPr>
            <a:xfrm>
              <a:off x="6027100" y="2812575"/>
              <a:ext cx="18725" cy="59900"/>
            </a:xfrm>
            <a:custGeom>
              <a:rect b="b" l="l" r="r" t="t"/>
              <a:pathLst>
                <a:path extrusionOk="0" h="2396" w="749">
                  <a:moveTo>
                    <a:pt x="300" y="1"/>
                  </a:moveTo>
                  <a:lnTo>
                    <a:pt x="150" y="151"/>
                  </a:lnTo>
                  <a:lnTo>
                    <a:pt x="0" y="1198"/>
                  </a:lnTo>
                  <a:lnTo>
                    <a:pt x="150" y="2246"/>
                  </a:lnTo>
                  <a:lnTo>
                    <a:pt x="150" y="2396"/>
                  </a:lnTo>
                  <a:lnTo>
                    <a:pt x="449" y="2396"/>
                  </a:lnTo>
                  <a:lnTo>
                    <a:pt x="599" y="224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pic>
        <p:nvPicPr>
          <p:cNvPr id="1294" name="Google Shape;1294;p49"/>
          <p:cNvPicPr preferRelativeResize="0"/>
          <p:nvPr/>
        </p:nvPicPr>
        <p:blipFill rotWithShape="1">
          <a:blip r:embed="rId3">
            <a:alphaModFix amt="41000"/>
          </a:blip>
          <a:srcRect b="0" l="0" r="0" t="0"/>
          <a:stretch/>
        </p:blipFill>
        <p:spPr>
          <a:xfrm rot="1076215">
            <a:off x="-1616015" y="2704203"/>
            <a:ext cx="6266355" cy="405902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1000" fill="hold"/>
                                        <p:tgtEl>
                                          <p:spTgt spid="1124"/>
                                        </p:tgtEl>
                                        <p:attrNameLst>
                                          <p:attrName>r</p:attrName>
                                        </p:attrNameLst>
                                      </p:cBhvr>
                                    </p:animRo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50"/>
          <p:cNvSpPr txBox="1"/>
          <p:nvPr>
            <p:ph type="title"/>
          </p:nvPr>
        </p:nvSpPr>
        <p:spPr>
          <a:xfrm>
            <a:off x="720000" y="445025"/>
            <a:ext cx="4739100" cy="11013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400"/>
              <a:buNone/>
            </a:pPr>
            <a:r>
              <a:rPr lang="en"/>
              <a:t>Geweegde Grafiek</a:t>
            </a:r>
            <a:endParaRPr/>
          </a:p>
        </p:txBody>
      </p:sp>
      <p:sp>
        <p:nvSpPr>
          <p:cNvPr id="1300" name="Google Shape;1300;p50"/>
          <p:cNvSpPr txBox="1"/>
          <p:nvPr>
            <p:ph idx="1" type="body"/>
          </p:nvPr>
        </p:nvSpPr>
        <p:spPr>
          <a:xfrm>
            <a:off x="759800" y="1423725"/>
            <a:ext cx="3571500" cy="21879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400"/>
              <a:buNone/>
            </a:pPr>
            <a:r>
              <a:rPr lang="en">
                <a:solidFill>
                  <a:schemeClr val="accent1"/>
                </a:solidFill>
              </a:rPr>
              <a:t>‘n Geweegde Grafiek is vir ons oplossing die mees praktiese ADT om te gebruik:</a:t>
            </a:r>
            <a:endParaRPr>
              <a:solidFill>
                <a:schemeClr val="accent1"/>
              </a:solidFill>
            </a:endParaRPr>
          </a:p>
          <a:p>
            <a:pPr indent="-317500" lvl="0" marL="457200" rtl="0" algn="l">
              <a:lnSpc>
                <a:spcPct val="100000"/>
              </a:lnSpc>
              <a:spcBef>
                <a:spcPts val="500"/>
              </a:spcBef>
              <a:spcAft>
                <a:spcPts val="0"/>
              </a:spcAft>
              <a:buClr>
                <a:schemeClr val="accent1"/>
              </a:buClr>
              <a:buSzPts val="1400"/>
              <a:buFont typeface="Work Sans"/>
              <a:buChar char="●"/>
            </a:pPr>
            <a:r>
              <a:rPr lang="en">
                <a:solidFill>
                  <a:schemeClr val="accent1"/>
                </a:solidFill>
              </a:rPr>
              <a:t>Nodusse -&gt; geboue, lokale en ander areas</a:t>
            </a:r>
            <a:endParaRPr/>
          </a:p>
          <a:p>
            <a:pPr indent="-317500" lvl="0" marL="457200" rtl="0" algn="l">
              <a:lnSpc>
                <a:spcPct val="100000"/>
              </a:lnSpc>
              <a:spcBef>
                <a:spcPts val="500"/>
              </a:spcBef>
              <a:spcAft>
                <a:spcPts val="0"/>
              </a:spcAft>
              <a:buClr>
                <a:schemeClr val="accent1"/>
              </a:buClr>
              <a:buSzPts val="1400"/>
              <a:buFont typeface="Work Sans"/>
              <a:buChar char="●"/>
            </a:pPr>
            <a:r>
              <a:rPr lang="en">
                <a:solidFill>
                  <a:schemeClr val="accent1"/>
                </a:solidFill>
              </a:rPr>
              <a:t>Rande -&gt; paaie en verbindings</a:t>
            </a:r>
            <a:endParaRPr>
              <a:solidFill>
                <a:schemeClr val="accent1"/>
              </a:solidFill>
            </a:endParaRPr>
          </a:p>
          <a:p>
            <a:pPr indent="-317500" lvl="0" marL="457200" rtl="0" algn="l">
              <a:lnSpc>
                <a:spcPct val="100000"/>
              </a:lnSpc>
              <a:spcBef>
                <a:spcPts val="500"/>
              </a:spcBef>
              <a:spcAft>
                <a:spcPts val="0"/>
              </a:spcAft>
              <a:buClr>
                <a:schemeClr val="accent1"/>
              </a:buClr>
              <a:buSzPts val="1400"/>
              <a:buFont typeface="Work Sans"/>
              <a:buChar char="●"/>
            </a:pPr>
            <a:r>
              <a:rPr lang="en">
                <a:solidFill>
                  <a:schemeClr val="accent1"/>
                </a:solidFill>
              </a:rPr>
              <a:t>Ongerigte grafiek, paaie werk albei kante toe</a:t>
            </a:r>
            <a:endParaRPr/>
          </a:p>
          <a:p>
            <a:pPr indent="-317500" lvl="0" marL="457200" rtl="0" algn="l">
              <a:lnSpc>
                <a:spcPct val="100000"/>
              </a:lnSpc>
              <a:spcBef>
                <a:spcPts val="500"/>
              </a:spcBef>
              <a:spcAft>
                <a:spcPts val="0"/>
              </a:spcAft>
              <a:buClr>
                <a:schemeClr val="accent1"/>
              </a:buClr>
              <a:buSzPts val="1400"/>
              <a:buFont typeface="Work Sans"/>
              <a:buChar char="●"/>
            </a:pPr>
            <a:r>
              <a:rPr lang="en">
                <a:solidFill>
                  <a:schemeClr val="accent1"/>
                </a:solidFill>
              </a:rPr>
              <a:t>Positiewe gewigte stel afstande voor</a:t>
            </a:r>
            <a:endParaRPr>
              <a:solidFill>
                <a:schemeClr val="accent1"/>
              </a:solidFill>
            </a:endParaRPr>
          </a:p>
          <a:p>
            <a:pPr indent="0" lvl="0" marL="0" rtl="0" algn="l">
              <a:lnSpc>
                <a:spcPct val="100000"/>
              </a:lnSpc>
              <a:spcBef>
                <a:spcPts val="1600"/>
              </a:spcBef>
              <a:spcAft>
                <a:spcPts val="0"/>
              </a:spcAft>
              <a:buSzPts val="1400"/>
              <a:buNone/>
            </a:pPr>
            <a:r>
              <a:t/>
            </a:r>
            <a:endParaRPr>
              <a:solidFill>
                <a:schemeClr val="accent1"/>
              </a:solidFill>
            </a:endParaRPr>
          </a:p>
          <a:p>
            <a:pPr indent="0" lvl="0" marL="0" rtl="0" algn="l">
              <a:lnSpc>
                <a:spcPct val="100000"/>
              </a:lnSpc>
              <a:spcBef>
                <a:spcPts val="1600"/>
              </a:spcBef>
              <a:spcAft>
                <a:spcPts val="1600"/>
              </a:spcAft>
              <a:buSzPts val="1400"/>
              <a:buNone/>
            </a:pPr>
            <a:r>
              <a:t/>
            </a:r>
            <a:endParaRPr>
              <a:solidFill>
                <a:schemeClr val="accent1"/>
              </a:solidFill>
            </a:endParaRPr>
          </a:p>
        </p:txBody>
      </p:sp>
      <p:pic>
        <p:nvPicPr>
          <p:cNvPr id="1301" name="Google Shape;1301;p50"/>
          <p:cNvPicPr preferRelativeResize="0"/>
          <p:nvPr/>
        </p:nvPicPr>
        <p:blipFill rotWithShape="1">
          <a:blip r:embed="rId3">
            <a:alphaModFix/>
          </a:blip>
          <a:srcRect b="0" l="4189" r="4189" t="0"/>
          <a:stretch/>
        </p:blipFill>
        <p:spPr>
          <a:xfrm>
            <a:off x="5028660" y="910590"/>
            <a:ext cx="3395340" cy="3322319"/>
          </a:xfrm>
          <a:prstGeom prst="ellipse">
            <a:avLst/>
          </a:prstGeom>
          <a:solidFill>
            <a:schemeClr val="lt1"/>
          </a:solidFill>
          <a:ln cap="flat" cmpd="sng" w="9525">
            <a:solidFill>
              <a:schemeClr val="dk1"/>
            </a:solidFill>
            <a:prstDash val="solid"/>
            <a:round/>
            <a:headEnd len="sm" w="sm" type="none"/>
            <a:tailEnd len="sm" w="sm" type="none"/>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51"/>
          <p:cNvSpPr txBox="1"/>
          <p:nvPr>
            <p:ph type="title"/>
          </p:nvPr>
        </p:nvSpPr>
        <p:spPr>
          <a:xfrm>
            <a:off x="2391900" y="385320"/>
            <a:ext cx="4360200" cy="5319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1800"/>
              <a:buNone/>
            </a:pPr>
            <a:r>
              <a:rPr lang="en"/>
              <a:t>Dijkstra Algoritme</a:t>
            </a:r>
            <a:endParaRPr/>
          </a:p>
        </p:txBody>
      </p:sp>
      <p:sp>
        <p:nvSpPr>
          <p:cNvPr id="1307" name="Google Shape;1307;p51"/>
          <p:cNvSpPr txBox="1"/>
          <p:nvPr/>
        </p:nvSpPr>
        <p:spPr>
          <a:xfrm>
            <a:off x="1380310" y="1144050"/>
            <a:ext cx="6383400" cy="2034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accent1"/>
              </a:buClr>
              <a:buSzPts val="1400"/>
              <a:buFont typeface="Work Sans"/>
              <a:buNone/>
            </a:pPr>
            <a:r>
              <a:rPr b="1" i="0" lang="en" spc="0" sz="1400" u="none" cap="none" strike="noStrike">
                <a:solidFill>
                  <a:schemeClr val="accent1"/>
                </a:solidFill>
                <a:latin typeface="Work Sans"/>
                <a:ea typeface="Work Sans"/>
                <a:cs typeface="Work Sans"/>
                <a:sym typeface="Work Sans"/>
              </a:rPr>
              <a:t>Kompleksiteit</a:t>
            </a:r>
            <a:r>
              <a:rPr b="0" i="0" lang="en" spc="0" sz="1400" u="none" cap="none" strike="noStrike">
                <a:solidFill>
                  <a:schemeClr val="accent1"/>
                </a:solidFill>
                <a:latin typeface="Work Sans"/>
                <a:ea typeface="Work Sans"/>
                <a:cs typeface="Work Sans"/>
                <a:sym typeface="Work Sans"/>
              </a:rPr>
              <a:t>:</a:t>
            </a:r>
            <a:endParaRPr/>
          </a:p>
          <a:p>
            <a:pPr indent="-285750" lvl="0" marL="285750" marR="0" rtl="0" algn="l">
              <a:lnSpc>
                <a:spcPct val="100000"/>
              </a:lnSpc>
              <a:spcBef>
                <a:spcPts val="0"/>
              </a:spcBef>
              <a:spcAft>
                <a:spcPts val="0"/>
              </a:spcAft>
              <a:buClr>
                <a:schemeClr val="accent1"/>
              </a:buClr>
              <a:buSzPts val="1400"/>
              <a:buFont typeface="Arial"/>
              <a:buChar char="•"/>
            </a:pPr>
            <a:r>
              <a:rPr b="0" i="0" lang="en" spc="0" sz="1400" u="none" cap="none" strike="noStrike">
                <a:solidFill>
                  <a:schemeClr val="accent1"/>
                </a:solidFill>
                <a:latin typeface="Work Sans"/>
                <a:ea typeface="Work Sans"/>
                <a:cs typeface="Work Sans"/>
                <a:sym typeface="Work Sans"/>
              </a:rPr>
              <a:t>Tyd: O((V + E) log V)</a:t>
            </a:r>
            <a:endParaRPr/>
          </a:p>
          <a:p>
            <a:pPr indent="-285750" lvl="0" marL="285750" marR="0" rtl="0" algn="l">
              <a:lnSpc>
                <a:spcPct val="100000"/>
              </a:lnSpc>
              <a:spcBef>
                <a:spcPts val="0"/>
              </a:spcBef>
              <a:spcAft>
                <a:spcPts val="0"/>
              </a:spcAft>
              <a:buClr>
                <a:schemeClr val="accent1"/>
              </a:buClr>
              <a:buSzPts val="1400"/>
              <a:buFont typeface="Arial"/>
              <a:buChar char="•"/>
            </a:pPr>
            <a:r>
              <a:rPr b="0" i="0" lang="en" spc="0" sz="1400" u="none" cap="none" strike="noStrike">
                <a:solidFill>
                  <a:schemeClr val="accent1"/>
                </a:solidFill>
                <a:latin typeface="Work Sans"/>
                <a:ea typeface="Work Sans"/>
                <a:cs typeface="Work Sans"/>
                <a:sym typeface="Work Sans"/>
              </a:rPr>
              <a:t>Ruimte: O(V + E)</a:t>
            </a:r>
            <a:endParaRPr/>
          </a:p>
          <a:p>
            <a:pPr indent="-285750" lvl="0" marL="285750" marR="0" rtl="0" algn="l">
              <a:lnSpc>
                <a:spcPct val="100000"/>
              </a:lnSpc>
              <a:spcBef>
                <a:spcPts val="0"/>
              </a:spcBef>
              <a:spcAft>
                <a:spcPts val="0"/>
              </a:spcAft>
              <a:buClr>
                <a:schemeClr val="accent1"/>
              </a:buClr>
              <a:buSzPts val="1400"/>
              <a:buFont typeface="Arial"/>
              <a:buChar char="•"/>
            </a:pPr>
            <a:r>
              <a:rPr b="0" i="0" lang="en" spc="0" sz="1400" u="none" cap="none" strike="noStrike">
                <a:solidFill>
                  <a:schemeClr val="accent1"/>
                </a:solidFill>
                <a:latin typeface="Work Sans"/>
                <a:ea typeface="Work Sans"/>
                <a:cs typeface="Work Sans"/>
                <a:sym typeface="Work Sans"/>
              </a:rPr>
              <a:t>V = Hoekpunte, E = Rande</a:t>
            </a:r>
            <a:endParaRPr/>
          </a:p>
          <a:p>
            <a:pPr indent="-196850" lvl="0" marL="285750" marR="0" rtl="0" algn="l">
              <a:lnSpc>
                <a:spcPct val="100000"/>
              </a:lnSpc>
              <a:spcBef>
                <a:spcPts val="0"/>
              </a:spcBef>
              <a:spcAft>
                <a:spcPts val="0"/>
              </a:spcAft>
              <a:buClr>
                <a:schemeClr val="accent1"/>
              </a:buClr>
              <a:buSzPts val="1400"/>
              <a:buFont typeface="Arial"/>
              <a:buNone/>
            </a:pPr>
            <a:r>
              <a:t/>
            </a:r>
            <a:endParaRPr b="0" i="0" spc="0" sz="1400" u="none" cap="none" strike="noStrike">
              <a:solidFill>
                <a:schemeClr val="accent1"/>
              </a:solidFill>
              <a:latin typeface="Work Sans"/>
              <a:ea typeface="Work Sans"/>
              <a:cs typeface="Work Sans"/>
              <a:sym typeface="Work Sans"/>
            </a:endParaRPr>
          </a:p>
          <a:p>
            <a:pPr indent="0" lvl="0" marL="0" marR="0" rtl="0" algn="l">
              <a:lnSpc>
                <a:spcPct val="100000"/>
              </a:lnSpc>
              <a:spcBef>
                <a:spcPts val="0"/>
              </a:spcBef>
              <a:spcAft>
                <a:spcPts val="0"/>
              </a:spcAft>
              <a:buClr>
                <a:schemeClr val="accent1"/>
              </a:buClr>
              <a:buSzPts val="1400"/>
              <a:buFont typeface="Work Sans"/>
              <a:buNone/>
            </a:pPr>
            <a:r>
              <a:rPr b="1" i="0" lang="en" spc="0" sz="1400" u="none" cap="none" strike="noStrike">
                <a:solidFill>
                  <a:schemeClr val="accent1"/>
                </a:solidFill>
                <a:latin typeface="Work Sans"/>
                <a:ea typeface="Work Sans"/>
                <a:cs typeface="Work Sans"/>
                <a:sym typeface="Work Sans"/>
              </a:rPr>
              <a:t>Beperkings</a:t>
            </a:r>
            <a:r>
              <a:rPr b="0" i="0" lang="en" spc="0" sz="1400" u="none" cap="none" strike="noStrike">
                <a:solidFill>
                  <a:schemeClr val="accent1"/>
                </a:solidFill>
                <a:latin typeface="Work Sans"/>
                <a:ea typeface="Work Sans"/>
                <a:cs typeface="Work Sans"/>
                <a:sym typeface="Work Sans"/>
              </a:rPr>
              <a:t>:</a:t>
            </a:r>
            <a:endParaRPr/>
          </a:p>
          <a:p>
            <a:pPr indent="-285750" lvl="0" marL="285750" marR="0" rtl="0" algn="l">
              <a:lnSpc>
                <a:spcPct val="100000"/>
              </a:lnSpc>
              <a:spcBef>
                <a:spcPts val="0"/>
              </a:spcBef>
              <a:spcAft>
                <a:spcPts val="0"/>
              </a:spcAft>
              <a:buClr>
                <a:schemeClr val="accent1"/>
              </a:buClr>
              <a:buSzPts val="1400"/>
              <a:buFont typeface="Arial"/>
              <a:buChar char="•"/>
            </a:pPr>
            <a:r>
              <a:rPr b="0" i="0" lang="en" spc="0" sz="1400" u="none" cap="none" strike="noStrike">
                <a:solidFill>
                  <a:schemeClr val="accent1"/>
                </a:solidFill>
                <a:latin typeface="Work Sans"/>
                <a:ea typeface="Work Sans"/>
                <a:cs typeface="Work Sans"/>
                <a:sym typeface="Work Sans"/>
              </a:rPr>
              <a:t>Kan nie negatiewe gewigte hanteer nie</a:t>
            </a:r>
            <a:endParaRPr/>
          </a:p>
          <a:p>
            <a:pPr indent="-285750" lvl="0" marL="285750" marR="0" rtl="0" algn="l">
              <a:lnSpc>
                <a:spcPct val="100000"/>
              </a:lnSpc>
              <a:spcBef>
                <a:spcPts val="0"/>
              </a:spcBef>
              <a:spcAft>
                <a:spcPts val="0"/>
              </a:spcAft>
              <a:buClr>
                <a:schemeClr val="accent1"/>
              </a:buClr>
              <a:buSzPts val="1400"/>
              <a:buFont typeface="Arial"/>
              <a:buChar char="•"/>
            </a:pPr>
            <a:r>
              <a:rPr b="0" i="0" lang="en" spc="0" sz="1400" u="none" cap="none" strike="noStrike">
                <a:solidFill>
                  <a:schemeClr val="accent1"/>
                </a:solidFill>
                <a:latin typeface="Work Sans"/>
                <a:ea typeface="Work Sans"/>
                <a:cs typeface="Work Sans"/>
                <a:sym typeface="Work Sans"/>
              </a:rPr>
              <a:t>Kan nie ongewigte rande gebruik nie</a:t>
            </a:r>
            <a:endParaRPr/>
          </a:p>
          <a:p>
            <a:pPr indent="-285750" lvl="0" marL="285750" marR="0" rtl="0" algn="l">
              <a:lnSpc>
                <a:spcPct val="100000"/>
              </a:lnSpc>
              <a:spcBef>
                <a:spcPts val="0"/>
              </a:spcBef>
              <a:spcAft>
                <a:spcPts val="0"/>
              </a:spcAft>
              <a:buClr>
                <a:schemeClr val="accent1"/>
              </a:buClr>
              <a:buSzPts val="1400"/>
              <a:buFont typeface="Arial"/>
              <a:buChar char="•"/>
            </a:pPr>
            <a:r>
              <a:rPr b="0" i="0" lang="en" spc="0" sz="1400" u="none" cap="none" strike="noStrike">
                <a:solidFill>
                  <a:schemeClr val="accent1"/>
                </a:solidFill>
                <a:latin typeface="Work Sans"/>
                <a:ea typeface="Work Sans"/>
                <a:cs typeface="Work Sans"/>
                <a:sym typeface="Work Sans"/>
              </a:rPr>
              <a:t>Begin sonder om ligging van eind node te weet</a:t>
            </a:r>
            <a:endParaRPr/>
          </a:p>
          <a:p>
            <a:pPr indent="-285750" lvl="0" marL="285750" marR="0" rtl="0" algn="l">
              <a:lnSpc>
                <a:spcPct val="100000"/>
              </a:lnSpc>
              <a:spcBef>
                <a:spcPts val="0"/>
              </a:spcBef>
              <a:spcAft>
                <a:spcPts val="0"/>
              </a:spcAft>
              <a:buClr>
                <a:schemeClr val="accent1"/>
              </a:buClr>
              <a:buSzPts val="1400"/>
              <a:buFont typeface="Arial"/>
              <a:buChar char="•"/>
            </a:pPr>
            <a:r>
              <a:rPr b="0" i="0" lang="en" spc="0" sz="1400" u="none" cap="none" strike="noStrike">
                <a:solidFill>
                  <a:schemeClr val="accent1"/>
                </a:solidFill>
                <a:latin typeface="Work Sans"/>
                <a:ea typeface="Work Sans"/>
                <a:cs typeface="Work Sans"/>
                <a:sym typeface="Work Sans"/>
              </a:rPr>
              <a:t>Nie dinamies nie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 presetSubtype="4">
                                  <p:stCondLst>
                                    <p:cond delay="0"/>
                                  </p:stCondLst>
                                  <p:childTnLst>
                                    <p:set>
                                      <p:cBhvr>
                                        <p:cTn dur="1" fill="hold">
                                          <p:stCondLst>
                                            <p:cond delay="0"/>
                                          </p:stCondLst>
                                        </p:cTn>
                                        <p:tgtEl>
                                          <p:spTgt spid="1306"/>
                                        </p:tgtEl>
                                        <p:attrNameLst>
                                          <p:attrName>style.visibility</p:attrName>
                                        </p:attrNameLst>
                                      </p:cBhvr>
                                      <p:to>
                                        <p:strVal val="visible"/>
                                      </p:to>
                                    </p:set>
                                    <p:anim calcmode="lin" valueType="num">
                                      <p:cBhvr additive="base">
                                        <p:cTn dur="1000"/>
                                        <p:tgtEl>
                                          <p:spTgt spid="1306"/>
                                        </p:tgtEl>
                                        <p:attrNameLst>
                                          <p:attrName>ppt_y</p:attrName>
                                        </p:attrNameLst>
                                      </p:cBhvr>
                                      <p:tavLst>
                                        <p:tav fmla="" tm="0">
                                          <p:val>
                                            <p:strVal val="#ppt_y+1"/>
                                          </p:val>
                                        </p:tav>
                                        <p:tav fmla="" tm="100000">
                                          <p:val>
                                            <p:strVal val="#ppt_y"/>
                                          </p:val>
                                        </p:tav>
                                      </p:tavLst>
                                    </p:anim>
                                  </p:childTnLst>
                                </p:cTn>
                              </p:par>
                            </p:childTnLst>
                          </p:cTn>
                        </p:par>
                        <p:par>
                          <p:cTn fill="hold">
                            <p:stCondLst>
                              <p:cond delay="1000"/>
                            </p:stCondLst>
                            <p:childTnLst>
                              <p:par>
                                <p:cTn fill="hold" nodeType="afterEffect" presetClass="entr" presetID="2" presetSubtype="1">
                                  <p:stCondLst>
                                    <p:cond delay="0"/>
                                  </p:stCondLst>
                                  <p:childTnLst>
                                    <p:set>
                                      <p:cBhvr>
                                        <p:cTn dur="1" fill="hold">
                                          <p:stCondLst>
                                            <p:cond delay="0"/>
                                          </p:stCondLst>
                                        </p:cTn>
                                        <p:tgtEl>
                                          <p:spTgt spid="1307"/>
                                        </p:tgtEl>
                                        <p:attrNameLst>
                                          <p:attrName>style.visibility</p:attrName>
                                        </p:attrNameLst>
                                      </p:cBhvr>
                                      <p:to>
                                        <p:strVal val="visible"/>
                                      </p:to>
                                    </p:set>
                                    <p:anim calcmode="lin" valueType="num">
                                      <p:cBhvr additive="base">
                                        <p:cTn dur="1000"/>
                                        <p:tgtEl>
                                          <p:spTgt spid="1307"/>
                                        </p:tgtEl>
                                        <p:attrNameLst>
                                          <p:attrName>ppt_y</p:attrName>
                                        </p:attrNameLst>
                                      </p:cBhvr>
                                      <p:tavLst>
                                        <p:tav fmla="" tm="0">
                                          <p:val>
                                            <p:strVal val="#ppt_y-1"/>
                                          </p:val>
                                        </p:tav>
                                        <p:tav fmla=""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1" name="Shape 1311"/>
        <p:cNvGrpSpPr/>
        <p:nvPr/>
      </p:nvGrpSpPr>
      <p:grpSpPr>
        <a:xfrm>
          <a:off x="0" y="0"/>
          <a:ext cx="0" cy="0"/>
          <a:chOff x="0" y="0"/>
          <a:chExt cx="0" cy="0"/>
        </a:xfrm>
      </p:grpSpPr>
      <p:sp>
        <p:nvSpPr>
          <p:cNvPr id="1312" name="Google Shape;1312;p52"/>
          <p:cNvSpPr txBox="1"/>
          <p:nvPr>
            <p:ph type="title"/>
          </p:nvPr>
        </p:nvSpPr>
        <p:spPr>
          <a:xfrm>
            <a:off x="3963492" y="1220488"/>
            <a:ext cx="5050800" cy="4260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400"/>
              <a:buNone/>
            </a:pPr>
            <a:r>
              <a:rPr lang="en"/>
              <a:t>Besprekings Tye</a:t>
            </a:r>
            <a:endParaRPr/>
          </a:p>
        </p:txBody>
      </p:sp>
      <p:sp>
        <p:nvSpPr>
          <p:cNvPr id="1313" name="Google Shape;1313;p52"/>
          <p:cNvSpPr txBox="1"/>
          <p:nvPr>
            <p:ph idx="3" type="subTitle"/>
          </p:nvPr>
        </p:nvSpPr>
        <p:spPr>
          <a:xfrm>
            <a:off x="3963500" y="1756381"/>
            <a:ext cx="4251000" cy="3115200"/>
          </a:xfrm>
          <a:prstGeom prst="rect">
            <a:avLst/>
          </a:prstGeom>
          <a:noFill/>
          <a:ln>
            <a:noFill/>
          </a:ln>
        </p:spPr>
        <p:txBody>
          <a:bodyPr anchorCtr="0" anchor="t" bIns="91425" lIns="91425" spcFirstLastPara="1" rIns="91425" wrap="square" tIns="91425">
            <a:noAutofit/>
          </a:bodyPr>
          <a:lstStyle/>
          <a:p>
            <a:pPr indent="-317500" lvl="0" marL="457200" rtl="0" algn="l">
              <a:lnSpc>
                <a:spcPct val="100000"/>
              </a:lnSpc>
              <a:spcBef>
                <a:spcPts val="0"/>
              </a:spcBef>
              <a:spcAft>
                <a:spcPts val="0"/>
              </a:spcAft>
              <a:buSzPts val="2800"/>
              <a:buNone/>
            </a:pPr>
            <a:r>
              <a:rPr lang="en" sz="1200"/>
              <a:t>Ons gebruik ‘n RB-Boom om botsings te vermy in besprekings vir lokale.</a:t>
            </a:r>
            <a:endParaRPr/>
          </a:p>
          <a:p>
            <a:pPr indent="-317500" lvl="0" marL="457200" rtl="0" algn="l">
              <a:lnSpc>
                <a:spcPct val="100000"/>
              </a:lnSpc>
              <a:spcBef>
                <a:spcPts val="0"/>
              </a:spcBef>
              <a:spcAft>
                <a:spcPts val="0"/>
              </a:spcAft>
              <a:buSzPts val="2800"/>
              <a:buNone/>
            </a:pPr>
            <a:r>
              <a:t/>
            </a:r>
            <a:endParaRPr sz="1200"/>
          </a:p>
          <a:p>
            <a:pPr indent="-317500" lvl="0" marL="457200" rtl="0" algn="l">
              <a:lnSpc>
                <a:spcPct val="100000"/>
              </a:lnSpc>
              <a:spcBef>
                <a:spcPts val="0"/>
              </a:spcBef>
              <a:spcAft>
                <a:spcPts val="0"/>
              </a:spcAft>
              <a:buSzPts val="2800"/>
              <a:buNone/>
            </a:pPr>
            <a:r>
              <a:rPr lang="en" sz="1200"/>
              <a:t>Elke lokaal kry sy eie boom wat in die kasgeheue leef. Indien daar ‘n bespreking verwyder word, word die boom van voor af gebou om ooreenstemming met die databasis te verseker.</a:t>
            </a:r>
            <a:endParaRPr sz="1200"/>
          </a:p>
          <a:p>
            <a:pPr indent="-317500" lvl="0" marL="457200" rtl="0" algn="l">
              <a:lnSpc>
                <a:spcPct val="100000"/>
              </a:lnSpc>
              <a:spcBef>
                <a:spcPts val="0"/>
              </a:spcBef>
              <a:spcAft>
                <a:spcPts val="0"/>
              </a:spcAft>
              <a:buSzPts val="2800"/>
              <a:buNone/>
            </a:pPr>
            <a:r>
              <a:t/>
            </a:r>
            <a:endParaRPr sz="1200"/>
          </a:p>
          <a:p>
            <a:pPr indent="-317500" lvl="0" marL="457200" rtl="0" algn="l">
              <a:lnSpc>
                <a:spcPct val="50000"/>
              </a:lnSpc>
              <a:spcBef>
                <a:spcPts val="0"/>
              </a:spcBef>
              <a:spcAft>
                <a:spcPts val="0"/>
              </a:spcAft>
              <a:buSzPts val="2800"/>
              <a:buFont typeface="Arial"/>
              <a:buChar char="•"/>
            </a:pPr>
            <a:r>
              <a:rPr lang="en" sz="1200"/>
              <a:t>O(Log n) vir alle bewerkings</a:t>
            </a:r>
            <a:endParaRPr sz="1200"/>
          </a:p>
          <a:p>
            <a:pPr indent="-317500" lvl="0" marL="457200" rtl="0" algn="l">
              <a:lnSpc>
                <a:spcPct val="50000"/>
              </a:lnSpc>
              <a:spcBef>
                <a:spcPts val="0"/>
              </a:spcBef>
              <a:spcAft>
                <a:spcPts val="0"/>
              </a:spcAft>
              <a:buSzPts val="2800"/>
              <a:buFont typeface="Arial"/>
              <a:buChar char="•"/>
            </a:pPr>
            <a:r>
              <a:rPr lang="en" sz="1200"/>
              <a:t>Self gebalanseerd</a:t>
            </a:r>
            <a:endParaRPr sz="1200"/>
          </a:p>
          <a:p>
            <a:pPr indent="-317500" lvl="0" marL="457200" rtl="0" algn="l">
              <a:lnSpc>
                <a:spcPct val="50000"/>
              </a:lnSpc>
              <a:spcBef>
                <a:spcPts val="0"/>
              </a:spcBef>
              <a:spcAft>
                <a:spcPts val="0"/>
              </a:spcAft>
              <a:buSzPts val="2800"/>
              <a:buFont typeface="Arial"/>
              <a:buChar char="•"/>
            </a:pPr>
            <a:r>
              <a:rPr lang="en" sz="1200"/>
              <a:t>Groei nie lineêr met invoegings nie</a:t>
            </a:r>
            <a:endParaRPr sz="1200"/>
          </a:p>
          <a:p>
            <a:pPr indent="-317500" lvl="0" marL="457200" rtl="0" algn="l">
              <a:lnSpc>
                <a:spcPct val="50000"/>
              </a:lnSpc>
              <a:spcBef>
                <a:spcPts val="0"/>
              </a:spcBef>
              <a:spcAft>
                <a:spcPts val="0"/>
              </a:spcAft>
              <a:buSzPts val="2800"/>
              <a:buFont typeface="Arial"/>
              <a:buChar char="•"/>
            </a:pPr>
            <a:r>
              <a:rPr lang="en" sz="1200"/>
              <a:t>Outomaties gesorteer</a:t>
            </a:r>
            <a:endParaRPr sz="1200"/>
          </a:p>
          <a:p>
            <a:pPr indent="-317500" lvl="0" marL="457200" rtl="0" algn="l">
              <a:lnSpc>
                <a:spcPct val="50000"/>
              </a:lnSpc>
              <a:spcBef>
                <a:spcPts val="0"/>
              </a:spcBef>
              <a:spcAft>
                <a:spcPts val="0"/>
              </a:spcAft>
              <a:buSzPts val="2800"/>
              <a:buFont typeface="Arial"/>
              <a:buChar char="•"/>
            </a:pPr>
            <a:r>
              <a:rPr lang="en" sz="1200"/>
              <a:t>Doeltreffende invoeging en soektogte</a:t>
            </a:r>
            <a:endParaRPr sz="1200"/>
          </a:p>
        </p:txBody>
      </p:sp>
      <p:sp>
        <p:nvSpPr>
          <p:cNvPr id="1314" name="Google Shape;1314;p52"/>
          <p:cNvSpPr txBox="1"/>
          <p:nvPr>
            <p:ph idx="4"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400"/>
              <a:buNone/>
            </a:pPr>
            <a:r>
              <a:rPr lang="en"/>
              <a:t>Rooi-Swart Boom</a:t>
            </a:r>
            <a:endParaRPr/>
          </a:p>
        </p:txBody>
      </p:sp>
      <p:grpSp>
        <p:nvGrpSpPr>
          <p:cNvPr id="1315" name="Google Shape;1315;p52"/>
          <p:cNvGrpSpPr/>
          <p:nvPr/>
        </p:nvGrpSpPr>
        <p:grpSpPr>
          <a:xfrm>
            <a:off x="-214340" y="3809831"/>
            <a:ext cx="2287695" cy="2289334"/>
            <a:chOff x="1192500" y="238125"/>
            <a:chExt cx="5235000" cy="5238750"/>
          </a:xfrm>
        </p:grpSpPr>
        <p:sp>
          <p:nvSpPr>
            <p:cNvPr id="1316" name="Google Shape;1316;p52"/>
            <p:cNvSpPr/>
            <p:nvPr/>
          </p:nvSpPr>
          <p:spPr>
            <a:xfrm>
              <a:off x="4141150" y="2266250"/>
              <a:ext cx="123500" cy="123525"/>
            </a:xfrm>
            <a:custGeom>
              <a:rect b="b" l="l" r="r" t="t"/>
              <a:pathLst>
                <a:path extrusionOk="0" h="4941" w="4940">
                  <a:moveTo>
                    <a:pt x="1" y="1"/>
                  </a:moveTo>
                  <a:lnTo>
                    <a:pt x="1" y="150"/>
                  </a:lnTo>
                  <a:lnTo>
                    <a:pt x="1048" y="1348"/>
                  </a:lnTo>
                  <a:lnTo>
                    <a:pt x="2246" y="2545"/>
                  </a:lnTo>
                  <a:lnTo>
                    <a:pt x="4790" y="4940"/>
                  </a:lnTo>
                  <a:lnTo>
                    <a:pt x="4940" y="4940"/>
                  </a:lnTo>
                  <a:lnTo>
                    <a:pt x="4940" y="4791"/>
                  </a:lnTo>
                  <a:lnTo>
                    <a:pt x="2545" y="23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7" name="Google Shape;1317;p52"/>
            <p:cNvSpPr/>
            <p:nvPr/>
          </p:nvSpPr>
          <p:spPr>
            <a:xfrm>
              <a:off x="4189800" y="2221350"/>
              <a:ext cx="123500" cy="131000"/>
            </a:xfrm>
            <a:custGeom>
              <a:rect b="b" l="l" r="r" t="t"/>
              <a:pathLst>
                <a:path extrusionOk="0" h="5240" w="4940">
                  <a:moveTo>
                    <a:pt x="150" y="1"/>
                  </a:moveTo>
                  <a:lnTo>
                    <a:pt x="0" y="150"/>
                  </a:lnTo>
                  <a:lnTo>
                    <a:pt x="1048" y="1497"/>
                  </a:lnTo>
                  <a:lnTo>
                    <a:pt x="2246" y="2695"/>
                  </a:lnTo>
                  <a:lnTo>
                    <a:pt x="3443" y="3892"/>
                  </a:lnTo>
                  <a:lnTo>
                    <a:pt x="4790" y="5239"/>
                  </a:lnTo>
                  <a:lnTo>
                    <a:pt x="4940" y="5239"/>
                  </a:lnTo>
                  <a:lnTo>
                    <a:pt x="4940" y="5090"/>
                  </a:lnTo>
                  <a:lnTo>
                    <a:pt x="2545" y="2396"/>
                  </a:lnTo>
                  <a:lnTo>
                    <a:pt x="1347" y="1198"/>
                  </a:lnTo>
                  <a:lnTo>
                    <a:pt x="749" y="5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8" name="Google Shape;1318;p52"/>
            <p:cNvSpPr/>
            <p:nvPr/>
          </p:nvSpPr>
          <p:spPr>
            <a:xfrm>
              <a:off x="4242175" y="2187675"/>
              <a:ext cx="108550" cy="112275"/>
            </a:xfrm>
            <a:custGeom>
              <a:rect b="b" l="l" r="r" t="t"/>
              <a:pathLst>
                <a:path extrusionOk="0" h="4491" w="4342">
                  <a:moveTo>
                    <a:pt x="1" y="1"/>
                  </a:moveTo>
                  <a:lnTo>
                    <a:pt x="1" y="150"/>
                  </a:lnTo>
                  <a:lnTo>
                    <a:pt x="1947" y="2395"/>
                  </a:lnTo>
                  <a:lnTo>
                    <a:pt x="4042" y="4491"/>
                  </a:lnTo>
                  <a:lnTo>
                    <a:pt x="4342" y="4491"/>
                  </a:lnTo>
                  <a:lnTo>
                    <a:pt x="4342" y="4341"/>
                  </a:lnTo>
                  <a:lnTo>
                    <a:pt x="2246" y="20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19" name="Google Shape;1319;p52"/>
            <p:cNvSpPr/>
            <p:nvPr/>
          </p:nvSpPr>
          <p:spPr>
            <a:xfrm>
              <a:off x="4290825" y="2154000"/>
              <a:ext cx="131000" cy="131000"/>
            </a:xfrm>
            <a:custGeom>
              <a:rect b="b" l="l" r="r" t="t"/>
              <a:pathLst>
                <a:path extrusionOk="0" h="5240" w="5240">
                  <a:moveTo>
                    <a:pt x="1" y="0"/>
                  </a:moveTo>
                  <a:lnTo>
                    <a:pt x="1" y="150"/>
                  </a:lnTo>
                  <a:lnTo>
                    <a:pt x="1198" y="1348"/>
                  </a:lnTo>
                  <a:lnTo>
                    <a:pt x="2396" y="2695"/>
                  </a:lnTo>
                  <a:lnTo>
                    <a:pt x="3743" y="4042"/>
                  </a:lnTo>
                  <a:lnTo>
                    <a:pt x="5090" y="5239"/>
                  </a:lnTo>
                  <a:lnTo>
                    <a:pt x="5239" y="5239"/>
                  </a:lnTo>
                  <a:lnTo>
                    <a:pt x="5239" y="5090"/>
                  </a:lnTo>
                  <a:lnTo>
                    <a:pt x="4042" y="3742"/>
                  </a:lnTo>
                  <a:lnTo>
                    <a:pt x="2695" y="2395"/>
                  </a:lnTo>
                  <a:lnTo>
                    <a:pt x="149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0" name="Google Shape;1320;p52"/>
            <p:cNvSpPr/>
            <p:nvPr/>
          </p:nvSpPr>
          <p:spPr>
            <a:xfrm>
              <a:off x="4339475" y="2112825"/>
              <a:ext cx="104800" cy="104800"/>
            </a:xfrm>
            <a:custGeom>
              <a:rect b="b" l="l" r="r" t="t"/>
              <a:pathLst>
                <a:path extrusionOk="0" h="4192" w="4192">
                  <a:moveTo>
                    <a:pt x="0" y="1"/>
                  </a:moveTo>
                  <a:lnTo>
                    <a:pt x="0" y="151"/>
                  </a:lnTo>
                  <a:lnTo>
                    <a:pt x="899" y="1198"/>
                  </a:lnTo>
                  <a:lnTo>
                    <a:pt x="1946" y="2246"/>
                  </a:lnTo>
                  <a:lnTo>
                    <a:pt x="4042" y="4192"/>
                  </a:lnTo>
                  <a:lnTo>
                    <a:pt x="4191" y="4192"/>
                  </a:lnTo>
                  <a:lnTo>
                    <a:pt x="4191" y="4042"/>
                  </a:lnTo>
                  <a:lnTo>
                    <a:pt x="2246" y="1947"/>
                  </a:lnTo>
                  <a:lnTo>
                    <a:pt x="1198" y="10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1" name="Google Shape;1321;p52"/>
            <p:cNvSpPr/>
            <p:nvPr/>
          </p:nvSpPr>
          <p:spPr>
            <a:xfrm>
              <a:off x="4436775" y="2041750"/>
              <a:ext cx="89825" cy="86075"/>
            </a:xfrm>
            <a:custGeom>
              <a:rect b="b" l="l" r="r" t="t"/>
              <a:pathLst>
                <a:path extrusionOk="0" h="3443" w="3593">
                  <a:moveTo>
                    <a:pt x="0" y="0"/>
                  </a:moveTo>
                  <a:lnTo>
                    <a:pt x="1647" y="1796"/>
                  </a:lnTo>
                  <a:lnTo>
                    <a:pt x="3443" y="3443"/>
                  </a:lnTo>
                  <a:lnTo>
                    <a:pt x="3592" y="3443"/>
                  </a:lnTo>
                  <a:lnTo>
                    <a:pt x="3592" y="3293"/>
                  </a:lnTo>
                  <a:lnTo>
                    <a:pt x="2844" y="2395"/>
                  </a:lnTo>
                  <a:lnTo>
                    <a:pt x="1946"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2" name="Google Shape;1322;p52"/>
            <p:cNvSpPr/>
            <p:nvPr/>
          </p:nvSpPr>
          <p:spPr>
            <a:xfrm>
              <a:off x="4388125" y="2079150"/>
              <a:ext cx="93575" cy="89850"/>
            </a:xfrm>
            <a:custGeom>
              <a:rect b="b" l="l" r="r" t="t"/>
              <a:pathLst>
                <a:path extrusionOk="0" h="3594" w="3743">
                  <a:moveTo>
                    <a:pt x="0" y="1"/>
                  </a:moveTo>
                  <a:lnTo>
                    <a:pt x="1647" y="1947"/>
                  </a:lnTo>
                  <a:lnTo>
                    <a:pt x="3443" y="3593"/>
                  </a:lnTo>
                  <a:lnTo>
                    <a:pt x="3742" y="3593"/>
                  </a:lnTo>
                  <a:lnTo>
                    <a:pt x="3742" y="3443"/>
                  </a:lnTo>
                  <a:lnTo>
                    <a:pt x="1946" y="16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3" name="Google Shape;1323;p52"/>
            <p:cNvSpPr/>
            <p:nvPr/>
          </p:nvSpPr>
          <p:spPr>
            <a:xfrm>
              <a:off x="4485400" y="2000575"/>
              <a:ext cx="82350" cy="78600"/>
            </a:xfrm>
            <a:custGeom>
              <a:rect b="b" l="l" r="r" t="t"/>
              <a:pathLst>
                <a:path extrusionOk="0" h="3144" w="3294">
                  <a:moveTo>
                    <a:pt x="1" y="1"/>
                  </a:moveTo>
                  <a:lnTo>
                    <a:pt x="1" y="150"/>
                  </a:lnTo>
                  <a:lnTo>
                    <a:pt x="1498" y="1797"/>
                  </a:lnTo>
                  <a:lnTo>
                    <a:pt x="2246" y="2545"/>
                  </a:lnTo>
                  <a:lnTo>
                    <a:pt x="3144" y="3144"/>
                  </a:lnTo>
                  <a:lnTo>
                    <a:pt x="3294" y="3144"/>
                  </a:lnTo>
                  <a:lnTo>
                    <a:pt x="3294" y="2994"/>
                  </a:lnTo>
                  <a:lnTo>
                    <a:pt x="2545" y="2246"/>
                  </a:lnTo>
                  <a:lnTo>
                    <a:pt x="1797" y="1497"/>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4" name="Google Shape;1324;p52"/>
            <p:cNvSpPr/>
            <p:nvPr/>
          </p:nvSpPr>
          <p:spPr>
            <a:xfrm>
              <a:off x="4537800" y="1966900"/>
              <a:ext cx="71125" cy="67375"/>
            </a:xfrm>
            <a:custGeom>
              <a:rect b="b" l="l" r="r" t="t"/>
              <a:pathLst>
                <a:path extrusionOk="0" h="2695" w="2845">
                  <a:moveTo>
                    <a:pt x="0" y="1"/>
                  </a:moveTo>
                  <a:lnTo>
                    <a:pt x="0" y="150"/>
                  </a:lnTo>
                  <a:lnTo>
                    <a:pt x="1198" y="1497"/>
                  </a:lnTo>
                  <a:lnTo>
                    <a:pt x="2695" y="2695"/>
                  </a:lnTo>
                  <a:lnTo>
                    <a:pt x="2844" y="2695"/>
                  </a:lnTo>
                  <a:lnTo>
                    <a:pt x="2844" y="2545"/>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5" name="Google Shape;1325;p52"/>
            <p:cNvSpPr/>
            <p:nvPr/>
          </p:nvSpPr>
          <p:spPr>
            <a:xfrm>
              <a:off x="4586450" y="1925750"/>
              <a:ext cx="74850" cy="74850"/>
            </a:xfrm>
            <a:custGeom>
              <a:rect b="b" l="l" r="r" t="t"/>
              <a:pathLst>
                <a:path extrusionOk="0" h="2994" w="2994">
                  <a:moveTo>
                    <a:pt x="0" y="0"/>
                  </a:moveTo>
                  <a:lnTo>
                    <a:pt x="0" y="150"/>
                  </a:lnTo>
                  <a:lnTo>
                    <a:pt x="1347" y="1796"/>
                  </a:lnTo>
                  <a:lnTo>
                    <a:pt x="2096" y="2395"/>
                  </a:lnTo>
                  <a:lnTo>
                    <a:pt x="2994" y="2994"/>
                  </a:lnTo>
                  <a:lnTo>
                    <a:pt x="2994" y="2994"/>
                  </a:lnTo>
                  <a:lnTo>
                    <a:pt x="2395" y="2096"/>
                  </a:lnTo>
                  <a:lnTo>
                    <a:pt x="1647"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6" name="Google Shape;1326;p52"/>
            <p:cNvSpPr/>
            <p:nvPr/>
          </p:nvSpPr>
          <p:spPr>
            <a:xfrm>
              <a:off x="4635100" y="1888325"/>
              <a:ext cx="74850" cy="71125"/>
            </a:xfrm>
            <a:custGeom>
              <a:rect b="b" l="l" r="r" t="t"/>
              <a:pathLst>
                <a:path extrusionOk="0" h="2845" w="2994">
                  <a:moveTo>
                    <a:pt x="150" y="0"/>
                  </a:moveTo>
                  <a:lnTo>
                    <a:pt x="150" y="150"/>
                  </a:lnTo>
                  <a:lnTo>
                    <a:pt x="0" y="150"/>
                  </a:lnTo>
                  <a:lnTo>
                    <a:pt x="1347" y="1647"/>
                  </a:lnTo>
                  <a:lnTo>
                    <a:pt x="2096" y="2245"/>
                  </a:lnTo>
                  <a:lnTo>
                    <a:pt x="2844" y="2844"/>
                  </a:lnTo>
                  <a:lnTo>
                    <a:pt x="2994" y="2844"/>
                  </a:lnTo>
                  <a:lnTo>
                    <a:pt x="2395" y="1946"/>
                  </a:lnTo>
                  <a:lnTo>
                    <a:pt x="1647" y="13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7" name="Google Shape;1327;p52"/>
            <p:cNvSpPr/>
            <p:nvPr/>
          </p:nvSpPr>
          <p:spPr>
            <a:xfrm>
              <a:off x="4683725" y="1847150"/>
              <a:ext cx="71125" cy="71125"/>
            </a:xfrm>
            <a:custGeom>
              <a:rect b="b" l="l" r="r" t="t"/>
              <a:pathLst>
                <a:path extrusionOk="0" h="2845" w="2845">
                  <a:moveTo>
                    <a:pt x="1" y="1"/>
                  </a:moveTo>
                  <a:lnTo>
                    <a:pt x="1" y="150"/>
                  </a:lnTo>
                  <a:lnTo>
                    <a:pt x="1348" y="1647"/>
                  </a:lnTo>
                  <a:lnTo>
                    <a:pt x="1947" y="2246"/>
                  </a:lnTo>
                  <a:lnTo>
                    <a:pt x="2695" y="2845"/>
                  </a:lnTo>
                  <a:lnTo>
                    <a:pt x="2845" y="2845"/>
                  </a:lnTo>
                  <a:lnTo>
                    <a:pt x="2845" y="2695"/>
                  </a:lnTo>
                  <a:lnTo>
                    <a:pt x="2246" y="1947"/>
                  </a:lnTo>
                  <a:lnTo>
                    <a:pt x="1647" y="1348"/>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8" name="Google Shape;1328;p52"/>
            <p:cNvSpPr/>
            <p:nvPr/>
          </p:nvSpPr>
          <p:spPr>
            <a:xfrm>
              <a:off x="4736125" y="1813475"/>
              <a:ext cx="71125" cy="71125"/>
            </a:xfrm>
            <a:custGeom>
              <a:rect b="b" l="l" r="r" t="t"/>
              <a:pathLst>
                <a:path extrusionOk="0" h="2845" w="2845">
                  <a:moveTo>
                    <a:pt x="0" y="1"/>
                  </a:moveTo>
                  <a:lnTo>
                    <a:pt x="1348" y="1497"/>
                  </a:lnTo>
                  <a:lnTo>
                    <a:pt x="1946" y="2246"/>
                  </a:lnTo>
                  <a:lnTo>
                    <a:pt x="2695" y="2845"/>
                  </a:lnTo>
                  <a:lnTo>
                    <a:pt x="2844" y="2845"/>
                  </a:lnTo>
                  <a:lnTo>
                    <a:pt x="2844" y="2695"/>
                  </a:lnTo>
                  <a:lnTo>
                    <a:pt x="2246" y="1947"/>
                  </a:lnTo>
                  <a:lnTo>
                    <a:pt x="1647" y="134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9" name="Google Shape;1329;p52"/>
            <p:cNvSpPr/>
            <p:nvPr/>
          </p:nvSpPr>
          <p:spPr>
            <a:xfrm>
              <a:off x="4784775" y="1776050"/>
              <a:ext cx="56150" cy="56175"/>
            </a:xfrm>
            <a:custGeom>
              <a:rect b="b" l="l" r="r" t="t"/>
              <a:pathLst>
                <a:path extrusionOk="0" h="2247" w="2246">
                  <a:moveTo>
                    <a:pt x="0" y="1"/>
                  </a:moveTo>
                  <a:lnTo>
                    <a:pt x="898" y="1198"/>
                  </a:lnTo>
                  <a:lnTo>
                    <a:pt x="1497" y="1797"/>
                  </a:lnTo>
                  <a:lnTo>
                    <a:pt x="2096" y="2246"/>
                  </a:lnTo>
                  <a:lnTo>
                    <a:pt x="2245" y="2246"/>
                  </a:lnTo>
                  <a:lnTo>
                    <a:pt x="2245" y="2096"/>
                  </a:lnTo>
                  <a:lnTo>
                    <a:pt x="1796" y="1498"/>
                  </a:lnTo>
                  <a:lnTo>
                    <a:pt x="1198" y="8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0" name="Google Shape;1330;p52"/>
            <p:cNvSpPr/>
            <p:nvPr/>
          </p:nvSpPr>
          <p:spPr>
            <a:xfrm>
              <a:off x="4833425" y="1738650"/>
              <a:ext cx="41175" cy="41175"/>
            </a:xfrm>
            <a:custGeom>
              <a:rect b="b" l="l" r="r" t="t"/>
              <a:pathLst>
                <a:path extrusionOk="0" h="1647" w="1647">
                  <a:moveTo>
                    <a:pt x="0" y="0"/>
                  </a:moveTo>
                  <a:lnTo>
                    <a:pt x="748" y="898"/>
                  </a:lnTo>
                  <a:lnTo>
                    <a:pt x="1497" y="1647"/>
                  </a:lnTo>
                  <a:lnTo>
                    <a:pt x="1646" y="1647"/>
                  </a:lnTo>
                  <a:lnTo>
                    <a:pt x="1646" y="149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1" name="Google Shape;1331;p52"/>
            <p:cNvSpPr/>
            <p:nvPr/>
          </p:nvSpPr>
          <p:spPr>
            <a:xfrm>
              <a:off x="4882050" y="1697475"/>
              <a:ext cx="33700" cy="33700"/>
            </a:xfrm>
            <a:custGeom>
              <a:rect b="b" l="l" r="r" t="t"/>
              <a:pathLst>
                <a:path extrusionOk="0" h="1348" w="1348">
                  <a:moveTo>
                    <a:pt x="1" y="1"/>
                  </a:moveTo>
                  <a:lnTo>
                    <a:pt x="450" y="749"/>
                  </a:lnTo>
                  <a:lnTo>
                    <a:pt x="1198" y="1348"/>
                  </a:lnTo>
                  <a:lnTo>
                    <a:pt x="1348" y="1348"/>
                  </a:lnTo>
                  <a:lnTo>
                    <a:pt x="1348" y="1198"/>
                  </a:lnTo>
                  <a:lnTo>
                    <a:pt x="749" y="45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2" name="Google Shape;1332;p52"/>
            <p:cNvSpPr/>
            <p:nvPr/>
          </p:nvSpPr>
          <p:spPr>
            <a:xfrm>
              <a:off x="4930700" y="1660050"/>
              <a:ext cx="37450" cy="33700"/>
            </a:xfrm>
            <a:custGeom>
              <a:rect b="b" l="l" r="r" t="t"/>
              <a:pathLst>
                <a:path extrusionOk="0" h="1348" w="1498">
                  <a:moveTo>
                    <a:pt x="1" y="1"/>
                  </a:moveTo>
                  <a:lnTo>
                    <a:pt x="1" y="151"/>
                  </a:lnTo>
                  <a:lnTo>
                    <a:pt x="599" y="899"/>
                  </a:lnTo>
                  <a:lnTo>
                    <a:pt x="899" y="1198"/>
                  </a:lnTo>
                  <a:lnTo>
                    <a:pt x="1348" y="1348"/>
                  </a:lnTo>
                  <a:lnTo>
                    <a:pt x="1497" y="1348"/>
                  </a:lnTo>
                  <a:lnTo>
                    <a:pt x="1497" y="1198"/>
                  </a:lnTo>
                  <a:lnTo>
                    <a:pt x="1198" y="899"/>
                  </a:lnTo>
                  <a:lnTo>
                    <a:pt x="899"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3" name="Google Shape;1333;p52"/>
            <p:cNvSpPr/>
            <p:nvPr/>
          </p:nvSpPr>
          <p:spPr>
            <a:xfrm>
              <a:off x="4979350" y="1618900"/>
              <a:ext cx="29950" cy="29950"/>
            </a:xfrm>
            <a:custGeom>
              <a:rect b="b" l="l" r="r" t="t"/>
              <a:pathLst>
                <a:path extrusionOk="0" h="1198" w="1198">
                  <a:moveTo>
                    <a:pt x="0" y="0"/>
                  </a:moveTo>
                  <a:lnTo>
                    <a:pt x="0" y="150"/>
                  </a:lnTo>
                  <a:lnTo>
                    <a:pt x="450" y="749"/>
                  </a:lnTo>
                  <a:lnTo>
                    <a:pt x="1048" y="1198"/>
                  </a:lnTo>
                  <a:lnTo>
                    <a:pt x="1198" y="1198"/>
                  </a:lnTo>
                  <a:lnTo>
                    <a:pt x="1198" y="1048"/>
                  </a:lnTo>
                  <a:lnTo>
                    <a:pt x="599" y="449"/>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4" name="Google Shape;1334;p52"/>
            <p:cNvSpPr/>
            <p:nvPr/>
          </p:nvSpPr>
          <p:spPr>
            <a:xfrm>
              <a:off x="3228125" y="2386000"/>
              <a:ext cx="123500" cy="127250"/>
            </a:xfrm>
            <a:custGeom>
              <a:rect b="b" l="l" r="r" t="t"/>
              <a:pathLst>
                <a:path extrusionOk="0" h="5090" w="4940">
                  <a:moveTo>
                    <a:pt x="4790" y="1"/>
                  </a:moveTo>
                  <a:lnTo>
                    <a:pt x="2395" y="2395"/>
                  </a:lnTo>
                  <a:lnTo>
                    <a:pt x="0" y="4940"/>
                  </a:lnTo>
                  <a:lnTo>
                    <a:pt x="0" y="5090"/>
                  </a:lnTo>
                  <a:lnTo>
                    <a:pt x="150" y="5090"/>
                  </a:lnTo>
                  <a:lnTo>
                    <a:pt x="1347" y="3892"/>
                  </a:lnTo>
                  <a:lnTo>
                    <a:pt x="2545" y="2695"/>
                  </a:lnTo>
                  <a:lnTo>
                    <a:pt x="4939" y="150"/>
                  </a:lnTo>
                  <a:lnTo>
                    <a:pt x="49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5" name="Google Shape;1335;p52"/>
            <p:cNvSpPr/>
            <p:nvPr/>
          </p:nvSpPr>
          <p:spPr>
            <a:xfrm>
              <a:off x="3183200" y="2337350"/>
              <a:ext cx="131000" cy="123525"/>
            </a:xfrm>
            <a:custGeom>
              <a:rect b="b" l="l" r="r" t="t"/>
              <a:pathLst>
                <a:path extrusionOk="0" h="4941" w="5240">
                  <a:moveTo>
                    <a:pt x="5090" y="1"/>
                  </a:moveTo>
                  <a:lnTo>
                    <a:pt x="2396" y="2545"/>
                  </a:lnTo>
                  <a:lnTo>
                    <a:pt x="1198" y="3593"/>
                  </a:lnTo>
                  <a:lnTo>
                    <a:pt x="600" y="4192"/>
                  </a:lnTo>
                  <a:lnTo>
                    <a:pt x="1" y="4940"/>
                  </a:lnTo>
                  <a:lnTo>
                    <a:pt x="151" y="4940"/>
                  </a:lnTo>
                  <a:lnTo>
                    <a:pt x="1498" y="3892"/>
                  </a:lnTo>
                  <a:lnTo>
                    <a:pt x="2695" y="2845"/>
                  </a:lnTo>
                  <a:lnTo>
                    <a:pt x="3893" y="1497"/>
                  </a:lnTo>
                  <a:lnTo>
                    <a:pt x="5240" y="150"/>
                  </a:lnTo>
                  <a:lnTo>
                    <a:pt x="52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6" name="Google Shape;1336;p52"/>
            <p:cNvSpPr/>
            <p:nvPr/>
          </p:nvSpPr>
          <p:spPr>
            <a:xfrm>
              <a:off x="3149525" y="2303675"/>
              <a:ext cx="112300" cy="108550"/>
            </a:xfrm>
            <a:custGeom>
              <a:rect b="b" l="l" r="r" t="t"/>
              <a:pathLst>
                <a:path extrusionOk="0" h="4342" w="4492">
                  <a:moveTo>
                    <a:pt x="4341" y="1"/>
                  </a:moveTo>
                  <a:lnTo>
                    <a:pt x="2096" y="1946"/>
                  </a:lnTo>
                  <a:lnTo>
                    <a:pt x="1" y="4192"/>
                  </a:lnTo>
                  <a:lnTo>
                    <a:pt x="1" y="4341"/>
                  </a:lnTo>
                  <a:lnTo>
                    <a:pt x="150" y="4341"/>
                  </a:lnTo>
                  <a:lnTo>
                    <a:pt x="2396" y="2246"/>
                  </a:lnTo>
                  <a:lnTo>
                    <a:pt x="4491" y="150"/>
                  </a:lnTo>
                  <a:lnTo>
                    <a:pt x="44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7" name="Google Shape;1337;p52"/>
            <p:cNvSpPr/>
            <p:nvPr/>
          </p:nvSpPr>
          <p:spPr>
            <a:xfrm>
              <a:off x="3115850" y="2228850"/>
              <a:ext cx="131000" cy="130975"/>
            </a:xfrm>
            <a:custGeom>
              <a:rect b="b" l="l" r="r" t="t"/>
              <a:pathLst>
                <a:path extrusionOk="0" h="5239" w="5240">
                  <a:moveTo>
                    <a:pt x="5090" y="0"/>
                  </a:moveTo>
                  <a:lnTo>
                    <a:pt x="3743" y="1197"/>
                  </a:lnTo>
                  <a:lnTo>
                    <a:pt x="2396" y="2545"/>
                  </a:lnTo>
                  <a:lnTo>
                    <a:pt x="1198" y="3892"/>
                  </a:lnTo>
                  <a:lnTo>
                    <a:pt x="1" y="5089"/>
                  </a:lnTo>
                  <a:lnTo>
                    <a:pt x="1" y="5239"/>
                  </a:lnTo>
                  <a:lnTo>
                    <a:pt x="150" y="5239"/>
                  </a:lnTo>
                  <a:lnTo>
                    <a:pt x="1497" y="4041"/>
                  </a:lnTo>
                  <a:lnTo>
                    <a:pt x="2695" y="2844"/>
                  </a:lnTo>
                  <a:lnTo>
                    <a:pt x="4042" y="1497"/>
                  </a:lnTo>
                  <a:lnTo>
                    <a:pt x="5239" y="150"/>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8" name="Google Shape;1338;p52"/>
            <p:cNvSpPr/>
            <p:nvPr/>
          </p:nvSpPr>
          <p:spPr>
            <a:xfrm>
              <a:off x="3074700" y="2210125"/>
              <a:ext cx="104800" cy="101050"/>
            </a:xfrm>
            <a:custGeom>
              <a:rect b="b" l="l" r="r" t="t"/>
              <a:pathLst>
                <a:path extrusionOk="0" h="4042" w="4192">
                  <a:moveTo>
                    <a:pt x="4042" y="1"/>
                  </a:moveTo>
                  <a:lnTo>
                    <a:pt x="1946" y="1797"/>
                  </a:lnTo>
                  <a:lnTo>
                    <a:pt x="1048" y="2845"/>
                  </a:lnTo>
                  <a:lnTo>
                    <a:pt x="0" y="4042"/>
                  </a:lnTo>
                  <a:lnTo>
                    <a:pt x="150" y="4042"/>
                  </a:lnTo>
                  <a:lnTo>
                    <a:pt x="1198" y="3144"/>
                  </a:lnTo>
                  <a:lnTo>
                    <a:pt x="2245" y="2096"/>
                  </a:lnTo>
                  <a:lnTo>
                    <a:pt x="4191" y="150"/>
                  </a:lnTo>
                  <a:lnTo>
                    <a:pt x="41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9" name="Google Shape;1339;p52"/>
            <p:cNvSpPr/>
            <p:nvPr/>
          </p:nvSpPr>
          <p:spPr>
            <a:xfrm>
              <a:off x="3003600" y="2127800"/>
              <a:ext cx="86075" cy="86100"/>
            </a:xfrm>
            <a:custGeom>
              <a:rect b="b" l="l" r="r" t="t"/>
              <a:pathLst>
                <a:path extrusionOk="0" h="3444" w="3443">
                  <a:moveTo>
                    <a:pt x="3293" y="1"/>
                  </a:moveTo>
                  <a:lnTo>
                    <a:pt x="2395" y="749"/>
                  </a:lnTo>
                  <a:lnTo>
                    <a:pt x="1497" y="1497"/>
                  </a:lnTo>
                  <a:lnTo>
                    <a:pt x="0" y="3294"/>
                  </a:lnTo>
                  <a:lnTo>
                    <a:pt x="0" y="3443"/>
                  </a:lnTo>
                  <a:lnTo>
                    <a:pt x="1796"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0" name="Google Shape;1340;p52"/>
            <p:cNvSpPr/>
            <p:nvPr/>
          </p:nvSpPr>
          <p:spPr>
            <a:xfrm>
              <a:off x="3041025" y="2172700"/>
              <a:ext cx="89825" cy="89850"/>
            </a:xfrm>
            <a:custGeom>
              <a:rect b="b" l="l" r="r" t="t"/>
              <a:pathLst>
                <a:path extrusionOk="0" h="3594" w="3593">
                  <a:moveTo>
                    <a:pt x="3443" y="1"/>
                  </a:moveTo>
                  <a:lnTo>
                    <a:pt x="1647" y="1647"/>
                  </a:lnTo>
                  <a:lnTo>
                    <a:pt x="0" y="3443"/>
                  </a:lnTo>
                  <a:lnTo>
                    <a:pt x="0" y="3593"/>
                  </a:lnTo>
                  <a:lnTo>
                    <a:pt x="1946" y="1947"/>
                  </a:lnTo>
                  <a:lnTo>
                    <a:pt x="3592" y="151"/>
                  </a:lnTo>
                  <a:lnTo>
                    <a:pt x="35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1" name="Google Shape;1341;p52"/>
            <p:cNvSpPr/>
            <p:nvPr/>
          </p:nvSpPr>
          <p:spPr>
            <a:xfrm>
              <a:off x="2962425" y="2086650"/>
              <a:ext cx="78625" cy="78600"/>
            </a:xfrm>
            <a:custGeom>
              <a:rect b="b" l="l" r="r" t="t"/>
              <a:pathLst>
                <a:path extrusionOk="0" h="3144" w="3145">
                  <a:moveTo>
                    <a:pt x="2994" y="0"/>
                  </a:moveTo>
                  <a:lnTo>
                    <a:pt x="2246" y="599"/>
                  </a:lnTo>
                  <a:lnTo>
                    <a:pt x="1049" y="1796"/>
                  </a:lnTo>
                  <a:lnTo>
                    <a:pt x="1" y="2994"/>
                  </a:lnTo>
                  <a:lnTo>
                    <a:pt x="1" y="3143"/>
                  </a:lnTo>
                  <a:lnTo>
                    <a:pt x="151" y="3143"/>
                  </a:lnTo>
                  <a:lnTo>
                    <a:pt x="1797" y="1647"/>
                  </a:lnTo>
                  <a:lnTo>
                    <a:pt x="2545" y="898"/>
                  </a:lnTo>
                  <a:lnTo>
                    <a:pt x="3144" y="150"/>
                  </a:lnTo>
                  <a:lnTo>
                    <a:pt x="31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2" name="Google Shape;1342;p52"/>
            <p:cNvSpPr/>
            <p:nvPr/>
          </p:nvSpPr>
          <p:spPr>
            <a:xfrm>
              <a:off x="2928750" y="2041750"/>
              <a:ext cx="67375" cy="71100"/>
            </a:xfrm>
            <a:custGeom>
              <a:rect b="b" l="l" r="r" t="t"/>
              <a:pathLst>
                <a:path extrusionOk="0" h="2844" w="2695">
                  <a:moveTo>
                    <a:pt x="2545" y="0"/>
                  </a:moveTo>
                  <a:lnTo>
                    <a:pt x="1198" y="1347"/>
                  </a:lnTo>
                  <a:lnTo>
                    <a:pt x="1" y="2694"/>
                  </a:lnTo>
                  <a:lnTo>
                    <a:pt x="1" y="2844"/>
                  </a:lnTo>
                  <a:lnTo>
                    <a:pt x="150" y="2844"/>
                  </a:lnTo>
                  <a:lnTo>
                    <a:pt x="1498" y="1647"/>
                  </a:lnTo>
                  <a:lnTo>
                    <a:pt x="2695" y="150"/>
                  </a:lnTo>
                  <a:lnTo>
                    <a:pt x="269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3" name="Google Shape;1343;p52"/>
            <p:cNvSpPr/>
            <p:nvPr/>
          </p:nvSpPr>
          <p:spPr>
            <a:xfrm>
              <a:off x="2887600" y="1989350"/>
              <a:ext cx="74850" cy="74875"/>
            </a:xfrm>
            <a:custGeom>
              <a:rect b="b" l="l" r="r" t="t"/>
              <a:pathLst>
                <a:path extrusionOk="0" h="2995" w="2994">
                  <a:moveTo>
                    <a:pt x="2994" y="1"/>
                  </a:moveTo>
                  <a:lnTo>
                    <a:pt x="2096" y="599"/>
                  </a:lnTo>
                  <a:lnTo>
                    <a:pt x="1497" y="1348"/>
                  </a:lnTo>
                  <a:lnTo>
                    <a:pt x="0" y="2994"/>
                  </a:lnTo>
                  <a:lnTo>
                    <a:pt x="150" y="2994"/>
                  </a:lnTo>
                  <a:lnTo>
                    <a:pt x="1796" y="1647"/>
                  </a:lnTo>
                  <a:lnTo>
                    <a:pt x="2395" y="899"/>
                  </a:lnTo>
                  <a:lnTo>
                    <a:pt x="2994" y="150"/>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4" name="Google Shape;1344;p52"/>
            <p:cNvSpPr/>
            <p:nvPr/>
          </p:nvSpPr>
          <p:spPr>
            <a:xfrm>
              <a:off x="2853925" y="1944450"/>
              <a:ext cx="67375" cy="71125"/>
            </a:xfrm>
            <a:custGeom>
              <a:rect b="b" l="l" r="r" t="t"/>
              <a:pathLst>
                <a:path extrusionOk="0" h="2845" w="2695">
                  <a:moveTo>
                    <a:pt x="2694" y="0"/>
                  </a:moveTo>
                  <a:lnTo>
                    <a:pt x="1946" y="599"/>
                  </a:lnTo>
                  <a:lnTo>
                    <a:pt x="1198" y="1198"/>
                  </a:lnTo>
                  <a:lnTo>
                    <a:pt x="0" y="2695"/>
                  </a:lnTo>
                  <a:lnTo>
                    <a:pt x="0" y="2844"/>
                  </a:lnTo>
                  <a:lnTo>
                    <a:pt x="1497" y="1497"/>
                  </a:lnTo>
                  <a:lnTo>
                    <a:pt x="2245" y="749"/>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5" name="Google Shape;1345;p52"/>
            <p:cNvSpPr/>
            <p:nvPr/>
          </p:nvSpPr>
          <p:spPr>
            <a:xfrm>
              <a:off x="2809025" y="1899550"/>
              <a:ext cx="71100" cy="71125"/>
            </a:xfrm>
            <a:custGeom>
              <a:rect b="b" l="l" r="r" t="t"/>
              <a:pathLst>
                <a:path extrusionOk="0" h="2845" w="2844">
                  <a:moveTo>
                    <a:pt x="2694" y="0"/>
                  </a:moveTo>
                  <a:lnTo>
                    <a:pt x="1946" y="449"/>
                  </a:lnTo>
                  <a:lnTo>
                    <a:pt x="1347" y="1198"/>
                  </a:lnTo>
                  <a:lnTo>
                    <a:pt x="0" y="2695"/>
                  </a:lnTo>
                  <a:lnTo>
                    <a:pt x="0" y="2844"/>
                  </a:lnTo>
                  <a:lnTo>
                    <a:pt x="150" y="2844"/>
                  </a:lnTo>
                  <a:lnTo>
                    <a:pt x="1647" y="1497"/>
                  </a:lnTo>
                  <a:lnTo>
                    <a:pt x="2245" y="749"/>
                  </a:lnTo>
                  <a:lnTo>
                    <a:pt x="2844" y="150"/>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6" name="Google Shape;1346;p52"/>
            <p:cNvSpPr/>
            <p:nvPr/>
          </p:nvSpPr>
          <p:spPr>
            <a:xfrm>
              <a:off x="2775325" y="1847150"/>
              <a:ext cx="71125" cy="67375"/>
            </a:xfrm>
            <a:custGeom>
              <a:rect b="b" l="l" r="r" t="t"/>
              <a:pathLst>
                <a:path extrusionOk="0" h="2695" w="2845">
                  <a:moveTo>
                    <a:pt x="2695" y="1"/>
                  </a:moveTo>
                  <a:lnTo>
                    <a:pt x="1947" y="450"/>
                  </a:lnTo>
                  <a:lnTo>
                    <a:pt x="1348" y="1198"/>
                  </a:lnTo>
                  <a:lnTo>
                    <a:pt x="1" y="2695"/>
                  </a:lnTo>
                  <a:lnTo>
                    <a:pt x="151" y="2695"/>
                  </a:lnTo>
                  <a:lnTo>
                    <a:pt x="1647" y="1498"/>
                  </a:lnTo>
                  <a:lnTo>
                    <a:pt x="2246" y="749"/>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7" name="Google Shape;1347;p52"/>
            <p:cNvSpPr/>
            <p:nvPr/>
          </p:nvSpPr>
          <p:spPr>
            <a:xfrm>
              <a:off x="2737925" y="1809750"/>
              <a:ext cx="56150" cy="56150"/>
            </a:xfrm>
            <a:custGeom>
              <a:rect b="b" l="l" r="r" t="t"/>
              <a:pathLst>
                <a:path extrusionOk="0" h="2246" w="2246">
                  <a:moveTo>
                    <a:pt x="2096" y="0"/>
                  </a:moveTo>
                  <a:lnTo>
                    <a:pt x="1497" y="449"/>
                  </a:lnTo>
                  <a:lnTo>
                    <a:pt x="898" y="1048"/>
                  </a:lnTo>
                  <a:lnTo>
                    <a:pt x="0" y="2245"/>
                  </a:lnTo>
                  <a:lnTo>
                    <a:pt x="1198" y="1347"/>
                  </a:lnTo>
                  <a:lnTo>
                    <a:pt x="1796" y="748"/>
                  </a:lnTo>
                  <a:lnTo>
                    <a:pt x="2245" y="150"/>
                  </a:lnTo>
                  <a:lnTo>
                    <a:pt x="22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8" name="Google Shape;1348;p52"/>
            <p:cNvSpPr/>
            <p:nvPr/>
          </p:nvSpPr>
          <p:spPr>
            <a:xfrm>
              <a:off x="2700500" y="1776050"/>
              <a:ext cx="41175" cy="41200"/>
            </a:xfrm>
            <a:custGeom>
              <a:rect b="b" l="l" r="r" t="t"/>
              <a:pathLst>
                <a:path extrusionOk="0" h="1648" w="1647">
                  <a:moveTo>
                    <a:pt x="1497" y="1"/>
                  </a:moveTo>
                  <a:lnTo>
                    <a:pt x="599" y="749"/>
                  </a:lnTo>
                  <a:lnTo>
                    <a:pt x="0" y="1647"/>
                  </a:lnTo>
                  <a:lnTo>
                    <a:pt x="0" y="1647"/>
                  </a:lnTo>
                  <a:lnTo>
                    <a:pt x="898" y="1049"/>
                  </a:lnTo>
                  <a:lnTo>
                    <a:pt x="1647" y="151"/>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9" name="Google Shape;1349;p52"/>
            <p:cNvSpPr/>
            <p:nvPr/>
          </p:nvSpPr>
          <p:spPr>
            <a:xfrm>
              <a:off x="2659325" y="1734900"/>
              <a:ext cx="33725" cy="37450"/>
            </a:xfrm>
            <a:custGeom>
              <a:rect b="b" l="l" r="r" t="t"/>
              <a:pathLst>
                <a:path extrusionOk="0" h="1498" w="1349">
                  <a:moveTo>
                    <a:pt x="1198" y="0"/>
                  </a:moveTo>
                  <a:lnTo>
                    <a:pt x="450" y="599"/>
                  </a:lnTo>
                  <a:lnTo>
                    <a:pt x="1" y="1348"/>
                  </a:lnTo>
                  <a:lnTo>
                    <a:pt x="1" y="1497"/>
                  </a:lnTo>
                  <a:lnTo>
                    <a:pt x="151" y="1497"/>
                  </a:lnTo>
                  <a:lnTo>
                    <a:pt x="749" y="899"/>
                  </a:lnTo>
                  <a:lnTo>
                    <a:pt x="134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0" name="Google Shape;1350;p52"/>
            <p:cNvSpPr/>
            <p:nvPr/>
          </p:nvSpPr>
          <p:spPr>
            <a:xfrm>
              <a:off x="2621925" y="1686250"/>
              <a:ext cx="37425" cy="33700"/>
            </a:xfrm>
            <a:custGeom>
              <a:rect b="b" l="l" r="r" t="t"/>
              <a:pathLst>
                <a:path extrusionOk="0" h="1348" w="1497">
                  <a:moveTo>
                    <a:pt x="1347" y="1"/>
                  </a:moveTo>
                  <a:lnTo>
                    <a:pt x="898" y="150"/>
                  </a:lnTo>
                  <a:lnTo>
                    <a:pt x="599" y="450"/>
                  </a:lnTo>
                  <a:lnTo>
                    <a:pt x="0" y="1198"/>
                  </a:lnTo>
                  <a:lnTo>
                    <a:pt x="0" y="1348"/>
                  </a:lnTo>
                  <a:lnTo>
                    <a:pt x="150" y="1348"/>
                  </a:lnTo>
                  <a:lnTo>
                    <a:pt x="898" y="749"/>
                  </a:lnTo>
                  <a:lnTo>
                    <a:pt x="1198" y="450"/>
                  </a:lnTo>
                  <a:lnTo>
                    <a:pt x="14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1" name="Google Shape;1351;p52"/>
            <p:cNvSpPr/>
            <p:nvPr/>
          </p:nvSpPr>
          <p:spPr>
            <a:xfrm>
              <a:off x="2580750" y="1641350"/>
              <a:ext cx="29975" cy="33700"/>
            </a:xfrm>
            <a:custGeom>
              <a:rect b="b" l="l" r="r" t="t"/>
              <a:pathLst>
                <a:path extrusionOk="0" h="1348" w="1199">
                  <a:moveTo>
                    <a:pt x="1048" y="0"/>
                  </a:moveTo>
                  <a:lnTo>
                    <a:pt x="450" y="599"/>
                  </a:lnTo>
                  <a:lnTo>
                    <a:pt x="1" y="1198"/>
                  </a:lnTo>
                  <a:lnTo>
                    <a:pt x="1" y="1348"/>
                  </a:lnTo>
                  <a:lnTo>
                    <a:pt x="150" y="1348"/>
                  </a:lnTo>
                  <a:lnTo>
                    <a:pt x="749" y="749"/>
                  </a:lnTo>
                  <a:lnTo>
                    <a:pt x="119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2" name="Google Shape;1352;p52"/>
            <p:cNvSpPr/>
            <p:nvPr/>
          </p:nvSpPr>
          <p:spPr>
            <a:xfrm>
              <a:off x="4268375" y="3201750"/>
              <a:ext cx="123500" cy="127250"/>
            </a:xfrm>
            <a:custGeom>
              <a:rect b="b" l="l" r="r" t="t"/>
              <a:pathLst>
                <a:path extrusionOk="0" h="5090" w="4940">
                  <a:moveTo>
                    <a:pt x="4940" y="0"/>
                  </a:moveTo>
                  <a:lnTo>
                    <a:pt x="3593" y="1198"/>
                  </a:lnTo>
                  <a:lnTo>
                    <a:pt x="2395" y="2395"/>
                  </a:lnTo>
                  <a:lnTo>
                    <a:pt x="1" y="4940"/>
                  </a:lnTo>
                  <a:lnTo>
                    <a:pt x="1" y="5090"/>
                  </a:lnTo>
                  <a:lnTo>
                    <a:pt x="150" y="5090"/>
                  </a:lnTo>
                  <a:lnTo>
                    <a:pt x="2695" y="2695"/>
                  </a:lnTo>
                  <a:lnTo>
                    <a:pt x="4940" y="150"/>
                  </a:lnTo>
                  <a:lnTo>
                    <a:pt x="49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3" name="Google Shape;1353;p52"/>
            <p:cNvSpPr/>
            <p:nvPr/>
          </p:nvSpPr>
          <p:spPr>
            <a:xfrm>
              <a:off x="4309550" y="3250400"/>
              <a:ext cx="127250" cy="127250"/>
            </a:xfrm>
            <a:custGeom>
              <a:rect b="b" l="l" r="r" t="t"/>
              <a:pathLst>
                <a:path extrusionOk="0" h="5090" w="5090">
                  <a:moveTo>
                    <a:pt x="4939" y="0"/>
                  </a:moveTo>
                  <a:lnTo>
                    <a:pt x="3742" y="1048"/>
                  </a:lnTo>
                  <a:lnTo>
                    <a:pt x="2545" y="2245"/>
                  </a:lnTo>
                  <a:lnTo>
                    <a:pt x="1197" y="3593"/>
                  </a:lnTo>
                  <a:lnTo>
                    <a:pt x="0" y="4940"/>
                  </a:lnTo>
                  <a:lnTo>
                    <a:pt x="0" y="5089"/>
                  </a:lnTo>
                  <a:lnTo>
                    <a:pt x="150" y="5089"/>
                  </a:lnTo>
                  <a:lnTo>
                    <a:pt x="2844" y="2545"/>
                  </a:lnTo>
                  <a:lnTo>
                    <a:pt x="4041" y="1497"/>
                  </a:lnTo>
                  <a:lnTo>
                    <a:pt x="4640" y="898"/>
                  </a:lnTo>
                  <a:lnTo>
                    <a:pt x="5089" y="1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4" name="Google Shape;1354;p52"/>
            <p:cNvSpPr/>
            <p:nvPr/>
          </p:nvSpPr>
          <p:spPr>
            <a:xfrm>
              <a:off x="4361925" y="3302775"/>
              <a:ext cx="108550" cy="108550"/>
            </a:xfrm>
            <a:custGeom>
              <a:rect b="b" l="l" r="r" t="t"/>
              <a:pathLst>
                <a:path extrusionOk="0" h="4342" w="4342">
                  <a:moveTo>
                    <a:pt x="4341" y="1"/>
                  </a:moveTo>
                  <a:lnTo>
                    <a:pt x="2096" y="2096"/>
                  </a:lnTo>
                  <a:lnTo>
                    <a:pt x="1" y="4192"/>
                  </a:lnTo>
                  <a:lnTo>
                    <a:pt x="1" y="4341"/>
                  </a:lnTo>
                  <a:lnTo>
                    <a:pt x="150" y="4341"/>
                  </a:lnTo>
                  <a:lnTo>
                    <a:pt x="2246" y="2396"/>
                  </a:lnTo>
                  <a:lnTo>
                    <a:pt x="4341" y="150"/>
                  </a:lnTo>
                  <a:lnTo>
                    <a:pt x="434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5" name="Google Shape;1355;p52"/>
            <p:cNvSpPr/>
            <p:nvPr/>
          </p:nvSpPr>
          <p:spPr>
            <a:xfrm>
              <a:off x="4376900" y="3355175"/>
              <a:ext cx="131000" cy="127250"/>
            </a:xfrm>
            <a:custGeom>
              <a:rect b="b" l="l" r="r" t="t"/>
              <a:pathLst>
                <a:path extrusionOk="0" h="5090" w="5240">
                  <a:moveTo>
                    <a:pt x="5089" y="0"/>
                  </a:moveTo>
                  <a:lnTo>
                    <a:pt x="3742" y="1198"/>
                  </a:lnTo>
                  <a:lnTo>
                    <a:pt x="2395" y="2395"/>
                  </a:lnTo>
                  <a:lnTo>
                    <a:pt x="1198" y="3593"/>
                  </a:lnTo>
                  <a:lnTo>
                    <a:pt x="0" y="4940"/>
                  </a:lnTo>
                  <a:lnTo>
                    <a:pt x="0" y="5089"/>
                  </a:lnTo>
                  <a:lnTo>
                    <a:pt x="150" y="5089"/>
                  </a:lnTo>
                  <a:lnTo>
                    <a:pt x="1497" y="3892"/>
                  </a:lnTo>
                  <a:lnTo>
                    <a:pt x="2694" y="2694"/>
                  </a:lnTo>
                  <a:lnTo>
                    <a:pt x="4042" y="1347"/>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6" name="Google Shape;1356;p52"/>
            <p:cNvSpPr/>
            <p:nvPr/>
          </p:nvSpPr>
          <p:spPr>
            <a:xfrm>
              <a:off x="4440500" y="3403825"/>
              <a:ext cx="104800" cy="101050"/>
            </a:xfrm>
            <a:custGeom>
              <a:rect b="b" l="l" r="r" t="t"/>
              <a:pathLst>
                <a:path extrusionOk="0" h="4042" w="4192">
                  <a:moveTo>
                    <a:pt x="4042" y="0"/>
                  </a:moveTo>
                  <a:lnTo>
                    <a:pt x="2994" y="898"/>
                  </a:lnTo>
                  <a:lnTo>
                    <a:pt x="1947" y="1796"/>
                  </a:lnTo>
                  <a:lnTo>
                    <a:pt x="1" y="3892"/>
                  </a:lnTo>
                  <a:lnTo>
                    <a:pt x="1" y="4041"/>
                  </a:lnTo>
                  <a:lnTo>
                    <a:pt x="150" y="4041"/>
                  </a:lnTo>
                  <a:lnTo>
                    <a:pt x="2246" y="2096"/>
                  </a:lnTo>
                  <a:lnTo>
                    <a:pt x="3294" y="1048"/>
                  </a:lnTo>
                  <a:lnTo>
                    <a:pt x="41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7" name="Google Shape;1357;p52"/>
            <p:cNvSpPr/>
            <p:nvPr/>
          </p:nvSpPr>
          <p:spPr>
            <a:xfrm>
              <a:off x="4534050" y="3501100"/>
              <a:ext cx="86100" cy="86100"/>
            </a:xfrm>
            <a:custGeom>
              <a:rect b="b" l="l" r="r" t="t"/>
              <a:pathLst>
                <a:path extrusionOk="0" h="3444" w="3444">
                  <a:moveTo>
                    <a:pt x="3294" y="1"/>
                  </a:moveTo>
                  <a:lnTo>
                    <a:pt x="1498" y="1498"/>
                  </a:lnTo>
                  <a:lnTo>
                    <a:pt x="1" y="3294"/>
                  </a:lnTo>
                  <a:lnTo>
                    <a:pt x="1" y="3443"/>
                  </a:lnTo>
                  <a:lnTo>
                    <a:pt x="150" y="3443"/>
                  </a:lnTo>
                  <a:lnTo>
                    <a:pt x="1049" y="2695"/>
                  </a:lnTo>
                  <a:lnTo>
                    <a:pt x="1947"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8" name="Google Shape;1358;p52"/>
            <p:cNvSpPr/>
            <p:nvPr/>
          </p:nvSpPr>
          <p:spPr>
            <a:xfrm>
              <a:off x="4492900" y="3452450"/>
              <a:ext cx="89825" cy="89850"/>
            </a:xfrm>
            <a:custGeom>
              <a:rect b="b" l="l" r="r" t="t"/>
              <a:pathLst>
                <a:path extrusionOk="0" h="3594" w="3593">
                  <a:moveTo>
                    <a:pt x="3443" y="1"/>
                  </a:moveTo>
                  <a:lnTo>
                    <a:pt x="1647" y="1647"/>
                  </a:lnTo>
                  <a:lnTo>
                    <a:pt x="0" y="3444"/>
                  </a:lnTo>
                  <a:lnTo>
                    <a:pt x="0" y="3593"/>
                  </a:lnTo>
                  <a:lnTo>
                    <a:pt x="150" y="3593"/>
                  </a:lnTo>
                  <a:lnTo>
                    <a:pt x="1946" y="1947"/>
                  </a:lnTo>
                  <a:lnTo>
                    <a:pt x="3593" y="151"/>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9" name="Google Shape;1359;p52"/>
            <p:cNvSpPr/>
            <p:nvPr/>
          </p:nvSpPr>
          <p:spPr>
            <a:xfrm>
              <a:off x="4578950" y="3549750"/>
              <a:ext cx="78625" cy="78600"/>
            </a:xfrm>
            <a:custGeom>
              <a:rect b="b" l="l" r="r" t="t"/>
              <a:pathLst>
                <a:path extrusionOk="0" h="3144" w="3145">
                  <a:moveTo>
                    <a:pt x="3144" y="1"/>
                  </a:moveTo>
                  <a:lnTo>
                    <a:pt x="1498" y="1497"/>
                  </a:lnTo>
                  <a:lnTo>
                    <a:pt x="749" y="2246"/>
                  </a:lnTo>
                  <a:lnTo>
                    <a:pt x="1" y="2994"/>
                  </a:lnTo>
                  <a:lnTo>
                    <a:pt x="1" y="3144"/>
                  </a:lnTo>
                  <a:lnTo>
                    <a:pt x="151" y="3144"/>
                  </a:lnTo>
                  <a:lnTo>
                    <a:pt x="450" y="2994"/>
                  </a:lnTo>
                  <a:lnTo>
                    <a:pt x="1947" y="1647"/>
                  </a:lnTo>
                  <a:lnTo>
                    <a:pt x="3144" y="150"/>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0" name="Google Shape;1360;p52"/>
            <p:cNvSpPr/>
            <p:nvPr/>
          </p:nvSpPr>
          <p:spPr>
            <a:xfrm>
              <a:off x="4623875" y="3598400"/>
              <a:ext cx="71100" cy="74850"/>
            </a:xfrm>
            <a:custGeom>
              <a:rect b="b" l="l" r="r" t="t"/>
              <a:pathLst>
                <a:path extrusionOk="0" h="2994" w="2844">
                  <a:moveTo>
                    <a:pt x="2694" y="0"/>
                  </a:moveTo>
                  <a:lnTo>
                    <a:pt x="1197" y="1347"/>
                  </a:lnTo>
                  <a:lnTo>
                    <a:pt x="0" y="2695"/>
                  </a:lnTo>
                  <a:lnTo>
                    <a:pt x="0" y="2994"/>
                  </a:lnTo>
                  <a:lnTo>
                    <a:pt x="150" y="2994"/>
                  </a:lnTo>
                  <a:lnTo>
                    <a:pt x="1647" y="1647"/>
                  </a:lnTo>
                  <a:lnTo>
                    <a:pt x="2844"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1" name="Google Shape;1361;p52"/>
            <p:cNvSpPr/>
            <p:nvPr/>
          </p:nvSpPr>
          <p:spPr>
            <a:xfrm>
              <a:off x="4657550" y="3650775"/>
              <a:ext cx="74850" cy="74875"/>
            </a:xfrm>
            <a:custGeom>
              <a:rect b="b" l="l" r="r" t="t"/>
              <a:pathLst>
                <a:path extrusionOk="0" h="2995" w="2994">
                  <a:moveTo>
                    <a:pt x="2844" y="1"/>
                  </a:moveTo>
                  <a:lnTo>
                    <a:pt x="1347" y="1348"/>
                  </a:lnTo>
                  <a:lnTo>
                    <a:pt x="599" y="2096"/>
                  </a:lnTo>
                  <a:lnTo>
                    <a:pt x="0" y="2845"/>
                  </a:lnTo>
                  <a:lnTo>
                    <a:pt x="0" y="2994"/>
                  </a:lnTo>
                  <a:lnTo>
                    <a:pt x="150" y="2994"/>
                  </a:lnTo>
                  <a:lnTo>
                    <a:pt x="898" y="2396"/>
                  </a:lnTo>
                  <a:lnTo>
                    <a:pt x="1647" y="1647"/>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2" name="Google Shape;1362;p52"/>
            <p:cNvSpPr/>
            <p:nvPr/>
          </p:nvSpPr>
          <p:spPr>
            <a:xfrm>
              <a:off x="4698700" y="3699425"/>
              <a:ext cx="71125" cy="71125"/>
            </a:xfrm>
            <a:custGeom>
              <a:rect b="b" l="l" r="r" t="t"/>
              <a:pathLst>
                <a:path extrusionOk="0" h="2845" w="2845">
                  <a:moveTo>
                    <a:pt x="2695" y="1"/>
                  </a:moveTo>
                  <a:lnTo>
                    <a:pt x="1348" y="1348"/>
                  </a:lnTo>
                  <a:lnTo>
                    <a:pt x="599" y="1947"/>
                  </a:lnTo>
                  <a:lnTo>
                    <a:pt x="1" y="2845"/>
                  </a:lnTo>
                  <a:lnTo>
                    <a:pt x="150" y="2845"/>
                  </a:lnTo>
                  <a:lnTo>
                    <a:pt x="899" y="2246"/>
                  </a:lnTo>
                  <a:lnTo>
                    <a:pt x="1497" y="1647"/>
                  </a:lnTo>
                  <a:lnTo>
                    <a:pt x="2845" y="150"/>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3" name="Google Shape;1363;p52"/>
            <p:cNvSpPr/>
            <p:nvPr/>
          </p:nvSpPr>
          <p:spPr>
            <a:xfrm>
              <a:off x="4739875" y="3744325"/>
              <a:ext cx="74850" cy="71125"/>
            </a:xfrm>
            <a:custGeom>
              <a:rect b="b" l="l" r="r" t="t"/>
              <a:pathLst>
                <a:path extrusionOk="0" h="2845" w="2994">
                  <a:moveTo>
                    <a:pt x="2844" y="1"/>
                  </a:moveTo>
                  <a:lnTo>
                    <a:pt x="1347" y="1348"/>
                  </a:lnTo>
                  <a:lnTo>
                    <a:pt x="599" y="1947"/>
                  </a:lnTo>
                  <a:lnTo>
                    <a:pt x="0" y="2695"/>
                  </a:lnTo>
                  <a:lnTo>
                    <a:pt x="150" y="2845"/>
                  </a:lnTo>
                  <a:lnTo>
                    <a:pt x="898" y="2396"/>
                  </a:lnTo>
                  <a:lnTo>
                    <a:pt x="1647" y="1647"/>
                  </a:lnTo>
                  <a:lnTo>
                    <a:pt x="2994" y="151"/>
                  </a:lnTo>
                  <a:lnTo>
                    <a:pt x="28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4" name="Google Shape;1364;p52"/>
            <p:cNvSpPr/>
            <p:nvPr/>
          </p:nvSpPr>
          <p:spPr>
            <a:xfrm>
              <a:off x="4777275" y="3800475"/>
              <a:ext cx="71125" cy="67375"/>
            </a:xfrm>
            <a:custGeom>
              <a:rect b="b" l="l" r="r" t="t"/>
              <a:pathLst>
                <a:path extrusionOk="0" h="2695" w="2845">
                  <a:moveTo>
                    <a:pt x="2695" y="0"/>
                  </a:moveTo>
                  <a:lnTo>
                    <a:pt x="1198" y="1197"/>
                  </a:lnTo>
                  <a:lnTo>
                    <a:pt x="600" y="1946"/>
                  </a:lnTo>
                  <a:lnTo>
                    <a:pt x="1" y="2545"/>
                  </a:lnTo>
                  <a:lnTo>
                    <a:pt x="1" y="2694"/>
                  </a:lnTo>
                  <a:lnTo>
                    <a:pt x="151" y="2694"/>
                  </a:lnTo>
                  <a:lnTo>
                    <a:pt x="749" y="2245"/>
                  </a:lnTo>
                  <a:lnTo>
                    <a:pt x="1498" y="149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5" name="Google Shape;1365;p52"/>
            <p:cNvSpPr/>
            <p:nvPr/>
          </p:nvSpPr>
          <p:spPr>
            <a:xfrm>
              <a:off x="4829675" y="3845375"/>
              <a:ext cx="56150" cy="59875"/>
            </a:xfrm>
            <a:custGeom>
              <a:rect b="b" l="l" r="r" t="t"/>
              <a:pathLst>
                <a:path extrusionOk="0" h="2395" w="2246">
                  <a:moveTo>
                    <a:pt x="2096" y="0"/>
                  </a:moveTo>
                  <a:lnTo>
                    <a:pt x="898" y="1048"/>
                  </a:lnTo>
                  <a:lnTo>
                    <a:pt x="449" y="1647"/>
                  </a:lnTo>
                  <a:lnTo>
                    <a:pt x="0" y="2245"/>
                  </a:lnTo>
                  <a:lnTo>
                    <a:pt x="0" y="2395"/>
                  </a:lnTo>
                  <a:lnTo>
                    <a:pt x="749" y="1946"/>
                  </a:lnTo>
                  <a:lnTo>
                    <a:pt x="1198" y="1347"/>
                  </a:lnTo>
                  <a:lnTo>
                    <a:pt x="2246" y="150"/>
                  </a:lnTo>
                  <a:lnTo>
                    <a:pt x="22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6" name="Google Shape;1366;p52"/>
            <p:cNvSpPr/>
            <p:nvPr/>
          </p:nvSpPr>
          <p:spPr>
            <a:xfrm>
              <a:off x="4882050" y="3897750"/>
              <a:ext cx="41200" cy="41200"/>
            </a:xfrm>
            <a:custGeom>
              <a:rect b="b" l="l" r="r" t="t"/>
              <a:pathLst>
                <a:path extrusionOk="0" h="1648" w="1648">
                  <a:moveTo>
                    <a:pt x="1498" y="1"/>
                  </a:moveTo>
                  <a:lnTo>
                    <a:pt x="749" y="599"/>
                  </a:lnTo>
                  <a:lnTo>
                    <a:pt x="1" y="1497"/>
                  </a:lnTo>
                  <a:lnTo>
                    <a:pt x="1" y="1647"/>
                  </a:lnTo>
                  <a:lnTo>
                    <a:pt x="151" y="1647"/>
                  </a:lnTo>
                  <a:lnTo>
                    <a:pt x="899" y="899"/>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7" name="Google Shape;1367;p52"/>
            <p:cNvSpPr/>
            <p:nvPr/>
          </p:nvSpPr>
          <p:spPr>
            <a:xfrm>
              <a:off x="4926950" y="3942650"/>
              <a:ext cx="37450" cy="37450"/>
            </a:xfrm>
            <a:custGeom>
              <a:rect b="b" l="l" r="r" t="t"/>
              <a:pathLst>
                <a:path extrusionOk="0" h="1498" w="1498">
                  <a:moveTo>
                    <a:pt x="1348" y="1"/>
                  </a:moveTo>
                  <a:lnTo>
                    <a:pt x="600" y="600"/>
                  </a:lnTo>
                  <a:lnTo>
                    <a:pt x="1" y="1348"/>
                  </a:lnTo>
                  <a:lnTo>
                    <a:pt x="151" y="1348"/>
                  </a:lnTo>
                  <a:lnTo>
                    <a:pt x="300" y="1498"/>
                  </a:lnTo>
                  <a:lnTo>
                    <a:pt x="899" y="899"/>
                  </a:lnTo>
                  <a:lnTo>
                    <a:pt x="1498" y="150"/>
                  </a:lnTo>
                  <a:lnTo>
                    <a:pt x="149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8" name="Google Shape;1368;p52"/>
            <p:cNvSpPr/>
            <p:nvPr/>
          </p:nvSpPr>
          <p:spPr>
            <a:xfrm>
              <a:off x="4964375" y="3995050"/>
              <a:ext cx="37450" cy="33700"/>
            </a:xfrm>
            <a:custGeom>
              <a:rect b="b" l="l" r="r" t="t"/>
              <a:pathLst>
                <a:path extrusionOk="0" h="1348" w="1498">
                  <a:moveTo>
                    <a:pt x="1348" y="0"/>
                  </a:moveTo>
                  <a:lnTo>
                    <a:pt x="599" y="599"/>
                  </a:lnTo>
                  <a:lnTo>
                    <a:pt x="300" y="898"/>
                  </a:lnTo>
                  <a:lnTo>
                    <a:pt x="1" y="1198"/>
                  </a:lnTo>
                  <a:lnTo>
                    <a:pt x="1" y="1347"/>
                  </a:lnTo>
                  <a:lnTo>
                    <a:pt x="150" y="1347"/>
                  </a:lnTo>
                  <a:lnTo>
                    <a:pt x="599" y="1198"/>
                  </a:lnTo>
                  <a:lnTo>
                    <a:pt x="899" y="749"/>
                  </a:lnTo>
                  <a:lnTo>
                    <a:pt x="149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9" name="Google Shape;1369;p52"/>
            <p:cNvSpPr/>
            <p:nvPr/>
          </p:nvSpPr>
          <p:spPr>
            <a:xfrm>
              <a:off x="5009275" y="4039950"/>
              <a:ext cx="33725" cy="29950"/>
            </a:xfrm>
            <a:custGeom>
              <a:rect b="b" l="l" r="r" t="t"/>
              <a:pathLst>
                <a:path extrusionOk="0" h="1198" w="1349">
                  <a:moveTo>
                    <a:pt x="1198" y="0"/>
                  </a:moveTo>
                  <a:lnTo>
                    <a:pt x="600" y="599"/>
                  </a:lnTo>
                  <a:lnTo>
                    <a:pt x="1" y="1048"/>
                  </a:lnTo>
                  <a:lnTo>
                    <a:pt x="1" y="1198"/>
                  </a:lnTo>
                  <a:lnTo>
                    <a:pt x="151" y="1198"/>
                  </a:lnTo>
                  <a:lnTo>
                    <a:pt x="749" y="749"/>
                  </a:lnTo>
                  <a:lnTo>
                    <a:pt x="134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0" name="Google Shape;1370;p52"/>
            <p:cNvSpPr/>
            <p:nvPr/>
          </p:nvSpPr>
          <p:spPr>
            <a:xfrm>
              <a:off x="3344125" y="3328975"/>
              <a:ext cx="127250" cy="123500"/>
            </a:xfrm>
            <a:custGeom>
              <a:rect b="b" l="l" r="r" t="t"/>
              <a:pathLst>
                <a:path extrusionOk="0" h="4940" w="5090">
                  <a:moveTo>
                    <a:pt x="0" y="1"/>
                  </a:moveTo>
                  <a:lnTo>
                    <a:pt x="0" y="150"/>
                  </a:lnTo>
                  <a:lnTo>
                    <a:pt x="2395" y="2695"/>
                  </a:lnTo>
                  <a:lnTo>
                    <a:pt x="4939" y="4940"/>
                  </a:lnTo>
                  <a:lnTo>
                    <a:pt x="5089" y="4940"/>
                  </a:lnTo>
                  <a:lnTo>
                    <a:pt x="3892" y="3593"/>
                  </a:lnTo>
                  <a:lnTo>
                    <a:pt x="2694" y="2395"/>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1" name="Google Shape;1371;p52"/>
            <p:cNvSpPr/>
            <p:nvPr/>
          </p:nvSpPr>
          <p:spPr>
            <a:xfrm>
              <a:off x="3295475" y="3370125"/>
              <a:ext cx="123500" cy="127275"/>
            </a:xfrm>
            <a:custGeom>
              <a:rect b="b" l="l" r="r" t="t"/>
              <a:pathLst>
                <a:path extrusionOk="0" h="5091" w="4940">
                  <a:moveTo>
                    <a:pt x="0" y="1"/>
                  </a:moveTo>
                  <a:lnTo>
                    <a:pt x="0" y="151"/>
                  </a:lnTo>
                  <a:lnTo>
                    <a:pt x="2545" y="2845"/>
                  </a:lnTo>
                  <a:lnTo>
                    <a:pt x="3593" y="4042"/>
                  </a:lnTo>
                  <a:lnTo>
                    <a:pt x="4191" y="4641"/>
                  </a:lnTo>
                  <a:lnTo>
                    <a:pt x="4940" y="5090"/>
                  </a:lnTo>
                  <a:lnTo>
                    <a:pt x="4940" y="4940"/>
                  </a:lnTo>
                  <a:lnTo>
                    <a:pt x="3892" y="3743"/>
                  </a:lnTo>
                  <a:lnTo>
                    <a:pt x="2844" y="2546"/>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2" name="Google Shape;1372;p52"/>
            <p:cNvSpPr/>
            <p:nvPr/>
          </p:nvSpPr>
          <p:spPr>
            <a:xfrm>
              <a:off x="3261800" y="3422525"/>
              <a:ext cx="108525" cy="108550"/>
            </a:xfrm>
            <a:custGeom>
              <a:rect b="b" l="l" r="r" t="t"/>
              <a:pathLst>
                <a:path extrusionOk="0" h="4342" w="4341">
                  <a:moveTo>
                    <a:pt x="0" y="0"/>
                  </a:moveTo>
                  <a:lnTo>
                    <a:pt x="0" y="150"/>
                  </a:lnTo>
                  <a:lnTo>
                    <a:pt x="1946" y="2246"/>
                  </a:lnTo>
                  <a:lnTo>
                    <a:pt x="4191" y="4341"/>
                  </a:lnTo>
                  <a:lnTo>
                    <a:pt x="4341" y="4341"/>
                  </a:lnTo>
                  <a:lnTo>
                    <a:pt x="4341" y="4191"/>
                  </a:lnTo>
                  <a:lnTo>
                    <a:pt x="2245" y="2096"/>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3" name="Google Shape;1373;p52"/>
            <p:cNvSpPr/>
            <p:nvPr/>
          </p:nvSpPr>
          <p:spPr>
            <a:xfrm>
              <a:off x="3190700" y="3437500"/>
              <a:ext cx="127250" cy="130975"/>
            </a:xfrm>
            <a:custGeom>
              <a:rect b="b" l="l" r="r" t="t"/>
              <a:pathLst>
                <a:path extrusionOk="0" h="5239" w="5090">
                  <a:moveTo>
                    <a:pt x="0" y="0"/>
                  </a:moveTo>
                  <a:lnTo>
                    <a:pt x="0" y="150"/>
                  </a:lnTo>
                  <a:lnTo>
                    <a:pt x="1198" y="1497"/>
                  </a:lnTo>
                  <a:lnTo>
                    <a:pt x="2395" y="2694"/>
                  </a:lnTo>
                  <a:lnTo>
                    <a:pt x="3742" y="4042"/>
                  </a:lnTo>
                  <a:lnTo>
                    <a:pt x="5089" y="5239"/>
                  </a:lnTo>
                  <a:lnTo>
                    <a:pt x="5089" y="5089"/>
                  </a:lnTo>
                  <a:lnTo>
                    <a:pt x="3892" y="3742"/>
                  </a:lnTo>
                  <a:lnTo>
                    <a:pt x="2694" y="2395"/>
                  </a:lnTo>
                  <a:lnTo>
                    <a:pt x="134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4" name="Google Shape;1374;p52"/>
            <p:cNvSpPr/>
            <p:nvPr/>
          </p:nvSpPr>
          <p:spPr>
            <a:xfrm>
              <a:off x="3168250" y="3501100"/>
              <a:ext cx="101050" cy="104800"/>
            </a:xfrm>
            <a:custGeom>
              <a:rect b="b" l="l" r="r" t="t"/>
              <a:pathLst>
                <a:path extrusionOk="0" h="4192" w="4042">
                  <a:moveTo>
                    <a:pt x="0" y="1"/>
                  </a:moveTo>
                  <a:lnTo>
                    <a:pt x="0" y="150"/>
                  </a:lnTo>
                  <a:lnTo>
                    <a:pt x="1946" y="2246"/>
                  </a:lnTo>
                  <a:lnTo>
                    <a:pt x="2844" y="3294"/>
                  </a:lnTo>
                  <a:lnTo>
                    <a:pt x="4041" y="4192"/>
                  </a:lnTo>
                  <a:lnTo>
                    <a:pt x="4041" y="4042"/>
                  </a:lnTo>
                  <a:lnTo>
                    <a:pt x="3143" y="2994"/>
                  </a:lnTo>
                  <a:lnTo>
                    <a:pt x="2245" y="19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5" name="Google Shape;1375;p52"/>
            <p:cNvSpPr/>
            <p:nvPr/>
          </p:nvSpPr>
          <p:spPr>
            <a:xfrm>
              <a:off x="3085925" y="3594650"/>
              <a:ext cx="86075" cy="86100"/>
            </a:xfrm>
            <a:custGeom>
              <a:rect b="b" l="l" r="r" t="t"/>
              <a:pathLst>
                <a:path extrusionOk="0" h="3444" w="3443">
                  <a:moveTo>
                    <a:pt x="0" y="1"/>
                  </a:moveTo>
                  <a:lnTo>
                    <a:pt x="0" y="150"/>
                  </a:lnTo>
                  <a:lnTo>
                    <a:pt x="749" y="1048"/>
                  </a:lnTo>
                  <a:lnTo>
                    <a:pt x="1497" y="1947"/>
                  </a:lnTo>
                  <a:lnTo>
                    <a:pt x="3443" y="3443"/>
                  </a:lnTo>
                  <a:lnTo>
                    <a:pt x="3443" y="3294"/>
                  </a:lnTo>
                  <a:lnTo>
                    <a:pt x="1946" y="149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6" name="Google Shape;1376;p52"/>
            <p:cNvSpPr/>
            <p:nvPr/>
          </p:nvSpPr>
          <p:spPr>
            <a:xfrm>
              <a:off x="3130825" y="3553500"/>
              <a:ext cx="89825" cy="89825"/>
            </a:xfrm>
            <a:custGeom>
              <a:rect b="b" l="l" r="r" t="t"/>
              <a:pathLst>
                <a:path extrusionOk="0" h="3593" w="3593">
                  <a:moveTo>
                    <a:pt x="0" y="0"/>
                  </a:moveTo>
                  <a:lnTo>
                    <a:pt x="0" y="150"/>
                  </a:lnTo>
                  <a:lnTo>
                    <a:pt x="1647" y="1946"/>
                  </a:lnTo>
                  <a:lnTo>
                    <a:pt x="3443" y="3593"/>
                  </a:lnTo>
                  <a:lnTo>
                    <a:pt x="3593" y="3593"/>
                  </a:lnTo>
                  <a:lnTo>
                    <a:pt x="3593" y="3443"/>
                  </a:lnTo>
                  <a:lnTo>
                    <a:pt x="1946" y="16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7" name="Google Shape;1377;p52"/>
            <p:cNvSpPr/>
            <p:nvPr/>
          </p:nvSpPr>
          <p:spPr>
            <a:xfrm>
              <a:off x="3044750" y="3639550"/>
              <a:ext cx="78625" cy="78625"/>
            </a:xfrm>
            <a:custGeom>
              <a:rect b="b" l="l" r="r" t="t"/>
              <a:pathLst>
                <a:path extrusionOk="0" h="3145" w="3145">
                  <a:moveTo>
                    <a:pt x="1" y="1"/>
                  </a:moveTo>
                  <a:lnTo>
                    <a:pt x="1" y="151"/>
                  </a:lnTo>
                  <a:lnTo>
                    <a:pt x="599" y="1049"/>
                  </a:lnTo>
                  <a:lnTo>
                    <a:pt x="1348" y="1797"/>
                  </a:lnTo>
                  <a:lnTo>
                    <a:pt x="2994" y="3144"/>
                  </a:lnTo>
                  <a:lnTo>
                    <a:pt x="3144" y="3144"/>
                  </a:lnTo>
                  <a:lnTo>
                    <a:pt x="2096" y="1797"/>
                  </a:lnTo>
                  <a:lnTo>
                    <a:pt x="1049" y="8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8" name="Google Shape;1378;p52"/>
            <p:cNvSpPr/>
            <p:nvPr/>
          </p:nvSpPr>
          <p:spPr>
            <a:xfrm>
              <a:off x="2999850" y="3684450"/>
              <a:ext cx="71125" cy="71125"/>
            </a:xfrm>
            <a:custGeom>
              <a:rect b="b" l="l" r="r" t="t"/>
              <a:pathLst>
                <a:path extrusionOk="0" h="2845" w="2845">
                  <a:moveTo>
                    <a:pt x="1" y="1"/>
                  </a:moveTo>
                  <a:lnTo>
                    <a:pt x="1" y="151"/>
                  </a:lnTo>
                  <a:lnTo>
                    <a:pt x="1348" y="1647"/>
                  </a:lnTo>
                  <a:lnTo>
                    <a:pt x="2845" y="2845"/>
                  </a:lnTo>
                  <a:lnTo>
                    <a:pt x="2845" y="2695"/>
                  </a:lnTo>
                  <a:lnTo>
                    <a:pt x="164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9" name="Google Shape;1379;p52"/>
            <p:cNvSpPr/>
            <p:nvPr/>
          </p:nvSpPr>
          <p:spPr>
            <a:xfrm>
              <a:off x="2947475" y="3718150"/>
              <a:ext cx="74850" cy="74850"/>
            </a:xfrm>
            <a:custGeom>
              <a:rect b="b" l="l" r="r" t="t"/>
              <a:pathLst>
                <a:path extrusionOk="0" h="2994" w="2994">
                  <a:moveTo>
                    <a:pt x="0" y="0"/>
                  </a:moveTo>
                  <a:lnTo>
                    <a:pt x="0" y="150"/>
                  </a:lnTo>
                  <a:lnTo>
                    <a:pt x="599" y="898"/>
                  </a:lnTo>
                  <a:lnTo>
                    <a:pt x="1347" y="1647"/>
                  </a:lnTo>
                  <a:lnTo>
                    <a:pt x="2994" y="2994"/>
                  </a:lnTo>
                  <a:lnTo>
                    <a:pt x="2994" y="2844"/>
                  </a:lnTo>
                  <a:lnTo>
                    <a:pt x="1647" y="134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0" name="Google Shape;1380;p52"/>
            <p:cNvSpPr/>
            <p:nvPr/>
          </p:nvSpPr>
          <p:spPr>
            <a:xfrm>
              <a:off x="2902575" y="3759300"/>
              <a:ext cx="71100" cy="71125"/>
            </a:xfrm>
            <a:custGeom>
              <a:rect b="b" l="l" r="r" t="t"/>
              <a:pathLst>
                <a:path extrusionOk="0" h="2845" w="2844">
                  <a:moveTo>
                    <a:pt x="0" y="1"/>
                  </a:moveTo>
                  <a:lnTo>
                    <a:pt x="0" y="150"/>
                  </a:lnTo>
                  <a:lnTo>
                    <a:pt x="599" y="899"/>
                  </a:lnTo>
                  <a:lnTo>
                    <a:pt x="1197" y="1497"/>
                  </a:lnTo>
                  <a:lnTo>
                    <a:pt x="2694" y="2844"/>
                  </a:lnTo>
                  <a:lnTo>
                    <a:pt x="2844" y="2844"/>
                  </a:lnTo>
                  <a:lnTo>
                    <a:pt x="2844" y="2695"/>
                  </a:lnTo>
                  <a:lnTo>
                    <a:pt x="1497" y="1348"/>
                  </a:lnTo>
                  <a:lnTo>
                    <a:pt x="898" y="5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1" name="Google Shape;1381;p52"/>
            <p:cNvSpPr/>
            <p:nvPr/>
          </p:nvSpPr>
          <p:spPr>
            <a:xfrm>
              <a:off x="2857650" y="3800475"/>
              <a:ext cx="71125" cy="71100"/>
            </a:xfrm>
            <a:custGeom>
              <a:rect b="b" l="l" r="r" t="t"/>
              <a:pathLst>
                <a:path extrusionOk="0" h="2844" w="2845">
                  <a:moveTo>
                    <a:pt x="151" y="0"/>
                  </a:moveTo>
                  <a:lnTo>
                    <a:pt x="1" y="150"/>
                  </a:lnTo>
                  <a:lnTo>
                    <a:pt x="1" y="449"/>
                  </a:lnTo>
                  <a:lnTo>
                    <a:pt x="600" y="1048"/>
                  </a:lnTo>
                  <a:lnTo>
                    <a:pt x="1198" y="1646"/>
                  </a:lnTo>
                  <a:lnTo>
                    <a:pt x="2695" y="2844"/>
                  </a:lnTo>
                  <a:lnTo>
                    <a:pt x="2845" y="2844"/>
                  </a:lnTo>
                  <a:lnTo>
                    <a:pt x="1498" y="1347"/>
                  </a:lnTo>
                  <a:lnTo>
                    <a:pt x="749" y="599"/>
                  </a:lnTo>
                  <a:lnTo>
                    <a:pt x="15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2" name="Google Shape;1382;p52"/>
            <p:cNvSpPr/>
            <p:nvPr/>
          </p:nvSpPr>
          <p:spPr>
            <a:xfrm>
              <a:off x="2805275" y="3837875"/>
              <a:ext cx="67375" cy="71125"/>
            </a:xfrm>
            <a:custGeom>
              <a:rect b="b" l="l" r="r" t="t"/>
              <a:pathLst>
                <a:path extrusionOk="0" h="2845" w="2695">
                  <a:moveTo>
                    <a:pt x="0" y="1"/>
                  </a:moveTo>
                  <a:lnTo>
                    <a:pt x="0" y="150"/>
                  </a:lnTo>
                  <a:lnTo>
                    <a:pt x="449" y="749"/>
                  </a:lnTo>
                  <a:lnTo>
                    <a:pt x="1198" y="1498"/>
                  </a:lnTo>
                  <a:lnTo>
                    <a:pt x="2695" y="2845"/>
                  </a:lnTo>
                  <a:lnTo>
                    <a:pt x="2695" y="2695"/>
                  </a:lnTo>
                  <a:lnTo>
                    <a:pt x="1497" y="1198"/>
                  </a:lnTo>
                  <a:lnTo>
                    <a:pt x="749" y="600"/>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3" name="Google Shape;1383;p52"/>
            <p:cNvSpPr/>
            <p:nvPr/>
          </p:nvSpPr>
          <p:spPr>
            <a:xfrm>
              <a:off x="2767850" y="3890275"/>
              <a:ext cx="59900" cy="56150"/>
            </a:xfrm>
            <a:custGeom>
              <a:rect b="b" l="l" r="r" t="t"/>
              <a:pathLst>
                <a:path extrusionOk="0" h="2246" w="2396">
                  <a:moveTo>
                    <a:pt x="1" y="0"/>
                  </a:moveTo>
                  <a:lnTo>
                    <a:pt x="450" y="749"/>
                  </a:lnTo>
                  <a:lnTo>
                    <a:pt x="1048" y="1198"/>
                  </a:lnTo>
                  <a:lnTo>
                    <a:pt x="2246" y="2245"/>
                  </a:lnTo>
                  <a:lnTo>
                    <a:pt x="2395" y="2096"/>
                  </a:lnTo>
                  <a:lnTo>
                    <a:pt x="1348" y="898"/>
                  </a:lnTo>
                  <a:lnTo>
                    <a:pt x="749" y="44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4" name="Google Shape;1384;p52"/>
            <p:cNvSpPr/>
            <p:nvPr/>
          </p:nvSpPr>
          <p:spPr>
            <a:xfrm>
              <a:off x="2734175" y="3942650"/>
              <a:ext cx="41175" cy="41200"/>
            </a:xfrm>
            <a:custGeom>
              <a:rect b="b" l="l" r="r" t="t"/>
              <a:pathLst>
                <a:path extrusionOk="0" h="1648" w="1647">
                  <a:moveTo>
                    <a:pt x="0" y="1"/>
                  </a:moveTo>
                  <a:lnTo>
                    <a:pt x="0" y="150"/>
                  </a:lnTo>
                  <a:lnTo>
                    <a:pt x="749" y="899"/>
                  </a:lnTo>
                  <a:lnTo>
                    <a:pt x="1647" y="1647"/>
                  </a:lnTo>
                  <a:lnTo>
                    <a:pt x="1647" y="1498"/>
                  </a:lnTo>
                  <a:lnTo>
                    <a:pt x="1048" y="7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5" name="Google Shape;1385;p52"/>
            <p:cNvSpPr/>
            <p:nvPr/>
          </p:nvSpPr>
          <p:spPr>
            <a:xfrm>
              <a:off x="2693025" y="3987550"/>
              <a:ext cx="37425" cy="37450"/>
            </a:xfrm>
            <a:custGeom>
              <a:rect b="b" l="l" r="r" t="t"/>
              <a:pathLst>
                <a:path extrusionOk="0" h="1498" w="1497">
                  <a:moveTo>
                    <a:pt x="150" y="1"/>
                  </a:moveTo>
                  <a:lnTo>
                    <a:pt x="0" y="151"/>
                  </a:lnTo>
                  <a:lnTo>
                    <a:pt x="0" y="300"/>
                  </a:lnTo>
                  <a:lnTo>
                    <a:pt x="599" y="899"/>
                  </a:lnTo>
                  <a:lnTo>
                    <a:pt x="1347" y="1498"/>
                  </a:lnTo>
                  <a:lnTo>
                    <a:pt x="1497" y="1498"/>
                  </a:lnTo>
                  <a:lnTo>
                    <a:pt x="1497" y="1348"/>
                  </a:lnTo>
                  <a:lnTo>
                    <a:pt x="89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6" name="Google Shape;1386;p52"/>
            <p:cNvSpPr/>
            <p:nvPr/>
          </p:nvSpPr>
          <p:spPr>
            <a:xfrm>
              <a:off x="2644375" y="4024975"/>
              <a:ext cx="33700" cy="37450"/>
            </a:xfrm>
            <a:custGeom>
              <a:rect b="b" l="l" r="r" t="t"/>
              <a:pathLst>
                <a:path extrusionOk="0" h="1498" w="1348">
                  <a:moveTo>
                    <a:pt x="0" y="1"/>
                  </a:moveTo>
                  <a:lnTo>
                    <a:pt x="0" y="150"/>
                  </a:lnTo>
                  <a:lnTo>
                    <a:pt x="150" y="599"/>
                  </a:lnTo>
                  <a:lnTo>
                    <a:pt x="449" y="899"/>
                  </a:lnTo>
                  <a:lnTo>
                    <a:pt x="1198" y="1498"/>
                  </a:lnTo>
                  <a:lnTo>
                    <a:pt x="1347" y="1348"/>
                  </a:lnTo>
                  <a:lnTo>
                    <a:pt x="749" y="599"/>
                  </a:lnTo>
                  <a:lnTo>
                    <a:pt x="449" y="3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7" name="Google Shape;1387;p52"/>
            <p:cNvSpPr/>
            <p:nvPr/>
          </p:nvSpPr>
          <p:spPr>
            <a:xfrm>
              <a:off x="2599475" y="4069875"/>
              <a:ext cx="33700" cy="33700"/>
            </a:xfrm>
            <a:custGeom>
              <a:rect b="b" l="l" r="r" t="t"/>
              <a:pathLst>
                <a:path extrusionOk="0" h="1348" w="1348">
                  <a:moveTo>
                    <a:pt x="0" y="1"/>
                  </a:moveTo>
                  <a:lnTo>
                    <a:pt x="0" y="151"/>
                  </a:lnTo>
                  <a:lnTo>
                    <a:pt x="599" y="749"/>
                  </a:lnTo>
                  <a:lnTo>
                    <a:pt x="1197" y="1348"/>
                  </a:lnTo>
                  <a:lnTo>
                    <a:pt x="1347" y="1198"/>
                  </a:lnTo>
                  <a:lnTo>
                    <a:pt x="74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8" name="Google Shape;1388;p52"/>
            <p:cNvSpPr/>
            <p:nvPr/>
          </p:nvSpPr>
          <p:spPr>
            <a:xfrm>
              <a:off x="3546175" y="2558125"/>
              <a:ext cx="291900" cy="18750"/>
            </a:xfrm>
            <a:custGeom>
              <a:rect b="b" l="l" r="r" t="t"/>
              <a:pathLst>
                <a:path extrusionOk="0" h="750" w="11676">
                  <a:moveTo>
                    <a:pt x="4641" y="1"/>
                  </a:moveTo>
                  <a:lnTo>
                    <a:pt x="150" y="150"/>
                  </a:lnTo>
                  <a:lnTo>
                    <a:pt x="1" y="300"/>
                  </a:lnTo>
                  <a:lnTo>
                    <a:pt x="1" y="450"/>
                  </a:lnTo>
                  <a:lnTo>
                    <a:pt x="150" y="450"/>
                  </a:lnTo>
                  <a:lnTo>
                    <a:pt x="4641" y="749"/>
                  </a:lnTo>
                  <a:lnTo>
                    <a:pt x="9131" y="749"/>
                  </a:lnTo>
                  <a:lnTo>
                    <a:pt x="9730" y="599"/>
                  </a:lnTo>
                  <a:lnTo>
                    <a:pt x="11526" y="599"/>
                  </a:lnTo>
                  <a:lnTo>
                    <a:pt x="11676" y="450"/>
                  </a:lnTo>
                  <a:lnTo>
                    <a:pt x="11676" y="300"/>
                  </a:lnTo>
                  <a:lnTo>
                    <a:pt x="11526" y="150"/>
                  </a:lnTo>
                  <a:lnTo>
                    <a:pt x="9580" y="150"/>
                  </a:lnTo>
                  <a:lnTo>
                    <a:pt x="913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9" name="Google Shape;1389;p52"/>
            <p:cNvSpPr/>
            <p:nvPr/>
          </p:nvSpPr>
          <p:spPr>
            <a:xfrm>
              <a:off x="3534950" y="2397225"/>
              <a:ext cx="280675" cy="18725"/>
            </a:xfrm>
            <a:custGeom>
              <a:rect b="b" l="l" r="r" t="t"/>
              <a:pathLst>
                <a:path extrusionOk="0" h="749" w="11227">
                  <a:moveTo>
                    <a:pt x="2396" y="1"/>
                  </a:moveTo>
                  <a:lnTo>
                    <a:pt x="150" y="300"/>
                  </a:lnTo>
                  <a:lnTo>
                    <a:pt x="1" y="300"/>
                  </a:lnTo>
                  <a:lnTo>
                    <a:pt x="150" y="450"/>
                  </a:lnTo>
                  <a:lnTo>
                    <a:pt x="2845" y="749"/>
                  </a:lnTo>
                  <a:lnTo>
                    <a:pt x="6586" y="749"/>
                  </a:lnTo>
                  <a:lnTo>
                    <a:pt x="7634" y="599"/>
                  </a:lnTo>
                  <a:lnTo>
                    <a:pt x="11077" y="599"/>
                  </a:lnTo>
                  <a:lnTo>
                    <a:pt x="11227" y="450"/>
                  </a:lnTo>
                  <a:lnTo>
                    <a:pt x="11227" y="300"/>
                  </a:lnTo>
                  <a:lnTo>
                    <a:pt x="11077" y="150"/>
                  </a:lnTo>
                  <a:lnTo>
                    <a:pt x="673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0" name="Google Shape;1390;p52"/>
            <p:cNvSpPr/>
            <p:nvPr/>
          </p:nvSpPr>
          <p:spPr>
            <a:xfrm>
              <a:off x="3546175" y="2311150"/>
              <a:ext cx="273200" cy="26225"/>
            </a:xfrm>
            <a:custGeom>
              <a:rect b="b" l="l" r="r" t="t"/>
              <a:pathLst>
                <a:path extrusionOk="0" h="1049" w="10928">
                  <a:moveTo>
                    <a:pt x="4192" y="1"/>
                  </a:moveTo>
                  <a:lnTo>
                    <a:pt x="1797" y="151"/>
                  </a:lnTo>
                  <a:lnTo>
                    <a:pt x="899" y="300"/>
                  </a:lnTo>
                  <a:lnTo>
                    <a:pt x="150" y="450"/>
                  </a:lnTo>
                  <a:lnTo>
                    <a:pt x="1" y="600"/>
                  </a:lnTo>
                  <a:lnTo>
                    <a:pt x="150" y="600"/>
                  </a:lnTo>
                  <a:lnTo>
                    <a:pt x="450" y="749"/>
                  </a:lnTo>
                  <a:lnTo>
                    <a:pt x="1647" y="899"/>
                  </a:lnTo>
                  <a:lnTo>
                    <a:pt x="2845" y="899"/>
                  </a:lnTo>
                  <a:lnTo>
                    <a:pt x="4940" y="1049"/>
                  </a:lnTo>
                  <a:lnTo>
                    <a:pt x="7036" y="1049"/>
                  </a:lnTo>
                  <a:lnTo>
                    <a:pt x="8981" y="899"/>
                  </a:lnTo>
                  <a:lnTo>
                    <a:pt x="10927" y="600"/>
                  </a:lnTo>
                  <a:lnTo>
                    <a:pt x="10927" y="450"/>
                  </a:lnTo>
                  <a:lnTo>
                    <a:pt x="8682" y="151"/>
                  </a:lnTo>
                  <a:lnTo>
                    <a:pt x="643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1" name="Google Shape;1391;p52"/>
            <p:cNvSpPr/>
            <p:nvPr/>
          </p:nvSpPr>
          <p:spPr>
            <a:xfrm>
              <a:off x="3549925" y="2232575"/>
              <a:ext cx="261950" cy="22475"/>
            </a:xfrm>
            <a:custGeom>
              <a:rect b="b" l="l" r="r" t="t"/>
              <a:pathLst>
                <a:path extrusionOk="0" h="899" w="10478">
                  <a:moveTo>
                    <a:pt x="5688" y="1"/>
                  </a:moveTo>
                  <a:lnTo>
                    <a:pt x="2994" y="150"/>
                  </a:lnTo>
                  <a:lnTo>
                    <a:pt x="150" y="300"/>
                  </a:lnTo>
                  <a:lnTo>
                    <a:pt x="0" y="450"/>
                  </a:lnTo>
                  <a:lnTo>
                    <a:pt x="150" y="599"/>
                  </a:lnTo>
                  <a:lnTo>
                    <a:pt x="2994" y="899"/>
                  </a:lnTo>
                  <a:lnTo>
                    <a:pt x="8083" y="899"/>
                  </a:lnTo>
                  <a:lnTo>
                    <a:pt x="9280" y="749"/>
                  </a:lnTo>
                  <a:lnTo>
                    <a:pt x="10478" y="599"/>
                  </a:lnTo>
                  <a:lnTo>
                    <a:pt x="10478" y="450"/>
                  </a:lnTo>
                  <a:lnTo>
                    <a:pt x="9280" y="150"/>
                  </a:lnTo>
                  <a:lnTo>
                    <a:pt x="808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2" name="Google Shape;1392;p52"/>
            <p:cNvSpPr/>
            <p:nvPr/>
          </p:nvSpPr>
          <p:spPr>
            <a:xfrm>
              <a:off x="3564900" y="2150250"/>
              <a:ext cx="246975" cy="26225"/>
            </a:xfrm>
            <a:custGeom>
              <a:rect b="b" l="l" r="r" t="t"/>
              <a:pathLst>
                <a:path extrusionOk="0" h="1049" w="9879">
                  <a:moveTo>
                    <a:pt x="4939" y="1"/>
                  </a:moveTo>
                  <a:lnTo>
                    <a:pt x="2545" y="150"/>
                  </a:lnTo>
                  <a:lnTo>
                    <a:pt x="150" y="300"/>
                  </a:lnTo>
                  <a:lnTo>
                    <a:pt x="0" y="450"/>
                  </a:lnTo>
                  <a:lnTo>
                    <a:pt x="150" y="599"/>
                  </a:lnTo>
                  <a:lnTo>
                    <a:pt x="2545" y="899"/>
                  </a:lnTo>
                  <a:lnTo>
                    <a:pt x="4939" y="1049"/>
                  </a:lnTo>
                  <a:lnTo>
                    <a:pt x="7484" y="1049"/>
                  </a:lnTo>
                  <a:lnTo>
                    <a:pt x="8532" y="899"/>
                  </a:lnTo>
                  <a:lnTo>
                    <a:pt x="9729" y="749"/>
                  </a:lnTo>
                  <a:lnTo>
                    <a:pt x="9879" y="599"/>
                  </a:lnTo>
                  <a:lnTo>
                    <a:pt x="9729" y="450"/>
                  </a:lnTo>
                  <a:lnTo>
                    <a:pt x="8532" y="150"/>
                  </a:lnTo>
                  <a:lnTo>
                    <a:pt x="748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3" name="Google Shape;1393;p52"/>
            <p:cNvSpPr/>
            <p:nvPr/>
          </p:nvSpPr>
          <p:spPr>
            <a:xfrm>
              <a:off x="3576125" y="2071675"/>
              <a:ext cx="243250" cy="22475"/>
            </a:xfrm>
            <a:custGeom>
              <a:rect b="b" l="l" r="r" t="t"/>
              <a:pathLst>
                <a:path extrusionOk="0" h="899" w="9730">
                  <a:moveTo>
                    <a:pt x="5239" y="1"/>
                  </a:moveTo>
                  <a:lnTo>
                    <a:pt x="2694" y="150"/>
                  </a:lnTo>
                  <a:lnTo>
                    <a:pt x="150" y="300"/>
                  </a:lnTo>
                  <a:lnTo>
                    <a:pt x="0" y="300"/>
                  </a:lnTo>
                  <a:lnTo>
                    <a:pt x="0" y="450"/>
                  </a:lnTo>
                  <a:lnTo>
                    <a:pt x="0" y="599"/>
                  </a:lnTo>
                  <a:lnTo>
                    <a:pt x="150" y="599"/>
                  </a:lnTo>
                  <a:lnTo>
                    <a:pt x="2694" y="749"/>
                  </a:lnTo>
                  <a:lnTo>
                    <a:pt x="5239" y="899"/>
                  </a:lnTo>
                  <a:lnTo>
                    <a:pt x="8532" y="899"/>
                  </a:lnTo>
                  <a:lnTo>
                    <a:pt x="9580" y="599"/>
                  </a:lnTo>
                  <a:lnTo>
                    <a:pt x="9729" y="450"/>
                  </a:lnTo>
                  <a:lnTo>
                    <a:pt x="9580" y="300"/>
                  </a:lnTo>
                  <a:lnTo>
                    <a:pt x="8532" y="150"/>
                  </a:lnTo>
                  <a:lnTo>
                    <a:pt x="733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4" name="Google Shape;1394;p52"/>
            <p:cNvSpPr/>
            <p:nvPr/>
          </p:nvSpPr>
          <p:spPr>
            <a:xfrm>
              <a:off x="3587350" y="1993100"/>
              <a:ext cx="235750" cy="22475"/>
            </a:xfrm>
            <a:custGeom>
              <a:rect b="b" l="l" r="r" t="t"/>
              <a:pathLst>
                <a:path extrusionOk="0" h="899" w="9430">
                  <a:moveTo>
                    <a:pt x="2395" y="0"/>
                  </a:moveTo>
                  <a:lnTo>
                    <a:pt x="150" y="300"/>
                  </a:lnTo>
                  <a:lnTo>
                    <a:pt x="0" y="449"/>
                  </a:lnTo>
                  <a:lnTo>
                    <a:pt x="150" y="599"/>
                  </a:lnTo>
                  <a:lnTo>
                    <a:pt x="2395" y="749"/>
                  </a:lnTo>
                  <a:lnTo>
                    <a:pt x="4640" y="898"/>
                  </a:lnTo>
                  <a:lnTo>
                    <a:pt x="9131" y="599"/>
                  </a:lnTo>
                  <a:lnTo>
                    <a:pt x="9280" y="599"/>
                  </a:lnTo>
                  <a:lnTo>
                    <a:pt x="9430" y="449"/>
                  </a:lnTo>
                  <a:lnTo>
                    <a:pt x="9280" y="150"/>
                  </a:lnTo>
                  <a:lnTo>
                    <a:pt x="9131" y="150"/>
                  </a:lnTo>
                  <a:lnTo>
                    <a:pt x="46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5" name="Google Shape;1395;p52"/>
            <p:cNvSpPr/>
            <p:nvPr/>
          </p:nvSpPr>
          <p:spPr>
            <a:xfrm>
              <a:off x="3594825" y="1907025"/>
              <a:ext cx="235775" cy="22475"/>
            </a:xfrm>
            <a:custGeom>
              <a:rect b="b" l="l" r="r" t="t"/>
              <a:pathLst>
                <a:path extrusionOk="0" h="899" w="9431">
                  <a:moveTo>
                    <a:pt x="1198" y="1"/>
                  </a:moveTo>
                  <a:lnTo>
                    <a:pt x="150" y="300"/>
                  </a:lnTo>
                  <a:lnTo>
                    <a:pt x="1" y="300"/>
                  </a:lnTo>
                  <a:lnTo>
                    <a:pt x="1" y="450"/>
                  </a:lnTo>
                  <a:lnTo>
                    <a:pt x="1" y="599"/>
                  </a:lnTo>
                  <a:lnTo>
                    <a:pt x="150" y="599"/>
                  </a:lnTo>
                  <a:lnTo>
                    <a:pt x="1198" y="899"/>
                  </a:lnTo>
                  <a:lnTo>
                    <a:pt x="6736" y="899"/>
                  </a:lnTo>
                  <a:lnTo>
                    <a:pt x="9281" y="749"/>
                  </a:lnTo>
                  <a:lnTo>
                    <a:pt x="9430" y="749"/>
                  </a:lnTo>
                  <a:lnTo>
                    <a:pt x="9430" y="599"/>
                  </a:lnTo>
                  <a:lnTo>
                    <a:pt x="9430" y="450"/>
                  </a:lnTo>
                  <a:lnTo>
                    <a:pt x="9281" y="450"/>
                  </a:lnTo>
                  <a:lnTo>
                    <a:pt x="6736" y="150"/>
                  </a:lnTo>
                  <a:lnTo>
                    <a:pt x="4341" y="150"/>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6" name="Google Shape;1396;p52"/>
            <p:cNvSpPr/>
            <p:nvPr/>
          </p:nvSpPr>
          <p:spPr>
            <a:xfrm>
              <a:off x="3609800" y="1828450"/>
              <a:ext cx="205825" cy="22475"/>
            </a:xfrm>
            <a:custGeom>
              <a:rect b="b" l="l" r="r" t="t"/>
              <a:pathLst>
                <a:path extrusionOk="0" h="899" w="8233">
                  <a:moveTo>
                    <a:pt x="4042" y="0"/>
                  </a:moveTo>
                  <a:lnTo>
                    <a:pt x="2096" y="150"/>
                  </a:lnTo>
                  <a:lnTo>
                    <a:pt x="150" y="300"/>
                  </a:lnTo>
                  <a:lnTo>
                    <a:pt x="0" y="449"/>
                  </a:lnTo>
                  <a:lnTo>
                    <a:pt x="150" y="599"/>
                  </a:lnTo>
                  <a:lnTo>
                    <a:pt x="4042" y="898"/>
                  </a:lnTo>
                  <a:lnTo>
                    <a:pt x="5987" y="898"/>
                  </a:lnTo>
                  <a:lnTo>
                    <a:pt x="7933" y="749"/>
                  </a:lnTo>
                  <a:lnTo>
                    <a:pt x="8233" y="749"/>
                  </a:lnTo>
                  <a:lnTo>
                    <a:pt x="8233" y="449"/>
                  </a:lnTo>
                  <a:lnTo>
                    <a:pt x="8233" y="300"/>
                  </a:lnTo>
                  <a:lnTo>
                    <a:pt x="7933" y="300"/>
                  </a:lnTo>
                  <a:lnTo>
                    <a:pt x="598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7" name="Google Shape;1397;p52"/>
            <p:cNvSpPr/>
            <p:nvPr/>
          </p:nvSpPr>
          <p:spPr>
            <a:xfrm>
              <a:off x="3624750" y="1746125"/>
              <a:ext cx="243275" cy="26225"/>
            </a:xfrm>
            <a:custGeom>
              <a:rect b="b" l="l" r="r" t="t"/>
              <a:pathLst>
                <a:path extrusionOk="0" h="1049" w="9731">
                  <a:moveTo>
                    <a:pt x="4791" y="0"/>
                  </a:moveTo>
                  <a:lnTo>
                    <a:pt x="2396" y="150"/>
                  </a:lnTo>
                  <a:lnTo>
                    <a:pt x="151" y="450"/>
                  </a:lnTo>
                  <a:lnTo>
                    <a:pt x="1" y="599"/>
                  </a:lnTo>
                  <a:lnTo>
                    <a:pt x="151" y="749"/>
                  </a:lnTo>
                  <a:lnTo>
                    <a:pt x="2096" y="899"/>
                  </a:lnTo>
                  <a:lnTo>
                    <a:pt x="4042" y="1048"/>
                  </a:lnTo>
                  <a:lnTo>
                    <a:pt x="7784" y="1048"/>
                  </a:lnTo>
                  <a:lnTo>
                    <a:pt x="9580" y="749"/>
                  </a:lnTo>
                  <a:lnTo>
                    <a:pt x="9730" y="749"/>
                  </a:lnTo>
                  <a:lnTo>
                    <a:pt x="9730" y="450"/>
                  </a:lnTo>
                  <a:lnTo>
                    <a:pt x="9580" y="30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8" name="Google Shape;1398;p52"/>
            <p:cNvSpPr/>
            <p:nvPr/>
          </p:nvSpPr>
          <p:spPr>
            <a:xfrm>
              <a:off x="3632250" y="1667550"/>
              <a:ext cx="198350" cy="22475"/>
            </a:xfrm>
            <a:custGeom>
              <a:rect b="b" l="l" r="r" t="t"/>
              <a:pathLst>
                <a:path extrusionOk="0" h="899" w="7934">
                  <a:moveTo>
                    <a:pt x="1946" y="0"/>
                  </a:moveTo>
                  <a:lnTo>
                    <a:pt x="150" y="300"/>
                  </a:lnTo>
                  <a:lnTo>
                    <a:pt x="0" y="449"/>
                  </a:lnTo>
                  <a:lnTo>
                    <a:pt x="150" y="599"/>
                  </a:lnTo>
                  <a:lnTo>
                    <a:pt x="1946" y="898"/>
                  </a:lnTo>
                  <a:lnTo>
                    <a:pt x="5838" y="898"/>
                  </a:lnTo>
                  <a:lnTo>
                    <a:pt x="7634" y="749"/>
                  </a:lnTo>
                  <a:lnTo>
                    <a:pt x="7784" y="599"/>
                  </a:lnTo>
                  <a:lnTo>
                    <a:pt x="7933" y="449"/>
                  </a:lnTo>
                  <a:lnTo>
                    <a:pt x="7784" y="300"/>
                  </a:lnTo>
                  <a:lnTo>
                    <a:pt x="7634" y="300"/>
                  </a:lnTo>
                  <a:lnTo>
                    <a:pt x="5838"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9" name="Google Shape;1399;p52"/>
            <p:cNvSpPr/>
            <p:nvPr/>
          </p:nvSpPr>
          <p:spPr>
            <a:xfrm>
              <a:off x="3654700" y="1506650"/>
              <a:ext cx="164675" cy="26200"/>
            </a:xfrm>
            <a:custGeom>
              <a:rect b="b" l="l" r="r" t="t"/>
              <a:pathLst>
                <a:path extrusionOk="0" h="1048" w="6587">
                  <a:moveTo>
                    <a:pt x="2994" y="0"/>
                  </a:moveTo>
                  <a:lnTo>
                    <a:pt x="1497" y="150"/>
                  </a:lnTo>
                  <a:lnTo>
                    <a:pt x="150" y="449"/>
                  </a:lnTo>
                  <a:lnTo>
                    <a:pt x="0" y="449"/>
                  </a:lnTo>
                  <a:lnTo>
                    <a:pt x="0" y="599"/>
                  </a:lnTo>
                  <a:lnTo>
                    <a:pt x="150" y="748"/>
                  </a:lnTo>
                  <a:lnTo>
                    <a:pt x="1647" y="898"/>
                  </a:lnTo>
                  <a:lnTo>
                    <a:pt x="3293" y="1048"/>
                  </a:lnTo>
                  <a:lnTo>
                    <a:pt x="4790" y="898"/>
                  </a:lnTo>
                  <a:lnTo>
                    <a:pt x="6437" y="748"/>
                  </a:lnTo>
                  <a:lnTo>
                    <a:pt x="6586" y="599"/>
                  </a:lnTo>
                  <a:lnTo>
                    <a:pt x="6586" y="449"/>
                  </a:lnTo>
                  <a:lnTo>
                    <a:pt x="6586" y="299"/>
                  </a:lnTo>
                  <a:lnTo>
                    <a:pt x="6437" y="299"/>
                  </a:lnTo>
                  <a:lnTo>
                    <a:pt x="5838" y="150"/>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0" name="Google Shape;1400;p52"/>
            <p:cNvSpPr/>
            <p:nvPr/>
          </p:nvSpPr>
          <p:spPr>
            <a:xfrm>
              <a:off x="3643475" y="1588950"/>
              <a:ext cx="172150" cy="22500"/>
            </a:xfrm>
            <a:custGeom>
              <a:rect b="b" l="l" r="r" t="t"/>
              <a:pathLst>
                <a:path extrusionOk="0" h="900" w="6886">
                  <a:moveTo>
                    <a:pt x="1796" y="1"/>
                  </a:moveTo>
                  <a:lnTo>
                    <a:pt x="150" y="300"/>
                  </a:lnTo>
                  <a:lnTo>
                    <a:pt x="0" y="300"/>
                  </a:lnTo>
                  <a:lnTo>
                    <a:pt x="0" y="450"/>
                  </a:lnTo>
                  <a:lnTo>
                    <a:pt x="150" y="600"/>
                  </a:lnTo>
                  <a:lnTo>
                    <a:pt x="1796" y="749"/>
                  </a:lnTo>
                  <a:lnTo>
                    <a:pt x="3443" y="899"/>
                  </a:lnTo>
                  <a:lnTo>
                    <a:pt x="5089" y="899"/>
                  </a:lnTo>
                  <a:lnTo>
                    <a:pt x="6736" y="600"/>
                  </a:lnTo>
                  <a:lnTo>
                    <a:pt x="6886" y="600"/>
                  </a:lnTo>
                  <a:lnTo>
                    <a:pt x="6886" y="450"/>
                  </a:lnTo>
                  <a:lnTo>
                    <a:pt x="6886" y="300"/>
                  </a:lnTo>
                  <a:lnTo>
                    <a:pt x="6736" y="151"/>
                  </a:lnTo>
                  <a:lnTo>
                    <a:pt x="508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1" name="Google Shape;1401;p52"/>
            <p:cNvSpPr/>
            <p:nvPr/>
          </p:nvSpPr>
          <p:spPr>
            <a:xfrm>
              <a:off x="3665925" y="1424325"/>
              <a:ext cx="149700" cy="26200"/>
            </a:xfrm>
            <a:custGeom>
              <a:rect b="b" l="l" r="r" t="t"/>
              <a:pathLst>
                <a:path extrusionOk="0" h="1048" w="5988">
                  <a:moveTo>
                    <a:pt x="2844" y="0"/>
                  </a:moveTo>
                  <a:lnTo>
                    <a:pt x="1497" y="150"/>
                  </a:lnTo>
                  <a:lnTo>
                    <a:pt x="0" y="299"/>
                  </a:lnTo>
                  <a:lnTo>
                    <a:pt x="0" y="599"/>
                  </a:lnTo>
                  <a:lnTo>
                    <a:pt x="0" y="749"/>
                  </a:lnTo>
                  <a:lnTo>
                    <a:pt x="1497" y="898"/>
                  </a:lnTo>
                  <a:lnTo>
                    <a:pt x="2844" y="1048"/>
                  </a:lnTo>
                  <a:lnTo>
                    <a:pt x="4341" y="1048"/>
                  </a:lnTo>
                  <a:lnTo>
                    <a:pt x="5688" y="749"/>
                  </a:lnTo>
                  <a:lnTo>
                    <a:pt x="5838" y="599"/>
                  </a:lnTo>
                  <a:lnTo>
                    <a:pt x="5988" y="599"/>
                  </a:lnTo>
                  <a:lnTo>
                    <a:pt x="5838" y="449"/>
                  </a:lnTo>
                  <a:lnTo>
                    <a:pt x="5688" y="299"/>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2" name="Google Shape;1402;p52"/>
            <p:cNvSpPr/>
            <p:nvPr/>
          </p:nvSpPr>
          <p:spPr>
            <a:xfrm>
              <a:off x="3677150" y="1345725"/>
              <a:ext cx="134725" cy="26225"/>
            </a:xfrm>
            <a:custGeom>
              <a:rect b="b" l="l" r="r" t="t"/>
              <a:pathLst>
                <a:path extrusionOk="0" h="1049" w="5389">
                  <a:moveTo>
                    <a:pt x="1497" y="1"/>
                  </a:moveTo>
                  <a:lnTo>
                    <a:pt x="150" y="300"/>
                  </a:lnTo>
                  <a:lnTo>
                    <a:pt x="150" y="450"/>
                  </a:lnTo>
                  <a:lnTo>
                    <a:pt x="0" y="450"/>
                  </a:lnTo>
                  <a:lnTo>
                    <a:pt x="150" y="600"/>
                  </a:lnTo>
                  <a:lnTo>
                    <a:pt x="150" y="749"/>
                  </a:lnTo>
                  <a:lnTo>
                    <a:pt x="1497" y="899"/>
                  </a:lnTo>
                  <a:lnTo>
                    <a:pt x="2695" y="1049"/>
                  </a:lnTo>
                  <a:lnTo>
                    <a:pt x="4042" y="899"/>
                  </a:lnTo>
                  <a:lnTo>
                    <a:pt x="5239" y="749"/>
                  </a:lnTo>
                  <a:lnTo>
                    <a:pt x="5389" y="600"/>
                  </a:lnTo>
                  <a:lnTo>
                    <a:pt x="5389" y="450"/>
                  </a:lnTo>
                  <a:lnTo>
                    <a:pt x="5389" y="300"/>
                  </a:lnTo>
                  <a:lnTo>
                    <a:pt x="5239" y="151"/>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3" name="Google Shape;1403;p52"/>
            <p:cNvSpPr/>
            <p:nvPr/>
          </p:nvSpPr>
          <p:spPr>
            <a:xfrm>
              <a:off x="3688375" y="1267150"/>
              <a:ext cx="142225" cy="18725"/>
            </a:xfrm>
            <a:custGeom>
              <a:rect b="b" l="l" r="r" t="t"/>
              <a:pathLst>
                <a:path extrusionOk="0" h="749" w="5689">
                  <a:moveTo>
                    <a:pt x="1497" y="1"/>
                  </a:moveTo>
                  <a:lnTo>
                    <a:pt x="150" y="300"/>
                  </a:lnTo>
                  <a:lnTo>
                    <a:pt x="0" y="450"/>
                  </a:lnTo>
                  <a:lnTo>
                    <a:pt x="150" y="599"/>
                  </a:lnTo>
                  <a:lnTo>
                    <a:pt x="1497" y="749"/>
                  </a:lnTo>
                  <a:lnTo>
                    <a:pt x="4940" y="749"/>
                  </a:lnTo>
                  <a:lnTo>
                    <a:pt x="5539" y="450"/>
                  </a:lnTo>
                  <a:lnTo>
                    <a:pt x="5688" y="300"/>
                  </a:lnTo>
                  <a:lnTo>
                    <a:pt x="5539" y="150"/>
                  </a:lnTo>
                  <a:lnTo>
                    <a:pt x="49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4" name="Google Shape;1404;p52"/>
            <p:cNvSpPr/>
            <p:nvPr/>
          </p:nvSpPr>
          <p:spPr>
            <a:xfrm>
              <a:off x="3699600" y="1184825"/>
              <a:ext cx="134725" cy="22475"/>
            </a:xfrm>
            <a:custGeom>
              <a:rect b="b" l="l" r="r" t="t"/>
              <a:pathLst>
                <a:path extrusionOk="0" h="899" w="5389">
                  <a:moveTo>
                    <a:pt x="2844" y="1"/>
                  </a:moveTo>
                  <a:lnTo>
                    <a:pt x="1497" y="150"/>
                  </a:lnTo>
                  <a:lnTo>
                    <a:pt x="150" y="300"/>
                  </a:lnTo>
                  <a:lnTo>
                    <a:pt x="0" y="300"/>
                  </a:lnTo>
                  <a:lnTo>
                    <a:pt x="0" y="450"/>
                  </a:lnTo>
                  <a:lnTo>
                    <a:pt x="0" y="599"/>
                  </a:lnTo>
                  <a:lnTo>
                    <a:pt x="150" y="749"/>
                  </a:lnTo>
                  <a:lnTo>
                    <a:pt x="1497" y="899"/>
                  </a:lnTo>
                  <a:lnTo>
                    <a:pt x="4042" y="899"/>
                  </a:lnTo>
                  <a:lnTo>
                    <a:pt x="4790" y="749"/>
                  </a:lnTo>
                  <a:lnTo>
                    <a:pt x="5239" y="599"/>
                  </a:lnTo>
                  <a:lnTo>
                    <a:pt x="5389" y="450"/>
                  </a:lnTo>
                  <a:lnTo>
                    <a:pt x="5239" y="300"/>
                  </a:lnTo>
                  <a:lnTo>
                    <a:pt x="4790" y="15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5" name="Google Shape;1405;p52"/>
            <p:cNvSpPr/>
            <p:nvPr/>
          </p:nvSpPr>
          <p:spPr>
            <a:xfrm>
              <a:off x="3703350" y="1098775"/>
              <a:ext cx="134725" cy="29950"/>
            </a:xfrm>
            <a:custGeom>
              <a:rect b="b" l="l" r="r" t="t"/>
              <a:pathLst>
                <a:path extrusionOk="0" h="1198" w="5389">
                  <a:moveTo>
                    <a:pt x="2694" y="0"/>
                  </a:moveTo>
                  <a:lnTo>
                    <a:pt x="1347" y="150"/>
                  </a:lnTo>
                  <a:lnTo>
                    <a:pt x="150" y="449"/>
                  </a:lnTo>
                  <a:lnTo>
                    <a:pt x="0" y="449"/>
                  </a:lnTo>
                  <a:lnTo>
                    <a:pt x="0" y="599"/>
                  </a:lnTo>
                  <a:lnTo>
                    <a:pt x="0" y="748"/>
                  </a:lnTo>
                  <a:lnTo>
                    <a:pt x="150" y="898"/>
                  </a:lnTo>
                  <a:lnTo>
                    <a:pt x="1347" y="1048"/>
                  </a:lnTo>
                  <a:lnTo>
                    <a:pt x="2694" y="1198"/>
                  </a:lnTo>
                  <a:lnTo>
                    <a:pt x="4041" y="1198"/>
                  </a:lnTo>
                  <a:lnTo>
                    <a:pt x="4640" y="1048"/>
                  </a:lnTo>
                  <a:lnTo>
                    <a:pt x="5239" y="898"/>
                  </a:lnTo>
                  <a:lnTo>
                    <a:pt x="5389" y="748"/>
                  </a:lnTo>
                  <a:lnTo>
                    <a:pt x="5389" y="449"/>
                  </a:lnTo>
                  <a:lnTo>
                    <a:pt x="5239" y="449"/>
                  </a:lnTo>
                  <a:lnTo>
                    <a:pt x="4640" y="299"/>
                  </a:lnTo>
                  <a:lnTo>
                    <a:pt x="4041"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6" name="Google Shape;1406;p52"/>
            <p:cNvSpPr/>
            <p:nvPr/>
          </p:nvSpPr>
          <p:spPr>
            <a:xfrm>
              <a:off x="3718300" y="1020175"/>
              <a:ext cx="134750" cy="26225"/>
            </a:xfrm>
            <a:custGeom>
              <a:rect b="b" l="l" r="r" t="t"/>
              <a:pathLst>
                <a:path extrusionOk="0" h="1049" w="5390">
                  <a:moveTo>
                    <a:pt x="2695" y="1"/>
                  </a:moveTo>
                  <a:lnTo>
                    <a:pt x="1348" y="151"/>
                  </a:lnTo>
                  <a:lnTo>
                    <a:pt x="151" y="300"/>
                  </a:lnTo>
                  <a:lnTo>
                    <a:pt x="1" y="600"/>
                  </a:lnTo>
                  <a:lnTo>
                    <a:pt x="151" y="749"/>
                  </a:lnTo>
                  <a:lnTo>
                    <a:pt x="1348" y="899"/>
                  </a:lnTo>
                  <a:lnTo>
                    <a:pt x="2695" y="1049"/>
                  </a:lnTo>
                  <a:lnTo>
                    <a:pt x="4042" y="1049"/>
                  </a:lnTo>
                  <a:lnTo>
                    <a:pt x="5240" y="749"/>
                  </a:lnTo>
                  <a:lnTo>
                    <a:pt x="5389" y="600"/>
                  </a:lnTo>
                  <a:lnTo>
                    <a:pt x="5240" y="30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7" name="Google Shape;1407;p52"/>
            <p:cNvSpPr/>
            <p:nvPr/>
          </p:nvSpPr>
          <p:spPr>
            <a:xfrm>
              <a:off x="3729525" y="941600"/>
              <a:ext cx="108550" cy="22475"/>
            </a:xfrm>
            <a:custGeom>
              <a:rect b="b" l="l" r="r" t="t"/>
              <a:pathLst>
                <a:path extrusionOk="0" h="899" w="4342">
                  <a:moveTo>
                    <a:pt x="2246" y="1"/>
                  </a:moveTo>
                  <a:lnTo>
                    <a:pt x="1198" y="150"/>
                  </a:lnTo>
                  <a:lnTo>
                    <a:pt x="151" y="300"/>
                  </a:lnTo>
                  <a:lnTo>
                    <a:pt x="1" y="450"/>
                  </a:lnTo>
                  <a:lnTo>
                    <a:pt x="151" y="599"/>
                  </a:lnTo>
                  <a:lnTo>
                    <a:pt x="1198" y="899"/>
                  </a:lnTo>
                  <a:lnTo>
                    <a:pt x="3743" y="899"/>
                  </a:lnTo>
                  <a:lnTo>
                    <a:pt x="4342" y="599"/>
                  </a:lnTo>
                  <a:lnTo>
                    <a:pt x="4342" y="450"/>
                  </a:lnTo>
                  <a:lnTo>
                    <a:pt x="4342" y="300"/>
                  </a:lnTo>
                  <a:lnTo>
                    <a:pt x="3743" y="150"/>
                  </a:lnTo>
                  <a:lnTo>
                    <a:pt x="3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8" name="Google Shape;1408;p52"/>
            <p:cNvSpPr/>
            <p:nvPr/>
          </p:nvSpPr>
          <p:spPr>
            <a:xfrm>
              <a:off x="3740750" y="863025"/>
              <a:ext cx="82350" cy="18725"/>
            </a:xfrm>
            <a:custGeom>
              <a:rect b="b" l="l" r="r" t="t"/>
              <a:pathLst>
                <a:path extrusionOk="0" h="749" w="3294">
                  <a:moveTo>
                    <a:pt x="1498" y="0"/>
                  </a:moveTo>
                  <a:lnTo>
                    <a:pt x="151" y="300"/>
                  </a:lnTo>
                  <a:lnTo>
                    <a:pt x="1" y="449"/>
                  </a:lnTo>
                  <a:lnTo>
                    <a:pt x="151" y="599"/>
                  </a:lnTo>
                  <a:lnTo>
                    <a:pt x="1647" y="749"/>
                  </a:lnTo>
                  <a:lnTo>
                    <a:pt x="2396" y="749"/>
                  </a:lnTo>
                  <a:lnTo>
                    <a:pt x="2995" y="599"/>
                  </a:lnTo>
                  <a:lnTo>
                    <a:pt x="3144" y="599"/>
                  </a:lnTo>
                  <a:lnTo>
                    <a:pt x="3294" y="449"/>
                  </a:lnTo>
                  <a:lnTo>
                    <a:pt x="3144" y="150"/>
                  </a:lnTo>
                  <a:lnTo>
                    <a:pt x="2995" y="150"/>
                  </a:lnTo>
                  <a:lnTo>
                    <a:pt x="23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9" name="Google Shape;1409;p52"/>
            <p:cNvSpPr/>
            <p:nvPr/>
          </p:nvSpPr>
          <p:spPr>
            <a:xfrm>
              <a:off x="3744500" y="780700"/>
              <a:ext cx="71125" cy="22475"/>
            </a:xfrm>
            <a:custGeom>
              <a:rect b="b" l="l" r="r" t="t"/>
              <a:pathLst>
                <a:path extrusionOk="0" h="899" w="2845">
                  <a:moveTo>
                    <a:pt x="1348" y="0"/>
                  </a:moveTo>
                  <a:lnTo>
                    <a:pt x="749" y="150"/>
                  </a:lnTo>
                  <a:lnTo>
                    <a:pt x="150" y="300"/>
                  </a:lnTo>
                  <a:lnTo>
                    <a:pt x="1" y="449"/>
                  </a:lnTo>
                  <a:lnTo>
                    <a:pt x="150" y="599"/>
                  </a:lnTo>
                  <a:lnTo>
                    <a:pt x="749" y="898"/>
                  </a:lnTo>
                  <a:lnTo>
                    <a:pt x="1946" y="898"/>
                  </a:lnTo>
                  <a:lnTo>
                    <a:pt x="2545" y="749"/>
                  </a:lnTo>
                  <a:lnTo>
                    <a:pt x="2695" y="599"/>
                  </a:lnTo>
                  <a:lnTo>
                    <a:pt x="2845" y="449"/>
                  </a:lnTo>
                  <a:lnTo>
                    <a:pt x="2695" y="300"/>
                  </a:lnTo>
                  <a:lnTo>
                    <a:pt x="2545" y="150"/>
                  </a:lnTo>
                  <a:lnTo>
                    <a:pt x="19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0" name="Google Shape;1410;p52"/>
            <p:cNvSpPr/>
            <p:nvPr/>
          </p:nvSpPr>
          <p:spPr>
            <a:xfrm>
              <a:off x="3759475" y="698375"/>
              <a:ext cx="67375" cy="26225"/>
            </a:xfrm>
            <a:custGeom>
              <a:rect b="b" l="l" r="r" t="t"/>
              <a:pathLst>
                <a:path extrusionOk="0" h="1049" w="2695">
                  <a:moveTo>
                    <a:pt x="1497" y="0"/>
                  </a:moveTo>
                  <a:lnTo>
                    <a:pt x="150" y="300"/>
                  </a:lnTo>
                  <a:lnTo>
                    <a:pt x="0" y="450"/>
                  </a:lnTo>
                  <a:lnTo>
                    <a:pt x="150" y="749"/>
                  </a:lnTo>
                  <a:lnTo>
                    <a:pt x="749" y="899"/>
                  </a:lnTo>
                  <a:lnTo>
                    <a:pt x="1497" y="1048"/>
                  </a:lnTo>
                  <a:lnTo>
                    <a:pt x="2096" y="899"/>
                  </a:lnTo>
                  <a:lnTo>
                    <a:pt x="2395" y="899"/>
                  </a:lnTo>
                  <a:lnTo>
                    <a:pt x="2695" y="749"/>
                  </a:lnTo>
                  <a:lnTo>
                    <a:pt x="2695" y="450"/>
                  </a:lnTo>
                  <a:lnTo>
                    <a:pt x="26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1" name="Google Shape;1411;p52"/>
            <p:cNvSpPr/>
            <p:nvPr/>
          </p:nvSpPr>
          <p:spPr>
            <a:xfrm>
              <a:off x="3766950" y="623525"/>
              <a:ext cx="59900" cy="15000"/>
            </a:xfrm>
            <a:custGeom>
              <a:rect b="b" l="l" r="r" t="t"/>
              <a:pathLst>
                <a:path extrusionOk="0" h="600" w="2396">
                  <a:moveTo>
                    <a:pt x="1048" y="1"/>
                  </a:moveTo>
                  <a:lnTo>
                    <a:pt x="1" y="151"/>
                  </a:lnTo>
                  <a:lnTo>
                    <a:pt x="1" y="300"/>
                  </a:lnTo>
                  <a:lnTo>
                    <a:pt x="1" y="450"/>
                  </a:lnTo>
                  <a:lnTo>
                    <a:pt x="1048" y="600"/>
                  </a:lnTo>
                  <a:lnTo>
                    <a:pt x="2246" y="450"/>
                  </a:lnTo>
                  <a:lnTo>
                    <a:pt x="2396" y="300"/>
                  </a:lnTo>
                  <a:lnTo>
                    <a:pt x="2246" y="151"/>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2" name="Google Shape;1412;p52"/>
            <p:cNvSpPr/>
            <p:nvPr/>
          </p:nvSpPr>
          <p:spPr>
            <a:xfrm>
              <a:off x="3512500" y="2827550"/>
              <a:ext cx="18725" cy="295650"/>
            </a:xfrm>
            <a:custGeom>
              <a:rect b="b" l="l" r="r" t="t"/>
              <a:pathLst>
                <a:path extrusionOk="0" h="11826" w="749">
                  <a:moveTo>
                    <a:pt x="300" y="1"/>
                  </a:moveTo>
                  <a:lnTo>
                    <a:pt x="150" y="150"/>
                  </a:lnTo>
                  <a:lnTo>
                    <a:pt x="150" y="300"/>
                  </a:lnTo>
                  <a:lnTo>
                    <a:pt x="150" y="749"/>
                  </a:lnTo>
                  <a:lnTo>
                    <a:pt x="1" y="1497"/>
                  </a:lnTo>
                  <a:lnTo>
                    <a:pt x="1" y="2096"/>
                  </a:lnTo>
                  <a:lnTo>
                    <a:pt x="1" y="2695"/>
                  </a:lnTo>
                  <a:lnTo>
                    <a:pt x="1" y="7185"/>
                  </a:lnTo>
                  <a:lnTo>
                    <a:pt x="150" y="11676"/>
                  </a:lnTo>
                  <a:lnTo>
                    <a:pt x="300" y="11825"/>
                  </a:lnTo>
                  <a:lnTo>
                    <a:pt x="450" y="11676"/>
                  </a:lnTo>
                  <a:lnTo>
                    <a:pt x="749" y="7185"/>
                  </a:lnTo>
                  <a:lnTo>
                    <a:pt x="599" y="2695"/>
                  </a:lnTo>
                  <a:lnTo>
                    <a:pt x="599" y="2096"/>
                  </a:lnTo>
                  <a:lnTo>
                    <a:pt x="599" y="1497"/>
                  </a:lnTo>
                  <a:lnTo>
                    <a:pt x="599" y="1348"/>
                  </a:lnTo>
                  <a:lnTo>
                    <a:pt x="599" y="749"/>
                  </a:lnTo>
                  <a:lnTo>
                    <a:pt x="450" y="30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3" name="Google Shape;1413;p52"/>
            <p:cNvSpPr/>
            <p:nvPr/>
          </p:nvSpPr>
          <p:spPr>
            <a:xfrm>
              <a:off x="3351600" y="2850000"/>
              <a:ext cx="15000" cy="280675"/>
            </a:xfrm>
            <a:custGeom>
              <a:rect b="b" l="l" r="r" t="t"/>
              <a:pathLst>
                <a:path extrusionOk="0" h="11227" w="600">
                  <a:moveTo>
                    <a:pt x="300" y="1"/>
                  </a:moveTo>
                  <a:lnTo>
                    <a:pt x="150" y="150"/>
                  </a:lnTo>
                  <a:lnTo>
                    <a:pt x="0" y="5539"/>
                  </a:lnTo>
                  <a:lnTo>
                    <a:pt x="0" y="6587"/>
                  </a:lnTo>
                  <a:lnTo>
                    <a:pt x="0" y="7634"/>
                  </a:lnTo>
                  <a:lnTo>
                    <a:pt x="0" y="9430"/>
                  </a:lnTo>
                  <a:lnTo>
                    <a:pt x="150" y="11077"/>
                  </a:lnTo>
                  <a:lnTo>
                    <a:pt x="300" y="11227"/>
                  </a:lnTo>
                  <a:lnTo>
                    <a:pt x="449" y="11077"/>
                  </a:lnTo>
                  <a:lnTo>
                    <a:pt x="599" y="8832"/>
                  </a:lnTo>
                  <a:lnTo>
                    <a:pt x="599" y="6587"/>
                  </a:lnTo>
                  <a:lnTo>
                    <a:pt x="599" y="5539"/>
                  </a:lnTo>
                  <a:lnTo>
                    <a:pt x="599" y="4641"/>
                  </a:lnTo>
                  <a:lnTo>
                    <a:pt x="449" y="15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4" name="Google Shape;1414;p52"/>
            <p:cNvSpPr/>
            <p:nvPr/>
          </p:nvSpPr>
          <p:spPr>
            <a:xfrm>
              <a:off x="3265525" y="2846250"/>
              <a:ext cx="26225" cy="273200"/>
            </a:xfrm>
            <a:custGeom>
              <a:rect b="b" l="l" r="r" t="t"/>
              <a:pathLst>
                <a:path extrusionOk="0" h="10928" w="1049">
                  <a:moveTo>
                    <a:pt x="450" y="1"/>
                  </a:moveTo>
                  <a:lnTo>
                    <a:pt x="150" y="2396"/>
                  </a:lnTo>
                  <a:lnTo>
                    <a:pt x="1" y="4940"/>
                  </a:lnTo>
                  <a:lnTo>
                    <a:pt x="1" y="7485"/>
                  </a:lnTo>
                  <a:lnTo>
                    <a:pt x="300" y="9880"/>
                  </a:lnTo>
                  <a:lnTo>
                    <a:pt x="300" y="10778"/>
                  </a:lnTo>
                  <a:lnTo>
                    <a:pt x="450" y="10928"/>
                  </a:lnTo>
                  <a:lnTo>
                    <a:pt x="600" y="10778"/>
                  </a:lnTo>
                  <a:lnTo>
                    <a:pt x="600" y="10478"/>
                  </a:lnTo>
                  <a:lnTo>
                    <a:pt x="749" y="9131"/>
                  </a:lnTo>
                  <a:lnTo>
                    <a:pt x="1049" y="6886"/>
                  </a:lnTo>
                  <a:lnTo>
                    <a:pt x="1049" y="4491"/>
                  </a:lnTo>
                  <a:lnTo>
                    <a:pt x="899" y="2246"/>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5" name="Google Shape;1415;p52"/>
            <p:cNvSpPr/>
            <p:nvPr/>
          </p:nvSpPr>
          <p:spPr>
            <a:xfrm>
              <a:off x="3186950" y="2857500"/>
              <a:ext cx="22475" cy="258200"/>
            </a:xfrm>
            <a:custGeom>
              <a:rect b="b" l="l" r="r" t="t"/>
              <a:pathLst>
                <a:path extrusionOk="0" h="10328" w="899">
                  <a:moveTo>
                    <a:pt x="300" y="0"/>
                  </a:moveTo>
                  <a:lnTo>
                    <a:pt x="150" y="1048"/>
                  </a:lnTo>
                  <a:lnTo>
                    <a:pt x="1" y="2245"/>
                  </a:lnTo>
                  <a:lnTo>
                    <a:pt x="1" y="4640"/>
                  </a:lnTo>
                  <a:lnTo>
                    <a:pt x="1" y="7484"/>
                  </a:lnTo>
                  <a:lnTo>
                    <a:pt x="300" y="10178"/>
                  </a:lnTo>
                  <a:lnTo>
                    <a:pt x="300" y="10328"/>
                  </a:lnTo>
                  <a:lnTo>
                    <a:pt x="599" y="10328"/>
                  </a:lnTo>
                  <a:lnTo>
                    <a:pt x="599" y="10178"/>
                  </a:lnTo>
                  <a:lnTo>
                    <a:pt x="749" y="7484"/>
                  </a:lnTo>
                  <a:lnTo>
                    <a:pt x="899" y="4640"/>
                  </a:lnTo>
                  <a:lnTo>
                    <a:pt x="899" y="2245"/>
                  </a:lnTo>
                  <a:lnTo>
                    <a:pt x="749" y="1048"/>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6" name="Google Shape;1416;p52"/>
            <p:cNvSpPr/>
            <p:nvPr/>
          </p:nvSpPr>
          <p:spPr>
            <a:xfrm>
              <a:off x="3100875" y="2857500"/>
              <a:ext cx="29975" cy="243250"/>
            </a:xfrm>
            <a:custGeom>
              <a:rect b="b" l="l" r="r" t="t"/>
              <a:pathLst>
                <a:path extrusionOk="0" h="9730" w="1199">
                  <a:moveTo>
                    <a:pt x="450" y="0"/>
                  </a:moveTo>
                  <a:lnTo>
                    <a:pt x="300" y="1197"/>
                  </a:lnTo>
                  <a:lnTo>
                    <a:pt x="151" y="2395"/>
                  </a:lnTo>
                  <a:lnTo>
                    <a:pt x="1" y="4790"/>
                  </a:lnTo>
                  <a:lnTo>
                    <a:pt x="300" y="7334"/>
                  </a:lnTo>
                  <a:lnTo>
                    <a:pt x="450" y="9579"/>
                  </a:lnTo>
                  <a:lnTo>
                    <a:pt x="600" y="9729"/>
                  </a:lnTo>
                  <a:lnTo>
                    <a:pt x="749" y="9579"/>
                  </a:lnTo>
                  <a:lnTo>
                    <a:pt x="899" y="7334"/>
                  </a:lnTo>
                  <a:lnTo>
                    <a:pt x="1198" y="4790"/>
                  </a:lnTo>
                  <a:lnTo>
                    <a:pt x="1198" y="2395"/>
                  </a:lnTo>
                  <a:lnTo>
                    <a:pt x="1049" y="1197"/>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7" name="Google Shape;1417;p52"/>
            <p:cNvSpPr/>
            <p:nvPr/>
          </p:nvSpPr>
          <p:spPr>
            <a:xfrm>
              <a:off x="3026050" y="2846250"/>
              <a:ext cx="22475" cy="243275"/>
            </a:xfrm>
            <a:custGeom>
              <a:rect b="b" l="l" r="r" t="t"/>
              <a:pathLst>
                <a:path extrusionOk="0" h="9731" w="899">
                  <a:moveTo>
                    <a:pt x="449" y="1"/>
                  </a:moveTo>
                  <a:lnTo>
                    <a:pt x="300" y="151"/>
                  </a:lnTo>
                  <a:lnTo>
                    <a:pt x="0" y="1198"/>
                  </a:lnTo>
                  <a:lnTo>
                    <a:pt x="0" y="2396"/>
                  </a:lnTo>
                  <a:lnTo>
                    <a:pt x="0" y="4641"/>
                  </a:lnTo>
                  <a:lnTo>
                    <a:pt x="0" y="7036"/>
                  </a:lnTo>
                  <a:lnTo>
                    <a:pt x="300" y="9580"/>
                  </a:lnTo>
                  <a:lnTo>
                    <a:pt x="300" y="9730"/>
                  </a:lnTo>
                  <a:lnTo>
                    <a:pt x="599" y="9730"/>
                  </a:lnTo>
                  <a:lnTo>
                    <a:pt x="599" y="9580"/>
                  </a:lnTo>
                  <a:lnTo>
                    <a:pt x="749" y="7036"/>
                  </a:lnTo>
                  <a:lnTo>
                    <a:pt x="749" y="4641"/>
                  </a:lnTo>
                  <a:lnTo>
                    <a:pt x="898" y="239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8" name="Google Shape;1418;p52"/>
            <p:cNvSpPr/>
            <p:nvPr/>
          </p:nvSpPr>
          <p:spPr>
            <a:xfrm>
              <a:off x="2943725" y="2846250"/>
              <a:ext cx="22475" cy="232050"/>
            </a:xfrm>
            <a:custGeom>
              <a:rect b="b" l="l" r="r" t="t"/>
              <a:pathLst>
                <a:path extrusionOk="0" h="9282" w="899">
                  <a:moveTo>
                    <a:pt x="300" y="1"/>
                  </a:moveTo>
                  <a:lnTo>
                    <a:pt x="300" y="151"/>
                  </a:lnTo>
                  <a:lnTo>
                    <a:pt x="0" y="4641"/>
                  </a:lnTo>
                  <a:lnTo>
                    <a:pt x="150" y="6886"/>
                  </a:lnTo>
                  <a:lnTo>
                    <a:pt x="300" y="9131"/>
                  </a:lnTo>
                  <a:lnTo>
                    <a:pt x="599" y="9281"/>
                  </a:lnTo>
                  <a:lnTo>
                    <a:pt x="749" y="9131"/>
                  </a:lnTo>
                  <a:lnTo>
                    <a:pt x="899" y="6886"/>
                  </a:lnTo>
                  <a:lnTo>
                    <a:pt x="899" y="4641"/>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9" name="Google Shape;1419;p52"/>
            <p:cNvSpPr/>
            <p:nvPr/>
          </p:nvSpPr>
          <p:spPr>
            <a:xfrm>
              <a:off x="2861400" y="2835025"/>
              <a:ext cx="22475" cy="235775"/>
            </a:xfrm>
            <a:custGeom>
              <a:rect b="b" l="l" r="r" t="t"/>
              <a:pathLst>
                <a:path extrusionOk="0" h="9431" w="899">
                  <a:moveTo>
                    <a:pt x="599" y="1"/>
                  </a:moveTo>
                  <a:lnTo>
                    <a:pt x="450" y="151"/>
                  </a:lnTo>
                  <a:lnTo>
                    <a:pt x="300" y="300"/>
                  </a:lnTo>
                  <a:lnTo>
                    <a:pt x="150" y="2695"/>
                  </a:lnTo>
                  <a:lnTo>
                    <a:pt x="1" y="5090"/>
                  </a:lnTo>
                  <a:lnTo>
                    <a:pt x="1" y="7186"/>
                  </a:lnTo>
                  <a:lnTo>
                    <a:pt x="1" y="8383"/>
                  </a:lnTo>
                  <a:lnTo>
                    <a:pt x="150" y="9431"/>
                  </a:lnTo>
                  <a:lnTo>
                    <a:pt x="599" y="9431"/>
                  </a:lnTo>
                  <a:lnTo>
                    <a:pt x="749" y="8383"/>
                  </a:lnTo>
                  <a:lnTo>
                    <a:pt x="899" y="7186"/>
                  </a:lnTo>
                  <a:lnTo>
                    <a:pt x="899" y="5090"/>
                  </a:lnTo>
                  <a:lnTo>
                    <a:pt x="899" y="2695"/>
                  </a:lnTo>
                  <a:lnTo>
                    <a:pt x="749" y="300"/>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0" name="Google Shape;1420;p52"/>
            <p:cNvSpPr/>
            <p:nvPr/>
          </p:nvSpPr>
          <p:spPr>
            <a:xfrm>
              <a:off x="2782825" y="2850000"/>
              <a:ext cx="22475" cy="205825"/>
            </a:xfrm>
            <a:custGeom>
              <a:rect b="b" l="l" r="r" t="t"/>
              <a:pathLst>
                <a:path extrusionOk="0" h="8233" w="899">
                  <a:moveTo>
                    <a:pt x="449" y="1"/>
                  </a:moveTo>
                  <a:lnTo>
                    <a:pt x="300" y="150"/>
                  </a:lnTo>
                  <a:lnTo>
                    <a:pt x="150" y="300"/>
                  </a:lnTo>
                  <a:lnTo>
                    <a:pt x="0" y="2246"/>
                  </a:lnTo>
                  <a:lnTo>
                    <a:pt x="0" y="4192"/>
                  </a:lnTo>
                  <a:lnTo>
                    <a:pt x="0" y="6137"/>
                  </a:lnTo>
                  <a:lnTo>
                    <a:pt x="300" y="8083"/>
                  </a:lnTo>
                  <a:lnTo>
                    <a:pt x="300" y="8233"/>
                  </a:lnTo>
                  <a:lnTo>
                    <a:pt x="449" y="8083"/>
                  </a:lnTo>
                  <a:lnTo>
                    <a:pt x="898" y="4192"/>
                  </a:lnTo>
                  <a:lnTo>
                    <a:pt x="898" y="2246"/>
                  </a:lnTo>
                  <a:lnTo>
                    <a:pt x="749" y="300"/>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1" name="Google Shape;1421;p52"/>
            <p:cNvSpPr/>
            <p:nvPr/>
          </p:nvSpPr>
          <p:spPr>
            <a:xfrm>
              <a:off x="2696750" y="2797625"/>
              <a:ext cx="29975" cy="246975"/>
            </a:xfrm>
            <a:custGeom>
              <a:rect b="b" l="l" r="r" t="t"/>
              <a:pathLst>
                <a:path extrusionOk="0" h="9879" w="1199">
                  <a:moveTo>
                    <a:pt x="599" y="0"/>
                  </a:moveTo>
                  <a:lnTo>
                    <a:pt x="450" y="150"/>
                  </a:lnTo>
                  <a:lnTo>
                    <a:pt x="150" y="2545"/>
                  </a:lnTo>
                  <a:lnTo>
                    <a:pt x="1" y="4940"/>
                  </a:lnTo>
                  <a:lnTo>
                    <a:pt x="150" y="7334"/>
                  </a:lnTo>
                  <a:lnTo>
                    <a:pt x="450" y="9729"/>
                  </a:lnTo>
                  <a:lnTo>
                    <a:pt x="599" y="9879"/>
                  </a:lnTo>
                  <a:lnTo>
                    <a:pt x="749" y="9729"/>
                  </a:lnTo>
                  <a:lnTo>
                    <a:pt x="1048" y="7634"/>
                  </a:lnTo>
                  <a:lnTo>
                    <a:pt x="1198" y="5688"/>
                  </a:lnTo>
                  <a:lnTo>
                    <a:pt x="1198" y="3892"/>
                  </a:lnTo>
                  <a:lnTo>
                    <a:pt x="1048" y="1946"/>
                  </a:lnTo>
                  <a:lnTo>
                    <a:pt x="899" y="150"/>
                  </a:lnTo>
                  <a:lnTo>
                    <a:pt x="74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2" name="Google Shape;1422;p52"/>
            <p:cNvSpPr/>
            <p:nvPr/>
          </p:nvSpPr>
          <p:spPr>
            <a:xfrm>
              <a:off x="2621925" y="2838775"/>
              <a:ext cx="22475" cy="194600"/>
            </a:xfrm>
            <a:custGeom>
              <a:rect b="b" l="l" r="r" t="t"/>
              <a:pathLst>
                <a:path extrusionOk="0" h="7784" w="899">
                  <a:moveTo>
                    <a:pt x="299" y="1"/>
                  </a:moveTo>
                  <a:lnTo>
                    <a:pt x="150" y="150"/>
                  </a:lnTo>
                  <a:lnTo>
                    <a:pt x="0" y="2096"/>
                  </a:lnTo>
                  <a:lnTo>
                    <a:pt x="0" y="3892"/>
                  </a:lnTo>
                  <a:lnTo>
                    <a:pt x="0" y="5838"/>
                  </a:lnTo>
                  <a:lnTo>
                    <a:pt x="299" y="7634"/>
                  </a:lnTo>
                  <a:lnTo>
                    <a:pt x="449" y="7784"/>
                  </a:lnTo>
                  <a:lnTo>
                    <a:pt x="599" y="7634"/>
                  </a:lnTo>
                  <a:lnTo>
                    <a:pt x="749" y="5838"/>
                  </a:lnTo>
                  <a:lnTo>
                    <a:pt x="898" y="3892"/>
                  </a:lnTo>
                  <a:lnTo>
                    <a:pt x="749" y="2096"/>
                  </a:lnTo>
                  <a:lnTo>
                    <a:pt x="59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3" name="Google Shape;1423;p52"/>
            <p:cNvSpPr/>
            <p:nvPr/>
          </p:nvSpPr>
          <p:spPr>
            <a:xfrm>
              <a:off x="2461000" y="2846250"/>
              <a:ext cx="22500" cy="164675"/>
            </a:xfrm>
            <a:custGeom>
              <a:rect b="b" l="l" r="r" t="t"/>
              <a:pathLst>
                <a:path extrusionOk="0" h="6587" w="900">
                  <a:moveTo>
                    <a:pt x="450" y="1"/>
                  </a:moveTo>
                  <a:lnTo>
                    <a:pt x="300" y="151"/>
                  </a:lnTo>
                  <a:lnTo>
                    <a:pt x="151" y="300"/>
                  </a:lnTo>
                  <a:lnTo>
                    <a:pt x="151" y="899"/>
                  </a:lnTo>
                  <a:lnTo>
                    <a:pt x="1" y="2246"/>
                  </a:lnTo>
                  <a:lnTo>
                    <a:pt x="1" y="3743"/>
                  </a:lnTo>
                  <a:lnTo>
                    <a:pt x="151" y="5090"/>
                  </a:lnTo>
                  <a:lnTo>
                    <a:pt x="300" y="6587"/>
                  </a:lnTo>
                  <a:lnTo>
                    <a:pt x="600" y="6587"/>
                  </a:lnTo>
                  <a:lnTo>
                    <a:pt x="899" y="4940"/>
                  </a:lnTo>
                  <a:lnTo>
                    <a:pt x="899" y="3444"/>
                  </a:lnTo>
                  <a:lnTo>
                    <a:pt x="899" y="1797"/>
                  </a:lnTo>
                  <a:lnTo>
                    <a:pt x="600" y="300"/>
                  </a:lnTo>
                  <a:lnTo>
                    <a:pt x="600"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4" name="Google Shape;1424;p52"/>
            <p:cNvSpPr/>
            <p:nvPr/>
          </p:nvSpPr>
          <p:spPr>
            <a:xfrm>
              <a:off x="2539600" y="2850000"/>
              <a:ext cx="22475" cy="172150"/>
            </a:xfrm>
            <a:custGeom>
              <a:rect b="b" l="l" r="r" t="t"/>
              <a:pathLst>
                <a:path extrusionOk="0" h="6886" w="899">
                  <a:moveTo>
                    <a:pt x="300" y="1"/>
                  </a:moveTo>
                  <a:lnTo>
                    <a:pt x="300" y="150"/>
                  </a:lnTo>
                  <a:lnTo>
                    <a:pt x="0" y="1797"/>
                  </a:lnTo>
                  <a:lnTo>
                    <a:pt x="0" y="3443"/>
                  </a:lnTo>
                  <a:lnTo>
                    <a:pt x="150" y="5090"/>
                  </a:lnTo>
                  <a:lnTo>
                    <a:pt x="300" y="6736"/>
                  </a:lnTo>
                  <a:lnTo>
                    <a:pt x="449" y="6886"/>
                  </a:lnTo>
                  <a:lnTo>
                    <a:pt x="599" y="6886"/>
                  </a:lnTo>
                  <a:lnTo>
                    <a:pt x="599" y="6736"/>
                  </a:lnTo>
                  <a:lnTo>
                    <a:pt x="898" y="5090"/>
                  </a:lnTo>
                  <a:lnTo>
                    <a:pt x="898" y="3443"/>
                  </a:lnTo>
                  <a:lnTo>
                    <a:pt x="898" y="1797"/>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5" name="Google Shape;1425;p52"/>
            <p:cNvSpPr/>
            <p:nvPr/>
          </p:nvSpPr>
          <p:spPr>
            <a:xfrm>
              <a:off x="2378700" y="2853750"/>
              <a:ext cx="22475" cy="149700"/>
            </a:xfrm>
            <a:custGeom>
              <a:rect b="b" l="l" r="r" t="t"/>
              <a:pathLst>
                <a:path extrusionOk="0" h="5988" w="899">
                  <a:moveTo>
                    <a:pt x="299" y="0"/>
                  </a:moveTo>
                  <a:lnTo>
                    <a:pt x="299" y="150"/>
                  </a:lnTo>
                  <a:lnTo>
                    <a:pt x="0" y="1497"/>
                  </a:lnTo>
                  <a:lnTo>
                    <a:pt x="0" y="2994"/>
                  </a:lnTo>
                  <a:lnTo>
                    <a:pt x="150" y="4491"/>
                  </a:lnTo>
                  <a:lnTo>
                    <a:pt x="299" y="5838"/>
                  </a:lnTo>
                  <a:lnTo>
                    <a:pt x="449" y="5987"/>
                  </a:lnTo>
                  <a:lnTo>
                    <a:pt x="599" y="5838"/>
                  </a:lnTo>
                  <a:lnTo>
                    <a:pt x="898" y="4491"/>
                  </a:lnTo>
                  <a:lnTo>
                    <a:pt x="898" y="2994"/>
                  </a:lnTo>
                  <a:lnTo>
                    <a:pt x="898" y="1497"/>
                  </a:lnTo>
                  <a:lnTo>
                    <a:pt x="748"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6" name="Google Shape;1426;p52"/>
            <p:cNvSpPr/>
            <p:nvPr/>
          </p:nvSpPr>
          <p:spPr>
            <a:xfrm>
              <a:off x="2296375" y="2853750"/>
              <a:ext cx="26200" cy="134725"/>
            </a:xfrm>
            <a:custGeom>
              <a:rect b="b" l="l" r="r" t="t"/>
              <a:pathLst>
                <a:path extrusionOk="0" h="5389" w="1048">
                  <a:moveTo>
                    <a:pt x="449" y="0"/>
                  </a:moveTo>
                  <a:lnTo>
                    <a:pt x="299" y="150"/>
                  </a:lnTo>
                  <a:lnTo>
                    <a:pt x="150" y="1497"/>
                  </a:lnTo>
                  <a:lnTo>
                    <a:pt x="0" y="2695"/>
                  </a:lnTo>
                  <a:lnTo>
                    <a:pt x="150" y="4042"/>
                  </a:lnTo>
                  <a:lnTo>
                    <a:pt x="449" y="5239"/>
                  </a:lnTo>
                  <a:lnTo>
                    <a:pt x="449" y="5389"/>
                  </a:lnTo>
                  <a:lnTo>
                    <a:pt x="749" y="5389"/>
                  </a:lnTo>
                  <a:lnTo>
                    <a:pt x="749" y="5239"/>
                  </a:lnTo>
                  <a:lnTo>
                    <a:pt x="1048" y="4042"/>
                  </a:lnTo>
                  <a:lnTo>
                    <a:pt x="1048" y="2695"/>
                  </a:lnTo>
                  <a:lnTo>
                    <a:pt x="1048" y="149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7" name="Google Shape;1427;p52"/>
            <p:cNvSpPr/>
            <p:nvPr/>
          </p:nvSpPr>
          <p:spPr>
            <a:xfrm>
              <a:off x="2217775" y="2838775"/>
              <a:ext cx="22475" cy="142225"/>
            </a:xfrm>
            <a:custGeom>
              <a:rect b="b" l="l" r="r" t="t"/>
              <a:pathLst>
                <a:path extrusionOk="0" h="5689" w="899">
                  <a:moveTo>
                    <a:pt x="300" y="1"/>
                  </a:moveTo>
                  <a:lnTo>
                    <a:pt x="151" y="599"/>
                  </a:lnTo>
                  <a:lnTo>
                    <a:pt x="1" y="1348"/>
                  </a:lnTo>
                  <a:lnTo>
                    <a:pt x="1" y="2695"/>
                  </a:lnTo>
                  <a:lnTo>
                    <a:pt x="151" y="4042"/>
                  </a:lnTo>
                  <a:lnTo>
                    <a:pt x="300" y="5539"/>
                  </a:lnTo>
                  <a:lnTo>
                    <a:pt x="450" y="5688"/>
                  </a:lnTo>
                  <a:lnTo>
                    <a:pt x="749" y="5539"/>
                  </a:lnTo>
                  <a:lnTo>
                    <a:pt x="899" y="4042"/>
                  </a:lnTo>
                  <a:lnTo>
                    <a:pt x="899" y="2695"/>
                  </a:lnTo>
                  <a:lnTo>
                    <a:pt x="899" y="1348"/>
                  </a:lnTo>
                  <a:lnTo>
                    <a:pt x="749" y="599"/>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8" name="Google Shape;1428;p52"/>
            <p:cNvSpPr/>
            <p:nvPr/>
          </p:nvSpPr>
          <p:spPr>
            <a:xfrm>
              <a:off x="2139200" y="2831300"/>
              <a:ext cx="22475" cy="134725"/>
            </a:xfrm>
            <a:custGeom>
              <a:rect b="b" l="l" r="r" t="t"/>
              <a:pathLst>
                <a:path extrusionOk="0" h="5389" w="899">
                  <a:moveTo>
                    <a:pt x="300" y="0"/>
                  </a:moveTo>
                  <a:lnTo>
                    <a:pt x="150" y="150"/>
                  </a:lnTo>
                  <a:lnTo>
                    <a:pt x="1" y="749"/>
                  </a:lnTo>
                  <a:lnTo>
                    <a:pt x="1" y="1347"/>
                  </a:lnTo>
                  <a:lnTo>
                    <a:pt x="1" y="2545"/>
                  </a:lnTo>
                  <a:lnTo>
                    <a:pt x="1" y="3892"/>
                  </a:lnTo>
                  <a:lnTo>
                    <a:pt x="150" y="5239"/>
                  </a:lnTo>
                  <a:lnTo>
                    <a:pt x="300" y="5389"/>
                  </a:lnTo>
                  <a:lnTo>
                    <a:pt x="599" y="5389"/>
                  </a:lnTo>
                  <a:lnTo>
                    <a:pt x="599" y="5239"/>
                  </a:lnTo>
                  <a:lnTo>
                    <a:pt x="749" y="3892"/>
                  </a:lnTo>
                  <a:lnTo>
                    <a:pt x="899" y="2545"/>
                  </a:lnTo>
                  <a:lnTo>
                    <a:pt x="749" y="1347"/>
                  </a:lnTo>
                  <a:lnTo>
                    <a:pt x="749" y="749"/>
                  </a:lnTo>
                  <a:lnTo>
                    <a:pt x="450" y="150"/>
                  </a:lnTo>
                  <a:lnTo>
                    <a:pt x="3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9" name="Google Shape;1429;p52"/>
            <p:cNvSpPr/>
            <p:nvPr/>
          </p:nvSpPr>
          <p:spPr>
            <a:xfrm>
              <a:off x="2053150" y="2827550"/>
              <a:ext cx="29950" cy="138475"/>
            </a:xfrm>
            <a:custGeom>
              <a:rect b="b" l="l" r="r" t="t"/>
              <a:pathLst>
                <a:path extrusionOk="0" h="5539" w="1198">
                  <a:moveTo>
                    <a:pt x="599" y="1"/>
                  </a:moveTo>
                  <a:lnTo>
                    <a:pt x="449" y="150"/>
                  </a:lnTo>
                  <a:lnTo>
                    <a:pt x="150" y="749"/>
                  </a:lnTo>
                  <a:lnTo>
                    <a:pt x="0" y="1348"/>
                  </a:lnTo>
                  <a:lnTo>
                    <a:pt x="0" y="2695"/>
                  </a:lnTo>
                  <a:lnTo>
                    <a:pt x="150" y="4042"/>
                  </a:lnTo>
                  <a:lnTo>
                    <a:pt x="449" y="5389"/>
                  </a:lnTo>
                  <a:lnTo>
                    <a:pt x="599" y="5539"/>
                  </a:lnTo>
                  <a:lnTo>
                    <a:pt x="748" y="5389"/>
                  </a:lnTo>
                  <a:lnTo>
                    <a:pt x="1048" y="4042"/>
                  </a:lnTo>
                  <a:lnTo>
                    <a:pt x="1197" y="2695"/>
                  </a:lnTo>
                  <a:lnTo>
                    <a:pt x="1048" y="1348"/>
                  </a:lnTo>
                  <a:lnTo>
                    <a:pt x="1048" y="749"/>
                  </a:lnTo>
                  <a:lnTo>
                    <a:pt x="748"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0" name="Google Shape;1430;p52"/>
            <p:cNvSpPr/>
            <p:nvPr/>
          </p:nvSpPr>
          <p:spPr>
            <a:xfrm>
              <a:off x="1974550" y="2812575"/>
              <a:ext cx="26225" cy="134750"/>
            </a:xfrm>
            <a:custGeom>
              <a:rect b="b" l="l" r="r" t="t"/>
              <a:pathLst>
                <a:path extrusionOk="0" h="5390" w="1049">
                  <a:moveTo>
                    <a:pt x="450" y="1"/>
                  </a:moveTo>
                  <a:lnTo>
                    <a:pt x="300" y="151"/>
                  </a:lnTo>
                  <a:lnTo>
                    <a:pt x="1" y="1348"/>
                  </a:lnTo>
                  <a:lnTo>
                    <a:pt x="1" y="2695"/>
                  </a:lnTo>
                  <a:lnTo>
                    <a:pt x="150" y="4042"/>
                  </a:lnTo>
                  <a:lnTo>
                    <a:pt x="300" y="5240"/>
                  </a:lnTo>
                  <a:lnTo>
                    <a:pt x="450" y="5389"/>
                  </a:lnTo>
                  <a:lnTo>
                    <a:pt x="599" y="5240"/>
                  </a:lnTo>
                  <a:lnTo>
                    <a:pt x="899" y="4042"/>
                  </a:lnTo>
                  <a:lnTo>
                    <a:pt x="1049" y="2695"/>
                  </a:lnTo>
                  <a:lnTo>
                    <a:pt x="899" y="1348"/>
                  </a:lnTo>
                  <a:lnTo>
                    <a:pt x="749"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1" name="Google Shape;1431;p52"/>
            <p:cNvSpPr/>
            <p:nvPr/>
          </p:nvSpPr>
          <p:spPr>
            <a:xfrm>
              <a:off x="1895975" y="2827550"/>
              <a:ext cx="22475" cy="108550"/>
            </a:xfrm>
            <a:custGeom>
              <a:rect b="b" l="l" r="r" t="t"/>
              <a:pathLst>
                <a:path extrusionOk="0" h="4342" w="899">
                  <a:moveTo>
                    <a:pt x="450" y="1"/>
                  </a:moveTo>
                  <a:lnTo>
                    <a:pt x="150" y="150"/>
                  </a:lnTo>
                  <a:lnTo>
                    <a:pt x="1" y="599"/>
                  </a:lnTo>
                  <a:lnTo>
                    <a:pt x="1" y="1048"/>
                  </a:lnTo>
                  <a:lnTo>
                    <a:pt x="1" y="2096"/>
                  </a:lnTo>
                  <a:lnTo>
                    <a:pt x="1" y="3144"/>
                  </a:lnTo>
                  <a:lnTo>
                    <a:pt x="300" y="4192"/>
                  </a:lnTo>
                  <a:lnTo>
                    <a:pt x="450" y="4341"/>
                  </a:lnTo>
                  <a:lnTo>
                    <a:pt x="599" y="4192"/>
                  </a:lnTo>
                  <a:lnTo>
                    <a:pt x="899" y="3144"/>
                  </a:lnTo>
                  <a:lnTo>
                    <a:pt x="899" y="2096"/>
                  </a:lnTo>
                  <a:lnTo>
                    <a:pt x="899" y="1048"/>
                  </a:lnTo>
                  <a:lnTo>
                    <a:pt x="749" y="599"/>
                  </a:lnTo>
                  <a:lnTo>
                    <a:pt x="599"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2" name="Google Shape;1432;p52"/>
            <p:cNvSpPr/>
            <p:nvPr/>
          </p:nvSpPr>
          <p:spPr>
            <a:xfrm>
              <a:off x="1813650" y="2846250"/>
              <a:ext cx="22475" cy="78625"/>
            </a:xfrm>
            <a:custGeom>
              <a:rect b="b" l="l" r="r" t="t"/>
              <a:pathLst>
                <a:path extrusionOk="0" h="3145" w="899">
                  <a:moveTo>
                    <a:pt x="300" y="1"/>
                  </a:moveTo>
                  <a:lnTo>
                    <a:pt x="150" y="151"/>
                  </a:lnTo>
                  <a:lnTo>
                    <a:pt x="1" y="899"/>
                  </a:lnTo>
                  <a:lnTo>
                    <a:pt x="150" y="1647"/>
                  </a:lnTo>
                  <a:lnTo>
                    <a:pt x="300" y="3144"/>
                  </a:lnTo>
                  <a:lnTo>
                    <a:pt x="599" y="3144"/>
                  </a:lnTo>
                  <a:lnTo>
                    <a:pt x="899" y="1647"/>
                  </a:lnTo>
                  <a:lnTo>
                    <a:pt x="899" y="899"/>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3" name="Google Shape;1433;p52"/>
            <p:cNvSpPr/>
            <p:nvPr/>
          </p:nvSpPr>
          <p:spPr>
            <a:xfrm>
              <a:off x="1735075" y="2853750"/>
              <a:ext cx="22475" cy="67375"/>
            </a:xfrm>
            <a:custGeom>
              <a:rect b="b" l="l" r="r" t="t"/>
              <a:pathLst>
                <a:path extrusionOk="0" h="2695" w="899">
                  <a:moveTo>
                    <a:pt x="300" y="0"/>
                  </a:moveTo>
                  <a:lnTo>
                    <a:pt x="150" y="150"/>
                  </a:lnTo>
                  <a:lnTo>
                    <a:pt x="0" y="749"/>
                  </a:lnTo>
                  <a:lnTo>
                    <a:pt x="0" y="1347"/>
                  </a:lnTo>
                  <a:lnTo>
                    <a:pt x="0" y="1946"/>
                  </a:lnTo>
                  <a:lnTo>
                    <a:pt x="300" y="2545"/>
                  </a:lnTo>
                  <a:lnTo>
                    <a:pt x="449" y="2695"/>
                  </a:lnTo>
                  <a:lnTo>
                    <a:pt x="599" y="2545"/>
                  </a:lnTo>
                  <a:lnTo>
                    <a:pt x="749" y="1946"/>
                  </a:lnTo>
                  <a:lnTo>
                    <a:pt x="898" y="1347"/>
                  </a:lnTo>
                  <a:lnTo>
                    <a:pt x="749" y="749"/>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4" name="Google Shape;1434;p52"/>
            <p:cNvSpPr/>
            <p:nvPr/>
          </p:nvSpPr>
          <p:spPr>
            <a:xfrm>
              <a:off x="1652750" y="2838775"/>
              <a:ext cx="22475" cy="67375"/>
            </a:xfrm>
            <a:custGeom>
              <a:rect b="b" l="l" r="r" t="t"/>
              <a:pathLst>
                <a:path extrusionOk="0" h="2695" w="899">
                  <a:moveTo>
                    <a:pt x="300" y="1"/>
                  </a:moveTo>
                  <a:lnTo>
                    <a:pt x="150" y="300"/>
                  </a:lnTo>
                  <a:lnTo>
                    <a:pt x="0" y="599"/>
                  </a:lnTo>
                  <a:lnTo>
                    <a:pt x="0" y="1348"/>
                  </a:lnTo>
                  <a:lnTo>
                    <a:pt x="300" y="2545"/>
                  </a:lnTo>
                  <a:lnTo>
                    <a:pt x="449" y="2695"/>
                  </a:lnTo>
                  <a:lnTo>
                    <a:pt x="599" y="2545"/>
                  </a:lnTo>
                  <a:lnTo>
                    <a:pt x="749" y="1946"/>
                  </a:lnTo>
                  <a:lnTo>
                    <a:pt x="899" y="1348"/>
                  </a:lnTo>
                  <a:lnTo>
                    <a:pt x="899" y="599"/>
                  </a:lnTo>
                  <a:lnTo>
                    <a:pt x="749" y="30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5" name="Google Shape;1435;p52"/>
            <p:cNvSpPr/>
            <p:nvPr/>
          </p:nvSpPr>
          <p:spPr>
            <a:xfrm>
              <a:off x="1574175" y="2842525"/>
              <a:ext cx="18725" cy="59900"/>
            </a:xfrm>
            <a:custGeom>
              <a:rect b="b" l="l" r="r" t="t"/>
              <a:pathLst>
                <a:path extrusionOk="0" h="2396" w="749">
                  <a:moveTo>
                    <a:pt x="300" y="0"/>
                  </a:moveTo>
                  <a:lnTo>
                    <a:pt x="150" y="150"/>
                  </a:lnTo>
                  <a:lnTo>
                    <a:pt x="0" y="1198"/>
                  </a:lnTo>
                  <a:lnTo>
                    <a:pt x="150" y="2245"/>
                  </a:lnTo>
                  <a:lnTo>
                    <a:pt x="300" y="2395"/>
                  </a:lnTo>
                  <a:lnTo>
                    <a:pt x="449" y="2395"/>
                  </a:lnTo>
                  <a:lnTo>
                    <a:pt x="599" y="2245"/>
                  </a:lnTo>
                  <a:lnTo>
                    <a:pt x="749" y="1198"/>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6" name="Google Shape;1436;p52"/>
            <p:cNvSpPr/>
            <p:nvPr/>
          </p:nvSpPr>
          <p:spPr>
            <a:xfrm>
              <a:off x="3781925" y="3138125"/>
              <a:ext cx="291900" cy="18750"/>
            </a:xfrm>
            <a:custGeom>
              <a:rect b="b" l="l" r="r" t="t"/>
              <a:pathLst>
                <a:path extrusionOk="0" h="750" w="11676">
                  <a:moveTo>
                    <a:pt x="2096" y="1"/>
                  </a:moveTo>
                  <a:lnTo>
                    <a:pt x="898" y="151"/>
                  </a:lnTo>
                  <a:lnTo>
                    <a:pt x="0" y="151"/>
                  </a:lnTo>
                  <a:lnTo>
                    <a:pt x="0" y="300"/>
                  </a:lnTo>
                  <a:lnTo>
                    <a:pt x="0" y="450"/>
                  </a:lnTo>
                  <a:lnTo>
                    <a:pt x="150" y="450"/>
                  </a:lnTo>
                  <a:lnTo>
                    <a:pt x="898" y="600"/>
                  </a:lnTo>
                  <a:lnTo>
                    <a:pt x="2246" y="600"/>
                  </a:lnTo>
                  <a:lnTo>
                    <a:pt x="6886" y="749"/>
                  </a:lnTo>
                  <a:lnTo>
                    <a:pt x="9280" y="600"/>
                  </a:lnTo>
                  <a:lnTo>
                    <a:pt x="11526" y="450"/>
                  </a:lnTo>
                  <a:lnTo>
                    <a:pt x="11675" y="450"/>
                  </a:lnTo>
                  <a:lnTo>
                    <a:pt x="11675" y="300"/>
                  </a:lnTo>
                  <a:lnTo>
                    <a:pt x="11526" y="151"/>
                  </a:lnTo>
                  <a:lnTo>
                    <a:pt x="928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7" name="Google Shape;1437;p52"/>
            <p:cNvSpPr/>
            <p:nvPr/>
          </p:nvSpPr>
          <p:spPr>
            <a:xfrm>
              <a:off x="3804375" y="3299050"/>
              <a:ext cx="280675" cy="18725"/>
            </a:xfrm>
            <a:custGeom>
              <a:rect b="b" l="l" r="r" t="t"/>
              <a:pathLst>
                <a:path extrusionOk="0" h="749" w="11227">
                  <a:moveTo>
                    <a:pt x="3742" y="0"/>
                  </a:moveTo>
                  <a:lnTo>
                    <a:pt x="150" y="150"/>
                  </a:lnTo>
                  <a:lnTo>
                    <a:pt x="0" y="299"/>
                  </a:lnTo>
                  <a:lnTo>
                    <a:pt x="0" y="449"/>
                  </a:lnTo>
                  <a:lnTo>
                    <a:pt x="150" y="599"/>
                  </a:lnTo>
                  <a:lnTo>
                    <a:pt x="4491" y="748"/>
                  </a:lnTo>
                  <a:lnTo>
                    <a:pt x="8682" y="748"/>
                  </a:lnTo>
                  <a:lnTo>
                    <a:pt x="10478" y="599"/>
                  </a:lnTo>
                  <a:lnTo>
                    <a:pt x="11077" y="449"/>
                  </a:lnTo>
                  <a:lnTo>
                    <a:pt x="11226" y="299"/>
                  </a:lnTo>
                  <a:lnTo>
                    <a:pt x="11077" y="299"/>
                  </a:lnTo>
                  <a:lnTo>
                    <a:pt x="10628"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8" name="Google Shape;1438;p52"/>
            <p:cNvSpPr/>
            <p:nvPr/>
          </p:nvSpPr>
          <p:spPr>
            <a:xfrm>
              <a:off x="3800625" y="3377625"/>
              <a:ext cx="273200" cy="26225"/>
            </a:xfrm>
            <a:custGeom>
              <a:rect b="b" l="l" r="r" t="t"/>
              <a:pathLst>
                <a:path extrusionOk="0" h="1049" w="10928">
                  <a:moveTo>
                    <a:pt x="1947" y="0"/>
                  </a:moveTo>
                  <a:lnTo>
                    <a:pt x="1" y="300"/>
                  </a:lnTo>
                  <a:lnTo>
                    <a:pt x="1" y="449"/>
                  </a:lnTo>
                  <a:lnTo>
                    <a:pt x="2246" y="898"/>
                  </a:lnTo>
                  <a:lnTo>
                    <a:pt x="4491" y="1048"/>
                  </a:lnTo>
                  <a:lnTo>
                    <a:pt x="6886" y="898"/>
                  </a:lnTo>
                  <a:lnTo>
                    <a:pt x="9131" y="749"/>
                  </a:lnTo>
                  <a:lnTo>
                    <a:pt x="10029" y="749"/>
                  </a:lnTo>
                  <a:lnTo>
                    <a:pt x="10179" y="599"/>
                  </a:lnTo>
                  <a:lnTo>
                    <a:pt x="10927" y="599"/>
                  </a:lnTo>
                  <a:lnTo>
                    <a:pt x="10927" y="449"/>
                  </a:lnTo>
                  <a:lnTo>
                    <a:pt x="10778" y="300"/>
                  </a:lnTo>
                  <a:lnTo>
                    <a:pt x="10329" y="300"/>
                  </a:lnTo>
                  <a:lnTo>
                    <a:pt x="9281"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39" name="Google Shape;1439;p52"/>
            <p:cNvSpPr/>
            <p:nvPr/>
          </p:nvSpPr>
          <p:spPr>
            <a:xfrm>
              <a:off x="3808125" y="3459950"/>
              <a:ext cx="261950" cy="18725"/>
            </a:xfrm>
            <a:custGeom>
              <a:rect b="b" l="l" r="r" t="t"/>
              <a:pathLst>
                <a:path extrusionOk="0" h="749" w="10478">
                  <a:moveTo>
                    <a:pt x="1198" y="0"/>
                  </a:moveTo>
                  <a:lnTo>
                    <a:pt x="0" y="300"/>
                  </a:lnTo>
                  <a:lnTo>
                    <a:pt x="0" y="449"/>
                  </a:lnTo>
                  <a:lnTo>
                    <a:pt x="1198" y="749"/>
                  </a:lnTo>
                  <a:lnTo>
                    <a:pt x="7185" y="749"/>
                  </a:lnTo>
                  <a:lnTo>
                    <a:pt x="9430" y="599"/>
                  </a:lnTo>
                  <a:lnTo>
                    <a:pt x="10178" y="599"/>
                  </a:lnTo>
                  <a:lnTo>
                    <a:pt x="10328" y="449"/>
                  </a:lnTo>
                  <a:lnTo>
                    <a:pt x="10478" y="449"/>
                  </a:lnTo>
                  <a:lnTo>
                    <a:pt x="10328" y="150"/>
                  </a:lnTo>
                  <a:lnTo>
                    <a:pt x="9580" y="15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0" name="Google Shape;1440;p52"/>
            <p:cNvSpPr/>
            <p:nvPr/>
          </p:nvSpPr>
          <p:spPr>
            <a:xfrm>
              <a:off x="3808125" y="3534775"/>
              <a:ext cx="246975" cy="29975"/>
            </a:xfrm>
            <a:custGeom>
              <a:rect b="b" l="l" r="r" t="t"/>
              <a:pathLst>
                <a:path extrusionOk="0" h="1199" w="9879">
                  <a:moveTo>
                    <a:pt x="4640" y="1"/>
                  </a:moveTo>
                  <a:lnTo>
                    <a:pt x="2245" y="151"/>
                  </a:lnTo>
                  <a:lnTo>
                    <a:pt x="1198" y="300"/>
                  </a:lnTo>
                  <a:lnTo>
                    <a:pt x="150" y="450"/>
                  </a:lnTo>
                  <a:lnTo>
                    <a:pt x="0" y="600"/>
                  </a:lnTo>
                  <a:lnTo>
                    <a:pt x="150" y="749"/>
                  </a:lnTo>
                  <a:lnTo>
                    <a:pt x="898" y="899"/>
                  </a:lnTo>
                  <a:lnTo>
                    <a:pt x="2395" y="1198"/>
                  </a:lnTo>
                  <a:lnTo>
                    <a:pt x="4341" y="1198"/>
                  </a:lnTo>
                  <a:lnTo>
                    <a:pt x="6287" y="1049"/>
                  </a:lnTo>
                  <a:lnTo>
                    <a:pt x="7933" y="899"/>
                  </a:lnTo>
                  <a:lnTo>
                    <a:pt x="8981" y="899"/>
                  </a:lnTo>
                  <a:lnTo>
                    <a:pt x="9729" y="749"/>
                  </a:lnTo>
                  <a:lnTo>
                    <a:pt x="9879" y="600"/>
                  </a:lnTo>
                  <a:lnTo>
                    <a:pt x="9729" y="600"/>
                  </a:lnTo>
                  <a:lnTo>
                    <a:pt x="9131" y="450"/>
                  </a:lnTo>
                  <a:lnTo>
                    <a:pt x="6885" y="300"/>
                  </a:lnTo>
                  <a:lnTo>
                    <a:pt x="46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1" name="Google Shape;1441;p52"/>
            <p:cNvSpPr/>
            <p:nvPr/>
          </p:nvSpPr>
          <p:spPr>
            <a:xfrm>
              <a:off x="3800625" y="3620850"/>
              <a:ext cx="243250" cy="18725"/>
            </a:xfrm>
            <a:custGeom>
              <a:rect b="b" l="l" r="r" t="t"/>
              <a:pathLst>
                <a:path extrusionOk="0" h="749" w="9730">
                  <a:moveTo>
                    <a:pt x="1198" y="0"/>
                  </a:moveTo>
                  <a:lnTo>
                    <a:pt x="150" y="300"/>
                  </a:lnTo>
                  <a:lnTo>
                    <a:pt x="1" y="449"/>
                  </a:lnTo>
                  <a:lnTo>
                    <a:pt x="150" y="599"/>
                  </a:lnTo>
                  <a:lnTo>
                    <a:pt x="1198" y="749"/>
                  </a:lnTo>
                  <a:lnTo>
                    <a:pt x="4491" y="749"/>
                  </a:lnTo>
                  <a:lnTo>
                    <a:pt x="8832" y="599"/>
                  </a:lnTo>
                  <a:lnTo>
                    <a:pt x="9580" y="599"/>
                  </a:lnTo>
                  <a:lnTo>
                    <a:pt x="9730" y="449"/>
                  </a:lnTo>
                  <a:lnTo>
                    <a:pt x="9730" y="300"/>
                  </a:lnTo>
                  <a:lnTo>
                    <a:pt x="9580" y="150"/>
                  </a:lnTo>
                  <a:lnTo>
                    <a:pt x="8982" y="150"/>
                  </a:lnTo>
                  <a:lnTo>
                    <a:pt x="67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2" name="Google Shape;1442;p52"/>
            <p:cNvSpPr/>
            <p:nvPr/>
          </p:nvSpPr>
          <p:spPr>
            <a:xfrm>
              <a:off x="3796900" y="3699425"/>
              <a:ext cx="235750" cy="22475"/>
            </a:xfrm>
            <a:custGeom>
              <a:rect b="b" l="l" r="r" t="t"/>
              <a:pathLst>
                <a:path extrusionOk="0" h="899" w="9430">
                  <a:moveTo>
                    <a:pt x="4490" y="1"/>
                  </a:moveTo>
                  <a:lnTo>
                    <a:pt x="299" y="300"/>
                  </a:lnTo>
                  <a:lnTo>
                    <a:pt x="0" y="300"/>
                  </a:lnTo>
                  <a:lnTo>
                    <a:pt x="0" y="599"/>
                  </a:lnTo>
                  <a:lnTo>
                    <a:pt x="299" y="749"/>
                  </a:lnTo>
                  <a:lnTo>
                    <a:pt x="4490" y="899"/>
                  </a:lnTo>
                  <a:lnTo>
                    <a:pt x="6586" y="899"/>
                  </a:lnTo>
                  <a:lnTo>
                    <a:pt x="8681" y="599"/>
                  </a:lnTo>
                  <a:lnTo>
                    <a:pt x="9280" y="599"/>
                  </a:lnTo>
                  <a:lnTo>
                    <a:pt x="9430" y="450"/>
                  </a:lnTo>
                  <a:lnTo>
                    <a:pt x="9280" y="300"/>
                  </a:lnTo>
                  <a:lnTo>
                    <a:pt x="8681" y="150"/>
                  </a:lnTo>
                  <a:lnTo>
                    <a:pt x="658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3" name="Google Shape;1443;p52"/>
            <p:cNvSpPr/>
            <p:nvPr/>
          </p:nvSpPr>
          <p:spPr>
            <a:xfrm>
              <a:off x="3789400" y="3781750"/>
              <a:ext cx="235775" cy="26225"/>
            </a:xfrm>
            <a:custGeom>
              <a:rect b="b" l="l" r="r" t="t"/>
              <a:pathLst>
                <a:path extrusionOk="0" h="1049" w="9431">
                  <a:moveTo>
                    <a:pt x="3593" y="1"/>
                  </a:moveTo>
                  <a:lnTo>
                    <a:pt x="1947" y="150"/>
                  </a:lnTo>
                  <a:lnTo>
                    <a:pt x="150" y="150"/>
                  </a:lnTo>
                  <a:lnTo>
                    <a:pt x="1" y="300"/>
                  </a:lnTo>
                  <a:lnTo>
                    <a:pt x="1" y="450"/>
                  </a:lnTo>
                  <a:lnTo>
                    <a:pt x="1" y="599"/>
                  </a:lnTo>
                  <a:lnTo>
                    <a:pt x="150" y="599"/>
                  </a:lnTo>
                  <a:lnTo>
                    <a:pt x="2695" y="749"/>
                  </a:lnTo>
                  <a:lnTo>
                    <a:pt x="5090" y="899"/>
                  </a:lnTo>
                  <a:lnTo>
                    <a:pt x="6736" y="1048"/>
                  </a:lnTo>
                  <a:lnTo>
                    <a:pt x="8383" y="899"/>
                  </a:lnTo>
                  <a:lnTo>
                    <a:pt x="9131" y="749"/>
                  </a:lnTo>
                  <a:lnTo>
                    <a:pt x="9431" y="749"/>
                  </a:lnTo>
                  <a:lnTo>
                    <a:pt x="9431" y="599"/>
                  </a:lnTo>
                  <a:lnTo>
                    <a:pt x="9431" y="450"/>
                  </a:lnTo>
                  <a:lnTo>
                    <a:pt x="9281" y="300"/>
                  </a:lnTo>
                  <a:lnTo>
                    <a:pt x="8532" y="150"/>
                  </a:lnTo>
                  <a:lnTo>
                    <a:pt x="7185" y="150"/>
                  </a:lnTo>
                  <a:lnTo>
                    <a:pt x="59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4" name="Google Shape;1444;p52"/>
            <p:cNvSpPr/>
            <p:nvPr/>
          </p:nvSpPr>
          <p:spPr>
            <a:xfrm>
              <a:off x="3804375" y="3864075"/>
              <a:ext cx="205825" cy="22475"/>
            </a:xfrm>
            <a:custGeom>
              <a:rect b="b" l="l" r="r" t="t"/>
              <a:pathLst>
                <a:path extrusionOk="0" h="899" w="8233">
                  <a:moveTo>
                    <a:pt x="2096" y="1"/>
                  </a:moveTo>
                  <a:lnTo>
                    <a:pt x="150" y="150"/>
                  </a:lnTo>
                  <a:lnTo>
                    <a:pt x="0" y="150"/>
                  </a:lnTo>
                  <a:lnTo>
                    <a:pt x="0" y="300"/>
                  </a:lnTo>
                  <a:lnTo>
                    <a:pt x="0" y="599"/>
                  </a:lnTo>
                  <a:lnTo>
                    <a:pt x="150" y="599"/>
                  </a:lnTo>
                  <a:lnTo>
                    <a:pt x="2096" y="749"/>
                  </a:lnTo>
                  <a:lnTo>
                    <a:pt x="3892" y="899"/>
                  </a:lnTo>
                  <a:lnTo>
                    <a:pt x="7484" y="599"/>
                  </a:lnTo>
                  <a:lnTo>
                    <a:pt x="8083" y="599"/>
                  </a:lnTo>
                  <a:lnTo>
                    <a:pt x="8233" y="450"/>
                  </a:lnTo>
                  <a:lnTo>
                    <a:pt x="8083" y="300"/>
                  </a:lnTo>
                  <a:lnTo>
                    <a:pt x="7484" y="300"/>
                  </a:lnTo>
                  <a:lnTo>
                    <a:pt x="38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5" name="Google Shape;1445;p52"/>
            <p:cNvSpPr/>
            <p:nvPr/>
          </p:nvSpPr>
          <p:spPr>
            <a:xfrm>
              <a:off x="3751975" y="3938925"/>
              <a:ext cx="243275" cy="29950"/>
            </a:xfrm>
            <a:custGeom>
              <a:rect b="b" l="l" r="r" t="t"/>
              <a:pathLst>
                <a:path extrusionOk="0" h="1198" w="9731">
                  <a:moveTo>
                    <a:pt x="3743" y="0"/>
                  </a:moveTo>
                  <a:lnTo>
                    <a:pt x="1947" y="150"/>
                  </a:lnTo>
                  <a:lnTo>
                    <a:pt x="151" y="449"/>
                  </a:lnTo>
                  <a:lnTo>
                    <a:pt x="1" y="449"/>
                  </a:lnTo>
                  <a:lnTo>
                    <a:pt x="1" y="599"/>
                  </a:lnTo>
                  <a:lnTo>
                    <a:pt x="151" y="898"/>
                  </a:lnTo>
                  <a:lnTo>
                    <a:pt x="2246" y="1048"/>
                  </a:lnTo>
                  <a:lnTo>
                    <a:pt x="4641" y="1198"/>
                  </a:lnTo>
                  <a:lnTo>
                    <a:pt x="6886" y="1048"/>
                  </a:lnTo>
                  <a:lnTo>
                    <a:pt x="9131" y="898"/>
                  </a:lnTo>
                  <a:lnTo>
                    <a:pt x="9580" y="749"/>
                  </a:lnTo>
                  <a:lnTo>
                    <a:pt x="9730" y="599"/>
                  </a:lnTo>
                  <a:lnTo>
                    <a:pt x="9580" y="449"/>
                  </a:lnTo>
                  <a:lnTo>
                    <a:pt x="9131" y="299"/>
                  </a:lnTo>
                  <a:lnTo>
                    <a:pt x="7635" y="150"/>
                  </a:lnTo>
                  <a:lnTo>
                    <a:pt x="568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6" name="Google Shape;1446;p52"/>
            <p:cNvSpPr/>
            <p:nvPr/>
          </p:nvSpPr>
          <p:spPr>
            <a:xfrm>
              <a:off x="3789400" y="4021250"/>
              <a:ext cx="198350" cy="26200"/>
            </a:xfrm>
            <a:custGeom>
              <a:rect b="b" l="l" r="r" t="t"/>
              <a:pathLst>
                <a:path extrusionOk="0" h="1048" w="7934">
                  <a:moveTo>
                    <a:pt x="3743" y="0"/>
                  </a:moveTo>
                  <a:lnTo>
                    <a:pt x="1947" y="150"/>
                  </a:lnTo>
                  <a:lnTo>
                    <a:pt x="300" y="299"/>
                  </a:lnTo>
                  <a:lnTo>
                    <a:pt x="150" y="299"/>
                  </a:lnTo>
                  <a:lnTo>
                    <a:pt x="1" y="449"/>
                  </a:lnTo>
                  <a:lnTo>
                    <a:pt x="150" y="599"/>
                  </a:lnTo>
                  <a:lnTo>
                    <a:pt x="300" y="748"/>
                  </a:lnTo>
                  <a:lnTo>
                    <a:pt x="3743" y="1048"/>
                  </a:lnTo>
                  <a:lnTo>
                    <a:pt x="5389" y="1048"/>
                  </a:lnTo>
                  <a:lnTo>
                    <a:pt x="7185" y="748"/>
                  </a:lnTo>
                  <a:lnTo>
                    <a:pt x="7784" y="748"/>
                  </a:lnTo>
                  <a:lnTo>
                    <a:pt x="7934" y="599"/>
                  </a:lnTo>
                  <a:lnTo>
                    <a:pt x="7784" y="449"/>
                  </a:lnTo>
                  <a:lnTo>
                    <a:pt x="7185" y="299"/>
                  </a:lnTo>
                  <a:lnTo>
                    <a:pt x="5539" y="150"/>
                  </a:lnTo>
                  <a:lnTo>
                    <a:pt x="37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7" name="Google Shape;1447;p52"/>
            <p:cNvSpPr/>
            <p:nvPr/>
          </p:nvSpPr>
          <p:spPr>
            <a:xfrm>
              <a:off x="3800625" y="4182150"/>
              <a:ext cx="164675" cy="26200"/>
            </a:xfrm>
            <a:custGeom>
              <a:rect b="b" l="l" r="r" t="t"/>
              <a:pathLst>
                <a:path extrusionOk="0" h="1048" w="6587">
                  <a:moveTo>
                    <a:pt x="2994" y="0"/>
                  </a:moveTo>
                  <a:lnTo>
                    <a:pt x="1498" y="150"/>
                  </a:lnTo>
                  <a:lnTo>
                    <a:pt x="150" y="300"/>
                  </a:lnTo>
                  <a:lnTo>
                    <a:pt x="1" y="449"/>
                  </a:lnTo>
                  <a:lnTo>
                    <a:pt x="1" y="599"/>
                  </a:lnTo>
                  <a:lnTo>
                    <a:pt x="1" y="749"/>
                  </a:lnTo>
                  <a:lnTo>
                    <a:pt x="150" y="749"/>
                  </a:lnTo>
                  <a:lnTo>
                    <a:pt x="749" y="898"/>
                  </a:lnTo>
                  <a:lnTo>
                    <a:pt x="2096" y="1048"/>
                  </a:lnTo>
                  <a:lnTo>
                    <a:pt x="3294" y="1048"/>
                  </a:lnTo>
                  <a:lnTo>
                    <a:pt x="5838" y="749"/>
                  </a:lnTo>
                  <a:lnTo>
                    <a:pt x="6437" y="599"/>
                  </a:lnTo>
                  <a:lnTo>
                    <a:pt x="6587" y="599"/>
                  </a:lnTo>
                  <a:lnTo>
                    <a:pt x="6587" y="449"/>
                  </a:lnTo>
                  <a:lnTo>
                    <a:pt x="6587" y="300"/>
                  </a:lnTo>
                  <a:lnTo>
                    <a:pt x="6437" y="300"/>
                  </a:lnTo>
                  <a:lnTo>
                    <a:pt x="5838" y="150"/>
                  </a:lnTo>
                  <a:lnTo>
                    <a:pt x="449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8" name="Google Shape;1448;p52"/>
            <p:cNvSpPr/>
            <p:nvPr/>
          </p:nvSpPr>
          <p:spPr>
            <a:xfrm>
              <a:off x="3804375" y="4103550"/>
              <a:ext cx="172150" cy="22500"/>
            </a:xfrm>
            <a:custGeom>
              <a:rect b="b" l="l" r="r" t="t"/>
              <a:pathLst>
                <a:path extrusionOk="0" h="900" w="6886">
                  <a:moveTo>
                    <a:pt x="1647" y="1"/>
                  </a:moveTo>
                  <a:lnTo>
                    <a:pt x="150" y="151"/>
                  </a:lnTo>
                  <a:lnTo>
                    <a:pt x="0" y="300"/>
                  </a:lnTo>
                  <a:lnTo>
                    <a:pt x="0" y="450"/>
                  </a:lnTo>
                  <a:lnTo>
                    <a:pt x="0" y="600"/>
                  </a:lnTo>
                  <a:lnTo>
                    <a:pt x="150" y="749"/>
                  </a:lnTo>
                  <a:lnTo>
                    <a:pt x="1647" y="899"/>
                  </a:lnTo>
                  <a:lnTo>
                    <a:pt x="3144" y="899"/>
                  </a:lnTo>
                  <a:lnTo>
                    <a:pt x="6137" y="749"/>
                  </a:lnTo>
                  <a:lnTo>
                    <a:pt x="6736" y="600"/>
                  </a:lnTo>
                  <a:lnTo>
                    <a:pt x="6886" y="600"/>
                  </a:lnTo>
                  <a:lnTo>
                    <a:pt x="6886" y="450"/>
                  </a:lnTo>
                  <a:lnTo>
                    <a:pt x="6886" y="300"/>
                  </a:lnTo>
                  <a:lnTo>
                    <a:pt x="6736" y="300"/>
                  </a:lnTo>
                  <a:lnTo>
                    <a:pt x="6137" y="151"/>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49" name="Google Shape;1449;p52"/>
            <p:cNvSpPr/>
            <p:nvPr/>
          </p:nvSpPr>
          <p:spPr>
            <a:xfrm>
              <a:off x="3804375" y="4264475"/>
              <a:ext cx="149700" cy="22475"/>
            </a:xfrm>
            <a:custGeom>
              <a:rect b="b" l="l" r="r" t="t"/>
              <a:pathLst>
                <a:path extrusionOk="0" h="899" w="5988">
                  <a:moveTo>
                    <a:pt x="1497" y="0"/>
                  </a:moveTo>
                  <a:lnTo>
                    <a:pt x="150" y="300"/>
                  </a:lnTo>
                  <a:lnTo>
                    <a:pt x="0" y="449"/>
                  </a:lnTo>
                  <a:lnTo>
                    <a:pt x="150" y="599"/>
                  </a:lnTo>
                  <a:lnTo>
                    <a:pt x="150" y="749"/>
                  </a:lnTo>
                  <a:lnTo>
                    <a:pt x="1497" y="898"/>
                  </a:lnTo>
                  <a:lnTo>
                    <a:pt x="3892" y="898"/>
                  </a:lnTo>
                  <a:lnTo>
                    <a:pt x="5239" y="749"/>
                  </a:lnTo>
                  <a:lnTo>
                    <a:pt x="5988" y="599"/>
                  </a:lnTo>
                  <a:lnTo>
                    <a:pt x="5988" y="449"/>
                  </a:lnTo>
                  <a:lnTo>
                    <a:pt x="5988" y="300"/>
                  </a:lnTo>
                  <a:lnTo>
                    <a:pt x="5239" y="150"/>
                  </a:lnTo>
                  <a:lnTo>
                    <a:pt x="404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0" name="Google Shape;1450;p52"/>
            <p:cNvSpPr/>
            <p:nvPr/>
          </p:nvSpPr>
          <p:spPr>
            <a:xfrm>
              <a:off x="3808125" y="4343050"/>
              <a:ext cx="134725" cy="26225"/>
            </a:xfrm>
            <a:custGeom>
              <a:rect b="b" l="l" r="r" t="t"/>
              <a:pathLst>
                <a:path extrusionOk="0" h="1049" w="5389">
                  <a:moveTo>
                    <a:pt x="2395" y="0"/>
                  </a:moveTo>
                  <a:lnTo>
                    <a:pt x="1198" y="150"/>
                  </a:lnTo>
                  <a:lnTo>
                    <a:pt x="150" y="300"/>
                  </a:lnTo>
                  <a:lnTo>
                    <a:pt x="0" y="449"/>
                  </a:lnTo>
                  <a:lnTo>
                    <a:pt x="0" y="599"/>
                  </a:lnTo>
                  <a:lnTo>
                    <a:pt x="0" y="749"/>
                  </a:lnTo>
                  <a:lnTo>
                    <a:pt x="150" y="749"/>
                  </a:lnTo>
                  <a:lnTo>
                    <a:pt x="300" y="898"/>
                  </a:lnTo>
                  <a:lnTo>
                    <a:pt x="1347" y="1048"/>
                  </a:lnTo>
                  <a:lnTo>
                    <a:pt x="2395" y="1048"/>
                  </a:lnTo>
                  <a:lnTo>
                    <a:pt x="3892" y="898"/>
                  </a:lnTo>
                  <a:lnTo>
                    <a:pt x="4640" y="749"/>
                  </a:lnTo>
                  <a:lnTo>
                    <a:pt x="5239" y="749"/>
                  </a:lnTo>
                  <a:lnTo>
                    <a:pt x="5239" y="599"/>
                  </a:lnTo>
                  <a:lnTo>
                    <a:pt x="5389" y="449"/>
                  </a:lnTo>
                  <a:lnTo>
                    <a:pt x="5239" y="30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1" name="Google Shape;1451;p52"/>
            <p:cNvSpPr/>
            <p:nvPr/>
          </p:nvSpPr>
          <p:spPr>
            <a:xfrm>
              <a:off x="3789400" y="4425375"/>
              <a:ext cx="142225" cy="22475"/>
            </a:xfrm>
            <a:custGeom>
              <a:rect b="b" l="l" r="r" t="t"/>
              <a:pathLst>
                <a:path extrusionOk="0" h="899" w="5689">
                  <a:moveTo>
                    <a:pt x="1348" y="0"/>
                  </a:moveTo>
                  <a:lnTo>
                    <a:pt x="749" y="150"/>
                  </a:lnTo>
                  <a:lnTo>
                    <a:pt x="150" y="300"/>
                  </a:lnTo>
                  <a:lnTo>
                    <a:pt x="1" y="599"/>
                  </a:lnTo>
                  <a:lnTo>
                    <a:pt x="150" y="599"/>
                  </a:lnTo>
                  <a:lnTo>
                    <a:pt x="749" y="898"/>
                  </a:lnTo>
                  <a:lnTo>
                    <a:pt x="2695" y="898"/>
                  </a:lnTo>
                  <a:lnTo>
                    <a:pt x="4940" y="749"/>
                  </a:lnTo>
                  <a:lnTo>
                    <a:pt x="5539" y="599"/>
                  </a:lnTo>
                  <a:lnTo>
                    <a:pt x="5689" y="599"/>
                  </a:lnTo>
                  <a:lnTo>
                    <a:pt x="5689" y="449"/>
                  </a:lnTo>
                  <a:lnTo>
                    <a:pt x="5539" y="300"/>
                  </a:lnTo>
                  <a:lnTo>
                    <a:pt x="4940"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2" name="Google Shape;1452;p52"/>
            <p:cNvSpPr/>
            <p:nvPr/>
          </p:nvSpPr>
          <p:spPr>
            <a:xfrm>
              <a:off x="3785675" y="4507700"/>
              <a:ext cx="134725" cy="22475"/>
            </a:xfrm>
            <a:custGeom>
              <a:rect b="b" l="l" r="r" t="t"/>
              <a:pathLst>
                <a:path extrusionOk="0" h="899" w="5389">
                  <a:moveTo>
                    <a:pt x="1497" y="0"/>
                  </a:moveTo>
                  <a:lnTo>
                    <a:pt x="449" y="150"/>
                  </a:lnTo>
                  <a:lnTo>
                    <a:pt x="150" y="300"/>
                  </a:lnTo>
                  <a:lnTo>
                    <a:pt x="0" y="300"/>
                  </a:lnTo>
                  <a:lnTo>
                    <a:pt x="0" y="449"/>
                  </a:lnTo>
                  <a:lnTo>
                    <a:pt x="150" y="599"/>
                  </a:lnTo>
                  <a:lnTo>
                    <a:pt x="599" y="749"/>
                  </a:lnTo>
                  <a:lnTo>
                    <a:pt x="1198" y="898"/>
                  </a:lnTo>
                  <a:lnTo>
                    <a:pt x="2545" y="898"/>
                  </a:lnTo>
                  <a:lnTo>
                    <a:pt x="4640" y="749"/>
                  </a:lnTo>
                  <a:lnTo>
                    <a:pt x="5239" y="599"/>
                  </a:lnTo>
                  <a:lnTo>
                    <a:pt x="5389" y="449"/>
                  </a:lnTo>
                  <a:lnTo>
                    <a:pt x="5389" y="300"/>
                  </a:lnTo>
                  <a:lnTo>
                    <a:pt x="5239" y="15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3" name="Google Shape;1453;p52"/>
            <p:cNvSpPr/>
            <p:nvPr/>
          </p:nvSpPr>
          <p:spPr>
            <a:xfrm>
              <a:off x="3781925" y="4586275"/>
              <a:ext cx="134725" cy="26225"/>
            </a:xfrm>
            <a:custGeom>
              <a:rect b="b" l="l" r="r" t="t"/>
              <a:pathLst>
                <a:path extrusionOk="0" h="1049" w="5389">
                  <a:moveTo>
                    <a:pt x="1348" y="1"/>
                  </a:moveTo>
                  <a:lnTo>
                    <a:pt x="749" y="150"/>
                  </a:lnTo>
                  <a:lnTo>
                    <a:pt x="150" y="300"/>
                  </a:lnTo>
                  <a:lnTo>
                    <a:pt x="0" y="450"/>
                  </a:lnTo>
                  <a:lnTo>
                    <a:pt x="0" y="599"/>
                  </a:lnTo>
                  <a:lnTo>
                    <a:pt x="150" y="749"/>
                  </a:lnTo>
                  <a:lnTo>
                    <a:pt x="1048" y="1048"/>
                  </a:lnTo>
                  <a:lnTo>
                    <a:pt x="3293" y="1048"/>
                  </a:lnTo>
                  <a:lnTo>
                    <a:pt x="4341" y="899"/>
                  </a:lnTo>
                  <a:lnTo>
                    <a:pt x="5089" y="749"/>
                  </a:lnTo>
                  <a:lnTo>
                    <a:pt x="5239" y="749"/>
                  </a:lnTo>
                  <a:lnTo>
                    <a:pt x="5389" y="599"/>
                  </a:lnTo>
                  <a:lnTo>
                    <a:pt x="5389" y="450"/>
                  </a:lnTo>
                  <a:lnTo>
                    <a:pt x="5239" y="300"/>
                  </a:lnTo>
                  <a:lnTo>
                    <a:pt x="5089" y="300"/>
                  </a:lnTo>
                  <a:lnTo>
                    <a:pt x="4341" y="150"/>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4" name="Google Shape;1454;p52"/>
            <p:cNvSpPr/>
            <p:nvPr/>
          </p:nvSpPr>
          <p:spPr>
            <a:xfrm>
              <a:off x="3766950" y="4668600"/>
              <a:ext cx="134750" cy="26225"/>
            </a:xfrm>
            <a:custGeom>
              <a:rect b="b" l="l" r="r" t="t"/>
              <a:pathLst>
                <a:path extrusionOk="0" h="1049" w="5390">
                  <a:moveTo>
                    <a:pt x="1198" y="0"/>
                  </a:moveTo>
                  <a:lnTo>
                    <a:pt x="150" y="300"/>
                  </a:lnTo>
                  <a:lnTo>
                    <a:pt x="1" y="449"/>
                  </a:lnTo>
                  <a:lnTo>
                    <a:pt x="150" y="599"/>
                  </a:lnTo>
                  <a:lnTo>
                    <a:pt x="1198" y="899"/>
                  </a:lnTo>
                  <a:lnTo>
                    <a:pt x="2246" y="1048"/>
                  </a:lnTo>
                  <a:lnTo>
                    <a:pt x="3294" y="899"/>
                  </a:lnTo>
                  <a:lnTo>
                    <a:pt x="4491" y="749"/>
                  </a:lnTo>
                  <a:lnTo>
                    <a:pt x="5239" y="599"/>
                  </a:lnTo>
                  <a:lnTo>
                    <a:pt x="5389" y="449"/>
                  </a:lnTo>
                  <a:lnTo>
                    <a:pt x="5239" y="300"/>
                  </a:lnTo>
                  <a:lnTo>
                    <a:pt x="4491" y="150"/>
                  </a:lnTo>
                  <a:lnTo>
                    <a:pt x="34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5" name="Google Shape;1455;p52"/>
            <p:cNvSpPr/>
            <p:nvPr/>
          </p:nvSpPr>
          <p:spPr>
            <a:xfrm>
              <a:off x="3781925" y="4750925"/>
              <a:ext cx="108550" cy="18725"/>
            </a:xfrm>
            <a:custGeom>
              <a:rect b="b" l="l" r="r" t="t"/>
              <a:pathLst>
                <a:path extrusionOk="0" h="749" w="4342">
                  <a:moveTo>
                    <a:pt x="599" y="0"/>
                  </a:moveTo>
                  <a:lnTo>
                    <a:pt x="0" y="150"/>
                  </a:lnTo>
                  <a:lnTo>
                    <a:pt x="0" y="449"/>
                  </a:lnTo>
                  <a:lnTo>
                    <a:pt x="0" y="599"/>
                  </a:lnTo>
                  <a:lnTo>
                    <a:pt x="599" y="749"/>
                  </a:lnTo>
                  <a:lnTo>
                    <a:pt x="3443" y="749"/>
                  </a:lnTo>
                  <a:lnTo>
                    <a:pt x="4191" y="449"/>
                  </a:lnTo>
                  <a:lnTo>
                    <a:pt x="4341" y="449"/>
                  </a:lnTo>
                  <a:lnTo>
                    <a:pt x="4191" y="300"/>
                  </a:lnTo>
                  <a:lnTo>
                    <a:pt x="4191" y="150"/>
                  </a:lnTo>
                  <a:lnTo>
                    <a:pt x="35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6" name="Google Shape;1456;p52"/>
            <p:cNvSpPr/>
            <p:nvPr/>
          </p:nvSpPr>
          <p:spPr>
            <a:xfrm>
              <a:off x="3796900" y="4829500"/>
              <a:ext cx="82350" cy="22475"/>
            </a:xfrm>
            <a:custGeom>
              <a:rect b="b" l="l" r="r" t="t"/>
              <a:pathLst>
                <a:path extrusionOk="0" h="899" w="3294">
                  <a:moveTo>
                    <a:pt x="749" y="1"/>
                  </a:moveTo>
                  <a:lnTo>
                    <a:pt x="299" y="150"/>
                  </a:lnTo>
                  <a:lnTo>
                    <a:pt x="150" y="300"/>
                  </a:lnTo>
                  <a:lnTo>
                    <a:pt x="0" y="450"/>
                  </a:lnTo>
                  <a:lnTo>
                    <a:pt x="150" y="599"/>
                  </a:lnTo>
                  <a:lnTo>
                    <a:pt x="299" y="749"/>
                  </a:lnTo>
                  <a:lnTo>
                    <a:pt x="749" y="899"/>
                  </a:lnTo>
                  <a:lnTo>
                    <a:pt x="1347" y="899"/>
                  </a:lnTo>
                  <a:lnTo>
                    <a:pt x="2395" y="749"/>
                  </a:lnTo>
                  <a:lnTo>
                    <a:pt x="3143" y="599"/>
                  </a:lnTo>
                  <a:lnTo>
                    <a:pt x="3293" y="450"/>
                  </a:lnTo>
                  <a:lnTo>
                    <a:pt x="3143" y="300"/>
                  </a:lnTo>
                  <a:lnTo>
                    <a:pt x="2545" y="150"/>
                  </a:lnTo>
                  <a:lnTo>
                    <a:pt x="13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7" name="Google Shape;1457;p52"/>
            <p:cNvSpPr/>
            <p:nvPr/>
          </p:nvSpPr>
          <p:spPr>
            <a:xfrm>
              <a:off x="3804375" y="4911825"/>
              <a:ext cx="71125" cy="18725"/>
            </a:xfrm>
            <a:custGeom>
              <a:rect b="b" l="l" r="r" t="t"/>
              <a:pathLst>
                <a:path extrusionOk="0" h="749" w="2845">
                  <a:moveTo>
                    <a:pt x="899" y="1"/>
                  </a:moveTo>
                  <a:lnTo>
                    <a:pt x="150" y="150"/>
                  </a:lnTo>
                  <a:lnTo>
                    <a:pt x="150" y="300"/>
                  </a:lnTo>
                  <a:lnTo>
                    <a:pt x="0" y="450"/>
                  </a:lnTo>
                  <a:lnTo>
                    <a:pt x="150" y="599"/>
                  </a:lnTo>
                  <a:lnTo>
                    <a:pt x="899" y="749"/>
                  </a:lnTo>
                  <a:lnTo>
                    <a:pt x="1647" y="749"/>
                  </a:lnTo>
                  <a:lnTo>
                    <a:pt x="2395" y="599"/>
                  </a:lnTo>
                  <a:lnTo>
                    <a:pt x="2695" y="599"/>
                  </a:lnTo>
                  <a:lnTo>
                    <a:pt x="2844" y="450"/>
                  </a:lnTo>
                  <a:lnTo>
                    <a:pt x="2695" y="150"/>
                  </a:lnTo>
                  <a:lnTo>
                    <a:pt x="2395" y="150"/>
                  </a:lnTo>
                  <a:lnTo>
                    <a:pt x="17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8" name="Google Shape;1458;p52"/>
            <p:cNvSpPr/>
            <p:nvPr/>
          </p:nvSpPr>
          <p:spPr>
            <a:xfrm>
              <a:off x="3793150" y="4990400"/>
              <a:ext cx="67375" cy="22475"/>
            </a:xfrm>
            <a:custGeom>
              <a:rect b="b" l="l" r="r" t="t"/>
              <a:pathLst>
                <a:path extrusionOk="0" h="899" w="2695">
                  <a:moveTo>
                    <a:pt x="1048" y="1"/>
                  </a:moveTo>
                  <a:lnTo>
                    <a:pt x="449" y="150"/>
                  </a:lnTo>
                  <a:lnTo>
                    <a:pt x="0" y="300"/>
                  </a:lnTo>
                  <a:lnTo>
                    <a:pt x="0" y="450"/>
                  </a:lnTo>
                  <a:lnTo>
                    <a:pt x="0" y="749"/>
                  </a:lnTo>
                  <a:lnTo>
                    <a:pt x="300" y="899"/>
                  </a:lnTo>
                  <a:lnTo>
                    <a:pt x="1647" y="899"/>
                  </a:lnTo>
                  <a:lnTo>
                    <a:pt x="2395" y="749"/>
                  </a:lnTo>
                  <a:lnTo>
                    <a:pt x="2545" y="600"/>
                  </a:lnTo>
                  <a:lnTo>
                    <a:pt x="2695" y="450"/>
                  </a:lnTo>
                  <a:lnTo>
                    <a:pt x="2545" y="300"/>
                  </a:lnTo>
                  <a:lnTo>
                    <a:pt x="2395" y="300"/>
                  </a:lnTo>
                  <a:lnTo>
                    <a:pt x="1797" y="150"/>
                  </a:lnTo>
                  <a:lnTo>
                    <a:pt x="104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9" name="Google Shape;1459;p52"/>
            <p:cNvSpPr/>
            <p:nvPr/>
          </p:nvSpPr>
          <p:spPr>
            <a:xfrm>
              <a:off x="3793150" y="5076475"/>
              <a:ext cx="59900" cy="15000"/>
            </a:xfrm>
            <a:custGeom>
              <a:rect b="b" l="l" r="r" t="t"/>
              <a:pathLst>
                <a:path extrusionOk="0" h="600" w="2396">
                  <a:moveTo>
                    <a:pt x="150" y="0"/>
                  </a:moveTo>
                  <a:lnTo>
                    <a:pt x="150" y="150"/>
                  </a:lnTo>
                  <a:lnTo>
                    <a:pt x="0" y="300"/>
                  </a:lnTo>
                  <a:lnTo>
                    <a:pt x="0" y="449"/>
                  </a:lnTo>
                  <a:lnTo>
                    <a:pt x="300" y="449"/>
                  </a:lnTo>
                  <a:lnTo>
                    <a:pt x="1048" y="599"/>
                  </a:lnTo>
                  <a:lnTo>
                    <a:pt x="1946" y="599"/>
                  </a:lnTo>
                  <a:lnTo>
                    <a:pt x="2395" y="449"/>
                  </a:lnTo>
                  <a:lnTo>
                    <a:pt x="23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0" name="Google Shape;1460;p52"/>
            <p:cNvSpPr/>
            <p:nvPr/>
          </p:nvSpPr>
          <p:spPr>
            <a:xfrm>
              <a:off x="1192500" y="238125"/>
              <a:ext cx="5235000" cy="5238750"/>
            </a:xfrm>
            <a:custGeom>
              <a:rect b="b" l="l" r="r" t="t"/>
              <a:pathLst>
                <a:path extrusionOk="0" h="209550" w="209400">
                  <a:moveTo>
                    <a:pt x="100135" y="23200"/>
                  </a:moveTo>
                  <a:lnTo>
                    <a:pt x="98638" y="34276"/>
                  </a:lnTo>
                  <a:lnTo>
                    <a:pt x="94597" y="34725"/>
                  </a:lnTo>
                  <a:lnTo>
                    <a:pt x="90555" y="35324"/>
                  </a:lnTo>
                  <a:lnTo>
                    <a:pt x="90555" y="35324"/>
                  </a:lnTo>
                  <a:lnTo>
                    <a:pt x="90705" y="24248"/>
                  </a:lnTo>
                  <a:lnTo>
                    <a:pt x="95345" y="23649"/>
                  </a:lnTo>
                  <a:lnTo>
                    <a:pt x="100135" y="23200"/>
                  </a:lnTo>
                  <a:close/>
                  <a:moveTo>
                    <a:pt x="108517" y="23200"/>
                  </a:moveTo>
                  <a:lnTo>
                    <a:pt x="113606" y="23500"/>
                  </a:lnTo>
                  <a:lnTo>
                    <a:pt x="118845" y="24248"/>
                  </a:lnTo>
                  <a:lnTo>
                    <a:pt x="118845" y="35324"/>
                  </a:lnTo>
                  <a:lnTo>
                    <a:pt x="114504" y="34576"/>
                  </a:lnTo>
                  <a:lnTo>
                    <a:pt x="110163" y="34127"/>
                  </a:lnTo>
                  <a:lnTo>
                    <a:pt x="108517" y="23200"/>
                  </a:lnTo>
                  <a:close/>
                  <a:moveTo>
                    <a:pt x="89657" y="24398"/>
                  </a:moveTo>
                  <a:lnTo>
                    <a:pt x="89657" y="24547"/>
                  </a:lnTo>
                  <a:lnTo>
                    <a:pt x="88310" y="24996"/>
                  </a:lnTo>
                  <a:lnTo>
                    <a:pt x="87262" y="25146"/>
                  </a:lnTo>
                  <a:lnTo>
                    <a:pt x="86215" y="25595"/>
                  </a:lnTo>
                  <a:lnTo>
                    <a:pt x="86215" y="25745"/>
                  </a:lnTo>
                  <a:lnTo>
                    <a:pt x="88011" y="25296"/>
                  </a:lnTo>
                  <a:lnTo>
                    <a:pt x="88909" y="25146"/>
                  </a:lnTo>
                  <a:lnTo>
                    <a:pt x="89657" y="24996"/>
                  </a:lnTo>
                  <a:lnTo>
                    <a:pt x="89657" y="25745"/>
                  </a:lnTo>
                  <a:lnTo>
                    <a:pt x="88310" y="26194"/>
                  </a:lnTo>
                  <a:lnTo>
                    <a:pt x="87412" y="26493"/>
                  </a:lnTo>
                  <a:lnTo>
                    <a:pt x="86514" y="26792"/>
                  </a:lnTo>
                  <a:lnTo>
                    <a:pt x="86364" y="26942"/>
                  </a:lnTo>
                  <a:lnTo>
                    <a:pt x="86514" y="26942"/>
                  </a:lnTo>
                  <a:lnTo>
                    <a:pt x="88460" y="26493"/>
                  </a:lnTo>
                  <a:lnTo>
                    <a:pt x="89657" y="26194"/>
                  </a:lnTo>
                  <a:lnTo>
                    <a:pt x="89657" y="27092"/>
                  </a:lnTo>
                  <a:lnTo>
                    <a:pt x="88310" y="27541"/>
                  </a:lnTo>
                  <a:lnTo>
                    <a:pt x="87412" y="27691"/>
                  </a:lnTo>
                  <a:lnTo>
                    <a:pt x="86514" y="28140"/>
                  </a:lnTo>
                  <a:lnTo>
                    <a:pt x="86514" y="28289"/>
                  </a:lnTo>
                  <a:lnTo>
                    <a:pt x="87412" y="27990"/>
                  </a:lnTo>
                  <a:lnTo>
                    <a:pt x="88310" y="27840"/>
                  </a:lnTo>
                  <a:lnTo>
                    <a:pt x="89657" y="27391"/>
                  </a:lnTo>
                  <a:lnTo>
                    <a:pt x="89657" y="28289"/>
                  </a:lnTo>
                  <a:lnTo>
                    <a:pt x="88310" y="28589"/>
                  </a:lnTo>
                  <a:lnTo>
                    <a:pt x="87562" y="28888"/>
                  </a:lnTo>
                  <a:lnTo>
                    <a:pt x="86963" y="29187"/>
                  </a:lnTo>
                  <a:lnTo>
                    <a:pt x="86963" y="29337"/>
                  </a:lnTo>
                  <a:lnTo>
                    <a:pt x="87113" y="29337"/>
                  </a:lnTo>
                  <a:lnTo>
                    <a:pt x="88759" y="28738"/>
                  </a:lnTo>
                  <a:lnTo>
                    <a:pt x="89657" y="28589"/>
                  </a:lnTo>
                  <a:lnTo>
                    <a:pt x="89657" y="29786"/>
                  </a:lnTo>
                  <a:lnTo>
                    <a:pt x="88610" y="30085"/>
                  </a:lnTo>
                  <a:lnTo>
                    <a:pt x="87712" y="30385"/>
                  </a:lnTo>
                  <a:lnTo>
                    <a:pt x="86963" y="30684"/>
                  </a:lnTo>
                  <a:lnTo>
                    <a:pt x="86963" y="30834"/>
                  </a:lnTo>
                  <a:lnTo>
                    <a:pt x="87861" y="30534"/>
                  </a:lnTo>
                  <a:lnTo>
                    <a:pt x="88610" y="30385"/>
                  </a:lnTo>
                  <a:lnTo>
                    <a:pt x="89657" y="30085"/>
                  </a:lnTo>
                  <a:lnTo>
                    <a:pt x="89657" y="30983"/>
                  </a:lnTo>
                  <a:lnTo>
                    <a:pt x="88759" y="31133"/>
                  </a:lnTo>
                  <a:lnTo>
                    <a:pt x="88011" y="31433"/>
                  </a:lnTo>
                  <a:lnTo>
                    <a:pt x="87262" y="31732"/>
                  </a:lnTo>
                  <a:lnTo>
                    <a:pt x="87262" y="31882"/>
                  </a:lnTo>
                  <a:lnTo>
                    <a:pt x="89208" y="31283"/>
                  </a:lnTo>
                  <a:lnTo>
                    <a:pt x="89657" y="31283"/>
                  </a:lnTo>
                  <a:lnTo>
                    <a:pt x="89657" y="32031"/>
                  </a:lnTo>
                  <a:lnTo>
                    <a:pt x="89059" y="32181"/>
                  </a:lnTo>
                  <a:lnTo>
                    <a:pt x="87562" y="32780"/>
                  </a:lnTo>
                  <a:lnTo>
                    <a:pt x="87562" y="32929"/>
                  </a:lnTo>
                  <a:lnTo>
                    <a:pt x="87712" y="32929"/>
                  </a:lnTo>
                  <a:lnTo>
                    <a:pt x="89059" y="32480"/>
                  </a:lnTo>
                  <a:lnTo>
                    <a:pt x="89657" y="32331"/>
                  </a:lnTo>
                  <a:lnTo>
                    <a:pt x="89657" y="32331"/>
                  </a:lnTo>
                  <a:lnTo>
                    <a:pt x="89508" y="33229"/>
                  </a:lnTo>
                  <a:lnTo>
                    <a:pt x="88759" y="33378"/>
                  </a:lnTo>
                  <a:lnTo>
                    <a:pt x="87861" y="33678"/>
                  </a:lnTo>
                  <a:lnTo>
                    <a:pt x="87861" y="33827"/>
                  </a:lnTo>
                  <a:lnTo>
                    <a:pt x="88759" y="33678"/>
                  </a:lnTo>
                  <a:lnTo>
                    <a:pt x="89508" y="33378"/>
                  </a:lnTo>
                  <a:lnTo>
                    <a:pt x="89508" y="34276"/>
                  </a:lnTo>
                  <a:lnTo>
                    <a:pt x="89208" y="34276"/>
                  </a:lnTo>
                  <a:lnTo>
                    <a:pt x="88759" y="34576"/>
                  </a:lnTo>
                  <a:lnTo>
                    <a:pt x="88161" y="34725"/>
                  </a:lnTo>
                  <a:lnTo>
                    <a:pt x="88161" y="34875"/>
                  </a:lnTo>
                  <a:lnTo>
                    <a:pt x="89358" y="34576"/>
                  </a:lnTo>
                  <a:lnTo>
                    <a:pt x="89508" y="34426"/>
                  </a:lnTo>
                  <a:lnTo>
                    <a:pt x="89508" y="35174"/>
                  </a:lnTo>
                  <a:lnTo>
                    <a:pt x="88310" y="35773"/>
                  </a:lnTo>
                  <a:lnTo>
                    <a:pt x="88310" y="35923"/>
                  </a:lnTo>
                  <a:lnTo>
                    <a:pt x="88460" y="35923"/>
                  </a:lnTo>
                  <a:lnTo>
                    <a:pt x="89059" y="35624"/>
                  </a:lnTo>
                  <a:lnTo>
                    <a:pt x="89508" y="35474"/>
                  </a:lnTo>
                  <a:lnTo>
                    <a:pt x="89508" y="35624"/>
                  </a:lnTo>
                  <a:lnTo>
                    <a:pt x="89508" y="36222"/>
                  </a:lnTo>
                  <a:lnTo>
                    <a:pt x="89358" y="36222"/>
                  </a:lnTo>
                  <a:lnTo>
                    <a:pt x="88909" y="36522"/>
                  </a:lnTo>
                  <a:lnTo>
                    <a:pt x="88460" y="36821"/>
                  </a:lnTo>
                  <a:lnTo>
                    <a:pt x="88610" y="36821"/>
                  </a:lnTo>
                  <a:lnTo>
                    <a:pt x="88909" y="36671"/>
                  </a:lnTo>
                  <a:lnTo>
                    <a:pt x="89358" y="36522"/>
                  </a:lnTo>
                  <a:lnTo>
                    <a:pt x="89508" y="36522"/>
                  </a:lnTo>
                  <a:lnTo>
                    <a:pt x="89508" y="37120"/>
                  </a:lnTo>
                  <a:lnTo>
                    <a:pt x="89508" y="37270"/>
                  </a:lnTo>
                  <a:lnTo>
                    <a:pt x="88909" y="37569"/>
                  </a:lnTo>
                  <a:lnTo>
                    <a:pt x="88909" y="37719"/>
                  </a:lnTo>
                  <a:lnTo>
                    <a:pt x="89508" y="37420"/>
                  </a:lnTo>
                  <a:lnTo>
                    <a:pt x="89508" y="38318"/>
                  </a:lnTo>
                  <a:lnTo>
                    <a:pt x="88909" y="38617"/>
                  </a:lnTo>
                  <a:lnTo>
                    <a:pt x="88011" y="36971"/>
                  </a:lnTo>
                  <a:lnTo>
                    <a:pt x="87412" y="36073"/>
                  </a:lnTo>
                  <a:lnTo>
                    <a:pt x="82024" y="26343"/>
                  </a:lnTo>
                  <a:lnTo>
                    <a:pt x="85766" y="25296"/>
                  </a:lnTo>
                  <a:lnTo>
                    <a:pt x="89657" y="24398"/>
                  </a:lnTo>
                  <a:close/>
                  <a:moveTo>
                    <a:pt x="119743" y="24398"/>
                  </a:moveTo>
                  <a:lnTo>
                    <a:pt x="123634" y="25296"/>
                  </a:lnTo>
                  <a:lnTo>
                    <a:pt x="127526" y="26343"/>
                  </a:lnTo>
                  <a:lnTo>
                    <a:pt x="121988" y="36073"/>
                  </a:lnTo>
                  <a:lnTo>
                    <a:pt x="121389" y="36971"/>
                  </a:lnTo>
                  <a:lnTo>
                    <a:pt x="120491" y="38617"/>
                  </a:lnTo>
                  <a:lnTo>
                    <a:pt x="120042" y="38318"/>
                  </a:lnTo>
                  <a:lnTo>
                    <a:pt x="119892" y="38318"/>
                  </a:lnTo>
                  <a:lnTo>
                    <a:pt x="119892" y="37420"/>
                  </a:lnTo>
                  <a:lnTo>
                    <a:pt x="120491" y="37719"/>
                  </a:lnTo>
                  <a:lnTo>
                    <a:pt x="120641" y="37569"/>
                  </a:lnTo>
                  <a:lnTo>
                    <a:pt x="119892" y="37270"/>
                  </a:lnTo>
                  <a:lnTo>
                    <a:pt x="119892" y="37120"/>
                  </a:lnTo>
                  <a:lnTo>
                    <a:pt x="119892" y="36671"/>
                  </a:lnTo>
                  <a:lnTo>
                    <a:pt x="119892" y="36522"/>
                  </a:lnTo>
                  <a:lnTo>
                    <a:pt x="120042" y="36522"/>
                  </a:lnTo>
                  <a:lnTo>
                    <a:pt x="120491" y="36821"/>
                  </a:lnTo>
                  <a:lnTo>
                    <a:pt x="120940" y="36821"/>
                  </a:lnTo>
                  <a:lnTo>
                    <a:pt x="120491" y="36522"/>
                  </a:lnTo>
                  <a:lnTo>
                    <a:pt x="120042" y="36222"/>
                  </a:lnTo>
                  <a:lnTo>
                    <a:pt x="119892" y="36222"/>
                  </a:lnTo>
                  <a:lnTo>
                    <a:pt x="119892" y="35624"/>
                  </a:lnTo>
                  <a:lnTo>
                    <a:pt x="119892" y="35474"/>
                  </a:lnTo>
                  <a:lnTo>
                    <a:pt x="120491" y="35773"/>
                  </a:lnTo>
                  <a:lnTo>
                    <a:pt x="120940" y="35923"/>
                  </a:lnTo>
                  <a:lnTo>
                    <a:pt x="121090" y="35923"/>
                  </a:lnTo>
                  <a:lnTo>
                    <a:pt x="121090" y="35773"/>
                  </a:lnTo>
                  <a:lnTo>
                    <a:pt x="119892" y="35174"/>
                  </a:lnTo>
                  <a:lnTo>
                    <a:pt x="119892" y="34426"/>
                  </a:lnTo>
                  <a:lnTo>
                    <a:pt x="120042" y="34576"/>
                  </a:lnTo>
                  <a:lnTo>
                    <a:pt x="121239" y="34875"/>
                  </a:lnTo>
                  <a:lnTo>
                    <a:pt x="121239" y="34725"/>
                  </a:lnTo>
                  <a:lnTo>
                    <a:pt x="120790" y="34576"/>
                  </a:lnTo>
                  <a:lnTo>
                    <a:pt x="120192" y="34276"/>
                  </a:lnTo>
                  <a:lnTo>
                    <a:pt x="119892" y="34276"/>
                  </a:lnTo>
                  <a:lnTo>
                    <a:pt x="119892" y="33378"/>
                  </a:lnTo>
                  <a:lnTo>
                    <a:pt x="120641" y="33678"/>
                  </a:lnTo>
                  <a:lnTo>
                    <a:pt x="121539" y="33827"/>
                  </a:lnTo>
                  <a:lnTo>
                    <a:pt x="121539" y="33678"/>
                  </a:lnTo>
                  <a:lnTo>
                    <a:pt x="120790" y="33378"/>
                  </a:lnTo>
                  <a:lnTo>
                    <a:pt x="119892" y="33229"/>
                  </a:lnTo>
                  <a:lnTo>
                    <a:pt x="119892" y="32331"/>
                  </a:lnTo>
                  <a:lnTo>
                    <a:pt x="120491" y="32480"/>
                  </a:lnTo>
                  <a:lnTo>
                    <a:pt x="121838" y="32929"/>
                  </a:lnTo>
                  <a:lnTo>
                    <a:pt x="121838" y="32780"/>
                  </a:lnTo>
                  <a:lnTo>
                    <a:pt x="120341" y="32181"/>
                  </a:lnTo>
                  <a:lnTo>
                    <a:pt x="119892" y="32031"/>
                  </a:lnTo>
                  <a:lnTo>
                    <a:pt x="119892" y="31283"/>
                  </a:lnTo>
                  <a:lnTo>
                    <a:pt x="120192" y="31283"/>
                  </a:lnTo>
                  <a:lnTo>
                    <a:pt x="122138" y="31882"/>
                  </a:lnTo>
                  <a:lnTo>
                    <a:pt x="122138" y="31732"/>
                  </a:lnTo>
                  <a:lnTo>
                    <a:pt x="121539" y="31433"/>
                  </a:lnTo>
                  <a:lnTo>
                    <a:pt x="120641" y="31133"/>
                  </a:lnTo>
                  <a:lnTo>
                    <a:pt x="119892" y="30983"/>
                  </a:lnTo>
                  <a:lnTo>
                    <a:pt x="119892" y="30085"/>
                  </a:lnTo>
                  <a:lnTo>
                    <a:pt x="120790" y="30385"/>
                  </a:lnTo>
                  <a:lnTo>
                    <a:pt x="121688" y="30534"/>
                  </a:lnTo>
                  <a:lnTo>
                    <a:pt x="122437" y="30834"/>
                  </a:lnTo>
                  <a:lnTo>
                    <a:pt x="122437" y="30684"/>
                  </a:lnTo>
                  <a:lnTo>
                    <a:pt x="121688" y="30385"/>
                  </a:lnTo>
                  <a:lnTo>
                    <a:pt x="120940" y="30085"/>
                  </a:lnTo>
                  <a:lnTo>
                    <a:pt x="119892" y="29786"/>
                  </a:lnTo>
                  <a:lnTo>
                    <a:pt x="119743" y="28589"/>
                  </a:lnTo>
                  <a:lnTo>
                    <a:pt x="120790" y="28738"/>
                  </a:lnTo>
                  <a:lnTo>
                    <a:pt x="122437" y="29337"/>
                  </a:lnTo>
                  <a:lnTo>
                    <a:pt x="122437" y="29187"/>
                  </a:lnTo>
                  <a:lnTo>
                    <a:pt x="121838" y="28888"/>
                  </a:lnTo>
                  <a:lnTo>
                    <a:pt x="121239" y="28589"/>
                  </a:lnTo>
                  <a:lnTo>
                    <a:pt x="119743" y="28289"/>
                  </a:lnTo>
                  <a:lnTo>
                    <a:pt x="119743" y="27391"/>
                  </a:lnTo>
                  <a:lnTo>
                    <a:pt x="121090" y="27840"/>
                  </a:lnTo>
                  <a:lnTo>
                    <a:pt x="121988" y="27990"/>
                  </a:lnTo>
                  <a:lnTo>
                    <a:pt x="122886" y="28289"/>
                  </a:lnTo>
                  <a:lnTo>
                    <a:pt x="122886" y="28140"/>
                  </a:lnTo>
                  <a:lnTo>
                    <a:pt x="121988" y="27691"/>
                  </a:lnTo>
                  <a:lnTo>
                    <a:pt x="121090" y="27541"/>
                  </a:lnTo>
                  <a:lnTo>
                    <a:pt x="119743" y="27092"/>
                  </a:lnTo>
                  <a:lnTo>
                    <a:pt x="119743" y="26194"/>
                  </a:lnTo>
                  <a:lnTo>
                    <a:pt x="120940" y="26493"/>
                  </a:lnTo>
                  <a:lnTo>
                    <a:pt x="122886" y="26942"/>
                  </a:lnTo>
                  <a:lnTo>
                    <a:pt x="123036" y="26942"/>
                  </a:lnTo>
                  <a:lnTo>
                    <a:pt x="123036" y="26792"/>
                  </a:lnTo>
                  <a:lnTo>
                    <a:pt x="122138" y="26493"/>
                  </a:lnTo>
                  <a:lnTo>
                    <a:pt x="121239" y="26194"/>
                  </a:lnTo>
                  <a:lnTo>
                    <a:pt x="119743" y="25745"/>
                  </a:lnTo>
                  <a:lnTo>
                    <a:pt x="119743" y="24996"/>
                  </a:lnTo>
                  <a:lnTo>
                    <a:pt x="120641" y="25146"/>
                  </a:lnTo>
                  <a:lnTo>
                    <a:pt x="121539" y="25296"/>
                  </a:lnTo>
                  <a:lnTo>
                    <a:pt x="123185" y="25745"/>
                  </a:lnTo>
                  <a:lnTo>
                    <a:pt x="123335" y="25595"/>
                  </a:lnTo>
                  <a:lnTo>
                    <a:pt x="123185" y="25595"/>
                  </a:lnTo>
                  <a:lnTo>
                    <a:pt x="122287" y="25146"/>
                  </a:lnTo>
                  <a:lnTo>
                    <a:pt x="121090" y="24996"/>
                  </a:lnTo>
                  <a:lnTo>
                    <a:pt x="119743" y="24547"/>
                  </a:lnTo>
                  <a:lnTo>
                    <a:pt x="119743" y="24398"/>
                  </a:lnTo>
                  <a:close/>
                  <a:moveTo>
                    <a:pt x="89508" y="38467"/>
                  </a:moveTo>
                  <a:lnTo>
                    <a:pt x="89508" y="39665"/>
                  </a:lnTo>
                  <a:lnTo>
                    <a:pt x="89059" y="38767"/>
                  </a:lnTo>
                  <a:lnTo>
                    <a:pt x="89508" y="38467"/>
                  </a:lnTo>
                  <a:close/>
                  <a:moveTo>
                    <a:pt x="119892" y="38467"/>
                  </a:moveTo>
                  <a:lnTo>
                    <a:pt x="120491" y="38767"/>
                  </a:lnTo>
                  <a:lnTo>
                    <a:pt x="119892" y="39665"/>
                  </a:lnTo>
                  <a:lnTo>
                    <a:pt x="119892" y="38467"/>
                  </a:lnTo>
                  <a:close/>
                  <a:moveTo>
                    <a:pt x="80976" y="26643"/>
                  </a:moveTo>
                  <a:lnTo>
                    <a:pt x="86514" y="36372"/>
                  </a:lnTo>
                  <a:lnTo>
                    <a:pt x="81874" y="37719"/>
                  </a:lnTo>
                  <a:lnTo>
                    <a:pt x="77384" y="39515"/>
                  </a:lnTo>
                  <a:lnTo>
                    <a:pt x="73043" y="41461"/>
                  </a:lnTo>
                  <a:lnTo>
                    <a:pt x="68702" y="43706"/>
                  </a:lnTo>
                  <a:lnTo>
                    <a:pt x="65260" y="33229"/>
                  </a:lnTo>
                  <a:lnTo>
                    <a:pt x="69002" y="31283"/>
                  </a:lnTo>
                  <a:lnTo>
                    <a:pt x="72893" y="29487"/>
                  </a:lnTo>
                  <a:lnTo>
                    <a:pt x="76935" y="27990"/>
                  </a:lnTo>
                  <a:lnTo>
                    <a:pt x="80976" y="26643"/>
                  </a:lnTo>
                  <a:close/>
                  <a:moveTo>
                    <a:pt x="128424" y="26643"/>
                  </a:moveTo>
                  <a:lnTo>
                    <a:pt x="132465" y="27990"/>
                  </a:lnTo>
                  <a:lnTo>
                    <a:pt x="136507" y="29487"/>
                  </a:lnTo>
                  <a:lnTo>
                    <a:pt x="140398" y="31283"/>
                  </a:lnTo>
                  <a:lnTo>
                    <a:pt x="144140" y="33229"/>
                  </a:lnTo>
                  <a:lnTo>
                    <a:pt x="140698" y="43706"/>
                  </a:lnTo>
                  <a:lnTo>
                    <a:pt x="136507" y="41461"/>
                  </a:lnTo>
                  <a:lnTo>
                    <a:pt x="132166" y="39515"/>
                  </a:lnTo>
                  <a:lnTo>
                    <a:pt x="127526" y="37719"/>
                  </a:lnTo>
                  <a:lnTo>
                    <a:pt x="122886" y="36372"/>
                  </a:lnTo>
                  <a:lnTo>
                    <a:pt x="128424" y="26643"/>
                  </a:lnTo>
                  <a:close/>
                  <a:moveTo>
                    <a:pt x="64511" y="33678"/>
                  </a:moveTo>
                  <a:lnTo>
                    <a:pt x="64511" y="33827"/>
                  </a:lnTo>
                  <a:lnTo>
                    <a:pt x="63314" y="34576"/>
                  </a:lnTo>
                  <a:lnTo>
                    <a:pt x="62416" y="35174"/>
                  </a:lnTo>
                  <a:lnTo>
                    <a:pt x="61518" y="35923"/>
                  </a:lnTo>
                  <a:lnTo>
                    <a:pt x="61667" y="35923"/>
                  </a:lnTo>
                  <a:lnTo>
                    <a:pt x="63613" y="34725"/>
                  </a:lnTo>
                  <a:lnTo>
                    <a:pt x="64511" y="34127"/>
                  </a:lnTo>
                  <a:lnTo>
                    <a:pt x="64811" y="35025"/>
                  </a:lnTo>
                  <a:lnTo>
                    <a:pt x="63613" y="35923"/>
                  </a:lnTo>
                  <a:lnTo>
                    <a:pt x="62865" y="36372"/>
                  </a:lnTo>
                  <a:lnTo>
                    <a:pt x="62117" y="36971"/>
                  </a:lnTo>
                  <a:lnTo>
                    <a:pt x="62117" y="37120"/>
                  </a:lnTo>
                  <a:lnTo>
                    <a:pt x="62266" y="37120"/>
                  </a:lnTo>
                  <a:lnTo>
                    <a:pt x="63913" y="36073"/>
                  </a:lnTo>
                  <a:lnTo>
                    <a:pt x="64960" y="35324"/>
                  </a:lnTo>
                  <a:lnTo>
                    <a:pt x="65260" y="36222"/>
                  </a:lnTo>
                  <a:lnTo>
                    <a:pt x="64062" y="36971"/>
                  </a:lnTo>
                  <a:lnTo>
                    <a:pt x="63314" y="37569"/>
                  </a:lnTo>
                  <a:lnTo>
                    <a:pt x="62566" y="38168"/>
                  </a:lnTo>
                  <a:lnTo>
                    <a:pt x="62566" y="38318"/>
                  </a:lnTo>
                  <a:lnTo>
                    <a:pt x="62715" y="38318"/>
                  </a:lnTo>
                  <a:lnTo>
                    <a:pt x="63464" y="37869"/>
                  </a:lnTo>
                  <a:lnTo>
                    <a:pt x="64212" y="37270"/>
                  </a:lnTo>
                  <a:lnTo>
                    <a:pt x="65409" y="36372"/>
                  </a:lnTo>
                  <a:lnTo>
                    <a:pt x="65559" y="37270"/>
                  </a:lnTo>
                  <a:lnTo>
                    <a:pt x="64661" y="38018"/>
                  </a:lnTo>
                  <a:lnTo>
                    <a:pt x="63913" y="38467"/>
                  </a:lnTo>
                  <a:lnTo>
                    <a:pt x="63464" y="39066"/>
                  </a:lnTo>
                  <a:lnTo>
                    <a:pt x="63464" y="39216"/>
                  </a:lnTo>
                  <a:lnTo>
                    <a:pt x="63613" y="39216"/>
                  </a:lnTo>
                  <a:lnTo>
                    <a:pt x="64960" y="38168"/>
                  </a:lnTo>
                  <a:lnTo>
                    <a:pt x="65709" y="37569"/>
                  </a:lnTo>
                  <a:lnTo>
                    <a:pt x="66158" y="38767"/>
                  </a:lnTo>
                  <a:lnTo>
                    <a:pt x="65260" y="39365"/>
                  </a:lnTo>
                  <a:lnTo>
                    <a:pt x="64511" y="39815"/>
                  </a:lnTo>
                  <a:lnTo>
                    <a:pt x="63913" y="40413"/>
                  </a:lnTo>
                  <a:lnTo>
                    <a:pt x="63913" y="40563"/>
                  </a:lnTo>
                  <a:lnTo>
                    <a:pt x="64661" y="40114"/>
                  </a:lnTo>
                  <a:lnTo>
                    <a:pt x="65409" y="39515"/>
                  </a:lnTo>
                  <a:lnTo>
                    <a:pt x="66158" y="39066"/>
                  </a:lnTo>
                  <a:lnTo>
                    <a:pt x="66457" y="39964"/>
                  </a:lnTo>
                  <a:lnTo>
                    <a:pt x="65709" y="40264"/>
                  </a:lnTo>
                  <a:lnTo>
                    <a:pt x="65110" y="40862"/>
                  </a:lnTo>
                  <a:lnTo>
                    <a:pt x="64511" y="41461"/>
                  </a:lnTo>
                  <a:lnTo>
                    <a:pt x="64511" y="41461"/>
                  </a:lnTo>
                  <a:lnTo>
                    <a:pt x="66308" y="40264"/>
                  </a:lnTo>
                  <a:lnTo>
                    <a:pt x="66607" y="40114"/>
                  </a:lnTo>
                  <a:lnTo>
                    <a:pt x="66757" y="40862"/>
                  </a:lnTo>
                  <a:lnTo>
                    <a:pt x="66457" y="41162"/>
                  </a:lnTo>
                  <a:lnTo>
                    <a:pt x="65858" y="41611"/>
                  </a:lnTo>
                  <a:lnTo>
                    <a:pt x="65110" y="42209"/>
                  </a:lnTo>
                  <a:lnTo>
                    <a:pt x="65110" y="42359"/>
                  </a:lnTo>
                  <a:lnTo>
                    <a:pt x="65260" y="42359"/>
                  </a:lnTo>
                  <a:lnTo>
                    <a:pt x="66457" y="41461"/>
                  </a:lnTo>
                  <a:lnTo>
                    <a:pt x="66906" y="41162"/>
                  </a:lnTo>
                  <a:lnTo>
                    <a:pt x="67206" y="41910"/>
                  </a:lnTo>
                  <a:lnTo>
                    <a:pt x="66607" y="42359"/>
                  </a:lnTo>
                  <a:lnTo>
                    <a:pt x="65709" y="43107"/>
                  </a:lnTo>
                  <a:lnTo>
                    <a:pt x="65858" y="43107"/>
                  </a:lnTo>
                  <a:lnTo>
                    <a:pt x="66308" y="42808"/>
                  </a:lnTo>
                  <a:lnTo>
                    <a:pt x="66757" y="42509"/>
                  </a:lnTo>
                  <a:lnTo>
                    <a:pt x="67206" y="42209"/>
                  </a:lnTo>
                  <a:lnTo>
                    <a:pt x="67505" y="42958"/>
                  </a:lnTo>
                  <a:lnTo>
                    <a:pt x="67206" y="43257"/>
                  </a:lnTo>
                  <a:lnTo>
                    <a:pt x="66757" y="43556"/>
                  </a:lnTo>
                  <a:lnTo>
                    <a:pt x="66308" y="44006"/>
                  </a:lnTo>
                  <a:lnTo>
                    <a:pt x="66457" y="44006"/>
                  </a:lnTo>
                  <a:lnTo>
                    <a:pt x="67505" y="43257"/>
                  </a:lnTo>
                  <a:lnTo>
                    <a:pt x="67804" y="43856"/>
                  </a:lnTo>
                  <a:lnTo>
                    <a:pt x="66906" y="44754"/>
                  </a:lnTo>
                  <a:lnTo>
                    <a:pt x="66906" y="44904"/>
                  </a:lnTo>
                  <a:lnTo>
                    <a:pt x="67505" y="44455"/>
                  </a:lnTo>
                  <a:lnTo>
                    <a:pt x="67954" y="44155"/>
                  </a:lnTo>
                  <a:lnTo>
                    <a:pt x="67954" y="44305"/>
                  </a:lnTo>
                  <a:lnTo>
                    <a:pt x="68104" y="44754"/>
                  </a:lnTo>
                  <a:lnTo>
                    <a:pt x="67954" y="45053"/>
                  </a:lnTo>
                  <a:lnTo>
                    <a:pt x="67505" y="45353"/>
                  </a:lnTo>
                  <a:lnTo>
                    <a:pt x="67355" y="45652"/>
                  </a:lnTo>
                  <a:lnTo>
                    <a:pt x="67355" y="45802"/>
                  </a:lnTo>
                  <a:lnTo>
                    <a:pt x="67804" y="45502"/>
                  </a:lnTo>
                  <a:lnTo>
                    <a:pt x="68104" y="45203"/>
                  </a:lnTo>
                  <a:lnTo>
                    <a:pt x="68253" y="45053"/>
                  </a:lnTo>
                  <a:lnTo>
                    <a:pt x="68253" y="45203"/>
                  </a:lnTo>
                  <a:lnTo>
                    <a:pt x="68403" y="45802"/>
                  </a:lnTo>
                  <a:lnTo>
                    <a:pt x="67954" y="46400"/>
                  </a:lnTo>
                  <a:lnTo>
                    <a:pt x="68553" y="46101"/>
                  </a:lnTo>
                  <a:lnTo>
                    <a:pt x="68702" y="46849"/>
                  </a:lnTo>
                  <a:lnTo>
                    <a:pt x="68403" y="47298"/>
                  </a:lnTo>
                  <a:lnTo>
                    <a:pt x="66906" y="46101"/>
                  </a:lnTo>
                  <a:lnTo>
                    <a:pt x="66158" y="45353"/>
                  </a:lnTo>
                  <a:lnTo>
                    <a:pt x="57776" y="38018"/>
                  </a:lnTo>
                  <a:lnTo>
                    <a:pt x="61069" y="35773"/>
                  </a:lnTo>
                  <a:lnTo>
                    <a:pt x="64511" y="33678"/>
                  </a:lnTo>
                  <a:close/>
                  <a:moveTo>
                    <a:pt x="145038" y="33678"/>
                  </a:moveTo>
                  <a:lnTo>
                    <a:pt x="148331" y="35773"/>
                  </a:lnTo>
                  <a:lnTo>
                    <a:pt x="151624" y="38018"/>
                  </a:lnTo>
                  <a:lnTo>
                    <a:pt x="143242" y="45353"/>
                  </a:lnTo>
                  <a:lnTo>
                    <a:pt x="142494" y="46101"/>
                  </a:lnTo>
                  <a:lnTo>
                    <a:pt x="141147" y="47298"/>
                  </a:lnTo>
                  <a:lnTo>
                    <a:pt x="140698" y="46849"/>
                  </a:lnTo>
                  <a:lnTo>
                    <a:pt x="140997" y="46101"/>
                  </a:lnTo>
                  <a:lnTo>
                    <a:pt x="141446" y="46400"/>
                  </a:lnTo>
                  <a:lnTo>
                    <a:pt x="140997" y="45802"/>
                  </a:lnTo>
                  <a:lnTo>
                    <a:pt x="141147" y="45203"/>
                  </a:lnTo>
                  <a:lnTo>
                    <a:pt x="141296" y="45053"/>
                  </a:lnTo>
                  <a:lnTo>
                    <a:pt x="141296" y="45203"/>
                  </a:lnTo>
                  <a:lnTo>
                    <a:pt x="141895" y="45652"/>
                  </a:lnTo>
                  <a:lnTo>
                    <a:pt x="142045" y="45802"/>
                  </a:lnTo>
                  <a:lnTo>
                    <a:pt x="142194" y="45652"/>
                  </a:lnTo>
                  <a:lnTo>
                    <a:pt x="141895" y="45353"/>
                  </a:lnTo>
                  <a:lnTo>
                    <a:pt x="141446" y="45053"/>
                  </a:lnTo>
                  <a:lnTo>
                    <a:pt x="141296" y="44754"/>
                  </a:lnTo>
                  <a:lnTo>
                    <a:pt x="141596" y="44305"/>
                  </a:lnTo>
                  <a:lnTo>
                    <a:pt x="141596" y="44155"/>
                  </a:lnTo>
                  <a:lnTo>
                    <a:pt x="142194" y="44754"/>
                  </a:lnTo>
                  <a:lnTo>
                    <a:pt x="142494" y="44904"/>
                  </a:lnTo>
                  <a:lnTo>
                    <a:pt x="142643" y="44754"/>
                  </a:lnTo>
                  <a:lnTo>
                    <a:pt x="141596" y="43856"/>
                  </a:lnTo>
                  <a:lnTo>
                    <a:pt x="141895" y="43257"/>
                  </a:lnTo>
                  <a:lnTo>
                    <a:pt x="142045" y="43257"/>
                  </a:lnTo>
                  <a:lnTo>
                    <a:pt x="143093" y="44006"/>
                  </a:lnTo>
                  <a:lnTo>
                    <a:pt x="143093" y="44006"/>
                  </a:lnTo>
                  <a:lnTo>
                    <a:pt x="142643" y="43556"/>
                  </a:lnTo>
                  <a:lnTo>
                    <a:pt x="142344" y="43257"/>
                  </a:lnTo>
                  <a:lnTo>
                    <a:pt x="141895" y="42958"/>
                  </a:lnTo>
                  <a:lnTo>
                    <a:pt x="142194" y="42209"/>
                  </a:lnTo>
                  <a:lnTo>
                    <a:pt x="142643" y="42509"/>
                  </a:lnTo>
                  <a:lnTo>
                    <a:pt x="143093" y="42808"/>
                  </a:lnTo>
                  <a:lnTo>
                    <a:pt x="143691" y="43107"/>
                  </a:lnTo>
                  <a:lnTo>
                    <a:pt x="142793" y="42359"/>
                  </a:lnTo>
                  <a:lnTo>
                    <a:pt x="142344" y="41910"/>
                  </a:lnTo>
                  <a:lnTo>
                    <a:pt x="142494" y="41162"/>
                  </a:lnTo>
                  <a:lnTo>
                    <a:pt x="143093" y="41461"/>
                  </a:lnTo>
                  <a:lnTo>
                    <a:pt x="144140" y="42359"/>
                  </a:lnTo>
                  <a:lnTo>
                    <a:pt x="144290" y="42359"/>
                  </a:lnTo>
                  <a:lnTo>
                    <a:pt x="144290" y="42209"/>
                  </a:lnTo>
                  <a:lnTo>
                    <a:pt x="143691" y="41611"/>
                  </a:lnTo>
                  <a:lnTo>
                    <a:pt x="142943" y="41162"/>
                  </a:lnTo>
                  <a:lnTo>
                    <a:pt x="142643" y="40862"/>
                  </a:lnTo>
                  <a:lnTo>
                    <a:pt x="142943" y="40114"/>
                  </a:lnTo>
                  <a:lnTo>
                    <a:pt x="143093" y="40264"/>
                  </a:lnTo>
                  <a:lnTo>
                    <a:pt x="144889" y="41461"/>
                  </a:lnTo>
                  <a:lnTo>
                    <a:pt x="144290" y="40862"/>
                  </a:lnTo>
                  <a:lnTo>
                    <a:pt x="143691" y="40264"/>
                  </a:lnTo>
                  <a:lnTo>
                    <a:pt x="142943" y="39964"/>
                  </a:lnTo>
                  <a:lnTo>
                    <a:pt x="143242" y="39066"/>
                  </a:lnTo>
                  <a:lnTo>
                    <a:pt x="143991" y="39515"/>
                  </a:lnTo>
                  <a:lnTo>
                    <a:pt x="144739" y="40114"/>
                  </a:lnTo>
                  <a:lnTo>
                    <a:pt x="145487" y="40563"/>
                  </a:lnTo>
                  <a:lnTo>
                    <a:pt x="145487" y="40413"/>
                  </a:lnTo>
                  <a:lnTo>
                    <a:pt x="144889" y="39815"/>
                  </a:lnTo>
                  <a:lnTo>
                    <a:pt x="144290" y="39365"/>
                  </a:lnTo>
                  <a:lnTo>
                    <a:pt x="143392" y="38767"/>
                  </a:lnTo>
                  <a:lnTo>
                    <a:pt x="143691" y="37569"/>
                  </a:lnTo>
                  <a:lnTo>
                    <a:pt x="144589" y="38168"/>
                  </a:lnTo>
                  <a:lnTo>
                    <a:pt x="145936" y="39216"/>
                  </a:lnTo>
                  <a:lnTo>
                    <a:pt x="145936" y="39066"/>
                  </a:lnTo>
                  <a:lnTo>
                    <a:pt x="145487" y="38467"/>
                  </a:lnTo>
                  <a:lnTo>
                    <a:pt x="144889" y="38018"/>
                  </a:lnTo>
                  <a:lnTo>
                    <a:pt x="143841" y="37270"/>
                  </a:lnTo>
                  <a:lnTo>
                    <a:pt x="144140" y="36372"/>
                  </a:lnTo>
                  <a:lnTo>
                    <a:pt x="145188" y="37270"/>
                  </a:lnTo>
                  <a:lnTo>
                    <a:pt x="145936" y="37869"/>
                  </a:lnTo>
                  <a:lnTo>
                    <a:pt x="146834" y="38318"/>
                  </a:lnTo>
                  <a:lnTo>
                    <a:pt x="146834" y="38168"/>
                  </a:lnTo>
                  <a:lnTo>
                    <a:pt x="146086" y="37569"/>
                  </a:lnTo>
                  <a:lnTo>
                    <a:pt x="145338" y="36971"/>
                  </a:lnTo>
                  <a:lnTo>
                    <a:pt x="144140" y="36222"/>
                  </a:lnTo>
                  <a:lnTo>
                    <a:pt x="144440" y="35324"/>
                  </a:lnTo>
                  <a:lnTo>
                    <a:pt x="145487" y="36073"/>
                  </a:lnTo>
                  <a:lnTo>
                    <a:pt x="147134" y="37120"/>
                  </a:lnTo>
                  <a:lnTo>
                    <a:pt x="147283" y="37120"/>
                  </a:lnTo>
                  <a:lnTo>
                    <a:pt x="147283" y="36971"/>
                  </a:lnTo>
                  <a:lnTo>
                    <a:pt x="146535" y="36372"/>
                  </a:lnTo>
                  <a:lnTo>
                    <a:pt x="145936" y="35923"/>
                  </a:lnTo>
                  <a:lnTo>
                    <a:pt x="144589" y="35025"/>
                  </a:lnTo>
                  <a:lnTo>
                    <a:pt x="144889" y="34127"/>
                  </a:lnTo>
                  <a:lnTo>
                    <a:pt x="145787" y="34725"/>
                  </a:lnTo>
                  <a:lnTo>
                    <a:pt x="147882" y="35923"/>
                  </a:lnTo>
                  <a:lnTo>
                    <a:pt x="147134" y="35174"/>
                  </a:lnTo>
                  <a:lnTo>
                    <a:pt x="146236" y="34576"/>
                  </a:lnTo>
                  <a:lnTo>
                    <a:pt x="145038" y="33827"/>
                  </a:lnTo>
                  <a:lnTo>
                    <a:pt x="145038" y="33678"/>
                  </a:lnTo>
                  <a:close/>
                  <a:moveTo>
                    <a:pt x="140548" y="46999"/>
                  </a:moveTo>
                  <a:lnTo>
                    <a:pt x="140997" y="47448"/>
                  </a:lnTo>
                  <a:lnTo>
                    <a:pt x="140249" y="48047"/>
                  </a:lnTo>
                  <a:lnTo>
                    <a:pt x="140249" y="48047"/>
                  </a:lnTo>
                  <a:lnTo>
                    <a:pt x="140548" y="46999"/>
                  </a:lnTo>
                  <a:close/>
                  <a:moveTo>
                    <a:pt x="68852" y="46999"/>
                  </a:moveTo>
                  <a:lnTo>
                    <a:pt x="69151" y="48047"/>
                  </a:lnTo>
                  <a:lnTo>
                    <a:pt x="69151" y="48047"/>
                  </a:lnTo>
                  <a:lnTo>
                    <a:pt x="68403" y="47448"/>
                  </a:lnTo>
                  <a:lnTo>
                    <a:pt x="68852" y="46999"/>
                  </a:lnTo>
                  <a:close/>
                  <a:moveTo>
                    <a:pt x="96094" y="53286"/>
                  </a:moveTo>
                  <a:lnTo>
                    <a:pt x="95046" y="60620"/>
                  </a:lnTo>
                  <a:lnTo>
                    <a:pt x="94896" y="60620"/>
                  </a:lnTo>
                  <a:lnTo>
                    <a:pt x="93100" y="53884"/>
                  </a:lnTo>
                  <a:lnTo>
                    <a:pt x="96094" y="53286"/>
                  </a:lnTo>
                  <a:close/>
                  <a:moveTo>
                    <a:pt x="113007" y="53286"/>
                  </a:moveTo>
                  <a:lnTo>
                    <a:pt x="116150" y="53884"/>
                  </a:lnTo>
                  <a:lnTo>
                    <a:pt x="114803" y="60620"/>
                  </a:lnTo>
                  <a:lnTo>
                    <a:pt x="114055" y="60470"/>
                  </a:lnTo>
                  <a:lnTo>
                    <a:pt x="113007" y="53286"/>
                  </a:lnTo>
                  <a:close/>
                  <a:moveTo>
                    <a:pt x="110313" y="35174"/>
                  </a:moveTo>
                  <a:lnTo>
                    <a:pt x="114654" y="35624"/>
                  </a:lnTo>
                  <a:lnTo>
                    <a:pt x="118994" y="36372"/>
                  </a:lnTo>
                  <a:lnTo>
                    <a:pt x="118994" y="43257"/>
                  </a:lnTo>
                  <a:lnTo>
                    <a:pt x="122437" y="37270"/>
                  </a:lnTo>
                  <a:lnTo>
                    <a:pt x="127077" y="38617"/>
                  </a:lnTo>
                  <a:lnTo>
                    <a:pt x="131717" y="40413"/>
                  </a:lnTo>
                  <a:lnTo>
                    <a:pt x="136058" y="42359"/>
                  </a:lnTo>
                  <a:lnTo>
                    <a:pt x="140398" y="44754"/>
                  </a:lnTo>
                  <a:lnTo>
                    <a:pt x="138153" y="51190"/>
                  </a:lnTo>
                  <a:lnTo>
                    <a:pt x="138153" y="51190"/>
                  </a:lnTo>
                  <a:lnTo>
                    <a:pt x="143392" y="46700"/>
                  </a:lnTo>
                  <a:lnTo>
                    <a:pt x="145637" y="48197"/>
                  </a:lnTo>
                  <a:lnTo>
                    <a:pt x="147733" y="49843"/>
                  </a:lnTo>
                  <a:lnTo>
                    <a:pt x="149828" y="51489"/>
                  </a:lnTo>
                  <a:lnTo>
                    <a:pt x="151774" y="53286"/>
                  </a:lnTo>
                  <a:lnTo>
                    <a:pt x="138902" y="63164"/>
                  </a:lnTo>
                  <a:lnTo>
                    <a:pt x="136207" y="61069"/>
                  </a:lnTo>
                  <a:lnTo>
                    <a:pt x="133513" y="59273"/>
                  </a:lnTo>
                  <a:lnTo>
                    <a:pt x="135609" y="55980"/>
                  </a:lnTo>
                  <a:lnTo>
                    <a:pt x="136357" y="55980"/>
                  </a:lnTo>
                  <a:lnTo>
                    <a:pt x="137105" y="55830"/>
                  </a:lnTo>
                  <a:lnTo>
                    <a:pt x="137704" y="55231"/>
                  </a:lnTo>
                  <a:lnTo>
                    <a:pt x="138153" y="54483"/>
                  </a:lnTo>
                  <a:lnTo>
                    <a:pt x="138303" y="54034"/>
                  </a:lnTo>
                  <a:lnTo>
                    <a:pt x="138303" y="53735"/>
                  </a:lnTo>
                  <a:lnTo>
                    <a:pt x="138003" y="52837"/>
                  </a:lnTo>
                  <a:lnTo>
                    <a:pt x="137554" y="52238"/>
                  </a:lnTo>
                  <a:lnTo>
                    <a:pt x="137255" y="51938"/>
                  </a:lnTo>
                  <a:lnTo>
                    <a:pt x="136806" y="51789"/>
                  </a:lnTo>
                  <a:lnTo>
                    <a:pt x="136357" y="51639"/>
                  </a:lnTo>
                  <a:lnTo>
                    <a:pt x="135908" y="51639"/>
                  </a:lnTo>
                  <a:lnTo>
                    <a:pt x="135160" y="51789"/>
                  </a:lnTo>
                  <a:lnTo>
                    <a:pt x="134411" y="52388"/>
                  </a:lnTo>
                  <a:lnTo>
                    <a:pt x="134261" y="52687"/>
                  </a:lnTo>
                  <a:lnTo>
                    <a:pt x="133962" y="53136"/>
                  </a:lnTo>
                  <a:lnTo>
                    <a:pt x="133962" y="53735"/>
                  </a:lnTo>
                  <a:lnTo>
                    <a:pt x="133962" y="54483"/>
                  </a:lnTo>
                  <a:lnTo>
                    <a:pt x="134261" y="55082"/>
                  </a:lnTo>
                  <a:lnTo>
                    <a:pt x="134711" y="55531"/>
                  </a:lnTo>
                  <a:lnTo>
                    <a:pt x="132765" y="58824"/>
                  </a:lnTo>
                  <a:lnTo>
                    <a:pt x="129172" y="56728"/>
                  </a:lnTo>
                  <a:lnTo>
                    <a:pt x="125430" y="54932"/>
                  </a:lnTo>
                  <a:lnTo>
                    <a:pt x="121539" y="53585"/>
                  </a:lnTo>
                  <a:lnTo>
                    <a:pt x="117348" y="52388"/>
                  </a:lnTo>
                  <a:lnTo>
                    <a:pt x="118246" y="48346"/>
                  </a:lnTo>
                  <a:lnTo>
                    <a:pt x="118994" y="48047"/>
                  </a:lnTo>
                  <a:lnTo>
                    <a:pt x="119743" y="47598"/>
                  </a:lnTo>
                  <a:lnTo>
                    <a:pt x="120192" y="46999"/>
                  </a:lnTo>
                  <a:lnTo>
                    <a:pt x="120341" y="46101"/>
                  </a:lnTo>
                  <a:lnTo>
                    <a:pt x="120341" y="45652"/>
                  </a:lnTo>
                  <a:lnTo>
                    <a:pt x="120192" y="45203"/>
                  </a:lnTo>
                  <a:lnTo>
                    <a:pt x="119743" y="44604"/>
                  </a:lnTo>
                  <a:lnTo>
                    <a:pt x="118994" y="44155"/>
                  </a:lnTo>
                  <a:lnTo>
                    <a:pt x="118545" y="44006"/>
                  </a:lnTo>
                  <a:lnTo>
                    <a:pt x="118096" y="43856"/>
                  </a:lnTo>
                  <a:lnTo>
                    <a:pt x="117647" y="44006"/>
                  </a:lnTo>
                  <a:lnTo>
                    <a:pt x="117198" y="44155"/>
                  </a:lnTo>
                  <a:lnTo>
                    <a:pt x="116599" y="44604"/>
                  </a:lnTo>
                  <a:lnTo>
                    <a:pt x="116150" y="45203"/>
                  </a:lnTo>
                  <a:lnTo>
                    <a:pt x="116001" y="45652"/>
                  </a:lnTo>
                  <a:lnTo>
                    <a:pt x="115851" y="46101"/>
                  </a:lnTo>
                  <a:lnTo>
                    <a:pt x="116001" y="46849"/>
                  </a:lnTo>
                  <a:lnTo>
                    <a:pt x="116300" y="47298"/>
                  </a:lnTo>
                  <a:lnTo>
                    <a:pt x="116749" y="47897"/>
                  </a:lnTo>
                  <a:lnTo>
                    <a:pt x="117348" y="48197"/>
                  </a:lnTo>
                  <a:lnTo>
                    <a:pt x="116450" y="52238"/>
                  </a:lnTo>
                  <a:lnTo>
                    <a:pt x="112708" y="51489"/>
                  </a:lnTo>
                  <a:lnTo>
                    <a:pt x="110313" y="35174"/>
                  </a:lnTo>
                  <a:close/>
                  <a:moveTo>
                    <a:pt x="98488" y="35174"/>
                  </a:moveTo>
                  <a:lnTo>
                    <a:pt x="96243" y="51489"/>
                  </a:lnTo>
                  <a:lnTo>
                    <a:pt x="92651" y="52238"/>
                  </a:lnTo>
                  <a:lnTo>
                    <a:pt x="91453" y="48346"/>
                  </a:lnTo>
                  <a:lnTo>
                    <a:pt x="92052" y="47747"/>
                  </a:lnTo>
                  <a:lnTo>
                    <a:pt x="92501" y="46999"/>
                  </a:lnTo>
                  <a:lnTo>
                    <a:pt x="92501" y="46251"/>
                  </a:lnTo>
                  <a:lnTo>
                    <a:pt x="92352" y="45353"/>
                  </a:lnTo>
                  <a:lnTo>
                    <a:pt x="92052" y="45053"/>
                  </a:lnTo>
                  <a:lnTo>
                    <a:pt x="91753" y="44754"/>
                  </a:lnTo>
                  <a:lnTo>
                    <a:pt x="91004" y="44305"/>
                  </a:lnTo>
                  <a:lnTo>
                    <a:pt x="90256" y="44155"/>
                  </a:lnTo>
                  <a:lnTo>
                    <a:pt x="89807" y="44305"/>
                  </a:lnTo>
                  <a:lnTo>
                    <a:pt x="89358" y="44455"/>
                  </a:lnTo>
                  <a:lnTo>
                    <a:pt x="88909" y="44604"/>
                  </a:lnTo>
                  <a:lnTo>
                    <a:pt x="88610" y="44904"/>
                  </a:lnTo>
                  <a:lnTo>
                    <a:pt x="88310" y="45652"/>
                  </a:lnTo>
                  <a:lnTo>
                    <a:pt x="88161" y="46550"/>
                  </a:lnTo>
                  <a:lnTo>
                    <a:pt x="88161" y="46999"/>
                  </a:lnTo>
                  <a:lnTo>
                    <a:pt x="88310" y="47448"/>
                  </a:lnTo>
                  <a:lnTo>
                    <a:pt x="88759" y="47897"/>
                  </a:lnTo>
                  <a:lnTo>
                    <a:pt x="89208" y="48346"/>
                  </a:lnTo>
                  <a:lnTo>
                    <a:pt x="89807" y="48496"/>
                  </a:lnTo>
                  <a:lnTo>
                    <a:pt x="90555" y="48646"/>
                  </a:lnTo>
                  <a:lnTo>
                    <a:pt x="91603" y="52537"/>
                  </a:lnTo>
                  <a:lnTo>
                    <a:pt x="87412" y="53735"/>
                  </a:lnTo>
                  <a:lnTo>
                    <a:pt x="83521" y="55231"/>
                  </a:lnTo>
                  <a:lnTo>
                    <a:pt x="79629" y="57028"/>
                  </a:lnTo>
                  <a:lnTo>
                    <a:pt x="75887" y="59273"/>
                  </a:lnTo>
                  <a:lnTo>
                    <a:pt x="73941" y="55680"/>
                  </a:lnTo>
                  <a:lnTo>
                    <a:pt x="74390" y="54932"/>
                  </a:lnTo>
                  <a:lnTo>
                    <a:pt x="74540" y="54034"/>
                  </a:lnTo>
                  <a:lnTo>
                    <a:pt x="74240" y="53286"/>
                  </a:lnTo>
                  <a:lnTo>
                    <a:pt x="73791" y="52537"/>
                  </a:lnTo>
                  <a:lnTo>
                    <a:pt x="73492" y="52238"/>
                  </a:lnTo>
                  <a:lnTo>
                    <a:pt x="73043" y="52088"/>
                  </a:lnTo>
                  <a:lnTo>
                    <a:pt x="72295" y="51938"/>
                  </a:lnTo>
                  <a:lnTo>
                    <a:pt x="71397" y="52088"/>
                  </a:lnTo>
                  <a:lnTo>
                    <a:pt x="71097" y="52388"/>
                  </a:lnTo>
                  <a:lnTo>
                    <a:pt x="70648" y="52687"/>
                  </a:lnTo>
                  <a:lnTo>
                    <a:pt x="70499" y="52986"/>
                  </a:lnTo>
                  <a:lnTo>
                    <a:pt x="70199" y="53286"/>
                  </a:lnTo>
                  <a:lnTo>
                    <a:pt x="70049" y="54184"/>
                  </a:lnTo>
                  <a:lnTo>
                    <a:pt x="70199" y="55082"/>
                  </a:lnTo>
                  <a:lnTo>
                    <a:pt x="70499" y="55381"/>
                  </a:lnTo>
                  <a:lnTo>
                    <a:pt x="70798" y="55680"/>
                  </a:lnTo>
                  <a:lnTo>
                    <a:pt x="71247" y="56129"/>
                  </a:lnTo>
                  <a:lnTo>
                    <a:pt x="71846" y="56279"/>
                  </a:lnTo>
                  <a:lnTo>
                    <a:pt x="72444" y="56429"/>
                  </a:lnTo>
                  <a:lnTo>
                    <a:pt x="73043" y="56279"/>
                  </a:lnTo>
                  <a:lnTo>
                    <a:pt x="75139" y="59722"/>
                  </a:lnTo>
                  <a:lnTo>
                    <a:pt x="72444" y="61668"/>
                  </a:lnTo>
                  <a:lnTo>
                    <a:pt x="69750" y="63763"/>
                  </a:lnTo>
                  <a:lnTo>
                    <a:pt x="56728" y="54184"/>
                  </a:lnTo>
                  <a:lnTo>
                    <a:pt x="58824" y="52088"/>
                  </a:lnTo>
                  <a:lnTo>
                    <a:pt x="61218" y="50142"/>
                  </a:lnTo>
                  <a:lnTo>
                    <a:pt x="63613" y="48346"/>
                  </a:lnTo>
                  <a:lnTo>
                    <a:pt x="66008" y="46550"/>
                  </a:lnTo>
                  <a:lnTo>
                    <a:pt x="71247" y="51190"/>
                  </a:lnTo>
                  <a:lnTo>
                    <a:pt x="71247" y="51190"/>
                  </a:lnTo>
                  <a:lnTo>
                    <a:pt x="69151" y="44754"/>
                  </a:lnTo>
                  <a:lnTo>
                    <a:pt x="73342" y="42359"/>
                  </a:lnTo>
                  <a:lnTo>
                    <a:pt x="77683" y="40264"/>
                  </a:lnTo>
                  <a:lnTo>
                    <a:pt x="82323" y="38617"/>
                  </a:lnTo>
                  <a:lnTo>
                    <a:pt x="86963" y="37120"/>
                  </a:lnTo>
                  <a:lnTo>
                    <a:pt x="90406" y="43257"/>
                  </a:lnTo>
                  <a:lnTo>
                    <a:pt x="90555" y="36372"/>
                  </a:lnTo>
                  <a:lnTo>
                    <a:pt x="94447" y="35624"/>
                  </a:lnTo>
                  <a:lnTo>
                    <a:pt x="98488" y="35174"/>
                  </a:lnTo>
                  <a:close/>
                  <a:moveTo>
                    <a:pt x="56878" y="38467"/>
                  </a:moveTo>
                  <a:lnTo>
                    <a:pt x="65260" y="45951"/>
                  </a:lnTo>
                  <a:lnTo>
                    <a:pt x="62865" y="47747"/>
                  </a:lnTo>
                  <a:lnTo>
                    <a:pt x="60470" y="49544"/>
                  </a:lnTo>
                  <a:lnTo>
                    <a:pt x="58075" y="51489"/>
                  </a:lnTo>
                  <a:lnTo>
                    <a:pt x="55830" y="53585"/>
                  </a:lnTo>
                  <a:lnTo>
                    <a:pt x="48196" y="47897"/>
                  </a:lnTo>
                  <a:lnTo>
                    <a:pt x="47298" y="48646"/>
                  </a:lnTo>
                  <a:lnTo>
                    <a:pt x="53136" y="56279"/>
                  </a:lnTo>
                  <a:lnTo>
                    <a:pt x="51040" y="58524"/>
                  </a:lnTo>
                  <a:lnTo>
                    <a:pt x="49244" y="60770"/>
                  </a:lnTo>
                  <a:lnTo>
                    <a:pt x="47448" y="63164"/>
                  </a:lnTo>
                  <a:lnTo>
                    <a:pt x="45802" y="65559"/>
                  </a:lnTo>
                  <a:lnTo>
                    <a:pt x="38018" y="57477"/>
                  </a:lnTo>
                  <a:lnTo>
                    <a:pt x="40114" y="54782"/>
                  </a:lnTo>
                  <a:lnTo>
                    <a:pt x="42209" y="52238"/>
                  </a:lnTo>
                  <a:lnTo>
                    <a:pt x="44454" y="49693"/>
                  </a:lnTo>
                  <a:lnTo>
                    <a:pt x="46700" y="47298"/>
                  </a:lnTo>
                  <a:lnTo>
                    <a:pt x="49094" y="44904"/>
                  </a:lnTo>
                  <a:lnTo>
                    <a:pt x="51639" y="42658"/>
                  </a:lnTo>
                  <a:lnTo>
                    <a:pt x="54184" y="40563"/>
                  </a:lnTo>
                  <a:lnTo>
                    <a:pt x="56878" y="38467"/>
                  </a:lnTo>
                  <a:close/>
                  <a:moveTo>
                    <a:pt x="152522" y="38617"/>
                  </a:moveTo>
                  <a:lnTo>
                    <a:pt x="155216" y="40563"/>
                  </a:lnTo>
                  <a:lnTo>
                    <a:pt x="157761" y="42658"/>
                  </a:lnTo>
                  <a:lnTo>
                    <a:pt x="160306" y="44904"/>
                  </a:lnTo>
                  <a:lnTo>
                    <a:pt x="162700" y="47298"/>
                  </a:lnTo>
                  <a:lnTo>
                    <a:pt x="164946" y="49693"/>
                  </a:lnTo>
                  <a:lnTo>
                    <a:pt x="167191" y="52238"/>
                  </a:lnTo>
                  <a:lnTo>
                    <a:pt x="169286" y="54932"/>
                  </a:lnTo>
                  <a:lnTo>
                    <a:pt x="171382" y="57626"/>
                  </a:lnTo>
                  <a:lnTo>
                    <a:pt x="163748" y="65559"/>
                  </a:lnTo>
                  <a:lnTo>
                    <a:pt x="161802" y="62865"/>
                  </a:lnTo>
                  <a:lnTo>
                    <a:pt x="159707" y="60320"/>
                  </a:lnTo>
                  <a:lnTo>
                    <a:pt x="157611" y="57776"/>
                  </a:lnTo>
                  <a:lnTo>
                    <a:pt x="155366" y="55381"/>
                  </a:lnTo>
                  <a:lnTo>
                    <a:pt x="161054" y="47897"/>
                  </a:lnTo>
                  <a:lnTo>
                    <a:pt x="160156" y="46999"/>
                  </a:lnTo>
                  <a:lnTo>
                    <a:pt x="152672" y="52687"/>
                  </a:lnTo>
                  <a:lnTo>
                    <a:pt x="150576" y="50891"/>
                  </a:lnTo>
                  <a:lnTo>
                    <a:pt x="148481" y="49095"/>
                  </a:lnTo>
                  <a:lnTo>
                    <a:pt x="146385" y="47448"/>
                  </a:lnTo>
                  <a:lnTo>
                    <a:pt x="144140" y="45951"/>
                  </a:lnTo>
                  <a:lnTo>
                    <a:pt x="152522" y="38617"/>
                  </a:lnTo>
                  <a:close/>
                  <a:moveTo>
                    <a:pt x="117048" y="54184"/>
                  </a:moveTo>
                  <a:lnTo>
                    <a:pt x="120940" y="55231"/>
                  </a:lnTo>
                  <a:lnTo>
                    <a:pt x="124682" y="56579"/>
                  </a:lnTo>
                  <a:lnTo>
                    <a:pt x="128424" y="58375"/>
                  </a:lnTo>
                  <a:lnTo>
                    <a:pt x="131867" y="60320"/>
                  </a:lnTo>
                  <a:lnTo>
                    <a:pt x="128274" y="66158"/>
                  </a:lnTo>
                  <a:lnTo>
                    <a:pt x="125281" y="64511"/>
                  </a:lnTo>
                  <a:lnTo>
                    <a:pt x="122287" y="63015"/>
                  </a:lnTo>
                  <a:lnTo>
                    <a:pt x="118994" y="61817"/>
                  </a:lnTo>
                  <a:lnTo>
                    <a:pt x="115701" y="60919"/>
                  </a:lnTo>
                  <a:lnTo>
                    <a:pt x="117048" y="54184"/>
                  </a:lnTo>
                  <a:close/>
                  <a:moveTo>
                    <a:pt x="92052" y="54184"/>
                  </a:moveTo>
                  <a:lnTo>
                    <a:pt x="93998" y="60770"/>
                  </a:lnTo>
                  <a:lnTo>
                    <a:pt x="90406" y="61817"/>
                  </a:lnTo>
                  <a:lnTo>
                    <a:pt x="86813" y="63164"/>
                  </a:lnTo>
                  <a:lnTo>
                    <a:pt x="83521" y="64811"/>
                  </a:lnTo>
                  <a:lnTo>
                    <a:pt x="80228" y="66757"/>
                  </a:lnTo>
                  <a:lnTo>
                    <a:pt x="76785" y="60770"/>
                  </a:lnTo>
                  <a:lnTo>
                    <a:pt x="80377" y="58674"/>
                  </a:lnTo>
                  <a:lnTo>
                    <a:pt x="84119" y="56878"/>
                  </a:lnTo>
                  <a:lnTo>
                    <a:pt x="88011" y="55381"/>
                  </a:lnTo>
                  <a:lnTo>
                    <a:pt x="92052" y="54184"/>
                  </a:lnTo>
                  <a:close/>
                  <a:moveTo>
                    <a:pt x="132615" y="60770"/>
                  </a:moveTo>
                  <a:lnTo>
                    <a:pt x="135160" y="62416"/>
                  </a:lnTo>
                  <a:lnTo>
                    <a:pt x="137405" y="64212"/>
                  </a:lnTo>
                  <a:lnTo>
                    <a:pt x="131717" y="68553"/>
                  </a:lnTo>
                  <a:lnTo>
                    <a:pt x="129172" y="66607"/>
                  </a:lnTo>
                  <a:lnTo>
                    <a:pt x="132615" y="60770"/>
                  </a:lnTo>
                  <a:close/>
                  <a:moveTo>
                    <a:pt x="37569" y="58375"/>
                  </a:moveTo>
                  <a:lnTo>
                    <a:pt x="38168" y="59123"/>
                  </a:lnTo>
                  <a:lnTo>
                    <a:pt x="37420" y="60320"/>
                  </a:lnTo>
                  <a:lnTo>
                    <a:pt x="36971" y="61219"/>
                  </a:lnTo>
                  <a:lnTo>
                    <a:pt x="36671" y="62117"/>
                  </a:lnTo>
                  <a:lnTo>
                    <a:pt x="37719" y="60470"/>
                  </a:lnTo>
                  <a:lnTo>
                    <a:pt x="38467" y="59273"/>
                  </a:lnTo>
                  <a:lnTo>
                    <a:pt x="39066" y="60021"/>
                  </a:lnTo>
                  <a:lnTo>
                    <a:pt x="38318" y="61219"/>
                  </a:lnTo>
                  <a:lnTo>
                    <a:pt x="37869" y="62117"/>
                  </a:lnTo>
                  <a:lnTo>
                    <a:pt x="37569" y="63015"/>
                  </a:lnTo>
                  <a:lnTo>
                    <a:pt x="37569" y="63015"/>
                  </a:lnTo>
                  <a:lnTo>
                    <a:pt x="38168" y="62266"/>
                  </a:lnTo>
                  <a:lnTo>
                    <a:pt x="38617" y="61368"/>
                  </a:lnTo>
                  <a:lnTo>
                    <a:pt x="39216" y="60171"/>
                  </a:lnTo>
                  <a:lnTo>
                    <a:pt x="39814" y="60770"/>
                  </a:lnTo>
                  <a:lnTo>
                    <a:pt x="39066" y="62117"/>
                  </a:lnTo>
                  <a:lnTo>
                    <a:pt x="38916" y="62715"/>
                  </a:lnTo>
                  <a:lnTo>
                    <a:pt x="38617" y="63314"/>
                  </a:lnTo>
                  <a:lnTo>
                    <a:pt x="38767" y="63464"/>
                  </a:lnTo>
                  <a:lnTo>
                    <a:pt x="39665" y="61967"/>
                  </a:lnTo>
                  <a:lnTo>
                    <a:pt x="40114" y="61069"/>
                  </a:lnTo>
                  <a:lnTo>
                    <a:pt x="40862" y="61967"/>
                  </a:lnTo>
                  <a:lnTo>
                    <a:pt x="40413" y="62865"/>
                  </a:lnTo>
                  <a:lnTo>
                    <a:pt x="39964" y="63613"/>
                  </a:lnTo>
                  <a:lnTo>
                    <a:pt x="39665" y="64511"/>
                  </a:lnTo>
                  <a:lnTo>
                    <a:pt x="39814" y="64511"/>
                  </a:lnTo>
                  <a:lnTo>
                    <a:pt x="40263" y="63763"/>
                  </a:lnTo>
                  <a:lnTo>
                    <a:pt x="40563" y="63015"/>
                  </a:lnTo>
                  <a:lnTo>
                    <a:pt x="41162" y="62117"/>
                  </a:lnTo>
                  <a:lnTo>
                    <a:pt x="41760" y="62865"/>
                  </a:lnTo>
                  <a:lnTo>
                    <a:pt x="41311" y="63613"/>
                  </a:lnTo>
                  <a:lnTo>
                    <a:pt x="40862" y="64362"/>
                  </a:lnTo>
                  <a:lnTo>
                    <a:pt x="40563" y="65110"/>
                  </a:lnTo>
                  <a:lnTo>
                    <a:pt x="40713" y="65110"/>
                  </a:lnTo>
                  <a:lnTo>
                    <a:pt x="41760" y="63314"/>
                  </a:lnTo>
                  <a:lnTo>
                    <a:pt x="41910" y="63015"/>
                  </a:lnTo>
                  <a:lnTo>
                    <a:pt x="42509" y="63613"/>
                  </a:lnTo>
                  <a:lnTo>
                    <a:pt x="42209" y="64062"/>
                  </a:lnTo>
                  <a:lnTo>
                    <a:pt x="41611" y="65559"/>
                  </a:lnTo>
                  <a:lnTo>
                    <a:pt x="41760" y="65559"/>
                  </a:lnTo>
                  <a:lnTo>
                    <a:pt x="42359" y="64212"/>
                  </a:lnTo>
                  <a:lnTo>
                    <a:pt x="42658" y="63763"/>
                  </a:lnTo>
                  <a:lnTo>
                    <a:pt x="43257" y="64362"/>
                  </a:lnTo>
                  <a:lnTo>
                    <a:pt x="42958" y="64961"/>
                  </a:lnTo>
                  <a:lnTo>
                    <a:pt x="42509" y="66008"/>
                  </a:lnTo>
                  <a:lnTo>
                    <a:pt x="43107" y="65410"/>
                  </a:lnTo>
                  <a:lnTo>
                    <a:pt x="43407" y="64511"/>
                  </a:lnTo>
                  <a:lnTo>
                    <a:pt x="44005" y="65110"/>
                  </a:lnTo>
                  <a:lnTo>
                    <a:pt x="43856" y="65410"/>
                  </a:lnTo>
                  <a:lnTo>
                    <a:pt x="43556" y="66008"/>
                  </a:lnTo>
                  <a:lnTo>
                    <a:pt x="43407" y="66457"/>
                  </a:lnTo>
                  <a:lnTo>
                    <a:pt x="43556" y="66607"/>
                  </a:lnTo>
                  <a:lnTo>
                    <a:pt x="44005" y="65559"/>
                  </a:lnTo>
                  <a:lnTo>
                    <a:pt x="44155" y="65410"/>
                  </a:lnTo>
                  <a:lnTo>
                    <a:pt x="44754" y="65859"/>
                  </a:lnTo>
                  <a:lnTo>
                    <a:pt x="44155" y="67056"/>
                  </a:lnTo>
                  <a:lnTo>
                    <a:pt x="44305" y="67206"/>
                  </a:lnTo>
                  <a:lnTo>
                    <a:pt x="44904" y="66158"/>
                  </a:lnTo>
                  <a:lnTo>
                    <a:pt x="45203" y="66457"/>
                  </a:lnTo>
                  <a:lnTo>
                    <a:pt x="45353" y="66607"/>
                  </a:lnTo>
                  <a:lnTo>
                    <a:pt x="45203" y="66757"/>
                  </a:lnTo>
                  <a:lnTo>
                    <a:pt x="45053" y="67206"/>
                  </a:lnTo>
                  <a:lnTo>
                    <a:pt x="45053" y="67655"/>
                  </a:lnTo>
                  <a:lnTo>
                    <a:pt x="45053" y="67804"/>
                  </a:lnTo>
                  <a:lnTo>
                    <a:pt x="45203" y="67804"/>
                  </a:lnTo>
                  <a:lnTo>
                    <a:pt x="45502" y="66906"/>
                  </a:lnTo>
                  <a:lnTo>
                    <a:pt x="45502" y="66757"/>
                  </a:lnTo>
                  <a:lnTo>
                    <a:pt x="45951" y="67206"/>
                  </a:lnTo>
                  <a:lnTo>
                    <a:pt x="46101" y="67355"/>
                  </a:lnTo>
                  <a:lnTo>
                    <a:pt x="45802" y="68104"/>
                  </a:lnTo>
                  <a:lnTo>
                    <a:pt x="45951" y="68104"/>
                  </a:lnTo>
                  <a:lnTo>
                    <a:pt x="46251" y="67505"/>
                  </a:lnTo>
                  <a:lnTo>
                    <a:pt x="46849" y="68104"/>
                  </a:lnTo>
                  <a:lnTo>
                    <a:pt x="46700" y="68104"/>
                  </a:lnTo>
                  <a:lnTo>
                    <a:pt x="46700" y="68702"/>
                  </a:lnTo>
                  <a:lnTo>
                    <a:pt x="45203" y="68253"/>
                  </a:lnTo>
                  <a:lnTo>
                    <a:pt x="44155" y="68104"/>
                  </a:lnTo>
                  <a:lnTo>
                    <a:pt x="33378" y="64961"/>
                  </a:lnTo>
                  <a:lnTo>
                    <a:pt x="35534" y="61368"/>
                  </a:lnTo>
                  <a:lnTo>
                    <a:pt x="35623" y="61368"/>
                  </a:lnTo>
                  <a:lnTo>
                    <a:pt x="36971" y="59422"/>
                  </a:lnTo>
                  <a:lnTo>
                    <a:pt x="37569" y="58375"/>
                  </a:lnTo>
                  <a:close/>
                  <a:moveTo>
                    <a:pt x="171831" y="58375"/>
                  </a:moveTo>
                  <a:lnTo>
                    <a:pt x="172579" y="59422"/>
                  </a:lnTo>
                  <a:lnTo>
                    <a:pt x="173777" y="61368"/>
                  </a:lnTo>
                  <a:lnTo>
                    <a:pt x="173926" y="61368"/>
                  </a:lnTo>
                  <a:lnTo>
                    <a:pt x="176022" y="64961"/>
                  </a:lnTo>
                  <a:lnTo>
                    <a:pt x="165245" y="68104"/>
                  </a:lnTo>
                  <a:lnTo>
                    <a:pt x="164197" y="68403"/>
                  </a:lnTo>
                  <a:lnTo>
                    <a:pt x="162850" y="68702"/>
                  </a:lnTo>
                  <a:lnTo>
                    <a:pt x="162700" y="68104"/>
                  </a:lnTo>
                  <a:lnTo>
                    <a:pt x="163149" y="67505"/>
                  </a:lnTo>
                  <a:lnTo>
                    <a:pt x="163449" y="68104"/>
                  </a:lnTo>
                  <a:lnTo>
                    <a:pt x="163598" y="68104"/>
                  </a:lnTo>
                  <a:lnTo>
                    <a:pt x="163449" y="67355"/>
                  </a:lnTo>
                  <a:lnTo>
                    <a:pt x="163449" y="67206"/>
                  </a:lnTo>
                  <a:lnTo>
                    <a:pt x="163898" y="66757"/>
                  </a:lnTo>
                  <a:lnTo>
                    <a:pt x="163898" y="66906"/>
                  </a:lnTo>
                  <a:lnTo>
                    <a:pt x="164347" y="67804"/>
                  </a:lnTo>
                  <a:lnTo>
                    <a:pt x="164497" y="67655"/>
                  </a:lnTo>
                  <a:lnTo>
                    <a:pt x="164347" y="67206"/>
                  </a:lnTo>
                  <a:lnTo>
                    <a:pt x="164197" y="66757"/>
                  </a:lnTo>
                  <a:lnTo>
                    <a:pt x="164047" y="66607"/>
                  </a:lnTo>
                  <a:lnTo>
                    <a:pt x="164197" y="66457"/>
                  </a:lnTo>
                  <a:lnTo>
                    <a:pt x="164497" y="66158"/>
                  </a:lnTo>
                  <a:lnTo>
                    <a:pt x="165095" y="67206"/>
                  </a:lnTo>
                  <a:lnTo>
                    <a:pt x="165245" y="67206"/>
                  </a:lnTo>
                  <a:lnTo>
                    <a:pt x="165245" y="67056"/>
                  </a:lnTo>
                  <a:lnTo>
                    <a:pt x="164796" y="65859"/>
                  </a:lnTo>
                  <a:lnTo>
                    <a:pt x="165245" y="65410"/>
                  </a:lnTo>
                  <a:lnTo>
                    <a:pt x="165395" y="65559"/>
                  </a:lnTo>
                  <a:lnTo>
                    <a:pt x="165993" y="66607"/>
                  </a:lnTo>
                  <a:lnTo>
                    <a:pt x="165993" y="66457"/>
                  </a:lnTo>
                  <a:lnTo>
                    <a:pt x="165844" y="66008"/>
                  </a:lnTo>
                  <a:lnTo>
                    <a:pt x="165544" y="65410"/>
                  </a:lnTo>
                  <a:lnTo>
                    <a:pt x="165395" y="65110"/>
                  </a:lnTo>
                  <a:lnTo>
                    <a:pt x="165993" y="64511"/>
                  </a:lnTo>
                  <a:lnTo>
                    <a:pt x="166442" y="65410"/>
                  </a:lnTo>
                  <a:lnTo>
                    <a:pt x="166891" y="66008"/>
                  </a:lnTo>
                  <a:lnTo>
                    <a:pt x="167041" y="66008"/>
                  </a:lnTo>
                  <a:lnTo>
                    <a:pt x="166442" y="64961"/>
                  </a:lnTo>
                  <a:lnTo>
                    <a:pt x="166143" y="64362"/>
                  </a:lnTo>
                  <a:lnTo>
                    <a:pt x="166742" y="63763"/>
                  </a:lnTo>
                  <a:lnTo>
                    <a:pt x="167041" y="64212"/>
                  </a:lnTo>
                  <a:lnTo>
                    <a:pt x="167640" y="65559"/>
                  </a:lnTo>
                  <a:lnTo>
                    <a:pt x="167789" y="65559"/>
                  </a:lnTo>
                  <a:lnTo>
                    <a:pt x="167191" y="64062"/>
                  </a:lnTo>
                  <a:lnTo>
                    <a:pt x="166891" y="63613"/>
                  </a:lnTo>
                  <a:lnTo>
                    <a:pt x="167490" y="63015"/>
                  </a:lnTo>
                  <a:lnTo>
                    <a:pt x="167789" y="63314"/>
                  </a:lnTo>
                  <a:lnTo>
                    <a:pt x="168687" y="65110"/>
                  </a:lnTo>
                  <a:lnTo>
                    <a:pt x="168837" y="65110"/>
                  </a:lnTo>
                  <a:lnTo>
                    <a:pt x="168538" y="64362"/>
                  </a:lnTo>
                  <a:lnTo>
                    <a:pt x="168238" y="63613"/>
                  </a:lnTo>
                  <a:lnTo>
                    <a:pt x="167640" y="62865"/>
                  </a:lnTo>
                  <a:lnTo>
                    <a:pt x="168388" y="62117"/>
                  </a:lnTo>
                  <a:lnTo>
                    <a:pt x="168837" y="63015"/>
                  </a:lnTo>
                  <a:lnTo>
                    <a:pt x="169286" y="63763"/>
                  </a:lnTo>
                  <a:lnTo>
                    <a:pt x="169735" y="64511"/>
                  </a:lnTo>
                  <a:lnTo>
                    <a:pt x="169436" y="63613"/>
                  </a:lnTo>
                  <a:lnTo>
                    <a:pt x="168987" y="62865"/>
                  </a:lnTo>
                  <a:lnTo>
                    <a:pt x="168538" y="61967"/>
                  </a:lnTo>
                  <a:lnTo>
                    <a:pt x="169436" y="61069"/>
                  </a:lnTo>
                  <a:lnTo>
                    <a:pt x="169885" y="61967"/>
                  </a:lnTo>
                  <a:lnTo>
                    <a:pt x="170633" y="63464"/>
                  </a:lnTo>
                  <a:lnTo>
                    <a:pt x="170783" y="63464"/>
                  </a:lnTo>
                  <a:lnTo>
                    <a:pt x="170783" y="63314"/>
                  </a:lnTo>
                  <a:lnTo>
                    <a:pt x="170633" y="62715"/>
                  </a:lnTo>
                  <a:lnTo>
                    <a:pt x="170334" y="62117"/>
                  </a:lnTo>
                  <a:lnTo>
                    <a:pt x="169586" y="60770"/>
                  </a:lnTo>
                  <a:lnTo>
                    <a:pt x="170184" y="60171"/>
                  </a:lnTo>
                  <a:lnTo>
                    <a:pt x="170783" y="61368"/>
                  </a:lnTo>
                  <a:lnTo>
                    <a:pt x="171232" y="62266"/>
                  </a:lnTo>
                  <a:lnTo>
                    <a:pt x="171831" y="63015"/>
                  </a:lnTo>
                  <a:lnTo>
                    <a:pt x="171531" y="62117"/>
                  </a:lnTo>
                  <a:lnTo>
                    <a:pt x="171082" y="61219"/>
                  </a:lnTo>
                  <a:lnTo>
                    <a:pt x="170334" y="60021"/>
                  </a:lnTo>
                  <a:lnTo>
                    <a:pt x="171082" y="59273"/>
                  </a:lnTo>
                  <a:lnTo>
                    <a:pt x="171681" y="60470"/>
                  </a:lnTo>
                  <a:lnTo>
                    <a:pt x="172729" y="62117"/>
                  </a:lnTo>
                  <a:lnTo>
                    <a:pt x="172878" y="62117"/>
                  </a:lnTo>
                  <a:lnTo>
                    <a:pt x="172429" y="61219"/>
                  </a:lnTo>
                  <a:lnTo>
                    <a:pt x="171980" y="60320"/>
                  </a:lnTo>
                  <a:lnTo>
                    <a:pt x="171232" y="59123"/>
                  </a:lnTo>
                  <a:lnTo>
                    <a:pt x="171831" y="58375"/>
                  </a:lnTo>
                  <a:close/>
                  <a:moveTo>
                    <a:pt x="46999" y="68253"/>
                  </a:moveTo>
                  <a:lnTo>
                    <a:pt x="47747" y="69002"/>
                  </a:lnTo>
                  <a:lnTo>
                    <a:pt x="47747" y="69002"/>
                  </a:lnTo>
                  <a:lnTo>
                    <a:pt x="46849" y="68852"/>
                  </a:lnTo>
                  <a:lnTo>
                    <a:pt x="46999" y="68253"/>
                  </a:lnTo>
                  <a:close/>
                  <a:moveTo>
                    <a:pt x="162401" y="68253"/>
                  </a:moveTo>
                  <a:lnTo>
                    <a:pt x="162700" y="68852"/>
                  </a:lnTo>
                  <a:lnTo>
                    <a:pt x="161653" y="69002"/>
                  </a:lnTo>
                  <a:lnTo>
                    <a:pt x="161653" y="69002"/>
                  </a:lnTo>
                  <a:lnTo>
                    <a:pt x="162401" y="68253"/>
                  </a:lnTo>
                  <a:close/>
                  <a:moveTo>
                    <a:pt x="76037" y="61219"/>
                  </a:moveTo>
                  <a:lnTo>
                    <a:pt x="79479" y="67206"/>
                  </a:lnTo>
                  <a:lnTo>
                    <a:pt x="76935" y="69002"/>
                  </a:lnTo>
                  <a:lnTo>
                    <a:pt x="71247" y="64811"/>
                  </a:lnTo>
                  <a:lnTo>
                    <a:pt x="73492" y="63015"/>
                  </a:lnTo>
                  <a:lnTo>
                    <a:pt x="76037" y="61219"/>
                  </a:lnTo>
                  <a:close/>
                  <a:moveTo>
                    <a:pt x="114354" y="62117"/>
                  </a:moveTo>
                  <a:lnTo>
                    <a:pt x="116599" y="62566"/>
                  </a:lnTo>
                  <a:lnTo>
                    <a:pt x="118695" y="63314"/>
                  </a:lnTo>
                  <a:lnTo>
                    <a:pt x="120790" y="64062"/>
                  </a:lnTo>
                  <a:lnTo>
                    <a:pt x="122886" y="64961"/>
                  </a:lnTo>
                  <a:lnTo>
                    <a:pt x="124832" y="65859"/>
                  </a:lnTo>
                  <a:lnTo>
                    <a:pt x="126778" y="67056"/>
                  </a:lnTo>
                  <a:lnTo>
                    <a:pt x="128723" y="68104"/>
                  </a:lnTo>
                  <a:lnTo>
                    <a:pt x="130520" y="69451"/>
                  </a:lnTo>
                  <a:lnTo>
                    <a:pt x="117048" y="79629"/>
                  </a:lnTo>
                  <a:lnTo>
                    <a:pt x="114354" y="62117"/>
                  </a:lnTo>
                  <a:close/>
                  <a:moveTo>
                    <a:pt x="64511" y="71546"/>
                  </a:moveTo>
                  <a:lnTo>
                    <a:pt x="68852" y="77234"/>
                  </a:lnTo>
                  <a:lnTo>
                    <a:pt x="67056" y="79779"/>
                  </a:lnTo>
                  <a:lnTo>
                    <a:pt x="61218" y="76186"/>
                  </a:lnTo>
                  <a:lnTo>
                    <a:pt x="62865" y="73792"/>
                  </a:lnTo>
                  <a:lnTo>
                    <a:pt x="64511" y="71546"/>
                  </a:lnTo>
                  <a:close/>
                  <a:moveTo>
                    <a:pt x="94896" y="62117"/>
                  </a:moveTo>
                  <a:lnTo>
                    <a:pt x="92352" y="80377"/>
                  </a:lnTo>
                  <a:lnTo>
                    <a:pt x="78132" y="69900"/>
                  </a:lnTo>
                  <a:lnTo>
                    <a:pt x="80078" y="68553"/>
                  </a:lnTo>
                  <a:lnTo>
                    <a:pt x="81874" y="67355"/>
                  </a:lnTo>
                  <a:lnTo>
                    <a:pt x="83970" y="66158"/>
                  </a:lnTo>
                  <a:lnTo>
                    <a:pt x="86065" y="65110"/>
                  </a:lnTo>
                  <a:lnTo>
                    <a:pt x="88161" y="64212"/>
                  </a:lnTo>
                  <a:lnTo>
                    <a:pt x="90256" y="63464"/>
                  </a:lnTo>
                  <a:lnTo>
                    <a:pt x="92501" y="62715"/>
                  </a:lnTo>
                  <a:lnTo>
                    <a:pt x="94896" y="62117"/>
                  </a:lnTo>
                  <a:close/>
                  <a:moveTo>
                    <a:pt x="144140" y="70648"/>
                  </a:moveTo>
                  <a:lnTo>
                    <a:pt x="146535" y="73792"/>
                  </a:lnTo>
                  <a:lnTo>
                    <a:pt x="148780" y="77084"/>
                  </a:lnTo>
                  <a:lnTo>
                    <a:pt x="143093" y="80826"/>
                  </a:lnTo>
                  <a:lnTo>
                    <a:pt x="141596" y="78581"/>
                  </a:lnTo>
                  <a:lnTo>
                    <a:pt x="139949" y="76336"/>
                  </a:lnTo>
                  <a:lnTo>
                    <a:pt x="144140" y="70648"/>
                  </a:lnTo>
                  <a:close/>
                  <a:moveTo>
                    <a:pt x="32929" y="65859"/>
                  </a:moveTo>
                  <a:lnTo>
                    <a:pt x="43706" y="68852"/>
                  </a:lnTo>
                  <a:lnTo>
                    <a:pt x="41311" y="73193"/>
                  </a:lnTo>
                  <a:lnTo>
                    <a:pt x="39365" y="77534"/>
                  </a:lnTo>
                  <a:lnTo>
                    <a:pt x="37569" y="82024"/>
                  </a:lnTo>
                  <a:lnTo>
                    <a:pt x="36222" y="86664"/>
                  </a:lnTo>
                  <a:lnTo>
                    <a:pt x="26343" y="81575"/>
                  </a:lnTo>
                  <a:lnTo>
                    <a:pt x="26643" y="80527"/>
                  </a:lnTo>
                  <a:lnTo>
                    <a:pt x="27990" y="76635"/>
                  </a:lnTo>
                  <a:lnTo>
                    <a:pt x="29487" y="73043"/>
                  </a:lnTo>
                  <a:lnTo>
                    <a:pt x="31133" y="69301"/>
                  </a:lnTo>
                  <a:lnTo>
                    <a:pt x="32929" y="65859"/>
                  </a:lnTo>
                  <a:close/>
                  <a:moveTo>
                    <a:pt x="176471" y="65859"/>
                  </a:moveTo>
                  <a:lnTo>
                    <a:pt x="178417" y="69601"/>
                  </a:lnTo>
                  <a:lnTo>
                    <a:pt x="180213" y="73492"/>
                  </a:lnTo>
                  <a:lnTo>
                    <a:pt x="181710" y="77534"/>
                  </a:lnTo>
                  <a:lnTo>
                    <a:pt x="183057" y="81575"/>
                  </a:lnTo>
                  <a:lnTo>
                    <a:pt x="173178" y="86814"/>
                  </a:lnTo>
                  <a:lnTo>
                    <a:pt x="171831" y="82024"/>
                  </a:lnTo>
                  <a:lnTo>
                    <a:pt x="170035" y="77534"/>
                  </a:lnTo>
                  <a:lnTo>
                    <a:pt x="168089" y="73193"/>
                  </a:lnTo>
                  <a:lnTo>
                    <a:pt x="165694" y="68852"/>
                  </a:lnTo>
                  <a:lnTo>
                    <a:pt x="176471" y="65859"/>
                  </a:lnTo>
                  <a:close/>
                  <a:moveTo>
                    <a:pt x="38168" y="88909"/>
                  </a:moveTo>
                  <a:lnTo>
                    <a:pt x="39216" y="89358"/>
                  </a:lnTo>
                  <a:lnTo>
                    <a:pt x="38168" y="89358"/>
                  </a:lnTo>
                  <a:lnTo>
                    <a:pt x="38168" y="88909"/>
                  </a:lnTo>
                  <a:close/>
                  <a:moveTo>
                    <a:pt x="171232" y="88909"/>
                  </a:moveTo>
                  <a:lnTo>
                    <a:pt x="171232" y="89358"/>
                  </a:lnTo>
                  <a:lnTo>
                    <a:pt x="170334" y="89358"/>
                  </a:lnTo>
                  <a:lnTo>
                    <a:pt x="171232" y="88909"/>
                  </a:lnTo>
                  <a:close/>
                  <a:moveTo>
                    <a:pt x="26194" y="82623"/>
                  </a:moveTo>
                  <a:lnTo>
                    <a:pt x="26942" y="83072"/>
                  </a:lnTo>
                  <a:lnTo>
                    <a:pt x="26643" y="84568"/>
                  </a:lnTo>
                  <a:lnTo>
                    <a:pt x="26493" y="85466"/>
                  </a:lnTo>
                  <a:lnTo>
                    <a:pt x="26343" y="86365"/>
                  </a:lnTo>
                  <a:lnTo>
                    <a:pt x="26493" y="86365"/>
                  </a:lnTo>
                  <a:lnTo>
                    <a:pt x="26942" y="84419"/>
                  </a:lnTo>
                  <a:lnTo>
                    <a:pt x="27241" y="83221"/>
                  </a:lnTo>
                  <a:lnTo>
                    <a:pt x="27990" y="83670"/>
                  </a:lnTo>
                  <a:lnTo>
                    <a:pt x="27840" y="85017"/>
                  </a:lnTo>
                  <a:lnTo>
                    <a:pt x="27690" y="85916"/>
                  </a:lnTo>
                  <a:lnTo>
                    <a:pt x="27541" y="86814"/>
                  </a:lnTo>
                  <a:lnTo>
                    <a:pt x="27541" y="86963"/>
                  </a:lnTo>
                  <a:lnTo>
                    <a:pt x="27690" y="86963"/>
                  </a:lnTo>
                  <a:lnTo>
                    <a:pt x="27990" y="85916"/>
                  </a:lnTo>
                  <a:lnTo>
                    <a:pt x="28140" y="85017"/>
                  </a:lnTo>
                  <a:lnTo>
                    <a:pt x="28289" y="83670"/>
                  </a:lnTo>
                  <a:lnTo>
                    <a:pt x="29038" y="84119"/>
                  </a:lnTo>
                  <a:lnTo>
                    <a:pt x="28738" y="85466"/>
                  </a:lnTo>
                  <a:lnTo>
                    <a:pt x="28738" y="86215"/>
                  </a:lnTo>
                  <a:lnTo>
                    <a:pt x="28738" y="86963"/>
                  </a:lnTo>
                  <a:lnTo>
                    <a:pt x="28888" y="86963"/>
                  </a:lnTo>
                  <a:lnTo>
                    <a:pt x="29187" y="85167"/>
                  </a:lnTo>
                  <a:lnTo>
                    <a:pt x="29337" y="84269"/>
                  </a:lnTo>
                  <a:lnTo>
                    <a:pt x="30385" y="84868"/>
                  </a:lnTo>
                  <a:lnTo>
                    <a:pt x="30085" y="86215"/>
                  </a:lnTo>
                  <a:lnTo>
                    <a:pt x="30085" y="87562"/>
                  </a:lnTo>
                  <a:lnTo>
                    <a:pt x="30385" y="86814"/>
                  </a:lnTo>
                  <a:lnTo>
                    <a:pt x="30534" y="85766"/>
                  </a:lnTo>
                  <a:lnTo>
                    <a:pt x="30684" y="85017"/>
                  </a:lnTo>
                  <a:lnTo>
                    <a:pt x="31432" y="85317"/>
                  </a:lnTo>
                  <a:lnTo>
                    <a:pt x="31283" y="86365"/>
                  </a:lnTo>
                  <a:lnTo>
                    <a:pt x="31133" y="87113"/>
                  </a:lnTo>
                  <a:lnTo>
                    <a:pt x="31133" y="87861"/>
                  </a:lnTo>
                  <a:lnTo>
                    <a:pt x="31283" y="87861"/>
                  </a:lnTo>
                  <a:lnTo>
                    <a:pt x="31582" y="85916"/>
                  </a:lnTo>
                  <a:lnTo>
                    <a:pt x="31732" y="85466"/>
                  </a:lnTo>
                  <a:lnTo>
                    <a:pt x="32480" y="85916"/>
                  </a:lnTo>
                  <a:lnTo>
                    <a:pt x="32331" y="86215"/>
                  </a:lnTo>
                  <a:lnTo>
                    <a:pt x="32181" y="87113"/>
                  </a:lnTo>
                  <a:lnTo>
                    <a:pt x="32181" y="88011"/>
                  </a:lnTo>
                  <a:lnTo>
                    <a:pt x="32331" y="88011"/>
                  </a:lnTo>
                  <a:lnTo>
                    <a:pt x="32480" y="86814"/>
                  </a:lnTo>
                  <a:lnTo>
                    <a:pt x="32630" y="86065"/>
                  </a:lnTo>
                  <a:lnTo>
                    <a:pt x="33378" y="86365"/>
                  </a:lnTo>
                  <a:lnTo>
                    <a:pt x="33229" y="87263"/>
                  </a:lnTo>
                  <a:lnTo>
                    <a:pt x="33229" y="88161"/>
                  </a:lnTo>
                  <a:lnTo>
                    <a:pt x="33528" y="87412"/>
                  </a:lnTo>
                  <a:lnTo>
                    <a:pt x="33678" y="86514"/>
                  </a:lnTo>
                  <a:lnTo>
                    <a:pt x="34426" y="86814"/>
                  </a:lnTo>
                  <a:lnTo>
                    <a:pt x="34276" y="87263"/>
                  </a:lnTo>
                  <a:lnTo>
                    <a:pt x="34276" y="87712"/>
                  </a:lnTo>
                  <a:lnTo>
                    <a:pt x="34276" y="88310"/>
                  </a:lnTo>
                  <a:lnTo>
                    <a:pt x="34576" y="87263"/>
                  </a:lnTo>
                  <a:lnTo>
                    <a:pt x="34576" y="86963"/>
                  </a:lnTo>
                  <a:lnTo>
                    <a:pt x="35324" y="87263"/>
                  </a:lnTo>
                  <a:lnTo>
                    <a:pt x="35174" y="88610"/>
                  </a:lnTo>
                  <a:lnTo>
                    <a:pt x="35324" y="88759"/>
                  </a:lnTo>
                  <a:lnTo>
                    <a:pt x="35324" y="88610"/>
                  </a:lnTo>
                  <a:lnTo>
                    <a:pt x="35474" y="87412"/>
                  </a:lnTo>
                  <a:lnTo>
                    <a:pt x="35923" y="87712"/>
                  </a:lnTo>
                  <a:lnTo>
                    <a:pt x="36072" y="87712"/>
                  </a:lnTo>
                  <a:lnTo>
                    <a:pt x="36072" y="88011"/>
                  </a:lnTo>
                  <a:lnTo>
                    <a:pt x="36222" y="88909"/>
                  </a:lnTo>
                  <a:lnTo>
                    <a:pt x="36372" y="88161"/>
                  </a:lnTo>
                  <a:lnTo>
                    <a:pt x="36372" y="87861"/>
                  </a:lnTo>
                  <a:lnTo>
                    <a:pt x="36821" y="88161"/>
                  </a:lnTo>
                  <a:lnTo>
                    <a:pt x="36971" y="88310"/>
                  </a:lnTo>
                  <a:lnTo>
                    <a:pt x="37120" y="89059"/>
                  </a:lnTo>
                  <a:lnTo>
                    <a:pt x="37270" y="88310"/>
                  </a:lnTo>
                  <a:lnTo>
                    <a:pt x="38018" y="88759"/>
                  </a:lnTo>
                  <a:lnTo>
                    <a:pt x="38018" y="89358"/>
                  </a:lnTo>
                  <a:lnTo>
                    <a:pt x="36522" y="89508"/>
                  </a:lnTo>
                  <a:lnTo>
                    <a:pt x="35474" y="89508"/>
                  </a:lnTo>
                  <a:lnTo>
                    <a:pt x="24398" y="90107"/>
                  </a:lnTo>
                  <a:lnTo>
                    <a:pt x="24398" y="90107"/>
                  </a:lnTo>
                  <a:lnTo>
                    <a:pt x="25146" y="86065"/>
                  </a:lnTo>
                  <a:lnTo>
                    <a:pt x="25296" y="86065"/>
                  </a:lnTo>
                  <a:lnTo>
                    <a:pt x="25745" y="84269"/>
                  </a:lnTo>
                  <a:lnTo>
                    <a:pt x="26044" y="83521"/>
                  </a:lnTo>
                  <a:lnTo>
                    <a:pt x="26194" y="82623"/>
                  </a:lnTo>
                  <a:close/>
                  <a:moveTo>
                    <a:pt x="183356" y="82623"/>
                  </a:moveTo>
                  <a:lnTo>
                    <a:pt x="183506" y="83521"/>
                  </a:lnTo>
                  <a:lnTo>
                    <a:pt x="183655" y="84269"/>
                  </a:lnTo>
                  <a:lnTo>
                    <a:pt x="184104" y="86065"/>
                  </a:lnTo>
                  <a:lnTo>
                    <a:pt x="184254" y="86065"/>
                  </a:lnTo>
                  <a:lnTo>
                    <a:pt x="185002" y="90107"/>
                  </a:lnTo>
                  <a:lnTo>
                    <a:pt x="185002" y="90107"/>
                  </a:lnTo>
                  <a:lnTo>
                    <a:pt x="173926" y="89508"/>
                  </a:lnTo>
                  <a:lnTo>
                    <a:pt x="172878" y="89508"/>
                  </a:lnTo>
                  <a:lnTo>
                    <a:pt x="171382" y="89358"/>
                  </a:lnTo>
                  <a:lnTo>
                    <a:pt x="171531" y="88759"/>
                  </a:lnTo>
                  <a:lnTo>
                    <a:pt x="172130" y="88310"/>
                  </a:lnTo>
                  <a:lnTo>
                    <a:pt x="172280" y="89059"/>
                  </a:lnTo>
                  <a:lnTo>
                    <a:pt x="172429" y="89059"/>
                  </a:lnTo>
                  <a:lnTo>
                    <a:pt x="172429" y="88310"/>
                  </a:lnTo>
                  <a:lnTo>
                    <a:pt x="172579" y="88161"/>
                  </a:lnTo>
                  <a:lnTo>
                    <a:pt x="173028" y="87861"/>
                  </a:lnTo>
                  <a:lnTo>
                    <a:pt x="173028" y="88161"/>
                  </a:lnTo>
                  <a:lnTo>
                    <a:pt x="173178" y="88909"/>
                  </a:lnTo>
                  <a:lnTo>
                    <a:pt x="173178" y="89059"/>
                  </a:lnTo>
                  <a:lnTo>
                    <a:pt x="173328" y="88909"/>
                  </a:lnTo>
                  <a:lnTo>
                    <a:pt x="173328" y="88011"/>
                  </a:lnTo>
                  <a:lnTo>
                    <a:pt x="173328" y="87712"/>
                  </a:lnTo>
                  <a:lnTo>
                    <a:pt x="173477" y="87712"/>
                  </a:lnTo>
                  <a:lnTo>
                    <a:pt x="173926" y="87412"/>
                  </a:lnTo>
                  <a:lnTo>
                    <a:pt x="174076" y="88610"/>
                  </a:lnTo>
                  <a:lnTo>
                    <a:pt x="174226" y="88759"/>
                  </a:lnTo>
                  <a:lnTo>
                    <a:pt x="174226" y="88610"/>
                  </a:lnTo>
                  <a:lnTo>
                    <a:pt x="174226" y="87263"/>
                  </a:lnTo>
                  <a:lnTo>
                    <a:pt x="174824" y="86963"/>
                  </a:lnTo>
                  <a:lnTo>
                    <a:pt x="174824" y="87263"/>
                  </a:lnTo>
                  <a:lnTo>
                    <a:pt x="175124" y="88310"/>
                  </a:lnTo>
                  <a:lnTo>
                    <a:pt x="175273" y="87712"/>
                  </a:lnTo>
                  <a:lnTo>
                    <a:pt x="175124" y="87263"/>
                  </a:lnTo>
                  <a:lnTo>
                    <a:pt x="175124" y="86814"/>
                  </a:lnTo>
                  <a:lnTo>
                    <a:pt x="175722" y="86514"/>
                  </a:lnTo>
                  <a:lnTo>
                    <a:pt x="175872" y="87412"/>
                  </a:lnTo>
                  <a:lnTo>
                    <a:pt x="176171" y="88161"/>
                  </a:lnTo>
                  <a:lnTo>
                    <a:pt x="176171" y="87263"/>
                  </a:lnTo>
                  <a:lnTo>
                    <a:pt x="176022" y="86365"/>
                  </a:lnTo>
                  <a:lnTo>
                    <a:pt x="176770" y="86065"/>
                  </a:lnTo>
                  <a:lnTo>
                    <a:pt x="176920" y="86814"/>
                  </a:lnTo>
                  <a:lnTo>
                    <a:pt x="177069" y="88011"/>
                  </a:lnTo>
                  <a:lnTo>
                    <a:pt x="177219" y="88011"/>
                  </a:lnTo>
                  <a:lnTo>
                    <a:pt x="177219" y="87113"/>
                  </a:lnTo>
                  <a:lnTo>
                    <a:pt x="177069" y="86215"/>
                  </a:lnTo>
                  <a:lnTo>
                    <a:pt x="177069" y="85916"/>
                  </a:lnTo>
                  <a:lnTo>
                    <a:pt x="177668" y="85466"/>
                  </a:lnTo>
                  <a:lnTo>
                    <a:pt x="177818" y="85916"/>
                  </a:lnTo>
                  <a:lnTo>
                    <a:pt x="178267" y="87861"/>
                  </a:lnTo>
                  <a:lnTo>
                    <a:pt x="178267" y="87113"/>
                  </a:lnTo>
                  <a:lnTo>
                    <a:pt x="178117" y="86365"/>
                  </a:lnTo>
                  <a:lnTo>
                    <a:pt x="177968" y="85317"/>
                  </a:lnTo>
                  <a:lnTo>
                    <a:pt x="178716" y="85017"/>
                  </a:lnTo>
                  <a:lnTo>
                    <a:pt x="178866" y="85766"/>
                  </a:lnTo>
                  <a:lnTo>
                    <a:pt x="179015" y="86814"/>
                  </a:lnTo>
                  <a:lnTo>
                    <a:pt x="179315" y="87562"/>
                  </a:lnTo>
                  <a:lnTo>
                    <a:pt x="179315" y="86215"/>
                  </a:lnTo>
                  <a:lnTo>
                    <a:pt x="179015" y="84868"/>
                  </a:lnTo>
                  <a:lnTo>
                    <a:pt x="180063" y="84269"/>
                  </a:lnTo>
                  <a:lnTo>
                    <a:pt x="180362" y="85167"/>
                  </a:lnTo>
                  <a:lnTo>
                    <a:pt x="180512" y="86963"/>
                  </a:lnTo>
                  <a:lnTo>
                    <a:pt x="180662" y="86963"/>
                  </a:lnTo>
                  <a:lnTo>
                    <a:pt x="180662" y="86215"/>
                  </a:lnTo>
                  <a:lnTo>
                    <a:pt x="180662" y="85466"/>
                  </a:lnTo>
                  <a:lnTo>
                    <a:pt x="180362" y="84119"/>
                  </a:lnTo>
                  <a:lnTo>
                    <a:pt x="181111" y="83670"/>
                  </a:lnTo>
                  <a:lnTo>
                    <a:pt x="181410" y="85017"/>
                  </a:lnTo>
                  <a:lnTo>
                    <a:pt x="181560" y="85916"/>
                  </a:lnTo>
                  <a:lnTo>
                    <a:pt x="181859" y="86963"/>
                  </a:lnTo>
                  <a:lnTo>
                    <a:pt x="181859" y="86814"/>
                  </a:lnTo>
                  <a:lnTo>
                    <a:pt x="181859" y="85916"/>
                  </a:lnTo>
                  <a:lnTo>
                    <a:pt x="181710" y="85017"/>
                  </a:lnTo>
                  <a:lnTo>
                    <a:pt x="181410" y="83670"/>
                  </a:lnTo>
                  <a:lnTo>
                    <a:pt x="182308" y="83221"/>
                  </a:lnTo>
                  <a:lnTo>
                    <a:pt x="182458" y="84419"/>
                  </a:lnTo>
                  <a:lnTo>
                    <a:pt x="182907" y="86365"/>
                  </a:lnTo>
                  <a:lnTo>
                    <a:pt x="183057" y="86365"/>
                  </a:lnTo>
                  <a:lnTo>
                    <a:pt x="183057" y="85466"/>
                  </a:lnTo>
                  <a:lnTo>
                    <a:pt x="182907" y="84568"/>
                  </a:lnTo>
                  <a:lnTo>
                    <a:pt x="182608" y="83072"/>
                  </a:lnTo>
                  <a:lnTo>
                    <a:pt x="183356" y="82623"/>
                  </a:lnTo>
                  <a:close/>
                  <a:moveTo>
                    <a:pt x="50891" y="51340"/>
                  </a:moveTo>
                  <a:lnTo>
                    <a:pt x="54932" y="54333"/>
                  </a:lnTo>
                  <a:lnTo>
                    <a:pt x="55680" y="54932"/>
                  </a:lnTo>
                  <a:lnTo>
                    <a:pt x="68852" y="64661"/>
                  </a:lnTo>
                  <a:lnTo>
                    <a:pt x="70199" y="65709"/>
                  </a:lnTo>
                  <a:lnTo>
                    <a:pt x="75887" y="69900"/>
                  </a:lnTo>
                  <a:lnTo>
                    <a:pt x="77084" y="70798"/>
                  </a:lnTo>
                  <a:lnTo>
                    <a:pt x="92052" y="81874"/>
                  </a:lnTo>
                  <a:lnTo>
                    <a:pt x="90855" y="90705"/>
                  </a:lnTo>
                  <a:lnTo>
                    <a:pt x="88460" y="91154"/>
                  </a:lnTo>
                  <a:lnTo>
                    <a:pt x="89059" y="90406"/>
                  </a:lnTo>
                  <a:lnTo>
                    <a:pt x="89657" y="89807"/>
                  </a:lnTo>
                  <a:lnTo>
                    <a:pt x="89657" y="89657"/>
                  </a:lnTo>
                  <a:lnTo>
                    <a:pt x="89508" y="89657"/>
                  </a:lnTo>
                  <a:lnTo>
                    <a:pt x="88610" y="90406"/>
                  </a:lnTo>
                  <a:lnTo>
                    <a:pt x="87861" y="91154"/>
                  </a:lnTo>
                  <a:lnTo>
                    <a:pt x="84269" y="91753"/>
                  </a:lnTo>
                  <a:lnTo>
                    <a:pt x="85766" y="90406"/>
                  </a:lnTo>
                  <a:lnTo>
                    <a:pt x="86963" y="89059"/>
                  </a:lnTo>
                  <a:lnTo>
                    <a:pt x="87562" y="88460"/>
                  </a:lnTo>
                  <a:lnTo>
                    <a:pt x="88011" y="87861"/>
                  </a:lnTo>
                  <a:lnTo>
                    <a:pt x="88011" y="87712"/>
                  </a:lnTo>
                  <a:lnTo>
                    <a:pt x="87262" y="88310"/>
                  </a:lnTo>
                  <a:lnTo>
                    <a:pt x="86664" y="88909"/>
                  </a:lnTo>
                  <a:lnTo>
                    <a:pt x="85466" y="90107"/>
                  </a:lnTo>
                  <a:lnTo>
                    <a:pt x="83820" y="91753"/>
                  </a:lnTo>
                  <a:lnTo>
                    <a:pt x="81724" y="92052"/>
                  </a:lnTo>
                  <a:lnTo>
                    <a:pt x="70499" y="77384"/>
                  </a:lnTo>
                  <a:lnTo>
                    <a:pt x="69600" y="76186"/>
                  </a:lnTo>
                  <a:lnTo>
                    <a:pt x="65409" y="70499"/>
                  </a:lnTo>
                  <a:lnTo>
                    <a:pt x="64362" y="69152"/>
                  </a:lnTo>
                  <a:lnTo>
                    <a:pt x="54483" y="56279"/>
                  </a:lnTo>
                  <a:lnTo>
                    <a:pt x="53884" y="55381"/>
                  </a:lnTo>
                  <a:lnTo>
                    <a:pt x="50891" y="51340"/>
                  </a:lnTo>
                  <a:close/>
                  <a:moveTo>
                    <a:pt x="157462" y="50591"/>
                  </a:moveTo>
                  <a:lnTo>
                    <a:pt x="154468" y="54483"/>
                  </a:lnTo>
                  <a:lnTo>
                    <a:pt x="154019" y="55231"/>
                  </a:lnTo>
                  <a:lnTo>
                    <a:pt x="144290" y="68253"/>
                  </a:lnTo>
                  <a:lnTo>
                    <a:pt x="143242" y="69750"/>
                  </a:lnTo>
                  <a:lnTo>
                    <a:pt x="139051" y="75438"/>
                  </a:lnTo>
                  <a:lnTo>
                    <a:pt x="138153" y="76635"/>
                  </a:lnTo>
                  <a:lnTo>
                    <a:pt x="126778" y="92052"/>
                  </a:lnTo>
                  <a:lnTo>
                    <a:pt x="118695" y="91005"/>
                  </a:lnTo>
                  <a:lnTo>
                    <a:pt x="118396" y="88759"/>
                  </a:lnTo>
                  <a:lnTo>
                    <a:pt x="118396" y="88759"/>
                  </a:lnTo>
                  <a:lnTo>
                    <a:pt x="119144" y="89358"/>
                  </a:lnTo>
                  <a:lnTo>
                    <a:pt x="119144" y="89208"/>
                  </a:lnTo>
                  <a:lnTo>
                    <a:pt x="118246" y="88161"/>
                  </a:lnTo>
                  <a:lnTo>
                    <a:pt x="117797" y="84718"/>
                  </a:lnTo>
                  <a:lnTo>
                    <a:pt x="118545" y="85466"/>
                  </a:lnTo>
                  <a:lnTo>
                    <a:pt x="119743" y="86664"/>
                  </a:lnTo>
                  <a:lnTo>
                    <a:pt x="120341" y="87263"/>
                  </a:lnTo>
                  <a:lnTo>
                    <a:pt x="120940" y="87712"/>
                  </a:lnTo>
                  <a:lnTo>
                    <a:pt x="121090" y="87712"/>
                  </a:lnTo>
                  <a:lnTo>
                    <a:pt x="120641" y="86963"/>
                  </a:lnTo>
                  <a:lnTo>
                    <a:pt x="120042" y="86365"/>
                  </a:lnTo>
                  <a:lnTo>
                    <a:pt x="118695" y="85167"/>
                  </a:lnTo>
                  <a:lnTo>
                    <a:pt x="117647" y="84119"/>
                  </a:lnTo>
                  <a:lnTo>
                    <a:pt x="117198" y="80976"/>
                  </a:lnTo>
                  <a:lnTo>
                    <a:pt x="131567" y="70199"/>
                  </a:lnTo>
                  <a:lnTo>
                    <a:pt x="132765" y="69301"/>
                  </a:lnTo>
                  <a:lnTo>
                    <a:pt x="138452" y="64961"/>
                  </a:lnTo>
                  <a:lnTo>
                    <a:pt x="139800" y="63913"/>
                  </a:lnTo>
                  <a:lnTo>
                    <a:pt x="152672" y="54184"/>
                  </a:lnTo>
                  <a:lnTo>
                    <a:pt x="153570" y="53585"/>
                  </a:lnTo>
                  <a:lnTo>
                    <a:pt x="157462" y="50591"/>
                  </a:lnTo>
                  <a:close/>
                  <a:moveTo>
                    <a:pt x="149379" y="77833"/>
                  </a:moveTo>
                  <a:lnTo>
                    <a:pt x="151175" y="81275"/>
                  </a:lnTo>
                  <a:lnTo>
                    <a:pt x="152822" y="84868"/>
                  </a:lnTo>
                  <a:lnTo>
                    <a:pt x="154169" y="88460"/>
                  </a:lnTo>
                  <a:lnTo>
                    <a:pt x="155366" y="92352"/>
                  </a:lnTo>
                  <a:lnTo>
                    <a:pt x="148481" y="93100"/>
                  </a:lnTo>
                  <a:lnTo>
                    <a:pt x="147583" y="90107"/>
                  </a:lnTo>
                  <a:lnTo>
                    <a:pt x="146385" y="87263"/>
                  </a:lnTo>
                  <a:lnTo>
                    <a:pt x="145038" y="84419"/>
                  </a:lnTo>
                  <a:lnTo>
                    <a:pt x="143542" y="81575"/>
                  </a:lnTo>
                  <a:lnTo>
                    <a:pt x="149379" y="77833"/>
                  </a:lnTo>
                  <a:close/>
                  <a:moveTo>
                    <a:pt x="60620" y="76935"/>
                  </a:moveTo>
                  <a:lnTo>
                    <a:pt x="66457" y="80527"/>
                  </a:lnTo>
                  <a:lnTo>
                    <a:pt x="64661" y="83521"/>
                  </a:lnTo>
                  <a:lnTo>
                    <a:pt x="63164" y="86664"/>
                  </a:lnTo>
                  <a:lnTo>
                    <a:pt x="61967" y="89957"/>
                  </a:lnTo>
                  <a:lnTo>
                    <a:pt x="60919" y="93399"/>
                  </a:lnTo>
                  <a:lnTo>
                    <a:pt x="54184" y="91903"/>
                  </a:lnTo>
                  <a:lnTo>
                    <a:pt x="55381" y="88011"/>
                  </a:lnTo>
                  <a:lnTo>
                    <a:pt x="56878" y="84119"/>
                  </a:lnTo>
                  <a:lnTo>
                    <a:pt x="58524" y="80527"/>
                  </a:lnTo>
                  <a:lnTo>
                    <a:pt x="60620" y="76935"/>
                  </a:lnTo>
                  <a:close/>
                  <a:moveTo>
                    <a:pt x="139051" y="77683"/>
                  </a:moveTo>
                  <a:lnTo>
                    <a:pt x="140398" y="79479"/>
                  </a:lnTo>
                  <a:lnTo>
                    <a:pt x="141745" y="81575"/>
                  </a:lnTo>
                  <a:lnTo>
                    <a:pt x="142943" y="83521"/>
                  </a:lnTo>
                  <a:lnTo>
                    <a:pt x="144140" y="85766"/>
                  </a:lnTo>
                  <a:lnTo>
                    <a:pt x="145038" y="87861"/>
                  </a:lnTo>
                  <a:lnTo>
                    <a:pt x="145936" y="90256"/>
                  </a:lnTo>
                  <a:lnTo>
                    <a:pt x="146685" y="92501"/>
                  </a:lnTo>
                  <a:lnTo>
                    <a:pt x="147283" y="94896"/>
                  </a:lnTo>
                  <a:lnTo>
                    <a:pt x="128274" y="92202"/>
                  </a:lnTo>
                  <a:lnTo>
                    <a:pt x="139051" y="77683"/>
                  </a:lnTo>
                  <a:close/>
                  <a:moveTo>
                    <a:pt x="69750" y="78432"/>
                  </a:moveTo>
                  <a:lnTo>
                    <a:pt x="80377" y="92352"/>
                  </a:lnTo>
                  <a:lnTo>
                    <a:pt x="61967" y="95046"/>
                  </a:lnTo>
                  <a:lnTo>
                    <a:pt x="61967" y="95046"/>
                  </a:lnTo>
                  <a:lnTo>
                    <a:pt x="62566" y="92801"/>
                  </a:lnTo>
                  <a:lnTo>
                    <a:pt x="63314" y="90556"/>
                  </a:lnTo>
                  <a:lnTo>
                    <a:pt x="64062" y="88460"/>
                  </a:lnTo>
                  <a:lnTo>
                    <a:pt x="64960" y="86215"/>
                  </a:lnTo>
                  <a:lnTo>
                    <a:pt x="66008" y="84119"/>
                  </a:lnTo>
                  <a:lnTo>
                    <a:pt x="67206" y="82174"/>
                  </a:lnTo>
                  <a:lnTo>
                    <a:pt x="68403" y="80228"/>
                  </a:lnTo>
                  <a:lnTo>
                    <a:pt x="69750" y="78432"/>
                  </a:lnTo>
                  <a:close/>
                  <a:moveTo>
                    <a:pt x="155516" y="93250"/>
                  </a:moveTo>
                  <a:lnTo>
                    <a:pt x="156115" y="96094"/>
                  </a:lnTo>
                  <a:lnTo>
                    <a:pt x="148930" y="95046"/>
                  </a:lnTo>
                  <a:lnTo>
                    <a:pt x="148631" y="94148"/>
                  </a:lnTo>
                  <a:lnTo>
                    <a:pt x="155516" y="93250"/>
                  </a:lnTo>
                  <a:close/>
                  <a:moveTo>
                    <a:pt x="53884" y="92950"/>
                  </a:moveTo>
                  <a:lnTo>
                    <a:pt x="60620" y="94447"/>
                  </a:lnTo>
                  <a:lnTo>
                    <a:pt x="60470" y="95345"/>
                  </a:lnTo>
                  <a:lnTo>
                    <a:pt x="53285" y="96393"/>
                  </a:lnTo>
                  <a:lnTo>
                    <a:pt x="53884" y="92950"/>
                  </a:lnTo>
                  <a:close/>
                  <a:moveTo>
                    <a:pt x="154767" y="56129"/>
                  </a:moveTo>
                  <a:lnTo>
                    <a:pt x="157013" y="58524"/>
                  </a:lnTo>
                  <a:lnTo>
                    <a:pt x="159108" y="61069"/>
                  </a:lnTo>
                  <a:lnTo>
                    <a:pt x="161054" y="63613"/>
                  </a:lnTo>
                  <a:lnTo>
                    <a:pt x="163000" y="66308"/>
                  </a:lnTo>
                  <a:lnTo>
                    <a:pt x="158509" y="70948"/>
                  </a:lnTo>
                  <a:lnTo>
                    <a:pt x="164796" y="69152"/>
                  </a:lnTo>
                  <a:lnTo>
                    <a:pt x="167041" y="73492"/>
                  </a:lnTo>
                  <a:lnTo>
                    <a:pt x="169137" y="77833"/>
                  </a:lnTo>
                  <a:lnTo>
                    <a:pt x="170933" y="82473"/>
                  </a:lnTo>
                  <a:lnTo>
                    <a:pt x="172280" y="87263"/>
                  </a:lnTo>
                  <a:lnTo>
                    <a:pt x="166592" y="90107"/>
                  </a:lnTo>
                  <a:lnTo>
                    <a:pt x="173028" y="90406"/>
                  </a:lnTo>
                  <a:lnTo>
                    <a:pt x="173777" y="94447"/>
                  </a:lnTo>
                  <a:lnTo>
                    <a:pt x="174226" y="98638"/>
                  </a:lnTo>
                  <a:lnTo>
                    <a:pt x="157911" y="96393"/>
                  </a:lnTo>
                  <a:lnTo>
                    <a:pt x="157312" y="93100"/>
                  </a:lnTo>
                  <a:lnTo>
                    <a:pt x="161204" y="92651"/>
                  </a:lnTo>
                  <a:lnTo>
                    <a:pt x="161653" y="93250"/>
                  </a:lnTo>
                  <a:lnTo>
                    <a:pt x="162401" y="93699"/>
                  </a:lnTo>
                  <a:lnTo>
                    <a:pt x="163299" y="93848"/>
                  </a:lnTo>
                  <a:lnTo>
                    <a:pt x="164047" y="93549"/>
                  </a:lnTo>
                  <a:lnTo>
                    <a:pt x="164497" y="93399"/>
                  </a:lnTo>
                  <a:lnTo>
                    <a:pt x="164796" y="93100"/>
                  </a:lnTo>
                  <a:lnTo>
                    <a:pt x="165245" y="92352"/>
                  </a:lnTo>
                  <a:lnTo>
                    <a:pt x="165395" y="91603"/>
                  </a:lnTo>
                  <a:lnTo>
                    <a:pt x="165245" y="91154"/>
                  </a:lnTo>
                  <a:lnTo>
                    <a:pt x="165095" y="90705"/>
                  </a:lnTo>
                  <a:lnTo>
                    <a:pt x="164946" y="90256"/>
                  </a:lnTo>
                  <a:lnTo>
                    <a:pt x="164646" y="89957"/>
                  </a:lnTo>
                  <a:lnTo>
                    <a:pt x="163898" y="89508"/>
                  </a:lnTo>
                  <a:lnTo>
                    <a:pt x="163000" y="89358"/>
                  </a:lnTo>
                  <a:lnTo>
                    <a:pt x="162700" y="89508"/>
                  </a:lnTo>
                  <a:lnTo>
                    <a:pt x="162251" y="89657"/>
                  </a:lnTo>
                  <a:lnTo>
                    <a:pt x="161653" y="89957"/>
                  </a:lnTo>
                  <a:lnTo>
                    <a:pt x="161353" y="90406"/>
                  </a:lnTo>
                  <a:lnTo>
                    <a:pt x="161054" y="91005"/>
                  </a:lnTo>
                  <a:lnTo>
                    <a:pt x="160904" y="91603"/>
                  </a:lnTo>
                  <a:lnTo>
                    <a:pt x="157013" y="92052"/>
                  </a:lnTo>
                  <a:lnTo>
                    <a:pt x="155965" y="88161"/>
                  </a:lnTo>
                  <a:lnTo>
                    <a:pt x="154468" y="84269"/>
                  </a:lnTo>
                  <a:lnTo>
                    <a:pt x="152822" y="80527"/>
                  </a:lnTo>
                  <a:lnTo>
                    <a:pt x="150876" y="76935"/>
                  </a:lnTo>
                  <a:lnTo>
                    <a:pt x="154169" y="74690"/>
                  </a:lnTo>
                  <a:lnTo>
                    <a:pt x="154917" y="75139"/>
                  </a:lnTo>
                  <a:lnTo>
                    <a:pt x="155665" y="75288"/>
                  </a:lnTo>
                  <a:lnTo>
                    <a:pt x="156564" y="74989"/>
                  </a:lnTo>
                  <a:lnTo>
                    <a:pt x="157312" y="74540"/>
                  </a:lnTo>
                  <a:lnTo>
                    <a:pt x="157611" y="74241"/>
                  </a:lnTo>
                  <a:lnTo>
                    <a:pt x="157761" y="73941"/>
                  </a:lnTo>
                  <a:lnTo>
                    <a:pt x="157911" y="73043"/>
                  </a:lnTo>
                  <a:lnTo>
                    <a:pt x="157761" y="72295"/>
                  </a:lnTo>
                  <a:lnTo>
                    <a:pt x="157611" y="71846"/>
                  </a:lnTo>
                  <a:lnTo>
                    <a:pt x="157312" y="71546"/>
                  </a:lnTo>
                  <a:lnTo>
                    <a:pt x="157013" y="71247"/>
                  </a:lnTo>
                  <a:lnTo>
                    <a:pt x="156564" y="70948"/>
                  </a:lnTo>
                  <a:lnTo>
                    <a:pt x="155815" y="70798"/>
                  </a:lnTo>
                  <a:lnTo>
                    <a:pt x="154917" y="70948"/>
                  </a:lnTo>
                  <a:lnTo>
                    <a:pt x="154468" y="71097"/>
                  </a:lnTo>
                  <a:lnTo>
                    <a:pt x="154169" y="71397"/>
                  </a:lnTo>
                  <a:lnTo>
                    <a:pt x="153720" y="71995"/>
                  </a:lnTo>
                  <a:lnTo>
                    <a:pt x="153570" y="72594"/>
                  </a:lnTo>
                  <a:lnTo>
                    <a:pt x="153570" y="73193"/>
                  </a:lnTo>
                  <a:lnTo>
                    <a:pt x="153720" y="73792"/>
                  </a:lnTo>
                  <a:lnTo>
                    <a:pt x="150277" y="76037"/>
                  </a:lnTo>
                  <a:lnTo>
                    <a:pt x="147882" y="72594"/>
                  </a:lnTo>
                  <a:lnTo>
                    <a:pt x="145188" y="69301"/>
                  </a:lnTo>
                  <a:lnTo>
                    <a:pt x="154767" y="56129"/>
                  </a:lnTo>
                  <a:close/>
                  <a:moveTo>
                    <a:pt x="53735" y="57177"/>
                  </a:moveTo>
                  <a:lnTo>
                    <a:pt x="63464" y="70050"/>
                  </a:lnTo>
                  <a:lnTo>
                    <a:pt x="61518" y="72594"/>
                  </a:lnTo>
                  <a:lnTo>
                    <a:pt x="59722" y="75139"/>
                  </a:lnTo>
                  <a:lnTo>
                    <a:pt x="56429" y="73193"/>
                  </a:lnTo>
                  <a:lnTo>
                    <a:pt x="56578" y="72444"/>
                  </a:lnTo>
                  <a:lnTo>
                    <a:pt x="56279" y="71546"/>
                  </a:lnTo>
                  <a:lnTo>
                    <a:pt x="55830" y="70948"/>
                  </a:lnTo>
                  <a:lnTo>
                    <a:pt x="55082" y="70499"/>
                  </a:lnTo>
                  <a:lnTo>
                    <a:pt x="54633" y="70349"/>
                  </a:lnTo>
                  <a:lnTo>
                    <a:pt x="54184" y="70349"/>
                  </a:lnTo>
                  <a:lnTo>
                    <a:pt x="53435" y="70648"/>
                  </a:lnTo>
                  <a:lnTo>
                    <a:pt x="52687" y="71097"/>
                  </a:lnTo>
                  <a:lnTo>
                    <a:pt x="52537" y="71397"/>
                  </a:lnTo>
                  <a:lnTo>
                    <a:pt x="52238" y="71846"/>
                  </a:lnTo>
                  <a:lnTo>
                    <a:pt x="52238" y="72295"/>
                  </a:lnTo>
                  <a:lnTo>
                    <a:pt x="52238" y="72744"/>
                  </a:lnTo>
                  <a:lnTo>
                    <a:pt x="52387" y="73492"/>
                  </a:lnTo>
                  <a:lnTo>
                    <a:pt x="52836" y="74241"/>
                  </a:lnTo>
                  <a:lnTo>
                    <a:pt x="53285" y="74540"/>
                  </a:lnTo>
                  <a:lnTo>
                    <a:pt x="53585" y="74690"/>
                  </a:lnTo>
                  <a:lnTo>
                    <a:pt x="54333" y="74839"/>
                  </a:lnTo>
                  <a:lnTo>
                    <a:pt x="54932" y="74690"/>
                  </a:lnTo>
                  <a:lnTo>
                    <a:pt x="55531" y="74540"/>
                  </a:lnTo>
                  <a:lnTo>
                    <a:pt x="55980" y="74091"/>
                  </a:lnTo>
                  <a:lnTo>
                    <a:pt x="59123" y="76037"/>
                  </a:lnTo>
                  <a:lnTo>
                    <a:pt x="57027" y="79629"/>
                  </a:lnTo>
                  <a:lnTo>
                    <a:pt x="55231" y="83521"/>
                  </a:lnTo>
                  <a:lnTo>
                    <a:pt x="53585" y="87412"/>
                  </a:lnTo>
                  <a:lnTo>
                    <a:pt x="52387" y="91603"/>
                  </a:lnTo>
                  <a:lnTo>
                    <a:pt x="48645" y="90705"/>
                  </a:lnTo>
                  <a:lnTo>
                    <a:pt x="48496" y="89957"/>
                  </a:lnTo>
                  <a:lnTo>
                    <a:pt x="47897" y="89208"/>
                  </a:lnTo>
                  <a:lnTo>
                    <a:pt x="47298" y="88759"/>
                  </a:lnTo>
                  <a:lnTo>
                    <a:pt x="46400" y="88610"/>
                  </a:lnTo>
                  <a:lnTo>
                    <a:pt x="45951" y="88759"/>
                  </a:lnTo>
                  <a:lnTo>
                    <a:pt x="45652" y="88759"/>
                  </a:lnTo>
                  <a:lnTo>
                    <a:pt x="44904" y="89358"/>
                  </a:lnTo>
                  <a:lnTo>
                    <a:pt x="44454" y="89957"/>
                  </a:lnTo>
                  <a:lnTo>
                    <a:pt x="44305" y="90406"/>
                  </a:lnTo>
                  <a:lnTo>
                    <a:pt x="44155" y="90855"/>
                  </a:lnTo>
                  <a:lnTo>
                    <a:pt x="44305" y="91304"/>
                  </a:lnTo>
                  <a:lnTo>
                    <a:pt x="44454" y="91753"/>
                  </a:lnTo>
                  <a:lnTo>
                    <a:pt x="44904" y="92352"/>
                  </a:lnTo>
                  <a:lnTo>
                    <a:pt x="45502" y="92950"/>
                  </a:lnTo>
                  <a:lnTo>
                    <a:pt x="45951" y="92950"/>
                  </a:lnTo>
                  <a:lnTo>
                    <a:pt x="46400" y="93100"/>
                  </a:lnTo>
                  <a:lnTo>
                    <a:pt x="46999" y="92950"/>
                  </a:lnTo>
                  <a:lnTo>
                    <a:pt x="47598" y="92651"/>
                  </a:lnTo>
                  <a:lnTo>
                    <a:pt x="48047" y="92352"/>
                  </a:lnTo>
                  <a:lnTo>
                    <a:pt x="48496" y="91753"/>
                  </a:lnTo>
                  <a:lnTo>
                    <a:pt x="52238" y="92501"/>
                  </a:lnTo>
                  <a:lnTo>
                    <a:pt x="51789" y="94597"/>
                  </a:lnTo>
                  <a:lnTo>
                    <a:pt x="51340" y="96692"/>
                  </a:lnTo>
                  <a:lnTo>
                    <a:pt x="35025" y="99237"/>
                  </a:lnTo>
                  <a:lnTo>
                    <a:pt x="35623" y="94747"/>
                  </a:lnTo>
                  <a:lnTo>
                    <a:pt x="36372" y="90406"/>
                  </a:lnTo>
                  <a:lnTo>
                    <a:pt x="42808" y="90107"/>
                  </a:lnTo>
                  <a:lnTo>
                    <a:pt x="37120" y="87113"/>
                  </a:lnTo>
                  <a:lnTo>
                    <a:pt x="38467" y="82473"/>
                  </a:lnTo>
                  <a:lnTo>
                    <a:pt x="40263" y="77833"/>
                  </a:lnTo>
                  <a:lnTo>
                    <a:pt x="42359" y="73492"/>
                  </a:lnTo>
                  <a:lnTo>
                    <a:pt x="44604" y="69152"/>
                  </a:lnTo>
                  <a:lnTo>
                    <a:pt x="50891" y="70948"/>
                  </a:lnTo>
                  <a:lnTo>
                    <a:pt x="46400" y="66308"/>
                  </a:lnTo>
                  <a:lnTo>
                    <a:pt x="48047" y="63913"/>
                  </a:lnTo>
                  <a:lnTo>
                    <a:pt x="49843" y="61518"/>
                  </a:lnTo>
                  <a:lnTo>
                    <a:pt x="51789" y="59273"/>
                  </a:lnTo>
                  <a:lnTo>
                    <a:pt x="53735" y="57177"/>
                  </a:lnTo>
                  <a:close/>
                  <a:moveTo>
                    <a:pt x="174076" y="90556"/>
                  </a:moveTo>
                  <a:lnTo>
                    <a:pt x="185302" y="91005"/>
                  </a:lnTo>
                  <a:lnTo>
                    <a:pt x="185901" y="95645"/>
                  </a:lnTo>
                  <a:lnTo>
                    <a:pt x="186200" y="100285"/>
                  </a:lnTo>
                  <a:lnTo>
                    <a:pt x="175273" y="98638"/>
                  </a:lnTo>
                  <a:lnTo>
                    <a:pt x="174824" y="94597"/>
                  </a:lnTo>
                  <a:lnTo>
                    <a:pt x="174076" y="90556"/>
                  </a:lnTo>
                  <a:close/>
                  <a:moveTo>
                    <a:pt x="35324" y="90556"/>
                  </a:moveTo>
                  <a:lnTo>
                    <a:pt x="34576" y="94896"/>
                  </a:lnTo>
                  <a:lnTo>
                    <a:pt x="34127" y="99387"/>
                  </a:lnTo>
                  <a:lnTo>
                    <a:pt x="23050" y="101033"/>
                  </a:lnTo>
                  <a:lnTo>
                    <a:pt x="23500" y="95944"/>
                  </a:lnTo>
                  <a:lnTo>
                    <a:pt x="24098" y="91154"/>
                  </a:lnTo>
                  <a:lnTo>
                    <a:pt x="35324" y="90556"/>
                  </a:lnTo>
                  <a:close/>
                  <a:moveTo>
                    <a:pt x="107319" y="15716"/>
                  </a:moveTo>
                  <a:lnTo>
                    <a:pt x="111660" y="16016"/>
                  </a:lnTo>
                  <a:lnTo>
                    <a:pt x="116001" y="16465"/>
                  </a:lnTo>
                  <a:lnTo>
                    <a:pt x="120192" y="17063"/>
                  </a:lnTo>
                  <a:lnTo>
                    <a:pt x="124383" y="17961"/>
                  </a:lnTo>
                  <a:lnTo>
                    <a:pt x="128424" y="19009"/>
                  </a:lnTo>
                  <a:lnTo>
                    <a:pt x="132465" y="20207"/>
                  </a:lnTo>
                  <a:lnTo>
                    <a:pt x="136507" y="21554"/>
                  </a:lnTo>
                  <a:lnTo>
                    <a:pt x="140249" y="23200"/>
                  </a:lnTo>
                  <a:lnTo>
                    <a:pt x="143991" y="24847"/>
                  </a:lnTo>
                  <a:lnTo>
                    <a:pt x="147733" y="26792"/>
                  </a:lnTo>
                  <a:lnTo>
                    <a:pt x="151325" y="28888"/>
                  </a:lnTo>
                  <a:lnTo>
                    <a:pt x="154767" y="31133"/>
                  </a:lnTo>
                  <a:lnTo>
                    <a:pt x="158060" y="33528"/>
                  </a:lnTo>
                  <a:lnTo>
                    <a:pt x="161204" y="36073"/>
                  </a:lnTo>
                  <a:lnTo>
                    <a:pt x="164347" y="38767"/>
                  </a:lnTo>
                  <a:lnTo>
                    <a:pt x="167340" y="41611"/>
                  </a:lnTo>
                  <a:lnTo>
                    <a:pt x="170184" y="44455"/>
                  </a:lnTo>
                  <a:lnTo>
                    <a:pt x="172878" y="47598"/>
                  </a:lnTo>
                  <a:lnTo>
                    <a:pt x="175423" y="50741"/>
                  </a:lnTo>
                  <a:lnTo>
                    <a:pt x="177818" y="54034"/>
                  </a:lnTo>
                  <a:lnTo>
                    <a:pt x="180063" y="57477"/>
                  </a:lnTo>
                  <a:lnTo>
                    <a:pt x="182308" y="61069"/>
                  </a:lnTo>
                  <a:lnTo>
                    <a:pt x="184254" y="64661"/>
                  </a:lnTo>
                  <a:lnTo>
                    <a:pt x="186050" y="68403"/>
                  </a:lnTo>
                  <a:lnTo>
                    <a:pt x="187547" y="72295"/>
                  </a:lnTo>
                  <a:lnTo>
                    <a:pt x="189044" y="76186"/>
                  </a:lnTo>
                  <a:lnTo>
                    <a:pt x="190241" y="80228"/>
                  </a:lnTo>
                  <a:lnTo>
                    <a:pt x="191289" y="84269"/>
                  </a:lnTo>
                  <a:lnTo>
                    <a:pt x="192187" y="88460"/>
                  </a:lnTo>
                  <a:lnTo>
                    <a:pt x="192935" y="92651"/>
                  </a:lnTo>
                  <a:lnTo>
                    <a:pt x="193384" y="96842"/>
                  </a:lnTo>
                  <a:lnTo>
                    <a:pt x="193684" y="101183"/>
                  </a:lnTo>
                  <a:lnTo>
                    <a:pt x="189792" y="100734"/>
                  </a:lnTo>
                  <a:lnTo>
                    <a:pt x="189343" y="95944"/>
                  </a:lnTo>
                  <a:lnTo>
                    <a:pt x="188744" y="91454"/>
                  </a:lnTo>
                  <a:lnTo>
                    <a:pt x="187846" y="86814"/>
                  </a:lnTo>
                  <a:lnTo>
                    <a:pt x="186799" y="82323"/>
                  </a:lnTo>
                  <a:lnTo>
                    <a:pt x="185451" y="77983"/>
                  </a:lnTo>
                  <a:lnTo>
                    <a:pt x="183955" y="73792"/>
                  </a:lnTo>
                  <a:lnTo>
                    <a:pt x="182159" y="69601"/>
                  </a:lnTo>
                  <a:lnTo>
                    <a:pt x="180213" y="65559"/>
                  </a:lnTo>
                  <a:lnTo>
                    <a:pt x="178117" y="61668"/>
                  </a:lnTo>
                  <a:lnTo>
                    <a:pt x="175722" y="57926"/>
                  </a:lnTo>
                  <a:lnTo>
                    <a:pt x="173178" y="54184"/>
                  </a:lnTo>
                  <a:lnTo>
                    <a:pt x="170334" y="50741"/>
                  </a:lnTo>
                  <a:lnTo>
                    <a:pt x="167490" y="47298"/>
                  </a:lnTo>
                  <a:lnTo>
                    <a:pt x="164347" y="44155"/>
                  </a:lnTo>
                  <a:lnTo>
                    <a:pt x="161204" y="41162"/>
                  </a:lnTo>
                  <a:lnTo>
                    <a:pt x="157761" y="38318"/>
                  </a:lnTo>
                  <a:lnTo>
                    <a:pt x="156414" y="37120"/>
                  </a:lnTo>
                  <a:lnTo>
                    <a:pt x="152373" y="34276"/>
                  </a:lnTo>
                  <a:lnTo>
                    <a:pt x="148182" y="31582"/>
                  </a:lnTo>
                  <a:lnTo>
                    <a:pt x="146535" y="30684"/>
                  </a:lnTo>
                  <a:lnTo>
                    <a:pt x="143691" y="29038"/>
                  </a:lnTo>
                  <a:lnTo>
                    <a:pt x="143392" y="28888"/>
                  </a:lnTo>
                  <a:lnTo>
                    <a:pt x="140099" y="27391"/>
                  </a:lnTo>
                  <a:lnTo>
                    <a:pt x="138902" y="26792"/>
                  </a:lnTo>
                  <a:lnTo>
                    <a:pt x="135309" y="25296"/>
                  </a:lnTo>
                  <a:lnTo>
                    <a:pt x="131567" y="23949"/>
                  </a:lnTo>
                  <a:lnTo>
                    <a:pt x="127825" y="22751"/>
                  </a:lnTo>
                  <a:lnTo>
                    <a:pt x="123934" y="21853"/>
                  </a:lnTo>
                  <a:lnTo>
                    <a:pt x="120042" y="20955"/>
                  </a:lnTo>
                  <a:lnTo>
                    <a:pt x="116001" y="20356"/>
                  </a:lnTo>
                  <a:lnTo>
                    <a:pt x="111959" y="19907"/>
                  </a:lnTo>
                  <a:lnTo>
                    <a:pt x="107918" y="19758"/>
                  </a:lnTo>
                  <a:lnTo>
                    <a:pt x="107319" y="15716"/>
                  </a:lnTo>
                  <a:close/>
                  <a:moveTo>
                    <a:pt x="101183" y="15716"/>
                  </a:moveTo>
                  <a:lnTo>
                    <a:pt x="100584" y="19758"/>
                  </a:lnTo>
                  <a:lnTo>
                    <a:pt x="96543" y="20057"/>
                  </a:lnTo>
                  <a:lnTo>
                    <a:pt x="92501" y="20506"/>
                  </a:lnTo>
                  <a:lnTo>
                    <a:pt x="88460" y="21105"/>
                  </a:lnTo>
                  <a:lnTo>
                    <a:pt x="84568" y="22003"/>
                  </a:lnTo>
                  <a:lnTo>
                    <a:pt x="80826" y="23051"/>
                  </a:lnTo>
                  <a:lnTo>
                    <a:pt x="76935" y="24248"/>
                  </a:lnTo>
                  <a:lnTo>
                    <a:pt x="73342" y="25595"/>
                  </a:lnTo>
                  <a:lnTo>
                    <a:pt x="69600" y="27242"/>
                  </a:lnTo>
                  <a:lnTo>
                    <a:pt x="66158" y="28888"/>
                  </a:lnTo>
                  <a:lnTo>
                    <a:pt x="62715" y="30684"/>
                  </a:lnTo>
                  <a:lnTo>
                    <a:pt x="59422" y="32780"/>
                  </a:lnTo>
                  <a:lnTo>
                    <a:pt x="56129" y="34875"/>
                  </a:lnTo>
                  <a:lnTo>
                    <a:pt x="52986" y="37120"/>
                  </a:lnTo>
                  <a:lnTo>
                    <a:pt x="49993" y="39665"/>
                  </a:lnTo>
                  <a:lnTo>
                    <a:pt x="46999" y="42209"/>
                  </a:lnTo>
                  <a:lnTo>
                    <a:pt x="44305" y="44904"/>
                  </a:lnTo>
                  <a:lnTo>
                    <a:pt x="41611" y="47747"/>
                  </a:lnTo>
                  <a:lnTo>
                    <a:pt x="39066" y="50591"/>
                  </a:lnTo>
                  <a:lnTo>
                    <a:pt x="36671" y="53585"/>
                  </a:lnTo>
                  <a:lnTo>
                    <a:pt x="34426" y="56878"/>
                  </a:lnTo>
                  <a:lnTo>
                    <a:pt x="32331" y="60021"/>
                  </a:lnTo>
                  <a:lnTo>
                    <a:pt x="30235" y="63464"/>
                  </a:lnTo>
                  <a:lnTo>
                    <a:pt x="28439" y="66906"/>
                  </a:lnTo>
                  <a:lnTo>
                    <a:pt x="26792" y="70349"/>
                  </a:lnTo>
                  <a:lnTo>
                    <a:pt x="25296" y="74091"/>
                  </a:lnTo>
                  <a:lnTo>
                    <a:pt x="23949" y="77833"/>
                  </a:lnTo>
                  <a:lnTo>
                    <a:pt x="22751" y="81575"/>
                  </a:lnTo>
                  <a:lnTo>
                    <a:pt x="21853" y="85466"/>
                  </a:lnTo>
                  <a:lnTo>
                    <a:pt x="20955" y="89358"/>
                  </a:lnTo>
                  <a:lnTo>
                    <a:pt x="20356" y="93399"/>
                  </a:lnTo>
                  <a:lnTo>
                    <a:pt x="19907" y="97441"/>
                  </a:lnTo>
                  <a:lnTo>
                    <a:pt x="19608" y="101482"/>
                  </a:lnTo>
                  <a:lnTo>
                    <a:pt x="15716" y="102081"/>
                  </a:lnTo>
                  <a:lnTo>
                    <a:pt x="15866" y="97740"/>
                  </a:lnTo>
                  <a:lnTo>
                    <a:pt x="16315" y="93399"/>
                  </a:lnTo>
                  <a:lnTo>
                    <a:pt x="17063" y="89208"/>
                  </a:lnTo>
                  <a:lnTo>
                    <a:pt x="17812" y="85017"/>
                  </a:lnTo>
                  <a:lnTo>
                    <a:pt x="18859" y="80976"/>
                  </a:lnTo>
                  <a:lnTo>
                    <a:pt x="20057" y="76935"/>
                  </a:lnTo>
                  <a:lnTo>
                    <a:pt x="21554" y="73043"/>
                  </a:lnTo>
                  <a:lnTo>
                    <a:pt x="23050" y="69152"/>
                  </a:lnTo>
                  <a:lnTo>
                    <a:pt x="24847" y="65410"/>
                  </a:lnTo>
                  <a:lnTo>
                    <a:pt x="26792" y="61817"/>
                  </a:lnTo>
                  <a:lnTo>
                    <a:pt x="28888" y="58225"/>
                  </a:lnTo>
                  <a:lnTo>
                    <a:pt x="31133" y="54782"/>
                  </a:lnTo>
                  <a:lnTo>
                    <a:pt x="33378" y="51340"/>
                  </a:lnTo>
                  <a:lnTo>
                    <a:pt x="35923" y="48197"/>
                  </a:lnTo>
                  <a:lnTo>
                    <a:pt x="38617" y="45053"/>
                  </a:lnTo>
                  <a:lnTo>
                    <a:pt x="41461" y="42060"/>
                  </a:lnTo>
                  <a:lnTo>
                    <a:pt x="44454" y="39216"/>
                  </a:lnTo>
                  <a:lnTo>
                    <a:pt x="47448" y="36522"/>
                  </a:lnTo>
                  <a:lnTo>
                    <a:pt x="50741" y="33977"/>
                  </a:lnTo>
                  <a:lnTo>
                    <a:pt x="54034" y="31582"/>
                  </a:lnTo>
                  <a:lnTo>
                    <a:pt x="57476" y="29337"/>
                  </a:lnTo>
                  <a:lnTo>
                    <a:pt x="60919" y="27242"/>
                  </a:lnTo>
                  <a:lnTo>
                    <a:pt x="64661" y="25296"/>
                  </a:lnTo>
                  <a:lnTo>
                    <a:pt x="68403" y="23500"/>
                  </a:lnTo>
                  <a:lnTo>
                    <a:pt x="72145" y="21853"/>
                  </a:lnTo>
                  <a:lnTo>
                    <a:pt x="76186" y="20356"/>
                  </a:lnTo>
                  <a:lnTo>
                    <a:pt x="80078" y="19159"/>
                  </a:lnTo>
                  <a:lnTo>
                    <a:pt x="84119" y="18111"/>
                  </a:lnTo>
                  <a:lnTo>
                    <a:pt x="88310" y="17213"/>
                  </a:lnTo>
                  <a:lnTo>
                    <a:pt x="92501" y="16614"/>
                  </a:lnTo>
                  <a:lnTo>
                    <a:pt x="96842" y="16016"/>
                  </a:lnTo>
                  <a:lnTo>
                    <a:pt x="101183" y="15716"/>
                  </a:lnTo>
                  <a:close/>
                  <a:moveTo>
                    <a:pt x="104176" y="5837"/>
                  </a:moveTo>
                  <a:lnTo>
                    <a:pt x="105224" y="12274"/>
                  </a:lnTo>
                  <a:lnTo>
                    <a:pt x="105673" y="15716"/>
                  </a:lnTo>
                  <a:lnTo>
                    <a:pt x="106272" y="19608"/>
                  </a:lnTo>
                  <a:lnTo>
                    <a:pt x="106870" y="23051"/>
                  </a:lnTo>
                  <a:lnTo>
                    <a:pt x="108517" y="33977"/>
                  </a:lnTo>
                  <a:lnTo>
                    <a:pt x="108666" y="35025"/>
                  </a:lnTo>
                  <a:lnTo>
                    <a:pt x="111061" y="51190"/>
                  </a:lnTo>
                  <a:lnTo>
                    <a:pt x="111361" y="52986"/>
                  </a:lnTo>
                  <a:lnTo>
                    <a:pt x="112408" y="60171"/>
                  </a:lnTo>
                  <a:lnTo>
                    <a:pt x="112708" y="61668"/>
                  </a:lnTo>
                  <a:lnTo>
                    <a:pt x="115552" y="80826"/>
                  </a:lnTo>
                  <a:lnTo>
                    <a:pt x="115701" y="81425"/>
                  </a:lnTo>
                  <a:lnTo>
                    <a:pt x="115701" y="82174"/>
                  </a:lnTo>
                  <a:lnTo>
                    <a:pt x="116300" y="86215"/>
                  </a:lnTo>
                  <a:lnTo>
                    <a:pt x="116450" y="86814"/>
                  </a:lnTo>
                  <a:lnTo>
                    <a:pt x="117048" y="90556"/>
                  </a:lnTo>
                  <a:lnTo>
                    <a:pt x="117048" y="90705"/>
                  </a:lnTo>
                  <a:lnTo>
                    <a:pt x="116749" y="90705"/>
                  </a:lnTo>
                  <a:lnTo>
                    <a:pt x="115252" y="92352"/>
                  </a:lnTo>
                  <a:lnTo>
                    <a:pt x="113606" y="94148"/>
                  </a:lnTo>
                  <a:lnTo>
                    <a:pt x="113456" y="94148"/>
                  </a:lnTo>
                  <a:lnTo>
                    <a:pt x="111810" y="95944"/>
                  </a:lnTo>
                  <a:lnTo>
                    <a:pt x="110163" y="97740"/>
                  </a:lnTo>
                  <a:lnTo>
                    <a:pt x="110163" y="97590"/>
                  </a:lnTo>
                  <a:lnTo>
                    <a:pt x="110014" y="95794"/>
                  </a:lnTo>
                  <a:lnTo>
                    <a:pt x="109714" y="95794"/>
                  </a:lnTo>
                  <a:lnTo>
                    <a:pt x="109565" y="97141"/>
                  </a:lnTo>
                  <a:lnTo>
                    <a:pt x="109565" y="97291"/>
                  </a:lnTo>
                  <a:lnTo>
                    <a:pt x="109415" y="98489"/>
                  </a:lnTo>
                  <a:lnTo>
                    <a:pt x="108517" y="99536"/>
                  </a:lnTo>
                  <a:lnTo>
                    <a:pt x="108367" y="99686"/>
                  </a:lnTo>
                  <a:lnTo>
                    <a:pt x="106870" y="101332"/>
                  </a:lnTo>
                  <a:lnTo>
                    <a:pt x="106721" y="101482"/>
                  </a:lnTo>
                  <a:lnTo>
                    <a:pt x="105224" y="102979"/>
                  </a:lnTo>
                  <a:lnTo>
                    <a:pt x="104775" y="103428"/>
                  </a:lnTo>
                  <a:lnTo>
                    <a:pt x="104625" y="103578"/>
                  </a:lnTo>
                  <a:lnTo>
                    <a:pt x="104026" y="102979"/>
                  </a:lnTo>
                  <a:lnTo>
                    <a:pt x="103577" y="102530"/>
                  </a:lnTo>
                  <a:lnTo>
                    <a:pt x="102380" y="101482"/>
                  </a:lnTo>
                  <a:lnTo>
                    <a:pt x="102380" y="101332"/>
                  </a:lnTo>
                  <a:lnTo>
                    <a:pt x="101033" y="100135"/>
                  </a:lnTo>
                  <a:lnTo>
                    <a:pt x="103428" y="100135"/>
                  </a:lnTo>
                  <a:lnTo>
                    <a:pt x="103877" y="99985"/>
                  </a:lnTo>
                  <a:lnTo>
                    <a:pt x="105523" y="99985"/>
                  </a:lnTo>
                  <a:lnTo>
                    <a:pt x="106721" y="99836"/>
                  </a:lnTo>
                  <a:lnTo>
                    <a:pt x="106870" y="99686"/>
                  </a:lnTo>
                  <a:lnTo>
                    <a:pt x="106870" y="99536"/>
                  </a:lnTo>
                  <a:lnTo>
                    <a:pt x="106721" y="99387"/>
                  </a:lnTo>
                  <a:lnTo>
                    <a:pt x="105224" y="99237"/>
                  </a:lnTo>
                  <a:lnTo>
                    <a:pt x="100135" y="99237"/>
                  </a:lnTo>
                  <a:lnTo>
                    <a:pt x="98788" y="98039"/>
                  </a:lnTo>
                  <a:lnTo>
                    <a:pt x="98788" y="97890"/>
                  </a:lnTo>
                  <a:lnTo>
                    <a:pt x="97441" y="96692"/>
                  </a:lnTo>
                  <a:lnTo>
                    <a:pt x="99835" y="96842"/>
                  </a:lnTo>
                  <a:lnTo>
                    <a:pt x="105074" y="96842"/>
                  </a:lnTo>
                  <a:lnTo>
                    <a:pt x="105523" y="96692"/>
                  </a:lnTo>
                  <a:lnTo>
                    <a:pt x="105673" y="96692"/>
                  </a:lnTo>
                  <a:lnTo>
                    <a:pt x="107619" y="96543"/>
                  </a:lnTo>
                  <a:lnTo>
                    <a:pt x="107619" y="96393"/>
                  </a:lnTo>
                  <a:lnTo>
                    <a:pt x="107619" y="96243"/>
                  </a:lnTo>
                  <a:lnTo>
                    <a:pt x="105074" y="95944"/>
                  </a:lnTo>
                  <a:lnTo>
                    <a:pt x="100284" y="95944"/>
                  </a:lnTo>
                  <a:lnTo>
                    <a:pt x="97141" y="96243"/>
                  </a:lnTo>
                  <a:lnTo>
                    <a:pt x="96992" y="96243"/>
                  </a:lnTo>
                  <a:lnTo>
                    <a:pt x="92352" y="91753"/>
                  </a:lnTo>
                  <a:lnTo>
                    <a:pt x="92651" y="90107"/>
                  </a:lnTo>
                  <a:lnTo>
                    <a:pt x="95195" y="90406"/>
                  </a:lnTo>
                  <a:lnTo>
                    <a:pt x="97890" y="90406"/>
                  </a:lnTo>
                  <a:lnTo>
                    <a:pt x="103128" y="90256"/>
                  </a:lnTo>
                  <a:lnTo>
                    <a:pt x="104925" y="90256"/>
                  </a:lnTo>
                  <a:lnTo>
                    <a:pt x="105224" y="90107"/>
                  </a:lnTo>
                  <a:lnTo>
                    <a:pt x="105972" y="90107"/>
                  </a:lnTo>
                  <a:lnTo>
                    <a:pt x="105972" y="89957"/>
                  </a:lnTo>
                  <a:lnTo>
                    <a:pt x="105972" y="89807"/>
                  </a:lnTo>
                  <a:lnTo>
                    <a:pt x="105823" y="89657"/>
                  </a:lnTo>
                  <a:lnTo>
                    <a:pt x="102679" y="89657"/>
                  </a:lnTo>
                  <a:lnTo>
                    <a:pt x="97590" y="89508"/>
                  </a:lnTo>
                  <a:lnTo>
                    <a:pt x="95195" y="89508"/>
                  </a:lnTo>
                  <a:lnTo>
                    <a:pt x="92651" y="89807"/>
                  </a:lnTo>
                  <a:lnTo>
                    <a:pt x="93549" y="82922"/>
                  </a:lnTo>
                  <a:lnTo>
                    <a:pt x="93699" y="82174"/>
                  </a:lnTo>
                  <a:lnTo>
                    <a:pt x="93848" y="81425"/>
                  </a:lnTo>
                  <a:lnTo>
                    <a:pt x="96543" y="61817"/>
                  </a:lnTo>
                  <a:lnTo>
                    <a:pt x="96692" y="60171"/>
                  </a:lnTo>
                  <a:lnTo>
                    <a:pt x="97740" y="53136"/>
                  </a:lnTo>
                  <a:lnTo>
                    <a:pt x="97890" y="51340"/>
                  </a:lnTo>
                  <a:lnTo>
                    <a:pt x="100135" y="35025"/>
                  </a:lnTo>
                  <a:lnTo>
                    <a:pt x="100284" y="34127"/>
                  </a:lnTo>
                  <a:lnTo>
                    <a:pt x="101781" y="23051"/>
                  </a:lnTo>
                  <a:lnTo>
                    <a:pt x="102230" y="19608"/>
                  </a:lnTo>
                  <a:lnTo>
                    <a:pt x="102829" y="15716"/>
                  </a:lnTo>
                  <a:lnTo>
                    <a:pt x="103278" y="12274"/>
                  </a:lnTo>
                  <a:lnTo>
                    <a:pt x="104176" y="5837"/>
                  </a:lnTo>
                  <a:close/>
                  <a:moveTo>
                    <a:pt x="53285" y="113456"/>
                  </a:moveTo>
                  <a:lnTo>
                    <a:pt x="60021" y="114354"/>
                  </a:lnTo>
                  <a:lnTo>
                    <a:pt x="53884" y="116151"/>
                  </a:lnTo>
                  <a:lnTo>
                    <a:pt x="53285" y="113456"/>
                  </a:lnTo>
                  <a:close/>
                  <a:moveTo>
                    <a:pt x="90705" y="92352"/>
                  </a:moveTo>
                  <a:lnTo>
                    <a:pt x="90555" y="92651"/>
                  </a:lnTo>
                  <a:lnTo>
                    <a:pt x="92052" y="93998"/>
                  </a:lnTo>
                  <a:lnTo>
                    <a:pt x="92202" y="94148"/>
                  </a:lnTo>
                  <a:lnTo>
                    <a:pt x="93998" y="95794"/>
                  </a:lnTo>
                  <a:lnTo>
                    <a:pt x="95794" y="97441"/>
                  </a:lnTo>
                  <a:lnTo>
                    <a:pt x="95794" y="97590"/>
                  </a:lnTo>
                  <a:lnTo>
                    <a:pt x="97590" y="99087"/>
                  </a:lnTo>
                  <a:lnTo>
                    <a:pt x="97590" y="99237"/>
                  </a:lnTo>
                  <a:lnTo>
                    <a:pt x="97740" y="99387"/>
                  </a:lnTo>
                  <a:lnTo>
                    <a:pt x="97291" y="99387"/>
                  </a:lnTo>
                  <a:lnTo>
                    <a:pt x="95794" y="99536"/>
                  </a:lnTo>
                  <a:lnTo>
                    <a:pt x="95644" y="99686"/>
                  </a:lnTo>
                  <a:lnTo>
                    <a:pt x="95794" y="99686"/>
                  </a:lnTo>
                  <a:lnTo>
                    <a:pt x="96842" y="99836"/>
                  </a:lnTo>
                  <a:lnTo>
                    <a:pt x="96992" y="99836"/>
                  </a:lnTo>
                  <a:lnTo>
                    <a:pt x="98488" y="99985"/>
                  </a:lnTo>
                  <a:lnTo>
                    <a:pt x="99237" y="100734"/>
                  </a:lnTo>
                  <a:lnTo>
                    <a:pt x="99386" y="100883"/>
                  </a:lnTo>
                  <a:lnTo>
                    <a:pt x="101183" y="102530"/>
                  </a:lnTo>
                  <a:lnTo>
                    <a:pt x="101183" y="102680"/>
                  </a:lnTo>
                  <a:lnTo>
                    <a:pt x="102829" y="104027"/>
                  </a:lnTo>
                  <a:lnTo>
                    <a:pt x="103428" y="104625"/>
                  </a:lnTo>
                  <a:lnTo>
                    <a:pt x="103577" y="104775"/>
                  </a:lnTo>
                  <a:lnTo>
                    <a:pt x="103428" y="104775"/>
                  </a:lnTo>
                  <a:lnTo>
                    <a:pt x="102979" y="105374"/>
                  </a:lnTo>
                  <a:lnTo>
                    <a:pt x="102829" y="105523"/>
                  </a:lnTo>
                  <a:lnTo>
                    <a:pt x="102230" y="106122"/>
                  </a:lnTo>
                  <a:lnTo>
                    <a:pt x="101183" y="107320"/>
                  </a:lnTo>
                  <a:lnTo>
                    <a:pt x="101033" y="107320"/>
                  </a:lnTo>
                  <a:lnTo>
                    <a:pt x="99985" y="108517"/>
                  </a:lnTo>
                  <a:lnTo>
                    <a:pt x="99985" y="106122"/>
                  </a:lnTo>
                  <a:lnTo>
                    <a:pt x="99985" y="105523"/>
                  </a:lnTo>
                  <a:lnTo>
                    <a:pt x="99985" y="105374"/>
                  </a:lnTo>
                  <a:lnTo>
                    <a:pt x="99985" y="104925"/>
                  </a:lnTo>
                  <a:lnTo>
                    <a:pt x="99985" y="104775"/>
                  </a:lnTo>
                  <a:lnTo>
                    <a:pt x="99985" y="104176"/>
                  </a:lnTo>
                  <a:lnTo>
                    <a:pt x="99835" y="104027"/>
                  </a:lnTo>
                  <a:lnTo>
                    <a:pt x="99835" y="103727"/>
                  </a:lnTo>
                  <a:lnTo>
                    <a:pt x="99686" y="102680"/>
                  </a:lnTo>
                  <a:lnTo>
                    <a:pt x="99686" y="102530"/>
                  </a:lnTo>
                  <a:lnTo>
                    <a:pt x="99386" y="102530"/>
                  </a:lnTo>
                  <a:lnTo>
                    <a:pt x="99386" y="102680"/>
                  </a:lnTo>
                  <a:lnTo>
                    <a:pt x="99237" y="104176"/>
                  </a:lnTo>
                  <a:lnTo>
                    <a:pt x="99237" y="104476"/>
                  </a:lnTo>
                  <a:lnTo>
                    <a:pt x="99237" y="104625"/>
                  </a:lnTo>
                  <a:lnTo>
                    <a:pt x="99237" y="104775"/>
                  </a:lnTo>
                  <a:lnTo>
                    <a:pt x="99237" y="104925"/>
                  </a:lnTo>
                  <a:lnTo>
                    <a:pt x="99087" y="105374"/>
                  </a:lnTo>
                  <a:lnTo>
                    <a:pt x="99087" y="105523"/>
                  </a:lnTo>
                  <a:lnTo>
                    <a:pt x="99087" y="106122"/>
                  </a:lnTo>
                  <a:lnTo>
                    <a:pt x="99087" y="108667"/>
                  </a:lnTo>
                  <a:lnTo>
                    <a:pt x="99087" y="108816"/>
                  </a:lnTo>
                  <a:lnTo>
                    <a:pt x="99087" y="109415"/>
                  </a:lnTo>
                  <a:lnTo>
                    <a:pt x="96543" y="111960"/>
                  </a:lnTo>
                  <a:lnTo>
                    <a:pt x="96842" y="109116"/>
                  </a:lnTo>
                  <a:lnTo>
                    <a:pt x="96842" y="106272"/>
                  </a:lnTo>
                  <a:lnTo>
                    <a:pt x="96842" y="105523"/>
                  </a:lnTo>
                  <a:lnTo>
                    <a:pt x="96842" y="104925"/>
                  </a:lnTo>
                  <a:lnTo>
                    <a:pt x="96692" y="104326"/>
                  </a:lnTo>
                  <a:lnTo>
                    <a:pt x="96692" y="103727"/>
                  </a:lnTo>
                  <a:lnTo>
                    <a:pt x="96692" y="103428"/>
                  </a:lnTo>
                  <a:lnTo>
                    <a:pt x="96393" y="101931"/>
                  </a:lnTo>
                  <a:lnTo>
                    <a:pt x="96393" y="101781"/>
                  </a:lnTo>
                  <a:lnTo>
                    <a:pt x="96243" y="101931"/>
                  </a:lnTo>
                  <a:lnTo>
                    <a:pt x="95944" y="104176"/>
                  </a:lnTo>
                  <a:lnTo>
                    <a:pt x="95944" y="104326"/>
                  </a:lnTo>
                  <a:lnTo>
                    <a:pt x="95944" y="104925"/>
                  </a:lnTo>
                  <a:lnTo>
                    <a:pt x="95944" y="105523"/>
                  </a:lnTo>
                  <a:lnTo>
                    <a:pt x="95944" y="105673"/>
                  </a:lnTo>
                  <a:lnTo>
                    <a:pt x="95944" y="106272"/>
                  </a:lnTo>
                  <a:lnTo>
                    <a:pt x="95944" y="109415"/>
                  </a:lnTo>
                  <a:lnTo>
                    <a:pt x="96094" y="112558"/>
                  </a:lnTo>
                  <a:lnTo>
                    <a:pt x="91753" y="117049"/>
                  </a:lnTo>
                  <a:lnTo>
                    <a:pt x="90106" y="116899"/>
                  </a:lnTo>
                  <a:lnTo>
                    <a:pt x="90106" y="116749"/>
                  </a:lnTo>
                  <a:lnTo>
                    <a:pt x="90256" y="114354"/>
                  </a:lnTo>
                  <a:lnTo>
                    <a:pt x="90406" y="111810"/>
                  </a:lnTo>
                  <a:lnTo>
                    <a:pt x="90256" y="106721"/>
                  </a:lnTo>
                  <a:lnTo>
                    <a:pt x="90106" y="105823"/>
                  </a:lnTo>
                  <a:lnTo>
                    <a:pt x="90106" y="105224"/>
                  </a:lnTo>
                  <a:lnTo>
                    <a:pt x="90106" y="105074"/>
                  </a:lnTo>
                  <a:lnTo>
                    <a:pt x="90106" y="104176"/>
                  </a:lnTo>
                  <a:lnTo>
                    <a:pt x="90106" y="103727"/>
                  </a:lnTo>
                  <a:lnTo>
                    <a:pt x="90106" y="103578"/>
                  </a:lnTo>
                  <a:lnTo>
                    <a:pt x="89957" y="103428"/>
                  </a:lnTo>
                  <a:lnTo>
                    <a:pt x="89807" y="103578"/>
                  </a:lnTo>
                  <a:lnTo>
                    <a:pt x="89657" y="103578"/>
                  </a:lnTo>
                  <a:lnTo>
                    <a:pt x="89657" y="103727"/>
                  </a:lnTo>
                  <a:lnTo>
                    <a:pt x="89657" y="104625"/>
                  </a:lnTo>
                  <a:lnTo>
                    <a:pt x="89657" y="105523"/>
                  </a:lnTo>
                  <a:lnTo>
                    <a:pt x="89508" y="106571"/>
                  </a:lnTo>
                  <a:lnTo>
                    <a:pt x="89508" y="107769"/>
                  </a:lnTo>
                  <a:lnTo>
                    <a:pt x="89358" y="112259"/>
                  </a:lnTo>
                  <a:lnTo>
                    <a:pt x="89508" y="114504"/>
                  </a:lnTo>
                  <a:lnTo>
                    <a:pt x="89657" y="116749"/>
                  </a:lnTo>
                  <a:lnTo>
                    <a:pt x="89657" y="116749"/>
                  </a:lnTo>
                  <a:lnTo>
                    <a:pt x="83521" y="116001"/>
                  </a:lnTo>
                  <a:lnTo>
                    <a:pt x="82772" y="115851"/>
                  </a:lnTo>
                  <a:lnTo>
                    <a:pt x="82024" y="115702"/>
                  </a:lnTo>
                  <a:lnTo>
                    <a:pt x="61667" y="113007"/>
                  </a:lnTo>
                  <a:lnTo>
                    <a:pt x="60171" y="112708"/>
                  </a:lnTo>
                  <a:lnTo>
                    <a:pt x="52986" y="111810"/>
                  </a:lnTo>
                  <a:lnTo>
                    <a:pt x="51190" y="111511"/>
                  </a:lnTo>
                  <a:lnTo>
                    <a:pt x="35025" y="109265"/>
                  </a:lnTo>
                  <a:lnTo>
                    <a:pt x="33977" y="109116"/>
                  </a:lnTo>
                  <a:lnTo>
                    <a:pt x="23050" y="107619"/>
                  </a:lnTo>
                  <a:lnTo>
                    <a:pt x="19608" y="107170"/>
                  </a:lnTo>
                  <a:lnTo>
                    <a:pt x="15716" y="106571"/>
                  </a:lnTo>
                  <a:lnTo>
                    <a:pt x="12274" y="106122"/>
                  </a:lnTo>
                  <a:lnTo>
                    <a:pt x="5688" y="105224"/>
                  </a:lnTo>
                  <a:lnTo>
                    <a:pt x="12274" y="104326"/>
                  </a:lnTo>
                  <a:lnTo>
                    <a:pt x="15716" y="103727"/>
                  </a:lnTo>
                  <a:lnTo>
                    <a:pt x="19608" y="103129"/>
                  </a:lnTo>
                  <a:lnTo>
                    <a:pt x="23050" y="102680"/>
                  </a:lnTo>
                  <a:lnTo>
                    <a:pt x="33977" y="101033"/>
                  </a:lnTo>
                  <a:lnTo>
                    <a:pt x="35025" y="100883"/>
                  </a:lnTo>
                  <a:lnTo>
                    <a:pt x="51190" y="98339"/>
                  </a:lnTo>
                  <a:lnTo>
                    <a:pt x="52986" y="98039"/>
                  </a:lnTo>
                  <a:lnTo>
                    <a:pt x="60171" y="96992"/>
                  </a:lnTo>
                  <a:lnTo>
                    <a:pt x="61667" y="96842"/>
                  </a:lnTo>
                  <a:lnTo>
                    <a:pt x="81425" y="93848"/>
                  </a:lnTo>
                  <a:lnTo>
                    <a:pt x="82173" y="93699"/>
                  </a:lnTo>
                  <a:lnTo>
                    <a:pt x="82922" y="93549"/>
                  </a:lnTo>
                  <a:lnTo>
                    <a:pt x="85915" y="93100"/>
                  </a:lnTo>
                  <a:lnTo>
                    <a:pt x="86514" y="93100"/>
                  </a:lnTo>
                  <a:lnTo>
                    <a:pt x="90106" y="92501"/>
                  </a:lnTo>
                  <a:lnTo>
                    <a:pt x="90555" y="92352"/>
                  </a:lnTo>
                  <a:close/>
                  <a:moveTo>
                    <a:pt x="117647" y="92501"/>
                  </a:moveTo>
                  <a:lnTo>
                    <a:pt x="119294" y="92651"/>
                  </a:lnTo>
                  <a:lnTo>
                    <a:pt x="119144" y="95046"/>
                  </a:lnTo>
                  <a:lnTo>
                    <a:pt x="118994" y="97590"/>
                  </a:lnTo>
                  <a:lnTo>
                    <a:pt x="119144" y="102530"/>
                  </a:lnTo>
                  <a:lnTo>
                    <a:pt x="119144" y="103428"/>
                  </a:lnTo>
                  <a:lnTo>
                    <a:pt x="119294" y="104176"/>
                  </a:lnTo>
                  <a:lnTo>
                    <a:pt x="119294" y="104476"/>
                  </a:lnTo>
                  <a:lnTo>
                    <a:pt x="119294" y="105224"/>
                  </a:lnTo>
                  <a:lnTo>
                    <a:pt x="119294" y="105823"/>
                  </a:lnTo>
                  <a:lnTo>
                    <a:pt x="119294" y="105972"/>
                  </a:lnTo>
                  <a:lnTo>
                    <a:pt x="119593" y="105972"/>
                  </a:lnTo>
                  <a:lnTo>
                    <a:pt x="119743" y="105823"/>
                  </a:lnTo>
                  <a:lnTo>
                    <a:pt x="119743" y="104775"/>
                  </a:lnTo>
                  <a:lnTo>
                    <a:pt x="119743" y="103727"/>
                  </a:lnTo>
                  <a:lnTo>
                    <a:pt x="119892" y="102680"/>
                  </a:lnTo>
                  <a:lnTo>
                    <a:pt x="119892" y="101482"/>
                  </a:lnTo>
                  <a:lnTo>
                    <a:pt x="120042" y="97141"/>
                  </a:lnTo>
                  <a:lnTo>
                    <a:pt x="119892" y="94896"/>
                  </a:lnTo>
                  <a:lnTo>
                    <a:pt x="119743" y="92651"/>
                  </a:lnTo>
                  <a:lnTo>
                    <a:pt x="119743" y="92651"/>
                  </a:lnTo>
                  <a:lnTo>
                    <a:pt x="125730" y="93549"/>
                  </a:lnTo>
                  <a:lnTo>
                    <a:pt x="126478" y="93699"/>
                  </a:lnTo>
                  <a:lnTo>
                    <a:pt x="127077" y="93699"/>
                  </a:lnTo>
                  <a:lnTo>
                    <a:pt x="147733" y="96543"/>
                  </a:lnTo>
                  <a:lnTo>
                    <a:pt x="149229" y="96842"/>
                  </a:lnTo>
                  <a:lnTo>
                    <a:pt x="156414" y="97740"/>
                  </a:lnTo>
                  <a:lnTo>
                    <a:pt x="158210" y="98039"/>
                  </a:lnTo>
                  <a:lnTo>
                    <a:pt x="174375" y="100285"/>
                  </a:lnTo>
                  <a:lnTo>
                    <a:pt x="175423" y="100434"/>
                  </a:lnTo>
                  <a:lnTo>
                    <a:pt x="186350" y="101931"/>
                  </a:lnTo>
                  <a:lnTo>
                    <a:pt x="189792" y="102380"/>
                  </a:lnTo>
                  <a:lnTo>
                    <a:pt x="193684" y="102829"/>
                  </a:lnTo>
                  <a:lnTo>
                    <a:pt x="197126" y="103278"/>
                  </a:lnTo>
                  <a:lnTo>
                    <a:pt x="203712" y="104326"/>
                  </a:lnTo>
                  <a:lnTo>
                    <a:pt x="197126" y="105224"/>
                  </a:lnTo>
                  <a:lnTo>
                    <a:pt x="193684" y="105823"/>
                  </a:lnTo>
                  <a:lnTo>
                    <a:pt x="189792" y="106421"/>
                  </a:lnTo>
                  <a:lnTo>
                    <a:pt x="186350" y="106871"/>
                  </a:lnTo>
                  <a:lnTo>
                    <a:pt x="175423" y="108517"/>
                  </a:lnTo>
                  <a:lnTo>
                    <a:pt x="174375" y="108667"/>
                  </a:lnTo>
                  <a:lnTo>
                    <a:pt x="158210" y="111062"/>
                  </a:lnTo>
                  <a:lnTo>
                    <a:pt x="156414" y="111361"/>
                  </a:lnTo>
                  <a:lnTo>
                    <a:pt x="149229" y="112409"/>
                  </a:lnTo>
                  <a:lnTo>
                    <a:pt x="147733" y="112708"/>
                  </a:lnTo>
                  <a:lnTo>
                    <a:pt x="127975" y="115702"/>
                  </a:lnTo>
                  <a:lnTo>
                    <a:pt x="127376" y="115851"/>
                  </a:lnTo>
                  <a:lnTo>
                    <a:pt x="126628" y="115851"/>
                  </a:lnTo>
                  <a:lnTo>
                    <a:pt x="123634" y="116300"/>
                  </a:lnTo>
                  <a:lnTo>
                    <a:pt x="123036" y="116450"/>
                  </a:lnTo>
                  <a:lnTo>
                    <a:pt x="119443" y="117049"/>
                  </a:lnTo>
                  <a:lnTo>
                    <a:pt x="118695" y="117049"/>
                  </a:lnTo>
                  <a:lnTo>
                    <a:pt x="118695" y="116899"/>
                  </a:lnTo>
                  <a:lnTo>
                    <a:pt x="117348" y="115552"/>
                  </a:lnTo>
                  <a:lnTo>
                    <a:pt x="117198" y="115402"/>
                  </a:lnTo>
                  <a:lnTo>
                    <a:pt x="115552" y="113756"/>
                  </a:lnTo>
                  <a:lnTo>
                    <a:pt x="115402" y="113756"/>
                  </a:lnTo>
                  <a:lnTo>
                    <a:pt x="113756" y="112109"/>
                  </a:lnTo>
                  <a:lnTo>
                    <a:pt x="113606" y="111960"/>
                  </a:lnTo>
                  <a:lnTo>
                    <a:pt x="111959" y="110463"/>
                  </a:lnTo>
                  <a:lnTo>
                    <a:pt x="111810" y="110313"/>
                  </a:lnTo>
                  <a:lnTo>
                    <a:pt x="111660" y="110163"/>
                  </a:lnTo>
                  <a:lnTo>
                    <a:pt x="112259" y="110163"/>
                  </a:lnTo>
                  <a:lnTo>
                    <a:pt x="113606" y="110014"/>
                  </a:lnTo>
                  <a:lnTo>
                    <a:pt x="113756" y="109864"/>
                  </a:lnTo>
                  <a:lnTo>
                    <a:pt x="113606" y="109714"/>
                  </a:lnTo>
                  <a:lnTo>
                    <a:pt x="112558" y="109714"/>
                  </a:lnTo>
                  <a:lnTo>
                    <a:pt x="110912" y="109565"/>
                  </a:lnTo>
                  <a:lnTo>
                    <a:pt x="110912" y="109415"/>
                  </a:lnTo>
                  <a:lnTo>
                    <a:pt x="110762" y="109265"/>
                  </a:lnTo>
                  <a:lnTo>
                    <a:pt x="110163" y="108816"/>
                  </a:lnTo>
                  <a:lnTo>
                    <a:pt x="110014" y="108667"/>
                  </a:lnTo>
                  <a:lnTo>
                    <a:pt x="108367" y="107020"/>
                  </a:lnTo>
                  <a:lnTo>
                    <a:pt x="108217" y="106871"/>
                  </a:lnTo>
                  <a:lnTo>
                    <a:pt x="106571" y="105374"/>
                  </a:lnTo>
                  <a:lnTo>
                    <a:pt x="106122" y="104925"/>
                  </a:lnTo>
                  <a:lnTo>
                    <a:pt x="105972" y="104775"/>
                  </a:lnTo>
                  <a:lnTo>
                    <a:pt x="105823" y="104775"/>
                  </a:lnTo>
                  <a:lnTo>
                    <a:pt x="106272" y="104326"/>
                  </a:lnTo>
                  <a:lnTo>
                    <a:pt x="106272" y="104176"/>
                  </a:lnTo>
                  <a:lnTo>
                    <a:pt x="106870" y="103727"/>
                  </a:lnTo>
                  <a:lnTo>
                    <a:pt x="107918" y="102530"/>
                  </a:lnTo>
                  <a:lnTo>
                    <a:pt x="109415" y="101033"/>
                  </a:lnTo>
                  <a:lnTo>
                    <a:pt x="109415" y="103578"/>
                  </a:lnTo>
                  <a:lnTo>
                    <a:pt x="109415" y="104176"/>
                  </a:lnTo>
                  <a:lnTo>
                    <a:pt x="109415" y="104775"/>
                  </a:lnTo>
                  <a:lnTo>
                    <a:pt x="109415" y="104925"/>
                  </a:lnTo>
                  <a:lnTo>
                    <a:pt x="109415" y="105374"/>
                  </a:lnTo>
                  <a:lnTo>
                    <a:pt x="109565" y="105673"/>
                  </a:lnTo>
                  <a:lnTo>
                    <a:pt x="109565" y="105823"/>
                  </a:lnTo>
                  <a:lnTo>
                    <a:pt x="109714" y="106871"/>
                  </a:lnTo>
                  <a:lnTo>
                    <a:pt x="109864" y="107020"/>
                  </a:lnTo>
                  <a:lnTo>
                    <a:pt x="109864" y="106871"/>
                  </a:lnTo>
                  <a:lnTo>
                    <a:pt x="110014" y="106871"/>
                  </a:lnTo>
                  <a:lnTo>
                    <a:pt x="110163" y="105374"/>
                  </a:lnTo>
                  <a:lnTo>
                    <a:pt x="110163" y="105224"/>
                  </a:lnTo>
                  <a:lnTo>
                    <a:pt x="110163" y="104925"/>
                  </a:lnTo>
                  <a:lnTo>
                    <a:pt x="110163" y="104775"/>
                  </a:lnTo>
                  <a:lnTo>
                    <a:pt x="110163" y="104176"/>
                  </a:lnTo>
                  <a:lnTo>
                    <a:pt x="110313" y="104027"/>
                  </a:lnTo>
                  <a:lnTo>
                    <a:pt x="110313" y="103578"/>
                  </a:lnTo>
                  <a:lnTo>
                    <a:pt x="110313" y="100135"/>
                  </a:lnTo>
                  <a:lnTo>
                    <a:pt x="112857" y="97441"/>
                  </a:lnTo>
                  <a:lnTo>
                    <a:pt x="112558" y="100434"/>
                  </a:lnTo>
                  <a:lnTo>
                    <a:pt x="112558" y="103578"/>
                  </a:lnTo>
                  <a:lnTo>
                    <a:pt x="112558" y="104027"/>
                  </a:lnTo>
                  <a:lnTo>
                    <a:pt x="112558" y="104176"/>
                  </a:lnTo>
                  <a:lnTo>
                    <a:pt x="112558" y="104625"/>
                  </a:lnTo>
                  <a:lnTo>
                    <a:pt x="112558" y="104775"/>
                  </a:lnTo>
                  <a:lnTo>
                    <a:pt x="112708" y="105224"/>
                  </a:lnTo>
                  <a:lnTo>
                    <a:pt x="112708" y="105972"/>
                  </a:lnTo>
                  <a:lnTo>
                    <a:pt x="112708" y="106122"/>
                  </a:lnTo>
                  <a:lnTo>
                    <a:pt x="112857" y="107619"/>
                  </a:lnTo>
                  <a:lnTo>
                    <a:pt x="113007" y="107769"/>
                  </a:lnTo>
                  <a:lnTo>
                    <a:pt x="113157" y="107619"/>
                  </a:lnTo>
                  <a:lnTo>
                    <a:pt x="113456" y="105374"/>
                  </a:lnTo>
                  <a:lnTo>
                    <a:pt x="113456" y="105224"/>
                  </a:lnTo>
                  <a:lnTo>
                    <a:pt x="113456" y="104775"/>
                  </a:lnTo>
                  <a:lnTo>
                    <a:pt x="113456" y="104625"/>
                  </a:lnTo>
                  <a:lnTo>
                    <a:pt x="113456" y="104176"/>
                  </a:lnTo>
                  <a:lnTo>
                    <a:pt x="113456" y="104027"/>
                  </a:lnTo>
                  <a:lnTo>
                    <a:pt x="113456" y="103578"/>
                  </a:lnTo>
                  <a:lnTo>
                    <a:pt x="113456" y="100285"/>
                  </a:lnTo>
                  <a:lnTo>
                    <a:pt x="113307" y="96992"/>
                  </a:lnTo>
                  <a:lnTo>
                    <a:pt x="117647" y="92501"/>
                  </a:lnTo>
                  <a:close/>
                  <a:moveTo>
                    <a:pt x="156115" y="113007"/>
                  </a:moveTo>
                  <a:lnTo>
                    <a:pt x="155815" y="115253"/>
                  </a:lnTo>
                  <a:lnTo>
                    <a:pt x="155216" y="117348"/>
                  </a:lnTo>
                  <a:lnTo>
                    <a:pt x="148481" y="116001"/>
                  </a:lnTo>
                  <a:lnTo>
                    <a:pt x="148930" y="114205"/>
                  </a:lnTo>
                  <a:lnTo>
                    <a:pt x="156115" y="113007"/>
                  </a:lnTo>
                  <a:close/>
                  <a:moveTo>
                    <a:pt x="23200" y="109265"/>
                  </a:moveTo>
                  <a:lnTo>
                    <a:pt x="34127" y="110762"/>
                  </a:lnTo>
                  <a:lnTo>
                    <a:pt x="34725" y="115552"/>
                  </a:lnTo>
                  <a:lnTo>
                    <a:pt x="35623" y="120342"/>
                  </a:lnTo>
                  <a:lnTo>
                    <a:pt x="24547" y="120342"/>
                  </a:lnTo>
                  <a:lnTo>
                    <a:pt x="24098" y="117647"/>
                  </a:lnTo>
                  <a:lnTo>
                    <a:pt x="23649" y="114803"/>
                  </a:lnTo>
                  <a:lnTo>
                    <a:pt x="23350" y="112109"/>
                  </a:lnTo>
                  <a:lnTo>
                    <a:pt x="23200" y="109265"/>
                  </a:lnTo>
                  <a:close/>
                  <a:moveTo>
                    <a:pt x="186350" y="108517"/>
                  </a:moveTo>
                  <a:lnTo>
                    <a:pt x="186050" y="111511"/>
                  </a:lnTo>
                  <a:lnTo>
                    <a:pt x="185751" y="114504"/>
                  </a:lnTo>
                  <a:lnTo>
                    <a:pt x="185451" y="117348"/>
                  </a:lnTo>
                  <a:lnTo>
                    <a:pt x="184853" y="120342"/>
                  </a:lnTo>
                  <a:lnTo>
                    <a:pt x="173777" y="120342"/>
                  </a:lnTo>
                  <a:lnTo>
                    <a:pt x="174226" y="117797"/>
                  </a:lnTo>
                  <a:lnTo>
                    <a:pt x="174675" y="115253"/>
                  </a:lnTo>
                  <a:lnTo>
                    <a:pt x="174974" y="112708"/>
                  </a:lnTo>
                  <a:lnTo>
                    <a:pt x="175273" y="110163"/>
                  </a:lnTo>
                  <a:lnTo>
                    <a:pt x="186350" y="108517"/>
                  </a:lnTo>
                  <a:close/>
                  <a:moveTo>
                    <a:pt x="37869" y="121240"/>
                  </a:moveTo>
                  <a:lnTo>
                    <a:pt x="39066" y="121389"/>
                  </a:lnTo>
                  <a:lnTo>
                    <a:pt x="38168" y="121838"/>
                  </a:lnTo>
                  <a:lnTo>
                    <a:pt x="37869" y="121240"/>
                  </a:lnTo>
                  <a:close/>
                  <a:moveTo>
                    <a:pt x="171531" y="121240"/>
                  </a:moveTo>
                  <a:lnTo>
                    <a:pt x="171232" y="121838"/>
                  </a:lnTo>
                  <a:lnTo>
                    <a:pt x="170484" y="121389"/>
                  </a:lnTo>
                  <a:lnTo>
                    <a:pt x="171531" y="121240"/>
                  </a:lnTo>
                  <a:close/>
                  <a:moveTo>
                    <a:pt x="37569" y="121240"/>
                  </a:moveTo>
                  <a:lnTo>
                    <a:pt x="37719" y="121389"/>
                  </a:lnTo>
                  <a:lnTo>
                    <a:pt x="38018" y="121838"/>
                  </a:lnTo>
                  <a:lnTo>
                    <a:pt x="37120" y="122437"/>
                  </a:lnTo>
                  <a:lnTo>
                    <a:pt x="36222" y="122886"/>
                  </a:lnTo>
                  <a:lnTo>
                    <a:pt x="26493" y="128574"/>
                  </a:lnTo>
                  <a:lnTo>
                    <a:pt x="25595" y="124982"/>
                  </a:lnTo>
                  <a:lnTo>
                    <a:pt x="24697" y="121240"/>
                  </a:lnTo>
                  <a:lnTo>
                    <a:pt x="25146" y="121240"/>
                  </a:lnTo>
                  <a:lnTo>
                    <a:pt x="25595" y="122736"/>
                  </a:lnTo>
                  <a:lnTo>
                    <a:pt x="25894" y="123635"/>
                  </a:lnTo>
                  <a:lnTo>
                    <a:pt x="26194" y="124533"/>
                  </a:lnTo>
                  <a:lnTo>
                    <a:pt x="26343" y="124533"/>
                  </a:lnTo>
                  <a:lnTo>
                    <a:pt x="26343" y="124383"/>
                  </a:lnTo>
                  <a:lnTo>
                    <a:pt x="25894" y="122437"/>
                  </a:lnTo>
                  <a:lnTo>
                    <a:pt x="25445" y="121240"/>
                  </a:lnTo>
                  <a:lnTo>
                    <a:pt x="26493" y="121240"/>
                  </a:lnTo>
                  <a:lnTo>
                    <a:pt x="26942" y="122587"/>
                  </a:lnTo>
                  <a:lnTo>
                    <a:pt x="27092" y="123485"/>
                  </a:lnTo>
                  <a:lnTo>
                    <a:pt x="27541" y="124383"/>
                  </a:lnTo>
                  <a:lnTo>
                    <a:pt x="27690" y="124383"/>
                  </a:lnTo>
                  <a:lnTo>
                    <a:pt x="27391" y="123485"/>
                  </a:lnTo>
                  <a:lnTo>
                    <a:pt x="27241" y="122587"/>
                  </a:lnTo>
                  <a:lnTo>
                    <a:pt x="26792" y="121240"/>
                  </a:lnTo>
                  <a:lnTo>
                    <a:pt x="27541" y="121240"/>
                  </a:lnTo>
                  <a:lnTo>
                    <a:pt x="27990" y="122736"/>
                  </a:lnTo>
                  <a:lnTo>
                    <a:pt x="28289" y="123335"/>
                  </a:lnTo>
                  <a:lnTo>
                    <a:pt x="28589" y="123934"/>
                  </a:lnTo>
                  <a:lnTo>
                    <a:pt x="28738" y="123934"/>
                  </a:lnTo>
                  <a:lnTo>
                    <a:pt x="28738" y="123784"/>
                  </a:lnTo>
                  <a:lnTo>
                    <a:pt x="28140" y="122287"/>
                  </a:lnTo>
                  <a:lnTo>
                    <a:pt x="27840" y="121240"/>
                  </a:lnTo>
                  <a:lnTo>
                    <a:pt x="29187" y="121240"/>
                  </a:lnTo>
                  <a:lnTo>
                    <a:pt x="29487" y="122287"/>
                  </a:lnTo>
                  <a:lnTo>
                    <a:pt x="29786" y="123185"/>
                  </a:lnTo>
                  <a:lnTo>
                    <a:pt x="30085" y="123934"/>
                  </a:lnTo>
                  <a:lnTo>
                    <a:pt x="30235" y="123934"/>
                  </a:lnTo>
                  <a:lnTo>
                    <a:pt x="29936" y="123036"/>
                  </a:lnTo>
                  <a:lnTo>
                    <a:pt x="29786" y="122287"/>
                  </a:lnTo>
                  <a:lnTo>
                    <a:pt x="29337" y="121240"/>
                  </a:lnTo>
                  <a:lnTo>
                    <a:pt x="30385" y="121240"/>
                  </a:lnTo>
                  <a:lnTo>
                    <a:pt x="30534" y="122138"/>
                  </a:lnTo>
                  <a:lnTo>
                    <a:pt x="30834" y="122886"/>
                  </a:lnTo>
                  <a:lnTo>
                    <a:pt x="31133" y="123635"/>
                  </a:lnTo>
                  <a:lnTo>
                    <a:pt x="31283" y="123635"/>
                  </a:lnTo>
                  <a:lnTo>
                    <a:pt x="30684" y="121689"/>
                  </a:lnTo>
                  <a:lnTo>
                    <a:pt x="30684" y="121240"/>
                  </a:lnTo>
                  <a:lnTo>
                    <a:pt x="31432" y="121240"/>
                  </a:lnTo>
                  <a:lnTo>
                    <a:pt x="31582" y="121838"/>
                  </a:lnTo>
                  <a:lnTo>
                    <a:pt x="32181" y="123335"/>
                  </a:lnTo>
                  <a:lnTo>
                    <a:pt x="32331" y="123335"/>
                  </a:lnTo>
                  <a:lnTo>
                    <a:pt x="32331" y="123185"/>
                  </a:lnTo>
                  <a:lnTo>
                    <a:pt x="31881" y="121838"/>
                  </a:lnTo>
                  <a:lnTo>
                    <a:pt x="31732" y="121240"/>
                  </a:lnTo>
                  <a:lnTo>
                    <a:pt x="32480" y="121240"/>
                  </a:lnTo>
                  <a:lnTo>
                    <a:pt x="32780" y="122138"/>
                  </a:lnTo>
                  <a:lnTo>
                    <a:pt x="33079" y="123036"/>
                  </a:lnTo>
                  <a:lnTo>
                    <a:pt x="33229" y="123036"/>
                  </a:lnTo>
                  <a:lnTo>
                    <a:pt x="33079" y="122138"/>
                  </a:lnTo>
                  <a:lnTo>
                    <a:pt x="32780" y="121240"/>
                  </a:lnTo>
                  <a:lnTo>
                    <a:pt x="33528" y="121240"/>
                  </a:lnTo>
                  <a:lnTo>
                    <a:pt x="33678" y="121689"/>
                  </a:lnTo>
                  <a:lnTo>
                    <a:pt x="33827" y="122138"/>
                  </a:lnTo>
                  <a:lnTo>
                    <a:pt x="34127" y="122736"/>
                  </a:lnTo>
                  <a:lnTo>
                    <a:pt x="34276" y="122587"/>
                  </a:lnTo>
                  <a:lnTo>
                    <a:pt x="33977" y="121539"/>
                  </a:lnTo>
                  <a:lnTo>
                    <a:pt x="33827" y="121240"/>
                  </a:lnTo>
                  <a:lnTo>
                    <a:pt x="34576" y="121240"/>
                  </a:lnTo>
                  <a:lnTo>
                    <a:pt x="35174" y="122437"/>
                  </a:lnTo>
                  <a:lnTo>
                    <a:pt x="35324" y="122437"/>
                  </a:lnTo>
                  <a:lnTo>
                    <a:pt x="34875" y="121240"/>
                  </a:lnTo>
                  <a:lnTo>
                    <a:pt x="35623" y="121240"/>
                  </a:lnTo>
                  <a:lnTo>
                    <a:pt x="35623" y="121539"/>
                  </a:lnTo>
                  <a:lnTo>
                    <a:pt x="36072" y="122287"/>
                  </a:lnTo>
                  <a:lnTo>
                    <a:pt x="36222" y="122437"/>
                  </a:lnTo>
                  <a:lnTo>
                    <a:pt x="36222" y="122287"/>
                  </a:lnTo>
                  <a:lnTo>
                    <a:pt x="35923" y="121389"/>
                  </a:lnTo>
                  <a:lnTo>
                    <a:pt x="35923" y="121240"/>
                  </a:lnTo>
                  <a:lnTo>
                    <a:pt x="36522" y="121240"/>
                  </a:lnTo>
                  <a:lnTo>
                    <a:pt x="36522" y="121389"/>
                  </a:lnTo>
                  <a:lnTo>
                    <a:pt x="36971" y="121988"/>
                  </a:lnTo>
                  <a:lnTo>
                    <a:pt x="37120" y="121838"/>
                  </a:lnTo>
                  <a:lnTo>
                    <a:pt x="36821" y="121389"/>
                  </a:lnTo>
                  <a:lnTo>
                    <a:pt x="36821" y="121240"/>
                  </a:lnTo>
                  <a:close/>
                  <a:moveTo>
                    <a:pt x="184703" y="121240"/>
                  </a:moveTo>
                  <a:lnTo>
                    <a:pt x="183805" y="124982"/>
                  </a:lnTo>
                  <a:lnTo>
                    <a:pt x="182907" y="128574"/>
                  </a:lnTo>
                  <a:lnTo>
                    <a:pt x="173178" y="122886"/>
                  </a:lnTo>
                  <a:lnTo>
                    <a:pt x="172280" y="122437"/>
                  </a:lnTo>
                  <a:lnTo>
                    <a:pt x="171382" y="121838"/>
                  </a:lnTo>
                  <a:lnTo>
                    <a:pt x="171831" y="121389"/>
                  </a:lnTo>
                  <a:lnTo>
                    <a:pt x="171831" y="121240"/>
                  </a:lnTo>
                  <a:lnTo>
                    <a:pt x="172579" y="121240"/>
                  </a:lnTo>
                  <a:lnTo>
                    <a:pt x="172429" y="121539"/>
                  </a:lnTo>
                  <a:lnTo>
                    <a:pt x="172429" y="121838"/>
                  </a:lnTo>
                  <a:lnTo>
                    <a:pt x="172429" y="121988"/>
                  </a:lnTo>
                  <a:lnTo>
                    <a:pt x="172878" y="121389"/>
                  </a:lnTo>
                  <a:lnTo>
                    <a:pt x="172878" y="121240"/>
                  </a:lnTo>
                  <a:lnTo>
                    <a:pt x="173627" y="121240"/>
                  </a:lnTo>
                  <a:lnTo>
                    <a:pt x="173477" y="121389"/>
                  </a:lnTo>
                  <a:lnTo>
                    <a:pt x="173477" y="121539"/>
                  </a:lnTo>
                  <a:lnTo>
                    <a:pt x="173178" y="122287"/>
                  </a:lnTo>
                  <a:lnTo>
                    <a:pt x="173178" y="122437"/>
                  </a:lnTo>
                  <a:lnTo>
                    <a:pt x="173328" y="122287"/>
                  </a:lnTo>
                  <a:lnTo>
                    <a:pt x="173777" y="121539"/>
                  </a:lnTo>
                  <a:lnTo>
                    <a:pt x="173926" y="121240"/>
                  </a:lnTo>
                  <a:lnTo>
                    <a:pt x="174525" y="121240"/>
                  </a:lnTo>
                  <a:lnTo>
                    <a:pt x="174226" y="122437"/>
                  </a:lnTo>
                  <a:lnTo>
                    <a:pt x="174375" y="122437"/>
                  </a:lnTo>
                  <a:lnTo>
                    <a:pt x="174824" y="121240"/>
                  </a:lnTo>
                  <a:lnTo>
                    <a:pt x="175573" y="121240"/>
                  </a:lnTo>
                  <a:lnTo>
                    <a:pt x="175573" y="121539"/>
                  </a:lnTo>
                  <a:lnTo>
                    <a:pt x="175124" y="122587"/>
                  </a:lnTo>
                  <a:lnTo>
                    <a:pt x="175273" y="122736"/>
                  </a:lnTo>
                  <a:lnTo>
                    <a:pt x="175573" y="122138"/>
                  </a:lnTo>
                  <a:lnTo>
                    <a:pt x="175722" y="121689"/>
                  </a:lnTo>
                  <a:lnTo>
                    <a:pt x="175872" y="121240"/>
                  </a:lnTo>
                  <a:lnTo>
                    <a:pt x="176620" y="121240"/>
                  </a:lnTo>
                  <a:lnTo>
                    <a:pt x="176321" y="122138"/>
                  </a:lnTo>
                  <a:lnTo>
                    <a:pt x="176171" y="123036"/>
                  </a:lnTo>
                  <a:lnTo>
                    <a:pt x="176321" y="123036"/>
                  </a:lnTo>
                  <a:lnTo>
                    <a:pt x="176620" y="122138"/>
                  </a:lnTo>
                  <a:lnTo>
                    <a:pt x="176920" y="121240"/>
                  </a:lnTo>
                  <a:lnTo>
                    <a:pt x="177818" y="121240"/>
                  </a:lnTo>
                  <a:lnTo>
                    <a:pt x="177519" y="121838"/>
                  </a:lnTo>
                  <a:lnTo>
                    <a:pt x="177069" y="123185"/>
                  </a:lnTo>
                  <a:lnTo>
                    <a:pt x="177219" y="123335"/>
                  </a:lnTo>
                  <a:lnTo>
                    <a:pt x="177818" y="121838"/>
                  </a:lnTo>
                  <a:lnTo>
                    <a:pt x="177968" y="121240"/>
                  </a:lnTo>
                  <a:lnTo>
                    <a:pt x="178866" y="121240"/>
                  </a:lnTo>
                  <a:lnTo>
                    <a:pt x="178716" y="121689"/>
                  </a:lnTo>
                  <a:lnTo>
                    <a:pt x="178117" y="123635"/>
                  </a:lnTo>
                  <a:lnTo>
                    <a:pt x="178267" y="123635"/>
                  </a:lnTo>
                  <a:lnTo>
                    <a:pt x="178566" y="122886"/>
                  </a:lnTo>
                  <a:lnTo>
                    <a:pt x="178866" y="122138"/>
                  </a:lnTo>
                  <a:lnTo>
                    <a:pt x="179015" y="121240"/>
                  </a:lnTo>
                  <a:lnTo>
                    <a:pt x="180063" y="121240"/>
                  </a:lnTo>
                  <a:lnTo>
                    <a:pt x="179764" y="122287"/>
                  </a:lnTo>
                  <a:lnTo>
                    <a:pt x="179464" y="123036"/>
                  </a:lnTo>
                  <a:lnTo>
                    <a:pt x="179315" y="123934"/>
                  </a:lnTo>
                  <a:lnTo>
                    <a:pt x="179764" y="123185"/>
                  </a:lnTo>
                  <a:lnTo>
                    <a:pt x="180063" y="122287"/>
                  </a:lnTo>
                  <a:lnTo>
                    <a:pt x="180362" y="121240"/>
                  </a:lnTo>
                  <a:lnTo>
                    <a:pt x="181560" y="121240"/>
                  </a:lnTo>
                  <a:lnTo>
                    <a:pt x="181260" y="122287"/>
                  </a:lnTo>
                  <a:lnTo>
                    <a:pt x="180662" y="123784"/>
                  </a:lnTo>
                  <a:lnTo>
                    <a:pt x="180662" y="123934"/>
                  </a:lnTo>
                  <a:lnTo>
                    <a:pt x="180811" y="123934"/>
                  </a:lnTo>
                  <a:lnTo>
                    <a:pt x="181111" y="123335"/>
                  </a:lnTo>
                  <a:lnTo>
                    <a:pt x="181410" y="122736"/>
                  </a:lnTo>
                  <a:lnTo>
                    <a:pt x="181859" y="121240"/>
                  </a:lnTo>
                  <a:lnTo>
                    <a:pt x="182757" y="121240"/>
                  </a:lnTo>
                  <a:lnTo>
                    <a:pt x="182308" y="122587"/>
                  </a:lnTo>
                  <a:lnTo>
                    <a:pt x="182009" y="123485"/>
                  </a:lnTo>
                  <a:lnTo>
                    <a:pt x="181859" y="124383"/>
                  </a:lnTo>
                  <a:lnTo>
                    <a:pt x="182308" y="123485"/>
                  </a:lnTo>
                  <a:lnTo>
                    <a:pt x="182608" y="122587"/>
                  </a:lnTo>
                  <a:lnTo>
                    <a:pt x="182907" y="121240"/>
                  </a:lnTo>
                  <a:lnTo>
                    <a:pt x="183955" y="121240"/>
                  </a:lnTo>
                  <a:lnTo>
                    <a:pt x="183506" y="122437"/>
                  </a:lnTo>
                  <a:lnTo>
                    <a:pt x="183057" y="124383"/>
                  </a:lnTo>
                  <a:lnTo>
                    <a:pt x="183057" y="124533"/>
                  </a:lnTo>
                  <a:lnTo>
                    <a:pt x="183206" y="124533"/>
                  </a:lnTo>
                  <a:lnTo>
                    <a:pt x="183506" y="123635"/>
                  </a:lnTo>
                  <a:lnTo>
                    <a:pt x="183805" y="122736"/>
                  </a:lnTo>
                  <a:lnTo>
                    <a:pt x="184254" y="121240"/>
                  </a:lnTo>
                  <a:close/>
                  <a:moveTo>
                    <a:pt x="147433" y="114354"/>
                  </a:moveTo>
                  <a:lnTo>
                    <a:pt x="146834" y="116749"/>
                  </a:lnTo>
                  <a:lnTo>
                    <a:pt x="146086" y="118845"/>
                  </a:lnTo>
                  <a:lnTo>
                    <a:pt x="145338" y="121090"/>
                  </a:lnTo>
                  <a:lnTo>
                    <a:pt x="144440" y="123185"/>
                  </a:lnTo>
                  <a:lnTo>
                    <a:pt x="143392" y="125281"/>
                  </a:lnTo>
                  <a:lnTo>
                    <a:pt x="142194" y="127227"/>
                  </a:lnTo>
                  <a:lnTo>
                    <a:pt x="140997" y="129173"/>
                  </a:lnTo>
                  <a:lnTo>
                    <a:pt x="139650" y="131118"/>
                  </a:lnTo>
                  <a:lnTo>
                    <a:pt x="129172" y="117198"/>
                  </a:lnTo>
                  <a:lnTo>
                    <a:pt x="147433" y="114354"/>
                  </a:lnTo>
                  <a:close/>
                  <a:moveTo>
                    <a:pt x="62117" y="114654"/>
                  </a:moveTo>
                  <a:lnTo>
                    <a:pt x="80976" y="117198"/>
                  </a:lnTo>
                  <a:lnTo>
                    <a:pt x="70199" y="131717"/>
                  </a:lnTo>
                  <a:lnTo>
                    <a:pt x="68852" y="129921"/>
                  </a:lnTo>
                  <a:lnTo>
                    <a:pt x="67505" y="127826"/>
                  </a:lnTo>
                  <a:lnTo>
                    <a:pt x="66308" y="125880"/>
                  </a:lnTo>
                  <a:lnTo>
                    <a:pt x="65260" y="123635"/>
                  </a:lnTo>
                  <a:lnTo>
                    <a:pt x="64212" y="121539"/>
                  </a:lnTo>
                  <a:lnTo>
                    <a:pt x="63464" y="119294"/>
                  </a:lnTo>
                  <a:lnTo>
                    <a:pt x="62715" y="117049"/>
                  </a:lnTo>
                  <a:lnTo>
                    <a:pt x="62117" y="114654"/>
                  </a:lnTo>
                  <a:close/>
                  <a:moveTo>
                    <a:pt x="60620" y="115253"/>
                  </a:moveTo>
                  <a:lnTo>
                    <a:pt x="61667" y="118845"/>
                  </a:lnTo>
                  <a:lnTo>
                    <a:pt x="63015" y="122287"/>
                  </a:lnTo>
                  <a:lnTo>
                    <a:pt x="64511" y="125580"/>
                  </a:lnTo>
                  <a:lnTo>
                    <a:pt x="66308" y="128724"/>
                  </a:lnTo>
                  <a:lnTo>
                    <a:pt x="60470" y="132466"/>
                  </a:lnTo>
                  <a:lnTo>
                    <a:pt x="58524" y="128873"/>
                  </a:lnTo>
                  <a:lnTo>
                    <a:pt x="56728" y="125131"/>
                  </a:lnTo>
                  <a:lnTo>
                    <a:pt x="55231" y="121090"/>
                  </a:lnTo>
                  <a:lnTo>
                    <a:pt x="54034" y="117049"/>
                  </a:lnTo>
                  <a:lnTo>
                    <a:pt x="60620" y="115253"/>
                  </a:lnTo>
                  <a:close/>
                  <a:moveTo>
                    <a:pt x="148331" y="116899"/>
                  </a:moveTo>
                  <a:lnTo>
                    <a:pt x="155067" y="118396"/>
                  </a:lnTo>
                  <a:lnTo>
                    <a:pt x="153869" y="122287"/>
                  </a:lnTo>
                  <a:lnTo>
                    <a:pt x="152223" y="126029"/>
                  </a:lnTo>
                  <a:lnTo>
                    <a:pt x="150427" y="129622"/>
                  </a:lnTo>
                  <a:lnTo>
                    <a:pt x="148481" y="133064"/>
                  </a:lnTo>
                  <a:lnTo>
                    <a:pt x="142643" y="129322"/>
                  </a:lnTo>
                  <a:lnTo>
                    <a:pt x="144440" y="126329"/>
                  </a:lnTo>
                  <a:lnTo>
                    <a:pt x="145936" y="123335"/>
                  </a:lnTo>
                  <a:lnTo>
                    <a:pt x="147283" y="120192"/>
                  </a:lnTo>
                  <a:lnTo>
                    <a:pt x="148331" y="116899"/>
                  </a:lnTo>
                  <a:close/>
                  <a:moveTo>
                    <a:pt x="142194" y="130071"/>
                  </a:moveTo>
                  <a:lnTo>
                    <a:pt x="147882" y="133962"/>
                  </a:lnTo>
                  <a:lnTo>
                    <a:pt x="146385" y="135908"/>
                  </a:lnTo>
                  <a:lnTo>
                    <a:pt x="144889" y="138004"/>
                  </a:lnTo>
                  <a:lnTo>
                    <a:pt x="140548" y="132316"/>
                  </a:lnTo>
                  <a:lnTo>
                    <a:pt x="142194" y="130071"/>
                  </a:lnTo>
                  <a:close/>
                  <a:moveTo>
                    <a:pt x="66906" y="129472"/>
                  </a:moveTo>
                  <a:lnTo>
                    <a:pt x="68104" y="131268"/>
                  </a:lnTo>
                  <a:lnTo>
                    <a:pt x="69301" y="132915"/>
                  </a:lnTo>
                  <a:lnTo>
                    <a:pt x="65110" y="138752"/>
                  </a:lnTo>
                  <a:lnTo>
                    <a:pt x="63015" y="136058"/>
                  </a:lnTo>
                  <a:lnTo>
                    <a:pt x="61069" y="133214"/>
                  </a:lnTo>
                  <a:lnTo>
                    <a:pt x="66906" y="129472"/>
                  </a:lnTo>
                  <a:close/>
                  <a:moveTo>
                    <a:pt x="161802" y="141596"/>
                  </a:moveTo>
                  <a:lnTo>
                    <a:pt x="162700" y="141895"/>
                  </a:lnTo>
                  <a:lnTo>
                    <a:pt x="162401" y="142344"/>
                  </a:lnTo>
                  <a:lnTo>
                    <a:pt x="161802" y="141596"/>
                  </a:lnTo>
                  <a:close/>
                  <a:moveTo>
                    <a:pt x="36522" y="123934"/>
                  </a:moveTo>
                  <a:lnTo>
                    <a:pt x="38018" y="128574"/>
                  </a:lnTo>
                  <a:lnTo>
                    <a:pt x="39814" y="133064"/>
                  </a:lnTo>
                  <a:lnTo>
                    <a:pt x="41910" y="137405"/>
                  </a:lnTo>
                  <a:lnTo>
                    <a:pt x="44305" y="141596"/>
                  </a:lnTo>
                  <a:lnTo>
                    <a:pt x="33827" y="145188"/>
                  </a:lnTo>
                  <a:lnTo>
                    <a:pt x="31732" y="141446"/>
                  </a:lnTo>
                  <a:lnTo>
                    <a:pt x="29936" y="137555"/>
                  </a:lnTo>
                  <a:lnTo>
                    <a:pt x="28289" y="133663"/>
                  </a:lnTo>
                  <a:lnTo>
                    <a:pt x="26792" y="129472"/>
                  </a:lnTo>
                  <a:lnTo>
                    <a:pt x="36522" y="123934"/>
                  </a:lnTo>
                  <a:close/>
                  <a:moveTo>
                    <a:pt x="172878" y="123934"/>
                  </a:moveTo>
                  <a:lnTo>
                    <a:pt x="182608" y="129472"/>
                  </a:lnTo>
                  <a:lnTo>
                    <a:pt x="181111" y="133513"/>
                  </a:lnTo>
                  <a:lnTo>
                    <a:pt x="179464" y="137555"/>
                  </a:lnTo>
                  <a:lnTo>
                    <a:pt x="177668" y="141446"/>
                  </a:lnTo>
                  <a:lnTo>
                    <a:pt x="175573" y="145188"/>
                  </a:lnTo>
                  <a:lnTo>
                    <a:pt x="165095" y="141596"/>
                  </a:lnTo>
                  <a:lnTo>
                    <a:pt x="167490" y="137405"/>
                  </a:lnTo>
                  <a:lnTo>
                    <a:pt x="169586" y="133064"/>
                  </a:lnTo>
                  <a:lnTo>
                    <a:pt x="171382" y="128574"/>
                  </a:lnTo>
                  <a:lnTo>
                    <a:pt x="172878" y="123934"/>
                  </a:lnTo>
                  <a:close/>
                  <a:moveTo>
                    <a:pt x="92352" y="129771"/>
                  </a:moveTo>
                  <a:lnTo>
                    <a:pt x="95046" y="147433"/>
                  </a:lnTo>
                  <a:lnTo>
                    <a:pt x="92801" y="146835"/>
                  </a:lnTo>
                  <a:lnTo>
                    <a:pt x="90705" y="146236"/>
                  </a:lnTo>
                  <a:lnTo>
                    <a:pt x="88610" y="145488"/>
                  </a:lnTo>
                  <a:lnTo>
                    <a:pt x="86514" y="144590"/>
                  </a:lnTo>
                  <a:lnTo>
                    <a:pt x="84568" y="143542"/>
                  </a:lnTo>
                  <a:lnTo>
                    <a:pt x="82622" y="142494"/>
                  </a:lnTo>
                  <a:lnTo>
                    <a:pt x="80677" y="141297"/>
                  </a:lnTo>
                  <a:lnTo>
                    <a:pt x="78880" y="140099"/>
                  </a:lnTo>
                  <a:lnTo>
                    <a:pt x="92352" y="129771"/>
                  </a:lnTo>
                  <a:close/>
                  <a:moveTo>
                    <a:pt x="117048" y="129023"/>
                  </a:moveTo>
                  <a:lnTo>
                    <a:pt x="131268" y="139500"/>
                  </a:lnTo>
                  <a:lnTo>
                    <a:pt x="129472" y="140848"/>
                  </a:lnTo>
                  <a:lnTo>
                    <a:pt x="127526" y="142045"/>
                  </a:lnTo>
                  <a:lnTo>
                    <a:pt x="125430" y="143242"/>
                  </a:lnTo>
                  <a:lnTo>
                    <a:pt x="123485" y="144290"/>
                  </a:lnTo>
                  <a:lnTo>
                    <a:pt x="121239" y="145188"/>
                  </a:lnTo>
                  <a:lnTo>
                    <a:pt x="119144" y="146086"/>
                  </a:lnTo>
                  <a:lnTo>
                    <a:pt x="116899" y="146835"/>
                  </a:lnTo>
                  <a:lnTo>
                    <a:pt x="114504" y="147433"/>
                  </a:lnTo>
                  <a:lnTo>
                    <a:pt x="117048" y="129023"/>
                  </a:lnTo>
                  <a:close/>
                  <a:moveTo>
                    <a:pt x="77683" y="140997"/>
                  </a:moveTo>
                  <a:lnTo>
                    <a:pt x="79779" y="142494"/>
                  </a:lnTo>
                  <a:lnTo>
                    <a:pt x="76186" y="148331"/>
                  </a:lnTo>
                  <a:lnTo>
                    <a:pt x="73941" y="146835"/>
                  </a:lnTo>
                  <a:lnTo>
                    <a:pt x="71995" y="145338"/>
                  </a:lnTo>
                  <a:lnTo>
                    <a:pt x="77683" y="140997"/>
                  </a:lnTo>
                  <a:close/>
                  <a:moveTo>
                    <a:pt x="132465" y="140399"/>
                  </a:moveTo>
                  <a:lnTo>
                    <a:pt x="138303" y="144590"/>
                  </a:lnTo>
                  <a:lnTo>
                    <a:pt x="135459" y="146835"/>
                  </a:lnTo>
                  <a:lnTo>
                    <a:pt x="132465" y="148781"/>
                  </a:lnTo>
                  <a:lnTo>
                    <a:pt x="128873" y="142943"/>
                  </a:lnTo>
                  <a:lnTo>
                    <a:pt x="130669" y="141746"/>
                  </a:lnTo>
                  <a:lnTo>
                    <a:pt x="132465" y="140399"/>
                  </a:lnTo>
                  <a:close/>
                  <a:moveTo>
                    <a:pt x="47747" y="141596"/>
                  </a:moveTo>
                  <a:lnTo>
                    <a:pt x="46999" y="142344"/>
                  </a:lnTo>
                  <a:lnTo>
                    <a:pt x="46400" y="143093"/>
                  </a:lnTo>
                  <a:lnTo>
                    <a:pt x="45652" y="143841"/>
                  </a:lnTo>
                  <a:lnTo>
                    <a:pt x="38318" y="152373"/>
                  </a:lnTo>
                  <a:lnTo>
                    <a:pt x="36222" y="149230"/>
                  </a:lnTo>
                  <a:lnTo>
                    <a:pt x="34276" y="146086"/>
                  </a:lnTo>
                  <a:lnTo>
                    <a:pt x="34576" y="145937"/>
                  </a:lnTo>
                  <a:lnTo>
                    <a:pt x="35474" y="147284"/>
                  </a:lnTo>
                  <a:lnTo>
                    <a:pt x="36072" y="148032"/>
                  </a:lnTo>
                  <a:lnTo>
                    <a:pt x="36671" y="148631"/>
                  </a:lnTo>
                  <a:lnTo>
                    <a:pt x="36821" y="148631"/>
                  </a:lnTo>
                  <a:lnTo>
                    <a:pt x="35623" y="146984"/>
                  </a:lnTo>
                  <a:lnTo>
                    <a:pt x="34875" y="145937"/>
                  </a:lnTo>
                  <a:lnTo>
                    <a:pt x="35773" y="145637"/>
                  </a:lnTo>
                  <a:lnTo>
                    <a:pt x="36671" y="146685"/>
                  </a:lnTo>
                  <a:lnTo>
                    <a:pt x="37270" y="147433"/>
                  </a:lnTo>
                  <a:lnTo>
                    <a:pt x="37869" y="148182"/>
                  </a:lnTo>
                  <a:lnTo>
                    <a:pt x="38018" y="148182"/>
                  </a:lnTo>
                  <a:lnTo>
                    <a:pt x="37420" y="147284"/>
                  </a:lnTo>
                  <a:lnTo>
                    <a:pt x="36821" y="146535"/>
                  </a:lnTo>
                  <a:lnTo>
                    <a:pt x="36072" y="145488"/>
                  </a:lnTo>
                  <a:lnTo>
                    <a:pt x="36971" y="145188"/>
                  </a:lnTo>
                  <a:lnTo>
                    <a:pt x="37569" y="146236"/>
                  </a:lnTo>
                  <a:lnTo>
                    <a:pt x="38168" y="146835"/>
                  </a:lnTo>
                  <a:lnTo>
                    <a:pt x="38767" y="147284"/>
                  </a:lnTo>
                  <a:lnTo>
                    <a:pt x="37719" y="145937"/>
                  </a:lnTo>
                  <a:lnTo>
                    <a:pt x="37270" y="145188"/>
                  </a:lnTo>
                  <a:lnTo>
                    <a:pt x="38318" y="144739"/>
                  </a:lnTo>
                  <a:lnTo>
                    <a:pt x="39066" y="145637"/>
                  </a:lnTo>
                  <a:lnTo>
                    <a:pt x="39515" y="146236"/>
                  </a:lnTo>
                  <a:lnTo>
                    <a:pt x="40114" y="146835"/>
                  </a:lnTo>
                  <a:lnTo>
                    <a:pt x="40263" y="146835"/>
                  </a:lnTo>
                  <a:lnTo>
                    <a:pt x="39814" y="146086"/>
                  </a:lnTo>
                  <a:lnTo>
                    <a:pt x="39216" y="145338"/>
                  </a:lnTo>
                  <a:lnTo>
                    <a:pt x="38617" y="144590"/>
                  </a:lnTo>
                  <a:lnTo>
                    <a:pt x="39515" y="144290"/>
                  </a:lnTo>
                  <a:lnTo>
                    <a:pt x="39964" y="145039"/>
                  </a:lnTo>
                  <a:lnTo>
                    <a:pt x="40413" y="145637"/>
                  </a:lnTo>
                  <a:lnTo>
                    <a:pt x="41012" y="146236"/>
                  </a:lnTo>
                  <a:lnTo>
                    <a:pt x="41162" y="146236"/>
                  </a:lnTo>
                  <a:lnTo>
                    <a:pt x="39964" y="144440"/>
                  </a:lnTo>
                  <a:lnTo>
                    <a:pt x="39814" y="144290"/>
                  </a:lnTo>
                  <a:lnTo>
                    <a:pt x="40563" y="143991"/>
                  </a:lnTo>
                  <a:lnTo>
                    <a:pt x="40713" y="144290"/>
                  </a:lnTo>
                  <a:lnTo>
                    <a:pt x="41311" y="145039"/>
                  </a:lnTo>
                  <a:lnTo>
                    <a:pt x="41910" y="145637"/>
                  </a:lnTo>
                  <a:lnTo>
                    <a:pt x="42060" y="145637"/>
                  </a:lnTo>
                  <a:lnTo>
                    <a:pt x="42060" y="145488"/>
                  </a:lnTo>
                  <a:lnTo>
                    <a:pt x="41162" y="144440"/>
                  </a:lnTo>
                  <a:lnTo>
                    <a:pt x="40862" y="143841"/>
                  </a:lnTo>
                  <a:lnTo>
                    <a:pt x="41611" y="143691"/>
                  </a:lnTo>
                  <a:lnTo>
                    <a:pt x="42060" y="144140"/>
                  </a:lnTo>
                  <a:lnTo>
                    <a:pt x="42658" y="145039"/>
                  </a:lnTo>
                  <a:lnTo>
                    <a:pt x="42808" y="145039"/>
                  </a:lnTo>
                  <a:lnTo>
                    <a:pt x="42509" y="144440"/>
                  </a:lnTo>
                  <a:lnTo>
                    <a:pt x="42060" y="143991"/>
                  </a:lnTo>
                  <a:lnTo>
                    <a:pt x="41760" y="143542"/>
                  </a:lnTo>
                  <a:lnTo>
                    <a:pt x="42509" y="143242"/>
                  </a:lnTo>
                  <a:lnTo>
                    <a:pt x="42808" y="143542"/>
                  </a:lnTo>
                  <a:lnTo>
                    <a:pt x="43107" y="143991"/>
                  </a:lnTo>
                  <a:lnTo>
                    <a:pt x="43556" y="144440"/>
                  </a:lnTo>
                  <a:lnTo>
                    <a:pt x="43706" y="144290"/>
                  </a:lnTo>
                  <a:lnTo>
                    <a:pt x="42958" y="143392"/>
                  </a:lnTo>
                  <a:lnTo>
                    <a:pt x="42808" y="143242"/>
                  </a:lnTo>
                  <a:lnTo>
                    <a:pt x="43556" y="142943"/>
                  </a:lnTo>
                  <a:lnTo>
                    <a:pt x="44454" y="143841"/>
                  </a:lnTo>
                  <a:lnTo>
                    <a:pt x="44604" y="143841"/>
                  </a:lnTo>
                  <a:lnTo>
                    <a:pt x="43856" y="142793"/>
                  </a:lnTo>
                  <a:lnTo>
                    <a:pt x="44454" y="142644"/>
                  </a:lnTo>
                  <a:lnTo>
                    <a:pt x="44604" y="142793"/>
                  </a:lnTo>
                  <a:lnTo>
                    <a:pt x="44904" y="143093"/>
                  </a:lnTo>
                  <a:lnTo>
                    <a:pt x="45353" y="143392"/>
                  </a:lnTo>
                  <a:lnTo>
                    <a:pt x="45502" y="143392"/>
                  </a:lnTo>
                  <a:lnTo>
                    <a:pt x="45053" y="142943"/>
                  </a:lnTo>
                  <a:lnTo>
                    <a:pt x="44904" y="142644"/>
                  </a:lnTo>
                  <a:lnTo>
                    <a:pt x="44754" y="142494"/>
                  </a:lnTo>
                  <a:lnTo>
                    <a:pt x="45353" y="142344"/>
                  </a:lnTo>
                  <a:lnTo>
                    <a:pt x="45502" y="142344"/>
                  </a:lnTo>
                  <a:lnTo>
                    <a:pt x="45951" y="142793"/>
                  </a:lnTo>
                  <a:lnTo>
                    <a:pt x="46101" y="142793"/>
                  </a:lnTo>
                  <a:lnTo>
                    <a:pt x="45652" y="142195"/>
                  </a:lnTo>
                  <a:lnTo>
                    <a:pt x="45802" y="142195"/>
                  </a:lnTo>
                  <a:lnTo>
                    <a:pt x="46400" y="142045"/>
                  </a:lnTo>
                  <a:lnTo>
                    <a:pt x="46999" y="142344"/>
                  </a:lnTo>
                  <a:lnTo>
                    <a:pt x="46700" y="141895"/>
                  </a:lnTo>
                  <a:lnTo>
                    <a:pt x="47747" y="141596"/>
                  </a:lnTo>
                  <a:close/>
                  <a:moveTo>
                    <a:pt x="174226" y="110313"/>
                  </a:moveTo>
                  <a:lnTo>
                    <a:pt x="174076" y="112858"/>
                  </a:lnTo>
                  <a:lnTo>
                    <a:pt x="173777" y="115402"/>
                  </a:lnTo>
                  <a:lnTo>
                    <a:pt x="173328" y="117947"/>
                  </a:lnTo>
                  <a:lnTo>
                    <a:pt x="172729" y="120342"/>
                  </a:lnTo>
                  <a:lnTo>
                    <a:pt x="166742" y="120342"/>
                  </a:lnTo>
                  <a:lnTo>
                    <a:pt x="171980" y="123335"/>
                  </a:lnTo>
                  <a:lnTo>
                    <a:pt x="170484" y="128125"/>
                  </a:lnTo>
                  <a:lnTo>
                    <a:pt x="168687" y="132615"/>
                  </a:lnTo>
                  <a:lnTo>
                    <a:pt x="166592" y="137106"/>
                  </a:lnTo>
                  <a:lnTo>
                    <a:pt x="164197" y="141297"/>
                  </a:lnTo>
                  <a:lnTo>
                    <a:pt x="158659" y="139500"/>
                  </a:lnTo>
                  <a:lnTo>
                    <a:pt x="162551" y="143841"/>
                  </a:lnTo>
                  <a:lnTo>
                    <a:pt x="160904" y="146086"/>
                  </a:lnTo>
                  <a:lnTo>
                    <a:pt x="159258" y="148182"/>
                  </a:lnTo>
                  <a:lnTo>
                    <a:pt x="157611" y="150277"/>
                  </a:lnTo>
                  <a:lnTo>
                    <a:pt x="155815" y="152373"/>
                  </a:lnTo>
                  <a:lnTo>
                    <a:pt x="145936" y="139351"/>
                  </a:lnTo>
                  <a:lnTo>
                    <a:pt x="147733" y="137106"/>
                  </a:lnTo>
                  <a:lnTo>
                    <a:pt x="149379" y="134860"/>
                  </a:lnTo>
                  <a:lnTo>
                    <a:pt x="152522" y="136956"/>
                  </a:lnTo>
                  <a:lnTo>
                    <a:pt x="152373" y="137854"/>
                  </a:lnTo>
                  <a:lnTo>
                    <a:pt x="152522" y="138602"/>
                  </a:lnTo>
                  <a:lnTo>
                    <a:pt x="153121" y="139201"/>
                  </a:lnTo>
                  <a:lnTo>
                    <a:pt x="153869" y="139650"/>
                  </a:lnTo>
                  <a:lnTo>
                    <a:pt x="154169" y="139800"/>
                  </a:lnTo>
                  <a:lnTo>
                    <a:pt x="154618" y="139800"/>
                  </a:lnTo>
                  <a:lnTo>
                    <a:pt x="155516" y="139650"/>
                  </a:lnTo>
                  <a:lnTo>
                    <a:pt x="156115" y="139201"/>
                  </a:lnTo>
                  <a:lnTo>
                    <a:pt x="156414" y="138752"/>
                  </a:lnTo>
                  <a:lnTo>
                    <a:pt x="156564" y="138453"/>
                  </a:lnTo>
                  <a:lnTo>
                    <a:pt x="156713" y="138004"/>
                  </a:lnTo>
                  <a:lnTo>
                    <a:pt x="156713" y="137555"/>
                  </a:lnTo>
                  <a:lnTo>
                    <a:pt x="156564" y="136657"/>
                  </a:lnTo>
                  <a:lnTo>
                    <a:pt x="156115" y="136058"/>
                  </a:lnTo>
                  <a:lnTo>
                    <a:pt x="155665" y="135758"/>
                  </a:lnTo>
                  <a:lnTo>
                    <a:pt x="155366" y="135609"/>
                  </a:lnTo>
                  <a:lnTo>
                    <a:pt x="154618" y="135459"/>
                  </a:lnTo>
                  <a:lnTo>
                    <a:pt x="154019" y="135459"/>
                  </a:lnTo>
                  <a:lnTo>
                    <a:pt x="153420" y="135758"/>
                  </a:lnTo>
                  <a:lnTo>
                    <a:pt x="152971" y="136058"/>
                  </a:lnTo>
                  <a:lnTo>
                    <a:pt x="149828" y="134112"/>
                  </a:lnTo>
                  <a:lnTo>
                    <a:pt x="152073" y="130520"/>
                  </a:lnTo>
                  <a:lnTo>
                    <a:pt x="153869" y="126778"/>
                  </a:lnTo>
                  <a:lnTo>
                    <a:pt x="155516" y="122736"/>
                  </a:lnTo>
                  <a:lnTo>
                    <a:pt x="156713" y="118695"/>
                  </a:lnTo>
                  <a:lnTo>
                    <a:pt x="160605" y="119593"/>
                  </a:lnTo>
                  <a:lnTo>
                    <a:pt x="160755" y="120342"/>
                  </a:lnTo>
                  <a:lnTo>
                    <a:pt x="161204" y="121090"/>
                  </a:lnTo>
                  <a:lnTo>
                    <a:pt x="161952" y="121539"/>
                  </a:lnTo>
                  <a:lnTo>
                    <a:pt x="162700" y="121689"/>
                  </a:lnTo>
                  <a:lnTo>
                    <a:pt x="163149" y="121689"/>
                  </a:lnTo>
                  <a:lnTo>
                    <a:pt x="163598" y="121539"/>
                  </a:lnTo>
                  <a:lnTo>
                    <a:pt x="164347" y="121090"/>
                  </a:lnTo>
                  <a:lnTo>
                    <a:pt x="164796" y="120342"/>
                  </a:lnTo>
                  <a:lnTo>
                    <a:pt x="164946" y="120042"/>
                  </a:lnTo>
                  <a:lnTo>
                    <a:pt x="164946" y="119593"/>
                  </a:lnTo>
                  <a:lnTo>
                    <a:pt x="164946" y="119144"/>
                  </a:lnTo>
                  <a:lnTo>
                    <a:pt x="164796" y="118695"/>
                  </a:lnTo>
                  <a:lnTo>
                    <a:pt x="164347" y="117947"/>
                  </a:lnTo>
                  <a:lnTo>
                    <a:pt x="163748" y="117498"/>
                  </a:lnTo>
                  <a:lnTo>
                    <a:pt x="163299" y="117348"/>
                  </a:lnTo>
                  <a:lnTo>
                    <a:pt x="162102" y="117348"/>
                  </a:lnTo>
                  <a:lnTo>
                    <a:pt x="161653" y="117647"/>
                  </a:lnTo>
                  <a:lnTo>
                    <a:pt x="161054" y="118096"/>
                  </a:lnTo>
                  <a:lnTo>
                    <a:pt x="160755" y="118545"/>
                  </a:lnTo>
                  <a:lnTo>
                    <a:pt x="157013" y="117797"/>
                  </a:lnTo>
                  <a:lnTo>
                    <a:pt x="157611" y="115253"/>
                  </a:lnTo>
                  <a:lnTo>
                    <a:pt x="157911" y="112858"/>
                  </a:lnTo>
                  <a:lnTo>
                    <a:pt x="174226" y="110313"/>
                  </a:lnTo>
                  <a:close/>
                  <a:moveTo>
                    <a:pt x="163000" y="142045"/>
                  </a:moveTo>
                  <a:lnTo>
                    <a:pt x="163598" y="142195"/>
                  </a:lnTo>
                  <a:lnTo>
                    <a:pt x="163748" y="142195"/>
                  </a:lnTo>
                  <a:lnTo>
                    <a:pt x="163299" y="142793"/>
                  </a:lnTo>
                  <a:lnTo>
                    <a:pt x="163449" y="142793"/>
                  </a:lnTo>
                  <a:lnTo>
                    <a:pt x="164047" y="142344"/>
                  </a:lnTo>
                  <a:lnTo>
                    <a:pt x="164646" y="142494"/>
                  </a:lnTo>
                  <a:lnTo>
                    <a:pt x="164646" y="142644"/>
                  </a:lnTo>
                  <a:lnTo>
                    <a:pt x="164197" y="143242"/>
                  </a:lnTo>
                  <a:lnTo>
                    <a:pt x="164047" y="143392"/>
                  </a:lnTo>
                  <a:lnTo>
                    <a:pt x="164497" y="143093"/>
                  </a:lnTo>
                  <a:lnTo>
                    <a:pt x="164796" y="142793"/>
                  </a:lnTo>
                  <a:lnTo>
                    <a:pt x="164946" y="142644"/>
                  </a:lnTo>
                  <a:lnTo>
                    <a:pt x="165694" y="142793"/>
                  </a:lnTo>
                  <a:lnTo>
                    <a:pt x="164946" y="143841"/>
                  </a:lnTo>
                  <a:lnTo>
                    <a:pt x="165844" y="142943"/>
                  </a:lnTo>
                  <a:lnTo>
                    <a:pt x="166592" y="143242"/>
                  </a:lnTo>
                  <a:lnTo>
                    <a:pt x="166442" y="143392"/>
                  </a:lnTo>
                  <a:lnTo>
                    <a:pt x="165844" y="144290"/>
                  </a:lnTo>
                  <a:lnTo>
                    <a:pt x="165844" y="144440"/>
                  </a:lnTo>
                  <a:lnTo>
                    <a:pt x="166293" y="143991"/>
                  </a:lnTo>
                  <a:lnTo>
                    <a:pt x="166592" y="143542"/>
                  </a:lnTo>
                  <a:lnTo>
                    <a:pt x="166891" y="143242"/>
                  </a:lnTo>
                  <a:lnTo>
                    <a:pt x="167640" y="143542"/>
                  </a:lnTo>
                  <a:lnTo>
                    <a:pt x="167340" y="143991"/>
                  </a:lnTo>
                  <a:lnTo>
                    <a:pt x="166891" y="144440"/>
                  </a:lnTo>
                  <a:lnTo>
                    <a:pt x="166742" y="145039"/>
                  </a:lnTo>
                  <a:lnTo>
                    <a:pt x="167490" y="144140"/>
                  </a:lnTo>
                  <a:lnTo>
                    <a:pt x="167789" y="143691"/>
                  </a:lnTo>
                  <a:lnTo>
                    <a:pt x="168687" y="143841"/>
                  </a:lnTo>
                  <a:lnTo>
                    <a:pt x="168238" y="144440"/>
                  </a:lnTo>
                  <a:lnTo>
                    <a:pt x="167490" y="145488"/>
                  </a:lnTo>
                  <a:lnTo>
                    <a:pt x="167490" y="145637"/>
                  </a:lnTo>
                  <a:lnTo>
                    <a:pt x="168089" y="145039"/>
                  </a:lnTo>
                  <a:lnTo>
                    <a:pt x="168687" y="144290"/>
                  </a:lnTo>
                  <a:lnTo>
                    <a:pt x="168987" y="143991"/>
                  </a:lnTo>
                  <a:lnTo>
                    <a:pt x="169735" y="144290"/>
                  </a:lnTo>
                  <a:lnTo>
                    <a:pt x="169436" y="144440"/>
                  </a:lnTo>
                  <a:lnTo>
                    <a:pt x="168238" y="146236"/>
                  </a:lnTo>
                  <a:lnTo>
                    <a:pt x="168388" y="146236"/>
                  </a:lnTo>
                  <a:lnTo>
                    <a:pt x="168987" y="145637"/>
                  </a:lnTo>
                  <a:lnTo>
                    <a:pt x="169436" y="145039"/>
                  </a:lnTo>
                  <a:lnTo>
                    <a:pt x="169885" y="144290"/>
                  </a:lnTo>
                  <a:lnTo>
                    <a:pt x="170783" y="144590"/>
                  </a:lnTo>
                  <a:lnTo>
                    <a:pt x="170184" y="145338"/>
                  </a:lnTo>
                  <a:lnTo>
                    <a:pt x="169735" y="146086"/>
                  </a:lnTo>
                  <a:lnTo>
                    <a:pt x="169286" y="146835"/>
                  </a:lnTo>
                  <a:lnTo>
                    <a:pt x="169286" y="146835"/>
                  </a:lnTo>
                  <a:lnTo>
                    <a:pt x="169885" y="146236"/>
                  </a:lnTo>
                  <a:lnTo>
                    <a:pt x="170484" y="145637"/>
                  </a:lnTo>
                  <a:lnTo>
                    <a:pt x="171082" y="144739"/>
                  </a:lnTo>
                  <a:lnTo>
                    <a:pt x="172280" y="145188"/>
                  </a:lnTo>
                  <a:lnTo>
                    <a:pt x="171681" y="145937"/>
                  </a:lnTo>
                  <a:lnTo>
                    <a:pt x="170633" y="147284"/>
                  </a:lnTo>
                  <a:lnTo>
                    <a:pt x="171232" y="146835"/>
                  </a:lnTo>
                  <a:lnTo>
                    <a:pt x="171831" y="146236"/>
                  </a:lnTo>
                  <a:lnTo>
                    <a:pt x="172579" y="145188"/>
                  </a:lnTo>
                  <a:lnTo>
                    <a:pt x="173328" y="145488"/>
                  </a:lnTo>
                  <a:lnTo>
                    <a:pt x="172579" y="146535"/>
                  </a:lnTo>
                  <a:lnTo>
                    <a:pt x="171980" y="147284"/>
                  </a:lnTo>
                  <a:lnTo>
                    <a:pt x="171531" y="148182"/>
                  </a:lnTo>
                  <a:lnTo>
                    <a:pt x="171531" y="148182"/>
                  </a:lnTo>
                  <a:lnTo>
                    <a:pt x="172280" y="147433"/>
                  </a:lnTo>
                  <a:lnTo>
                    <a:pt x="172729" y="146685"/>
                  </a:lnTo>
                  <a:lnTo>
                    <a:pt x="173627" y="145637"/>
                  </a:lnTo>
                  <a:lnTo>
                    <a:pt x="174525" y="145937"/>
                  </a:lnTo>
                  <a:lnTo>
                    <a:pt x="173777" y="146984"/>
                  </a:lnTo>
                  <a:lnTo>
                    <a:pt x="172579" y="148631"/>
                  </a:lnTo>
                  <a:lnTo>
                    <a:pt x="172729" y="148631"/>
                  </a:lnTo>
                  <a:lnTo>
                    <a:pt x="173328" y="148032"/>
                  </a:lnTo>
                  <a:lnTo>
                    <a:pt x="173926" y="147284"/>
                  </a:lnTo>
                  <a:lnTo>
                    <a:pt x="174824" y="145937"/>
                  </a:lnTo>
                  <a:lnTo>
                    <a:pt x="175124" y="146086"/>
                  </a:lnTo>
                  <a:lnTo>
                    <a:pt x="173178" y="149230"/>
                  </a:lnTo>
                  <a:lnTo>
                    <a:pt x="171082" y="152373"/>
                  </a:lnTo>
                  <a:lnTo>
                    <a:pt x="163748" y="143841"/>
                  </a:lnTo>
                  <a:lnTo>
                    <a:pt x="163000" y="143093"/>
                  </a:lnTo>
                  <a:lnTo>
                    <a:pt x="162551" y="142344"/>
                  </a:lnTo>
                  <a:lnTo>
                    <a:pt x="163000" y="142045"/>
                  </a:lnTo>
                  <a:close/>
                  <a:moveTo>
                    <a:pt x="35174" y="110912"/>
                  </a:moveTo>
                  <a:lnTo>
                    <a:pt x="51489" y="113157"/>
                  </a:lnTo>
                  <a:lnTo>
                    <a:pt x="52088" y="116600"/>
                  </a:lnTo>
                  <a:lnTo>
                    <a:pt x="48346" y="117647"/>
                  </a:lnTo>
                  <a:lnTo>
                    <a:pt x="47747" y="117049"/>
                  </a:lnTo>
                  <a:lnTo>
                    <a:pt x="47149" y="116600"/>
                  </a:lnTo>
                  <a:lnTo>
                    <a:pt x="46251" y="116450"/>
                  </a:lnTo>
                  <a:lnTo>
                    <a:pt x="45502" y="116749"/>
                  </a:lnTo>
                  <a:lnTo>
                    <a:pt x="45053" y="116899"/>
                  </a:lnTo>
                  <a:lnTo>
                    <a:pt x="44754" y="117198"/>
                  </a:lnTo>
                  <a:lnTo>
                    <a:pt x="44305" y="117947"/>
                  </a:lnTo>
                  <a:lnTo>
                    <a:pt x="44305" y="118845"/>
                  </a:lnTo>
                  <a:lnTo>
                    <a:pt x="44305" y="119294"/>
                  </a:lnTo>
                  <a:lnTo>
                    <a:pt x="44454" y="119743"/>
                  </a:lnTo>
                  <a:lnTo>
                    <a:pt x="44754" y="120042"/>
                  </a:lnTo>
                  <a:lnTo>
                    <a:pt x="45053" y="120342"/>
                  </a:lnTo>
                  <a:lnTo>
                    <a:pt x="45652" y="120791"/>
                  </a:lnTo>
                  <a:lnTo>
                    <a:pt x="46550" y="120940"/>
                  </a:lnTo>
                  <a:lnTo>
                    <a:pt x="46999" y="120791"/>
                  </a:lnTo>
                  <a:lnTo>
                    <a:pt x="47448" y="120641"/>
                  </a:lnTo>
                  <a:lnTo>
                    <a:pt x="47897" y="120342"/>
                  </a:lnTo>
                  <a:lnTo>
                    <a:pt x="48346" y="119743"/>
                  </a:lnTo>
                  <a:lnTo>
                    <a:pt x="48645" y="119294"/>
                  </a:lnTo>
                  <a:lnTo>
                    <a:pt x="48645" y="118545"/>
                  </a:lnTo>
                  <a:lnTo>
                    <a:pt x="52387" y="117498"/>
                  </a:lnTo>
                  <a:lnTo>
                    <a:pt x="53585" y="121689"/>
                  </a:lnTo>
                  <a:lnTo>
                    <a:pt x="55082" y="125730"/>
                  </a:lnTo>
                  <a:lnTo>
                    <a:pt x="56878" y="129622"/>
                  </a:lnTo>
                  <a:lnTo>
                    <a:pt x="59123" y="133364"/>
                  </a:lnTo>
                  <a:lnTo>
                    <a:pt x="55680" y="135609"/>
                  </a:lnTo>
                  <a:lnTo>
                    <a:pt x="54932" y="135160"/>
                  </a:lnTo>
                  <a:lnTo>
                    <a:pt x="54034" y="135010"/>
                  </a:lnTo>
                  <a:lnTo>
                    <a:pt x="53285" y="135160"/>
                  </a:lnTo>
                  <a:lnTo>
                    <a:pt x="52537" y="135609"/>
                  </a:lnTo>
                  <a:lnTo>
                    <a:pt x="52238" y="136058"/>
                  </a:lnTo>
                  <a:lnTo>
                    <a:pt x="52088" y="136357"/>
                  </a:lnTo>
                  <a:lnTo>
                    <a:pt x="51938" y="137255"/>
                  </a:lnTo>
                  <a:lnTo>
                    <a:pt x="52088" y="138004"/>
                  </a:lnTo>
                  <a:lnTo>
                    <a:pt x="52238" y="138453"/>
                  </a:lnTo>
                  <a:lnTo>
                    <a:pt x="52537" y="138752"/>
                  </a:lnTo>
                  <a:lnTo>
                    <a:pt x="52986" y="139051"/>
                  </a:lnTo>
                  <a:lnTo>
                    <a:pt x="53285" y="139201"/>
                  </a:lnTo>
                  <a:lnTo>
                    <a:pt x="54184" y="139351"/>
                  </a:lnTo>
                  <a:lnTo>
                    <a:pt x="54932" y="139201"/>
                  </a:lnTo>
                  <a:lnTo>
                    <a:pt x="55381" y="139051"/>
                  </a:lnTo>
                  <a:lnTo>
                    <a:pt x="55680" y="138752"/>
                  </a:lnTo>
                  <a:lnTo>
                    <a:pt x="56129" y="138303"/>
                  </a:lnTo>
                  <a:lnTo>
                    <a:pt x="56279" y="137704"/>
                  </a:lnTo>
                  <a:lnTo>
                    <a:pt x="56279" y="136956"/>
                  </a:lnTo>
                  <a:lnTo>
                    <a:pt x="56129" y="136357"/>
                  </a:lnTo>
                  <a:lnTo>
                    <a:pt x="59572" y="134262"/>
                  </a:lnTo>
                  <a:lnTo>
                    <a:pt x="61817" y="137255"/>
                  </a:lnTo>
                  <a:lnTo>
                    <a:pt x="64062" y="140099"/>
                  </a:lnTo>
                  <a:lnTo>
                    <a:pt x="54483" y="153271"/>
                  </a:lnTo>
                  <a:lnTo>
                    <a:pt x="52387" y="151026"/>
                  </a:lnTo>
                  <a:lnTo>
                    <a:pt x="50442" y="148781"/>
                  </a:lnTo>
                  <a:lnTo>
                    <a:pt x="48645" y="146386"/>
                  </a:lnTo>
                  <a:lnTo>
                    <a:pt x="46849" y="143991"/>
                  </a:lnTo>
                  <a:lnTo>
                    <a:pt x="50891" y="139500"/>
                  </a:lnTo>
                  <a:lnTo>
                    <a:pt x="45203" y="141297"/>
                  </a:lnTo>
                  <a:lnTo>
                    <a:pt x="42808" y="137106"/>
                  </a:lnTo>
                  <a:lnTo>
                    <a:pt x="40713" y="132615"/>
                  </a:lnTo>
                  <a:lnTo>
                    <a:pt x="38916" y="128125"/>
                  </a:lnTo>
                  <a:lnTo>
                    <a:pt x="37420" y="123335"/>
                  </a:lnTo>
                  <a:lnTo>
                    <a:pt x="42658" y="120342"/>
                  </a:lnTo>
                  <a:lnTo>
                    <a:pt x="36671" y="120342"/>
                  </a:lnTo>
                  <a:lnTo>
                    <a:pt x="35773" y="115702"/>
                  </a:lnTo>
                  <a:lnTo>
                    <a:pt x="35174" y="110912"/>
                  </a:lnTo>
                  <a:close/>
                  <a:moveTo>
                    <a:pt x="80677" y="143093"/>
                  </a:moveTo>
                  <a:lnTo>
                    <a:pt x="83371" y="144739"/>
                  </a:lnTo>
                  <a:lnTo>
                    <a:pt x="86364" y="146086"/>
                  </a:lnTo>
                  <a:lnTo>
                    <a:pt x="89508" y="147284"/>
                  </a:lnTo>
                  <a:lnTo>
                    <a:pt x="92651" y="148331"/>
                  </a:lnTo>
                  <a:lnTo>
                    <a:pt x="91453" y="155217"/>
                  </a:lnTo>
                  <a:lnTo>
                    <a:pt x="87562" y="154019"/>
                  </a:lnTo>
                  <a:lnTo>
                    <a:pt x="83820" y="152522"/>
                  </a:lnTo>
                  <a:lnTo>
                    <a:pt x="80377" y="150876"/>
                  </a:lnTo>
                  <a:lnTo>
                    <a:pt x="76935" y="148930"/>
                  </a:lnTo>
                  <a:lnTo>
                    <a:pt x="80677" y="143093"/>
                  </a:lnTo>
                  <a:close/>
                  <a:moveTo>
                    <a:pt x="128125" y="143542"/>
                  </a:moveTo>
                  <a:lnTo>
                    <a:pt x="131717" y="149379"/>
                  </a:lnTo>
                  <a:lnTo>
                    <a:pt x="128274" y="151325"/>
                  </a:lnTo>
                  <a:lnTo>
                    <a:pt x="124532" y="152972"/>
                  </a:lnTo>
                  <a:lnTo>
                    <a:pt x="120790" y="154319"/>
                  </a:lnTo>
                  <a:lnTo>
                    <a:pt x="116899" y="155366"/>
                  </a:lnTo>
                  <a:lnTo>
                    <a:pt x="115552" y="148631"/>
                  </a:lnTo>
                  <a:lnTo>
                    <a:pt x="118845" y="147733"/>
                  </a:lnTo>
                  <a:lnTo>
                    <a:pt x="121988" y="146535"/>
                  </a:lnTo>
                  <a:lnTo>
                    <a:pt x="125131" y="145188"/>
                  </a:lnTo>
                  <a:lnTo>
                    <a:pt x="128125" y="143542"/>
                  </a:lnTo>
                  <a:close/>
                  <a:moveTo>
                    <a:pt x="114504" y="148930"/>
                  </a:moveTo>
                  <a:lnTo>
                    <a:pt x="116001" y="155666"/>
                  </a:lnTo>
                  <a:lnTo>
                    <a:pt x="113307" y="156115"/>
                  </a:lnTo>
                  <a:lnTo>
                    <a:pt x="114354" y="148930"/>
                  </a:lnTo>
                  <a:close/>
                  <a:moveTo>
                    <a:pt x="93549" y="148631"/>
                  </a:moveTo>
                  <a:lnTo>
                    <a:pt x="95345" y="149080"/>
                  </a:lnTo>
                  <a:lnTo>
                    <a:pt x="96393" y="156264"/>
                  </a:lnTo>
                  <a:lnTo>
                    <a:pt x="92352" y="155366"/>
                  </a:lnTo>
                  <a:lnTo>
                    <a:pt x="93549" y="148631"/>
                  </a:lnTo>
                  <a:close/>
                  <a:moveTo>
                    <a:pt x="127676" y="117348"/>
                  </a:moveTo>
                  <a:lnTo>
                    <a:pt x="138902" y="132017"/>
                  </a:lnTo>
                  <a:lnTo>
                    <a:pt x="139800" y="133364"/>
                  </a:lnTo>
                  <a:lnTo>
                    <a:pt x="143991" y="138902"/>
                  </a:lnTo>
                  <a:lnTo>
                    <a:pt x="145188" y="140399"/>
                  </a:lnTo>
                  <a:lnTo>
                    <a:pt x="154917" y="153271"/>
                  </a:lnTo>
                  <a:lnTo>
                    <a:pt x="155516" y="154019"/>
                  </a:lnTo>
                  <a:lnTo>
                    <a:pt x="158659" y="158210"/>
                  </a:lnTo>
                  <a:lnTo>
                    <a:pt x="154468" y="155067"/>
                  </a:lnTo>
                  <a:lnTo>
                    <a:pt x="153720" y="154468"/>
                  </a:lnTo>
                  <a:lnTo>
                    <a:pt x="140698" y="144889"/>
                  </a:lnTo>
                  <a:lnTo>
                    <a:pt x="139201" y="143841"/>
                  </a:lnTo>
                  <a:lnTo>
                    <a:pt x="133513" y="139650"/>
                  </a:lnTo>
                  <a:lnTo>
                    <a:pt x="132316" y="138752"/>
                  </a:lnTo>
                  <a:lnTo>
                    <a:pt x="117348" y="127676"/>
                  </a:lnTo>
                  <a:lnTo>
                    <a:pt x="118545" y="118845"/>
                  </a:lnTo>
                  <a:lnTo>
                    <a:pt x="121090" y="118396"/>
                  </a:lnTo>
                  <a:lnTo>
                    <a:pt x="120341" y="118994"/>
                  </a:lnTo>
                  <a:lnTo>
                    <a:pt x="119892" y="119743"/>
                  </a:lnTo>
                  <a:lnTo>
                    <a:pt x="119892" y="119893"/>
                  </a:lnTo>
                  <a:lnTo>
                    <a:pt x="120940" y="119144"/>
                  </a:lnTo>
                  <a:lnTo>
                    <a:pt x="121688" y="118246"/>
                  </a:lnTo>
                  <a:lnTo>
                    <a:pt x="125281" y="117797"/>
                  </a:lnTo>
                  <a:lnTo>
                    <a:pt x="123784" y="119144"/>
                  </a:lnTo>
                  <a:lnTo>
                    <a:pt x="122587" y="120342"/>
                  </a:lnTo>
                  <a:lnTo>
                    <a:pt x="121988" y="121090"/>
                  </a:lnTo>
                  <a:lnTo>
                    <a:pt x="121389" y="121689"/>
                  </a:lnTo>
                  <a:lnTo>
                    <a:pt x="121389" y="121838"/>
                  </a:lnTo>
                  <a:lnTo>
                    <a:pt x="121539" y="121838"/>
                  </a:lnTo>
                  <a:lnTo>
                    <a:pt x="122138" y="121240"/>
                  </a:lnTo>
                  <a:lnTo>
                    <a:pt x="122736" y="120641"/>
                  </a:lnTo>
                  <a:lnTo>
                    <a:pt x="123934" y="119444"/>
                  </a:lnTo>
                  <a:lnTo>
                    <a:pt x="125730" y="117647"/>
                  </a:lnTo>
                  <a:lnTo>
                    <a:pt x="127676" y="117348"/>
                  </a:lnTo>
                  <a:close/>
                  <a:moveTo>
                    <a:pt x="82323" y="117348"/>
                  </a:moveTo>
                  <a:lnTo>
                    <a:pt x="90705" y="118545"/>
                  </a:lnTo>
                  <a:lnTo>
                    <a:pt x="91154" y="121389"/>
                  </a:lnTo>
                  <a:lnTo>
                    <a:pt x="90555" y="120940"/>
                  </a:lnTo>
                  <a:lnTo>
                    <a:pt x="89957" y="120491"/>
                  </a:lnTo>
                  <a:lnTo>
                    <a:pt x="89807" y="120491"/>
                  </a:lnTo>
                  <a:lnTo>
                    <a:pt x="90406" y="121389"/>
                  </a:lnTo>
                  <a:lnTo>
                    <a:pt x="91154" y="122138"/>
                  </a:lnTo>
                  <a:lnTo>
                    <a:pt x="91753" y="125580"/>
                  </a:lnTo>
                  <a:lnTo>
                    <a:pt x="90555" y="124383"/>
                  </a:lnTo>
                  <a:lnTo>
                    <a:pt x="89358" y="123185"/>
                  </a:lnTo>
                  <a:lnTo>
                    <a:pt x="88610" y="122587"/>
                  </a:lnTo>
                  <a:lnTo>
                    <a:pt x="88011" y="121988"/>
                  </a:lnTo>
                  <a:lnTo>
                    <a:pt x="87861" y="121988"/>
                  </a:lnTo>
                  <a:lnTo>
                    <a:pt x="87861" y="122138"/>
                  </a:lnTo>
                  <a:lnTo>
                    <a:pt x="88460" y="122736"/>
                  </a:lnTo>
                  <a:lnTo>
                    <a:pt x="89059" y="123335"/>
                  </a:lnTo>
                  <a:lnTo>
                    <a:pt x="90256" y="124533"/>
                  </a:lnTo>
                  <a:lnTo>
                    <a:pt x="91753" y="126179"/>
                  </a:lnTo>
                  <a:lnTo>
                    <a:pt x="92202" y="128424"/>
                  </a:lnTo>
                  <a:lnTo>
                    <a:pt x="77833" y="139351"/>
                  </a:lnTo>
                  <a:lnTo>
                    <a:pt x="76635" y="140249"/>
                  </a:lnTo>
                  <a:lnTo>
                    <a:pt x="70948" y="144440"/>
                  </a:lnTo>
                  <a:lnTo>
                    <a:pt x="69600" y="145637"/>
                  </a:lnTo>
                  <a:lnTo>
                    <a:pt x="56578" y="155366"/>
                  </a:lnTo>
                  <a:lnTo>
                    <a:pt x="55830" y="155965"/>
                  </a:lnTo>
                  <a:lnTo>
                    <a:pt x="51489" y="159258"/>
                  </a:lnTo>
                  <a:lnTo>
                    <a:pt x="54782" y="154917"/>
                  </a:lnTo>
                  <a:lnTo>
                    <a:pt x="55381" y="154169"/>
                  </a:lnTo>
                  <a:lnTo>
                    <a:pt x="64960" y="141147"/>
                  </a:lnTo>
                  <a:lnTo>
                    <a:pt x="66008" y="139650"/>
                  </a:lnTo>
                  <a:lnTo>
                    <a:pt x="70199" y="133962"/>
                  </a:lnTo>
                  <a:lnTo>
                    <a:pt x="71097" y="132765"/>
                  </a:lnTo>
                  <a:lnTo>
                    <a:pt x="82323" y="117348"/>
                  </a:lnTo>
                  <a:close/>
                  <a:moveTo>
                    <a:pt x="68852" y="162701"/>
                  </a:moveTo>
                  <a:lnTo>
                    <a:pt x="68702" y="163748"/>
                  </a:lnTo>
                  <a:lnTo>
                    <a:pt x="68104" y="163449"/>
                  </a:lnTo>
                  <a:lnTo>
                    <a:pt x="68852" y="162701"/>
                  </a:lnTo>
                  <a:close/>
                  <a:moveTo>
                    <a:pt x="140548" y="162701"/>
                  </a:moveTo>
                  <a:lnTo>
                    <a:pt x="141296" y="163449"/>
                  </a:lnTo>
                  <a:lnTo>
                    <a:pt x="140847" y="163748"/>
                  </a:lnTo>
                  <a:lnTo>
                    <a:pt x="140548" y="162701"/>
                  </a:lnTo>
                  <a:close/>
                  <a:moveTo>
                    <a:pt x="46251" y="144739"/>
                  </a:moveTo>
                  <a:lnTo>
                    <a:pt x="48047" y="147134"/>
                  </a:lnTo>
                  <a:lnTo>
                    <a:pt x="49843" y="149529"/>
                  </a:lnTo>
                  <a:lnTo>
                    <a:pt x="51789" y="151774"/>
                  </a:lnTo>
                  <a:lnTo>
                    <a:pt x="53884" y="154019"/>
                  </a:lnTo>
                  <a:lnTo>
                    <a:pt x="48047" y="161952"/>
                  </a:lnTo>
                  <a:lnTo>
                    <a:pt x="48945" y="162850"/>
                  </a:lnTo>
                  <a:lnTo>
                    <a:pt x="56728" y="156863"/>
                  </a:lnTo>
                  <a:lnTo>
                    <a:pt x="58973" y="158809"/>
                  </a:lnTo>
                  <a:lnTo>
                    <a:pt x="61218" y="160605"/>
                  </a:lnTo>
                  <a:lnTo>
                    <a:pt x="63613" y="162401"/>
                  </a:lnTo>
                  <a:lnTo>
                    <a:pt x="66158" y="164048"/>
                  </a:lnTo>
                  <a:lnTo>
                    <a:pt x="58225" y="171831"/>
                  </a:lnTo>
                  <a:lnTo>
                    <a:pt x="55381" y="169885"/>
                  </a:lnTo>
                  <a:lnTo>
                    <a:pt x="52836" y="167790"/>
                  </a:lnTo>
                  <a:lnTo>
                    <a:pt x="50292" y="165545"/>
                  </a:lnTo>
                  <a:lnTo>
                    <a:pt x="47747" y="163299"/>
                  </a:lnTo>
                  <a:lnTo>
                    <a:pt x="45353" y="160904"/>
                  </a:lnTo>
                  <a:lnTo>
                    <a:pt x="43107" y="158360"/>
                  </a:lnTo>
                  <a:lnTo>
                    <a:pt x="41012" y="155815"/>
                  </a:lnTo>
                  <a:lnTo>
                    <a:pt x="38916" y="153121"/>
                  </a:lnTo>
                  <a:lnTo>
                    <a:pt x="46251" y="144739"/>
                  </a:lnTo>
                  <a:close/>
                  <a:moveTo>
                    <a:pt x="163149" y="144739"/>
                  </a:moveTo>
                  <a:lnTo>
                    <a:pt x="170484" y="153121"/>
                  </a:lnTo>
                  <a:lnTo>
                    <a:pt x="168388" y="155815"/>
                  </a:lnTo>
                  <a:lnTo>
                    <a:pt x="166293" y="158360"/>
                  </a:lnTo>
                  <a:lnTo>
                    <a:pt x="164047" y="160904"/>
                  </a:lnTo>
                  <a:lnTo>
                    <a:pt x="161653" y="163299"/>
                  </a:lnTo>
                  <a:lnTo>
                    <a:pt x="159108" y="165545"/>
                  </a:lnTo>
                  <a:lnTo>
                    <a:pt x="156564" y="167790"/>
                  </a:lnTo>
                  <a:lnTo>
                    <a:pt x="154019" y="169885"/>
                  </a:lnTo>
                  <a:lnTo>
                    <a:pt x="151175" y="171831"/>
                  </a:lnTo>
                  <a:lnTo>
                    <a:pt x="143242" y="164048"/>
                  </a:lnTo>
                  <a:lnTo>
                    <a:pt x="145936" y="162252"/>
                  </a:lnTo>
                  <a:lnTo>
                    <a:pt x="148631" y="160306"/>
                  </a:lnTo>
                  <a:lnTo>
                    <a:pt x="151175" y="158210"/>
                  </a:lnTo>
                  <a:lnTo>
                    <a:pt x="153570" y="155965"/>
                  </a:lnTo>
                  <a:lnTo>
                    <a:pt x="161353" y="161653"/>
                  </a:lnTo>
                  <a:lnTo>
                    <a:pt x="162251" y="160755"/>
                  </a:lnTo>
                  <a:lnTo>
                    <a:pt x="156414" y="153121"/>
                  </a:lnTo>
                  <a:lnTo>
                    <a:pt x="158210" y="151026"/>
                  </a:lnTo>
                  <a:lnTo>
                    <a:pt x="159856" y="149080"/>
                  </a:lnTo>
                  <a:lnTo>
                    <a:pt x="161653" y="146835"/>
                  </a:lnTo>
                  <a:lnTo>
                    <a:pt x="163149" y="144739"/>
                  </a:lnTo>
                  <a:close/>
                  <a:moveTo>
                    <a:pt x="89358" y="171083"/>
                  </a:moveTo>
                  <a:lnTo>
                    <a:pt x="89358" y="172130"/>
                  </a:lnTo>
                  <a:lnTo>
                    <a:pt x="88759" y="171981"/>
                  </a:lnTo>
                  <a:lnTo>
                    <a:pt x="89358" y="171083"/>
                  </a:lnTo>
                  <a:close/>
                  <a:moveTo>
                    <a:pt x="120192" y="171083"/>
                  </a:moveTo>
                  <a:lnTo>
                    <a:pt x="120641" y="171981"/>
                  </a:lnTo>
                  <a:lnTo>
                    <a:pt x="120042" y="172130"/>
                  </a:lnTo>
                  <a:lnTo>
                    <a:pt x="120192" y="171083"/>
                  </a:lnTo>
                  <a:close/>
                  <a:moveTo>
                    <a:pt x="70499" y="146386"/>
                  </a:moveTo>
                  <a:lnTo>
                    <a:pt x="72744" y="148182"/>
                  </a:lnTo>
                  <a:lnTo>
                    <a:pt x="75139" y="149828"/>
                  </a:lnTo>
                  <a:lnTo>
                    <a:pt x="73043" y="153421"/>
                  </a:lnTo>
                  <a:lnTo>
                    <a:pt x="72145" y="153271"/>
                  </a:lnTo>
                  <a:lnTo>
                    <a:pt x="71397" y="153570"/>
                  </a:lnTo>
                  <a:lnTo>
                    <a:pt x="70648" y="154019"/>
                  </a:lnTo>
                  <a:lnTo>
                    <a:pt x="70199" y="154768"/>
                  </a:lnTo>
                  <a:lnTo>
                    <a:pt x="70199" y="155217"/>
                  </a:lnTo>
                  <a:lnTo>
                    <a:pt x="70199" y="155666"/>
                  </a:lnTo>
                  <a:lnTo>
                    <a:pt x="70349" y="156414"/>
                  </a:lnTo>
                  <a:lnTo>
                    <a:pt x="70798" y="157163"/>
                  </a:lnTo>
                  <a:lnTo>
                    <a:pt x="71247" y="157312"/>
                  </a:lnTo>
                  <a:lnTo>
                    <a:pt x="71546" y="157612"/>
                  </a:lnTo>
                  <a:lnTo>
                    <a:pt x="72444" y="157612"/>
                  </a:lnTo>
                  <a:lnTo>
                    <a:pt x="73342" y="157462"/>
                  </a:lnTo>
                  <a:lnTo>
                    <a:pt x="73941" y="157013"/>
                  </a:lnTo>
                  <a:lnTo>
                    <a:pt x="74240" y="156564"/>
                  </a:lnTo>
                  <a:lnTo>
                    <a:pt x="74390" y="156264"/>
                  </a:lnTo>
                  <a:lnTo>
                    <a:pt x="74540" y="155516"/>
                  </a:lnTo>
                  <a:lnTo>
                    <a:pt x="74390" y="154917"/>
                  </a:lnTo>
                  <a:lnTo>
                    <a:pt x="74240" y="154319"/>
                  </a:lnTo>
                  <a:lnTo>
                    <a:pt x="73791" y="153870"/>
                  </a:lnTo>
                  <a:lnTo>
                    <a:pt x="76037" y="150277"/>
                  </a:lnTo>
                  <a:lnTo>
                    <a:pt x="79629" y="152373"/>
                  </a:lnTo>
                  <a:lnTo>
                    <a:pt x="83221" y="154169"/>
                  </a:lnTo>
                  <a:lnTo>
                    <a:pt x="87113" y="155666"/>
                  </a:lnTo>
                  <a:lnTo>
                    <a:pt x="91004" y="156863"/>
                  </a:lnTo>
                  <a:lnTo>
                    <a:pt x="90256" y="161054"/>
                  </a:lnTo>
                  <a:lnTo>
                    <a:pt x="89508" y="161204"/>
                  </a:lnTo>
                  <a:lnTo>
                    <a:pt x="88909" y="161653"/>
                  </a:lnTo>
                  <a:lnTo>
                    <a:pt x="88460" y="162252"/>
                  </a:lnTo>
                  <a:lnTo>
                    <a:pt x="88161" y="163150"/>
                  </a:lnTo>
                  <a:lnTo>
                    <a:pt x="88310" y="163599"/>
                  </a:lnTo>
                  <a:lnTo>
                    <a:pt x="88310" y="164048"/>
                  </a:lnTo>
                  <a:lnTo>
                    <a:pt x="88909" y="164646"/>
                  </a:lnTo>
                  <a:lnTo>
                    <a:pt x="89508" y="165245"/>
                  </a:lnTo>
                  <a:lnTo>
                    <a:pt x="89957" y="165395"/>
                  </a:lnTo>
                  <a:lnTo>
                    <a:pt x="90855" y="165395"/>
                  </a:lnTo>
                  <a:lnTo>
                    <a:pt x="91304" y="165245"/>
                  </a:lnTo>
                  <a:lnTo>
                    <a:pt x="91903" y="164796"/>
                  </a:lnTo>
                  <a:lnTo>
                    <a:pt x="92501" y="164048"/>
                  </a:lnTo>
                  <a:lnTo>
                    <a:pt x="92651" y="163599"/>
                  </a:lnTo>
                  <a:lnTo>
                    <a:pt x="92651" y="163150"/>
                  </a:lnTo>
                  <a:lnTo>
                    <a:pt x="92501" y="162551"/>
                  </a:lnTo>
                  <a:lnTo>
                    <a:pt x="92202" y="161952"/>
                  </a:lnTo>
                  <a:lnTo>
                    <a:pt x="91903" y="161503"/>
                  </a:lnTo>
                  <a:lnTo>
                    <a:pt x="91304" y="161204"/>
                  </a:lnTo>
                  <a:lnTo>
                    <a:pt x="92052" y="157163"/>
                  </a:lnTo>
                  <a:lnTo>
                    <a:pt x="94297" y="157612"/>
                  </a:lnTo>
                  <a:lnTo>
                    <a:pt x="96692" y="158061"/>
                  </a:lnTo>
                  <a:lnTo>
                    <a:pt x="99087" y="174376"/>
                  </a:lnTo>
                  <a:lnTo>
                    <a:pt x="94746" y="173927"/>
                  </a:lnTo>
                  <a:lnTo>
                    <a:pt x="90406" y="173178"/>
                  </a:lnTo>
                  <a:lnTo>
                    <a:pt x="90106" y="167341"/>
                  </a:lnTo>
                  <a:lnTo>
                    <a:pt x="87562" y="172430"/>
                  </a:lnTo>
                  <a:lnTo>
                    <a:pt x="85167" y="171831"/>
                  </a:lnTo>
                  <a:lnTo>
                    <a:pt x="82772" y="171083"/>
                  </a:lnTo>
                  <a:lnTo>
                    <a:pt x="78132" y="169286"/>
                  </a:lnTo>
                  <a:lnTo>
                    <a:pt x="73642" y="167341"/>
                  </a:lnTo>
                  <a:lnTo>
                    <a:pt x="69301" y="164946"/>
                  </a:lnTo>
                  <a:lnTo>
                    <a:pt x="70798" y="159557"/>
                  </a:lnTo>
                  <a:lnTo>
                    <a:pt x="66906" y="163449"/>
                  </a:lnTo>
                  <a:lnTo>
                    <a:pt x="64362" y="161803"/>
                  </a:lnTo>
                  <a:lnTo>
                    <a:pt x="61967" y="160006"/>
                  </a:lnTo>
                  <a:lnTo>
                    <a:pt x="59722" y="158210"/>
                  </a:lnTo>
                  <a:lnTo>
                    <a:pt x="57476" y="156264"/>
                  </a:lnTo>
                  <a:lnTo>
                    <a:pt x="70499" y="146386"/>
                  </a:lnTo>
                  <a:close/>
                  <a:moveTo>
                    <a:pt x="139650" y="145637"/>
                  </a:moveTo>
                  <a:lnTo>
                    <a:pt x="152822" y="155366"/>
                  </a:lnTo>
                  <a:lnTo>
                    <a:pt x="150427" y="157462"/>
                  </a:lnTo>
                  <a:lnTo>
                    <a:pt x="147882" y="159557"/>
                  </a:lnTo>
                  <a:lnTo>
                    <a:pt x="145338" y="161503"/>
                  </a:lnTo>
                  <a:lnTo>
                    <a:pt x="142643" y="163449"/>
                  </a:lnTo>
                  <a:lnTo>
                    <a:pt x="138602" y="159557"/>
                  </a:lnTo>
                  <a:lnTo>
                    <a:pt x="140099" y="164946"/>
                  </a:lnTo>
                  <a:lnTo>
                    <a:pt x="135758" y="167191"/>
                  </a:lnTo>
                  <a:lnTo>
                    <a:pt x="131418" y="169286"/>
                  </a:lnTo>
                  <a:lnTo>
                    <a:pt x="126778" y="171083"/>
                  </a:lnTo>
                  <a:lnTo>
                    <a:pt x="124383" y="171831"/>
                  </a:lnTo>
                  <a:lnTo>
                    <a:pt x="121988" y="172430"/>
                  </a:lnTo>
                  <a:lnTo>
                    <a:pt x="119443" y="167341"/>
                  </a:lnTo>
                  <a:lnTo>
                    <a:pt x="118994" y="173178"/>
                  </a:lnTo>
                  <a:lnTo>
                    <a:pt x="114953" y="173777"/>
                  </a:lnTo>
                  <a:lnTo>
                    <a:pt x="110912" y="174376"/>
                  </a:lnTo>
                  <a:lnTo>
                    <a:pt x="113157" y="157911"/>
                  </a:lnTo>
                  <a:lnTo>
                    <a:pt x="116300" y="157312"/>
                  </a:lnTo>
                  <a:lnTo>
                    <a:pt x="117198" y="161354"/>
                  </a:lnTo>
                  <a:lnTo>
                    <a:pt x="116450" y="161952"/>
                  </a:lnTo>
                  <a:lnTo>
                    <a:pt x="116150" y="162701"/>
                  </a:lnTo>
                  <a:lnTo>
                    <a:pt x="116001" y="163449"/>
                  </a:lnTo>
                  <a:lnTo>
                    <a:pt x="116150" y="164347"/>
                  </a:lnTo>
                  <a:lnTo>
                    <a:pt x="116450" y="164646"/>
                  </a:lnTo>
                  <a:lnTo>
                    <a:pt x="116749" y="164946"/>
                  </a:lnTo>
                  <a:lnTo>
                    <a:pt x="117498" y="165395"/>
                  </a:lnTo>
                  <a:lnTo>
                    <a:pt x="118396" y="165545"/>
                  </a:lnTo>
                  <a:lnTo>
                    <a:pt x="118695" y="165395"/>
                  </a:lnTo>
                  <a:lnTo>
                    <a:pt x="119144" y="165245"/>
                  </a:lnTo>
                  <a:lnTo>
                    <a:pt x="119593" y="165095"/>
                  </a:lnTo>
                  <a:lnTo>
                    <a:pt x="119892" y="164796"/>
                  </a:lnTo>
                  <a:lnTo>
                    <a:pt x="120341" y="164048"/>
                  </a:lnTo>
                  <a:lnTo>
                    <a:pt x="120341" y="163150"/>
                  </a:lnTo>
                  <a:lnTo>
                    <a:pt x="120341" y="162850"/>
                  </a:lnTo>
                  <a:lnTo>
                    <a:pt x="120192" y="162401"/>
                  </a:lnTo>
                  <a:lnTo>
                    <a:pt x="119743" y="161803"/>
                  </a:lnTo>
                  <a:lnTo>
                    <a:pt x="119294" y="161354"/>
                  </a:lnTo>
                  <a:lnTo>
                    <a:pt x="118695" y="161204"/>
                  </a:lnTo>
                  <a:lnTo>
                    <a:pt x="118096" y="161054"/>
                  </a:lnTo>
                  <a:lnTo>
                    <a:pt x="117348" y="157163"/>
                  </a:lnTo>
                  <a:lnTo>
                    <a:pt x="121389" y="155965"/>
                  </a:lnTo>
                  <a:lnTo>
                    <a:pt x="125281" y="154618"/>
                  </a:lnTo>
                  <a:lnTo>
                    <a:pt x="129023" y="152822"/>
                  </a:lnTo>
                  <a:lnTo>
                    <a:pt x="132615" y="150876"/>
                  </a:lnTo>
                  <a:lnTo>
                    <a:pt x="134711" y="154319"/>
                  </a:lnTo>
                  <a:lnTo>
                    <a:pt x="134261" y="155067"/>
                  </a:lnTo>
                  <a:lnTo>
                    <a:pt x="134112" y="155815"/>
                  </a:lnTo>
                  <a:lnTo>
                    <a:pt x="134411" y="156713"/>
                  </a:lnTo>
                  <a:lnTo>
                    <a:pt x="134860" y="157312"/>
                  </a:lnTo>
                  <a:lnTo>
                    <a:pt x="135160" y="157612"/>
                  </a:lnTo>
                  <a:lnTo>
                    <a:pt x="135609" y="157911"/>
                  </a:lnTo>
                  <a:lnTo>
                    <a:pt x="136357" y="158061"/>
                  </a:lnTo>
                  <a:lnTo>
                    <a:pt x="137255" y="157911"/>
                  </a:lnTo>
                  <a:lnTo>
                    <a:pt x="137554" y="157612"/>
                  </a:lnTo>
                  <a:lnTo>
                    <a:pt x="138003" y="157312"/>
                  </a:lnTo>
                  <a:lnTo>
                    <a:pt x="138153" y="157013"/>
                  </a:lnTo>
                  <a:lnTo>
                    <a:pt x="138452" y="156564"/>
                  </a:lnTo>
                  <a:lnTo>
                    <a:pt x="138602" y="155815"/>
                  </a:lnTo>
                  <a:lnTo>
                    <a:pt x="138452" y="154917"/>
                  </a:lnTo>
                  <a:lnTo>
                    <a:pt x="138303" y="154618"/>
                  </a:lnTo>
                  <a:lnTo>
                    <a:pt x="138003" y="154319"/>
                  </a:lnTo>
                  <a:lnTo>
                    <a:pt x="137405" y="153870"/>
                  </a:lnTo>
                  <a:lnTo>
                    <a:pt x="136806" y="153570"/>
                  </a:lnTo>
                  <a:lnTo>
                    <a:pt x="136207" y="153570"/>
                  </a:lnTo>
                  <a:lnTo>
                    <a:pt x="135609" y="153720"/>
                  </a:lnTo>
                  <a:lnTo>
                    <a:pt x="133513" y="150277"/>
                  </a:lnTo>
                  <a:lnTo>
                    <a:pt x="136656" y="148182"/>
                  </a:lnTo>
                  <a:lnTo>
                    <a:pt x="139650" y="145637"/>
                  </a:lnTo>
                  <a:close/>
                  <a:moveTo>
                    <a:pt x="67954" y="163748"/>
                  </a:moveTo>
                  <a:lnTo>
                    <a:pt x="68553" y="163898"/>
                  </a:lnTo>
                  <a:lnTo>
                    <a:pt x="68403" y="164497"/>
                  </a:lnTo>
                  <a:lnTo>
                    <a:pt x="68104" y="165395"/>
                  </a:lnTo>
                  <a:lnTo>
                    <a:pt x="65110" y="176172"/>
                  </a:lnTo>
                  <a:lnTo>
                    <a:pt x="62117" y="174376"/>
                  </a:lnTo>
                  <a:lnTo>
                    <a:pt x="58973" y="172430"/>
                  </a:lnTo>
                  <a:lnTo>
                    <a:pt x="58973" y="172430"/>
                  </a:lnTo>
                  <a:lnTo>
                    <a:pt x="60320" y="173178"/>
                  </a:lnTo>
                  <a:lnTo>
                    <a:pt x="61218" y="173627"/>
                  </a:lnTo>
                  <a:lnTo>
                    <a:pt x="62117" y="173927"/>
                  </a:lnTo>
                  <a:lnTo>
                    <a:pt x="62117" y="173777"/>
                  </a:lnTo>
                  <a:lnTo>
                    <a:pt x="60320" y="172729"/>
                  </a:lnTo>
                  <a:lnTo>
                    <a:pt x="59273" y="172130"/>
                  </a:lnTo>
                  <a:lnTo>
                    <a:pt x="60021" y="171532"/>
                  </a:lnTo>
                  <a:lnTo>
                    <a:pt x="61218" y="172130"/>
                  </a:lnTo>
                  <a:lnTo>
                    <a:pt x="61967" y="172579"/>
                  </a:lnTo>
                  <a:lnTo>
                    <a:pt x="62865" y="173028"/>
                  </a:lnTo>
                  <a:lnTo>
                    <a:pt x="63015" y="172879"/>
                  </a:lnTo>
                  <a:lnTo>
                    <a:pt x="62117" y="172280"/>
                  </a:lnTo>
                  <a:lnTo>
                    <a:pt x="61368" y="171981"/>
                  </a:lnTo>
                  <a:lnTo>
                    <a:pt x="60171" y="171382"/>
                  </a:lnTo>
                  <a:lnTo>
                    <a:pt x="60769" y="170634"/>
                  </a:lnTo>
                  <a:lnTo>
                    <a:pt x="61967" y="171382"/>
                  </a:lnTo>
                  <a:lnTo>
                    <a:pt x="62715" y="171681"/>
                  </a:lnTo>
                  <a:lnTo>
                    <a:pt x="63314" y="171831"/>
                  </a:lnTo>
                  <a:lnTo>
                    <a:pt x="63464" y="171831"/>
                  </a:lnTo>
                  <a:lnTo>
                    <a:pt x="63314" y="171681"/>
                  </a:lnTo>
                  <a:lnTo>
                    <a:pt x="61817" y="170933"/>
                  </a:lnTo>
                  <a:lnTo>
                    <a:pt x="60919" y="170484"/>
                  </a:lnTo>
                  <a:lnTo>
                    <a:pt x="61817" y="169586"/>
                  </a:lnTo>
                  <a:lnTo>
                    <a:pt x="62865" y="170185"/>
                  </a:lnTo>
                  <a:lnTo>
                    <a:pt x="63613" y="170634"/>
                  </a:lnTo>
                  <a:lnTo>
                    <a:pt x="64362" y="170783"/>
                  </a:lnTo>
                  <a:lnTo>
                    <a:pt x="64511" y="170783"/>
                  </a:lnTo>
                  <a:lnTo>
                    <a:pt x="63763" y="170334"/>
                  </a:lnTo>
                  <a:lnTo>
                    <a:pt x="63015" y="169885"/>
                  </a:lnTo>
                  <a:lnTo>
                    <a:pt x="62117" y="169436"/>
                  </a:lnTo>
                  <a:lnTo>
                    <a:pt x="62715" y="168837"/>
                  </a:lnTo>
                  <a:lnTo>
                    <a:pt x="63464" y="169286"/>
                  </a:lnTo>
                  <a:lnTo>
                    <a:pt x="64212" y="169586"/>
                  </a:lnTo>
                  <a:lnTo>
                    <a:pt x="64960" y="169885"/>
                  </a:lnTo>
                  <a:lnTo>
                    <a:pt x="64960" y="169736"/>
                  </a:lnTo>
                  <a:lnTo>
                    <a:pt x="63314" y="168837"/>
                  </a:lnTo>
                  <a:lnTo>
                    <a:pt x="62865" y="168538"/>
                  </a:lnTo>
                  <a:lnTo>
                    <a:pt x="63464" y="168089"/>
                  </a:lnTo>
                  <a:lnTo>
                    <a:pt x="63913" y="168239"/>
                  </a:lnTo>
                  <a:lnTo>
                    <a:pt x="65409" y="168987"/>
                  </a:lnTo>
                  <a:lnTo>
                    <a:pt x="65559" y="168837"/>
                  </a:lnTo>
                  <a:lnTo>
                    <a:pt x="65409" y="168837"/>
                  </a:lnTo>
                  <a:lnTo>
                    <a:pt x="64212" y="168089"/>
                  </a:lnTo>
                  <a:lnTo>
                    <a:pt x="63613" y="167790"/>
                  </a:lnTo>
                  <a:lnTo>
                    <a:pt x="64362" y="167191"/>
                  </a:lnTo>
                  <a:lnTo>
                    <a:pt x="64811" y="167490"/>
                  </a:lnTo>
                  <a:lnTo>
                    <a:pt x="65858" y="168089"/>
                  </a:lnTo>
                  <a:lnTo>
                    <a:pt x="66008" y="167939"/>
                  </a:lnTo>
                  <a:lnTo>
                    <a:pt x="65260" y="167490"/>
                  </a:lnTo>
                  <a:lnTo>
                    <a:pt x="64511" y="167041"/>
                  </a:lnTo>
                  <a:lnTo>
                    <a:pt x="65110" y="166592"/>
                  </a:lnTo>
                  <a:lnTo>
                    <a:pt x="65260" y="166592"/>
                  </a:lnTo>
                  <a:lnTo>
                    <a:pt x="65858" y="166892"/>
                  </a:lnTo>
                  <a:lnTo>
                    <a:pt x="66457" y="167041"/>
                  </a:lnTo>
                  <a:lnTo>
                    <a:pt x="65409" y="166443"/>
                  </a:lnTo>
                  <a:lnTo>
                    <a:pt x="65260" y="166293"/>
                  </a:lnTo>
                  <a:lnTo>
                    <a:pt x="65709" y="165844"/>
                  </a:lnTo>
                  <a:lnTo>
                    <a:pt x="66906" y="166293"/>
                  </a:lnTo>
                  <a:lnTo>
                    <a:pt x="67056" y="166293"/>
                  </a:lnTo>
                  <a:lnTo>
                    <a:pt x="67056" y="166143"/>
                  </a:lnTo>
                  <a:lnTo>
                    <a:pt x="66008" y="165694"/>
                  </a:lnTo>
                  <a:lnTo>
                    <a:pt x="66457" y="165095"/>
                  </a:lnTo>
                  <a:lnTo>
                    <a:pt x="66607" y="165245"/>
                  </a:lnTo>
                  <a:lnTo>
                    <a:pt x="67056" y="165395"/>
                  </a:lnTo>
                  <a:lnTo>
                    <a:pt x="67655" y="165545"/>
                  </a:lnTo>
                  <a:lnTo>
                    <a:pt x="67655" y="165395"/>
                  </a:lnTo>
                  <a:lnTo>
                    <a:pt x="66906" y="164946"/>
                  </a:lnTo>
                  <a:lnTo>
                    <a:pt x="66607" y="164946"/>
                  </a:lnTo>
                  <a:lnTo>
                    <a:pt x="66906" y="164646"/>
                  </a:lnTo>
                  <a:lnTo>
                    <a:pt x="67206" y="164497"/>
                  </a:lnTo>
                  <a:lnTo>
                    <a:pt x="67954" y="164646"/>
                  </a:lnTo>
                  <a:lnTo>
                    <a:pt x="67954" y="164497"/>
                  </a:lnTo>
                  <a:lnTo>
                    <a:pt x="67355" y="164197"/>
                  </a:lnTo>
                  <a:lnTo>
                    <a:pt x="67655" y="163898"/>
                  </a:lnTo>
                  <a:lnTo>
                    <a:pt x="67954" y="163748"/>
                  </a:lnTo>
                  <a:close/>
                  <a:moveTo>
                    <a:pt x="141446" y="163748"/>
                  </a:moveTo>
                  <a:lnTo>
                    <a:pt x="141745" y="163898"/>
                  </a:lnTo>
                  <a:lnTo>
                    <a:pt x="142045" y="164197"/>
                  </a:lnTo>
                  <a:lnTo>
                    <a:pt x="141446" y="164497"/>
                  </a:lnTo>
                  <a:lnTo>
                    <a:pt x="141446" y="164646"/>
                  </a:lnTo>
                  <a:lnTo>
                    <a:pt x="142194" y="164497"/>
                  </a:lnTo>
                  <a:lnTo>
                    <a:pt x="142494" y="164646"/>
                  </a:lnTo>
                  <a:lnTo>
                    <a:pt x="142793" y="164946"/>
                  </a:lnTo>
                  <a:lnTo>
                    <a:pt x="142643" y="164946"/>
                  </a:lnTo>
                  <a:lnTo>
                    <a:pt x="141745" y="165395"/>
                  </a:lnTo>
                  <a:lnTo>
                    <a:pt x="141895" y="165545"/>
                  </a:lnTo>
                  <a:lnTo>
                    <a:pt x="142344" y="165395"/>
                  </a:lnTo>
                  <a:lnTo>
                    <a:pt x="142793" y="165245"/>
                  </a:lnTo>
                  <a:lnTo>
                    <a:pt x="142943" y="165095"/>
                  </a:lnTo>
                  <a:lnTo>
                    <a:pt x="143542" y="165694"/>
                  </a:lnTo>
                  <a:lnTo>
                    <a:pt x="142344" y="166143"/>
                  </a:lnTo>
                  <a:lnTo>
                    <a:pt x="142344" y="166293"/>
                  </a:lnTo>
                  <a:lnTo>
                    <a:pt x="142494" y="166293"/>
                  </a:lnTo>
                  <a:lnTo>
                    <a:pt x="143691" y="165844"/>
                  </a:lnTo>
                  <a:lnTo>
                    <a:pt x="144140" y="166293"/>
                  </a:lnTo>
                  <a:lnTo>
                    <a:pt x="143991" y="166443"/>
                  </a:lnTo>
                  <a:lnTo>
                    <a:pt x="142943" y="167041"/>
                  </a:lnTo>
                  <a:lnTo>
                    <a:pt x="143093" y="167041"/>
                  </a:lnTo>
                  <a:lnTo>
                    <a:pt x="143542" y="166892"/>
                  </a:lnTo>
                  <a:lnTo>
                    <a:pt x="144140" y="166592"/>
                  </a:lnTo>
                  <a:lnTo>
                    <a:pt x="144440" y="166592"/>
                  </a:lnTo>
                  <a:lnTo>
                    <a:pt x="145038" y="167041"/>
                  </a:lnTo>
                  <a:lnTo>
                    <a:pt x="144140" y="167490"/>
                  </a:lnTo>
                  <a:lnTo>
                    <a:pt x="143542" y="167939"/>
                  </a:lnTo>
                  <a:lnTo>
                    <a:pt x="143542" y="168089"/>
                  </a:lnTo>
                  <a:lnTo>
                    <a:pt x="144589" y="167490"/>
                  </a:lnTo>
                  <a:lnTo>
                    <a:pt x="145188" y="167191"/>
                  </a:lnTo>
                  <a:lnTo>
                    <a:pt x="145787" y="167790"/>
                  </a:lnTo>
                  <a:lnTo>
                    <a:pt x="145338" y="168089"/>
                  </a:lnTo>
                  <a:lnTo>
                    <a:pt x="143991" y="168837"/>
                  </a:lnTo>
                  <a:lnTo>
                    <a:pt x="143991" y="168987"/>
                  </a:lnTo>
                  <a:lnTo>
                    <a:pt x="145487" y="168239"/>
                  </a:lnTo>
                  <a:lnTo>
                    <a:pt x="145936" y="168089"/>
                  </a:lnTo>
                  <a:lnTo>
                    <a:pt x="146535" y="168538"/>
                  </a:lnTo>
                  <a:lnTo>
                    <a:pt x="146236" y="168837"/>
                  </a:lnTo>
                  <a:lnTo>
                    <a:pt x="144440" y="169736"/>
                  </a:lnTo>
                  <a:lnTo>
                    <a:pt x="144440" y="169885"/>
                  </a:lnTo>
                  <a:lnTo>
                    <a:pt x="145188" y="169586"/>
                  </a:lnTo>
                  <a:lnTo>
                    <a:pt x="145936" y="169286"/>
                  </a:lnTo>
                  <a:lnTo>
                    <a:pt x="146685" y="168837"/>
                  </a:lnTo>
                  <a:lnTo>
                    <a:pt x="147433" y="169436"/>
                  </a:lnTo>
                  <a:lnTo>
                    <a:pt x="146535" y="169885"/>
                  </a:lnTo>
                  <a:lnTo>
                    <a:pt x="145787" y="170334"/>
                  </a:lnTo>
                  <a:lnTo>
                    <a:pt x="145038" y="170783"/>
                  </a:lnTo>
                  <a:lnTo>
                    <a:pt x="145787" y="170634"/>
                  </a:lnTo>
                  <a:lnTo>
                    <a:pt x="146685" y="170185"/>
                  </a:lnTo>
                  <a:lnTo>
                    <a:pt x="147583" y="169586"/>
                  </a:lnTo>
                  <a:lnTo>
                    <a:pt x="148481" y="170484"/>
                  </a:lnTo>
                  <a:lnTo>
                    <a:pt x="147583" y="170933"/>
                  </a:lnTo>
                  <a:lnTo>
                    <a:pt x="146086" y="171681"/>
                  </a:lnTo>
                  <a:lnTo>
                    <a:pt x="146086" y="171831"/>
                  </a:lnTo>
                  <a:lnTo>
                    <a:pt x="146834" y="171681"/>
                  </a:lnTo>
                  <a:lnTo>
                    <a:pt x="147433" y="171382"/>
                  </a:lnTo>
                  <a:lnTo>
                    <a:pt x="148631" y="170634"/>
                  </a:lnTo>
                  <a:lnTo>
                    <a:pt x="149379" y="171382"/>
                  </a:lnTo>
                  <a:lnTo>
                    <a:pt x="148032" y="171981"/>
                  </a:lnTo>
                  <a:lnTo>
                    <a:pt x="147283" y="172280"/>
                  </a:lnTo>
                  <a:lnTo>
                    <a:pt x="146535" y="172879"/>
                  </a:lnTo>
                  <a:lnTo>
                    <a:pt x="146535" y="173028"/>
                  </a:lnTo>
                  <a:lnTo>
                    <a:pt x="147433" y="172579"/>
                  </a:lnTo>
                  <a:lnTo>
                    <a:pt x="148182" y="172130"/>
                  </a:lnTo>
                  <a:lnTo>
                    <a:pt x="149529" y="171532"/>
                  </a:lnTo>
                  <a:lnTo>
                    <a:pt x="150127" y="172130"/>
                  </a:lnTo>
                  <a:lnTo>
                    <a:pt x="149080" y="172729"/>
                  </a:lnTo>
                  <a:lnTo>
                    <a:pt x="147283" y="173777"/>
                  </a:lnTo>
                  <a:lnTo>
                    <a:pt x="147283" y="173927"/>
                  </a:lnTo>
                  <a:lnTo>
                    <a:pt x="147433" y="173927"/>
                  </a:lnTo>
                  <a:lnTo>
                    <a:pt x="148331" y="173627"/>
                  </a:lnTo>
                  <a:lnTo>
                    <a:pt x="149080" y="173178"/>
                  </a:lnTo>
                  <a:lnTo>
                    <a:pt x="150277" y="172430"/>
                  </a:lnTo>
                  <a:lnTo>
                    <a:pt x="147283" y="174376"/>
                  </a:lnTo>
                  <a:lnTo>
                    <a:pt x="144290" y="176172"/>
                  </a:lnTo>
                  <a:lnTo>
                    <a:pt x="141296" y="165395"/>
                  </a:lnTo>
                  <a:lnTo>
                    <a:pt x="140997" y="164347"/>
                  </a:lnTo>
                  <a:lnTo>
                    <a:pt x="140847" y="163898"/>
                  </a:lnTo>
                  <a:lnTo>
                    <a:pt x="141446" y="163748"/>
                  </a:lnTo>
                  <a:close/>
                  <a:moveTo>
                    <a:pt x="69002" y="165844"/>
                  </a:moveTo>
                  <a:lnTo>
                    <a:pt x="73342" y="168239"/>
                  </a:lnTo>
                  <a:lnTo>
                    <a:pt x="77683" y="170185"/>
                  </a:lnTo>
                  <a:lnTo>
                    <a:pt x="82323" y="171981"/>
                  </a:lnTo>
                  <a:lnTo>
                    <a:pt x="87113" y="173328"/>
                  </a:lnTo>
                  <a:lnTo>
                    <a:pt x="82024" y="183207"/>
                  </a:lnTo>
                  <a:lnTo>
                    <a:pt x="77982" y="181859"/>
                  </a:lnTo>
                  <a:lnTo>
                    <a:pt x="73791" y="180363"/>
                  </a:lnTo>
                  <a:lnTo>
                    <a:pt x="69900" y="178716"/>
                  </a:lnTo>
                  <a:lnTo>
                    <a:pt x="66008" y="176770"/>
                  </a:lnTo>
                  <a:lnTo>
                    <a:pt x="69002" y="165844"/>
                  </a:lnTo>
                  <a:close/>
                  <a:moveTo>
                    <a:pt x="140398" y="165844"/>
                  </a:moveTo>
                  <a:lnTo>
                    <a:pt x="143392" y="176621"/>
                  </a:lnTo>
                  <a:lnTo>
                    <a:pt x="139500" y="178567"/>
                  </a:lnTo>
                  <a:lnTo>
                    <a:pt x="135609" y="180363"/>
                  </a:lnTo>
                  <a:lnTo>
                    <a:pt x="131567" y="181859"/>
                  </a:lnTo>
                  <a:lnTo>
                    <a:pt x="127376" y="183207"/>
                  </a:lnTo>
                  <a:lnTo>
                    <a:pt x="122437" y="173328"/>
                  </a:lnTo>
                  <a:lnTo>
                    <a:pt x="127077" y="171981"/>
                  </a:lnTo>
                  <a:lnTo>
                    <a:pt x="131717" y="170185"/>
                  </a:lnTo>
                  <a:lnTo>
                    <a:pt x="136058" y="168239"/>
                  </a:lnTo>
                  <a:lnTo>
                    <a:pt x="140398" y="165844"/>
                  </a:lnTo>
                  <a:close/>
                  <a:moveTo>
                    <a:pt x="89358" y="172280"/>
                  </a:moveTo>
                  <a:lnTo>
                    <a:pt x="89358" y="172879"/>
                  </a:lnTo>
                  <a:lnTo>
                    <a:pt x="89508" y="173927"/>
                  </a:lnTo>
                  <a:lnTo>
                    <a:pt x="90106" y="185152"/>
                  </a:lnTo>
                  <a:lnTo>
                    <a:pt x="86514" y="184404"/>
                  </a:lnTo>
                  <a:lnTo>
                    <a:pt x="83071" y="183506"/>
                  </a:lnTo>
                  <a:lnTo>
                    <a:pt x="84568" y="183656"/>
                  </a:lnTo>
                  <a:lnTo>
                    <a:pt x="85466" y="183805"/>
                  </a:lnTo>
                  <a:lnTo>
                    <a:pt x="86364" y="183955"/>
                  </a:lnTo>
                  <a:lnTo>
                    <a:pt x="86514" y="183805"/>
                  </a:lnTo>
                  <a:lnTo>
                    <a:pt x="84419" y="183356"/>
                  </a:lnTo>
                  <a:lnTo>
                    <a:pt x="83221" y="183207"/>
                  </a:lnTo>
                  <a:lnTo>
                    <a:pt x="83670" y="182309"/>
                  </a:lnTo>
                  <a:lnTo>
                    <a:pt x="85017" y="182458"/>
                  </a:lnTo>
                  <a:lnTo>
                    <a:pt x="85915" y="182608"/>
                  </a:lnTo>
                  <a:lnTo>
                    <a:pt x="86963" y="182758"/>
                  </a:lnTo>
                  <a:lnTo>
                    <a:pt x="86963" y="182608"/>
                  </a:lnTo>
                  <a:lnTo>
                    <a:pt x="85915" y="182309"/>
                  </a:lnTo>
                  <a:lnTo>
                    <a:pt x="85017" y="182159"/>
                  </a:lnTo>
                  <a:lnTo>
                    <a:pt x="83820" y="182009"/>
                  </a:lnTo>
                  <a:lnTo>
                    <a:pt x="84119" y="181261"/>
                  </a:lnTo>
                  <a:lnTo>
                    <a:pt x="85616" y="181560"/>
                  </a:lnTo>
                  <a:lnTo>
                    <a:pt x="86963" y="181560"/>
                  </a:lnTo>
                  <a:lnTo>
                    <a:pt x="86963" y="181410"/>
                  </a:lnTo>
                  <a:lnTo>
                    <a:pt x="85317" y="181111"/>
                  </a:lnTo>
                  <a:lnTo>
                    <a:pt x="84269" y="180961"/>
                  </a:lnTo>
                  <a:lnTo>
                    <a:pt x="84868" y="179914"/>
                  </a:lnTo>
                  <a:lnTo>
                    <a:pt x="86215" y="180213"/>
                  </a:lnTo>
                  <a:lnTo>
                    <a:pt x="87712" y="180213"/>
                  </a:lnTo>
                  <a:lnTo>
                    <a:pt x="87712" y="180063"/>
                  </a:lnTo>
                  <a:lnTo>
                    <a:pt x="86813" y="179914"/>
                  </a:lnTo>
                  <a:lnTo>
                    <a:pt x="85915" y="179764"/>
                  </a:lnTo>
                  <a:lnTo>
                    <a:pt x="85017" y="179614"/>
                  </a:lnTo>
                  <a:lnTo>
                    <a:pt x="85466" y="178716"/>
                  </a:lnTo>
                  <a:lnTo>
                    <a:pt x="86364" y="179016"/>
                  </a:lnTo>
                  <a:lnTo>
                    <a:pt x="87113" y="179165"/>
                  </a:lnTo>
                  <a:lnTo>
                    <a:pt x="87861" y="179165"/>
                  </a:lnTo>
                  <a:lnTo>
                    <a:pt x="87861" y="179016"/>
                  </a:lnTo>
                  <a:lnTo>
                    <a:pt x="85915" y="178716"/>
                  </a:lnTo>
                  <a:lnTo>
                    <a:pt x="85466" y="178567"/>
                  </a:lnTo>
                  <a:lnTo>
                    <a:pt x="85915" y="177818"/>
                  </a:lnTo>
                  <a:lnTo>
                    <a:pt x="86364" y="177968"/>
                  </a:lnTo>
                  <a:lnTo>
                    <a:pt x="87113" y="177968"/>
                  </a:lnTo>
                  <a:lnTo>
                    <a:pt x="88011" y="178118"/>
                  </a:lnTo>
                  <a:lnTo>
                    <a:pt x="88011" y="177968"/>
                  </a:lnTo>
                  <a:lnTo>
                    <a:pt x="86813" y="177668"/>
                  </a:lnTo>
                  <a:lnTo>
                    <a:pt x="86065" y="177668"/>
                  </a:lnTo>
                  <a:lnTo>
                    <a:pt x="86364" y="176920"/>
                  </a:lnTo>
                  <a:lnTo>
                    <a:pt x="87262" y="177070"/>
                  </a:lnTo>
                  <a:lnTo>
                    <a:pt x="88161" y="177070"/>
                  </a:lnTo>
                  <a:lnTo>
                    <a:pt x="88161" y="176920"/>
                  </a:lnTo>
                  <a:lnTo>
                    <a:pt x="87412" y="176770"/>
                  </a:lnTo>
                  <a:lnTo>
                    <a:pt x="86514" y="176621"/>
                  </a:lnTo>
                  <a:lnTo>
                    <a:pt x="86813" y="175872"/>
                  </a:lnTo>
                  <a:lnTo>
                    <a:pt x="87562" y="176022"/>
                  </a:lnTo>
                  <a:lnTo>
                    <a:pt x="88310" y="176022"/>
                  </a:lnTo>
                  <a:lnTo>
                    <a:pt x="88310" y="175872"/>
                  </a:lnTo>
                  <a:lnTo>
                    <a:pt x="87113" y="175723"/>
                  </a:lnTo>
                  <a:lnTo>
                    <a:pt x="86963" y="175723"/>
                  </a:lnTo>
                  <a:lnTo>
                    <a:pt x="87262" y="174974"/>
                  </a:lnTo>
                  <a:lnTo>
                    <a:pt x="88610" y="175124"/>
                  </a:lnTo>
                  <a:lnTo>
                    <a:pt x="88610" y="174974"/>
                  </a:lnTo>
                  <a:lnTo>
                    <a:pt x="87412" y="174825"/>
                  </a:lnTo>
                  <a:lnTo>
                    <a:pt x="87712" y="174226"/>
                  </a:lnTo>
                  <a:lnTo>
                    <a:pt x="88011" y="174226"/>
                  </a:lnTo>
                  <a:lnTo>
                    <a:pt x="88909" y="174076"/>
                  </a:lnTo>
                  <a:lnTo>
                    <a:pt x="89059" y="174076"/>
                  </a:lnTo>
                  <a:lnTo>
                    <a:pt x="88909" y="173927"/>
                  </a:lnTo>
                  <a:lnTo>
                    <a:pt x="87861" y="173927"/>
                  </a:lnTo>
                  <a:lnTo>
                    <a:pt x="88011" y="173627"/>
                  </a:lnTo>
                  <a:lnTo>
                    <a:pt x="88161" y="173178"/>
                  </a:lnTo>
                  <a:lnTo>
                    <a:pt x="88909" y="173178"/>
                  </a:lnTo>
                  <a:lnTo>
                    <a:pt x="88909" y="173028"/>
                  </a:lnTo>
                  <a:lnTo>
                    <a:pt x="88310" y="173028"/>
                  </a:lnTo>
                  <a:lnTo>
                    <a:pt x="88460" y="172729"/>
                  </a:lnTo>
                  <a:lnTo>
                    <a:pt x="88610" y="172280"/>
                  </a:lnTo>
                  <a:close/>
                  <a:moveTo>
                    <a:pt x="120790" y="172280"/>
                  </a:moveTo>
                  <a:lnTo>
                    <a:pt x="120940" y="172729"/>
                  </a:lnTo>
                  <a:lnTo>
                    <a:pt x="121090" y="173028"/>
                  </a:lnTo>
                  <a:lnTo>
                    <a:pt x="120491" y="173028"/>
                  </a:lnTo>
                  <a:lnTo>
                    <a:pt x="120491" y="173178"/>
                  </a:lnTo>
                  <a:lnTo>
                    <a:pt x="121239" y="173178"/>
                  </a:lnTo>
                  <a:lnTo>
                    <a:pt x="121389" y="173627"/>
                  </a:lnTo>
                  <a:lnTo>
                    <a:pt x="121539" y="173927"/>
                  </a:lnTo>
                  <a:lnTo>
                    <a:pt x="120491" y="173927"/>
                  </a:lnTo>
                  <a:lnTo>
                    <a:pt x="120491" y="174076"/>
                  </a:lnTo>
                  <a:lnTo>
                    <a:pt x="121389" y="174226"/>
                  </a:lnTo>
                  <a:lnTo>
                    <a:pt x="121688" y="174226"/>
                  </a:lnTo>
                  <a:lnTo>
                    <a:pt x="121988" y="174825"/>
                  </a:lnTo>
                  <a:lnTo>
                    <a:pt x="120790" y="174974"/>
                  </a:lnTo>
                  <a:lnTo>
                    <a:pt x="120790" y="175124"/>
                  </a:lnTo>
                  <a:lnTo>
                    <a:pt x="122138" y="174974"/>
                  </a:lnTo>
                  <a:lnTo>
                    <a:pt x="122437" y="175723"/>
                  </a:lnTo>
                  <a:lnTo>
                    <a:pt x="122287" y="175723"/>
                  </a:lnTo>
                  <a:lnTo>
                    <a:pt x="121090" y="175872"/>
                  </a:lnTo>
                  <a:lnTo>
                    <a:pt x="121090" y="176022"/>
                  </a:lnTo>
                  <a:lnTo>
                    <a:pt x="121838" y="176022"/>
                  </a:lnTo>
                  <a:lnTo>
                    <a:pt x="122587" y="175872"/>
                  </a:lnTo>
                  <a:lnTo>
                    <a:pt x="122886" y="176621"/>
                  </a:lnTo>
                  <a:lnTo>
                    <a:pt x="122138" y="176770"/>
                  </a:lnTo>
                  <a:lnTo>
                    <a:pt x="121239" y="176920"/>
                  </a:lnTo>
                  <a:lnTo>
                    <a:pt x="121239" y="177070"/>
                  </a:lnTo>
                  <a:lnTo>
                    <a:pt x="122138" y="177070"/>
                  </a:lnTo>
                  <a:lnTo>
                    <a:pt x="123036" y="176920"/>
                  </a:lnTo>
                  <a:lnTo>
                    <a:pt x="123485" y="177668"/>
                  </a:lnTo>
                  <a:lnTo>
                    <a:pt x="122736" y="177668"/>
                  </a:lnTo>
                  <a:lnTo>
                    <a:pt x="121389" y="177968"/>
                  </a:lnTo>
                  <a:lnTo>
                    <a:pt x="121389" y="178118"/>
                  </a:lnTo>
                  <a:lnTo>
                    <a:pt x="122287" y="177968"/>
                  </a:lnTo>
                  <a:lnTo>
                    <a:pt x="123185" y="177968"/>
                  </a:lnTo>
                  <a:lnTo>
                    <a:pt x="123634" y="177818"/>
                  </a:lnTo>
                  <a:lnTo>
                    <a:pt x="123934" y="178567"/>
                  </a:lnTo>
                  <a:lnTo>
                    <a:pt x="123485" y="178716"/>
                  </a:lnTo>
                  <a:lnTo>
                    <a:pt x="121539" y="179016"/>
                  </a:lnTo>
                  <a:lnTo>
                    <a:pt x="121539" y="179165"/>
                  </a:lnTo>
                  <a:lnTo>
                    <a:pt x="122287" y="179165"/>
                  </a:lnTo>
                  <a:lnTo>
                    <a:pt x="123036" y="179016"/>
                  </a:lnTo>
                  <a:lnTo>
                    <a:pt x="124083" y="178716"/>
                  </a:lnTo>
                  <a:lnTo>
                    <a:pt x="124532" y="179614"/>
                  </a:lnTo>
                  <a:lnTo>
                    <a:pt x="123634" y="179764"/>
                  </a:lnTo>
                  <a:lnTo>
                    <a:pt x="122736" y="179914"/>
                  </a:lnTo>
                  <a:lnTo>
                    <a:pt x="121838" y="180063"/>
                  </a:lnTo>
                  <a:lnTo>
                    <a:pt x="121838" y="180213"/>
                  </a:lnTo>
                  <a:lnTo>
                    <a:pt x="123185" y="180213"/>
                  </a:lnTo>
                  <a:lnTo>
                    <a:pt x="124532" y="179914"/>
                  </a:lnTo>
                  <a:lnTo>
                    <a:pt x="125131" y="180961"/>
                  </a:lnTo>
                  <a:lnTo>
                    <a:pt x="124233" y="181111"/>
                  </a:lnTo>
                  <a:lnTo>
                    <a:pt x="122437" y="181410"/>
                  </a:lnTo>
                  <a:lnTo>
                    <a:pt x="122437" y="181560"/>
                  </a:lnTo>
                  <a:lnTo>
                    <a:pt x="123784" y="181560"/>
                  </a:lnTo>
                  <a:lnTo>
                    <a:pt x="125281" y="181261"/>
                  </a:lnTo>
                  <a:lnTo>
                    <a:pt x="125730" y="182009"/>
                  </a:lnTo>
                  <a:lnTo>
                    <a:pt x="124383" y="182159"/>
                  </a:lnTo>
                  <a:lnTo>
                    <a:pt x="123485" y="182309"/>
                  </a:lnTo>
                  <a:lnTo>
                    <a:pt x="122437" y="182608"/>
                  </a:lnTo>
                  <a:lnTo>
                    <a:pt x="122437" y="182758"/>
                  </a:lnTo>
                  <a:lnTo>
                    <a:pt x="122587" y="182758"/>
                  </a:lnTo>
                  <a:lnTo>
                    <a:pt x="123485" y="182608"/>
                  </a:lnTo>
                  <a:lnTo>
                    <a:pt x="124383" y="182458"/>
                  </a:lnTo>
                  <a:lnTo>
                    <a:pt x="125730" y="182309"/>
                  </a:lnTo>
                  <a:lnTo>
                    <a:pt x="126179" y="183207"/>
                  </a:lnTo>
                  <a:lnTo>
                    <a:pt x="124981" y="183356"/>
                  </a:lnTo>
                  <a:lnTo>
                    <a:pt x="123036" y="183805"/>
                  </a:lnTo>
                  <a:lnTo>
                    <a:pt x="122886" y="183805"/>
                  </a:lnTo>
                  <a:lnTo>
                    <a:pt x="123036" y="183955"/>
                  </a:lnTo>
                  <a:lnTo>
                    <a:pt x="123934" y="183805"/>
                  </a:lnTo>
                  <a:lnTo>
                    <a:pt x="124832" y="183656"/>
                  </a:lnTo>
                  <a:lnTo>
                    <a:pt x="126329" y="183506"/>
                  </a:lnTo>
                  <a:lnTo>
                    <a:pt x="126478" y="183506"/>
                  </a:lnTo>
                  <a:lnTo>
                    <a:pt x="122886" y="184404"/>
                  </a:lnTo>
                  <a:lnTo>
                    <a:pt x="119294" y="185152"/>
                  </a:lnTo>
                  <a:lnTo>
                    <a:pt x="120042" y="173927"/>
                  </a:lnTo>
                  <a:lnTo>
                    <a:pt x="120042" y="172879"/>
                  </a:lnTo>
                  <a:lnTo>
                    <a:pt x="120042" y="172280"/>
                  </a:lnTo>
                  <a:close/>
                  <a:moveTo>
                    <a:pt x="90406" y="174076"/>
                  </a:moveTo>
                  <a:lnTo>
                    <a:pt x="94746" y="174825"/>
                  </a:lnTo>
                  <a:lnTo>
                    <a:pt x="99237" y="175274"/>
                  </a:lnTo>
                  <a:lnTo>
                    <a:pt x="100883" y="186350"/>
                  </a:lnTo>
                  <a:lnTo>
                    <a:pt x="95944" y="185901"/>
                  </a:lnTo>
                  <a:lnTo>
                    <a:pt x="91154" y="185302"/>
                  </a:lnTo>
                  <a:lnTo>
                    <a:pt x="90406" y="174076"/>
                  </a:lnTo>
                  <a:close/>
                  <a:moveTo>
                    <a:pt x="118994" y="174076"/>
                  </a:moveTo>
                  <a:lnTo>
                    <a:pt x="118246" y="185302"/>
                  </a:lnTo>
                  <a:lnTo>
                    <a:pt x="113756" y="185901"/>
                  </a:lnTo>
                  <a:lnTo>
                    <a:pt x="109265" y="186350"/>
                  </a:lnTo>
                  <a:lnTo>
                    <a:pt x="110762" y="175274"/>
                  </a:lnTo>
                  <a:lnTo>
                    <a:pt x="114953" y="174825"/>
                  </a:lnTo>
                  <a:lnTo>
                    <a:pt x="118994" y="174076"/>
                  </a:lnTo>
                  <a:close/>
                  <a:moveTo>
                    <a:pt x="15716" y="108218"/>
                  </a:moveTo>
                  <a:lnTo>
                    <a:pt x="19608" y="108816"/>
                  </a:lnTo>
                  <a:lnTo>
                    <a:pt x="20057" y="113905"/>
                  </a:lnTo>
                  <a:lnTo>
                    <a:pt x="20805" y="118845"/>
                  </a:lnTo>
                  <a:lnTo>
                    <a:pt x="21703" y="123635"/>
                  </a:lnTo>
                  <a:lnTo>
                    <a:pt x="22901" y="128424"/>
                  </a:lnTo>
                  <a:lnTo>
                    <a:pt x="24398" y="133064"/>
                  </a:lnTo>
                  <a:lnTo>
                    <a:pt x="26194" y="137555"/>
                  </a:lnTo>
                  <a:lnTo>
                    <a:pt x="28140" y="141895"/>
                  </a:lnTo>
                  <a:lnTo>
                    <a:pt x="30385" y="146236"/>
                  </a:lnTo>
                  <a:lnTo>
                    <a:pt x="32780" y="150277"/>
                  </a:lnTo>
                  <a:lnTo>
                    <a:pt x="35474" y="154319"/>
                  </a:lnTo>
                  <a:lnTo>
                    <a:pt x="38318" y="158061"/>
                  </a:lnTo>
                  <a:lnTo>
                    <a:pt x="41461" y="161653"/>
                  </a:lnTo>
                  <a:lnTo>
                    <a:pt x="44754" y="165095"/>
                  </a:lnTo>
                  <a:lnTo>
                    <a:pt x="48196" y="168388"/>
                  </a:lnTo>
                  <a:lnTo>
                    <a:pt x="51938" y="171382"/>
                  </a:lnTo>
                  <a:lnTo>
                    <a:pt x="55680" y="174376"/>
                  </a:lnTo>
                  <a:lnTo>
                    <a:pt x="56129" y="174675"/>
                  </a:lnTo>
                  <a:lnTo>
                    <a:pt x="57177" y="175573"/>
                  </a:lnTo>
                  <a:lnTo>
                    <a:pt x="58375" y="176321"/>
                  </a:lnTo>
                  <a:lnTo>
                    <a:pt x="61218" y="177968"/>
                  </a:lnTo>
                  <a:lnTo>
                    <a:pt x="64661" y="179764"/>
                  </a:lnTo>
                  <a:lnTo>
                    <a:pt x="64960" y="179914"/>
                  </a:lnTo>
                  <a:lnTo>
                    <a:pt x="64960" y="180063"/>
                  </a:lnTo>
                  <a:lnTo>
                    <a:pt x="65110" y="180063"/>
                  </a:lnTo>
                  <a:lnTo>
                    <a:pt x="68852" y="181859"/>
                  </a:lnTo>
                  <a:lnTo>
                    <a:pt x="72594" y="183656"/>
                  </a:lnTo>
                  <a:lnTo>
                    <a:pt x="76486" y="185003"/>
                  </a:lnTo>
                  <a:lnTo>
                    <a:pt x="80527" y="186350"/>
                  </a:lnTo>
                  <a:lnTo>
                    <a:pt x="80976" y="186500"/>
                  </a:lnTo>
                  <a:lnTo>
                    <a:pt x="82323" y="186949"/>
                  </a:lnTo>
                  <a:lnTo>
                    <a:pt x="83820" y="187398"/>
                  </a:lnTo>
                  <a:lnTo>
                    <a:pt x="86963" y="187996"/>
                  </a:lnTo>
                  <a:lnTo>
                    <a:pt x="90555" y="188745"/>
                  </a:lnTo>
                  <a:lnTo>
                    <a:pt x="94148" y="189194"/>
                  </a:lnTo>
                  <a:lnTo>
                    <a:pt x="97740" y="189643"/>
                  </a:lnTo>
                  <a:lnTo>
                    <a:pt x="101482" y="189792"/>
                  </a:lnTo>
                  <a:lnTo>
                    <a:pt x="102081" y="193684"/>
                  </a:lnTo>
                  <a:lnTo>
                    <a:pt x="97740" y="193534"/>
                  </a:lnTo>
                  <a:lnTo>
                    <a:pt x="93399" y="193085"/>
                  </a:lnTo>
                  <a:lnTo>
                    <a:pt x="89208" y="192487"/>
                  </a:lnTo>
                  <a:lnTo>
                    <a:pt x="85017" y="191589"/>
                  </a:lnTo>
                  <a:lnTo>
                    <a:pt x="80976" y="190541"/>
                  </a:lnTo>
                  <a:lnTo>
                    <a:pt x="76935" y="189343"/>
                  </a:lnTo>
                  <a:lnTo>
                    <a:pt x="72893" y="187996"/>
                  </a:lnTo>
                  <a:lnTo>
                    <a:pt x="69151" y="186350"/>
                  </a:lnTo>
                  <a:lnTo>
                    <a:pt x="65409" y="184554"/>
                  </a:lnTo>
                  <a:lnTo>
                    <a:pt x="61667" y="182758"/>
                  </a:lnTo>
                  <a:lnTo>
                    <a:pt x="58075" y="180662"/>
                  </a:lnTo>
                  <a:lnTo>
                    <a:pt x="54633" y="178417"/>
                  </a:lnTo>
                  <a:lnTo>
                    <a:pt x="51340" y="176022"/>
                  </a:lnTo>
                  <a:lnTo>
                    <a:pt x="48196" y="173477"/>
                  </a:lnTo>
                  <a:lnTo>
                    <a:pt x="45053" y="170783"/>
                  </a:lnTo>
                  <a:lnTo>
                    <a:pt x="42060" y="167939"/>
                  </a:lnTo>
                  <a:lnTo>
                    <a:pt x="39216" y="164946"/>
                  </a:lnTo>
                  <a:lnTo>
                    <a:pt x="36522" y="161952"/>
                  </a:lnTo>
                  <a:lnTo>
                    <a:pt x="33977" y="158809"/>
                  </a:lnTo>
                  <a:lnTo>
                    <a:pt x="31582" y="155366"/>
                  </a:lnTo>
                  <a:lnTo>
                    <a:pt x="29187" y="152073"/>
                  </a:lnTo>
                  <a:lnTo>
                    <a:pt x="27092" y="148481"/>
                  </a:lnTo>
                  <a:lnTo>
                    <a:pt x="25146" y="144889"/>
                  </a:lnTo>
                  <a:lnTo>
                    <a:pt x="23350" y="141147"/>
                  </a:lnTo>
                  <a:lnTo>
                    <a:pt x="21853" y="137255"/>
                  </a:lnTo>
                  <a:lnTo>
                    <a:pt x="20356" y="133364"/>
                  </a:lnTo>
                  <a:lnTo>
                    <a:pt x="19159" y="129322"/>
                  </a:lnTo>
                  <a:lnTo>
                    <a:pt x="18111" y="125281"/>
                  </a:lnTo>
                  <a:lnTo>
                    <a:pt x="17213" y="121090"/>
                  </a:lnTo>
                  <a:lnTo>
                    <a:pt x="16465" y="116899"/>
                  </a:lnTo>
                  <a:lnTo>
                    <a:pt x="16016" y="112558"/>
                  </a:lnTo>
                  <a:lnTo>
                    <a:pt x="15716" y="108218"/>
                  </a:lnTo>
                  <a:close/>
                  <a:moveTo>
                    <a:pt x="193684" y="107469"/>
                  </a:moveTo>
                  <a:lnTo>
                    <a:pt x="193534" y="111810"/>
                  </a:lnTo>
                  <a:lnTo>
                    <a:pt x="193085" y="116001"/>
                  </a:lnTo>
                  <a:lnTo>
                    <a:pt x="192337" y="120342"/>
                  </a:lnTo>
                  <a:lnTo>
                    <a:pt x="191588" y="124383"/>
                  </a:lnTo>
                  <a:lnTo>
                    <a:pt x="190541" y="128574"/>
                  </a:lnTo>
                  <a:lnTo>
                    <a:pt x="189343" y="132615"/>
                  </a:lnTo>
                  <a:lnTo>
                    <a:pt x="187846" y="136507"/>
                  </a:lnTo>
                  <a:lnTo>
                    <a:pt x="186350" y="140399"/>
                  </a:lnTo>
                  <a:lnTo>
                    <a:pt x="184553" y="144140"/>
                  </a:lnTo>
                  <a:lnTo>
                    <a:pt x="182608" y="147733"/>
                  </a:lnTo>
                  <a:lnTo>
                    <a:pt x="180512" y="151325"/>
                  </a:lnTo>
                  <a:lnTo>
                    <a:pt x="178267" y="154768"/>
                  </a:lnTo>
                  <a:lnTo>
                    <a:pt x="175872" y="158061"/>
                  </a:lnTo>
                  <a:lnTo>
                    <a:pt x="173477" y="161354"/>
                  </a:lnTo>
                  <a:lnTo>
                    <a:pt x="170783" y="164347"/>
                  </a:lnTo>
                  <a:lnTo>
                    <a:pt x="167939" y="167341"/>
                  </a:lnTo>
                  <a:lnTo>
                    <a:pt x="164946" y="170185"/>
                  </a:lnTo>
                  <a:lnTo>
                    <a:pt x="161952" y="172879"/>
                  </a:lnTo>
                  <a:lnTo>
                    <a:pt x="158659" y="175573"/>
                  </a:lnTo>
                  <a:lnTo>
                    <a:pt x="155366" y="177968"/>
                  </a:lnTo>
                  <a:lnTo>
                    <a:pt x="151924" y="180213"/>
                  </a:lnTo>
                  <a:lnTo>
                    <a:pt x="148481" y="182309"/>
                  </a:lnTo>
                  <a:lnTo>
                    <a:pt x="144739" y="184254"/>
                  </a:lnTo>
                  <a:lnTo>
                    <a:pt x="140997" y="186050"/>
                  </a:lnTo>
                  <a:lnTo>
                    <a:pt x="137255" y="187697"/>
                  </a:lnTo>
                  <a:lnTo>
                    <a:pt x="133214" y="189044"/>
                  </a:lnTo>
                  <a:lnTo>
                    <a:pt x="129322" y="190391"/>
                  </a:lnTo>
                  <a:lnTo>
                    <a:pt x="125131" y="191439"/>
                  </a:lnTo>
                  <a:lnTo>
                    <a:pt x="121090" y="192337"/>
                  </a:lnTo>
                  <a:lnTo>
                    <a:pt x="116899" y="192936"/>
                  </a:lnTo>
                  <a:lnTo>
                    <a:pt x="112558" y="193385"/>
                  </a:lnTo>
                  <a:lnTo>
                    <a:pt x="108217" y="193684"/>
                  </a:lnTo>
                  <a:lnTo>
                    <a:pt x="108816" y="189792"/>
                  </a:lnTo>
                  <a:lnTo>
                    <a:pt x="112109" y="189493"/>
                  </a:lnTo>
                  <a:lnTo>
                    <a:pt x="115552" y="189194"/>
                  </a:lnTo>
                  <a:lnTo>
                    <a:pt x="118845" y="188745"/>
                  </a:lnTo>
                  <a:lnTo>
                    <a:pt x="122138" y="187996"/>
                  </a:lnTo>
                  <a:lnTo>
                    <a:pt x="125430" y="187398"/>
                  </a:lnTo>
                  <a:lnTo>
                    <a:pt x="127077" y="186949"/>
                  </a:lnTo>
                  <a:lnTo>
                    <a:pt x="128424" y="186500"/>
                  </a:lnTo>
                  <a:lnTo>
                    <a:pt x="128873" y="186350"/>
                  </a:lnTo>
                  <a:lnTo>
                    <a:pt x="132615" y="185152"/>
                  </a:lnTo>
                  <a:lnTo>
                    <a:pt x="136357" y="183805"/>
                  </a:lnTo>
                  <a:lnTo>
                    <a:pt x="139949" y="182309"/>
                  </a:lnTo>
                  <a:lnTo>
                    <a:pt x="143392" y="180512"/>
                  </a:lnTo>
                  <a:lnTo>
                    <a:pt x="144290" y="180063"/>
                  </a:lnTo>
                  <a:lnTo>
                    <a:pt x="144889" y="179764"/>
                  </a:lnTo>
                  <a:lnTo>
                    <a:pt x="148182" y="177968"/>
                  </a:lnTo>
                  <a:lnTo>
                    <a:pt x="151025" y="176321"/>
                  </a:lnTo>
                  <a:lnTo>
                    <a:pt x="152223" y="175573"/>
                  </a:lnTo>
                  <a:lnTo>
                    <a:pt x="153420" y="174675"/>
                  </a:lnTo>
                  <a:lnTo>
                    <a:pt x="153869" y="174376"/>
                  </a:lnTo>
                  <a:lnTo>
                    <a:pt x="153720" y="174226"/>
                  </a:lnTo>
                  <a:lnTo>
                    <a:pt x="156863" y="171981"/>
                  </a:lnTo>
                  <a:lnTo>
                    <a:pt x="160006" y="169436"/>
                  </a:lnTo>
                  <a:lnTo>
                    <a:pt x="161952" y="167790"/>
                  </a:lnTo>
                  <a:lnTo>
                    <a:pt x="164047" y="165694"/>
                  </a:lnTo>
                  <a:lnTo>
                    <a:pt x="165993" y="163748"/>
                  </a:lnTo>
                  <a:lnTo>
                    <a:pt x="168089" y="161503"/>
                  </a:lnTo>
                  <a:lnTo>
                    <a:pt x="169885" y="159408"/>
                  </a:lnTo>
                  <a:lnTo>
                    <a:pt x="170633" y="158510"/>
                  </a:lnTo>
                  <a:lnTo>
                    <a:pt x="172579" y="156115"/>
                  </a:lnTo>
                  <a:lnTo>
                    <a:pt x="173777" y="154468"/>
                  </a:lnTo>
                  <a:lnTo>
                    <a:pt x="174226" y="153870"/>
                  </a:lnTo>
                  <a:lnTo>
                    <a:pt x="175872" y="151325"/>
                  </a:lnTo>
                  <a:lnTo>
                    <a:pt x="177519" y="148781"/>
                  </a:lnTo>
                  <a:lnTo>
                    <a:pt x="179015" y="146236"/>
                  </a:lnTo>
                  <a:lnTo>
                    <a:pt x="180362" y="143542"/>
                  </a:lnTo>
                  <a:lnTo>
                    <a:pt x="181710" y="140848"/>
                  </a:lnTo>
                  <a:lnTo>
                    <a:pt x="183057" y="138153"/>
                  </a:lnTo>
                  <a:lnTo>
                    <a:pt x="184104" y="135309"/>
                  </a:lnTo>
                  <a:lnTo>
                    <a:pt x="185152" y="132466"/>
                  </a:lnTo>
                  <a:lnTo>
                    <a:pt x="186200" y="129472"/>
                  </a:lnTo>
                  <a:lnTo>
                    <a:pt x="186948" y="126478"/>
                  </a:lnTo>
                  <a:lnTo>
                    <a:pt x="187697" y="123485"/>
                  </a:lnTo>
                  <a:lnTo>
                    <a:pt x="188295" y="120491"/>
                  </a:lnTo>
                  <a:lnTo>
                    <a:pt x="188894" y="117498"/>
                  </a:lnTo>
                  <a:lnTo>
                    <a:pt x="189343" y="114354"/>
                  </a:lnTo>
                  <a:lnTo>
                    <a:pt x="189642" y="111211"/>
                  </a:lnTo>
                  <a:lnTo>
                    <a:pt x="189792" y="108068"/>
                  </a:lnTo>
                  <a:lnTo>
                    <a:pt x="193684" y="107469"/>
                  </a:lnTo>
                  <a:close/>
                  <a:moveTo>
                    <a:pt x="104925" y="105972"/>
                  </a:moveTo>
                  <a:lnTo>
                    <a:pt x="105523" y="106571"/>
                  </a:lnTo>
                  <a:lnTo>
                    <a:pt x="107020" y="108068"/>
                  </a:lnTo>
                  <a:lnTo>
                    <a:pt x="107170" y="108218"/>
                  </a:lnTo>
                  <a:lnTo>
                    <a:pt x="108217" y="109265"/>
                  </a:lnTo>
                  <a:lnTo>
                    <a:pt x="108367" y="109415"/>
                  </a:lnTo>
                  <a:lnTo>
                    <a:pt x="104925" y="109415"/>
                  </a:lnTo>
                  <a:lnTo>
                    <a:pt x="104775" y="109565"/>
                  </a:lnTo>
                  <a:lnTo>
                    <a:pt x="103278" y="109565"/>
                  </a:lnTo>
                  <a:lnTo>
                    <a:pt x="102679" y="109714"/>
                  </a:lnTo>
                  <a:lnTo>
                    <a:pt x="102530" y="109714"/>
                  </a:lnTo>
                  <a:lnTo>
                    <a:pt x="102530" y="109864"/>
                  </a:lnTo>
                  <a:lnTo>
                    <a:pt x="102530" y="110014"/>
                  </a:lnTo>
                  <a:lnTo>
                    <a:pt x="102679" y="110014"/>
                  </a:lnTo>
                  <a:lnTo>
                    <a:pt x="103877" y="110163"/>
                  </a:lnTo>
                  <a:lnTo>
                    <a:pt x="104326" y="110163"/>
                  </a:lnTo>
                  <a:lnTo>
                    <a:pt x="105523" y="110313"/>
                  </a:lnTo>
                  <a:lnTo>
                    <a:pt x="109265" y="110313"/>
                  </a:lnTo>
                  <a:lnTo>
                    <a:pt x="110612" y="111511"/>
                  </a:lnTo>
                  <a:lnTo>
                    <a:pt x="110612" y="111660"/>
                  </a:lnTo>
                  <a:lnTo>
                    <a:pt x="111361" y="112259"/>
                  </a:lnTo>
                  <a:lnTo>
                    <a:pt x="111510" y="112409"/>
                  </a:lnTo>
                  <a:lnTo>
                    <a:pt x="111959" y="112858"/>
                  </a:lnTo>
                  <a:lnTo>
                    <a:pt x="109265" y="112708"/>
                  </a:lnTo>
                  <a:lnTo>
                    <a:pt x="106571" y="112558"/>
                  </a:lnTo>
                  <a:lnTo>
                    <a:pt x="106421" y="112558"/>
                  </a:lnTo>
                  <a:lnTo>
                    <a:pt x="105673" y="112708"/>
                  </a:lnTo>
                  <a:lnTo>
                    <a:pt x="104326" y="112708"/>
                  </a:lnTo>
                  <a:lnTo>
                    <a:pt x="103278" y="112858"/>
                  </a:lnTo>
                  <a:lnTo>
                    <a:pt x="102979" y="112858"/>
                  </a:lnTo>
                  <a:lnTo>
                    <a:pt x="101781" y="113007"/>
                  </a:lnTo>
                  <a:lnTo>
                    <a:pt x="101781" y="113157"/>
                  </a:lnTo>
                  <a:lnTo>
                    <a:pt x="103727" y="113456"/>
                  </a:lnTo>
                  <a:lnTo>
                    <a:pt x="104475" y="113456"/>
                  </a:lnTo>
                  <a:lnTo>
                    <a:pt x="105673" y="113606"/>
                  </a:lnTo>
                  <a:lnTo>
                    <a:pt x="109116" y="113456"/>
                  </a:lnTo>
                  <a:lnTo>
                    <a:pt x="112408" y="113307"/>
                  </a:lnTo>
                  <a:lnTo>
                    <a:pt x="115851" y="116600"/>
                  </a:lnTo>
                  <a:lnTo>
                    <a:pt x="116599" y="117198"/>
                  </a:lnTo>
                  <a:lnTo>
                    <a:pt x="117048" y="117647"/>
                  </a:lnTo>
                  <a:lnTo>
                    <a:pt x="116749" y="119444"/>
                  </a:lnTo>
                  <a:lnTo>
                    <a:pt x="116300" y="119294"/>
                  </a:lnTo>
                  <a:lnTo>
                    <a:pt x="115552" y="119294"/>
                  </a:lnTo>
                  <a:lnTo>
                    <a:pt x="113157" y="119144"/>
                  </a:lnTo>
                  <a:lnTo>
                    <a:pt x="110762" y="119144"/>
                  </a:lnTo>
                  <a:lnTo>
                    <a:pt x="105972" y="119294"/>
                  </a:lnTo>
                  <a:lnTo>
                    <a:pt x="103577" y="119294"/>
                  </a:lnTo>
                  <a:lnTo>
                    <a:pt x="103428" y="119444"/>
                  </a:lnTo>
                  <a:lnTo>
                    <a:pt x="103428" y="119593"/>
                  </a:lnTo>
                  <a:lnTo>
                    <a:pt x="103428" y="119743"/>
                  </a:lnTo>
                  <a:lnTo>
                    <a:pt x="104625" y="119743"/>
                  </a:lnTo>
                  <a:lnTo>
                    <a:pt x="105523" y="119893"/>
                  </a:lnTo>
                  <a:lnTo>
                    <a:pt x="106721" y="119893"/>
                  </a:lnTo>
                  <a:lnTo>
                    <a:pt x="111061" y="120042"/>
                  </a:lnTo>
                  <a:lnTo>
                    <a:pt x="113307" y="120042"/>
                  </a:lnTo>
                  <a:lnTo>
                    <a:pt x="115402" y="119893"/>
                  </a:lnTo>
                  <a:lnTo>
                    <a:pt x="116150" y="119743"/>
                  </a:lnTo>
                  <a:lnTo>
                    <a:pt x="116749" y="119743"/>
                  </a:lnTo>
                  <a:lnTo>
                    <a:pt x="115851" y="126628"/>
                  </a:lnTo>
                  <a:lnTo>
                    <a:pt x="115701" y="127227"/>
                  </a:lnTo>
                  <a:lnTo>
                    <a:pt x="115552" y="127975"/>
                  </a:lnTo>
                  <a:lnTo>
                    <a:pt x="112857" y="147733"/>
                  </a:lnTo>
                  <a:lnTo>
                    <a:pt x="112708" y="149230"/>
                  </a:lnTo>
                  <a:lnTo>
                    <a:pt x="111660" y="156414"/>
                  </a:lnTo>
                  <a:lnTo>
                    <a:pt x="111510" y="158210"/>
                  </a:lnTo>
                  <a:lnTo>
                    <a:pt x="109265" y="174376"/>
                  </a:lnTo>
                  <a:lnTo>
                    <a:pt x="109116" y="175423"/>
                  </a:lnTo>
                  <a:lnTo>
                    <a:pt x="107619" y="186350"/>
                  </a:lnTo>
                  <a:lnTo>
                    <a:pt x="107170" y="189792"/>
                  </a:lnTo>
                  <a:lnTo>
                    <a:pt x="106571" y="193834"/>
                  </a:lnTo>
                  <a:lnTo>
                    <a:pt x="106122" y="197127"/>
                  </a:lnTo>
                  <a:lnTo>
                    <a:pt x="105673" y="199971"/>
                  </a:lnTo>
                  <a:lnTo>
                    <a:pt x="105224" y="203713"/>
                  </a:lnTo>
                  <a:lnTo>
                    <a:pt x="104625" y="199971"/>
                  </a:lnTo>
                  <a:lnTo>
                    <a:pt x="104176" y="197127"/>
                  </a:lnTo>
                  <a:lnTo>
                    <a:pt x="103727" y="193834"/>
                  </a:lnTo>
                  <a:lnTo>
                    <a:pt x="103128" y="189792"/>
                  </a:lnTo>
                  <a:lnTo>
                    <a:pt x="102530" y="186350"/>
                  </a:lnTo>
                  <a:lnTo>
                    <a:pt x="100883" y="175423"/>
                  </a:lnTo>
                  <a:lnTo>
                    <a:pt x="100734" y="174525"/>
                  </a:lnTo>
                  <a:lnTo>
                    <a:pt x="98339" y="158210"/>
                  </a:lnTo>
                  <a:lnTo>
                    <a:pt x="98039" y="156414"/>
                  </a:lnTo>
                  <a:lnTo>
                    <a:pt x="96992" y="149379"/>
                  </a:lnTo>
                  <a:lnTo>
                    <a:pt x="96692" y="147733"/>
                  </a:lnTo>
                  <a:lnTo>
                    <a:pt x="93848" y="128724"/>
                  </a:lnTo>
                  <a:lnTo>
                    <a:pt x="93699" y="127975"/>
                  </a:lnTo>
                  <a:lnTo>
                    <a:pt x="93699" y="127376"/>
                  </a:lnTo>
                  <a:lnTo>
                    <a:pt x="93100" y="124084"/>
                  </a:lnTo>
                  <a:lnTo>
                    <a:pt x="93100" y="123485"/>
                  </a:lnTo>
                  <a:lnTo>
                    <a:pt x="92501" y="119743"/>
                  </a:lnTo>
                  <a:lnTo>
                    <a:pt x="92501" y="119444"/>
                  </a:lnTo>
                  <a:lnTo>
                    <a:pt x="92352" y="118845"/>
                  </a:lnTo>
                  <a:lnTo>
                    <a:pt x="92651" y="118845"/>
                  </a:lnTo>
                  <a:lnTo>
                    <a:pt x="92950" y="118545"/>
                  </a:lnTo>
                  <a:lnTo>
                    <a:pt x="93549" y="117797"/>
                  </a:lnTo>
                  <a:lnTo>
                    <a:pt x="93848" y="117498"/>
                  </a:lnTo>
                  <a:lnTo>
                    <a:pt x="95495" y="115702"/>
                  </a:lnTo>
                  <a:lnTo>
                    <a:pt x="95644" y="115702"/>
                  </a:lnTo>
                  <a:lnTo>
                    <a:pt x="97141" y="113905"/>
                  </a:lnTo>
                  <a:lnTo>
                    <a:pt x="97291" y="113905"/>
                  </a:lnTo>
                  <a:lnTo>
                    <a:pt x="98937" y="112109"/>
                  </a:lnTo>
                  <a:lnTo>
                    <a:pt x="99237" y="111660"/>
                  </a:lnTo>
                  <a:lnTo>
                    <a:pt x="99386" y="112409"/>
                  </a:lnTo>
                  <a:lnTo>
                    <a:pt x="99386" y="112558"/>
                  </a:lnTo>
                  <a:lnTo>
                    <a:pt x="99386" y="113606"/>
                  </a:lnTo>
                  <a:lnTo>
                    <a:pt x="99536" y="113756"/>
                  </a:lnTo>
                  <a:lnTo>
                    <a:pt x="99686" y="113606"/>
                  </a:lnTo>
                  <a:lnTo>
                    <a:pt x="99835" y="113007"/>
                  </a:lnTo>
                  <a:lnTo>
                    <a:pt x="99835" y="112858"/>
                  </a:lnTo>
                  <a:lnTo>
                    <a:pt x="99985" y="111062"/>
                  </a:lnTo>
                  <a:lnTo>
                    <a:pt x="100584" y="110313"/>
                  </a:lnTo>
                  <a:lnTo>
                    <a:pt x="100734" y="110163"/>
                  </a:lnTo>
                  <a:lnTo>
                    <a:pt x="102230" y="108517"/>
                  </a:lnTo>
                  <a:lnTo>
                    <a:pt x="102380" y="108367"/>
                  </a:lnTo>
                  <a:lnTo>
                    <a:pt x="104176" y="106421"/>
                  </a:lnTo>
                  <a:lnTo>
                    <a:pt x="104775" y="105972"/>
                  </a:lnTo>
                  <a:close/>
                  <a:moveTo>
                    <a:pt x="103428" y="0"/>
                  </a:moveTo>
                  <a:lnTo>
                    <a:pt x="101632" y="12423"/>
                  </a:lnTo>
                  <a:lnTo>
                    <a:pt x="97141" y="12573"/>
                  </a:lnTo>
                  <a:lnTo>
                    <a:pt x="92651" y="13172"/>
                  </a:lnTo>
                  <a:lnTo>
                    <a:pt x="88161" y="13770"/>
                  </a:lnTo>
                  <a:lnTo>
                    <a:pt x="83820" y="14669"/>
                  </a:lnTo>
                  <a:lnTo>
                    <a:pt x="79629" y="15866"/>
                  </a:lnTo>
                  <a:lnTo>
                    <a:pt x="75288" y="17063"/>
                  </a:lnTo>
                  <a:lnTo>
                    <a:pt x="71247" y="18560"/>
                  </a:lnTo>
                  <a:lnTo>
                    <a:pt x="67206" y="20207"/>
                  </a:lnTo>
                  <a:lnTo>
                    <a:pt x="63314" y="22152"/>
                  </a:lnTo>
                  <a:lnTo>
                    <a:pt x="59572" y="24098"/>
                  </a:lnTo>
                  <a:lnTo>
                    <a:pt x="55830" y="26343"/>
                  </a:lnTo>
                  <a:lnTo>
                    <a:pt x="52238" y="28738"/>
                  </a:lnTo>
                  <a:lnTo>
                    <a:pt x="48795" y="31283"/>
                  </a:lnTo>
                  <a:lnTo>
                    <a:pt x="45353" y="33977"/>
                  </a:lnTo>
                  <a:lnTo>
                    <a:pt x="42209" y="36821"/>
                  </a:lnTo>
                  <a:lnTo>
                    <a:pt x="39066" y="39665"/>
                  </a:lnTo>
                  <a:lnTo>
                    <a:pt x="36072" y="42808"/>
                  </a:lnTo>
                  <a:lnTo>
                    <a:pt x="33378" y="46101"/>
                  </a:lnTo>
                  <a:lnTo>
                    <a:pt x="30684" y="49394"/>
                  </a:lnTo>
                  <a:lnTo>
                    <a:pt x="28140" y="52986"/>
                  </a:lnTo>
                  <a:lnTo>
                    <a:pt x="25894" y="56579"/>
                  </a:lnTo>
                  <a:lnTo>
                    <a:pt x="23649" y="60320"/>
                  </a:lnTo>
                  <a:lnTo>
                    <a:pt x="21703" y="64212"/>
                  </a:lnTo>
                  <a:lnTo>
                    <a:pt x="19907" y="68104"/>
                  </a:lnTo>
                  <a:lnTo>
                    <a:pt x="18261" y="72145"/>
                  </a:lnTo>
                  <a:lnTo>
                    <a:pt x="16764" y="76186"/>
                  </a:lnTo>
                  <a:lnTo>
                    <a:pt x="15567" y="80527"/>
                  </a:lnTo>
                  <a:lnTo>
                    <a:pt x="14519" y="84718"/>
                  </a:lnTo>
                  <a:lnTo>
                    <a:pt x="13621" y="89059"/>
                  </a:lnTo>
                  <a:lnTo>
                    <a:pt x="12872" y="93549"/>
                  </a:lnTo>
                  <a:lnTo>
                    <a:pt x="12573" y="98039"/>
                  </a:lnTo>
                  <a:lnTo>
                    <a:pt x="12274" y="102680"/>
                  </a:lnTo>
                  <a:lnTo>
                    <a:pt x="0" y="104476"/>
                  </a:lnTo>
                  <a:lnTo>
                    <a:pt x="0" y="106122"/>
                  </a:lnTo>
                  <a:lnTo>
                    <a:pt x="12274" y="107769"/>
                  </a:lnTo>
                  <a:lnTo>
                    <a:pt x="12573" y="112409"/>
                  </a:lnTo>
                  <a:lnTo>
                    <a:pt x="13022" y="116899"/>
                  </a:lnTo>
                  <a:lnTo>
                    <a:pt x="13770" y="121240"/>
                  </a:lnTo>
                  <a:lnTo>
                    <a:pt x="14668" y="125580"/>
                  </a:lnTo>
                  <a:lnTo>
                    <a:pt x="15716" y="129921"/>
                  </a:lnTo>
                  <a:lnTo>
                    <a:pt x="17063" y="134112"/>
                  </a:lnTo>
                  <a:lnTo>
                    <a:pt x="18560" y="138153"/>
                  </a:lnTo>
                  <a:lnTo>
                    <a:pt x="20207" y="142195"/>
                  </a:lnTo>
                  <a:lnTo>
                    <a:pt x="22003" y="146086"/>
                  </a:lnTo>
                  <a:lnTo>
                    <a:pt x="24098" y="149978"/>
                  </a:lnTo>
                  <a:lnTo>
                    <a:pt x="26343" y="153720"/>
                  </a:lnTo>
                  <a:lnTo>
                    <a:pt x="28589" y="157312"/>
                  </a:lnTo>
                  <a:lnTo>
                    <a:pt x="31133" y="160755"/>
                  </a:lnTo>
                  <a:lnTo>
                    <a:pt x="33827" y="164048"/>
                  </a:lnTo>
                  <a:lnTo>
                    <a:pt x="36671" y="167341"/>
                  </a:lnTo>
                  <a:lnTo>
                    <a:pt x="39665" y="170334"/>
                  </a:lnTo>
                  <a:lnTo>
                    <a:pt x="42808" y="173328"/>
                  </a:lnTo>
                  <a:lnTo>
                    <a:pt x="46101" y="176172"/>
                  </a:lnTo>
                  <a:lnTo>
                    <a:pt x="49394" y="178716"/>
                  </a:lnTo>
                  <a:lnTo>
                    <a:pt x="52836" y="181261"/>
                  </a:lnTo>
                  <a:lnTo>
                    <a:pt x="56578" y="183656"/>
                  </a:lnTo>
                  <a:lnTo>
                    <a:pt x="60320" y="185751"/>
                  </a:lnTo>
                  <a:lnTo>
                    <a:pt x="64062" y="187847"/>
                  </a:lnTo>
                  <a:lnTo>
                    <a:pt x="68104" y="189643"/>
                  </a:lnTo>
                  <a:lnTo>
                    <a:pt x="71995" y="191289"/>
                  </a:lnTo>
                  <a:lnTo>
                    <a:pt x="76186" y="192636"/>
                  </a:lnTo>
                  <a:lnTo>
                    <a:pt x="80377" y="193983"/>
                  </a:lnTo>
                  <a:lnTo>
                    <a:pt x="84718" y="195031"/>
                  </a:lnTo>
                  <a:lnTo>
                    <a:pt x="89059" y="195929"/>
                  </a:lnTo>
                  <a:lnTo>
                    <a:pt x="93549" y="196528"/>
                  </a:lnTo>
                  <a:lnTo>
                    <a:pt x="98039" y="196977"/>
                  </a:lnTo>
                  <a:lnTo>
                    <a:pt x="102530" y="197127"/>
                  </a:lnTo>
                  <a:lnTo>
                    <a:pt x="104475" y="209550"/>
                  </a:lnTo>
                  <a:lnTo>
                    <a:pt x="105972" y="209550"/>
                  </a:lnTo>
                  <a:lnTo>
                    <a:pt x="107768" y="197127"/>
                  </a:lnTo>
                  <a:lnTo>
                    <a:pt x="112259" y="196827"/>
                  </a:lnTo>
                  <a:lnTo>
                    <a:pt x="116749" y="196378"/>
                  </a:lnTo>
                  <a:lnTo>
                    <a:pt x="121239" y="195630"/>
                  </a:lnTo>
                  <a:lnTo>
                    <a:pt x="125580" y="194732"/>
                  </a:lnTo>
                  <a:lnTo>
                    <a:pt x="129771" y="193684"/>
                  </a:lnTo>
                  <a:lnTo>
                    <a:pt x="133962" y="192337"/>
                  </a:lnTo>
                  <a:lnTo>
                    <a:pt x="138153" y="190990"/>
                  </a:lnTo>
                  <a:lnTo>
                    <a:pt x="142194" y="189194"/>
                  </a:lnTo>
                  <a:lnTo>
                    <a:pt x="146086" y="187398"/>
                  </a:lnTo>
                  <a:lnTo>
                    <a:pt x="149828" y="185302"/>
                  </a:lnTo>
                  <a:lnTo>
                    <a:pt x="153570" y="183207"/>
                  </a:lnTo>
                  <a:lnTo>
                    <a:pt x="157162" y="180812"/>
                  </a:lnTo>
                  <a:lnTo>
                    <a:pt x="160605" y="178267"/>
                  </a:lnTo>
                  <a:lnTo>
                    <a:pt x="164047" y="175573"/>
                  </a:lnTo>
                  <a:lnTo>
                    <a:pt x="167191" y="172729"/>
                  </a:lnTo>
                  <a:lnTo>
                    <a:pt x="170334" y="169736"/>
                  </a:lnTo>
                  <a:lnTo>
                    <a:pt x="173328" y="166592"/>
                  </a:lnTo>
                  <a:lnTo>
                    <a:pt x="176022" y="163449"/>
                  </a:lnTo>
                  <a:lnTo>
                    <a:pt x="178716" y="160006"/>
                  </a:lnTo>
                  <a:lnTo>
                    <a:pt x="181260" y="156564"/>
                  </a:lnTo>
                  <a:lnTo>
                    <a:pt x="183506" y="152972"/>
                  </a:lnTo>
                  <a:lnTo>
                    <a:pt x="185751" y="149230"/>
                  </a:lnTo>
                  <a:lnTo>
                    <a:pt x="187697" y="145338"/>
                  </a:lnTo>
                  <a:lnTo>
                    <a:pt x="189493" y="141446"/>
                  </a:lnTo>
                  <a:lnTo>
                    <a:pt x="191139" y="137405"/>
                  </a:lnTo>
                  <a:lnTo>
                    <a:pt x="192636" y="133214"/>
                  </a:lnTo>
                  <a:lnTo>
                    <a:pt x="193833" y="129023"/>
                  </a:lnTo>
                  <a:lnTo>
                    <a:pt x="194881" y="124682"/>
                  </a:lnTo>
                  <a:lnTo>
                    <a:pt x="195779" y="120342"/>
                  </a:lnTo>
                  <a:lnTo>
                    <a:pt x="196378" y="116001"/>
                  </a:lnTo>
                  <a:lnTo>
                    <a:pt x="196827" y="111511"/>
                  </a:lnTo>
                  <a:lnTo>
                    <a:pt x="197126" y="106871"/>
                  </a:lnTo>
                  <a:lnTo>
                    <a:pt x="209400" y="105074"/>
                  </a:lnTo>
                  <a:lnTo>
                    <a:pt x="209400" y="103428"/>
                  </a:lnTo>
                  <a:lnTo>
                    <a:pt x="197126" y="101781"/>
                  </a:lnTo>
                  <a:lnTo>
                    <a:pt x="196827" y="97141"/>
                  </a:lnTo>
                  <a:lnTo>
                    <a:pt x="196378" y="92651"/>
                  </a:lnTo>
                  <a:lnTo>
                    <a:pt x="195630" y="88310"/>
                  </a:lnTo>
                  <a:lnTo>
                    <a:pt x="194732" y="83820"/>
                  </a:lnTo>
                  <a:lnTo>
                    <a:pt x="193684" y="79629"/>
                  </a:lnTo>
                  <a:lnTo>
                    <a:pt x="192337" y="75438"/>
                  </a:lnTo>
                  <a:lnTo>
                    <a:pt x="190840" y="71247"/>
                  </a:lnTo>
                  <a:lnTo>
                    <a:pt x="189193" y="67355"/>
                  </a:lnTo>
                  <a:lnTo>
                    <a:pt x="187397" y="63314"/>
                  </a:lnTo>
                  <a:lnTo>
                    <a:pt x="185302" y="59572"/>
                  </a:lnTo>
                  <a:lnTo>
                    <a:pt x="183057" y="55830"/>
                  </a:lnTo>
                  <a:lnTo>
                    <a:pt x="180662" y="52238"/>
                  </a:lnTo>
                  <a:lnTo>
                    <a:pt x="178267" y="48795"/>
                  </a:lnTo>
                  <a:lnTo>
                    <a:pt x="175573" y="45502"/>
                  </a:lnTo>
                  <a:lnTo>
                    <a:pt x="172729" y="42209"/>
                  </a:lnTo>
                  <a:lnTo>
                    <a:pt x="169735" y="39066"/>
                  </a:lnTo>
                  <a:lnTo>
                    <a:pt x="166592" y="36222"/>
                  </a:lnTo>
                  <a:lnTo>
                    <a:pt x="163299" y="33378"/>
                  </a:lnTo>
                  <a:lnTo>
                    <a:pt x="160006" y="30684"/>
                  </a:lnTo>
                  <a:lnTo>
                    <a:pt x="156414" y="28289"/>
                  </a:lnTo>
                  <a:lnTo>
                    <a:pt x="152822" y="25894"/>
                  </a:lnTo>
                  <a:lnTo>
                    <a:pt x="149080" y="23799"/>
                  </a:lnTo>
                  <a:lnTo>
                    <a:pt x="145338" y="21703"/>
                  </a:lnTo>
                  <a:lnTo>
                    <a:pt x="141296" y="19907"/>
                  </a:lnTo>
                  <a:lnTo>
                    <a:pt x="137405" y="18261"/>
                  </a:lnTo>
                  <a:lnTo>
                    <a:pt x="133214" y="16764"/>
                  </a:lnTo>
                  <a:lnTo>
                    <a:pt x="129023" y="15567"/>
                  </a:lnTo>
                  <a:lnTo>
                    <a:pt x="124682" y="14519"/>
                  </a:lnTo>
                  <a:lnTo>
                    <a:pt x="120341" y="13621"/>
                  </a:lnTo>
                  <a:lnTo>
                    <a:pt x="115851" y="13022"/>
                  </a:lnTo>
                  <a:lnTo>
                    <a:pt x="111361" y="12573"/>
                  </a:lnTo>
                  <a:lnTo>
                    <a:pt x="106870" y="12423"/>
                  </a:lnTo>
                  <a:lnTo>
                    <a:pt x="10492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1" name="Google Shape;1461;p52"/>
            <p:cNvSpPr/>
            <p:nvPr/>
          </p:nvSpPr>
          <p:spPr>
            <a:xfrm>
              <a:off x="4088775" y="2591800"/>
              <a:ext cx="18725" cy="291900"/>
            </a:xfrm>
            <a:custGeom>
              <a:rect b="b" l="l" r="r" t="t"/>
              <a:pathLst>
                <a:path extrusionOk="0" h="11676" w="749">
                  <a:moveTo>
                    <a:pt x="299" y="1"/>
                  </a:moveTo>
                  <a:lnTo>
                    <a:pt x="299" y="151"/>
                  </a:lnTo>
                  <a:lnTo>
                    <a:pt x="0" y="4791"/>
                  </a:lnTo>
                  <a:lnTo>
                    <a:pt x="150" y="9281"/>
                  </a:lnTo>
                  <a:lnTo>
                    <a:pt x="150" y="9730"/>
                  </a:lnTo>
                  <a:lnTo>
                    <a:pt x="150" y="9880"/>
                  </a:lnTo>
                  <a:lnTo>
                    <a:pt x="150" y="10329"/>
                  </a:lnTo>
                  <a:lnTo>
                    <a:pt x="150" y="10628"/>
                  </a:lnTo>
                  <a:lnTo>
                    <a:pt x="150" y="11077"/>
                  </a:lnTo>
                  <a:lnTo>
                    <a:pt x="299" y="11526"/>
                  </a:lnTo>
                  <a:lnTo>
                    <a:pt x="299" y="11676"/>
                  </a:lnTo>
                  <a:lnTo>
                    <a:pt x="599" y="11676"/>
                  </a:lnTo>
                  <a:lnTo>
                    <a:pt x="599" y="11526"/>
                  </a:lnTo>
                  <a:lnTo>
                    <a:pt x="599" y="10927"/>
                  </a:lnTo>
                  <a:lnTo>
                    <a:pt x="599" y="10628"/>
                  </a:lnTo>
                  <a:lnTo>
                    <a:pt x="748" y="10329"/>
                  </a:lnTo>
                  <a:lnTo>
                    <a:pt x="748" y="9880"/>
                  </a:lnTo>
                  <a:lnTo>
                    <a:pt x="748" y="9730"/>
                  </a:lnTo>
                  <a:lnTo>
                    <a:pt x="748" y="9281"/>
                  </a:lnTo>
                  <a:lnTo>
                    <a:pt x="748" y="4791"/>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2" name="Google Shape;1462;p52"/>
            <p:cNvSpPr/>
            <p:nvPr/>
          </p:nvSpPr>
          <p:spPr>
            <a:xfrm>
              <a:off x="4253400" y="2584325"/>
              <a:ext cx="15000" cy="276925"/>
            </a:xfrm>
            <a:custGeom>
              <a:rect b="b" l="l" r="r" t="t"/>
              <a:pathLst>
                <a:path extrusionOk="0" h="11077" w="600">
                  <a:moveTo>
                    <a:pt x="151" y="0"/>
                  </a:moveTo>
                  <a:lnTo>
                    <a:pt x="1" y="2096"/>
                  </a:lnTo>
                  <a:lnTo>
                    <a:pt x="1" y="4341"/>
                  </a:lnTo>
                  <a:lnTo>
                    <a:pt x="1" y="5389"/>
                  </a:lnTo>
                  <a:lnTo>
                    <a:pt x="1" y="6287"/>
                  </a:lnTo>
                  <a:lnTo>
                    <a:pt x="151" y="10927"/>
                  </a:lnTo>
                  <a:lnTo>
                    <a:pt x="151" y="11077"/>
                  </a:lnTo>
                  <a:lnTo>
                    <a:pt x="450" y="11077"/>
                  </a:lnTo>
                  <a:lnTo>
                    <a:pt x="450" y="10927"/>
                  </a:lnTo>
                  <a:lnTo>
                    <a:pt x="600" y="5389"/>
                  </a:lnTo>
                  <a:lnTo>
                    <a:pt x="600" y="4341"/>
                  </a:lnTo>
                  <a:lnTo>
                    <a:pt x="600" y="3293"/>
                  </a:lnTo>
                  <a:lnTo>
                    <a:pt x="600" y="1647"/>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3" name="Google Shape;1463;p52"/>
            <p:cNvSpPr/>
            <p:nvPr/>
          </p:nvSpPr>
          <p:spPr>
            <a:xfrm>
              <a:off x="4328250" y="2595550"/>
              <a:ext cx="26225" cy="273200"/>
            </a:xfrm>
            <a:custGeom>
              <a:rect b="b" l="l" r="r" t="t"/>
              <a:pathLst>
                <a:path extrusionOk="0" h="10928" w="1049">
                  <a:moveTo>
                    <a:pt x="449" y="1"/>
                  </a:moveTo>
                  <a:lnTo>
                    <a:pt x="449" y="150"/>
                  </a:lnTo>
                  <a:lnTo>
                    <a:pt x="300" y="1348"/>
                  </a:lnTo>
                  <a:lnTo>
                    <a:pt x="0" y="3742"/>
                  </a:lnTo>
                  <a:lnTo>
                    <a:pt x="0" y="6137"/>
                  </a:lnTo>
                  <a:lnTo>
                    <a:pt x="150" y="8532"/>
                  </a:lnTo>
                  <a:lnTo>
                    <a:pt x="449" y="10777"/>
                  </a:lnTo>
                  <a:lnTo>
                    <a:pt x="599" y="10927"/>
                  </a:lnTo>
                  <a:lnTo>
                    <a:pt x="599" y="10777"/>
                  </a:lnTo>
                  <a:lnTo>
                    <a:pt x="899" y="8383"/>
                  </a:lnTo>
                  <a:lnTo>
                    <a:pt x="1048" y="5838"/>
                  </a:lnTo>
                  <a:lnTo>
                    <a:pt x="1048" y="3144"/>
                  </a:lnTo>
                  <a:lnTo>
                    <a:pt x="749" y="749"/>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4" name="Google Shape;1464;p52"/>
            <p:cNvSpPr/>
            <p:nvPr/>
          </p:nvSpPr>
          <p:spPr>
            <a:xfrm>
              <a:off x="4410575" y="2599300"/>
              <a:ext cx="22475" cy="258200"/>
            </a:xfrm>
            <a:custGeom>
              <a:rect b="b" l="l" r="r" t="t"/>
              <a:pathLst>
                <a:path extrusionOk="0" h="10328" w="899">
                  <a:moveTo>
                    <a:pt x="300" y="0"/>
                  </a:moveTo>
                  <a:lnTo>
                    <a:pt x="300" y="150"/>
                  </a:lnTo>
                  <a:lnTo>
                    <a:pt x="150" y="2844"/>
                  </a:lnTo>
                  <a:lnTo>
                    <a:pt x="0" y="5538"/>
                  </a:lnTo>
                  <a:lnTo>
                    <a:pt x="0" y="7933"/>
                  </a:lnTo>
                  <a:lnTo>
                    <a:pt x="150" y="9131"/>
                  </a:lnTo>
                  <a:lnTo>
                    <a:pt x="449" y="10328"/>
                  </a:lnTo>
                  <a:lnTo>
                    <a:pt x="599" y="10328"/>
                  </a:lnTo>
                  <a:lnTo>
                    <a:pt x="749" y="9131"/>
                  </a:lnTo>
                  <a:lnTo>
                    <a:pt x="898" y="7933"/>
                  </a:lnTo>
                  <a:lnTo>
                    <a:pt x="898" y="5538"/>
                  </a:lnTo>
                  <a:lnTo>
                    <a:pt x="898" y="2844"/>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5" name="Google Shape;1465;p52"/>
            <p:cNvSpPr/>
            <p:nvPr/>
          </p:nvSpPr>
          <p:spPr>
            <a:xfrm>
              <a:off x="4489150" y="2614250"/>
              <a:ext cx="29975" cy="243250"/>
            </a:xfrm>
            <a:custGeom>
              <a:rect b="b" l="l" r="r" t="t"/>
              <a:pathLst>
                <a:path extrusionOk="0" h="9730" w="1199">
                  <a:moveTo>
                    <a:pt x="450" y="1"/>
                  </a:moveTo>
                  <a:lnTo>
                    <a:pt x="300" y="2396"/>
                  </a:lnTo>
                  <a:lnTo>
                    <a:pt x="1" y="4940"/>
                  </a:lnTo>
                  <a:lnTo>
                    <a:pt x="1" y="7335"/>
                  </a:lnTo>
                  <a:lnTo>
                    <a:pt x="150" y="8533"/>
                  </a:lnTo>
                  <a:lnTo>
                    <a:pt x="450" y="9580"/>
                  </a:lnTo>
                  <a:lnTo>
                    <a:pt x="599" y="9730"/>
                  </a:lnTo>
                  <a:lnTo>
                    <a:pt x="749" y="9580"/>
                  </a:lnTo>
                  <a:lnTo>
                    <a:pt x="899" y="8533"/>
                  </a:lnTo>
                  <a:lnTo>
                    <a:pt x="1048" y="7335"/>
                  </a:lnTo>
                  <a:lnTo>
                    <a:pt x="1198" y="4940"/>
                  </a:lnTo>
                  <a:lnTo>
                    <a:pt x="899" y="2396"/>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6" name="Google Shape;1466;p52"/>
            <p:cNvSpPr/>
            <p:nvPr/>
          </p:nvSpPr>
          <p:spPr>
            <a:xfrm>
              <a:off x="4571475" y="2621750"/>
              <a:ext cx="22475" cy="243250"/>
            </a:xfrm>
            <a:custGeom>
              <a:rect b="b" l="l" r="r" t="t"/>
              <a:pathLst>
                <a:path extrusionOk="0" h="9730" w="899">
                  <a:moveTo>
                    <a:pt x="450" y="0"/>
                  </a:moveTo>
                  <a:lnTo>
                    <a:pt x="300" y="150"/>
                  </a:lnTo>
                  <a:lnTo>
                    <a:pt x="300" y="300"/>
                  </a:lnTo>
                  <a:lnTo>
                    <a:pt x="150" y="2694"/>
                  </a:lnTo>
                  <a:lnTo>
                    <a:pt x="150" y="5239"/>
                  </a:lnTo>
                  <a:lnTo>
                    <a:pt x="1" y="7484"/>
                  </a:lnTo>
                  <a:lnTo>
                    <a:pt x="150" y="8532"/>
                  </a:lnTo>
                  <a:lnTo>
                    <a:pt x="300" y="9580"/>
                  </a:lnTo>
                  <a:lnTo>
                    <a:pt x="450" y="9729"/>
                  </a:lnTo>
                  <a:lnTo>
                    <a:pt x="599" y="9580"/>
                  </a:lnTo>
                  <a:lnTo>
                    <a:pt x="899" y="8532"/>
                  </a:lnTo>
                  <a:lnTo>
                    <a:pt x="899" y="7484"/>
                  </a:lnTo>
                  <a:lnTo>
                    <a:pt x="899" y="5239"/>
                  </a:lnTo>
                  <a:lnTo>
                    <a:pt x="899" y="2694"/>
                  </a:lnTo>
                  <a:lnTo>
                    <a:pt x="599" y="300"/>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7" name="Google Shape;1467;p52"/>
            <p:cNvSpPr/>
            <p:nvPr/>
          </p:nvSpPr>
          <p:spPr>
            <a:xfrm>
              <a:off x="4653800" y="2636700"/>
              <a:ext cx="22475" cy="232050"/>
            </a:xfrm>
            <a:custGeom>
              <a:rect b="b" l="l" r="r" t="t"/>
              <a:pathLst>
                <a:path extrusionOk="0" h="9282" w="899">
                  <a:moveTo>
                    <a:pt x="150" y="1"/>
                  </a:moveTo>
                  <a:lnTo>
                    <a:pt x="0" y="2246"/>
                  </a:lnTo>
                  <a:lnTo>
                    <a:pt x="0" y="4641"/>
                  </a:lnTo>
                  <a:lnTo>
                    <a:pt x="150" y="9131"/>
                  </a:lnTo>
                  <a:lnTo>
                    <a:pt x="300" y="9281"/>
                  </a:lnTo>
                  <a:lnTo>
                    <a:pt x="599" y="9281"/>
                  </a:lnTo>
                  <a:lnTo>
                    <a:pt x="599" y="9131"/>
                  </a:lnTo>
                  <a:lnTo>
                    <a:pt x="899" y="4641"/>
                  </a:lnTo>
                  <a:lnTo>
                    <a:pt x="749" y="2246"/>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8" name="Google Shape;1468;p52"/>
            <p:cNvSpPr/>
            <p:nvPr/>
          </p:nvSpPr>
          <p:spPr>
            <a:xfrm>
              <a:off x="4736125" y="2640450"/>
              <a:ext cx="22475" cy="235775"/>
            </a:xfrm>
            <a:custGeom>
              <a:rect b="b" l="l" r="r" t="t"/>
              <a:pathLst>
                <a:path extrusionOk="0" h="9431" w="899">
                  <a:moveTo>
                    <a:pt x="449" y="1"/>
                  </a:moveTo>
                  <a:lnTo>
                    <a:pt x="300" y="150"/>
                  </a:lnTo>
                  <a:lnTo>
                    <a:pt x="150" y="1198"/>
                  </a:lnTo>
                  <a:lnTo>
                    <a:pt x="0" y="2246"/>
                  </a:lnTo>
                  <a:lnTo>
                    <a:pt x="0" y="4491"/>
                  </a:lnTo>
                  <a:lnTo>
                    <a:pt x="0" y="6886"/>
                  </a:lnTo>
                  <a:lnTo>
                    <a:pt x="150" y="9281"/>
                  </a:lnTo>
                  <a:lnTo>
                    <a:pt x="150" y="9430"/>
                  </a:lnTo>
                  <a:lnTo>
                    <a:pt x="449" y="9430"/>
                  </a:lnTo>
                  <a:lnTo>
                    <a:pt x="599" y="9281"/>
                  </a:lnTo>
                  <a:lnTo>
                    <a:pt x="749" y="6886"/>
                  </a:lnTo>
                  <a:lnTo>
                    <a:pt x="898" y="4491"/>
                  </a:lnTo>
                  <a:lnTo>
                    <a:pt x="898" y="2246"/>
                  </a:lnTo>
                  <a:lnTo>
                    <a:pt x="898" y="119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9" name="Google Shape;1469;p52"/>
            <p:cNvSpPr/>
            <p:nvPr/>
          </p:nvSpPr>
          <p:spPr>
            <a:xfrm>
              <a:off x="4814700" y="2659175"/>
              <a:ext cx="22475" cy="205825"/>
            </a:xfrm>
            <a:custGeom>
              <a:rect b="b" l="l" r="r" t="t"/>
              <a:pathLst>
                <a:path extrusionOk="0" h="8233" w="899">
                  <a:moveTo>
                    <a:pt x="599" y="0"/>
                  </a:moveTo>
                  <a:lnTo>
                    <a:pt x="450" y="150"/>
                  </a:lnTo>
                  <a:lnTo>
                    <a:pt x="1" y="4041"/>
                  </a:lnTo>
                  <a:lnTo>
                    <a:pt x="1" y="5987"/>
                  </a:lnTo>
                  <a:lnTo>
                    <a:pt x="150" y="7933"/>
                  </a:lnTo>
                  <a:lnTo>
                    <a:pt x="300" y="8083"/>
                  </a:lnTo>
                  <a:lnTo>
                    <a:pt x="450" y="8232"/>
                  </a:lnTo>
                  <a:lnTo>
                    <a:pt x="599" y="8083"/>
                  </a:lnTo>
                  <a:lnTo>
                    <a:pt x="749" y="7933"/>
                  </a:lnTo>
                  <a:lnTo>
                    <a:pt x="899" y="5987"/>
                  </a:lnTo>
                  <a:lnTo>
                    <a:pt x="899" y="4041"/>
                  </a:lnTo>
                  <a:lnTo>
                    <a:pt x="899" y="2096"/>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0" name="Google Shape;1470;p52"/>
            <p:cNvSpPr/>
            <p:nvPr/>
          </p:nvSpPr>
          <p:spPr>
            <a:xfrm>
              <a:off x="4893275" y="2670400"/>
              <a:ext cx="29975" cy="243250"/>
            </a:xfrm>
            <a:custGeom>
              <a:rect b="b" l="l" r="r" t="t"/>
              <a:pathLst>
                <a:path extrusionOk="0" h="9730" w="1199">
                  <a:moveTo>
                    <a:pt x="600" y="0"/>
                  </a:moveTo>
                  <a:lnTo>
                    <a:pt x="450" y="150"/>
                  </a:lnTo>
                  <a:lnTo>
                    <a:pt x="151" y="2245"/>
                  </a:lnTo>
                  <a:lnTo>
                    <a:pt x="1" y="4041"/>
                  </a:lnTo>
                  <a:lnTo>
                    <a:pt x="1" y="5987"/>
                  </a:lnTo>
                  <a:lnTo>
                    <a:pt x="151" y="7783"/>
                  </a:lnTo>
                  <a:lnTo>
                    <a:pt x="300" y="9580"/>
                  </a:lnTo>
                  <a:lnTo>
                    <a:pt x="450" y="9729"/>
                  </a:lnTo>
                  <a:lnTo>
                    <a:pt x="600" y="9729"/>
                  </a:lnTo>
                  <a:lnTo>
                    <a:pt x="749" y="9580"/>
                  </a:lnTo>
                  <a:lnTo>
                    <a:pt x="1049" y="7334"/>
                  </a:lnTo>
                  <a:lnTo>
                    <a:pt x="1198" y="4939"/>
                  </a:lnTo>
                  <a:lnTo>
                    <a:pt x="1049" y="2395"/>
                  </a:lnTo>
                  <a:lnTo>
                    <a:pt x="749" y="150"/>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1" name="Google Shape;1471;p52"/>
            <p:cNvSpPr/>
            <p:nvPr/>
          </p:nvSpPr>
          <p:spPr>
            <a:xfrm>
              <a:off x="4975600" y="2681625"/>
              <a:ext cx="22475" cy="194600"/>
            </a:xfrm>
            <a:custGeom>
              <a:rect b="b" l="l" r="r" t="t"/>
              <a:pathLst>
                <a:path extrusionOk="0" h="7784" w="899">
                  <a:moveTo>
                    <a:pt x="300" y="0"/>
                  </a:moveTo>
                  <a:lnTo>
                    <a:pt x="150" y="1946"/>
                  </a:lnTo>
                  <a:lnTo>
                    <a:pt x="1" y="3742"/>
                  </a:lnTo>
                  <a:lnTo>
                    <a:pt x="1" y="5688"/>
                  </a:lnTo>
                  <a:lnTo>
                    <a:pt x="300" y="7484"/>
                  </a:lnTo>
                  <a:lnTo>
                    <a:pt x="300" y="7783"/>
                  </a:lnTo>
                  <a:lnTo>
                    <a:pt x="600" y="7783"/>
                  </a:lnTo>
                  <a:lnTo>
                    <a:pt x="749" y="7484"/>
                  </a:lnTo>
                  <a:lnTo>
                    <a:pt x="899" y="5688"/>
                  </a:lnTo>
                  <a:lnTo>
                    <a:pt x="899" y="3742"/>
                  </a:lnTo>
                  <a:lnTo>
                    <a:pt x="899" y="1946"/>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2" name="Google Shape;1472;p52"/>
            <p:cNvSpPr/>
            <p:nvPr/>
          </p:nvSpPr>
          <p:spPr>
            <a:xfrm>
              <a:off x="5136500" y="2700325"/>
              <a:ext cx="22500" cy="164675"/>
            </a:xfrm>
            <a:custGeom>
              <a:rect b="b" l="l" r="r" t="t"/>
              <a:pathLst>
                <a:path extrusionOk="0" h="6587" w="900">
                  <a:moveTo>
                    <a:pt x="300" y="1"/>
                  </a:moveTo>
                  <a:lnTo>
                    <a:pt x="151" y="150"/>
                  </a:lnTo>
                  <a:lnTo>
                    <a:pt x="1" y="1647"/>
                  </a:lnTo>
                  <a:lnTo>
                    <a:pt x="1" y="3293"/>
                  </a:lnTo>
                  <a:lnTo>
                    <a:pt x="1" y="4940"/>
                  </a:lnTo>
                  <a:lnTo>
                    <a:pt x="300" y="6437"/>
                  </a:lnTo>
                  <a:lnTo>
                    <a:pt x="300" y="6586"/>
                  </a:lnTo>
                  <a:lnTo>
                    <a:pt x="600" y="6586"/>
                  </a:lnTo>
                  <a:lnTo>
                    <a:pt x="749" y="6437"/>
                  </a:lnTo>
                  <a:lnTo>
                    <a:pt x="749"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3" name="Google Shape;1473;p52"/>
            <p:cNvSpPr/>
            <p:nvPr/>
          </p:nvSpPr>
          <p:spPr>
            <a:xfrm>
              <a:off x="5057925" y="2692850"/>
              <a:ext cx="22475" cy="172150"/>
            </a:xfrm>
            <a:custGeom>
              <a:rect b="b" l="l" r="r" t="t"/>
              <a:pathLst>
                <a:path extrusionOk="0" h="6886" w="899">
                  <a:moveTo>
                    <a:pt x="300" y="0"/>
                  </a:moveTo>
                  <a:lnTo>
                    <a:pt x="300" y="150"/>
                  </a:lnTo>
                  <a:lnTo>
                    <a:pt x="1" y="1647"/>
                  </a:lnTo>
                  <a:lnTo>
                    <a:pt x="1" y="3293"/>
                  </a:lnTo>
                  <a:lnTo>
                    <a:pt x="1" y="4940"/>
                  </a:lnTo>
                  <a:lnTo>
                    <a:pt x="150" y="6586"/>
                  </a:lnTo>
                  <a:lnTo>
                    <a:pt x="300" y="6736"/>
                  </a:lnTo>
                  <a:lnTo>
                    <a:pt x="450" y="6885"/>
                  </a:lnTo>
                  <a:lnTo>
                    <a:pt x="599" y="6736"/>
                  </a:lnTo>
                  <a:lnTo>
                    <a:pt x="599" y="6586"/>
                  </a:lnTo>
                  <a:lnTo>
                    <a:pt x="899" y="4940"/>
                  </a:lnTo>
                  <a:lnTo>
                    <a:pt x="899" y="3293"/>
                  </a:lnTo>
                  <a:lnTo>
                    <a:pt x="749" y="1647"/>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4" name="Google Shape;1474;p52"/>
            <p:cNvSpPr/>
            <p:nvPr/>
          </p:nvSpPr>
          <p:spPr>
            <a:xfrm>
              <a:off x="5218825" y="2711550"/>
              <a:ext cx="22475" cy="149700"/>
            </a:xfrm>
            <a:custGeom>
              <a:rect b="b" l="l" r="r" t="t"/>
              <a:pathLst>
                <a:path extrusionOk="0" h="5988" w="899">
                  <a:moveTo>
                    <a:pt x="450" y="1"/>
                  </a:moveTo>
                  <a:lnTo>
                    <a:pt x="300" y="150"/>
                  </a:lnTo>
                  <a:lnTo>
                    <a:pt x="1" y="1497"/>
                  </a:lnTo>
                  <a:lnTo>
                    <a:pt x="1" y="2994"/>
                  </a:lnTo>
                  <a:lnTo>
                    <a:pt x="1" y="4491"/>
                  </a:lnTo>
                  <a:lnTo>
                    <a:pt x="151" y="5838"/>
                  </a:lnTo>
                  <a:lnTo>
                    <a:pt x="300" y="5988"/>
                  </a:lnTo>
                  <a:lnTo>
                    <a:pt x="600" y="5988"/>
                  </a:lnTo>
                  <a:lnTo>
                    <a:pt x="600"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5" name="Google Shape;1475;p52"/>
            <p:cNvSpPr/>
            <p:nvPr/>
          </p:nvSpPr>
          <p:spPr>
            <a:xfrm>
              <a:off x="5297425" y="2726525"/>
              <a:ext cx="26200" cy="134725"/>
            </a:xfrm>
            <a:custGeom>
              <a:rect b="b" l="l" r="r" t="t"/>
              <a:pathLst>
                <a:path extrusionOk="0" h="5389" w="1048">
                  <a:moveTo>
                    <a:pt x="300" y="0"/>
                  </a:moveTo>
                  <a:lnTo>
                    <a:pt x="300" y="150"/>
                  </a:lnTo>
                  <a:lnTo>
                    <a:pt x="0" y="1347"/>
                  </a:lnTo>
                  <a:lnTo>
                    <a:pt x="0" y="2694"/>
                  </a:lnTo>
                  <a:lnTo>
                    <a:pt x="0" y="3892"/>
                  </a:lnTo>
                  <a:lnTo>
                    <a:pt x="300" y="5089"/>
                  </a:lnTo>
                  <a:lnTo>
                    <a:pt x="300" y="5239"/>
                  </a:lnTo>
                  <a:lnTo>
                    <a:pt x="449" y="5389"/>
                  </a:lnTo>
                  <a:lnTo>
                    <a:pt x="599" y="5239"/>
                  </a:lnTo>
                  <a:lnTo>
                    <a:pt x="749" y="5089"/>
                  </a:lnTo>
                  <a:lnTo>
                    <a:pt x="898" y="3892"/>
                  </a:lnTo>
                  <a:lnTo>
                    <a:pt x="1048" y="269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6" name="Google Shape;1476;p52"/>
            <p:cNvSpPr/>
            <p:nvPr/>
          </p:nvSpPr>
          <p:spPr>
            <a:xfrm>
              <a:off x="5379750" y="2734000"/>
              <a:ext cx="22475" cy="142225"/>
            </a:xfrm>
            <a:custGeom>
              <a:rect b="b" l="l" r="r" t="t"/>
              <a:pathLst>
                <a:path extrusionOk="0" h="5689" w="899">
                  <a:moveTo>
                    <a:pt x="449" y="1"/>
                  </a:moveTo>
                  <a:lnTo>
                    <a:pt x="150" y="150"/>
                  </a:lnTo>
                  <a:lnTo>
                    <a:pt x="0" y="1497"/>
                  </a:lnTo>
                  <a:lnTo>
                    <a:pt x="0" y="2994"/>
                  </a:lnTo>
                  <a:lnTo>
                    <a:pt x="0" y="4341"/>
                  </a:lnTo>
                  <a:lnTo>
                    <a:pt x="150" y="4940"/>
                  </a:lnTo>
                  <a:lnTo>
                    <a:pt x="299" y="5539"/>
                  </a:lnTo>
                  <a:lnTo>
                    <a:pt x="449" y="5688"/>
                  </a:lnTo>
                  <a:lnTo>
                    <a:pt x="599" y="5539"/>
                  </a:lnTo>
                  <a:lnTo>
                    <a:pt x="748" y="4940"/>
                  </a:lnTo>
                  <a:lnTo>
                    <a:pt x="898" y="4341"/>
                  </a:lnTo>
                  <a:lnTo>
                    <a:pt x="898" y="2994"/>
                  </a:lnTo>
                  <a:lnTo>
                    <a:pt x="748" y="1497"/>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7" name="Google Shape;1477;p52"/>
            <p:cNvSpPr/>
            <p:nvPr/>
          </p:nvSpPr>
          <p:spPr>
            <a:xfrm>
              <a:off x="5458325" y="2748975"/>
              <a:ext cx="22475" cy="131000"/>
            </a:xfrm>
            <a:custGeom>
              <a:rect b="b" l="l" r="r" t="t"/>
              <a:pathLst>
                <a:path extrusionOk="0" h="5240" w="899">
                  <a:moveTo>
                    <a:pt x="300" y="0"/>
                  </a:moveTo>
                  <a:lnTo>
                    <a:pt x="300" y="150"/>
                  </a:lnTo>
                  <a:lnTo>
                    <a:pt x="150" y="1347"/>
                  </a:lnTo>
                  <a:lnTo>
                    <a:pt x="0" y="2844"/>
                  </a:lnTo>
                  <a:lnTo>
                    <a:pt x="150" y="4042"/>
                  </a:lnTo>
                  <a:lnTo>
                    <a:pt x="150" y="4640"/>
                  </a:lnTo>
                  <a:lnTo>
                    <a:pt x="449" y="5239"/>
                  </a:lnTo>
                  <a:lnTo>
                    <a:pt x="599" y="5239"/>
                  </a:lnTo>
                  <a:lnTo>
                    <a:pt x="898" y="4640"/>
                  </a:lnTo>
                  <a:lnTo>
                    <a:pt x="898" y="4042"/>
                  </a:lnTo>
                  <a:lnTo>
                    <a:pt x="898" y="284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8" name="Google Shape;1478;p52"/>
            <p:cNvSpPr/>
            <p:nvPr/>
          </p:nvSpPr>
          <p:spPr>
            <a:xfrm>
              <a:off x="5536900" y="2748975"/>
              <a:ext cx="29950" cy="134725"/>
            </a:xfrm>
            <a:custGeom>
              <a:rect b="b" l="l" r="r" t="t"/>
              <a:pathLst>
                <a:path extrusionOk="0" h="5389" w="1198">
                  <a:moveTo>
                    <a:pt x="450" y="0"/>
                  </a:moveTo>
                  <a:lnTo>
                    <a:pt x="450" y="150"/>
                  </a:lnTo>
                  <a:lnTo>
                    <a:pt x="150" y="1347"/>
                  </a:lnTo>
                  <a:lnTo>
                    <a:pt x="1" y="2695"/>
                  </a:lnTo>
                  <a:lnTo>
                    <a:pt x="150" y="4042"/>
                  </a:lnTo>
                  <a:lnTo>
                    <a:pt x="150" y="4790"/>
                  </a:lnTo>
                  <a:lnTo>
                    <a:pt x="450" y="5389"/>
                  </a:lnTo>
                  <a:lnTo>
                    <a:pt x="749" y="5389"/>
                  </a:lnTo>
                  <a:lnTo>
                    <a:pt x="1048" y="4790"/>
                  </a:lnTo>
                  <a:lnTo>
                    <a:pt x="1198" y="4042"/>
                  </a:lnTo>
                  <a:lnTo>
                    <a:pt x="1198" y="2695"/>
                  </a:lnTo>
                  <a:lnTo>
                    <a:pt x="1048" y="134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9" name="Google Shape;1479;p52"/>
            <p:cNvSpPr/>
            <p:nvPr/>
          </p:nvSpPr>
          <p:spPr>
            <a:xfrm>
              <a:off x="5619225" y="2767675"/>
              <a:ext cx="26225" cy="134750"/>
            </a:xfrm>
            <a:custGeom>
              <a:rect b="b" l="l" r="r" t="t"/>
              <a:pathLst>
                <a:path extrusionOk="0" h="5390" w="1049">
                  <a:moveTo>
                    <a:pt x="599" y="1"/>
                  </a:moveTo>
                  <a:lnTo>
                    <a:pt x="450" y="150"/>
                  </a:lnTo>
                  <a:lnTo>
                    <a:pt x="150" y="1348"/>
                  </a:lnTo>
                  <a:lnTo>
                    <a:pt x="0" y="2695"/>
                  </a:lnTo>
                  <a:lnTo>
                    <a:pt x="150" y="4042"/>
                  </a:lnTo>
                  <a:lnTo>
                    <a:pt x="300" y="5239"/>
                  </a:lnTo>
                  <a:lnTo>
                    <a:pt x="599" y="5389"/>
                  </a:lnTo>
                  <a:lnTo>
                    <a:pt x="749" y="5239"/>
                  </a:lnTo>
                  <a:lnTo>
                    <a:pt x="1048" y="4042"/>
                  </a:lnTo>
                  <a:lnTo>
                    <a:pt x="1048" y="2695"/>
                  </a:lnTo>
                  <a:lnTo>
                    <a:pt x="899" y="134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0" name="Google Shape;1480;p52"/>
            <p:cNvSpPr/>
            <p:nvPr/>
          </p:nvSpPr>
          <p:spPr>
            <a:xfrm>
              <a:off x="5701550" y="2778900"/>
              <a:ext cx="22475" cy="108550"/>
            </a:xfrm>
            <a:custGeom>
              <a:rect b="b" l="l" r="r" t="t"/>
              <a:pathLst>
                <a:path extrusionOk="0" h="4342" w="899">
                  <a:moveTo>
                    <a:pt x="300" y="1"/>
                  </a:moveTo>
                  <a:lnTo>
                    <a:pt x="0" y="1049"/>
                  </a:lnTo>
                  <a:lnTo>
                    <a:pt x="0" y="2096"/>
                  </a:lnTo>
                  <a:lnTo>
                    <a:pt x="0" y="3144"/>
                  </a:lnTo>
                  <a:lnTo>
                    <a:pt x="150" y="3743"/>
                  </a:lnTo>
                  <a:lnTo>
                    <a:pt x="300" y="4192"/>
                  </a:lnTo>
                  <a:lnTo>
                    <a:pt x="449" y="4341"/>
                  </a:lnTo>
                  <a:lnTo>
                    <a:pt x="749" y="4192"/>
                  </a:lnTo>
                  <a:lnTo>
                    <a:pt x="898" y="3743"/>
                  </a:lnTo>
                  <a:lnTo>
                    <a:pt x="898" y="3144"/>
                  </a:lnTo>
                  <a:lnTo>
                    <a:pt x="898" y="2096"/>
                  </a:lnTo>
                  <a:lnTo>
                    <a:pt x="898" y="1049"/>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1" name="Google Shape;1481;p52"/>
            <p:cNvSpPr/>
            <p:nvPr/>
          </p:nvSpPr>
          <p:spPr>
            <a:xfrm>
              <a:off x="5783875" y="2786400"/>
              <a:ext cx="22475" cy="82350"/>
            </a:xfrm>
            <a:custGeom>
              <a:rect b="b" l="l" r="r" t="t"/>
              <a:pathLst>
                <a:path extrusionOk="0" h="3294" w="899">
                  <a:moveTo>
                    <a:pt x="449" y="0"/>
                  </a:moveTo>
                  <a:lnTo>
                    <a:pt x="300" y="150"/>
                  </a:lnTo>
                  <a:lnTo>
                    <a:pt x="0" y="1647"/>
                  </a:lnTo>
                  <a:lnTo>
                    <a:pt x="0" y="2395"/>
                  </a:lnTo>
                  <a:lnTo>
                    <a:pt x="150" y="3143"/>
                  </a:lnTo>
                  <a:lnTo>
                    <a:pt x="300" y="3293"/>
                  </a:lnTo>
                  <a:lnTo>
                    <a:pt x="599" y="3293"/>
                  </a:lnTo>
                  <a:lnTo>
                    <a:pt x="749" y="3143"/>
                  </a:lnTo>
                  <a:lnTo>
                    <a:pt x="898" y="2395"/>
                  </a:lnTo>
                  <a:lnTo>
                    <a:pt x="749" y="1647"/>
                  </a:lnTo>
                  <a:lnTo>
                    <a:pt x="599" y="150"/>
                  </a:lnTo>
                  <a:lnTo>
                    <a:pt x="4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2" name="Google Shape;1482;p52"/>
            <p:cNvSpPr/>
            <p:nvPr/>
          </p:nvSpPr>
          <p:spPr>
            <a:xfrm>
              <a:off x="5862450" y="2793875"/>
              <a:ext cx="22475" cy="67375"/>
            </a:xfrm>
            <a:custGeom>
              <a:rect b="b" l="l" r="r" t="t"/>
              <a:pathLst>
                <a:path extrusionOk="0" h="2695" w="899">
                  <a:moveTo>
                    <a:pt x="300" y="0"/>
                  </a:moveTo>
                  <a:lnTo>
                    <a:pt x="150" y="599"/>
                  </a:lnTo>
                  <a:lnTo>
                    <a:pt x="1" y="1348"/>
                  </a:lnTo>
                  <a:lnTo>
                    <a:pt x="150" y="1946"/>
                  </a:lnTo>
                  <a:lnTo>
                    <a:pt x="300" y="2545"/>
                  </a:lnTo>
                  <a:lnTo>
                    <a:pt x="300" y="2695"/>
                  </a:lnTo>
                  <a:lnTo>
                    <a:pt x="599" y="2695"/>
                  </a:lnTo>
                  <a:lnTo>
                    <a:pt x="749" y="2545"/>
                  </a:lnTo>
                  <a:lnTo>
                    <a:pt x="899" y="1946"/>
                  </a:lnTo>
                  <a:lnTo>
                    <a:pt x="899" y="1348"/>
                  </a:lnTo>
                  <a:lnTo>
                    <a:pt x="899" y="599"/>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3" name="Google Shape;1483;p52"/>
            <p:cNvSpPr/>
            <p:nvPr/>
          </p:nvSpPr>
          <p:spPr>
            <a:xfrm>
              <a:off x="5944775" y="2808850"/>
              <a:ext cx="22475" cy="67375"/>
            </a:xfrm>
            <a:custGeom>
              <a:rect b="b" l="l" r="r" t="t"/>
              <a:pathLst>
                <a:path extrusionOk="0" h="2695" w="899">
                  <a:moveTo>
                    <a:pt x="300" y="0"/>
                  </a:moveTo>
                  <a:lnTo>
                    <a:pt x="150" y="599"/>
                  </a:lnTo>
                  <a:lnTo>
                    <a:pt x="1" y="1347"/>
                  </a:lnTo>
                  <a:lnTo>
                    <a:pt x="1" y="2096"/>
                  </a:lnTo>
                  <a:lnTo>
                    <a:pt x="150" y="2395"/>
                  </a:lnTo>
                  <a:lnTo>
                    <a:pt x="300" y="2545"/>
                  </a:lnTo>
                  <a:lnTo>
                    <a:pt x="450" y="2694"/>
                  </a:lnTo>
                  <a:lnTo>
                    <a:pt x="599" y="2545"/>
                  </a:lnTo>
                  <a:lnTo>
                    <a:pt x="749" y="2395"/>
                  </a:lnTo>
                  <a:lnTo>
                    <a:pt x="899" y="2096"/>
                  </a:lnTo>
                  <a:lnTo>
                    <a:pt x="899" y="1347"/>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4" name="Google Shape;1484;p52"/>
            <p:cNvSpPr/>
            <p:nvPr/>
          </p:nvSpPr>
          <p:spPr>
            <a:xfrm>
              <a:off x="6027100" y="2812575"/>
              <a:ext cx="18725" cy="59900"/>
            </a:xfrm>
            <a:custGeom>
              <a:rect b="b" l="l" r="r" t="t"/>
              <a:pathLst>
                <a:path extrusionOk="0" h="2396" w="749">
                  <a:moveTo>
                    <a:pt x="300" y="1"/>
                  </a:moveTo>
                  <a:lnTo>
                    <a:pt x="150" y="151"/>
                  </a:lnTo>
                  <a:lnTo>
                    <a:pt x="0" y="1198"/>
                  </a:lnTo>
                  <a:lnTo>
                    <a:pt x="150" y="2246"/>
                  </a:lnTo>
                  <a:lnTo>
                    <a:pt x="150" y="2396"/>
                  </a:lnTo>
                  <a:lnTo>
                    <a:pt x="449" y="2396"/>
                  </a:lnTo>
                  <a:lnTo>
                    <a:pt x="599" y="224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pic>
        <p:nvPicPr>
          <p:cNvPr id="1485" name="Google Shape;1485;p52"/>
          <p:cNvPicPr preferRelativeResize="0"/>
          <p:nvPr/>
        </p:nvPicPr>
        <p:blipFill rotWithShape="1">
          <a:blip r:embed="rId3">
            <a:alphaModFix amt="41000"/>
          </a:blip>
          <a:srcRect b="0" l="0" r="0" t="0"/>
          <a:stretch/>
        </p:blipFill>
        <p:spPr>
          <a:xfrm rot="385896">
            <a:off x="-2312544" y="2152427"/>
            <a:ext cx="6484086" cy="4039916"/>
          </a:xfrm>
          <a:prstGeom prst="rect">
            <a:avLst/>
          </a:prstGeom>
          <a:noFill/>
          <a:ln>
            <a:noFill/>
          </a:ln>
        </p:spPr>
      </p:pic>
      <p:pic>
        <p:nvPicPr>
          <p:cNvPr id="1486" name="Google Shape;1486;p52" title="RB-Tree (1).mp4">
            <a:hlinkClick r:id="rId4"/>
          </p:cNvPr>
          <p:cNvPicPr preferRelativeResize="0"/>
          <p:nvPr/>
        </p:nvPicPr>
        <p:blipFill>
          <a:blip r:embed="rId5">
            <a:alphaModFix/>
          </a:blip>
          <a:stretch>
            <a:fillRect/>
          </a:stretch>
        </p:blipFill>
        <p:spPr>
          <a:xfrm>
            <a:off x="240700" y="1562275"/>
            <a:ext cx="3722800" cy="164592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1000" fill="hold"/>
                                        <p:tgtEl>
                                          <p:spTgt spid="1315"/>
                                        </p:tgtEl>
                                        <p:attrNameLst>
                                          <p:attrName>r</p:attrName>
                                        </p:attrNameLst>
                                      </p:cBhvr>
                                    </p:animRot>
                                  </p:childTnLst>
                                </p:cTn>
                              </p:par>
                              <p:par>
                                <p:cTn fill="hold" nodeType="withEffect" presetClass="entr" presetID="10" presetSubtype="0">
                                  <p:stCondLst>
                                    <p:cond delay="0"/>
                                  </p:stCondLst>
                                  <p:childTnLst>
                                    <p:set>
                                      <p:cBhvr>
                                        <p:cTn dur="1" fill="hold">
                                          <p:stCondLst>
                                            <p:cond delay="0"/>
                                          </p:stCondLst>
                                        </p:cTn>
                                        <p:tgtEl>
                                          <p:spTgt spid="1486"/>
                                        </p:tgtEl>
                                        <p:attrNameLst>
                                          <p:attrName>style.visibility</p:attrName>
                                        </p:attrNameLst>
                                      </p:cBhvr>
                                      <p:to>
                                        <p:strVal val="visible"/>
                                      </p:to>
                                    </p:set>
                                    <p:animEffect filter="fade" transition="in">
                                      <p:cBhvr>
                                        <p:cTn dur="1000"/>
                                        <p:tgtEl>
                                          <p:spTgt spid="148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0" name="Shape 1490"/>
        <p:cNvGrpSpPr/>
        <p:nvPr/>
      </p:nvGrpSpPr>
      <p:grpSpPr>
        <a:xfrm>
          <a:off x="0" y="0"/>
          <a:ext cx="0" cy="0"/>
          <a:chOff x="0" y="0"/>
          <a:chExt cx="0" cy="0"/>
        </a:xfrm>
      </p:grpSpPr>
      <p:sp>
        <p:nvSpPr>
          <p:cNvPr id="1491" name="Google Shape;1491;p53"/>
          <p:cNvSpPr txBox="1"/>
          <p:nvPr>
            <p:ph idx="1" type="body"/>
          </p:nvPr>
        </p:nvSpPr>
        <p:spPr>
          <a:xfrm>
            <a:off x="1174450" y="1276197"/>
            <a:ext cx="3303000" cy="1503300"/>
          </a:xfrm>
          <a:prstGeom prst="rect">
            <a:avLst/>
          </a:prstGeom>
          <a:noFill/>
          <a:ln>
            <a:noFill/>
          </a:ln>
        </p:spPr>
        <p:txBody>
          <a:bodyPr anchorCtr="0" anchor="t" bIns="91425" lIns="91425" spcFirstLastPara="1" rIns="91425" wrap="square" tIns="91425">
            <a:noAutofit/>
          </a:bodyPr>
          <a:lstStyle/>
          <a:p>
            <a:pPr indent="-317500" lvl="0" marL="457200" rtl="0" algn="l">
              <a:lnSpc>
                <a:spcPct val="150000"/>
              </a:lnSpc>
              <a:spcBef>
                <a:spcPts val="0"/>
              </a:spcBef>
              <a:spcAft>
                <a:spcPts val="0"/>
              </a:spcAft>
              <a:buSzPts val="1400"/>
              <a:buChar char="●"/>
            </a:pPr>
            <a:r>
              <a:rPr lang="en" sz="1200"/>
              <a:t>Bou ‘n minimum spanboom uit die ongerigte kampuskaart</a:t>
            </a:r>
            <a:endParaRPr sz="1200"/>
          </a:p>
          <a:p>
            <a:pPr indent="-317500" lvl="0" marL="457200" rtl="0" algn="l">
              <a:lnSpc>
                <a:spcPct val="150000"/>
              </a:lnSpc>
              <a:spcBef>
                <a:spcPts val="0"/>
              </a:spcBef>
              <a:spcAft>
                <a:spcPts val="0"/>
              </a:spcAft>
              <a:buSzPts val="1400"/>
              <a:buChar char="●"/>
            </a:pPr>
            <a:r>
              <a:rPr lang="en" sz="1200"/>
              <a:t>Verbind alle hoekpunte met die kleinste randgewigte</a:t>
            </a:r>
            <a:endParaRPr sz="1200"/>
          </a:p>
          <a:p>
            <a:pPr indent="-317500" lvl="0" marL="457200" rtl="0" algn="l">
              <a:lnSpc>
                <a:spcPct val="150000"/>
              </a:lnSpc>
              <a:spcBef>
                <a:spcPts val="0"/>
              </a:spcBef>
              <a:spcAft>
                <a:spcPts val="0"/>
              </a:spcAft>
              <a:buSzPts val="1400"/>
              <a:buChar char="●"/>
            </a:pPr>
            <a:r>
              <a:rPr lang="en" sz="1200"/>
              <a:t>Wys ‘n minimum-afstand netwerk, nie die kortste roete tussen punte nie.</a:t>
            </a:r>
            <a:endParaRPr/>
          </a:p>
          <a:p>
            <a:pPr indent="-317500" lvl="0" marL="457200" rtl="0" algn="l">
              <a:lnSpc>
                <a:spcPct val="150000"/>
              </a:lnSpc>
              <a:spcBef>
                <a:spcPts val="0"/>
              </a:spcBef>
              <a:spcAft>
                <a:spcPts val="0"/>
              </a:spcAft>
              <a:buSzPts val="1400"/>
              <a:buChar char="●"/>
            </a:pPr>
            <a:r>
              <a:rPr lang="en" sz="1200"/>
              <a:t>Tydkompleksiteit: O(E log V)</a:t>
            </a:r>
            <a:endParaRPr/>
          </a:p>
          <a:p>
            <a:pPr indent="-317500" lvl="0" marL="457200" rtl="0" algn="l">
              <a:lnSpc>
                <a:spcPct val="150000"/>
              </a:lnSpc>
              <a:spcBef>
                <a:spcPts val="0"/>
              </a:spcBef>
              <a:spcAft>
                <a:spcPts val="0"/>
              </a:spcAft>
              <a:buSzPts val="1400"/>
              <a:buChar char="●"/>
            </a:pPr>
            <a:r>
              <a:rPr lang="en" sz="1200"/>
              <a:t>Beperking: Alternatiewe roetes word verywder</a:t>
            </a:r>
            <a:endParaRPr sz="1200"/>
          </a:p>
        </p:txBody>
      </p:sp>
      <p:sp>
        <p:nvSpPr>
          <p:cNvPr id="1492" name="Google Shape;1492;p53"/>
          <p:cNvSpPr txBox="1"/>
          <p:nvPr>
            <p:ph idx="2" type="body"/>
          </p:nvPr>
        </p:nvSpPr>
        <p:spPr>
          <a:xfrm>
            <a:off x="4572300" y="1249504"/>
            <a:ext cx="3303000" cy="1503300"/>
          </a:xfrm>
          <a:prstGeom prst="rect">
            <a:avLst/>
          </a:prstGeom>
          <a:noFill/>
          <a:ln>
            <a:noFill/>
          </a:ln>
        </p:spPr>
        <p:txBody>
          <a:bodyPr anchorCtr="0" anchor="t" bIns="91425" lIns="91425" spcFirstLastPara="1" rIns="91425" wrap="square" tIns="91425">
            <a:noAutofit/>
          </a:bodyPr>
          <a:lstStyle/>
          <a:p>
            <a:pPr indent="-317500" lvl="0" marL="457200" rtl="0" algn="l">
              <a:lnSpc>
                <a:spcPct val="150000"/>
              </a:lnSpc>
              <a:spcBef>
                <a:spcPts val="0"/>
              </a:spcBef>
              <a:spcAft>
                <a:spcPts val="0"/>
              </a:spcAft>
              <a:buSzPts val="1400"/>
              <a:buChar char="●"/>
            </a:pPr>
            <a:r>
              <a:rPr lang="en" sz="1200"/>
              <a:t>Gebruik dieselfde grafiek, maar met randkapasiteit in plaas van gewigte</a:t>
            </a:r>
            <a:endParaRPr sz="1200"/>
          </a:p>
          <a:p>
            <a:pPr indent="-317500" lvl="0" marL="457200" rtl="0" algn="l">
              <a:lnSpc>
                <a:spcPct val="150000"/>
              </a:lnSpc>
              <a:spcBef>
                <a:spcPts val="100"/>
              </a:spcBef>
              <a:spcAft>
                <a:spcPts val="0"/>
              </a:spcAft>
              <a:buSzPts val="1400"/>
              <a:buChar char="●"/>
            </a:pPr>
            <a:r>
              <a:rPr lang="en" sz="1200"/>
              <a:t>Breedte-eerste soektogte vind aanvullende punte</a:t>
            </a:r>
            <a:endParaRPr sz="1200"/>
          </a:p>
          <a:p>
            <a:pPr indent="-317500" lvl="0" marL="457200" rtl="0" algn="l">
              <a:lnSpc>
                <a:spcPct val="150000"/>
              </a:lnSpc>
              <a:spcBef>
                <a:spcPts val="100"/>
              </a:spcBef>
              <a:spcAft>
                <a:spcPts val="0"/>
              </a:spcAft>
              <a:buSzPts val="1400"/>
              <a:buChar char="●"/>
            </a:pPr>
            <a:r>
              <a:rPr lang="en" sz="1200"/>
              <a:t>Bereken die maksimum deurset tussen twee gekose hoekpunte, vir bv. Ontruimingsroetes</a:t>
            </a:r>
            <a:endParaRPr sz="1200"/>
          </a:p>
          <a:p>
            <a:pPr indent="-317500" lvl="0" marL="457200" rtl="0" algn="l">
              <a:lnSpc>
                <a:spcPct val="150000"/>
              </a:lnSpc>
              <a:spcBef>
                <a:spcPts val="100"/>
              </a:spcBef>
              <a:spcAft>
                <a:spcPts val="0"/>
              </a:spcAft>
              <a:buSzPts val="1400"/>
              <a:buChar char="●"/>
            </a:pPr>
            <a:r>
              <a:rPr lang="en" sz="1200"/>
              <a:t>Tydkompleksiteit: O(VE²)</a:t>
            </a:r>
            <a:endParaRPr/>
          </a:p>
          <a:p>
            <a:pPr indent="-317500" lvl="0" marL="457200" rtl="0" algn="l">
              <a:lnSpc>
                <a:spcPct val="150000"/>
              </a:lnSpc>
              <a:spcBef>
                <a:spcPts val="100"/>
              </a:spcBef>
              <a:spcAft>
                <a:spcPts val="100"/>
              </a:spcAft>
              <a:buSzPts val="1400"/>
              <a:buChar char="●"/>
            </a:pPr>
            <a:r>
              <a:rPr lang="en" sz="1200"/>
              <a:t>Beperking: Hang af van akkurate kapasiteit en ignoreer ontruimingstyd</a:t>
            </a:r>
            <a:endParaRPr sz="1200"/>
          </a:p>
        </p:txBody>
      </p:sp>
      <p:sp>
        <p:nvSpPr>
          <p:cNvPr id="1493" name="Google Shape;1493;p53"/>
          <p:cNvSpPr txBox="1"/>
          <p:nvPr>
            <p:ph idx="3" type="title"/>
          </p:nvPr>
        </p:nvSpPr>
        <p:spPr>
          <a:xfrm>
            <a:off x="1174450" y="516738"/>
            <a:ext cx="3303000" cy="5589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400"/>
              <a:buNone/>
            </a:pPr>
            <a:r>
              <a:rPr lang="en"/>
              <a:t>Minimum Spanboon ~ Prim</a:t>
            </a:r>
            <a:endParaRPr/>
          </a:p>
        </p:txBody>
      </p:sp>
      <p:sp>
        <p:nvSpPr>
          <p:cNvPr id="1494" name="Google Shape;1494;p53"/>
          <p:cNvSpPr txBox="1"/>
          <p:nvPr>
            <p:ph idx="4" type="title"/>
          </p:nvPr>
        </p:nvSpPr>
        <p:spPr>
          <a:xfrm>
            <a:off x="4572000" y="490677"/>
            <a:ext cx="3303300" cy="5589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400"/>
              <a:buNone/>
            </a:pPr>
            <a:r>
              <a:rPr lang="en"/>
              <a:t>Netwerkvloei ~ Edmonds-Karp</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8" name="Shape 1498"/>
        <p:cNvGrpSpPr/>
        <p:nvPr/>
      </p:nvGrpSpPr>
      <p:grpSpPr>
        <a:xfrm>
          <a:off x="0" y="0"/>
          <a:ext cx="0" cy="0"/>
          <a:chOff x="0" y="0"/>
          <a:chExt cx="0" cy="0"/>
        </a:xfrm>
      </p:grpSpPr>
      <p:sp>
        <p:nvSpPr>
          <p:cNvPr id="1499" name="Google Shape;1499;p54"/>
          <p:cNvSpPr txBox="1"/>
          <p:nvPr>
            <p:ph type="title"/>
          </p:nvPr>
        </p:nvSpPr>
        <p:spPr>
          <a:xfrm>
            <a:off x="5186525" y="2302100"/>
            <a:ext cx="3138900" cy="12957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600"/>
              <a:buNone/>
            </a:pPr>
            <a:r>
              <a:rPr lang="en"/>
              <a:t>Lambda-Funksies</a:t>
            </a:r>
            <a:endParaRPr/>
          </a:p>
        </p:txBody>
      </p:sp>
      <p:sp>
        <p:nvSpPr>
          <p:cNvPr id="1500" name="Google Shape;1500;p54"/>
          <p:cNvSpPr txBox="1"/>
          <p:nvPr>
            <p:ph idx="2" type="title"/>
          </p:nvPr>
        </p:nvSpPr>
        <p:spPr>
          <a:xfrm>
            <a:off x="6562700" y="1241175"/>
            <a:ext cx="1762800" cy="7134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6000"/>
              <a:buNone/>
            </a:pPr>
            <a:r>
              <a:rPr lang="en"/>
              <a:t>05</a:t>
            </a:r>
            <a:endParaRPr/>
          </a:p>
        </p:txBody>
      </p:sp>
      <p:sp>
        <p:nvSpPr>
          <p:cNvPr id="1501" name="Google Shape;1501;p54"/>
          <p:cNvSpPr txBox="1"/>
          <p:nvPr>
            <p:ph idx="1" type="subTitle"/>
          </p:nvPr>
        </p:nvSpPr>
        <p:spPr>
          <a:xfrm>
            <a:off x="5244525" y="3679125"/>
            <a:ext cx="3081000" cy="7134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1600"/>
              </a:spcAft>
              <a:buSzPts val="1400"/>
              <a:buNone/>
            </a:pPr>
            <a:r>
              <a:rPr lang="en"/>
              <a:t>Kort, anonieme funksies vir filtering, transformasie en sortering</a:t>
            </a:r>
            <a:endParaRPr/>
          </a:p>
        </p:txBody>
      </p:sp>
      <p:grpSp>
        <p:nvGrpSpPr>
          <p:cNvPr id="1502" name="Google Shape;1502;p54"/>
          <p:cNvGrpSpPr/>
          <p:nvPr/>
        </p:nvGrpSpPr>
        <p:grpSpPr>
          <a:xfrm>
            <a:off x="1969472" y="529416"/>
            <a:ext cx="2287695" cy="2289334"/>
            <a:chOff x="1192500" y="238125"/>
            <a:chExt cx="5235000" cy="5238750"/>
          </a:xfrm>
        </p:grpSpPr>
        <p:sp>
          <p:nvSpPr>
            <p:cNvPr id="1503" name="Google Shape;1503;p54"/>
            <p:cNvSpPr/>
            <p:nvPr/>
          </p:nvSpPr>
          <p:spPr>
            <a:xfrm>
              <a:off x="4141150" y="2266250"/>
              <a:ext cx="123500" cy="123525"/>
            </a:xfrm>
            <a:custGeom>
              <a:rect b="b" l="l" r="r" t="t"/>
              <a:pathLst>
                <a:path extrusionOk="0" h="4941" w="4940">
                  <a:moveTo>
                    <a:pt x="1" y="1"/>
                  </a:moveTo>
                  <a:lnTo>
                    <a:pt x="1" y="150"/>
                  </a:lnTo>
                  <a:lnTo>
                    <a:pt x="1048" y="1348"/>
                  </a:lnTo>
                  <a:lnTo>
                    <a:pt x="2246" y="2545"/>
                  </a:lnTo>
                  <a:lnTo>
                    <a:pt x="4790" y="4940"/>
                  </a:lnTo>
                  <a:lnTo>
                    <a:pt x="4940" y="4940"/>
                  </a:lnTo>
                  <a:lnTo>
                    <a:pt x="4940" y="4791"/>
                  </a:lnTo>
                  <a:lnTo>
                    <a:pt x="2545" y="23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4" name="Google Shape;1504;p54"/>
            <p:cNvSpPr/>
            <p:nvPr/>
          </p:nvSpPr>
          <p:spPr>
            <a:xfrm>
              <a:off x="4189800" y="2221350"/>
              <a:ext cx="123500" cy="131000"/>
            </a:xfrm>
            <a:custGeom>
              <a:rect b="b" l="l" r="r" t="t"/>
              <a:pathLst>
                <a:path extrusionOk="0" h="5240" w="4940">
                  <a:moveTo>
                    <a:pt x="150" y="1"/>
                  </a:moveTo>
                  <a:lnTo>
                    <a:pt x="0" y="150"/>
                  </a:lnTo>
                  <a:lnTo>
                    <a:pt x="1048" y="1497"/>
                  </a:lnTo>
                  <a:lnTo>
                    <a:pt x="2246" y="2695"/>
                  </a:lnTo>
                  <a:lnTo>
                    <a:pt x="3443" y="3892"/>
                  </a:lnTo>
                  <a:lnTo>
                    <a:pt x="4790" y="5239"/>
                  </a:lnTo>
                  <a:lnTo>
                    <a:pt x="4940" y="5239"/>
                  </a:lnTo>
                  <a:lnTo>
                    <a:pt x="4940" y="5090"/>
                  </a:lnTo>
                  <a:lnTo>
                    <a:pt x="2545" y="2396"/>
                  </a:lnTo>
                  <a:lnTo>
                    <a:pt x="1347" y="1198"/>
                  </a:lnTo>
                  <a:lnTo>
                    <a:pt x="749" y="5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5" name="Google Shape;1505;p54"/>
            <p:cNvSpPr/>
            <p:nvPr/>
          </p:nvSpPr>
          <p:spPr>
            <a:xfrm>
              <a:off x="4242175" y="2187675"/>
              <a:ext cx="108550" cy="112275"/>
            </a:xfrm>
            <a:custGeom>
              <a:rect b="b" l="l" r="r" t="t"/>
              <a:pathLst>
                <a:path extrusionOk="0" h="4491" w="4342">
                  <a:moveTo>
                    <a:pt x="1" y="1"/>
                  </a:moveTo>
                  <a:lnTo>
                    <a:pt x="1" y="150"/>
                  </a:lnTo>
                  <a:lnTo>
                    <a:pt x="1947" y="2395"/>
                  </a:lnTo>
                  <a:lnTo>
                    <a:pt x="4042" y="4491"/>
                  </a:lnTo>
                  <a:lnTo>
                    <a:pt x="4342" y="4491"/>
                  </a:lnTo>
                  <a:lnTo>
                    <a:pt x="4342" y="4341"/>
                  </a:lnTo>
                  <a:lnTo>
                    <a:pt x="2246" y="20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6" name="Google Shape;1506;p54"/>
            <p:cNvSpPr/>
            <p:nvPr/>
          </p:nvSpPr>
          <p:spPr>
            <a:xfrm>
              <a:off x="4290825" y="2154000"/>
              <a:ext cx="131000" cy="131000"/>
            </a:xfrm>
            <a:custGeom>
              <a:rect b="b" l="l" r="r" t="t"/>
              <a:pathLst>
                <a:path extrusionOk="0" h="5240" w="5240">
                  <a:moveTo>
                    <a:pt x="1" y="0"/>
                  </a:moveTo>
                  <a:lnTo>
                    <a:pt x="1" y="150"/>
                  </a:lnTo>
                  <a:lnTo>
                    <a:pt x="1198" y="1348"/>
                  </a:lnTo>
                  <a:lnTo>
                    <a:pt x="2396" y="2695"/>
                  </a:lnTo>
                  <a:lnTo>
                    <a:pt x="3743" y="4042"/>
                  </a:lnTo>
                  <a:lnTo>
                    <a:pt x="5090" y="5239"/>
                  </a:lnTo>
                  <a:lnTo>
                    <a:pt x="5239" y="5239"/>
                  </a:lnTo>
                  <a:lnTo>
                    <a:pt x="5239" y="5090"/>
                  </a:lnTo>
                  <a:lnTo>
                    <a:pt x="4042" y="3742"/>
                  </a:lnTo>
                  <a:lnTo>
                    <a:pt x="2695" y="2395"/>
                  </a:lnTo>
                  <a:lnTo>
                    <a:pt x="149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7" name="Google Shape;1507;p54"/>
            <p:cNvSpPr/>
            <p:nvPr/>
          </p:nvSpPr>
          <p:spPr>
            <a:xfrm>
              <a:off x="4339475" y="2112825"/>
              <a:ext cx="104800" cy="104800"/>
            </a:xfrm>
            <a:custGeom>
              <a:rect b="b" l="l" r="r" t="t"/>
              <a:pathLst>
                <a:path extrusionOk="0" h="4192" w="4192">
                  <a:moveTo>
                    <a:pt x="0" y="1"/>
                  </a:moveTo>
                  <a:lnTo>
                    <a:pt x="0" y="151"/>
                  </a:lnTo>
                  <a:lnTo>
                    <a:pt x="899" y="1198"/>
                  </a:lnTo>
                  <a:lnTo>
                    <a:pt x="1946" y="2246"/>
                  </a:lnTo>
                  <a:lnTo>
                    <a:pt x="4042" y="4192"/>
                  </a:lnTo>
                  <a:lnTo>
                    <a:pt x="4191" y="4192"/>
                  </a:lnTo>
                  <a:lnTo>
                    <a:pt x="4191" y="4042"/>
                  </a:lnTo>
                  <a:lnTo>
                    <a:pt x="2246" y="1947"/>
                  </a:lnTo>
                  <a:lnTo>
                    <a:pt x="1198" y="10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8" name="Google Shape;1508;p54"/>
            <p:cNvSpPr/>
            <p:nvPr/>
          </p:nvSpPr>
          <p:spPr>
            <a:xfrm>
              <a:off x="4436775" y="2041750"/>
              <a:ext cx="89825" cy="86075"/>
            </a:xfrm>
            <a:custGeom>
              <a:rect b="b" l="l" r="r" t="t"/>
              <a:pathLst>
                <a:path extrusionOk="0" h="3443" w="3593">
                  <a:moveTo>
                    <a:pt x="0" y="0"/>
                  </a:moveTo>
                  <a:lnTo>
                    <a:pt x="1647" y="1796"/>
                  </a:lnTo>
                  <a:lnTo>
                    <a:pt x="3443" y="3443"/>
                  </a:lnTo>
                  <a:lnTo>
                    <a:pt x="3592" y="3443"/>
                  </a:lnTo>
                  <a:lnTo>
                    <a:pt x="3592" y="3293"/>
                  </a:lnTo>
                  <a:lnTo>
                    <a:pt x="2844" y="2395"/>
                  </a:lnTo>
                  <a:lnTo>
                    <a:pt x="1946"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9" name="Google Shape;1509;p54"/>
            <p:cNvSpPr/>
            <p:nvPr/>
          </p:nvSpPr>
          <p:spPr>
            <a:xfrm>
              <a:off x="4388125" y="2079150"/>
              <a:ext cx="93575" cy="89850"/>
            </a:xfrm>
            <a:custGeom>
              <a:rect b="b" l="l" r="r" t="t"/>
              <a:pathLst>
                <a:path extrusionOk="0" h="3594" w="3743">
                  <a:moveTo>
                    <a:pt x="0" y="1"/>
                  </a:moveTo>
                  <a:lnTo>
                    <a:pt x="1647" y="1947"/>
                  </a:lnTo>
                  <a:lnTo>
                    <a:pt x="3443" y="3593"/>
                  </a:lnTo>
                  <a:lnTo>
                    <a:pt x="3742" y="3593"/>
                  </a:lnTo>
                  <a:lnTo>
                    <a:pt x="3742" y="3443"/>
                  </a:lnTo>
                  <a:lnTo>
                    <a:pt x="1946" y="16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0" name="Google Shape;1510;p54"/>
            <p:cNvSpPr/>
            <p:nvPr/>
          </p:nvSpPr>
          <p:spPr>
            <a:xfrm>
              <a:off x="4485400" y="2000575"/>
              <a:ext cx="82350" cy="78600"/>
            </a:xfrm>
            <a:custGeom>
              <a:rect b="b" l="l" r="r" t="t"/>
              <a:pathLst>
                <a:path extrusionOk="0" h="3144" w="3294">
                  <a:moveTo>
                    <a:pt x="1" y="1"/>
                  </a:moveTo>
                  <a:lnTo>
                    <a:pt x="1" y="150"/>
                  </a:lnTo>
                  <a:lnTo>
                    <a:pt x="1498" y="1797"/>
                  </a:lnTo>
                  <a:lnTo>
                    <a:pt x="2246" y="2545"/>
                  </a:lnTo>
                  <a:lnTo>
                    <a:pt x="3144" y="3144"/>
                  </a:lnTo>
                  <a:lnTo>
                    <a:pt x="3294" y="3144"/>
                  </a:lnTo>
                  <a:lnTo>
                    <a:pt x="3294" y="2994"/>
                  </a:lnTo>
                  <a:lnTo>
                    <a:pt x="2545" y="2246"/>
                  </a:lnTo>
                  <a:lnTo>
                    <a:pt x="1797" y="1497"/>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1" name="Google Shape;1511;p54"/>
            <p:cNvSpPr/>
            <p:nvPr/>
          </p:nvSpPr>
          <p:spPr>
            <a:xfrm>
              <a:off x="4537800" y="1966900"/>
              <a:ext cx="71125" cy="67375"/>
            </a:xfrm>
            <a:custGeom>
              <a:rect b="b" l="l" r="r" t="t"/>
              <a:pathLst>
                <a:path extrusionOk="0" h="2695" w="2845">
                  <a:moveTo>
                    <a:pt x="0" y="1"/>
                  </a:moveTo>
                  <a:lnTo>
                    <a:pt x="0" y="150"/>
                  </a:lnTo>
                  <a:lnTo>
                    <a:pt x="1198" y="1497"/>
                  </a:lnTo>
                  <a:lnTo>
                    <a:pt x="2695" y="2695"/>
                  </a:lnTo>
                  <a:lnTo>
                    <a:pt x="2844" y="2695"/>
                  </a:lnTo>
                  <a:lnTo>
                    <a:pt x="2844" y="2545"/>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2" name="Google Shape;1512;p54"/>
            <p:cNvSpPr/>
            <p:nvPr/>
          </p:nvSpPr>
          <p:spPr>
            <a:xfrm>
              <a:off x="4586450" y="1925750"/>
              <a:ext cx="74850" cy="74850"/>
            </a:xfrm>
            <a:custGeom>
              <a:rect b="b" l="l" r="r" t="t"/>
              <a:pathLst>
                <a:path extrusionOk="0" h="2994" w="2994">
                  <a:moveTo>
                    <a:pt x="0" y="0"/>
                  </a:moveTo>
                  <a:lnTo>
                    <a:pt x="0" y="150"/>
                  </a:lnTo>
                  <a:lnTo>
                    <a:pt x="1347" y="1796"/>
                  </a:lnTo>
                  <a:lnTo>
                    <a:pt x="2096" y="2395"/>
                  </a:lnTo>
                  <a:lnTo>
                    <a:pt x="2994" y="2994"/>
                  </a:lnTo>
                  <a:lnTo>
                    <a:pt x="2994" y="2994"/>
                  </a:lnTo>
                  <a:lnTo>
                    <a:pt x="2395" y="2096"/>
                  </a:lnTo>
                  <a:lnTo>
                    <a:pt x="1647"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3" name="Google Shape;1513;p54"/>
            <p:cNvSpPr/>
            <p:nvPr/>
          </p:nvSpPr>
          <p:spPr>
            <a:xfrm>
              <a:off x="4635100" y="1888325"/>
              <a:ext cx="74850" cy="71125"/>
            </a:xfrm>
            <a:custGeom>
              <a:rect b="b" l="l" r="r" t="t"/>
              <a:pathLst>
                <a:path extrusionOk="0" h="2845" w="2994">
                  <a:moveTo>
                    <a:pt x="150" y="0"/>
                  </a:moveTo>
                  <a:lnTo>
                    <a:pt x="150" y="150"/>
                  </a:lnTo>
                  <a:lnTo>
                    <a:pt x="0" y="150"/>
                  </a:lnTo>
                  <a:lnTo>
                    <a:pt x="1347" y="1647"/>
                  </a:lnTo>
                  <a:lnTo>
                    <a:pt x="2096" y="2245"/>
                  </a:lnTo>
                  <a:lnTo>
                    <a:pt x="2844" y="2844"/>
                  </a:lnTo>
                  <a:lnTo>
                    <a:pt x="2994" y="2844"/>
                  </a:lnTo>
                  <a:lnTo>
                    <a:pt x="2395" y="1946"/>
                  </a:lnTo>
                  <a:lnTo>
                    <a:pt x="1647" y="13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4" name="Google Shape;1514;p54"/>
            <p:cNvSpPr/>
            <p:nvPr/>
          </p:nvSpPr>
          <p:spPr>
            <a:xfrm>
              <a:off x="4683725" y="1847150"/>
              <a:ext cx="71125" cy="71125"/>
            </a:xfrm>
            <a:custGeom>
              <a:rect b="b" l="l" r="r" t="t"/>
              <a:pathLst>
                <a:path extrusionOk="0" h="2845" w="2845">
                  <a:moveTo>
                    <a:pt x="1" y="1"/>
                  </a:moveTo>
                  <a:lnTo>
                    <a:pt x="1" y="150"/>
                  </a:lnTo>
                  <a:lnTo>
                    <a:pt x="1348" y="1647"/>
                  </a:lnTo>
                  <a:lnTo>
                    <a:pt x="1947" y="2246"/>
                  </a:lnTo>
                  <a:lnTo>
                    <a:pt x="2695" y="2845"/>
                  </a:lnTo>
                  <a:lnTo>
                    <a:pt x="2845" y="2845"/>
                  </a:lnTo>
                  <a:lnTo>
                    <a:pt x="2845" y="2695"/>
                  </a:lnTo>
                  <a:lnTo>
                    <a:pt x="2246" y="1947"/>
                  </a:lnTo>
                  <a:lnTo>
                    <a:pt x="1647" y="1348"/>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5" name="Google Shape;1515;p54"/>
            <p:cNvSpPr/>
            <p:nvPr/>
          </p:nvSpPr>
          <p:spPr>
            <a:xfrm>
              <a:off x="4736125" y="1813475"/>
              <a:ext cx="71125" cy="71125"/>
            </a:xfrm>
            <a:custGeom>
              <a:rect b="b" l="l" r="r" t="t"/>
              <a:pathLst>
                <a:path extrusionOk="0" h="2845" w="2845">
                  <a:moveTo>
                    <a:pt x="0" y="1"/>
                  </a:moveTo>
                  <a:lnTo>
                    <a:pt x="1348" y="1497"/>
                  </a:lnTo>
                  <a:lnTo>
                    <a:pt x="1946" y="2246"/>
                  </a:lnTo>
                  <a:lnTo>
                    <a:pt x="2695" y="2845"/>
                  </a:lnTo>
                  <a:lnTo>
                    <a:pt x="2844" y="2845"/>
                  </a:lnTo>
                  <a:lnTo>
                    <a:pt x="2844" y="2695"/>
                  </a:lnTo>
                  <a:lnTo>
                    <a:pt x="2246" y="1947"/>
                  </a:lnTo>
                  <a:lnTo>
                    <a:pt x="1647" y="134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6" name="Google Shape;1516;p54"/>
            <p:cNvSpPr/>
            <p:nvPr/>
          </p:nvSpPr>
          <p:spPr>
            <a:xfrm>
              <a:off x="4784775" y="1776050"/>
              <a:ext cx="56150" cy="56175"/>
            </a:xfrm>
            <a:custGeom>
              <a:rect b="b" l="l" r="r" t="t"/>
              <a:pathLst>
                <a:path extrusionOk="0" h="2247" w="2246">
                  <a:moveTo>
                    <a:pt x="0" y="1"/>
                  </a:moveTo>
                  <a:lnTo>
                    <a:pt x="898" y="1198"/>
                  </a:lnTo>
                  <a:lnTo>
                    <a:pt x="1497" y="1797"/>
                  </a:lnTo>
                  <a:lnTo>
                    <a:pt x="2096" y="2246"/>
                  </a:lnTo>
                  <a:lnTo>
                    <a:pt x="2245" y="2246"/>
                  </a:lnTo>
                  <a:lnTo>
                    <a:pt x="2245" y="2096"/>
                  </a:lnTo>
                  <a:lnTo>
                    <a:pt x="1796" y="1498"/>
                  </a:lnTo>
                  <a:lnTo>
                    <a:pt x="1198" y="8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7" name="Google Shape;1517;p54"/>
            <p:cNvSpPr/>
            <p:nvPr/>
          </p:nvSpPr>
          <p:spPr>
            <a:xfrm>
              <a:off x="4833425" y="1738650"/>
              <a:ext cx="41175" cy="41175"/>
            </a:xfrm>
            <a:custGeom>
              <a:rect b="b" l="l" r="r" t="t"/>
              <a:pathLst>
                <a:path extrusionOk="0" h="1647" w="1647">
                  <a:moveTo>
                    <a:pt x="0" y="0"/>
                  </a:moveTo>
                  <a:lnTo>
                    <a:pt x="748" y="898"/>
                  </a:lnTo>
                  <a:lnTo>
                    <a:pt x="1497" y="1647"/>
                  </a:lnTo>
                  <a:lnTo>
                    <a:pt x="1646" y="1647"/>
                  </a:lnTo>
                  <a:lnTo>
                    <a:pt x="1646" y="149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8" name="Google Shape;1518;p54"/>
            <p:cNvSpPr/>
            <p:nvPr/>
          </p:nvSpPr>
          <p:spPr>
            <a:xfrm>
              <a:off x="4882050" y="1697475"/>
              <a:ext cx="33700" cy="33700"/>
            </a:xfrm>
            <a:custGeom>
              <a:rect b="b" l="l" r="r" t="t"/>
              <a:pathLst>
                <a:path extrusionOk="0" h="1348" w="1348">
                  <a:moveTo>
                    <a:pt x="1" y="1"/>
                  </a:moveTo>
                  <a:lnTo>
                    <a:pt x="450" y="749"/>
                  </a:lnTo>
                  <a:lnTo>
                    <a:pt x="1198" y="1348"/>
                  </a:lnTo>
                  <a:lnTo>
                    <a:pt x="1348" y="1348"/>
                  </a:lnTo>
                  <a:lnTo>
                    <a:pt x="1348" y="1198"/>
                  </a:lnTo>
                  <a:lnTo>
                    <a:pt x="749" y="45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9" name="Google Shape;1519;p54"/>
            <p:cNvSpPr/>
            <p:nvPr/>
          </p:nvSpPr>
          <p:spPr>
            <a:xfrm>
              <a:off x="4930700" y="1660050"/>
              <a:ext cx="37450" cy="33700"/>
            </a:xfrm>
            <a:custGeom>
              <a:rect b="b" l="l" r="r" t="t"/>
              <a:pathLst>
                <a:path extrusionOk="0" h="1348" w="1498">
                  <a:moveTo>
                    <a:pt x="1" y="1"/>
                  </a:moveTo>
                  <a:lnTo>
                    <a:pt x="1" y="151"/>
                  </a:lnTo>
                  <a:lnTo>
                    <a:pt x="599" y="899"/>
                  </a:lnTo>
                  <a:lnTo>
                    <a:pt x="899" y="1198"/>
                  </a:lnTo>
                  <a:lnTo>
                    <a:pt x="1348" y="1348"/>
                  </a:lnTo>
                  <a:lnTo>
                    <a:pt x="1497" y="1348"/>
                  </a:lnTo>
                  <a:lnTo>
                    <a:pt x="1497" y="1198"/>
                  </a:lnTo>
                  <a:lnTo>
                    <a:pt x="1198" y="899"/>
                  </a:lnTo>
                  <a:lnTo>
                    <a:pt x="899"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0" name="Google Shape;1520;p54"/>
            <p:cNvSpPr/>
            <p:nvPr/>
          </p:nvSpPr>
          <p:spPr>
            <a:xfrm>
              <a:off x="4979350" y="1618900"/>
              <a:ext cx="29950" cy="29950"/>
            </a:xfrm>
            <a:custGeom>
              <a:rect b="b" l="l" r="r" t="t"/>
              <a:pathLst>
                <a:path extrusionOk="0" h="1198" w="1198">
                  <a:moveTo>
                    <a:pt x="0" y="0"/>
                  </a:moveTo>
                  <a:lnTo>
                    <a:pt x="0" y="150"/>
                  </a:lnTo>
                  <a:lnTo>
                    <a:pt x="450" y="749"/>
                  </a:lnTo>
                  <a:lnTo>
                    <a:pt x="1048" y="1198"/>
                  </a:lnTo>
                  <a:lnTo>
                    <a:pt x="1198" y="1198"/>
                  </a:lnTo>
                  <a:lnTo>
                    <a:pt x="1198" y="1048"/>
                  </a:lnTo>
                  <a:lnTo>
                    <a:pt x="599" y="449"/>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1" name="Google Shape;1521;p54"/>
            <p:cNvSpPr/>
            <p:nvPr/>
          </p:nvSpPr>
          <p:spPr>
            <a:xfrm>
              <a:off x="3228125" y="2386000"/>
              <a:ext cx="123500" cy="127250"/>
            </a:xfrm>
            <a:custGeom>
              <a:rect b="b" l="l" r="r" t="t"/>
              <a:pathLst>
                <a:path extrusionOk="0" h="5090" w="4940">
                  <a:moveTo>
                    <a:pt x="4790" y="1"/>
                  </a:moveTo>
                  <a:lnTo>
                    <a:pt x="2395" y="2395"/>
                  </a:lnTo>
                  <a:lnTo>
                    <a:pt x="0" y="4940"/>
                  </a:lnTo>
                  <a:lnTo>
                    <a:pt x="0" y="5090"/>
                  </a:lnTo>
                  <a:lnTo>
                    <a:pt x="150" y="5090"/>
                  </a:lnTo>
                  <a:lnTo>
                    <a:pt x="1347" y="3892"/>
                  </a:lnTo>
                  <a:lnTo>
                    <a:pt x="2545" y="2695"/>
                  </a:lnTo>
                  <a:lnTo>
                    <a:pt x="4939" y="150"/>
                  </a:lnTo>
                  <a:lnTo>
                    <a:pt x="49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2" name="Google Shape;1522;p54"/>
            <p:cNvSpPr/>
            <p:nvPr/>
          </p:nvSpPr>
          <p:spPr>
            <a:xfrm>
              <a:off x="3183200" y="2337350"/>
              <a:ext cx="131000" cy="123525"/>
            </a:xfrm>
            <a:custGeom>
              <a:rect b="b" l="l" r="r" t="t"/>
              <a:pathLst>
                <a:path extrusionOk="0" h="4941" w="5240">
                  <a:moveTo>
                    <a:pt x="5090" y="1"/>
                  </a:moveTo>
                  <a:lnTo>
                    <a:pt x="2396" y="2545"/>
                  </a:lnTo>
                  <a:lnTo>
                    <a:pt x="1198" y="3593"/>
                  </a:lnTo>
                  <a:lnTo>
                    <a:pt x="600" y="4192"/>
                  </a:lnTo>
                  <a:lnTo>
                    <a:pt x="1" y="4940"/>
                  </a:lnTo>
                  <a:lnTo>
                    <a:pt x="151" y="4940"/>
                  </a:lnTo>
                  <a:lnTo>
                    <a:pt x="1498" y="3892"/>
                  </a:lnTo>
                  <a:lnTo>
                    <a:pt x="2695" y="2845"/>
                  </a:lnTo>
                  <a:lnTo>
                    <a:pt x="3893" y="1497"/>
                  </a:lnTo>
                  <a:lnTo>
                    <a:pt x="5240" y="150"/>
                  </a:lnTo>
                  <a:lnTo>
                    <a:pt x="52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3" name="Google Shape;1523;p54"/>
            <p:cNvSpPr/>
            <p:nvPr/>
          </p:nvSpPr>
          <p:spPr>
            <a:xfrm>
              <a:off x="3149525" y="2303675"/>
              <a:ext cx="112300" cy="108550"/>
            </a:xfrm>
            <a:custGeom>
              <a:rect b="b" l="l" r="r" t="t"/>
              <a:pathLst>
                <a:path extrusionOk="0" h="4342" w="4492">
                  <a:moveTo>
                    <a:pt x="4341" y="1"/>
                  </a:moveTo>
                  <a:lnTo>
                    <a:pt x="2096" y="1946"/>
                  </a:lnTo>
                  <a:lnTo>
                    <a:pt x="1" y="4192"/>
                  </a:lnTo>
                  <a:lnTo>
                    <a:pt x="1" y="4341"/>
                  </a:lnTo>
                  <a:lnTo>
                    <a:pt x="150" y="4341"/>
                  </a:lnTo>
                  <a:lnTo>
                    <a:pt x="2396" y="2246"/>
                  </a:lnTo>
                  <a:lnTo>
                    <a:pt x="4491" y="150"/>
                  </a:lnTo>
                  <a:lnTo>
                    <a:pt x="44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4" name="Google Shape;1524;p54"/>
            <p:cNvSpPr/>
            <p:nvPr/>
          </p:nvSpPr>
          <p:spPr>
            <a:xfrm>
              <a:off x="3115850" y="2228850"/>
              <a:ext cx="131000" cy="130975"/>
            </a:xfrm>
            <a:custGeom>
              <a:rect b="b" l="l" r="r" t="t"/>
              <a:pathLst>
                <a:path extrusionOk="0" h="5239" w="5240">
                  <a:moveTo>
                    <a:pt x="5090" y="0"/>
                  </a:moveTo>
                  <a:lnTo>
                    <a:pt x="3743" y="1197"/>
                  </a:lnTo>
                  <a:lnTo>
                    <a:pt x="2396" y="2545"/>
                  </a:lnTo>
                  <a:lnTo>
                    <a:pt x="1198" y="3892"/>
                  </a:lnTo>
                  <a:lnTo>
                    <a:pt x="1" y="5089"/>
                  </a:lnTo>
                  <a:lnTo>
                    <a:pt x="1" y="5239"/>
                  </a:lnTo>
                  <a:lnTo>
                    <a:pt x="150" y="5239"/>
                  </a:lnTo>
                  <a:lnTo>
                    <a:pt x="1497" y="4041"/>
                  </a:lnTo>
                  <a:lnTo>
                    <a:pt x="2695" y="2844"/>
                  </a:lnTo>
                  <a:lnTo>
                    <a:pt x="4042" y="1497"/>
                  </a:lnTo>
                  <a:lnTo>
                    <a:pt x="5239" y="150"/>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5" name="Google Shape;1525;p54"/>
            <p:cNvSpPr/>
            <p:nvPr/>
          </p:nvSpPr>
          <p:spPr>
            <a:xfrm>
              <a:off x="3074700" y="2210125"/>
              <a:ext cx="104800" cy="101050"/>
            </a:xfrm>
            <a:custGeom>
              <a:rect b="b" l="l" r="r" t="t"/>
              <a:pathLst>
                <a:path extrusionOk="0" h="4042" w="4192">
                  <a:moveTo>
                    <a:pt x="4042" y="1"/>
                  </a:moveTo>
                  <a:lnTo>
                    <a:pt x="1946" y="1797"/>
                  </a:lnTo>
                  <a:lnTo>
                    <a:pt x="1048" y="2845"/>
                  </a:lnTo>
                  <a:lnTo>
                    <a:pt x="0" y="4042"/>
                  </a:lnTo>
                  <a:lnTo>
                    <a:pt x="150" y="4042"/>
                  </a:lnTo>
                  <a:lnTo>
                    <a:pt x="1198" y="3144"/>
                  </a:lnTo>
                  <a:lnTo>
                    <a:pt x="2245" y="2096"/>
                  </a:lnTo>
                  <a:lnTo>
                    <a:pt x="4191" y="150"/>
                  </a:lnTo>
                  <a:lnTo>
                    <a:pt x="41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6" name="Google Shape;1526;p54"/>
            <p:cNvSpPr/>
            <p:nvPr/>
          </p:nvSpPr>
          <p:spPr>
            <a:xfrm>
              <a:off x="3003600" y="2127800"/>
              <a:ext cx="86075" cy="86100"/>
            </a:xfrm>
            <a:custGeom>
              <a:rect b="b" l="l" r="r" t="t"/>
              <a:pathLst>
                <a:path extrusionOk="0" h="3444" w="3443">
                  <a:moveTo>
                    <a:pt x="3293" y="1"/>
                  </a:moveTo>
                  <a:lnTo>
                    <a:pt x="2395" y="749"/>
                  </a:lnTo>
                  <a:lnTo>
                    <a:pt x="1497" y="1497"/>
                  </a:lnTo>
                  <a:lnTo>
                    <a:pt x="0" y="3294"/>
                  </a:lnTo>
                  <a:lnTo>
                    <a:pt x="0" y="3443"/>
                  </a:lnTo>
                  <a:lnTo>
                    <a:pt x="1796"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7" name="Google Shape;1527;p54"/>
            <p:cNvSpPr/>
            <p:nvPr/>
          </p:nvSpPr>
          <p:spPr>
            <a:xfrm>
              <a:off x="3041025" y="2172700"/>
              <a:ext cx="89825" cy="89850"/>
            </a:xfrm>
            <a:custGeom>
              <a:rect b="b" l="l" r="r" t="t"/>
              <a:pathLst>
                <a:path extrusionOk="0" h="3594" w="3593">
                  <a:moveTo>
                    <a:pt x="3443" y="1"/>
                  </a:moveTo>
                  <a:lnTo>
                    <a:pt x="1647" y="1647"/>
                  </a:lnTo>
                  <a:lnTo>
                    <a:pt x="0" y="3443"/>
                  </a:lnTo>
                  <a:lnTo>
                    <a:pt x="0" y="3593"/>
                  </a:lnTo>
                  <a:lnTo>
                    <a:pt x="1946" y="1947"/>
                  </a:lnTo>
                  <a:lnTo>
                    <a:pt x="3592" y="151"/>
                  </a:lnTo>
                  <a:lnTo>
                    <a:pt x="35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8" name="Google Shape;1528;p54"/>
            <p:cNvSpPr/>
            <p:nvPr/>
          </p:nvSpPr>
          <p:spPr>
            <a:xfrm>
              <a:off x="2962425" y="2086650"/>
              <a:ext cx="78625" cy="78600"/>
            </a:xfrm>
            <a:custGeom>
              <a:rect b="b" l="l" r="r" t="t"/>
              <a:pathLst>
                <a:path extrusionOk="0" h="3144" w="3145">
                  <a:moveTo>
                    <a:pt x="2994" y="0"/>
                  </a:moveTo>
                  <a:lnTo>
                    <a:pt x="2246" y="599"/>
                  </a:lnTo>
                  <a:lnTo>
                    <a:pt x="1049" y="1796"/>
                  </a:lnTo>
                  <a:lnTo>
                    <a:pt x="1" y="2994"/>
                  </a:lnTo>
                  <a:lnTo>
                    <a:pt x="1" y="3143"/>
                  </a:lnTo>
                  <a:lnTo>
                    <a:pt x="151" y="3143"/>
                  </a:lnTo>
                  <a:lnTo>
                    <a:pt x="1797" y="1647"/>
                  </a:lnTo>
                  <a:lnTo>
                    <a:pt x="2545" y="898"/>
                  </a:lnTo>
                  <a:lnTo>
                    <a:pt x="3144" y="150"/>
                  </a:lnTo>
                  <a:lnTo>
                    <a:pt x="31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9" name="Google Shape;1529;p54"/>
            <p:cNvSpPr/>
            <p:nvPr/>
          </p:nvSpPr>
          <p:spPr>
            <a:xfrm>
              <a:off x="2928750" y="2041750"/>
              <a:ext cx="67375" cy="71100"/>
            </a:xfrm>
            <a:custGeom>
              <a:rect b="b" l="l" r="r" t="t"/>
              <a:pathLst>
                <a:path extrusionOk="0" h="2844" w="2695">
                  <a:moveTo>
                    <a:pt x="2545" y="0"/>
                  </a:moveTo>
                  <a:lnTo>
                    <a:pt x="1198" y="1347"/>
                  </a:lnTo>
                  <a:lnTo>
                    <a:pt x="1" y="2694"/>
                  </a:lnTo>
                  <a:lnTo>
                    <a:pt x="1" y="2844"/>
                  </a:lnTo>
                  <a:lnTo>
                    <a:pt x="150" y="2844"/>
                  </a:lnTo>
                  <a:lnTo>
                    <a:pt x="1498" y="1647"/>
                  </a:lnTo>
                  <a:lnTo>
                    <a:pt x="2695" y="150"/>
                  </a:lnTo>
                  <a:lnTo>
                    <a:pt x="269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0" name="Google Shape;1530;p54"/>
            <p:cNvSpPr/>
            <p:nvPr/>
          </p:nvSpPr>
          <p:spPr>
            <a:xfrm>
              <a:off x="2887600" y="1989350"/>
              <a:ext cx="74850" cy="74875"/>
            </a:xfrm>
            <a:custGeom>
              <a:rect b="b" l="l" r="r" t="t"/>
              <a:pathLst>
                <a:path extrusionOk="0" h="2995" w="2994">
                  <a:moveTo>
                    <a:pt x="2994" y="1"/>
                  </a:moveTo>
                  <a:lnTo>
                    <a:pt x="2096" y="599"/>
                  </a:lnTo>
                  <a:lnTo>
                    <a:pt x="1497" y="1348"/>
                  </a:lnTo>
                  <a:lnTo>
                    <a:pt x="0" y="2994"/>
                  </a:lnTo>
                  <a:lnTo>
                    <a:pt x="150" y="2994"/>
                  </a:lnTo>
                  <a:lnTo>
                    <a:pt x="1796" y="1647"/>
                  </a:lnTo>
                  <a:lnTo>
                    <a:pt x="2395" y="899"/>
                  </a:lnTo>
                  <a:lnTo>
                    <a:pt x="2994" y="150"/>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1" name="Google Shape;1531;p54"/>
            <p:cNvSpPr/>
            <p:nvPr/>
          </p:nvSpPr>
          <p:spPr>
            <a:xfrm>
              <a:off x="2853925" y="1944450"/>
              <a:ext cx="67375" cy="71125"/>
            </a:xfrm>
            <a:custGeom>
              <a:rect b="b" l="l" r="r" t="t"/>
              <a:pathLst>
                <a:path extrusionOk="0" h="2845" w="2695">
                  <a:moveTo>
                    <a:pt x="2694" y="0"/>
                  </a:moveTo>
                  <a:lnTo>
                    <a:pt x="1946" y="599"/>
                  </a:lnTo>
                  <a:lnTo>
                    <a:pt x="1198" y="1198"/>
                  </a:lnTo>
                  <a:lnTo>
                    <a:pt x="0" y="2695"/>
                  </a:lnTo>
                  <a:lnTo>
                    <a:pt x="0" y="2844"/>
                  </a:lnTo>
                  <a:lnTo>
                    <a:pt x="1497" y="1497"/>
                  </a:lnTo>
                  <a:lnTo>
                    <a:pt x="2245" y="749"/>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2" name="Google Shape;1532;p54"/>
            <p:cNvSpPr/>
            <p:nvPr/>
          </p:nvSpPr>
          <p:spPr>
            <a:xfrm>
              <a:off x="2809025" y="1899550"/>
              <a:ext cx="71100" cy="71125"/>
            </a:xfrm>
            <a:custGeom>
              <a:rect b="b" l="l" r="r" t="t"/>
              <a:pathLst>
                <a:path extrusionOk="0" h="2845" w="2844">
                  <a:moveTo>
                    <a:pt x="2694" y="0"/>
                  </a:moveTo>
                  <a:lnTo>
                    <a:pt x="1946" y="449"/>
                  </a:lnTo>
                  <a:lnTo>
                    <a:pt x="1347" y="1198"/>
                  </a:lnTo>
                  <a:lnTo>
                    <a:pt x="0" y="2695"/>
                  </a:lnTo>
                  <a:lnTo>
                    <a:pt x="0" y="2844"/>
                  </a:lnTo>
                  <a:lnTo>
                    <a:pt x="150" y="2844"/>
                  </a:lnTo>
                  <a:lnTo>
                    <a:pt x="1647" y="1497"/>
                  </a:lnTo>
                  <a:lnTo>
                    <a:pt x="2245" y="749"/>
                  </a:lnTo>
                  <a:lnTo>
                    <a:pt x="2844" y="150"/>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3" name="Google Shape;1533;p54"/>
            <p:cNvSpPr/>
            <p:nvPr/>
          </p:nvSpPr>
          <p:spPr>
            <a:xfrm>
              <a:off x="2775325" y="1847150"/>
              <a:ext cx="71125" cy="67375"/>
            </a:xfrm>
            <a:custGeom>
              <a:rect b="b" l="l" r="r" t="t"/>
              <a:pathLst>
                <a:path extrusionOk="0" h="2695" w="2845">
                  <a:moveTo>
                    <a:pt x="2695" y="1"/>
                  </a:moveTo>
                  <a:lnTo>
                    <a:pt x="1947" y="450"/>
                  </a:lnTo>
                  <a:lnTo>
                    <a:pt x="1348" y="1198"/>
                  </a:lnTo>
                  <a:lnTo>
                    <a:pt x="1" y="2695"/>
                  </a:lnTo>
                  <a:lnTo>
                    <a:pt x="151" y="2695"/>
                  </a:lnTo>
                  <a:lnTo>
                    <a:pt x="1647" y="1498"/>
                  </a:lnTo>
                  <a:lnTo>
                    <a:pt x="2246" y="749"/>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4" name="Google Shape;1534;p54"/>
            <p:cNvSpPr/>
            <p:nvPr/>
          </p:nvSpPr>
          <p:spPr>
            <a:xfrm>
              <a:off x="2737925" y="1809750"/>
              <a:ext cx="56150" cy="56150"/>
            </a:xfrm>
            <a:custGeom>
              <a:rect b="b" l="l" r="r" t="t"/>
              <a:pathLst>
                <a:path extrusionOk="0" h="2246" w="2246">
                  <a:moveTo>
                    <a:pt x="2096" y="0"/>
                  </a:moveTo>
                  <a:lnTo>
                    <a:pt x="1497" y="449"/>
                  </a:lnTo>
                  <a:lnTo>
                    <a:pt x="898" y="1048"/>
                  </a:lnTo>
                  <a:lnTo>
                    <a:pt x="0" y="2245"/>
                  </a:lnTo>
                  <a:lnTo>
                    <a:pt x="1198" y="1347"/>
                  </a:lnTo>
                  <a:lnTo>
                    <a:pt x="1796" y="748"/>
                  </a:lnTo>
                  <a:lnTo>
                    <a:pt x="2245" y="150"/>
                  </a:lnTo>
                  <a:lnTo>
                    <a:pt x="22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5" name="Google Shape;1535;p54"/>
            <p:cNvSpPr/>
            <p:nvPr/>
          </p:nvSpPr>
          <p:spPr>
            <a:xfrm>
              <a:off x="2700500" y="1776050"/>
              <a:ext cx="41175" cy="41200"/>
            </a:xfrm>
            <a:custGeom>
              <a:rect b="b" l="l" r="r" t="t"/>
              <a:pathLst>
                <a:path extrusionOk="0" h="1648" w="1647">
                  <a:moveTo>
                    <a:pt x="1497" y="1"/>
                  </a:moveTo>
                  <a:lnTo>
                    <a:pt x="599" y="749"/>
                  </a:lnTo>
                  <a:lnTo>
                    <a:pt x="0" y="1647"/>
                  </a:lnTo>
                  <a:lnTo>
                    <a:pt x="0" y="1647"/>
                  </a:lnTo>
                  <a:lnTo>
                    <a:pt x="898" y="1049"/>
                  </a:lnTo>
                  <a:lnTo>
                    <a:pt x="1647" y="151"/>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6" name="Google Shape;1536;p54"/>
            <p:cNvSpPr/>
            <p:nvPr/>
          </p:nvSpPr>
          <p:spPr>
            <a:xfrm>
              <a:off x="2659325" y="1734900"/>
              <a:ext cx="33725" cy="37450"/>
            </a:xfrm>
            <a:custGeom>
              <a:rect b="b" l="l" r="r" t="t"/>
              <a:pathLst>
                <a:path extrusionOk="0" h="1498" w="1349">
                  <a:moveTo>
                    <a:pt x="1198" y="0"/>
                  </a:moveTo>
                  <a:lnTo>
                    <a:pt x="450" y="599"/>
                  </a:lnTo>
                  <a:lnTo>
                    <a:pt x="1" y="1348"/>
                  </a:lnTo>
                  <a:lnTo>
                    <a:pt x="1" y="1497"/>
                  </a:lnTo>
                  <a:lnTo>
                    <a:pt x="151" y="1497"/>
                  </a:lnTo>
                  <a:lnTo>
                    <a:pt x="749" y="899"/>
                  </a:lnTo>
                  <a:lnTo>
                    <a:pt x="134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7" name="Google Shape;1537;p54"/>
            <p:cNvSpPr/>
            <p:nvPr/>
          </p:nvSpPr>
          <p:spPr>
            <a:xfrm>
              <a:off x="2621925" y="1686250"/>
              <a:ext cx="37425" cy="33700"/>
            </a:xfrm>
            <a:custGeom>
              <a:rect b="b" l="l" r="r" t="t"/>
              <a:pathLst>
                <a:path extrusionOk="0" h="1348" w="1497">
                  <a:moveTo>
                    <a:pt x="1347" y="1"/>
                  </a:moveTo>
                  <a:lnTo>
                    <a:pt x="898" y="150"/>
                  </a:lnTo>
                  <a:lnTo>
                    <a:pt x="599" y="450"/>
                  </a:lnTo>
                  <a:lnTo>
                    <a:pt x="0" y="1198"/>
                  </a:lnTo>
                  <a:lnTo>
                    <a:pt x="0" y="1348"/>
                  </a:lnTo>
                  <a:lnTo>
                    <a:pt x="150" y="1348"/>
                  </a:lnTo>
                  <a:lnTo>
                    <a:pt x="898" y="749"/>
                  </a:lnTo>
                  <a:lnTo>
                    <a:pt x="1198" y="450"/>
                  </a:lnTo>
                  <a:lnTo>
                    <a:pt x="14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8" name="Google Shape;1538;p54"/>
            <p:cNvSpPr/>
            <p:nvPr/>
          </p:nvSpPr>
          <p:spPr>
            <a:xfrm>
              <a:off x="2580750" y="1641350"/>
              <a:ext cx="29975" cy="33700"/>
            </a:xfrm>
            <a:custGeom>
              <a:rect b="b" l="l" r="r" t="t"/>
              <a:pathLst>
                <a:path extrusionOk="0" h="1348" w="1199">
                  <a:moveTo>
                    <a:pt x="1048" y="0"/>
                  </a:moveTo>
                  <a:lnTo>
                    <a:pt x="450" y="599"/>
                  </a:lnTo>
                  <a:lnTo>
                    <a:pt x="1" y="1198"/>
                  </a:lnTo>
                  <a:lnTo>
                    <a:pt x="1" y="1348"/>
                  </a:lnTo>
                  <a:lnTo>
                    <a:pt x="150" y="1348"/>
                  </a:lnTo>
                  <a:lnTo>
                    <a:pt x="749" y="749"/>
                  </a:lnTo>
                  <a:lnTo>
                    <a:pt x="119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9" name="Google Shape;1539;p54"/>
            <p:cNvSpPr/>
            <p:nvPr/>
          </p:nvSpPr>
          <p:spPr>
            <a:xfrm>
              <a:off x="4268375" y="3201750"/>
              <a:ext cx="123500" cy="127250"/>
            </a:xfrm>
            <a:custGeom>
              <a:rect b="b" l="l" r="r" t="t"/>
              <a:pathLst>
                <a:path extrusionOk="0" h="5090" w="4940">
                  <a:moveTo>
                    <a:pt x="4940" y="0"/>
                  </a:moveTo>
                  <a:lnTo>
                    <a:pt x="3593" y="1198"/>
                  </a:lnTo>
                  <a:lnTo>
                    <a:pt x="2395" y="2395"/>
                  </a:lnTo>
                  <a:lnTo>
                    <a:pt x="1" y="4940"/>
                  </a:lnTo>
                  <a:lnTo>
                    <a:pt x="1" y="5090"/>
                  </a:lnTo>
                  <a:lnTo>
                    <a:pt x="150" y="5090"/>
                  </a:lnTo>
                  <a:lnTo>
                    <a:pt x="2695" y="2695"/>
                  </a:lnTo>
                  <a:lnTo>
                    <a:pt x="4940" y="150"/>
                  </a:lnTo>
                  <a:lnTo>
                    <a:pt x="49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0" name="Google Shape;1540;p54"/>
            <p:cNvSpPr/>
            <p:nvPr/>
          </p:nvSpPr>
          <p:spPr>
            <a:xfrm>
              <a:off x="4309550" y="3250400"/>
              <a:ext cx="127250" cy="127250"/>
            </a:xfrm>
            <a:custGeom>
              <a:rect b="b" l="l" r="r" t="t"/>
              <a:pathLst>
                <a:path extrusionOk="0" h="5090" w="5090">
                  <a:moveTo>
                    <a:pt x="4939" y="0"/>
                  </a:moveTo>
                  <a:lnTo>
                    <a:pt x="3742" y="1048"/>
                  </a:lnTo>
                  <a:lnTo>
                    <a:pt x="2545" y="2245"/>
                  </a:lnTo>
                  <a:lnTo>
                    <a:pt x="1197" y="3593"/>
                  </a:lnTo>
                  <a:lnTo>
                    <a:pt x="0" y="4940"/>
                  </a:lnTo>
                  <a:lnTo>
                    <a:pt x="0" y="5089"/>
                  </a:lnTo>
                  <a:lnTo>
                    <a:pt x="150" y="5089"/>
                  </a:lnTo>
                  <a:lnTo>
                    <a:pt x="2844" y="2545"/>
                  </a:lnTo>
                  <a:lnTo>
                    <a:pt x="4041" y="1497"/>
                  </a:lnTo>
                  <a:lnTo>
                    <a:pt x="4640" y="898"/>
                  </a:lnTo>
                  <a:lnTo>
                    <a:pt x="5089" y="1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1" name="Google Shape;1541;p54"/>
            <p:cNvSpPr/>
            <p:nvPr/>
          </p:nvSpPr>
          <p:spPr>
            <a:xfrm>
              <a:off x="4361925" y="3302775"/>
              <a:ext cx="108550" cy="108550"/>
            </a:xfrm>
            <a:custGeom>
              <a:rect b="b" l="l" r="r" t="t"/>
              <a:pathLst>
                <a:path extrusionOk="0" h="4342" w="4342">
                  <a:moveTo>
                    <a:pt x="4341" y="1"/>
                  </a:moveTo>
                  <a:lnTo>
                    <a:pt x="2096" y="2096"/>
                  </a:lnTo>
                  <a:lnTo>
                    <a:pt x="1" y="4192"/>
                  </a:lnTo>
                  <a:lnTo>
                    <a:pt x="1" y="4341"/>
                  </a:lnTo>
                  <a:lnTo>
                    <a:pt x="150" y="4341"/>
                  </a:lnTo>
                  <a:lnTo>
                    <a:pt x="2246" y="2396"/>
                  </a:lnTo>
                  <a:lnTo>
                    <a:pt x="4341" y="150"/>
                  </a:lnTo>
                  <a:lnTo>
                    <a:pt x="434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2" name="Google Shape;1542;p54"/>
            <p:cNvSpPr/>
            <p:nvPr/>
          </p:nvSpPr>
          <p:spPr>
            <a:xfrm>
              <a:off x="4376900" y="3355175"/>
              <a:ext cx="131000" cy="127250"/>
            </a:xfrm>
            <a:custGeom>
              <a:rect b="b" l="l" r="r" t="t"/>
              <a:pathLst>
                <a:path extrusionOk="0" h="5090" w="5240">
                  <a:moveTo>
                    <a:pt x="5089" y="0"/>
                  </a:moveTo>
                  <a:lnTo>
                    <a:pt x="3742" y="1198"/>
                  </a:lnTo>
                  <a:lnTo>
                    <a:pt x="2395" y="2395"/>
                  </a:lnTo>
                  <a:lnTo>
                    <a:pt x="1198" y="3593"/>
                  </a:lnTo>
                  <a:lnTo>
                    <a:pt x="0" y="4940"/>
                  </a:lnTo>
                  <a:lnTo>
                    <a:pt x="0" y="5089"/>
                  </a:lnTo>
                  <a:lnTo>
                    <a:pt x="150" y="5089"/>
                  </a:lnTo>
                  <a:lnTo>
                    <a:pt x="1497" y="3892"/>
                  </a:lnTo>
                  <a:lnTo>
                    <a:pt x="2694" y="2694"/>
                  </a:lnTo>
                  <a:lnTo>
                    <a:pt x="4042" y="1347"/>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3" name="Google Shape;1543;p54"/>
            <p:cNvSpPr/>
            <p:nvPr/>
          </p:nvSpPr>
          <p:spPr>
            <a:xfrm>
              <a:off x="4440500" y="3403825"/>
              <a:ext cx="104800" cy="101050"/>
            </a:xfrm>
            <a:custGeom>
              <a:rect b="b" l="l" r="r" t="t"/>
              <a:pathLst>
                <a:path extrusionOk="0" h="4042" w="4192">
                  <a:moveTo>
                    <a:pt x="4042" y="0"/>
                  </a:moveTo>
                  <a:lnTo>
                    <a:pt x="2994" y="898"/>
                  </a:lnTo>
                  <a:lnTo>
                    <a:pt x="1947" y="1796"/>
                  </a:lnTo>
                  <a:lnTo>
                    <a:pt x="1" y="3892"/>
                  </a:lnTo>
                  <a:lnTo>
                    <a:pt x="1" y="4041"/>
                  </a:lnTo>
                  <a:lnTo>
                    <a:pt x="150" y="4041"/>
                  </a:lnTo>
                  <a:lnTo>
                    <a:pt x="2246" y="2096"/>
                  </a:lnTo>
                  <a:lnTo>
                    <a:pt x="3294" y="1048"/>
                  </a:lnTo>
                  <a:lnTo>
                    <a:pt x="41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4" name="Google Shape;1544;p54"/>
            <p:cNvSpPr/>
            <p:nvPr/>
          </p:nvSpPr>
          <p:spPr>
            <a:xfrm>
              <a:off x="4534050" y="3501100"/>
              <a:ext cx="86100" cy="86100"/>
            </a:xfrm>
            <a:custGeom>
              <a:rect b="b" l="l" r="r" t="t"/>
              <a:pathLst>
                <a:path extrusionOk="0" h="3444" w="3444">
                  <a:moveTo>
                    <a:pt x="3294" y="1"/>
                  </a:moveTo>
                  <a:lnTo>
                    <a:pt x="1498" y="1498"/>
                  </a:lnTo>
                  <a:lnTo>
                    <a:pt x="1" y="3294"/>
                  </a:lnTo>
                  <a:lnTo>
                    <a:pt x="1" y="3443"/>
                  </a:lnTo>
                  <a:lnTo>
                    <a:pt x="150" y="3443"/>
                  </a:lnTo>
                  <a:lnTo>
                    <a:pt x="1049" y="2695"/>
                  </a:lnTo>
                  <a:lnTo>
                    <a:pt x="1947"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5" name="Google Shape;1545;p54"/>
            <p:cNvSpPr/>
            <p:nvPr/>
          </p:nvSpPr>
          <p:spPr>
            <a:xfrm>
              <a:off x="4492900" y="3452450"/>
              <a:ext cx="89825" cy="89850"/>
            </a:xfrm>
            <a:custGeom>
              <a:rect b="b" l="l" r="r" t="t"/>
              <a:pathLst>
                <a:path extrusionOk="0" h="3594" w="3593">
                  <a:moveTo>
                    <a:pt x="3443" y="1"/>
                  </a:moveTo>
                  <a:lnTo>
                    <a:pt x="1647" y="1647"/>
                  </a:lnTo>
                  <a:lnTo>
                    <a:pt x="0" y="3444"/>
                  </a:lnTo>
                  <a:lnTo>
                    <a:pt x="0" y="3593"/>
                  </a:lnTo>
                  <a:lnTo>
                    <a:pt x="150" y="3593"/>
                  </a:lnTo>
                  <a:lnTo>
                    <a:pt x="1946" y="1947"/>
                  </a:lnTo>
                  <a:lnTo>
                    <a:pt x="3593" y="151"/>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6" name="Google Shape;1546;p54"/>
            <p:cNvSpPr/>
            <p:nvPr/>
          </p:nvSpPr>
          <p:spPr>
            <a:xfrm>
              <a:off x="4578950" y="3549750"/>
              <a:ext cx="78625" cy="78600"/>
            </a:xfrm>
            <a:custGeom>
              <a:rect b="b" l="l" r="r" t="t"/>
              <a:pathLst>
                <a:path extrusionOk="0" h="3144" w="3145">
                  <a:moveTo>
                    <a:pt x="3144" y="1"/>
                  </a:moveTo>
                  <a:lnTo>
                    <a:pt x="1498" y="1497"/>
                  </a:lnTo>
                  <a:lnTo>
                    <a:pt x="749" y="2246"/>
                  </a:lnTo>
                  <a:lnTo>
                    <a:pt x="1" y="2994"/>
                  </a:lnTo>
                  <a:lnTo>
                    <a:pt x="1" y="3144"/>
                  </a:lnTo>
                  <a:lnTo>
                    <a:pt x="151" y="3144"/>
                  </a:lnTo>
                  <a:lnTo>
                    <a:pt x="450" y="2994"/>
                  </a:lnTo>
                  <a:lnTo>
                    <a:pt x="1947" y="1647"/>
                  </a:lnTo>
                  <a:lnTo>
                    <a:pt x="3144" y="150"/>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7" name="Google Shape;1547;p54"/>
            <p:cNvSpPr/>
            <p:nvPr/>
          </p:nvSpPr>
          <p:spPr>
            <a:xfrm>
              <a:off x="4623875" y="3598400"/>
              <a:ext cx="71100" cy="74850"/>
            </a:xfrm>
            <a:custGeom>
              <a:rect b="b" l="l" r="r" t="t"/>
              <a:pathLst>
                <a:path extrusionOk="0" h="2994" w="2844">
                  <a:moveTo>
                    <a:pt x="2694" y="0"/>
                  </a:moveTo>
                  <a:lnTo>
                    <a:pt x="1197" y="1347"/>
                  </a:lnTo>
                  <a:lnTo>
                    <a:pt x="0" y="2695"/>
                  </a:lnTo>
                  <a:lnTo>
                    <a:pt x="0" y="2994"/>
                  </a:lnTo>
                  <a:lnTo>
                    <a:pt x="150" y="2994"/>
                  </a:lnTo>
                  <a:lnTo>
                    <a:pt x="1647" y="1647"/>
                  </a:lnTo>
                  <a:lnTo>
                    <a:pt x="2844"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8" name="Google Shape;1548;p54"/>
            <p:cNvSpPr/>
            <p:nvPr/>
          </p:nvSpPr>
          <p:spPr>
            <a:xfrm>
              <a:off x="4657550" y="3650775"/>
              <a:ext cx="74850" cy="74875"/>
            </a:xfrm>
            <a:custGeom>
              <a:rect b="b" l="l" r="r" t="t"/>
              <a:pathLst>
                <a:path extrusionOk="0" h="2995" w="2994">
                  <a:moveTo>
                    <a:pt x="2844" y="1"/>
                  </a:moveTo>
                  <a:lnTo>
                    <a:pt x="1347" y="1348"/>
                  </a:lnTo>
                  <a:lnTo>
                    <a:pt x="599" y="2096"/>
                  </a:lnTo>
                  <a:lnTo>
                    <a:pt x="0" y="2845"/>
                  </a:lnTo>
                  <a:lnTo>
                    <a:pt x="0" y="2994"/>
                  </a:lnTo>
                  <a:lnTo>
                    <a:pt x="150" y="2994"/>
                  </a:lnTo>
                  <a:lnTo>
                    <a:pt x="898" y="2396"/>
                  </a:lnTo>
                  <a:lnTo>
                    <a:pt x="1647" y="1647"/>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9" name="Google Shape;1549;p54"/>
            <p:cNvSpPr/>
            <p:nvPr/>
          </p:nvSpPr>
          <p:spPr>
            <a:xfrm>
              <a:off x="4698700" y="3699425"/>
              <a:ext cx="71125" cy="71125"/>
            </a:xfrm>
            <a:custGeom>
              <a:rect b="b" l="l" r="r" t="t"/>
              <a:pathLst>
                <a:path extrusionOk="0" h="2845" w="2845">
                  <a:moveTo>
                    <a:pt x="2695" y="1"/>
                  </a:moveTo>
                  <a:lnTo>
                    <a:pt x="1348" y="1348"/>
                  </a:lnTo>
                  <a:lnTo>
                    <a:pt x="599" y="1947"/>
                  </a:lnTo>
                  <a:lnTo>
                    <a:pt x="1" y="2845"/>
                  </a:lnTo>
                  <a:lnTo>
                    <a:pt x="150" y="2845"/>
                  </a:lnTo>
                  <a:lnTo>
                    <a:pt x="899" y="2246"/>
                  </a:lnTo>
                  <a:lnTo>
                    <a:pt x="1497" y="1647"/>
                  </a:lnTo>
                  <a:lnTo>
                    <a:pt x="2845" y="150"/>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0" name="Google Shape;1550;p54"/>
            <p:cNvSpPr/>
            <p:nvPr/>
          </p:nvSpPr>
          <p:spPr>
            <a:xfrm>
              <a:off x="4739875" y="3744325"/>
              <a:ext cx="74850" cy="71125"/>
            </a:xfrm>
            <a:custGeom>
              <a:rect b="b" l="l" r="r" t="t"/>
              <a:pathLst>
                <a:path extrusionOk="0" h="2845" w="2994">
                  <a:moveTo>
                    <a:pt x="2844" y="1"/>
                  </a:moveTo>
                  <a:lnTo>
                    <a:pt x="1347" y="1348"/>
                  </a:lnTo>
                  <a:lnTo>
                    <a:pt x="599" y="1947"/>
                  </a:lnTo>
                  <a:lnTo>
                    <a:pt x="0" y="2695"/>
                  </a:lnTo>
                  <a:lnTo>
                    <a:pt x="150" y="2845"/>
                  </a:lnTo>
                  <a:lnTo>
                    <a:pt x="898" y="2396"/>
                  </a:lnTo>
                  <a:lnTo>
                    <a:pt x="1647" y="1647"/>
                  </a:lnTo>
                  <a:lnTo>
                    <a:pt x="2994" y="151"/>
                  </a:lnTo>
                  <a:lnTo>
                    <a:pt x="28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1" name="Google Shape;1551;p54"/>
            <p:cNvSpPr/>
            <p:nvPr/>
          </p:nvSpPr>
          <p:spPr>
            <a:xfrm>
              <a:off x="4777275" y="3800475"/>
              <a:ext cx="71125" cy="67375"/>
            </a:xfrm>
            <a:custGeom>
              <a:rect b="b" l="l" r="r" t="t"/>
              <a:pathLst>
                <a:path extrusionOk="0" h="2695" w="2845">
                  <a:moveTo>
                    <a:pt x="2695" y="0"/>
                  </a:moveTo>
                  <a:lnTo>
                    <a:pt x="1198" y="1197"/>
                  </a:lnTo>
                  <a:lnTo>
                    <a:pt x="600" y="1946"/>
                  </a:lnTo>
                  <a:lnTo>
                    <a:pt x="1" y="2545"/>
                  </a:lnTo>
                  <a:lnTo>
                    <a:pt x="1" y="2694"/>
                  </a:lnTo>
                  <a:lnTo>
                    <a:pt x="151" y="2694"/>
                  </a:lnTo>
                  <a:lnTo>
                    <a:pt x="749" y="2245"/>
                  </a:lnTo>
                  <a:lnTo>
                    <a:pt x="1498" y="149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2" name="Google Shape;1552;p54"/>
            <p:cNvSpPr/>
            <p:nvPr/>
          </p:nvSpPr>
          <p:spPr>
            <a:xfrm>
              <a:off x="4829675" y="3845375"/>
              <a:ext cx="56150" cy="59875"/>
            </a:xfrm>
            <a:custGeom>
              <a:rect b="b" l="l" r="r" t="t"/>
              <a:pathLst>
                <a:path extrusionOk="0" h="2395" w="2246">
                  <a:moveTo>
                    <a:pt x="2096" y="0"/>
                  </a:moveTo>
                  <a:lnTo>
                    <a:pt x="898" y="1048"/>
                  </a:lnTo>
                  <a:lnTo>
                    <a:pt x="449" y="1647"/>
                  </a:lnTo>
                  <a:lnTo>
                    <a:pt x="0" y="2245"/>
                  </a:lnTo>
                  <a:lnTo>
                    <a:pt x="0" y="2395"/>
                  </a:lnTo>
                  <a:lnTo>
                    <a:pt x="749" y="1946"/>
                  </a:lnTo>
                  <a:lnTo>
                    <a:pt x="1198" y="1347"/>
                  </a:lnTo>
                  <a:lnTo>
                    <a:pt x="2246" y="150"/>
                  </a:lnTo>
                  <a:lnTo>
                    <a:pt x="22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3" name="Google Shape;1553;p54"/>
            <p:cNvSpPr/>
            <p:nvPr/>
          </p:nvSpPr>
          <p:spPr>
            <a:xfrm>
              <a:off x="4882050" y="3897750"/>
              <a:ext cx="41200" cy="41200"/>
            </a:xfrm>
            <a:custGeom>
              <a:rect b="b" l="l" r="r" t="t"/>
              <a:pathLst>
                <a:path extrusionOk="0" h="1648" w="1648">
                  <a:moveTo>
                    <a:pt x="1498" y="1"/>
                  </a:moveTo>
                  <a:lnTo>
                    <a:pt x="749" y="599"/>
                  </a:lnTo>
                  <a:lnTo>
                    <a:pt x="1" y="1497"/>
                  </a:lnTo>
                  <a:lnTo>
                    <a:pt x="1" y="1647"/>
                  </a:lnTo>
                  <a:lnTo>
                    <a:pt x="151" y="1647"/>
                  </a:lnTo>
                  <a:lnTo>
                    <a:pt x="899" y="899"/>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4" name="Google Shape;1554;p54"/>
            <p:cNvSpPr/>
            <p:nvPr/>
          </p:nvSpPr>
          <p:spPr>
            <a:xfrm>
              <a:off x="4926950" y="3942650"/>
              <a:ext cx="37450" cy="37450"/>
            </a:xfrm>
            <a:custGeom>
              <a:rect b="b" l="l" r="r" t="t"/>
              <a:pathLst>
                <a:path extrusionOk="0" h="1498" w="1498">
                  <a:moveTo>
                    <a:pt x="1348" y="1"/>
                  </a:moveTo>
                  <a:lnTo>
                    <a:pt x="600" y="600"/>
                  </a:lnTo>
                  <a:lnTo>
                    <a:pt x="1" y="1348"/>
                  </a:lnTo>
                  <a:lnTo>
                    <a:pt x="151" y="1348"/>
                  </a:lnTo>
                  <a:lnTo>
                    <a:pt x="300" y="1498"/>
                  </a:lnTo>
                  <a:lnTo>
                    <a:pt x="899" y="899"/>
                  </a:lnTo>
                  <a:lnTo>
                    <a:pt x="1498" y="150"/>
                  </a:lnTo>
                  <a:lnTo>
                    <a:pt x="149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5" name="Google Shape;1555;p54"/>
            <p:cNvSpPr/>
            <p:nvPr/>
          </p:nvSpPr>
          <p:spPr>
            <a:xfrm>
              <a:off x="4964375" y="3995050"/>
              <a:ext cx="37450" cy="33700"/>
            </a:xfrm>
            <a:custGeom>
              <a:rect b="b" l="l" r="r" t="t"/>
              <a:pathLst>
                <a:path extrusionOk="0" h="1348" w="1498">
                  <a:moveTo>
                    <a:pt x="1348" y="0"/>
                  </a:moveTo>
                  <a:lnTo>
                    <a:pt x="599" y="599"/>
                  </a:lnTo>
                  <a:lnTo>
                    <a:pt x="300" y="898"/>
                  </a:lnTo>
                  <a:lnTo>
                    <a:pt x="1" y="1198"/>
                  </a:lnTo>
                  <a:lnTo>
                    <a:pt x="1" y="1347"/>
                  </a:lnTo>
                  <a:lnTo>
                    <a:pt x="150" y="1347"/>
                  </a:lnTo>
                  <a:lnTo>
                    <a:pt x="599" y="1198"/>
                  </a:lnTo>
                  <a:lnTo>
                    <a:pt x="899" y="749"/>
                  </a:lnTo>
                  <a:lnTo>
                    <a:pt x="149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6" name="Google Shape;1556;p54"/>
            <p:cNvSpPr/>
            <p:nvPr/>
          </p:nvSpPr>
          <p:spPr>
            <a:xfrm>
              <a:off x="5009275" y="4039950"/>
              <a:ext cx="33725" cy="29950"/>
            </a:xfrm>
            <a:custGeom>
              <a:rect b="b" l="l" r="r" t="t"/>
              <a:pathLst>
                <a:path extrusionOk="0" h="1198" w="1349">
                  <a:moveTo>
                    <a:pt x="1198" y="0"/>
                  </a:moveTo>
                  <a:lnTo>
                    <a:pt x="600" y="599"/>
                  </a:lnTo>
                  <a:lnTo>
                    <a:pt x="1" y="1048"/>
                  </a:lnTo>
                  <a:lnTo>
                    <a:pt x="1" y="1198"/>
                  </a:lnTo>
                  <a:lnTo>
                    <a:pt x="151" y="1198"/>
                  </a:lnTo>
                  <a:lnTo>
                    <a:pt x="749" y="749"/>
                  </a:lnTo>
                  <a:lnTo>
                    <a:pt x="134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7" name="Google Shape;1557;p54"/>
            <p:cNvSpPr/>
            <p:nvPr/>
          </p:nvSpPr>
          <p:spPr>
            <a:xfrm>
              <a:off x="3344125" y="3328975"/>
              <a:ext cx="127250" cy="123500"/>
            </a:xfrm>
            <a:custGeom>
              <a:rect b="b" l="l" r="r" t="t"/>
              <a:pathLst>
                <a:path extrusionOk="0" h="4940" w="5090">
                  <a:moveTo>
                    <a:pt x="0" y="1"/>
                  </a:moveTo>
                  <a:lnTo>
                    <a:pt x="0" y="150"/>
                  </a:lnTo>
                  <a:lnTo>
                    <a:pt x="2395" y="2695"/>
                  </a:lnTo>
                  <a:lnTo>
                    <a:pt x="4939" y="4940"/>
                  </a:lnTo>
                  <a:lnTo>
                    <a:pt x="5089" y="4940"/>
                  </a:lnTo>
                  <a:lnTo>
                    <a:pt x="3892" y="3593"/>
                  </a:lnTo>
                  <a:lnTo>
                    <a:pt x="2694" y="2395"/>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8" name="Google Shape;1558;p54"/>
            <p:cNvSpPr/>
            <p:nvPr/>
          </p:nvSpPr>
          <p:spPr>
            <a:xfrm>
              <a:off x="3295475" y="3370125"/>
              <a:ext cx="123500" cy="127275"/>
            </a:xfrm>
            <a:custGeom>
              <a:rect b="b" l="l" r="r" t="t"/>
              <a:pathLst>
                <a:path extrusionOk="0" h="5091" w="4940">
                  <a:moveTo>
                    <a:pt x="0" y="1"/>
                  </a:moveTo>
                  <a:lnTo>
                    <a:pt x="0" y="151"/>
                  </a:lnTo>
                  <a:lnTo>
                    <a:pt x="2545" y="2845"/>
                  </a:lnTo>
                  <a:lnTo>
                    <a:pt x="3593" y="4042"/>
                  </a:lnTo>
                  <a:lnTo>
                    <a:pt x="4191" y="4641"/>
                  </a:lnTo>
                  <a:lnTo>
                    <a:pt x="4940" y="5090"/>
                  </a:lnTo>
                  <a:lnTo>
                    <a:pt x="4940" y="4940"/>
                  </a:lnTo>
                  <a:lnTo>
                    <a:pt x="3892" y="3743"/>
                  </a:lnTo>
                  <a:lnTo>
                    <a:pt x="2844" y="2546"/>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9" name="Google Shape;1559;p54"/>
            <p:cNvSpPr/>
            <p:nvPr/>
          </p:nvSpPr>
          <p:spPr>
            <a:xfrm>
              <a:off x="3261800" y="3422525"/>
              <a:ext cx="108525" cy="108550"/>
            </a:xfrm>
            <a:custGeom>
              <a:rect b="b" l="l" r="r" t="t"/>
              <a:pathLst>
                <a:path extrusionOk="0" h="4342" w="4341">
                  <a:moveTo>
                    <a:pt x="0" y="0"/>
                  </a:moveTo>
                  <a:lnTo>
                    <a:pt x="0" y="150"/>
                  </a:lnTo>
                  <a:lnTo>
                    <a:pt x="1946" y="2246"/>
                  </a:lnTo>
                  <a:lnTo>
                    <a:pt x="4191" y="4341"/>
                  </a:lnTo>
                  <a:lnTo>
                    <a:pt x="4341" y="4341"/>
                  </a:lnTo>
                  <a:lnTo>
                    <a:pt x="4341" y="4191"/>
                  </a:lnTo>
                  <a:lnTo>
                    <a:pt x="2245" y="2096"/>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0" name="Google Shape;1560;p54"/>
            <p:cNvSpPr/>
            <p:nvPr/>
          </p:nvSpPr>
          <p:spPr>
            <a:xfrm>
              <a:off x="3190700" y="3437500"/>
              <a:ext cx="127250" cy="130975"/>
            </a:xfrm>
            <a:custGeom>
              <a:rect b="b" l="l" r="r" t="t"/>
              <a:pathLst>
                <a:path extrusionOk="0" h="5239" w="5090">
                  <a:moveTo>
                    <a:pt x="0" y="0"/>
                  </a:moveTo>
                  <a:lnTo>
                    <a:pt x="0" y="150"/>
                  </a:lnTo>
                  <a:lnTo>
                    <a:pt x="1198" y="1497"/>
                  </a:lnTo>
                  <a:lnTo>
                    <a:pt x="2395" y="2694"/>
                  </a:lnTo>
                  <a:lnTo>
                    <a:pt x="3742" y="4042"/>
                  </a:lnTo>
                  <a:lnTo>
                    <a:pt x="5089" y="5239"/>
                  </a:lnTo>
                  <a:lnTo>
                    <a:pt x="5089" y="5089"/>
                  </a:lnTo>
                  <a:lnTo>
                    <a:pt x="3892" y="3742"/>
                  </a:lnTo>
                  <a:lnTo>
                    <a:pt x="2694" y="2395"/>
                  </a:lnTo>
                  <a:lnTo>
                    <a:pt x="134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1" name="Google Shape;1561;p54"/>
            <p:cNvSpPr/>
            <p:nvPr/>
          </p:nvSpPr>
          <p:spPr>
            <a:xfrm>
              <a:off x="3168250" y="3501100"/>
              <a:ext cx="101050" cy="104800"/>
            </a:xfrm>
            <a:custGeom>
              <a:rect b="b" l="l" r="r" t="t"/>
              <a:pathLst>
                <a:path extrusionOk="0" h="4192" w="4042">
                  <a:moveTo>
                    <a:pt x="0" y="1"/>
                  </a:moveTo>
                  <a:lnTo>
                    <a:pt x="0" y="150"/>
                  </a:lnTo>
                  <a:lnTo>
                    <a:pt x="1946" y="2246"/>
                  </a:lnTo>
                  <a:lnTo>
                    <a:pt x="2844" y="3294"/>
                  </a:lnTo>
                  <a:lnTo>
                    <a:pt x="4041" y="4192"/>
                  </a:lnTo>
                  <a:lnTo>
                    <a:pt x="4041" y="4042"/>
                  </a:lnTo>
                  <a:lnTo>
                    <a:pt x="3143" y="2994"/>
                  </a:lnTo>
                  <a:lnTo>
                    <a:pt x="2245" y="19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2" name="Google Shape;1562;p54"/>
            <p:cNvSpPr/>
            <p:nvPr/>
          </p:nvSpPr>
          <p:spPr>
            <a:xfrm>
              <a:off x="3085925" y="3594650"/>
              <a:ext cx="86075" cy="86100"/>
            </a:xfrm>
            <a:custGeom>
              <a:rect b="b" l="l" r="r" t="t"/>
              <a:pathLst>
                <a:path extrusionOk="0" h="3444" w="3443">
                  <a:moveTo>
                    <a:pt x="0" y="1"/>
                  </a:moveTo>
                  <a:lnTo>
                    <a:pt x="0" y="150"/>
                  </a:lnTo>
                  <a:lnTo>
                    <a:pt x="749" y="1048"/>
                  </a:lnTo>
                  <a:lnTo>
                    <a:pt x="1497" y="1947"/>
                  </a:lnTo>
                  <a:lnTo>
                    <a:pt x="3443" y="3443"/>
                  </a:lnTo>
                  <a:lnTo>
                    <a:pt x="3443" y="3294"/>
                  </a:lnTo>
                  <a:lnTo>
                    <a:pt x="1946" y="149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3" name="Google Shape;1563;p54"/>
            <p:cNvSpPr/>
            <p:nvPr/>
          </p:nvSpPr>
          <p:spPr>
            <a:xfrm>
              <a:off x="3130825" y="3553500"/>
              <a:ext cx="89825" cy="89825"/>
            </a:xfrm>
            <a:custGeom>
              <a:rect b="b" l="l" r="r" t="t"/>
              <a:pathLst>
                <a:path extrusionOk="0" h="3593" w="3593">
                  <a:moveTo>
                    <a:pt x="0" y="0"/>
                  </a:moveTo>
                  <a:lnTo>
                    <a:pt x="0" y="150"/>
                  </a:lnTo>
                  <a:lnTo>
                    <a:pt x="1647" y="1946"/>
                  </a:lnTo>
                  <a:lnTo>
                    <a:pt x="3443" y="3593"/>
                  </a:lnTo>
                  <a:lnTo>
                    <a:pt x="3593" y="3593"/>
                  </a:lnTo>
                  <a:lnTo>
                    <a:pt x="3593" y="3443"/>
                  </a:lnTo>
                  <a:lnTo>
                    <a:pt x="1946" y="16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4" name="Google Shape;1564;p54"/>
            <p:cNvSpPr/>
            <p:nvPr/>
          </p:nvSpPr>
          <p:spPr>
            <a:xfrm>
              <a:off x="3044750" y="3639550"/>
              <a:ext cx="78625" cy="78625"/>
            </a:xfrm>
            <a:custGeom>
              <a:rect b="b" l="l" r="r" t="t"/>
              <a:pathLst>
                <a:path extrusionOk="0" h="3145" w="3145">
                  <a:moveTo>
                    <a:pt x="1" y="1"/>
                  </a:moveTo>
                  <a:lnTo>
                    <a:pt x="1" y="151"/>
                  </a:lnTo>
                  <a:lnTo>
                    <a:pt x="599" y="1049"/>
                  </a:lnTo>
                  <a:lnTo>
                    <a:pt x="1348" y="1797"/>
                  </a:lnTo>
                  <a:lnTo>
                    <a:pt x="2994" y="3144"/>
                  </a:lnTo>
                  <a:lnTo>
                    <a:pt x="3144" y="3144"/>
                  </a:lnTo>
                  <a:lnTo>
                    <a:pt x="2096" y="1797"/>
                  </a:lnTo>
                  <a:lnTo>
                    <a:pt x="1049" y="8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5" name="Google Shape;1565;p54"/>
            <p:cNvSpPr/>
            <p:nvPr/>
          </p:nvSpPr>
          <p:spPr>
            <a:xfrm>
              <a:off x="2999850" y="3684450"/>
              <a:ext cx="71125" cy="71125"/>
            </a:xfrm>
            <a:custGeom>
              <a:rect b="b" l="l" r="r" t="t"/>
              <a:pathLst>
                <a:path extrusionOk="0" h="2845" w="2845">
                  <a:moveTo>
                    <a:pt x="1" y="1"/>
                  </a:moveTo>
                  <a:lnTo>
                    <a:pt x="1" y="151"/>
                  </a:lnTo>
                  <a:lnTo>
                    <a:pt x="1348" y="1647"/>
                  </a:lnTo>
                  <a:lnTo>
                    <a:pt x="2845" y="2845"/>
                  </a:lnTo>
                  <a:lnTo>
                    <a:pt x="2845" y="2695"/>
                  </a:lnTo>
                  <a:lnTo>
                    <a:pt x="164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6" name="Google Shape;1566;p54"/>
            <p:cNvSpPr/>
            <p:nvPr/>
          </p:nvSpPr>
          <p:spPr>
            <a:xfrm>
              <a:off x="2947475" y="3718150"/>
              <a:ext cx="74850" cy="74850"/>
            </a:xfrm>
            <a:custGeom>
              <a:rect b="b" l="l" r="r" t="t"/>
              <a:pathLst>
                <a:path extrusionOk="0" h="2994" w="2994">
                  <a:moveTo>
                    <a:pt x="0" y="0"/>
                  </a:moveTo>
                  <a:lnTo>
                    <a:pt x="0" y="150"/>
                  </a:lnTo>
                  <a:lnTo>
                    <a:pt x="599" y="898"/>
                  </a:lnTo>
                  <a:lnTo>
                    <a:pt x="1347" y="1647"/>
                  </a:lnTo>
                  <a:lnTo>
                    <a:pt x="2994" y="2994"/>
                  </a:lnTo>
                  <a:lnTo>
                    <a:pt x="2994" y="2844"/>
                  </a:lnTo>
                  <a:lnTo>
                    <a:pt x="1647" y="134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7" name="Google Shape;1567;p54"/>
            <p:cNvSpPr/>
            <p:nvPr/>
          </p:nvSpPr>
          <p:spPr>
            <a:xfrm>
              <a:off x="2902575" y="3759300"/>
              <a:ext cx="71100" cy="71125"/>
            </a:xfrm>
            <a:custGeom>
              <a:rect b="b" l="l" r="r" t="t"/>
              <a:pathLst>
                <a:path extrusionOk="0" h="2845" w="2844">
                  <a:moveTo>
                    <a:pt x="0" y="1"/>
                  </a:moveTo>
                  <a:lnTo>
                    <a:pt x="0" y="150"/>
                  </a:lnTo>
                  <a:lnTo>
                    <a:pt x="599" y="899"/>
                  </a:lnTo>
                  <a:lnTo>
                    <a:pt x="1197" y="1497"/>
                  </a:lnTo>
                  <a:lnTo>
                    <a:pt x="2694" y="2844"/>
                  </a:lnTo>
                  <a:lnTo>
                    <a:pt x="2844" y="2844"/>
                  </a:lnTo>
                  <a:lnTo>
                    <a:pt x="2844" y="2695"/>
                  </a:lnTo>
                  <a:lnTo>
                    <a:pt x="1497" y="1348"/>
                  </a:lnTo>
                  <a:lnTo>
                    <a:pt x="898" y="5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8" name="Google Shape;1568;p54"/>
            <p:cNvSpPr/>
            <p:nvPr/>
          </p:nvSpPr>
          <p:spPr>
            <a:xfrm>
              <a:off x="2857650" y="3800475"/>
              <a:ext cx="71125" cy="71100"/>
            </a:xfrm>
            <a:custGeom>
              <a:rect b="b" l="l" r="r" t="t"/>
              <a:pathLst>
                <a:path extrusionOk="0" h="2844" w="2845">
                  <a:moveTo>
                    <a:pt x="151" y="0"/>
                  </a:moveTo>
                  <a:lnTo>
                    <a:pt x="1" y="150"/>
                  </a:lnTo>
                  <a:lnTo>
                    <a:pt x="1" y="449"/>
                  </a:lnTo>
                  <a:lnTo>
                    <a:pt x="600" y="1048"/>
                  </a:lnTo>
                  <a:lnTo>
                    <a:pt x="1198" y="1646"/>
                  </a:lnTo>
                  <a:lnTo>
                    <a:pt x="2695" y="2844"/>
                  </a:lnTo>
                  <a:lnTo>
                    <a:pt x="2845" y="2844"/>
                  </a:lnTo>
                  <a:lnTo>
                    <a:pt x="1498" y="1347"/>
                  </a:lnTo>
                  <a:lnTo>
                    <a:pt x="749" y="599"/>
                  </a:lnTo>
                  <a:lnTo>
                    <a:pt x="15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9" name="Google Shape;1569;p54"/>
            <p:cNvSpPr/>
            <p:nvPr/>
          </p:nvSpPr>
          <p:spPr>
            <a:xfrm>
              <a:off x="2805275" y="3837875"/>
              <a:ext cx="67375" cy="71125"/>
            </a:xfrm>
            <a:custGeom>
              <a:rect b="b" l="l" r="r" t="t"/>
              <a:pathLst>
                <a:path extrusionOk="0" h="2845" w="2695">
                  <a:moveTo>
                    <a:pt x="0" y="1"/>
                  </a:moveTo>
                  <a:lnTo>
                    <a:pt x="0" y="150"/>
                  </a:lnTo>
                  <a:lnTo>
                    <a:pt x="449" y="749"/>
                  </a:lnTo>
                  <a:lnTo>
                    <a:pt x="1198" y="1498"/>
                  </a:lnTo>
                  <a:lnTo>
                    <a:pt x="2695" y="2845"/>
                  </a:lnTo>
                  <a:lnTo>
                    <a:pt x="2695" y="2695"/>
                  </a:lnTo>
                  <a:lnTo>
                    <a:pt x="1497" y="1198"/>
                  </a:lnTo>
                  <a:lnTo>
                    <a:pt x="749" y="600"/>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0" name="Google Shape;1570;p54"/>
            <p:cNvSpPr/>
            <p:nvPr/>
          </p:nvSpPr>
          <p:spPr>
            <a:xfrm>
              <a:off x="2767850" y="3890275"/>
              <a:ext cx="59900" cy="56150"/>
            </a:xfrm>
            <a:custGeom>
              <a:rect b="b" l="l" r="r" t="t"/>
              <a:pathLst>
                <a:path extrusionOk="0" h="2246" w="2396">
                  <a:moveTo>
                    <a:pt x="1" y="0"/>
                  </a:moveTo>
                  <a:lnTo>
                    <a:pt x="450" y="749"/>
                  </a:lnTo>
                  <a:lnTo>
                    <a:pt x="1048" y="1198"/>
                  </a:lnTo>
                  <a:lnTo>
                    <a:pt x="2246" y="2245"/>
                  </a:lnTo>
                  <a:lnTo>
                    <a:pt x="2395" y="2096"/>
                  </a:lnTo>
                  <a:lnTo>
                    <a:pt x="1348" y="898"/>
                  </a:lnTo>
                  <a:lnTo>
                    <a:pt x="749" y="44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1" name="Google Shape;1571;p54"/>
            <p:cNvSpPr/>
            <p:nvPr/>
          </p:nvSpPr>
          <p:spPr>
            <a:xfrm>
              <a:off x="2734175" y="3942650"/>
              <a:ext cx="41175" cy="41200"/>
            </a:xfrm>
            <a:custGeom>
              <a:rect b="b" l="l" r="r" t="t"/>
              <a:pathLst>
                <a:path extrusionOk="0" h="1648" w="1647">
                  <a:moveTo>
                    <a:pt x="0" y="1"/>
                  </a:moveTo>
                  <a:lnTo>
                    <a:pt x="0" y="150"/>
                  </a:lnTo>
                  <a:lnTo>
                    <a:pt x="749" y="899"/>
                  </a:lnTo>
                  <a:lnTo>
                    <a:pt x="1647" y="1647"/>
                  </a:lnTo>
                  <a:lnTo>
                    <a:pt x="1647" y="1498"/>
                  </a:lnTo>
                  <a:lnTo>
                    <a:pt x="1048" y="7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2" name="Google Shape;1572;p54"/>
            <p:cNvSpPr/>
            <p:nvPr/>
          </p:nvSpPr>
          <p:spPr>
            <a:xfrm>
              <a:off x="2693025" y="3987550"/>
              <a:ext cx="37425" cy="37450"/>
            </a:xfrm>
            <a:custGeom>
              <a:rect b="b" l="l" r="r" t="t"/>
              <a:pathLst>
                <a:path extrusionOk="0" h="1498" w="1497">
                  <a:moveTo>
                    <a:pt x="150" y="1"/>
                  </a:moveTo>
                  <a:lnTo>
                    <a:pt x="0" y="151"/>
                  </a:lnTo>
                  <a:lnTo>
                    <a:pt x="0" y="300"/>
                  </a:lnTo>
                  <a:lnTo>
                    <a:pt x="599" y="899"/>
                  </a:lnTo>
                  <a:lnTo>
                    <a:pt x="1347" y="1498"/>
                  </a:lnTo>
                  <a:lnTo>
                    <a:pt x="1497" y="1498"/>
                  </a:lnTo>
                  <a:lnTo>
                    <a:pt x="1497" y="1348"/>
                  </a:lnTo>
                  <a:lnTo>
                    <a:pt x="89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3" name="Google Shape;1573;p54"/>
            <p:cNvSpPr/>
            <p:nvPr/>
          </p:nvSpPr>
          <p:spPr>
            <a:xfrm>
              <a:off x="2644375" y="4024975"/>
              <a:ext cx="33700" cy="37450"/>
            </a:xfrm>
            <a:custGeom>
              <a:rect b="b" l="l" r="r" t="t"/>
              <a:pathLst>
                <a:path extrusionOk="0" h="1498" w="1348">
                  <a:moveTo>
                    <a:pt x="0" y="1"/>
                  </a:moveTo>
                  <a:lnTo>
                    <a:pt x="0" y="150"/>
                  </a:lnTo>
                  <a:lnTo>
                    <a:pt x="150" y="599"/>
                  </a:lnTo>
                  <a:lnTo>
                    <a:pt x="449" y="899"/>
                  </a:lnTo>
                  <a:lnTo>
                    <a:pt x="1198" y="1498"/>
                  </a:lnTo>
                  <a:lnTo>
                    <a:pt x="1347" y="1348"/>
                  </a:lnTo>
                  <a:lnTo>
                    <a:pt x="749" y="599"/>
                  </a:lnTo>
                  <a:lnTo>
                    <a:pt x="449" y="3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4" name="Google Shape;1574;p54"/>
            <p:cNvSpPr/>
            <p:nvPr/>
          </p:nvSpPr>
          <p:spPr>
            <a:xfrm>
              <a:off x="2599475" y="4069875"/>
              <a:ext cx="33700" cy="33700"/>
            </a:xfrm>
            <a:custGeom>
              <a:rect b="b" l="l" r="r" t="t"/>
              <a:pathLst>
                <a:path extrusionOk="0" h="1348" w="1348">
                  <a:moveTo>
                    <a:pt x="0" y="1"/>
                  </a:moveTo>
                  <a:lnTo>
                    <a:pt x="0" y="151"/>
                  </a:lnTo>
                  <a:lnTo>
                    <a:pt x="599" y="749"/>
                  </a:lnTo>
                  <a:lnTo>
                    <a:pt x="1197" y="1348"/>
                  </a:lnTo>
                  <a:lnTo>
                    <a:pt x="1347" y="1198"/>
                  </a:lnTo>
                  <a:lnTo>
                    <a:pt x="74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5" name="Google Shape;1575;p54"/>
            <p:cNvSpPr/>
            <p:nvPr/>
          </p:nvSpPr>
          <p:spPr>
            <a:xfrm>
              <a:off x="3546175" y="2558125"/>
              <a:ext cx="291900" cy="18750"/>
            </a:xfrm>
            <a:custGeom>
              <a:rect b="b" l="l" r="r" t="t"/>
              <a:pathLst>
                <a:path extrusionOk="0" h="750" w="11676">
                  <a:moveTo>
                    <a:pt x="4641" y="1"/>
                  </a:moveTo>
                  <a:lnTo>
                    <a:pt x="150" y="150"/>
                  </a:lnTo>
                  <a:lnTo>
                    <a:pt x="1" y="300"/>
                  </a:lnTo>
                  <a:lnTo>
                    <a:pt x="1" y="450"/>
                  </a:lnTo>
                  <a:lnTo>
                    <a:pt x="150" y="450"/>
                  </a:lnTo>
                  <a:lnTo>
                    <a:pt x="4641" y="749"/>
                  </a:lnTo>
                  <a:lnTo>
                    <a:pt x="9131" y="749"/>
                  </a:lnTo>
                  <a:lnTo>
                    <a:pt x="9730" y="599"/>
                  </a:lnTo>
                  <a:lnTo>
                    <a:pt x="11526" y="599"/>
                  </a:lnTo>
                  <a:lnTo>
                    <a:pt x="11676" y="450"/>
                  </a:lnTo>
                  <a:lnTo>
                    <a:pt x="11676" y="300"/>
                  </a:lnTo>
                  <a:lnTo>
                    <a:pt x="11526" y="150"/>
                  </a:lnTo>
                  <a:lnTo>
                    <a:pt x="9580" y="150"/>
                  </a:lnTo>
                  <a:lnTo>
                    <a:pt x="913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6" name="Google Shape;1576;p54"/>
            <p:cNvSpPr/>
            <p:nvPr/>
          </p:nvSpPr>
          <p:spPr>
            <a:xfrm>
              <a:off x="3534950" y="2397225"/>
              <a:ext cx="280675" cy="18725"/>
            </a:xfrm>
            <a:custGeom>
              <a:rect b="b" l="l" r="r" t="t"/>
              <a:pathLst>
                <a:path extrusionOk="0" h="749" w="11227">
                  <a:moveTo>
                    <a:pt x="2396" y="1"/>
                  </a:moveTo>
                  <a:lnTo>
                    <a:pt x="150" y="300"/>
                  </a:lnTo>
                  <a:lnTo>
                    <a:pt x="1" y="300"/>
                  </a:lnTo>
                  <a:lnTo>
                    <a:pt x="150" y="450"/>
                  </a:lnTo>
                  <a:lnTo>
                    <a:pt x="2845" y="749"/>
                  </a:lnTo>
                  <a:lnTo>
                    <a:pt x="6586" y="749"/>
                  </a:lnTo>
                  <a:lnTo>
                    <a:pt x="7634" y="599"/>
                  </a:lnTo>
                  <a:lnTo>
                    <a:pt x="11077" y="599"/>
                  </a:lnTo>
                  <a:lnTo>
                    <a:pt x="11227" y="450"/>
                  </a:lnTo>
                  <a:lnTo>
                    <a:pt x="11227" y="300"/>
                  </a:lnTo>
                  <a:lnTo>
                    <a:pt x="11077" y="150"/>
                  </a:lnTo>
                  <a:lnTo>
                    <a:pt x="673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7" name="Google Shape;1577;p54"/>
            <p:cNvSpPr/>
            <p:nvPr/>
          </p:nvSpPr>
          <p:spPr>
            <a:xfrm>
              <a:off x="3546175" y="2311150"/>
              <a:ext cx="273200" cy="26225"/>
            </a:xfrm>
            <a:custGeom>
              <a:rect b="b" l="l" r="r" t="t"/>
              <a:pathLst>
                <a:path extrusionOk="0" h="1049" w="10928">
                  <a:moveTo>
                    <a:pt x="4192" y="1"/>
                  </a:moveTo>
                  <a:lnTo>
                    <a:pt x="1797" y="151"/>
                  </a:lnTo>
                  <a:lnTo>
                    <a:pt x="899" y="300"/>
                  </a:lnTo>
                  <a:lnTo>
                    <a:pt x="150" y="450"/>
                  </a:lnTo>
                  <a:lnTo>
                    <a:pt x="1" y="600"/>
                  </a:lnTo>
                  <a:lnTo>
                    <a:pt x="150" y="600"/>
                  </a:lnTo>
                  <a:lnTo>
                    <a:pt x="450" y="749"/>
                  </a:lnTo>
                  <a:lnTo>
                    <a:pt x="1647" y="899"/>
                  </a:lnTo>
                  <a:lnTo>
                    <a:pt x="2845" y="899"/>
                  </a:lnTo>
                  <a:lnTo>
                    <a:pt x="4940" y="1049"/>
                  </a:lnTo>
                  <a:lnTo>
                    <a:pt x="7036" y="1049"/>
                  </a:lnTo>
                  <a:lnTo>
                    <a:pt x="8981" y="899"/>
                  </a:lnTo>
                  <a:lnTo>
                    <a:pt x="10927" y="600"/>
                  </a:lnTo>
                  <a:lnTo>
                    <a:pt x="10927" y="450"/>
                  </a:lnTo>
                  <a:lnTo>
                    <a:pt x="8682" y="151"/>
                  </a:lnTo>
                  <a:lnTo>
                    <a:pt x="643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8" name="Google Shape;1578;p54"/>
            <p:cNvSpPr/>
            <p:nvPr/>
          </p:nvSpPr>
          <p:spPr>
            <a:xfrm>
              <a:off x="3549925" y="2232575"/>
              <a:ext cx="261950" cy="22475"/>
            </a:xfrm>
            <a:custGeom>
              <a:rect b="b" l="l" r="r" t="t"/>
              <a:pathLst>
                <a:path extrusionOk="0" h="899" w="10478">
                  <a:moveTo>
                    <a:pt x="5688" y="1"/>
                  </a:moveTo>
                  <a:lnTo>
                    <a:pt x="2994" y="150"/>
                  </a:lnTo>
                  <a:lnTo>
                    <a:pt x="150" y="300"/>
                  </a:lnTo>
                  <a:lnTo>
                    <a:pt x="0" y="450"/>
                  </a:lnTo>
                  <a:lnTo>
                    <a:pt x="150" y="599"/>
                  </a:lnTo>
                  <a:lnTo>
                    <a:pt x="2994" y="899"/>
                  </a:lnTo>
                  <a:lnTo>
                    <a:pt x="8083" y="899"/>
                  </a:lnTo>
                  <a:lnTo>
                    <a:pt x="9280" y="749"/>
                  </a:lnTo>
                  <a:lnTo>
                    <a:pt x="10478" y="599"/>
                  </a:lnTo>
                  <a:lnTo>
                    <a:pt x="10478" y="450"/>
                  </a:lnTo>
                  <a:lnTo>
                    <a:pt x="9280" y="150"/>
                  </a:lnTo>
                  <a:lnTo>
                    <a:pt x="808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9" name="Google Shape;1579;p54"/>
            <p:cNvSpPr/>
            <p:nvPr/>
          </p:nvSpPr>
          <p:spPr>
            <a:xfrm>
              <a:off x="3564900" y="2150250"/>
              <a:ext cx="246975" cy="26225"/>
            </a:xfrm>
            <a:custGeom>
              <a:rect b="b" l="l" r="r" t="t"/>
              <a:pathLst>
                <a:path extrusionOk="0" h="1049" w="9879">
                  <a:moveTo>
                    <a:pt x="4939" y="1"/>
                  </a:moveTo>
                  <a:lnTo>
                    <a:pt x="2545" y="150"/>
                  </a:lnTo>
                  <a:lnTo>
                    <a:pt x="150" y="300"/>
                  </a:lnTo>
                  <a:lnTo>
                    <a:pt x="0" y="450"/>
                  </a:lnTo>
                  <a:lnTo>
                    <a:pt x="150" y="599"/>
                  </a:lnTo>
                  <a:lnTo>
                    <a:pt x="2545" y="899"/>
                  </a:lnTo>
                  <a:lnTo>
                    <a:pt x="4939" y="1049"/>
                  </a:lnTo>
                  <a:lnTo>
                    <a:pt x="7484" y="1049"/>
                  </a:lnTo>
                  <a:lnTo>
                    <a:pt x="8532" y="899"/>
                  </a:lnTo>
                  <a:lnTo>
                    <a:pt x="9729" y="749"/>
                  </a:lnTo>
                  <a:lnTo>
                    <a:pt x="9879" y="599"/>
                  </a:lnTo>
                  <a:lnTo>
                    <a:pt x="9729" y="450"/>
                  </a:lnTo>
                  <a:lnTo>
                    <a:pt x="8532" y="150"/>
                  </a:lnTo>
                  <a:lnTo>
                    <a:pt x="748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0" name="Google Shape;1580;p54"/>
            <p:cNvSpPr/>
            <p:nvPr/>
          </p:nvSpPr>
          <p:spPr>
            <a:xfrm>
              <a:off x="3576125" y="2071675"/>
              <a:ext cx="243250" cy="22475"/>
            </a:xfrm>
            <a:custGeom>
              <a:rect b="b" l="l" r="r" t="t"/>
              <a:pathLst>
                <a:path extrusionOk="0" h="899" w="9730">
                  <a:moveTo>
                    <a:pt x="5239" y="1"/>
                  </a:moveTo>
                  <a:lnTo>
                    <a:pt x="2694" y="150"/>
                  </a:lnTo>
                  <a:lnTo>
                    <a:pt x="150" y="300"/>
                  </a:lnTo>
                  <a:lnTo>
                    <a:pt x="0" y="300"/>
                  </a:lnTo>
                  <a:lnTo>
                    <a:pt x="0" y="450"/>
                  </a:lnTo>
                  <a:lnTo>
                    <a:pt x="0" y="599"/>
                  </a:lnTo>
                  <a:lnTo>
                    <a:pt x="150" y="599"/>
                  </a:lnTo>
                  <a:lnTo>
                    <a:pt x="2694" y="749"/>
                  </a:lnTo>
                  <a:lnTo>
                    <a:pt x="5239" y="899"/>
                  </a:lnTo>
                  <a:lnTo>
                    <a:pt x="8532" y="899"/>
                  </a:lnTo>
                  <a:lnTo>
                    <a:pt x="9580" y="599"/>
                  </a:lnTo>
                  <a:lnTo>
                    <a:pt x="9729" y="450"/>
                  </a:lnTo>
                  <a:lnTo>
                    <a:pt x="9580" y="300"/>
                  </a:lnTo>
                  <a:lnTo>
                    <a:pt x="8532" y="150"/>
                  </a:lnTo>
                  <a:lnTo>
                    <a:pt x="733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1" name="Google Shape;1581;p54"/>
            <p:cNvSpPr/>
            <p:nvPr/>
          </p:nvSpPr>
          <p:spPr>
            <a:xfrm>
              <a:off x="3587350" y="1993100"/>
              <a:ext cx="235750" cy="22475"/>
            </a:xfrm>
            <a:custGeom>
              <a:rect b="b" l="l" r="r" t="t"/>
              <a:pathLst>
                <a:path extrusionOk="0" h="899" w="9430">
                  <a:moveTo>
                    <a:pt x="2395" y="0"/>
                  </a:moveTo>
                  <a:lnTo>
                    <a:pt x="150" y="300"/>
                  </a:lnTo>
                  <a:lnTo>
                    <a:pt x="0" y="449"/>
                  </a:lnTo>
                  <a:lnTo>
                    <a:pt x="150" y="599"/>
                  </a:lnTo>
                  <a:lnTo>
                    <a:pt x="2395" y="749"/>
                  </a:lnTo>
                  <a:lnTo>
                    <a:pt x="4640" y="898"/>
                  </a:lnTo>
                  <a:lnTo>
                    <a:pt x="9131" y="599"/>
                  </a:lnTo>
                  <a:lnTo>
                    <a:pt x="9280" y="599"/>
                  </a:lnTo>
                  <a:lnTo>
                    <a:pt x="9430" y="449"/>
                  </a:lnTo>
                  <a:lnTo>
                    <a:pt x="9280" y="150"/>
                  </a:lnTo>
                  <a:lnTo>
                    <a:pt x="9131" y="150"/>
                  </a:lnTo>
                  <a:lnTo>
                    <a:pt x="46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2" name="Google Shape;1582;p54"/>
            <p:cNvSpPr/>
            <p:nvPr/>
          </p:nvSpPr>
          <p:spPr>
            <a:xfrm>
              <a:off x="3594825" y="1907025"/>
              <a:ext cx="235775" cy="22475"/>
            </a:xfrm>
            <a:custGeom>
              <a:rect b="b" l="l" r="r" t="t"/>
              <a:pathLst>
                <a:path extrusionOk="0" h="899" w="9431">
                  <a:moveTo>
                    <a:pt x="1198" y="1"/>
                  </a:moveTo>
                  <a:lnTo>
                    <a:pt x="150" y="300"/>
                  </a:lnTo>
                  <a:lnTo>
                    <a:pt x="1" y="300"/>
                  </a:lnTo>
                  <a:lnTo>
                    <a:pt x="1" y="450"/>
                  </a:lnTo>
                  <a:lnTo>
                    <a:pt x="1" y="599"/>
                  </a:lnTo>
                  <a:lnTo>
                    <a:pt x="150" y="599"/>
                  </a:lnTo>
                  <a:lnTo>
                    <a:pt x="1198" y="899"/>
                  </a:lnTo>
                  <a:lnTo>
                    <a:pt x="6736" y="899"/>
                  </a:lnTo>
                  <a:lnTo>
                    <a:pt x="9281" y="749"/>
                  </a:lnTo>
                  <a:lnTo>
                    <a:pt x="9430" y="749"/>
                  </a:lnTo>
                  <a:lnTo>
                    <a:pt x="9430" y="599"/>
                  </a:lnTo>
                  <a:lnTo>
                    <a:pt x="9430" y="450"/>
                  </a:lnTo>
                  <a:lnTo>
                    <a:pt x="9281" y="450"/>
                  </a:lnTo>
                  <a:lnTo>
                    <a:pt x="6736" y="150"/>
                  </a:lnTo>
                  <a:lnTo>
                    <a:pt x="4341" y="150"/>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3" name="Google Shape;1583;p54"/>
            <p:cNvSpPr/>
            <p:nvPr/>
          </p:nvSpPr>
          <p:spPr>
            <a:xfrm>
              <a:off x="3609800" y="1828450"/>
              <a:ext cx="205825" cy="22475"/>
            </a:xfrm>
            <a:custGeom>
              <a:rect b="b" l="l" r="r" t="t"/>
              <a:pathLst>
                <a:path extrusionOk="0" h="899" w="8233">
                  <a:moveTo>
                    <a:pt x="4042" y="0"/>
                  </a:moveTo>
                  <a:lnTo>
                    <a:pt x="2096" y="150"/>
                  </a:lnTo>
                  <a:lnTo>
                    <a:pt x="150" y="300"/>
                  </a:lnTo>
                  <a:lnTo>
                    <a:pt x="0" y="449"/>
                  </a:lnTo>
                  <a:lnTo>
                    <a:pt x="150" y="599"/>
                  </a:lnTo>
                  <a:lnTo>
                    <a:pt x="4042" y="898"/>
                  </a:lnTo>
                  <a:lnTo>
                    <a:pt x="5987" y="898"/>
                  </a:lnTo>
                  <a:lnTo>
                    <a:pt x="7933" y="749"/>
                  </a:lnTo>
                  <a:lnTo>
                    <a:pt x="8233" y="749"/>
                  </a:lnTo>
                  <a:lnTo>
                    <a:pt x="8233" y="449"/>
                  </a:lnTo>
                  <a:lnTo>
                    <a:pt x="8233" y="300"/>
                  </a:lnTo>
                  <a:lnTo>
                    <a:pt x="7933" y="300"/>
                  </a:lnTo>
                  <a:lnTo>
                    <a:pt x="598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4" name="Google Shape;1584;p54"/>
            <p:cNvSpPr/>
            <p:nvPr/>
          </p:nvSpPr>
          <p:spPr>
            <a:xfrm>
              <a:off x="3624750" y="1746125"/>
              <a:ext cx="243275" cy="26225"/>
            </a:xfrm>
            <a:custGeom>
              <a:rect b="b" l="l" r="r" t="t"/>
              <a:pathLst>
                <a:path extrusionOk="0" h="1049" w="9731">
                  <a:moveTo>
                    <a:pt x="4791" y="0"/>
                  </a:moveTo>
                  <a:lnTo>
                    <a:pt x="2396" y="150"/>
                  </a:lnTo>
                  <a:lnTo>
                    <a:pt x="151" y="450"/>
                  </a:lnTo>
                  <a:lnTo>
                    <a:pt x="1" y="599"/>
                  </a:lnTo>
                  <a:lnTo>
                    <a:pt x="151" y="749"/>
                  </a:lnTo>
                  <a:lnTo>
                    <a:pt x="2096" y="899"/>
                  </a:lnTo>
                  <a:lnTo>
                    <a:pt x="4042" y="1048"/>
                  </a:lnTo>
                  <a:lnTo>
                    <a:pt x="7784" y="1048"/>
                  </a:lnTo>
                  <a:lnTo>
                    <a:pt x="9580" y="749"/>
                  </a:lnTo>
                  <a:lnTo>
                    <a:pt x="9730" y="749"/>
                  </a:lnTo>
                  <a:lnTo>
                    <a:pt x="9730" y="450"/>
                  </a:lnTo>
                  <a:lnTo>
                    <a:pt x="9580" y="30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5" name="Google Shape;1585;p54"/>
            <p:cNvSpPr/>
            <p:nvPr/>
          </p:nvSpPr>
          <p:spPr>
            <a:xfrm>
              <a:off x="3632250" y="1667550"/>
              <a:ext cx="198350" cy="22475"/>
            </a:xfrm>
            <a:custGeom>
              <a:rect b="b" l="l" r="r" t="t"/>
              <a:pathLst>
                <a:path extrusionOk="0" h="899" w="7934">
                  <a:moveTo>
                    <a:pt x="1946" y="0"/>
                  </a:moveTo>
                  <a:lnTo>
                    <a:pt x="150" y="300"/>
                  </a:lnTo>
                  <a:lnTo>
                    <a:pt x="0" y="449"/>
                  </a:lnTo>
                  <a:lnTo>
                    <a:pt x="150" y="599"/>
                  </a:lnTo>
                  <a:lnTo>
                    <a:pt x="1946" y="898"/>
                  </a:lnTo>
                  <a:lnTo>
                    <a:pt x="5838" y="898"/>
                  </a:lnTo>
                  <a:lnTo>
                    <a:pt x="7634" y="749"/>
                  </a:lnTo>
                  <a:lnTo>
                    <a:pt x="7784" y="599"/>
                  </a:lnTo>
                  <a:lnTo>
                    <a:pt x="7933" y="449"/>
                  </a:lnTo>
                  <a:lnTo>
                    <a:pt x="7784" y="300"/>
                  </a:lnTo>
                  <a:lnTo>
                    <a:pt x="7634" y="300"/>
                  </a:lnTo>
                  <a:lnTo>
                    <a:pt x="5838"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6" name="Google Shape;1586;p54"/>
            <p:cNvSpPr/>
            <p:nvPr/>
          </p:nvSpPr>
          <p:spPr>
            <a:xfrm>
              <a:off x="3654700" y="1506650"/>
              <a:ext cx="164675" cy="26200"/>
            </a:xfrm>
            <a:custGeom>
              <a:rect b="b" l="l" r="r" t="t"/>
              <a:pathLst>
                <a:path extrusionOk="0" h="1048" w="6587">
                  <a:moveTo>
                    <a:pt x="2994" y="0"/>
                  </a:moveTo>
                  <a:lnTo>
                    <a:pt x="1497" y="150"/>
                  </a:lnTo>
                  <a:lnTo>
                    <a:pt x="150" y="449"/>
                  </a:lnTo>
                  <a:lnTo>
                    <a:pt x="0" y="449"/>
                  </a:lnTo>
                  <a:lnTo>
                    <a:pt x="0" y="599"/>
                  </a:lnTo>
                  <a:lnTo>
                    <a:pt x="150" y="748"/>
                  </a:lnTo>
                  <a:lnTo>
                    <a:pt x="1647" y="898"/>
                  </a:lnTo>
                  <a:lnTo>
                    <a:pt x="3293" y="1048"/>
                  </a:lnTo>
                  <a:lnTo>
                    <a:pt x="4790" y="898"/>
                  </a:lnTo>
                  <a:lnTo>
                    <a:pt x="6437" y="748"/>
                  </a:lnTo>
                  <a:lnTo>
                    <a:pt x="6586" y="599"/>
                  </a:lnTo>
                  <a:lnTo>
                    <a:pt x="6586" y="449"/>
                  </a:lnTo>
                  <a:lnTo>
                    <a:pt x="6586" y="299"/>
                  </a:lnTo>
                  <a:lnTo>
                    <a:pt x="6437" y="299"/>
                  </a:lnTo>
                  <a:lnTo>
                    <a:pt x="5838" y="150"/>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7" name="Google Shape;1587;p54"/>
            <p:cNvSpPr/>
            <p:nvPr/>
          </p:nvSpPr>
          <p:spPr>
            <a:xfrm>
              <a:off x="3643475" y="1588950"/>
              <a:ext cx="172150" cy="22500"/>
            </a:xfrm>
            <a:custGeom>
              <a:rect b="b" l="l" r="r" t="t"/>
              <a:pathLst>
                <a:path extrusionOk="0" h="900" w="6886">
                  <a:moveTo>
                    <a:pt x="1796" y="1"/>
                  </a:moveTo>
                  <a:lnTo>
                    <a:pt x="150" y="300"/>
                  </a:lnTo>
                  <a:lnTo>
                    <a:pt x="0" y="300"/>
                  </a:lnTo>
                  <a:lnTo>
                    <a:pt x="0" y="450"/>
                  </a:lnTo>
                  <a:lnTo>
                    <a:pt x="150" y="600"/>
                  </a:lnTo>
                  <a:lnTo>
                    <a:pt x="1796" y="749"/>
                  </a:lnTo>
                  <a:lnTo>
                    <a:pt x="3443" y="899"/>
                  </a:lnTo>
                  <a:lnTo>
                    <a:pt x="5089" y="899"/>
                  </a:lnTo>
                  <a:lnTo>
                    <a:pt x="6736" y="600"/>
                  </a:lnTo>
                  <a:lnTo>
                    <a:pt x="6886" y="600"/>
                  </a:lnTo>
                  <a:lnTo>
                    <a:pt x="6886" y="450"/>
                  </a:lnTo>
                  <a:lnTo>
                    <a:pt x="6886" y="300"/>
                  </a:lnTo>
                  <a:lnTo>
                    <a:pt x="6736" y="151"/>
                  </a:lnTo>
                  <a:lnTo>
                    <a:pt x="508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8" name="Google Shape;1588;p54"/>
            <p:cNvSpPr/>
            <p:nvPr/>
          </p:nvSpPr>
          <p:spPr>
            <a:xfrm>
              <a:off x="3665925" y="1424325"/>
              <a:ext cx="149700" cy="26200"/>
            </a:xfrm>
            <a:custGeom>
              <a:rect b="b" l="l" r="r" t="t"/>
              <a:pathLst>
                <a:path extrusionOk="0" h="1048" w="5988">
                  <a:moveTo>
                    <a:pt x="2844" y="0"/>
                  </a:moveTo>
                  <a:lnTo>
                    <a:pt x="1497" y="150"/>
                  </a:lnTo>
                  <a:lnTo>
                    <a:pt x="0" y="299"/>
                  </a:lnTo>
                  <a:lnTo>
                    <a:pt x="0" y="599"/>
                  </a:lnTo>
                  <a:lnTo>
                    <a:pt x="0" y="749"/>
                  </a:lnTo>
                  <a:lnTo>
                    <a:pt x="1497" y="898"/>
                  </a:lnTo>
                  <a:lnTo>
                    <a:pt x="2844" y="1048"/>
                  </a:lnTo>
                  <a:lnTo>
                    <a:pt x="4341" y="1048"/>
                  </a:lnTo>
                  <a:lnTo>
                    <a:pt x="5688" y="749"/>
                  </a:lnTo>
                  <a:lnTo>
                    <a:pt x="5838" y="599"/>
                  </a:lnTo>
                  <a:lnTo>
                    <a:pt x="5988" y="599"/>
                  </a:lnTo>
                  <a:lnTo>
                    <a:pt x="5838" y="449"/>
                  </a:lnTo>
                  <a:lnTo>
                    <a:pt x="5688" y="299"/>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89" name="Google Shape;1589;p54"/>
            <p:cNvSpPr/>
            <p:nvPr/>
          </p:nvSpPr>
          <p:spPr>
            <a:xfrm>
              <a:off x="3677150" y="1345725"/>
              <a:ext cx="134725" cy="26225"/>
            </a:xfrm>
            <a:custGeom>
              <a:rect b="b" l="l" r="r" t="t"/>
              <a:pathLst>
                <a:path extrusionOk="0" h="1049" w="5389">
                  <a:moveTo>
                    <a:pt x="1497" y="1"/>
                  </a:moveTo>
                  <a:lnTo>
                    <a:pt x="150" y="300"/>
                  </a:lnTo>
                  <a:lnTo>
                    <a:pt x="150" y="450"/>
                  </a:lnTo>
                  <a:lnTo>
                    <a:pt x="0" y="450"/>
                  </a:lnTo>
                  <a:lnTo>
                    <a:pt x="150" y="600"/>
                  </a:lnTo>
                  <a:lnTo>
                    <a:pt x="150" y="749"/>
                  </a:lnTo>
                  <a:lnTo>
                    <a:pt x="1497" y="899"/>
                  </a:lnTo>
                  <a:lnTo>
                    <a:pt x="2695" y="1049"/>
                  </a:lnTo>
                  <a:lnTo>
                    <a:pt x="4042" y="899"/>
                  </a:lnTo>
                  <a:lnTo>
                    <a:pt x="5239" y="749"/>
                  </a:lnTo>
                  <a:lnTo>
                    <a:pt x="5389" y="600"/>
                  </a:lnTo>
                  <a:lnTo>
                    <a:pt x="5389" y="450"/>
                  </a:lnTo>
                  <a:lnTo>
                    <a:pt x="5389" y="300"/>
                  </a:lnTo>
                  <a:lnTo>
                    <a:pt x="5239" y="151"/>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0" name="Google Shape;1590;p54"/>
            <p:cNvSpPr/>
            <p:nvPr/>
          </p:nvSpPr>
          <p:spPr>
            <a:xfrm>
              <a:off x="3688375" y="1267150"/>
              <a:ext cx="142225" cy="18725"/>
            </a:xfrm>
            <a:custGeom>
              <a:rect b="b" l="l" r="r" t="t"/>
              <a:pathLst>
                <a:path extrusionOk="0" h="749" w="5689">
                  <a:moveTo>
                    <a:pt x="1497" y="1"/>
                  </a:moveTo>
                  <a:lnTo>
                    <a:pt x="150" y="300"/>
                  </a:lnTo>
                  <a:lnTo>
                    <a:pt x="0" y="450"/>
                  </a:lnTo>
                  <a:lnTo>
                    <a:pt x="150" y="599"/>
                  </a:lnTo>
                  <a:lnTo>
                    <a:pt x="1497" y="749"/>
                  </a:lnTo>
                  <a:lnTo>
                    <a:pt x="4940" y="749"/>
                  </a:lnTo>
                  <a:lnTo>
                    <a:pt x="5539" y="450"/>
                  </a:lnTo>
                  <a:lnTo>
                    <a:pt x="5688" y="300"/>
                  </a:lnTo>
                  <a:lnTo>
                    <a:pt x="5539" y="150"/>
                  </a:lnTo>
                  <a:lnTo>
                    <a:pt x="49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1" name="Google Shape;1591;p54"/>
            <p:cNvSpPr/>
            <p:nvPr/>
          </p:nvSpPr>
          <p:spPr>
            <a:xfrm>
              <a:off x="3699600" y="1184825"/>
              <a:ext cx="134725" cy="22475"/>
            </a:xfrm>
            <a:custGeom>
              <a:rect b="b" l="l" r="r" t="t"/>
              <a:pathLst>
                <a:path extrusionOk="0" h="899" w="5389">
                  <a:moveTo>
                    <a:pt x="2844" y="1"/>
                  </a:moveTo>
                  <a:lnTo>
                    <a:pt x="1497" y="150"/>
                  </a:lnTo>
                  <a:lnTo>
                    <a:pt x="150" y="300"/>
                  </a:lnTo>
                  <a:lnTo>
                    <a:pt x="0" y="300"/>
                  </a:lnTo>
                  <a:lnTo>
                    <a:pt x="0" y="450"/>
                  </a:lnTo>
                  <a:lnTo>
                    <a:pt x="0" y="599"/>
                  </a:lnTo>
                  <a:lnTo>
                    <a:pt x="150" y="749"/>
                  </a:lnTo>
                  <a:lnTo>
                    <a:pt x="1497" y="899"/>
                  </a:lnTo>
                  <a:lnTo>
                    <a:pt x="4042" y="899"/>
                  </a:lnTo>
                  <a:lnTo>
                    <a:pt x="4790" y="749"/>
                  </a:lnTo>
                  <a:lnTo>
                    <a:pt x="5239" y="599"/>
                  </a:lnTo>
                  <a:lnTo>
                    <a:pt x="5389" y="450"/>
                  </a:lnTo>
                  <a:lnTo>
                    <a:pt x="5239" y="300"/>
                  </a:lnTo>
                  <a:lnTo>
                    <a:pt x="4790" y="15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2" name="Google Shape;1592;p54"/>
            <p:cNvSpPr/>
            <p:nvPr/>
          </p:nvSpPr>
          <p:spPr>
            <a:xfrm>
              <a:off x="3703350" y="1098775"/>
              <a:ext cx="134725" cy="29950"/>
            </a:xfrm>
            <a:custGeom>
              <a:rect b="b" l="l" r="r" t="t"/>
              <a:pathLst>
                <a:path extrusionOk="0" h="1198" w="5389">
                  <a:moveTo>
                    <a:pt x="2694" y="0"/>
                  </a:moveTo>
                  <a:lnTo>
                    <a:pt x="1347" y="150"/>
                  </a:lnTo>
                  <a:lnTo>
                    <a:pt x="150" y="449"/>
                  </a:lnTo>
                  <a:lnTo>
                    <a:pt x="0" y="449"/>
                  </a:lnTo>
                  <a:lnTo>
                    <a:pt x="0" y="599"/>
                  </a:lnTo>
                  <a:lnTo>
                    <a:pt x="0" y="748"/>
                  </a:lnTo>
                  <a:lnTo>
                    <a:pt x="150" y="898"/>
                  </a:lnTo>
                  <a:lnTo>
                    <a:pt x="1347" y="1048"/>
                  </a:lnTo>
                  <a:lnTo>
                    <a:pt x="2694" y="1198"/>
                  </a:lnTo>
                  <a:lnTo>
                    <a:pt x="4041" y="1198"/>
                  </a:lnTo>
                  <a:lnTo>
                    <a:pt x="4640" y="1048"/>
                  </a:lnTo>
                  <a:lnTo>
                    <a:pt x="5239" y="898"/>
                  </a:lnTo>
                  <a:lnTo>
                    <a:pt x="5389" y="748"/>
                  </a:lnTo>
                  <a:lnTo>
                    <a:pt x="5389" y="449"/>
                  </a:lnTo>
                  <a:lnTo>
                    <a:pt x="5239" y="449"/>
                  </a:lnTo>
                  <a:lnTo>
                    <a:pt x="4640" y="299"/>
                  </a:lnTo>
                  <a:lnTo>
                    <a:pt x="4041"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3" name="Google Shape;1593;p54"/>
            <p:cNvSpPr/>
            <p:nvPr/>
          </p:nvSpPr>
          <p:spPr>
            <a:xfrm>
              <a:off x="3718300" y="1020175"/>
              <a:ext cx="134750" cy="26225"/>
            </a:xfrm>
            <a:custGeom>
              <a:rect b="b" l="l" r="r" t="t"/>
              <a:pathLst>
                <a:path extrusionOk="0" h="1049" w="5390">
                  <a:moveTo>
                    <a:pt x="2695" y="1"/>
                  </a:moveTo>
                  <a:lnTo>
                    <a:pt x="1348" y="151"/>
                  </a:lnTo>
                  <a:lnTo>
                    <a:pt x="151" y="300"/>
                  </a:lnTo>
                  <a:lnTo>
                    <a:pt x="1" y="600"/>
                  </a:lnTo>
                  <a:lnTo>
                    <a:pt x="151" y="749"/>
                  </a:lnTo>
                  <a:lnTo>
                    <a:pt x="1348" y="899"/>
                  </a:lnTo>
                  <a:lnTo>
                    <a:pt x="2695" y="1049"/>
                  </a:lnTo>
                  <a:lnTo>
                    <a:pt x="4042" y="1049"/>
                  </a:lnTo>
                  <a:lnTo>
                    <a:pt x="5240" y="749"/>
                  </a:lnTo>
                  <a:lnTo>
                    <a:pt x="5389" y="600"/>
                  </a:lnTo>
                  <a:lnTo>
                    <a:pt x="5240" y="30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4" name="Google Shape;1594;p54"/>
            <p:cNvSpPr/>
            <p:nvPr/>
          </p:nvSpPr>
          <p:spPr>
            <a:xfrm>
              <a:off x="3729525" y="941600"/>
              <a:ext cx="108550" cy="22475"/>
            </a:xfrm>
            <a:custGeom>
              <a:rect b="b" l="l" r="r" t="t"/>
              <a:pathLst>
                <a:path extrusionOk="0" h="899" w="4342">
                  <a:moveTo>
                    <a:pt x="2246" y="1"/>
                  </a:moveTo>
                  <a:lnTo>
                    <a:pt x="1198" y="150"/>
                  </a:lnTo>
                  <a:lnTo>
                    <a:pt x="151" y="300"/>
                  </a:lnTo>
                  <a:lnTo>
                    <a:pt x="1" y="450"/>
                  </a:lnTo>
                  <a:lnTo>
                    <a:pt x="151" y="599"/>
                  </a:lnTo>
                  <a:lnTo>
                    <a:pt x="1198" y="899"/>
                  </a:lnTo>
                  <a:lnTo>
                    <a:pt x="3743" y="899"/>
                  </a:lnTo>
                  <a:lnTo>
                    <a:pt x="4342" y="599"/>
                  </a:lnTo>
                  <a:lnTo>
                    <a:pt x="4342" y="450"/>
                  </a:lnTo>
                  <a:lnTo>
                    <a:pt x="4342" y="300"/>
                  </a:lnTo>
                  <a:lnTo>
                    <a:pt x="3743" y="150"/>
                  </a:lnTo>
                  <a:lnTo>
                    <a:pt x="3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5" name="Google Shape;1595;p54"/>
            <p:cNvSpPr/>
            <p:nvPr/>
          </p:nvSpPr>
          <p:spPr>
            <a:xfrm>
              <a:off x="3740750" y="863025"/>
              <a:ext cx="82350" cy="18725"/>
            </a:xfrm>
            <a:custGeom>
              <a:rect b="b" l="l" r="r" t="t"/>
              <a:pathLst>
                <a:path extrusionOk="0" h="749" w="3294">
                  <a:moveTo>
                    <a:pt x="1498" y="0"/>
                  </a:moveTo>
                  <a:lnTo>
                    <a:pt x="151" y="300"/>
                  </a:lnTo>
                  <a:lnTo>
                    <a:pt x="1" y="449"/>
                  </a:lnTo>
                  <a:lnTo>
                    <a:pt x="151" y="599"/>
                  </a:lnTo>
                  <a:lnTo>
                    <a:pt x="1647" y="749"/>
                  </a:lnTo>
                  <a:lnTo>
                    <a:pt x="2396" y="749"/>
                  </a:lnTo>
                  <a:lnTo>
                    <a:pt x="2995" y="599"/>
                  </a:lnTo>
                  <a:lnTo>
                    <a:pt x="3144" y="599"/>
                  </a:lnTo>
                  <a:lnTo>
                    <a:pt x="3294" y="449"/>
                  </a:lnTo>
                  <a:lnTo>
                    <a:pt x="3144" y="150"/>
                  </a:lnTo>
                  <a:lnTo>
                    <a:pt x="2995" y="150"/>
                  </a:lnTo>
                  <a:lnTo>
                    <a:pt x="23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6" name="Google Shape;1596;p54"/>
            <p:cNvSpPr/>
            <p:nvPr/>
          </p:nvSpPr>
          <p:spPr>
            <a:xfrm>
              <a:off x="3744500" y="780700"/>
              <a:ext cx="71125" cy="22475"/>
            </a:xfrm>
            <a:custGeom>
              <a:rect b="b" l="l" r="r" t="t"/>
              <a:pathLst>
                <a:path extrusionOk="0" h="899" w="2845">
                  <a:moveTo>
                    <a:pt x="1348" y="0"/>
                  </a:moveTo>
                  <a:lnTo>
                    <a:pt x="749" y="150"/>
                  </a:lnTo>
                  <a:lnTo>
                    <a:pt x="150" y="300"/>
                  </a:lnTo>
                  <a:lnTo>
                    <a:pt x="1" y="449"/>
                  </a:lnTo>
                  <a:lnTo>
                    <a:pt x="150" y="599"/>
                  </a:lnTo>
                  <a:lnTo>
                    <a:pt x="749" y="898"/>
                  </a:lnTo>
                  <a:lnTo>
                    <a:pt x="1946" y="898"/>
                  </a:lnTo>
                  <a:lnTo>
                    <a:pt x="2545" y="749"/>
                  </a:lnTo>
                  <a:lnTo>
                    <a:pt x="2695" y="599"/>
                  </a:lnTo>
                  <a:lnTo>
                    <a:pt x="2845" y="449"/>
                  </a:lnTo>
                  <a:lnTo>
                    <a:pt x="2695" y="300"/>
                  </a:lnTo>
                  <a:lnTo>
                    <a:pt x="2545" y="150"/>
                  </a:lnTo>
                  <a:lnTo>
                    <a:pt x="19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7" name="Google Shape;1597;p54"/>
            <p:cNvSpPr/>
            <p:nvPr/>
          </p:nvSpPr>
          <p:spPr>
            <a:xfrm>
              <a:off x="3759475" y="698375"/>
              <a:ext cx="67375" cy="26225"/>
            </a:xfrm>
            <a:custGeom>
              <a:rect b="b" l="l" r="r" t="t"/>
              <a:pathLst>
                <a:path extrusionOk="0" h="1049" w="2695">
                  <a:moveTo>
                    <a:pt x="1497" y="0"/>
                  </a:moveTo>
                  <a:lnTo>
                    <a:pt x="150" y="300"/>
                  </a:lnTo>
                  <a:lnTo>
                    <a:pt x="0" y="450"/>
                  </a:lnTo>
                  <a:lnTo>
                    <a:pt x="150" y="749"/>
                  </a:lnTo>
                  <a:lnTo>
                    <a:pt x="749" y="899"/>
                  </a:lnTo>
                  <a:lnTo>
                    <a:pt x="1497" y="1048"/>
                  </a:lnTo>
                  <a:lnTo>
                    <a:pt x="2096" y="899"/>
                  </a:lnTo>
                  <a:lnTo>
                    <a:pt x="2395" y="899"/>
                  </a:lnTo>
                  <a:lnTo>
                    <a:pt x="2695" y="749"/>
                  </a:lnTo>
                  <a:lnTo>
                    <a:pt x="2695" y="450"/>
                  </a:lnTo>
                  <a:lnTo>
                    <a:pt x="26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8" name="Google Shape;1598;p54"/>
            <p:cNvSpPr/>
            <p:nvPr/>
          </p:nvSpPr>
          <p:spPr>
            <a:xfrm>
              <a:off x="3766950" y="623525"/>
              <a:ext cx="59900" cy="15000"/>
            </a:xfrm>
            <a:custGeom>
              <a:rect b="b" l="l" r="r" t="t"/>
              <a:pathLst>
                <a:path extrusionOk="0" h="600" w="2396">
                  <a:moveTo>
                    <a:pt x="1048" y="1"/>
                  </a:moveTo>
                  <a:lnTo>
                    <a:pt x="1" y="151"/>
                  </a:lnTo>
                  <a:lnTo>
                    <a:pt x="1" y="300"/>
                  </a:lnTo>
                  <a:lnTo>
                    <a:pt x="1" y="450"/>
                  </a:lnTo>
                  <a:lnTo>
                    <a:pt x="1048" y="600"/>
                  </a:lnTo>
                  <a:lnTo>
                    <a:pt x="2246" y="450"/>
                  </a:lnTo>
                  <a:lnTo>
                    <a:pt x="2396" y="300"/>
                  </a:lnTo>
                  <a:lnTo>
                    <a:pt x="2246" y="151"/>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99" name="Google Shape;1599;p54"/>
            <p:cNvSpPr/>
            <p:nvPr/>
          </p:nvSpPr>
          <p:spPr>
            <a:xfrm>
              <a:off x="3512500" y="2827550"/>
              <a:ext cx="18725" cy="295650"/>
            </a:xfrm>
            <a:custGeom>
              <a:rect b="b" l="l" r="r" t="t"/>
              <a:pathLst>
                <a:path extrusionOk="0" h="11826" w="749">
                  <a:moveTo>
                    <a:pt x="300" y="1"/>
                  </a:moveTo>
                  <a:lnTo>
                    <a:pt x="150" y="150"/>
                  </a:lnTo>
                  <a:lnTo>
                    <a:pt x="150" y="300"/>
                  </a:lnTo>
                  <a:lnTo>
                    <a:pt x="150" y="749"/>
                  </a:lnTo>
                  <a:lnTo>
                    <a:pt x="1" y="1497"/>
                  </a:lnTo>
                  <a:lnTo>
                    <a:pt x="1" y="2096"/>
                  </a:lnTo>
                  <a:lnTo>
                    <a:pt x="1" y="2695"/>
                  </a:lnTo>
                  <a:lnTo>
                    <a:pt x="1" y="7185"/>
                  </a:lnTo>
                  <a:lnTo>
                    <a:pt x="150" y="11676"/>
                  </a:lnTo>
                  <a:lnTo>
                    <a:pt x="300" y="11825"/>
                  </a:lnTo>
                  <a:lnTo>
                    <a:pt x="450" y="11676"/>
                  </a:lnTo>
                  <a:lnTo>
                    <a:pt x="749" y="7185"/>
                  </a:lnTo>
                  <a:lnTo>
                    <a:pt x="599" y="2695"/>
                  </a:lnTo>
                  <a:lnTo>
                    <a:pt x="599" y="2096"/>
                  </a:lnTo>
                  <a:lnTo>
                    <a:pt x="599" y="1497"/>
                  </a:lnTo>
                  <a:lnTo>
                    <a:pt x="599" y="1348"/>
                  </a:lnTo>
                  <a:lnTo>
                    <a:pt x="599" y="749"/>
                  </a:lnTo>
                  <a:lnTo>
                    <a:pt x="450" y="30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0" name="Google Shape;1600;p54"/>
            <p:cNvSpPr/>
            <p:nvPr/>
          </p:nvSpPr>
          <p:spPr>
            <a:xfrm>
              <a:off x="3351600" y="2850000"/>
              <a:ext cx="15000" cy="280675"/>
            </a:xfrm>
            <a:custGeom>
              <a:rect b="b" l="l" r="r" t="t"/>
              <a:pathLst>
                <a:path extrusionOk="0" h="11227" w="600">
                  <a:moveTo>
                    <a:pt x="300" y="1"/>
                  </a:moveTo>
                  <a:lnTo>
                    <a:pt x="150" y="150"/>
                  </a:lnTo>
                  <a:lnTo>
                    <a:pt x="0" y="5539"/>
                  </a:lnTo>
                  <a:lnTo>
                    <a:pt x="0" y="6587"/>
                  </a:lnTo>
                  <a:lnTo>
                    <a:pt x="0" y="7634"/>
                  </a:lnTo>
                  <a:lnTo>
                    <a:pt x="0" y="9430"/>
                  </a:lnTo>
                  <a:lnTo>
                    <a:pt x="150" y="11077"/>
                  </a:lnTo>
                  <a:lnTo>
                    <a:pt x="300" y="11227"/>
                  </a:lnTo>
                  <a:lnTo>
                    <a:pt x="449" y="11077"/>
                  </a:lnTo>
                  <a:lnTo>
                    <a:pt x="599" y="8832"/>
                  </a:lnTo>
                  <a:lnTo>
                    <a:pt x="599" y="6587"/>
                  </a:lnTo>
                  <a:lnTo>
                    <a:pt x="599" y="5539"/>
                  </a:lnTo>
                  <a:lnTo>
                    <a:pt x="599" y="4641"/>
                  </a:lnTo>
                  <a:lnTo>
                    <a:pt x="449" y="15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1" name="Google Shape;1601;p54"/>
            <p:cNvSpPr/>
            <p:nvPr/>
          </p:nvSpPr>
          <p:spPr>
            <a:xfrm>
              <a:off x="3265525" y="2846250"/>
              <a:ext cx="26225" cy="273200"/>
            </a:xfrm>
            <a:custGeom>
              <a:rect b="b" l="l" r="r" t="t"/>
              <a:pathLst>
                <a:path extrusionOk="0" h="10928" w="1049">
                  <a:moveTo>
                    <a:pt x="450" y="1"/>
                  </a:moveTo>
                  <a:lnTo>
                    <a:pt x="150" y="2396"/>
                  </a:lnTo>
                  <a:lnTo>
                    <a:pt x="1" y="4940"/>
                  </a:lnTo>
                  <a:lnTo>
                    <a:pt x="1" y="7485"/>
                  </a:lnTo>
                  <a:lnTo>
                    <a:pt x="300" y="9880"/>
                  </a:lnTo>
                  <a:lnTo>
                    <a:pt x="300" y="10778"/>
                  </a:lnTo>
                  <a:lnTo>
                    <a:pt x="450" y="10928"/>
                  </a:lnTo>
                  <a:lnTo>
                    <a:pt x="600" y="10778"/>
                  </a:lnTo>
                  <a:lnTo>
                    <a:pt x="600" y="10478"/>
                  </a:lnTo>
                  <a:lnTo>
                    <a:pt x="749" y="9131"/>
                  </a:lnTo>
                  <a:lnTo>
                    <a:pt x="1049" y="6886"/>
                  </a:lnTo>
                  <a:lnTo>
                    <a:pt x="1049" y="4491"/>
                  </a:lnTo>
                  <a:lnTo>
                    <a:pt x="899" y="2246"/>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2" name="Google Shape;1602;p54"/>
            <p:cNvSpPr/>
            <p:nvPr/>
          </p:nvSpPr>
          <p:spPr>
            <a:xfrm>
              <a:off x="3186950" y="2857500"/>
              <a:ext cx="22475" cy="258200"/>
            </a:xfrm>
            <a:custGeom>
              <a:rect b="b" l="l" r="r" t="t"/>
              <a:pathLst>
                <a:path extrusionOk="0" h="10328" w="899">
                  <a:moveTo>
                    <a:pt x="300" y="0"/>
                  </a:moveTo>
                  <a:lnTo>
                    <a:pt x="150" y="1048"/>
                  </a:lnTo>
                  <a:lnTo>
                    <a:pt x="1" y="2245"/>
                  </a:lnTo>
                  <a:lnTo>
                    <a:pt x="1" y="4640"/>
                  </a:lnTo>
                  <a:lnTo>
                    <a:pt x="1" y="7484"/>
                  </a:lnTo>
                  <a:lnTo>
                    <a:pt x="300" y="10178"/>
                  </a:lnTo>
                  <a:lnTo>
                    <a:pt x="300" y="10328"/>
                  </a:lnTo>
                  <a:lnTo>
                    <a:pt x="599" y="10328"/>
                  </a:lnTo>
                  <a:lnTo>
                    <a:pt x="599" y="10178"/>
                  </a:lnTo>
                  <a:lnTo>
                    <a:pt x="749" y="7484"/>
                  </a:lnTo>
                  <a:lnTo>
                    <a:pt x="899" y="4640"/>
                  </a:lnTo>
                  <a:lnTo>
                    <a:pt x="899" y="2245"/>
                  </a:lnTo>
                  <a:lnTo>
                    <a:pt x="749" y="1048"/>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3" name="Google Shape;1603;p54"/>
            <p:cNvSpPr/>
            <p:nvPr/>
          </p:nvSpPr>
          <p:spPr>
            <a:xfrm>
              <a:off x="3100875" y="2857500"/>
              <a:ext cx="29975" cy="243250"/>
            </a:xfrm>
            <a:custGeom>
              <a:rect b="b" l="l" r="r" t="t"/>
              <a:pathLst>
                <a:path extrusionOk="0" h="9730" w="1199">
                  <a:moveTo>
                    <a:pt x="450" y="0"/>
                  </a:moveTo>
                  <a:lnTo>
                    <a:pt x="300" y="1197"/>
                  </a:lnTo>
                  <a:lnTo>
                    <a:pt x="151" y="2395"/>
                  </a:lnTo>
                  <a:lnTo>
                    <a:pt x="1" y="4790"/>
                  </a:lnTo>
                  <a:lnTo>
                    <a:pt x="300" y="7334"/>
                  </a:lnTo>
                  <a:lnTo>
                    <a:pt x="450" y="9579"/>
                  </a:lnTo>
                  <a:lnTo>
                    <a:pt x="600" y="9729"/>
                  </a:lnTo>
                  <a:lnTo>
                    <a:pt x="749" y="9579"/>
                  </a:lnTo>
                  <a:lnTo>
                    <a:pt x="899" y="7334"/>
                  </a:lnTo>
                  <a:lnTo>
                    <a:pt x="1198" y="4790"/>
                  </a:lnTo>
                  <a:lnTo>
                    <a:pt x="1198" y="2395"/>
                  </a:lnTo>
                  <a:lnTo>
                    <a:pt x="1049" y="1197"/>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4" name="Google Shape;1604;p54"/>
            <p:cNvSpPr/>
            <p:nvPr/>
          </p:nvSpPr>
          <p:spPr>
            <a:xfrm>
              <a:off x="3026050" y="2846250"/>
              <a:ext cx="22475" cy="243275"/>
            </a:xfrm>
            <a:custGeom>
              <a:rect b="b" l="l" r="r" t="t"/>
              <a:pathLst>
                <a:path extrusionOk="0" h="9731" w="899">
                  <a:moveTo>
                    <a:pt x="449" y="1"/>
                  </a:moveTo>
                  <a:lnTo>
                    <a:pt x="300" y="151"/>
                  </a:lnTo>
                  <a:lnTo>
                    <a:pt x="0" y="1198"/>
                  </a:lnTo>
                  <a:lnTo>
                    <a:pt x="0" y="2396"/>
                  </a:lnTo>
                  <a:lnTo>
                    <a:pt x="0" y="4641"/>
                  </a:lnTo>
                  <a:lnTo>
                    <a:pt x="0" y="7036"/>
                  </a:lnTo>
                  <a:lnTo>
                    <a:pt x="300" y="9580"/>
                  </a:lnTo>
                  <a:lnTo>
                    <a:pt x="300" y="9730"/>
                  </a:lnTo>
                  <a:lnTo>
                    <a:pt x="599" y="9730"/>
                  </a:lnTo>
                  <a:lnTo>
                    <a:pt x="599" y="9580"/>
                  </a:lnTo>
                  <a:lnTo>
                    <a:pt x="749" y="7036"/>
                  </a:lnTo>
                  <a:lnTo>
                    <a:pt x="749" y="4641"/>
                  </a:lnTo>
                  <a:lnTo>
                    <a:pt x="898" y="239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5" name="Google Shape;1605;p54"/>
            <p:cNvSpPr/>
            <p:nvPr/>
          </p:nvSpPr>
          <p:spPr>
            <a:xfrm>
              <a:off x="2943725" y="2846250"/>
              <a:ext cx="22475" cy="232050"/>
            </a:xfrm>
            <a:custGeom>
              <a:rect b="b" l="l" r="r" t="t"/>
              <a:pathLst>
                <a:path extrusionOk="0" h="9282" w="899">
                  <a:moveTo>
                    <a:pt x="300" y="1"/>
                  </a:moveTo>
                  <a:lnTo>
                    <a:pt x="300" y="151"/>
                  </a:lnTo>
                  <a:lnTo>
                    <a:pt x="0" y="4641"/>
                  </a:lnTo>
                  <a:lnTo>
                    <a:pt x="150" y="6886"/>
                  </a:lnTo>
                  <a:lnTo>
                    <a:pt x="300" y="9131"/>
                  </a:lnTo>
                  <a:lnTo>
                    <a:pt x="599" y="9281"/>
                  </a:lnTo>
                  <a:lnTo>
                    <a:pt x="749" y="9131"/>
                  </a:lnTo>
                  <a:lnTo>
                    <a:pt x="899" y="6886"/>
                  </a:lnTo>
                  <a:lnTo>
                    <a:pt x="899" y="4641"/>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6" name="Google Shape;1606;p54"/>
            <p:cNvSpPr/>
            <p:nvPr/>
          </p:nvSpPr>
          <p:spPr>
            <a:xfrm>
              <a:off x="2861400" y="2835025"/>
              <a:ext cx="22475" cy="235775"/>
            </a:xfrm>
            <a:custGeom>
              <a:rect b="b" l="l" r="r" t="t"/>
              <a:pathLst>
                <a:path extrusionOk="0" h="9431" w="899">
                  <a:moveTo>
                    <a:pt x="599" y="1"/>
                  </a:moveTo>
                  <a:lnTo>
                    <a:pt x="450" y="151"/>
                  </a:lnTo>
                  <a:lnTo>
                    <a:pt x="300" y="300"/>
                  </a:lnTo>
                  <a:lnTo>
                    <a:pt x="150" y="2695"/>
                  </a:lnTo>
                  <a:lnTo>
                    <a:pt x="1" y="5090"/>
                  </a:lnTo>
                  <a:lnTo>
                    <a:pt x="1" y="7186"/>
                  </a:lnTo>
                  <a:lnTo>
                    <a:pt x="1" y="8383"/>
                  </a:lnTo>
                  <a:lnTo>
                    <a:pt x="150" y="9431"/>
                  </a:lnTo>
                  <a:lnTo>
                    <a:pt x="599" y="9431"/>
                  </a:lnTo>
                  <a:lnTo>
                    <a:pt x="749" y="8383"/>
                  </a:lnTo>
                  <a:lnTo>
                    <a:pt x="899" y="7186"/>
                  </a:lnTo>
                  <a:lnTo>
                    <a:pt x="899" y="5090"/>
                  </a:lnTo>
                  <a:lnTo>
                    <a:pt x="899" y="2695"/>
                  </a:lnTo>
                  <a:lnTo>
                    <a:pt x="749" y="300"/>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7" name="Google Shape;1607;p54"/>
            <p:cNvSpPr/>
            <p:nvPr/>
          </p:nvSpPr>
          <p:spPr>
            <a:xfrm>
              <a:off x="2782825" y="2850000"/>
              <a:ext cx="22475" cy="205825"/>
            </a:xfrm>
            <a:custGeom>
              <a:rect b="b" l="l" r="r" t="t"/>
              <a:pathLst>
                <a:path extrusionOk="0" h="8233" w="899">
                  <a:moveTo>
                    <a:pt x="449" y="1"/>
                  </a:moveTo>
                  <a:lnTo>
                    <a:pt x="300" y="150"/>
                  </a:lnTo>
                  <a:lnTo>
                    <a:pt x="150" y="300"/>
                  </a:lnTo>
                  <a:lnTo>
                    <a:pt x="0" y="2246"/>
                  </a:lnTo>
                  <a:lnTo>
                    <a:pt x="0" y="4192"/>
                  </a:lnTo>
                  <a:lnTo>
                    <a:pt x="0" y="6137"/>
                  </a:lnTo>
                  <a:lnTo>
                    <a:pt x="300" y="8083"/>
                  </a:lnTo>
                  <a:lnTo>
                    <a:pt x="300" y="8233"/>
                  </a:lnTo>
                  <a:lnTo>
                    <a:pt x="449" y="8083"/>
                  </a:lnTo>
                  <a:lnTo>
                    <a:pt x="898" y="4192"/>
                  </a:lnTo>
                  <a:lnTo>
                    <a:pt x="898" y="2246"/>
                  </a:lnTo>
                  <a:lnTo>
                    <a:pt x="749" y="300"/>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8" name="Google Shape;1608;p54"/>
            <p:cNvSpPr/>
            <p:nvPr/>
          </p:nvSpPr>
          <p:spPr>
            <a:xfrm>
              <a:off x="2696750" y="2797625"/>
              <a:ext cx="29975" cy="246975"/>
            </a:xfrm>
            <a:custGeom>
              <a:rect b="b" l="l" r="r" t="t"/>
              <a:pathLst>
                <a:path extrusionOk="0" h="9879" w="1199">
                  <a:moveTo>
                    <a:pt x="599" y="0"/>
                  </a:moveTo>
                  <a:lnTo>
                    <a:pt x="450" y="150"/>
                  </a:lnTo>
                  <a:lnTo>
                    <a:pt x="150" y="2545"/>
                  </a:lnTo>
                  <a:lnTo>
                    <a:pt x="1" y="4940"/>
                  </a:lnTo>
                  <a:lnTo>
                    <a:pt x="150" y="7334"/>
                  </a:lnTo>
                  <a:lnTo>
                    <a:pt x="450" y="9729"/>
                  </a:lnTo>
                  <a:lnTo>
                    <a:pt x="599" y="9879"/>
                  </a:lnTo>
                  <a:lnTo>
                    <a:pt x="749" y="9729"/>
                  </a:lnTo>
                  <a:lnTo>
                    <a:pt x="1048" y="7634"/>
                  </a:lnTo>
                  <a:lnTo>
                    <a:pt x="1198" y="5688"/>
                  </a:lnTo>
                  <a:lnTo>
                    <a:pt x="1198" y="3892"/>
                  </a:lnTo>
                  <a:lnTo>
                    <a:pt x="1048" y="1946"/>
                  </a:lnTo>
                  <a:lnTo>
                    <a:pt x="899" y="150"/>
                  </a:lnTo>
                  <a:lnTo>
                    <a:pt x="74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9" name="Google Shape;1609;p54"/>
            <p:cNvSpPr/>
            <p:nvPr/>
          </p:nvSpPr>
          <p:spPr>
            <a:xfrm>
              <a:off x="2621925" y="2838775"/>
              <a:ext cx="22475" cy="194600"/>
            </a:xfrm>
            <a:custGeom>
              <a:rect b="b" l="l" r="r" t="t"/>
              <a:pathLst>
                <a:path extrusionOk="0" h="7784" w="899">
                  <a:moveTo>
                    <a:pt x="299" y="1"/>
                  </a:moveTo>
                  <a:lnTo>
                    <a:pt x="150" y="150"/>
                  </a:lnTo>
                  <a:lnTo>
                    <a:pt x="0" y="2096"/>
                  </a:lnTo>
                  <a:lnTo>
                    <a:pt x="0" y="3892"/>
                  </a:lnTo>
                  <a:lnTo>
                    <a:pt x="0" y="5838"/>
                  </a:lnTo>
                  <a:lnTo>
                    <a:pt x="299" y="7634"/>
                  </a:lnTo>
                  <a:lnTo>
                    <a:pt x="449" y="7784"/>
                  </a:lnTo>
                  <a:lnTo>
                    <a:pt x="599" y="7634"/>
                  </a:lnTo>
                  <a:lnTo>
                    <a:pt x="749" y="5838"/>
                  </a:lnTo>
                  <a:lnTo>
                    <a:pt x="898" y="3892"/>
                  </a:lnTo>
                  <a:lnTo>
                    <a:pt x="749" y="2096"/>
                  </a:lnTo>
                  <a:lnTo>
                    <a:pt x="59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0" name="Google Shape;1610;p54"/>
            <p:cNvSpPr/>
            <p:nvPr/>
          </p:nvSpPr>
          <p:spPr>
            <a:xfrm>
              <a:off x="2461000" y="2846250"/>
              <a:ext cx="22500" cy="164675"/>
            </a:xfrm>
            <a:custGeom>
              <a:rect b="b" l="l" r="r" t="t"/>
              <a:pathLst>
                <a:path extrusionOk="0" h="6587" w="900">
                  <a:moveTo>
                    <a:pt x="450" y="1"/>
                  </a:moveTo>
                  <a:lnTo>
                    <a:pt x="300" y="151"/>
                  </a:lnTo>
                  <a:lnTo>
                    <a:pt x="151" y="300"/>
                  </a:lnTo>
                  <a:lnTo>
                    <a:pt x="151" y="899"/>
                  </a:lnTo>
                  <a:lnTo>
                    <a:pt x="1" y="2246"/>
                  </a:lnTo>
                  <a:lnTo>
                    <a:pt x="1" y="3743"/>
                  </a:lnTo>
                  <a:lnTo>
                    <a:pt x="151" y="5090"/>
                  </a:lnTo>
                  <a:lnTo>
                    <a:pt x="300" y="6587"/>
                  </a:lnTo>
                  <a:lnTo>
                    <a:pt x="600" y="6587"/>
                  </a:lnTo>
                  <a:lnTo>
                    <a:pt x="899" y="4940"/>
                  </a:lnTo>
                  <a:lnTo>
                    <a:pt x="899" y="3444"/>
                  </a:lnTo>
                  <a:lnTo>
                    <a:pt x="899" y="1797"/>
                  </a:lnTo>
                  <a:lnTo>
                    <a:pt x="600" y="300"/>
                  </a:lnTo>
                  <a:lnTo>
                    <a:pt x="600"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1" name="Google Shape;1611;p54"/>
            <p:cNvSpPr/>
            <p:nvPr/>
          </p:nvSpPr>
          <p:spPr>
            <a:xfrm>
              <a:off x="2539600" y="2850000"/>
              <a:ext cx="22475" cy="172150"/>
            </a:xfrm>
            <a:custGeom>
              <a:rect b="b" l="l" r="r" t="t"/>
              <a:pathLst>
                <a:path extrusionOk="0" h="6886" w="899">
                  <a:moveTo>
                    <a:pt x="300" y="1"/>
                  </a:moveTo>
                  <a:lnTo>
                    <a:pt x="300" y="150"/>
                  </a:lnTo>
                  <a:lnTo>
                    <a:pt x="0" y="1797"/>
                  </a:lnTo>
                  <a:lnTo>
                    <a:pt x="0" y="3443"/>
                  </a:lnTo>
                  <a:lnTo>
                    <a:pt x="150" y="5090"/>
                  </a:lnTo>
                  <a:lnTo>
                    <a:pt x="300" y="6736"/>
                  </a:lnTo>
                  <a:lnTo>
                    <a:pt x="449" y="6886"/>
                  </a:lnTo>
                  <a:lnTo>
                    <a:pt x="599" y="6886"/>
                  </a:lnTo>
                  <a:lnTo>
                    <a:pt x="599" y="6736"/>
                  </a:lnTo>
                  <a:lnTo>
                    <a:pt x="898" y="5090"/>
                  </a:lnTo>
                  <a:lnTo>
                    <a:pt x="898" y="3443"/>
                  </a:lnTo>
                  <a:lnTo>
                    <a:pt x="898" y="1797"/>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2" name="Google Shape;1612;p54"/>
            <p:cNvSpPr/>
            <p:nvPr/>
          </p:nvSpPr>
          <p:spPr>
            <a:xfrm>
              <a:off x="2378700" y="2853750"/>
              <a:ext cx="22475" cy="149700"/>
            </a:xfrm>
            <a:custGeom>
              <a:rect b="b" l="l" r="r" t="t"/>
              <a:pathLst>
                <a:path extrusionOk="0" h="5988" w="899">
                  <a:moveTo>
                    <a:pt x="299" y="0"/>
                  </a:moveTo>
                  <a:lnTo>
                    <a:pt x="299" y="150"/>
                  </a:lnTo>
                  <a:lnTo>
                    <a:pt x="0" y="1497"/>
                  </a:lnTo>
                  <a:lnTo>
                    <a:pt x="0" y="2994"/>
                  </a:lnTo>
                  <a:lnTo>
                    <a:pt x="150" y="4491"/>
                  </a:lnTo>
                  <a:lnTo>
                    <a:pt x="299" y="5838"/>
                  </a:lnTo>
                  <a:lnTo>
                    <a:pt x="449" y="5987"/>
                  </a:lnTo>
                  <a:lnTo>
                    <a:pt x="599" y="5838"/>
                  </a:lnTo>
                  <a:lnTo>
                    <a:pt x="898" y="4491"/>
                  </a:lnTo>
                  <a:lnTo>
                    <a:pt x="898" y="2994"/>
                  </a:lnTo>
                  <a:lnTo>
                    <a:pt x="898" y="1497"/>
                  </a:lnTo>
                  <a:lnTo>
                    <a:pt x="748"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3" name="Google Shape;1613;p54"/>
            <p:cNvSpPr/>
            <p:nvPr/>
          </p:nvSpPr>
          <p:spPr>
            <a:xfrm>
              <a:off x="2296375" y="2853750"/>
              <a:ext cx="26200" cy="134725"/>
            </a:xfrm>
            <a:custGeom>
              <a:rect b="b" l="l" r="r" t="t"/>
              <a:pathLst>
                <a:path extrusionOk="0" h="5389" w="1048">
                  <a:moveTo>
                    <a:pt x="449" y="0"/>
                  </a:moveTo>
                  <a:lnTo>
                    <a:pt x="299" y="150"/>
                  </a:lnTo>
                  <a:lnTo>
                    <a:pt x="150" y="1497"/>
                  </a:lnTo>
                  <a:lnTo>
                    <a:pt x="0" y="2695"/>
                  </a:lnTo>
                  <a:lnTo>
                    <a:pt x="150" y="4042"/>
                  </a:lnTo>
                  <a:lnTo>
                    <a:pt x="449" y="5239"/>
                  </a:lnTo>
                  <a:lnTo>
                    <a:pt x="449" y="5389"/>
                  </a:lnTo>
                  <a:lnTo>
                    <a:pt x="749" y="5389"/>
                  </a:lnTo>
                  <a:lnTo>
                    <a:pt x="749" y="5239"/>
                  </a:lnTo>
                  <a:lnTo>
                    <a:pt x="1048" y="4042"/>
                  </a:lnTo>
                  <a:lnTo>
                    <a:pt x="1048" y="2695"/>
                  </a:lnTo>
                  <a:lnTo>
                    <a:pt x="1048" y="149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4" name="Google Shape;1614;p54"/>
            <p:cNvSpPr/>
            <p:nvPr/>
          </p:nvSpPr>
          <p:spPr>
            <a:xfrm>
              <a:off x="2217775" y="2838775"/>
              <a:ext cx="22475" cy="142225"/>
            </a:xfrm>
            <a:custGeom>
              <a:rect b="b" l="l" r="r" t="t"/>
              <a:pathLst>
                <a:path extrusionOk="0" h="5689" w="899">
                  <a:moveTo>
                    <a:pt x="300" y="1"/>
                  </a:moveTo>
                  <a:lnTo>
                    <a:pt x="151" y="599"/>
                  </a:lnTo>
                  <a:lnTo>
                    <a:pt x="1" y="1348"/>
                  </a:lnTo>
                  <a:lnTo>
                    <a:pt x="1" y="2695"/>
                  </a:lnTo>
                  <a:lnTo>
                    <a:pt x="151" y="4042"/>
                  </a:lnTo>
                  <a:lnTo>
                    <a:pt x="300" y="5539"/>
                  </a:lnTo>
                  <a:lnTo>
                    <a:pt x="450" y="5688"/>
                  </a:lnTo>
                  <a:lnTo>
                    <a:pt x="749" y="5539"/>
                  </a:lnTo>
                  <a:lnTo>
                    <a:pt x="899" y="4042"/>
                  </a:lnTo>
                  <a:lnTo>
                    <a:pt x="899" y="2695"/>
                  </a:lnTo>
                  <a:lnTo>
                    <a:pt x="899" y="1348"/>
                  </a:lnTo>
                  <a:lnTo>
                    <a:pt x="749" y="599"/>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5" name="Google Shape;1615;p54"/>
            <p:cNvSpPr/>
            <p:nvPr/>
          </p:nvSpPr>
          <p:spPr>
            <a:xfrm>
              <a:off x="2139200" y="2831300"/>
              <a:ext cx="22475" cy="134725"/>
            </a:xfrm>
            <a:custGeom>
              <a:rect b="b" l="l" r="r" t="t"/>
              <a:pathLst>
                <a:path extrusionOk="0" h="5389" w="899">
                  <a:moveTo>
                    <a:pt x="300" y="0"/>
                  </a:moveTo>
                  <a:lnTo>
                    <a:pt x="150" y="150"/>
                  </a:lnTo>
                  <a:lnTo>
                    <a:pt x="1" y="749"/>
                  </a:lnTo>
                  <a:lnTo>
                    <a:pt x="1" y="1347"/>
                  </a:lnTo>
                  <a:lnTo>
                    <a:pt x="1" y="2545"/>
                  </a:lnTo>
                  <a:lnTo>
                    <a:pt x="1" y="3892"/>
                  </a:lnTo>
                  <a:lnTo>
                    <a:pt x="150" y="5239"/>
                  </a:lnTo>
                  <a:lnTo>
                    <a:pt x="300" y="5389"/>
                  </a:lnTo>
                  <a:lnTo>
                    <a:pt x="599" y="5389"/>
                  </a:lnTo>
                  <a:lnTo>
                    <a:pt x="599" y="5239"/>
                  </a:lnTo>
                  <a:lnTo>
                    <a:pt x="749" y="3892"/>
                  </a:lnTo>
                  <a:lnTo>
                    <a:pt x="899" y="2545"/>
                  </a:lnTo>
                  <a:lnTo>
                    <a:pt x="749" y="1347"/>
                  </a:lnTo>
                  <a:lnTo>
                    <a:pt x="749" y="749"/>
                  </a:lnTo>
                  <a:lnTo>
                    <a:pt x="450" y="150"/>
                  </a:lnTo>
                  <a:lnTo>
                    <a:pt x="3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6" name="Google Shape;1616;p54"/>
            <p:cNvSpPr/>
            <p:nvPr/>
          </p:nvSpPr>
          <p:spPr>
            <a:xfrm>
              <a:off x="2053150" y="2827550"/>
              <a:ext cx="29950" cy="138475"/>
            </a:xfrm>
            <a:custGeom>
              <a:rect b="b" l="l" r="r" t="t"/>
              <a:pathLst>
                <a:path extrusionOk="0" h="5539" w="1198">
                  <a:moveTo>
                    <a:pt x="599" y="1"/>
                  </a:moveTo>
                  <a:lnTo>
                    <a:pt x="449" y="150"/>
                  </a:lnTo>
                  <a:lnTo>
                    <a:pt x="150" y="749"/>
                  </a:lnTo>
                  <a:lnTo>
                    <a:pt x="0" y="1348"/>
                  </a:lnTo>
                  <a:lnTo>
                    <a:pt x="0" y="2695"/>
                  </a:lnTo>
                  <a:lnTo>
                    <a:pt x="150" y="4042"/>
                  </a:lnTo>
                  <a:lnTo>
                    <a:pt x="449" y="5389"/>
                  </a:lnTo>
                  <a:lnTo>
                    <a:pt x="599" y="5539"/>
                  </a:lnTo>
                  <a:lnTo>
                    <a:pt x="748" y="5389"/>
                  </a:lnTo>
                  <a:lnTo>
                    <a:pt x="1048" y="4042"/>
                  </a:lnTo>
                  <a:lnTo>
                    <a:pt x="1197" y="2695"/>
                  </a:lnTo>
                  <a:lnTo>
                    <a:pt x="1048" y="1348"/>
                  </a:lnTo>
                  <a:lnTo>
                    <a:pt x="1048" y="749"/>
                  </a:lnTo>
                  <a:lnTo>
                    <a:pt x="748"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7" name="Google Shape;1617;p54"/>
            <p:cNvSpPr/>
            <p:nvPr/>
          </p:nvSpPr>
          <p:spPr>
            <a:xfrm>
              <a:off x="1974550" y="2812575"/>
              <a:ext cx="26225" cy="134750"/>
            </a:xfrm>
            <a:custGeom>
              <a:rect b="b" l="l" r="r" t="t"/>
              <a:pathLst>
                <a:path extrusionOk="0" h="5390" w="1049">
                  <a:moveTo>
                    <a:pt x="450" y="1"/>
                  </a:moveTo>
                  <a:lnTo>
                    <a:pt x="300" y="151"/>
                  </a:lnTo>
                  <a:lnTo>
                    <a:pt x="1" y="1348"/>
                  </a:lnTo>
                  <a:lnTo>
                    <a:pt x="1" y="2695"/>
                  </a:lnTo>
                  <a:lnTo>
                    <a:pt x="150" y="4042"/>
                  </a:lnTo>
                  <a:lnTo>
                    <a:pt x="300" y="5240"/>
                  </a:lnTo>
                  <a:lnTo>
                    <a:pt x="450" y="5389"/>
                  </a:lnTo>
                  <a:lnTo>
                    <a:pt x="599" y="5240"/>
                  </a:lnTo>
                  <a:lnTo>
                    <a:pt x="899" y="4042"/>
                  </a:lnTo>
                  <a:lnTo>
                    <a:pt x="1049" y="2695"/>
                  </a:lnTo>
                  <a:lnTo>
                    <a:pt x="899" y="1348"/>
                  </a:lnTo>
                  <a:lnTo>
                    <a:pt x="749"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8" name="Google Shape;1618;p54"/>
            <p:cNvSpPr/>
            <p:nvPr/>
          </p:nvSpPr>
          <p:spPr>
            <a:xfrm>
              <a:off x="1895975" y="2827550"/>
              <a:ext cx="22475" cy="108550"/>
            </a:xfrm>
            <a:custGeom>
              <a:rect b="b" l="l" r="r" t="t"/>
              <a:pathLst>
                <a:path extrusionOk="0" h="4342" w="899">
                  <a:moveTo>
                    <a:pt x="450" y="1"/>
                  </a:moveTo>
                  <a:lnTo>
                    <a:pt x="150" y="150"/>
                  </a:lnTo>
                  <a:lnTo>
                    <a:pt x="1" y="599"/>
                  </a:lnTo>
                  <a:lnTo>
                    <a:pt x="1" y="1048"/>
                  </a:lnTo>
                  <a:lnTo>
                    <a:pt x="1" y="2096"/>
                  </a:lnTo>
                  <a:lnTo>
                    <a:pt x="1" y="3144"/>
                  </a:lnTo>
                  <a:lnTo>
                    <a:pt x="300" y="4192"/>
                  </a:lnTo>
                  <a:lnTo>
                    <a:pt x="450" y="4341"/>
                  </a:lnTo>
                  <a:lnTo>
                    <a:pt x="599" y="4192"/>
                  </a:lnTo>
                  <a:lnTo>
                    <a:pt x="899" y="3144"/>
                  </a:lnTo>
                  <a:lnTo>
                    <a:pt x="899" y="2096"/>
                  </a:lnTo>
                  <a:lnTo>
                    <a:pt x="899" y="1048"/>
                  </a:lnTo>
                  <a:lnTo>
                    <a:pt x="749" y="599"/>
                  </a:lnTo>
                  <a:lnTo>
                    <a:pt x="599"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19" name="Google Shape;1619;p54"/>
            <p:cNvSpPr/>
            <p:nvPr/>
          </p:nvSpPr>
          <p:spPr>
            <a:xfrm>
              <a:off x="1813650" y="2846250"/>
              <a:ext cx="22475" cy="78625"/>
            </a:xfrm>
            <a:custGeom>
              <a:rect b="b" l="l" r="r" t="t"/>
              <a:pathLst>
                <a:path extrusionOk="0" h="3145" w="899">
                  <a:moveTo>
                    <a:pt x="300" y="1"/>
                  </a:moveTo>
                  <a:lnTo>
                    <a:pt x="150" y="151"/>
                  </a:lnTo>
                  <a:lnTo>
                    <a:pt x="1" y="899"/>
                  </a:lnTo>
                  <a:lnTo>
                    <a:pt x="150" y="1647"/>
                  </a:lnTo>
                  <a:lnTo>
                    <a:pt x="300" y="3144"/>
                  </a:lnTo>
                  <a:lnTo>
                    <a:pt x="599" y="3144"/>
                  </a:lnTo>
                  <a:lnTo>
                    <a:pt x="899" y="1647"/>
                  </a:lnTo>
                  <a:lnTo>
                    <a:pt x="899" y="899"/>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0" name="Google Shape;1620;p54"/>
            <p:cNvSpPr/>
            <p:nvPr/>
          </p:nvSpPr>
          <p:spPr>
            <a:xfrm>
              <a:off x="1735075" y="2853750"/>
              <a:ext cx="22475" cy="67375"/>
            </a:xfrm>
            <a:custGeom>
              <a:rect b="b" l="l" r="r" t="t"/>
              <a:pathLst>
                <a:path extrusionOk="0" h="2695" w="899">
                  <a:moveTo>
                    <a:pt x="300" y="0"/>
                  </a:moveTo>
                  <a:lnTo>
                    <a:pt x="150" y="150"/>
                  </a:lnTo>
                  <a:lnTo>
                    <a:pt x="0" y="749"/>
                  </a:lnTo>
                  <a:lnTo>
                    <a:pt x="0" y="1347"/>
                  </a:lnTo>
                  <a:lnTo>
                    <a:pt x="0" y="1946"/>
                  </a:lnTo>
                  <a:lnTo>
                    <a:pt x="300" y="2545"/>
                  </a:lnTo>
                  <a:lnTo>
                    <a:pt x="449" y="2695"/>
                  </a:lnTo>
                  <a:lnTo>
                    <a:pt x="599" y="2545"/>
                  </a:lnTo>
                  <a:lnTo>
                    <a:pt x="749" y="1946"/>
                  </a:lnTo>
                  <a:lnTo>
                    <a:pt x="898" y="1347"/>
                  </a:lnTo>
                  <a:lnTo>
                    <a:pt x="749" y="749"/>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1" name="Google Shape;1621;p54"/>
            <p:cNvSpPr/>
            <p:nvPr/>
          </p:nvSpPr>
          <p:spPr>
            <a:xfrm>
              <a:off x="1652750" y="2838775"/>
              <a:ext cx="22475" cy="67375"/>
            </a:xfrm>
            <a:custGeom>
              <a:rect b="b" l="l" r="r" t="t"/>
              <a:pathLst>
                <a:path extrusionOk="0" h="2695" w="899">
                  <a:moveTo>
                    <a:pt x="300" y="1"/>
                  </a:moveTo>
                  <a:lnTo>
                    <a:pt x="150" y="300"/>
                  </a:lnTo>
                  <a:lnTo>
                    <a:pt x="0" y="599"/>
                  </a:lnTo>
                  <a:lnTo>
                    <a:pt x="0" y="1348"/>
                  </a:lnTo>
                  <a:lnTo>
                    <a:pt x="300" y="2545"/>
                  </a:lnTo>
                  <a:lnTo>
                    <a:pt x="449" y="2695"/>
                  </a:lnTo>
                  <a:lnTo>
                    <a:pt x="599" y="2545"/>
                  </a:lnTo>
                  <a:lnTo>
                    <a:pt x="749" y="1946"/>
                  </a:lnTo>
                  <a:lnTo>
                    <a:pt x="899" y="1348"/>
                  </a:lnTo>
                  <a:lnTo>
                    <a:pt x="899" y="599"/>
                  </a:lnTo>
                  <a:lnTo>
                    <a:pt x="749" y="30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2" name="Google Shape;1622;p54"/>
            <p:cNvSpPr/>
            <p:nvPr/>
          </p:nvSpPr>
          <p:spPr>
            <a:xfrm>
              <a:off x="1574175" y="2842525"/>
              <a:ext cx="18725" cy="59900"/>
            </a:xfrm>
            <a:custGeom>
              <a:rect b="b" l="l" r="r" t="t"/>
              <a:pathLst>
                <a:path extrusionOk="0" h="2396" w="749">
                  <a:moveTo>
                    <a:pt x="300" y="0"/>
                  </a:moveTo>
                  <a:lnTo>
                    <a:pt x="150" y="150"/>
                  </a:lnTo>
                  <a:lnTo>
                    <a:pt x="0" y="1198"/>
                  </a:lnTo>
                  <a:lnTo>
                    <a:pt x="150" y="2245"/>
                  </a:lnTo>
                  <a:lnTo>
                    <a:pt x="300" y="2395"/>
                  </a:lnTo>
                  <a:lnTo>
                    <a:pt x="449" y="2395"/>
                  </a:lnTo>
                  <a:lnTo>
                    <a:pt x="599" y="2245"/>
                  </a:lnTo>
                  <a:lnTo>
                    <a:pt x="749" y="1198"/>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3" name="Google Shape;1623;p54"/>
            <p:cNvSpPr/>
            <p:nvPr/>
          </p:nvSpPr>
          <p:spPr>
            <a:xfrm>
              <a:off x="3781925" y="3138125"/>
              <a:ext cx="291900" cy="18750"/>
            </a:xfrm>
            <a:custGeom>
              <a:rect b="b" l="l" r="r" t="t"/>
              <a:pathLst>
                <a:path extrusionOk="0" h="750" w="11676">
                  <a:moveTo>
                    <a:pt x="2096" y="1"/>
                  </a:moveTo>
                  <a:lnTo>
                    <a:pt x="898" y="151"/>
                  </a:lnTo>
                  <a:lnTo>
                    <a:pt x="0" y="151"/>
                  </a:lnTo>
                  <a:lnTo>
                    <a:pt x="0" y="300"/>
                  </a:lnTo>
                  <a:lnTo>
                    <a:pt x="0" y="450"/>
                  </a:lnTo>
                  <a:lnTo>
                    <a:pt x="150" y="450"/>
                  </a:lnTo>
                  <a:lnTo>
                    <a:pt x="898" y="600"/>
                  </a:lnTo>
                  <a:lnTo>
                    <a:pt x="2246" y="600"/>
                  </a:lnTo>
                  <a:lnTo>
                    <a:pt x="6886" y="749"/>
                  </a:lnTo>
                  <a:lnTo>
                    <a:pt x="9280" y="600"/>
                  </a:lnTo>
                  <a:lnTo>
                    <a:pt x="11526" y="450"/>
                  </a:lnTo>
                  <a:lnTo>
                    <a:pt x="11675" y="450"/>
                  </a:lnTo>
                  <a:lnTo>
                    <a:pt x="11675" y="300"/>
                  </a:lnTo>
                  <a:lnTo>
                    <a:pt x="11526" y="151"/>
                  </a:lnTo>
                  <a:lnTo>
                    <a:pt x="928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4" name="Google Shape;1624;p54"/>
            <p:cNvSpPr/>
            <p:nvPr/>
          </p:nvSpPr>
          <p:spPr>
            <a:xfrm>
              <a:off x="3804375" y="3299050"/>
              <a:ext cx="280675" cy="18725"/>
            </a:xfrm>
            <a:custGeom>
              <a:rect b="b" l="l" r="r" t="t"/>
              <a:pathLst>
                <a:path extrusionOk="0" h="749" w="11227">
                  <a:moveTo>
                    <a:pt x="3742" y="0"/>
                  </a:moveTo>
                  <a:lnTo>
                    <a:pt x="150" y="150"/>
                  </a:lnTo>
                  <a:lnTo>
                    <a:pt x="0" y="299"/>
                  </a:lnTo>
                  <a:lnTo>
                    <a:pt x="0" y="449"/>
                  </a:lnTo>
                  <a:lnTo>
                    <a:pt x="150" y="599"/>
                  </a:lnTo>
                  <a:lnTo>
                    <a:pt x="4491" y="748"/>
                  </a:lnTo>
                  <a:lnTo>
                    <a:pt x="8682" y="748"/>
                  </a:lnTo>
                  <a:lnTo>
                    <a:pt x="10478" y="599"/>
                  </a:lnTo>
                  <a:lnTo>
                    <a:pt x="11077" y="449"/>
                  </a:lnTo>
                  <a:lnTo>
                    <a:pt x="11226" y="299"/>
                  </a:lnTo>
                  <a:lnTo>
                    <a:pt x="11077" y="299"/>
                  </a:lnTo>
                  <a:lnTo>
                    <a:pt x="10628"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5" name="Google Shape;1625;p54"/>
            <p:cNvSpPr/>
            <p:nvPr/>
          </p:nvSpPr>
          <p:spPr>
            <a:xfrm>
              <a:off x="3800625" y="3377625"/>
              <a:ext cx="273200" cy="26225"/>
            </a:xfrm>
            <a:custGeom>
              <a:rect b="b" l="l" r="r" t="t"/>
              <a:pathLst>
                <a:path extrusionOk="0" h="1049" w="10928">
                  <a:moveTo>
                    <a:pt x="1947" y="0"/>
                  </a:moveTo>
                  <a:lnTo>
                    <a:pt x="1" y="300"/>
                  </a:lnTo>
                  <a:lnTo>
                    <a:pt x="1" y="449"/>
                  </a:lnTo>
                  <a:lnTo>
                    <a:pt x="2246" y="898"/>
                  </a:lnTo>
                  <a:lnTo>
                    <a:pt x="4491" y="1048"/>
                  </a:lnTo>
                  <a:lnTo>
                    <a:pt x="6886" y="898"/>
                  </a:lnTo>
                  <a:lnTo>
                    <a:pt x="9131" y="749"/>
                  </a:lnTo>
                  <a:lnTo>
                    <a:pt x="10029" y="749"/>
                  </a:lnTo>
                  <a:lnTo>
                    <a:pt x="10179" y="599"/>
                  </a:lnTo>
                  <a:lnTo>
                    <a:pt x="10927" y="599"/>
                  </a:lnTo>
                  <a:lnTo>
                    <a:pt x="10927" y="449"/>
                  </a:lnTo>
                  <a:lnTo>
                    <a:pt x="10778" y="300"/>
                  </a:lnTo>
                  <a:lnTo>
                    <a:pt x="10329" y="300"/>
                  </a:lnTo>
                  <a:lnTo>
                    <a:pt x="9281"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6" name="Google Shape;1626;p54"/>
            <p:cNvSpPr/>
            <p:nvPr/>
          </p:nvSpPr>
          <p:spPr>
            <a:xfrm>
              <a:off x="3808125" y="3459950"/>
              <a:ext cx="261950" cy="18725"/>
            </a:xfrm>
            <a:custGeom>
              <a:rect b="b" l="l" r="r" t="t"/>
              <a:pathLst>
                <a:path extrusionOk="0" h="749" w="10478">
                  <a:moveTo>
                    <a:pt x="1198" y="0"/>
                  </a:moveTo>
                  <a:lnTo>
                    <a:pt x="0" y="300"/>
                  </a:lnTo>
                  <a:lnTo>
                    <a:pt x="0" y="449"/>
                  </a:lnTo>
                  <a:lnTo>
                    <a:pt x="1198" y="749"/>
                  </a:lnTo>
                  <a:lnTo>
                    <a:pt x="7185" y="749"/>
                  </a:lnTo>
                  <a:lnTo>
                    <a:pt x="9430" y="599"/>
                  </a:lnTo>
                  <a:lnTo>
                    <a:pt x="10178" y="599"/>
                  </a:lnTo>
                  <a:lnTo>
                    <a:pt x="10328" y="449"/>
                  </a:lnTo>
                  <a:lnTo>
                    <a:pt x="10478" y="449"/>
                  </a:lnTo>
                  <a:lnTo>
                    <a:pt x="10328" y="150"/>
                  </a:lnTo>
                  <a:lnTo>
                    <a:pt x="9580" y="15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7" name="Google Shape;1627;p54"/>
            <p:cNvSpPr/>
            <p:nvPr/>
          </p:nvSpPr>
          <p:spPr>
            <a:xfrm>
              <a:off x="3808125" y="3534775"/>
              <a:ext cx="246975" cy="29975"/>
            </a:xfrm>
            <a:custGeom>
              <a:rect b="b" l="l" r="r" t="t"/>
              <a:pathLst>
                <a:path extrusionOk="0" h="1199" w="9879">
                  <a:moveTo>
                    <a:pt x="4640" y="1"/>
                  </a:moveTo>
                  <a:lnTo>
                    <a:pt x="2245" y="151"/>
                  </a:lnTo>
                  <a:lnTo>
                    <a:pt x="1198" y="300"/>
                  </a:lnTo>
                  <a:lnTo>
                    <a:pt x="150" y="450"/>
                  </a:lnTo>
                  <a:lnTo>
                    <a:pt x="0" y="600"/>
                  </a:lnTo>
                  <a:lnTo>
                    <a:pt x="150" y="749"/>
                  </a:lnTo>
                  <a:lnTo>
                    <a:pt x="898" y="899"/>
                  </a:lnTo>
                  <a:lnTo>
                    <a:pt x="2395" y="1198"/>
                  </a:lnTo>
                  <a:lnTo>
                    <a:pt x="4341" y="1198"/>
                  </a:lnTo>
                  <a:lnTo>
                    <a:pt x="6287" y="1049"/>
                  </a:lnTo>
                  <a:lnTo>
                    <a:pt x="7933" y="899"/>
                  </a:lnTo>
                  <a:lnTo>
                    <a:pt x="8981" y="899"/>
                  </a:lnTo>
                  <a:lnTo>
                    <a:pt x="9729" y="749"/>
                  </a:lnTo>
                  <a:lnTo>
                    <a:pt x="9879" y="600"/>
                  </a:lnTo>
                  <a:lnTo>
                    <a:pt x="9729" y="600"/>
                  </a:lnTo>
                  <a:lnTo>
                    <a:pt x="9131" y="450"/>
                  </a:lnTo>
                  <a:lnTo>
                    <a:pt x="6885" y="300"/>
                  </a:lnTo>
                  <a:lnTo>
                    <a:pt x="46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8" name="Google Shape;1628;p54"/>
            <p:cNvSpPr/>
            <p:nvPr/>
          </p:nvSpPr>
          <p:spPr>
            <a:xfrm>
              <a:off x="3800625" y="3620850"/>
              <a:ext cx="243250" cy="18725"/>
            </a:xfrm>
            <a:custGeom>
              <a:rect b="b" l="l" r="r" t="t"/>
              <a:pathLst>
                <a:path extrusionOk="0" h="749" w="9730">
                  <a:moveTo>
                    <a:pt x="1198" y="0"/>
                  </a:moveTo>
                  <a:lnTo>
                    <a:pt x="150" y="300"/>
                  </a:lnTo>
                  <a:lnTo>
                    <a:pt x="1" y="449"/>
                  </a:lnTo>
                  <a:lnTo>
                    <a:pt x="150" y="599"/>
                  </a:lnTo>
                  <a:lnTo>
                    <a:pt x="1198" y="749"/>
                  </a:lnTo>
                  <a:lnTo>
                    <a:pt x="4491" y="749"/>
                  </a:lnTo>
                  <a:lnTo>
                    <a:pt x="8832" y="599"/>
                  </a:lnTo>
                  <a:lnTo>
                    <a:pt x="9580" y="599"/>
                  </a:lnTo>
                  <a:lnTo>
                    <a:pt x="9730" y="449"/>
                  </a:lnTo>
                  <a:lnTo>
                    <a:pt x="9730" y="300"/>
                  </a:lnTo>
                  <a:lnTo>
                    <a:pt x="9580" y="150"/>
                  </a:lnTo>
                  <a:lnTo>
                    <a:pt x="8982" y="150"/>
                  </a:lnTo>
                  <a:lnTo>
                    <a:pt x="67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9" name="Google Shape;1629;p54"/>
            <p:cNvSpPr/>
            <p:nvPr/>
          </p:nvSpPr>
          <p:spPr>
            <a:xfrm>
              <a:off x="3796900" y="3699425"/>
              <a:ext cx="235750" cy="22475"/>
            </a:xfrm>
            <a:custGeom>
              <a:rect b="b" l="l" r="r" t="t"/>
              <a:pathLst>
                <a:path extrusionOk="0" h="899" w="9430">
                  <a:moveTo>
                    <a:pt x="4490" y="1"/>
                  </a:moveTo>
                  <a:lnTo>
                    <a:pt x="299" y="300"/>
                  </a:lnTo>
                  <a:lnTo>
                    <a:pt x="0" y="300"/>
                  </a:lnTo>
                  <a:lnTo>
                    <a:pt x="0" y="599"/>
                  </a:lnTo>
                  <a:lnTo>
                    <a:pt x="299" y="749"/>
                  </a:lnTo>
                  <a:lnTo>
                    <a:pt x="4490" y="899"/>
                  </a:lnTo>
                  <a:lnTo>
                    <a:pt x="6586" y="899"/>
                  </a:lnTo>
                  <a:lnTo>
                    <a:pt x="8681" y="599"/>
                  </a:lnTo>
                  <a:lnTo>
                    <a:pt x="9280" y="599"/>
                  </a:lnTo>
                  <a:lnTo>
                    <a:pt x="9430" y="450"/>
                  </a:lnTo>
                  <a:lnTo>
                    <a:pt x="9280" y="300"/>
                  </a:lnTo>
                  <a:lnTo>
                    <a:pt x="8681" y="150"/>
                  </a:lnTo>
                  <a:lnTo>
                    <a:pt x="658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0" name="Google Shape;1630;p54"/>
            <p:cNvSpPr/>
            <p:nvPr/>
          </p:nvSpPr>
          <p:spPr>
            <a:xfrm>
              <a:off x="3789400" y="3781750"/>
              <a:ext cx="235775" cy="26225"/>
            </a:xfrm>
            <a:custGeom>
              <a:rect b="b" l="l" r="r" t="t"/>
              <a:pathLst>
                <a:path extrusionOk="0" h="1049" w="9431">
                  <a:moveTo>
                    <a:pt x="3593" y="1"/>
                  </a:moveTo>
                  <a:lnTo>
                    <a:pt x="1947" y="150"/>
                  </a:lnTo>
                  <a:lnTo>
                    <a:pt x="150" y="150"/>
                  </a:lnTo>
                  <a:lnTo>
                    <a:pt x="1" y="300"/>
                  </a:lnTo>
                  <a:lnTo>
                    <a:pt x="1" y="450"/>
                  </a:lnTo>
                  <a:lnTo>
                    <a:pt x="1" y="599"/>
                  </a:lnTo>
                  <a:lnTo>
                    <a:pt x="150" y="599"/>
                  </a:lnTo>
                  <a:lnTo>
                    <a:pt x="2695" y="749"/>
                  </a:lnTo>
                  <a:lnTo>
                    <a:pt x="5090" y="899"/>
                  </a:lnTo>
                  <a:lnTo>
                    <a:pt x="6736" y="1048"/>
                  </a:lnTo>
                  <a:lnTo>
                    <a:pt x="8383" y="899"/>
                  </a:lnTo>
                  <a:lnTo>
                    <a:pt x="9131" y="749"/>
                  </a:lnTo>
                  <a:lnTo>
                    <a:pt x="9431" y="749"/>
                  </a:lnTo>
                  <a:lnTo>
                    <a:pt x="9431" y="599"/>
                  </a:lnTo>
                  <a:lnTo>
                    <a:pt x="9431" y="450"/>
                  </a:lnTo>
                  <a:lnTo>
                    <a:pt x="9281" y="300"/>
                  </a:lnTo>
                  <a:lnTo>
                    <a:pt x="8532" y="150"/>
                  </a:lnTo>
                  <a:lnTo>
                    <a:pt x="7185" y="150"/>
                  </a:lnTo>
                  <a:lnTo>
                    <a:pt x="59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1" name="Google Shape;1631;p54"/>
            <p:cNvSpPr/>
            <p:nvPr/>
          </p:nvSpPr>
          <p:spPr>
            <a:xfrm>
              <a:off x="3804375" y="3864075"/>
              <a:ext cx="205825" cy="22475"/>
            </a:xfrm>
            <a:custGeom>
              <a:rect b="b" l="l" r="r" t="t"/>
              <a:pathLst>
                <a:path extrusionOk="0" h="899" w="8233">
                  <a:moveTo>
                    <a:pt x="2096" y="1"/>
                  </a:moveTo>
                  <a:lnTo>
                    <a:pt x="150" y="150"/>
                  </a:lnTo>
                  <a:lnTo>
                    <a:pt x="0" y="150"/>
                  </a:lnTo>
                  <a:lnTo>
                    <a:pt x="0" y="300"/>
                  </a:lnTo>
                  <a:lnTo>
                    <a:pt x="0" y="599"/>
                  </a:lnTo>
                  <a:lnTo>
                    <a:pt x="150" y="599"/>
                  </a:lnTo>
                  <a:lnTo>
                    <a:pt x="2096" y="749"/>
                  </a:lnTo>
                  <a:lnTo>
                    <a:pt x="3892" y="899"/>
                  </a:lnTo>
                  <a:lnTo>
                    <a:pt x="7484" y="599"/>
                  </a:lnTo>
                  <a:lnTo>
                    <a:pt x="8083" y="599"/>
                  </a:lnTo>
                  <a:lnTo>
                    <a:pt x="8233" y="450"/>
                  </a:lnTo>
                  <a:lnTo>
                    <a:pt x="8083" y="300"/>
                  </a:lnTo>
                  <a:lnTo>
                    <a:pt x="7484" y="300"/>
                  </a:lnTo>
                  <a:lnTo>
                    <a:pt x="38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2" name="Google Shape;1632;p54"/>
            <p:cNvSpPr/>
            <p:nvPr/>
          </p:nvSpPr>
          <p:spPr>
            <a:xfrm>
              <a:off x="3751975" y="3938925"/>
              <a:ext cx="243275" cy="29950"/>
            </a:xfrm>
            <a:custGeom>
              <a:rect b="b" l="l" r="r" t="t"/>
              <a:pathLst>
                <a:path extrusionOk="0" h="1198" w="9731">
                  <a:moveTo>
                    <a:pt x="3743" y="0"/>
                  </a:moveTo>
                  <a:lnTo>
                    <a:pt x="1947" y="150"/>
                  </a:lnTo>
                  <a:lnTo>
                    <a:pt x="151" y="449"/>
                  </a:lnTo>
                  <a:lnTo>
                    <a:pt x="1" y="449"/>
                  </a:lnTo>
                  <a:lnTo>
                    <a:pt x="1" y="599"/>
                  </a:lnTo>
                  <a:lnTo>
                    <a:pt x="151" y="898"/>
                  </a:lnTo>
                  <a:lnTo>
                    <a:pt x="2246" y="1048"/>
                  </a:lnTo>
                  <a:lnTo>
                    <a:pt x="4641" y="1198"/>
                  </a:lnTo>
                  <a:lnTo>
                    <a:pt x="6886" y="1048"/>
                  </a:lnTo>
                  <a:lnTo>
                    <a:pt x="9131" y="898"/>
                  </a:lnTo>
                  <a:lnTo>
                    <a:pt x="9580" y="749"/>
                  </a:lnTo>
                  <a:lnTo>
                    <a:pt x="9730" y="599"/>
                  </a:lnTo>
                  <a:lnTo>
                    <a:pt x="9580" y="449"/>
                  </a:lnTo>
                  <a:lnTo>
                    <a:pt x="9131" y="299"/>
                  </a:lnTo>
                  <a:lnTo>
                    <a:pt x="7635" y="150"/>
                  </a:lnTo>
                  <a:lnTo>
                    <a:pt x="568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3" name="Google Shape;1633;p54"/>
            <p:cNvSpPr/>
            <p:nvPr/>
          </p:nvSpPr>
          <p:spPr>
            <a:xfrm>
              <a:off x="3789400" y="4021250"/>
              <a:ext cx="198350" cy="26200"/>
            </a:xfrm>
            <a:custGeom>
              <a:rect b="b" l="l" r="r" t="t"/>
              <a:pathLst>
                <a:path extrusionOk="0" h="1048" w="7934">
                  <a:moveTo>
                    <a:pt x="3743" y="0"/>
                  </a:moveTo>
                  <a:lnTo>
                    <a:pt x="1947" y="150"/>
                  </a:lnTo>
                  <a:lnTo>
                    <a:pt x="300" y="299"/>
                  </a:lnTo>
                  <a:lnTo>
                    <a:pt x="150" y="299"/>
                  </a:lnTo>
                  <a:lnTo>
                    <a:pt x="1" y="449"/>
                  </a:lnTo>
                  <a:lnTo>
                    <a:pt x="150" y="599"/>
                  </a:lnTo>
                  <a:lnTo>
                    <a:pt x="300" y="748"/>
                  </a:lnTo>
                  <a:lnTo>
                    <a:pt x="3743" y="1048"/>
                  </a:lnTo>
                  <a:lnTo>
                    <a:pt x="5389" y="1048"/>
                  </a:lnTo>
                  <a:lnTo>
                    <a:pt x="7185" y="748"/>
                  </a:lnTo>
                  <a:lnTo>
                    <a:pt x="7784" y="748"/>
                  </a:lnTo>
                  <a:lnTo>
                    <a:pt x="7934" y="599"/>
                  </a:lnTo>
                  <a:lnTo>
                    <a:pt x="7784" y="449"/>
                  </a:lnTo>
                  <a:lnTo>
                    <a:pt x="7185" y="299"/>
                  </a:lnTo>
                  <a:lnTo>
                    <a:pt x="5539" y="150"/>
                  </a:lnTo>
                  <a:lnTo>
                    <a:pt x="37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4" name="Google Shape;1634;p54"/>
            <p:cNvSpPr/>
            <p:nvPr/>
          </p:nvSpPr>
          <p:spPr>
            <a:xfrm>
              <a:off x="3800625" y="4182150"/>
              <a:ext cx="164675" cy="26200"/>
            </a:xfrm>
            <a:custGeom>
              <a:rect b="b" l="l" r="r" t="t"/>
              <a:pathLst>
                <a:path extrusionOk="0" h="1048" w="6587">
                  <a:moveTo>
                    <a:pt x="2994" y="0"/>
                  </a:moveTo>
                  <a:lnTo>
                    <a:pt x="1498" y="150"/>
                  </a:lnTo>
                  <a:lnTo>
                    <a:pt x="150" y="300"/>
                  </a:lnTo>
                  <a:lnTo>
                    <a:pt x="1" y="449"/>
                  </a:lnTo>
                  <a:lnTo>
                    <a:pt x="1" y="599"/>
                  </a:lnTo>
                  <a:lnTo>
                    <a:pt x="1" y="749"/>
                  </a:lnTo>
                  <a:lnTo>
                    <a:pt x="150" y="749"/>
                  </a:lnTo>
                  <a:lnTo>
                    <a:pt x="749" y="898"/>
                  </a:lnTo>
                  <a:lnTo>
                    <a:pt x="2096" y="1048"/>
                  </a:lnTo>
                  <a:lnTo>
                    <a:pt x="3294" y="1048"/>
                  </a:lnTo>
                  <a:lnTo>
                    <a:pt x="5838" y="749"/>
                  </a:lnTo>
                  <a:lnTo>
                    <a:pt x="6437" y="599"/>
                  </a:lnTo>
                  <a:lnTo>
                    <a:pt x="6587" y="599"/>
                  </a:lnTo>
                  <a:lnTo>
                    <a:pt x="6587" y="449"/>
                  </a:lnTo>
                  <a:lnTo>
                    <a:pt x="6587" y="300"/>
                  </a:lnTo>
                  <a:lnTo>
                    <a:pt x="6437" y="300"/>
                  </a:lnTo>
                  <a:lnTo>
                    <a:pt x="5838" y="150"/>
                  </a:lnTo>
                  <a:lnTo>
                    <a:pt x="449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5" name="Google Shape;1635;p54"/>
            <p:cNvSpPr/>
            <p:nvPr/>
          </p:nvSpPr>
          <p:spPr>
            <a:xfrm>
              <a:off x="3804375" y="4103550"/>
              <a:ext cx="172150" cy="22500"/>
            </a:xfrm>
            <a:custGeom>
              <a:rect b="b" l="l" r="r" t="t"/>
              <a:pathLst>
                <a:path extrusionOk="0" h="900" w="6886">
                  <a:moveTo>
                    <a:pt x="1647" y="1"/>
                  </a:moveTo>
                  <a:lnTo>
                    <a:pt x="150" y="151"/>
                  </a:lnTo>
                  <a:lnTo>
                    <a:pt x="0" y="300"/>
                  </a:lnTo>
                  <a:lnTo>
                    <a:pt x="0" y="450"/>
                  </a:lnTo>
                  <a:lnTo>
                    <a:pt x="0" y="600"/>
                  </a:lnTo>
                  <a:lnTo>
                    <a:pt x="150" y="749"/>
                  </a:lnTo>
                  <a:lnTo>
                    <a:pt x="1647" y="899"/>
                  </a:lnTo>
                  <a:lnTo>
                    <a:pt x="3144" y="899"/>
                  </a:lnTo>
                  <a:lnTo>
                    <a:pt x="6137" y="749"/>
                  </a:lnTo>
                  <a:lnTo>
                    <a:pt x="6736" y="600"/>
                  </a:lnTo>
                  <a:lnTo>
                    <a:pt x="6886" y="600"/>
                  </a:lnTo>
                  <a:lnTo>
                    <a:pt x="6886" y="450"/>
                  </a:lnTo>
                  <a:lnTo>
                    <a:pt x="6886" y="300"/>
                  </a:lnTo>
                  <a:lnTo>
                    <a:pt x="6736" y="300"/>
                  </a:lnTo>
                  <a:lnTo>
                    <a:pt x="6137" y="151"/>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6" name="Google Shape;1636;p54"/>
            <p:cNvSpPr/>
            <p:nvPr/>
          </p:nvSpPr>
          <p:spPr>
            <a:xfrm>
              <a:off x="3804375" y="4264475"/>
              <a:ext cx="149700" cy="22475"/>
            </a:xfrm>
            <a:custGeom>
              <a:rect b="b" l="l" r="r" t="t"/>
              <a:pathLst>
                <a:path extrusionOk="0" h="899" w="5988">
                  <a:moveTo>
                    <a:pt x="1497" y="0"/>
                  </a:moveTo>
                  <a:lnTo>
                    <a:pt x="150" y="300"/>
                  </a:lnTo>
                  <a:lnTo>
                    <a:pt x="0" y="449"/>
                  </a:lnTo>
                  <a:lnTo>
                    <a:pt x="150" y="599"/>
                  </a:lnTo>
                  <a:lnTo>
                    <a:pt x="150" y="749"/>
                  </a:lnTo>
                  <a:lnTo>
                    <a:pt x="1497" y="898"/>
                  </a:lnTo>
                  <a:lnTo>
                    <a:pt x="3892" y="898"/>
                  </a:lnTo>
                  <a:lnTo>
                    <a:pt x="5239" y="749"/>
                  </a:lnTo>
                  <a:lnTo>
                    <a:pt x="5988" y="599"/>
                  </a:lnTo>
                  <a:lnTo>
                    <a:pt x="5988" y="449"/>
                  </a:lnTo>
                  <a:lnTo>
                    <a:pt x="5988" y="300"/>
                  </a:lnTo>
                  <a:lnTo>
                    <a:pt x="5239" y="150"/>
                  </a:lnTo>
                  <a:lnTo>
                    <a:pt x="404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7" name="Google Shape;1637;p54"/>
            <p:cNvSpPr/>
            <p:nvPr/>
          </p:nvSpPr>
          <p:spPr>
            <a:xfrm>
              <a:off x="3808125" y="4343050"/>
              <a:ext cx="134725" cy="26225"/>
            </a:xfrm>
            <a:custGeom>
              <a:rect b="b" l="l" r="r" t="t"/>
              <a:pathLst>
                <a:path extrusionOk="0" h="1049" w="5389">
                  <a:moveTo>
                    <a:pt x="2395" y="0"/>
                  </a:moveTo>
                  <a:lnTo>
                    <a:pt x="1198" y="150"/>
                  </a:lnTo>
                  <a:lnTo>
                    <a:pt x="150" y="300"/>
                  </a:lnTo>
                  <a:lnTo>
                    <a:pt x="0" y="449"/>
                  </a:lnTo>
                  <a:lnTo>
                    <a:pt x="0" y="599"/>
                  </a:lnTo>
                  <a:lnTo>
                    <a:pt x="0" y="749"/>
                  </a:lnTo>
                  <a:lnTo>
                    <a:pt x="150" y="749"/>
                  </a:lnTo>
                  <a:lnTo>
                    <a:pt x="300" y="898"/>
                  </a:lnTo>
                  <a:lnTo>
                    <a:pt x="1347" y="1048"/>
                  </a:lnTo>
                  <a:lnTo>
                    <a:pt x="2395" y="1048"/>
                  </a:lnTo>
                  <a:lnTo>
                    <a:pt x="3892" y="898"/>
                  </a:lnTo>
                  <a:lnTo>
                    <a:pt x="4640" y="749"/>
                  </a:lnTo>
                  <a:lnTo>
                    <a:pt x="5239" y="749"/>
                  </a:lnTo>
                  <a:lnTo>
                    <a:pt x="5239" y="599"/>
                  </a:lnTo>
                  <a:lnTo>
                    <a:pt x="5389" y="449"/>
                  </a:lnTo>
                  <a:lnTo>
                    <a:pt x="5239" y="30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8" name="Google Shape;1638;p54"/>
            <p:cNvSpPr/>
            <p:nvPr/>
          </p:nvSpPr>
          <p:spPr>
            <a:xfrm>
              <a:off x="3789400" y="4425375"/>
              <a:ext cx="142225" cy="22475"/>
            </a:xfrm>
            <a:custGeom>
              <a:rect b="b" l="l" r="r" t="t"/>
              <a:pathLst>
                <a:path extrusionOk="0" h="899" w="5689">
                  <a:moveTo>
                    <a:pt x="1348" y="0"/>
                  </a:moveTo>
                  <a:lnTo>
                    <a:pt x="749" y="150"/>
                  </a:lnTo>
                  <a:lnTo>
                    <a:pt x="150" y="300"/>
                  </a:lnTo>
                  <a:lnTo>
                    <a:pt x="1" y="599"/>
                  </a:lnTo>
                  <a:lnTo>
                    <a:pt x="150" y="599"/>
                  </a:lnTo>
                  <a:lnTo>
                    <a:pt x="749" y="898"/>
                  </a:lnTo>
                  <a:lnTo>
                    <a:pt x="2695" y="898"/>
                  </a:lnTo>
                  <a:lnTo>
                    <a:pt x="4940" y="749"/>
                  </a:lnTo>
                  <a:lnTo>
                    <a:pt x="5539" y="599"/>
                  </a:lnTo>
                  <a:lnTo>
                    <a:pt x="5689" y="599"/>
                  </a:lnTo>
                  <a:lnTo>
                    <a:pt x="5689" y="449"/>
                  </a:lnTo>
                  <a:lnTo>
                    <a:pt x="5539" y="300"/>
                  </a:lnTo>
                  <a:lnTo>
                    <a:pt x="4940"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9" name="Google Shape;1639;p54"/>
            <p:cNvSpPr/>
            <p:nvPr/>
          </p:nvSpPr>
          <p:spPr>
            <a:xfrm>
              <a:off x="3785675" y="4507700"/>
              <a:ext cx="134725" cy="22475"/>
            </a:xfrm>
            <a:custGeom>
              <a:rect b="b" l="l" r="r" t="t"/>
              <a:pathLst>
                <a:path extrusionOk="0" h="899" w="5389">
                  <a:moveTo>
                    <a:pt x="1497" y="0"/>
                  </a:moveTo>
                  <a:lnTo>
                    <a:pt x="449" y="150"/>
                  </a:lnTo>
                  <a:lnTo>
                    <a:pt x="150" y="300"/>
                  </a:lnTo>
                  <a:lnTo>
                    <a:pt x="0" y="300"/>
                  </a:lnTo>
                  <a:lnTo>
                    <a:pt x="0" y="449"/>
                  </a:lnTo>
                  <a:lnTo>
                    <a:pt x="150" y="599"/>
                  </a:lnTo>
                  <a:lnTo>
                    <a:pt x="599" y="749"/>
                  </a:lnTo>
                  <a:lnTo>
                    <a:pt x="1198" y="898"/>
                  </a:lnTo>
                  <a:lnTo>
                    <a:pt x="2545" y="898"/>
                  </a:lnTo>
                  <a:lnTo>
                    <a:pt x="4640" y="749"/>
                  </a:lnTo>
                  <a:lnTo>
                    <a:pt x="5239" y="599"/>
                  </a:lnTo>
                  <a:lnTo>
                    <a:pt x="5389" y="449"/>
                  </a:lnTo>
                  <a:lnTo>
                    <a:pt x="5389" y="300"/>
                  </a:lnTo>
                  <a:lnTo>
                    <a:pt x="5239" y="15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0" name="Google Shape;1640;p54"/>
            <p:cNvSpPr/>
            <p:nvPr/>
          </p:nvSpPr>
          <p:spPr>
            <a:xfrm>
              <a:off x="3781925" y="4586275"/>
              <a:ext cx="134725" cy="26225"/>
            </a:xfrm>
            <a:custGeom>
              <a:rect b="b" l="l" r="r" t="t"/>
              <a:pathLst>
                <a:path extrusionOk="0" h="1049" w="5389">
                  <a:moveTo>
                    <a:pt x="1348" y="1"/>
                  </a:moveTo>
                  <a:lnTo>
                    <a:pt x="749" y="150"/>
                  </a:lnTo>
                  <a:lnTo>
                    <a:pt x="150" y="300"/>
                  </a:lnTo>
                  <a:lnTo>
                    <a:pt x="0" y="450"/>
                  </a:lnTo>
                  <a:lnTo>
                    <a:pt x="0" y="599"/>
                  </a:lnTo>
                  <a:lnTo>
                    <a:pt x="150" y="749"/>
                  </a:lnTo>
                  <a:lnTo>
                    <a:pt x="1048" y="1048"/>
                  </a:lnTo>
                  <a:lnTo>
                    <a:pt x="3293" y="1048"/>
                  </a:lnTo>
                  <a:lnTo>
                    <a:pt x="4341" y="899"/>
                  </a:lnTo>
                  <a:lnTo>
                    <a:pt x="5089" y="749"/>
                  </a:lnTo>
                  <a:lnTo>
                    <a:pt x="5239" y="749"/>
                  </a:lnTo>
                  <a:lnTo>
                    <a:pt x="5389" y="599"/>
                  </a:lnTo>
                  <a:lnTo>
                    <a:pt x="5389" y="450"/>
                  </a:lnTo>
                  <a:lnTo>
                    <a:pt x="5239" y="300"/>
                  </a:lnTo>
                  <a:lnTo>
                    <a:pt x="5089" y="300"/>
                  </a:lnTo>
                  <a:lnTo>
                    <a:pt x="4341" y="150"/>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1" name="Google Shape;1641;p54"/>
            <p:cNvSpPr/>
            <p:nvPr/>
          </p:nvSpPr>
          <p:spPr>
            <a:xfrm>
              <a:off x="3766950" y="4668600"/>
              <a:ext cx="134750" cy="26225"/>
            </a:xfrm>
            <a:custGeom>
              <a:rect b="b" l="l" r="r" t="t"/>
              <a:pathLst>
                <a:path extrusionOk="0" h="1049" w="5390">
                  <a:moveTo>
                    <a:pt x="1198" y="0"/>
                  </a:moveTo>
                  <a:lnTo>
                    <a:pt x="150" y="300"/>
                  </a:lnTo>
                  <a:lnTo>
                    <a:pt x="1" y="449"/>
                  </a:lnTo>
                  <a:lnTo>
                    <a:pt x="150" y="599"/>
                  </a:lnTo>
                  <a:lnTo>
                    <a:pt x="1198" y="899"/>
                  </a:lnTo>
                  <a:lnTo>
                    <a:pt x="2246" y="1048"/>
                  </a:lnTo>
                  <a:lnTo>
                    <a:pt x="3294" y="899"/>
                  </a:lnTo>
                  <a:lnTo>
                    <a:pt x="4491" y="749"/>
                  </a:lnTo>
                  <a:lnTo>
                    <a:pt x="5239" y="599"/>
                  </a:lnTo>
                  <a:lnTo>
                    <a:pt x="5389" y="449"/>
                  </a:lnTo>
                  <a:lnTo>
                    <a:pt x="5239" y="300"/>
                  </a:lnTo>
                  <a:lnTo>
                    <a:pt x="4491" y="150"/>
                  </a:lnTo>
                  <a:lnTo>
                    <a:pt x="34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2" name="Google Shape;1642;p54"/>
            <p:cNvSpPr/>
            <p:nvPr/>
          </p:nvSpPr>
          <p:spPr>
            <a:xfrm>
              <a:off x="3781925" y="4750925"/>
              <a:ext cx="108550" cy="18725"/>
            </a:xfrm>
            <a:custGeom>
              <a:rect b="b" l="l" r="r" t="t"/>
              <a:pathLst>
                <a:path extrusionOk="0" h="749" w="4342">
                  <a:moveTo>
                    <a:pt x="599" y="0"/>
                  </a:moveTo>
                  <a:lnTo>
                    <a:pt x="0" y="150"/>
                  </a:lnTo>
                  <a:lnTo>
                    <a:pt x="0" y="449"/>
                  </a:lnTo>
                  <a:lnTo>
                    <a:pt x="0" y="599"/>
                  </a:lnTo>
                  <a:lnTo>
                    <a:pt x="599" y="749"/>
                  </a:lnTo>
                  <a:lnTo>
                    <a:pt x="3443" y="749"/>
                  </a:lnTo>
                  <a:lnTo>
                    <a:pt x="4191" y="449"/>
                  </a:lnTo>
                  <a:lnTo>
                    <a:pt x="4341" y="449"/>
                  </a:lnTo>
                  <a:lnTo>
                    <a:pt x="4191" y="300"/>
                  </a:lnTo>
                  <a:lnTo>
                    <a:pt x="4191" y="150"/>
                  </a:lnTo>
                  <a:lnTo>
                    <a:pt x="35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3" name="Google Shape;1643;p54"/>
            <p:cNvSpPr/>
            <p:nvPr/>
          </p:nvSpPr>
          <p:spPr>
            <a:xfrm>
              <a:off x="3796900" y="4829500"/>
              <a:ext cx="82350" cy="22475"/>
            </a:xfrm>
            <a:custGeom>
              <a:rect b="b" l="l" r="r" t="t"/>
              <a:pathLst>
                <a:path extrusionOk="0" h="899" w="3294">
                  <a:moveTo>
                    <a:pt x="749" y="1"/>
                  </a:moveTo>
                  <a:lnTo>
                    <a:pt x="299" y="150"/>
                  </a:lnTo>
                  <a:lnTo>
                    <a:pt x="150" y="300"/>
                  </a:lnTo>
                  <a:lnTo>
                    <a:pt x="0" y="450"/>
                  </a:lnTo>
                  <a:lnTo>
                    <a:pt x="150" y="599"/>
                  </a:lnTo>
                  <a:lnTo>
                    <a:pt x="299" y="749"/>
                  </a:lnTo>
                  <a:lnTo>
                    <a:pt x="749" y="899"/>
                  </a:lnTo>
                  <a:lnTo>
                    <a:pt x="1347" y="899"/>
                  </a:lnTo>
                  <a:lnTo>
                    <a:pt x="2395" y="749"/>
                  </a:lnTo>
                  <a:lnTo>
                    <a:pt x="3143" y="599"/>
                  </a:lnTo>
                  <a:lnTo>
                    <a:pt x="3293" y="450"/>
                  </a:lnTo>
                  <a:lnTo>
                    <a:pt x="3143" y="300"/>
                  </a:lnTo>
                  <a:lnTo>
                    <a:pt x="2545" y="150"/>
                  </a:lnTo>
                  <a:lnTo>
                    <a:pt x="13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4" name="Google Shape;1644;p54"/>
            <p:cNvSpPr/>
            <p:nvPr/>
          </p:nvSpPr>
          <p:spPr>
            <a:xfrm>
              <a:off x="3804375" y="4911825"/>
              <a:ext cx="71125" cy="18725"/>
            </a:xfrm>
            <a:custGeom>
              <a:rect b="b" l="l" r="r" t="t"/>
              <a:pathLst>
                <a:path extrusionOk="0" h="749" w="2845">
                  <a:moveTo>
                    <a:pt x="899" y="1"/>
                  </a:moveTo>
                  <a:lnTo>
                    <a:pt x="150" y="150"/>
                  </a:lnTo>
                  <a:lnTo>
                    <a:pt x="150" y="300"/>
                  </a:lnTo>
                  <a:lnTo>
                    <a:pt x="0" y="450"/>
                  </a:lnTo>
                  <a:lnTo>
                    <a:pt x="150" y="599"/>
                  </a:lnTo>
                  <a:lnTo>
                    <a:pt x="899" y="749"/>
                  </a:lnTo>
                  <a:lnTo>
                    <a:pt x="1647" y="749"/>
                  </a:lnTo>
                  <a:lnTo>
                    <a:pt x="2395" y="599"/>
                  </a:lnTo>
                  <a:lnTo>
                    <a:pt x="2695" y="599"/>
                  </a:lnTo>
                  <a:lnTo>
                    <a:pt x="2844" y="450"/>
                  </a:lnTo>
                  <a:lnTo>
                    <a:pt x="2695" y="150"/>
                  </a:lnTo>
                  <a:lnTo>
                    <a:pt x="2395" y="150"/>
                  </a:lnTo>
                  <a:lnTo>
                    <a:pt x="17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5" name="Google Shape;1645;p54"/>
            <p:cNvSpPr/>
            <p:nvPr/>
          </p:nvSpPr>
          <p:spPr>
            <a:xfrm>
              <a:off x="3793150" y="4990400"/>
              <a:ext cx="67375" cy="22475"/>
            </a:xfrm>
            <a:custGeom>
              <a:rect b="b" l="l" r="r" t="t"/>
              <a:pathLst>
                <a:path extrusionOk="0" h="899" w="2695">
                  <a:moveTo>
                    <a:pt x="1048" y="1"/>
                  </a:moveTo>
                  <a:lnTo>
                    <a:pt x="449" y="150"/>
                  </a:lnTo>
                  <a:lnTo>
                    <a:pt x="0" y="300"/>
                  </a:lnTo>
                  <a:lnTo>
                    <a:pt x="0" y="450"/>
                  </a:lnTo>
                  <a:lnTo>
                    <a:pt x="0" y="749"/>
                  </a:lnTo>
                  <a:lnTo>
                    <a:pt x="300" y="899"/>
                  </a:lnTo>
                  <a:lnTo>
                    <a:pt x="1647" y="899"/>
                  </a:lnTo>
                  <a:lnTo>
                    <a:pt x="2395" y="749"/>
                  </a:lnTo>
                  <a:lnTo>
                    <a:pt x="2545" y="600"/>
                  </a:lnTo>
                  <a:lnTo>
                    <a:pt x="2695" y="450"/>
                  </a:lnTo>
                  <a:lnTo>
                    <a:pt x="2545" y="300"/>
                  </a:lnTo>
                  <a:lnTo>
                    <a:pt x="2395" y="300"/>
                  </a:lnTo>
                  <a:lnTo>
                    <a:pt x="1797" y="150"/>
                  </a:lnTo>
                  <a:lnTo>
                    <a:pt x="104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6" name="Google Shape;1646;p54"/>
            <p:cNvSpPr/>
            <p:nvPr/>
          </p:nvSpPr>
          <p:spPr>
            <a:xfrm>
              <a:off x="3793150" y="5076475"/>
              <a:ext cx="59900" cy="15000"/>
            </a:xfrm>
            <a:custGeom>
              <a:rect b="b" l="l" r="r" t="t"/>
              <a:pathLst>
                <a:path extrusionOk="0" h="600" w="2396">
                  <a:moveTo>
                    <a:pt x="150" y="0"/>
                  </a:moveTo>
                  <a:lnTo>
                    <a:pt x="150" y="150"/>
                  </a:lnTo>
                  <a:lnTo>
                    <a:pt x="0" y="300"/>
                  </a:lnTo>
                  <a:lnTo>
                    <a:pt x="0" y="449"/>
                  </a:lnTo>
                  <a:lnTo>
                    <a:pt x="300" y="449"/>
                  </a:lnTo>
                  <a:lnTo>
                    <a:pt x="1048" y="599"/>
                  </a:lnTo>
                  <a:lnTo>
                    <a:pt x="1946" y="599"/>
                  </a:lnTo>
                  <a:lnTo>
                    <a:pt x="2395" y="449"/>
                  </a:lnTo>
                  <a:lnTo>
                    <a:pt x="23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7" name="Google Shape;1647;p54"/>
            <p:cNvSpPr/>
            <p:nvPr/>
          </p:nvSpPr>
          <p:spPr>
            <a:xfrm>
              <a:off x="1192500" y="238125"/>
              <a:ext cx="5235000" cy="5238750"/>
            </a:xfrm>
            <a:custGeom>
              <a:rect b="b" l="l" r="r" t="t"/>
              <a:pathLst>
                <a:path extrusionOk="0" h="209550" w="209400">
                  <a:moveTo>
                    <a:pt x="100135" y="23200"/>
                  </a:moveTo>
                  <a:lnTo>
                    <a:pt x="98638" y="34276"/>
                  </a:lnTo>
                  <a:lnTo>
                    <a:pt x="94597" y="34725"/>
                  </a:lnTo>
                  <a:lnTo>
                    <a:pt x="90555" y="35324"/>
                  </a:lnTo>
                  <a:lnTo>
                    <a:pt x="90555" y="35324"/>
                  </a:lnTo>
                  <a:lnTo>
                    <a:pt x="90705" y="24248"/>
                  </a:lnTo>
                  <a:lnTo>
                    <a:pt x="95345" y="23649"/>
                  </a:lnTo>
                  <a:lnTo>
                    <a:pt x="100135" y="23200"/>
                  </a:lnTo>
                  <a:close/>
                  <a:moveTo>
                    <a:pt x="108517" y="23200"/>
                  </a:moveTo>
                  <a:lnTo>
                    <a:pt x="113606" y="23500"/>
                  </a:lnTo>
                  <a:lnTo>
                    <a:pt x="118845" y="24248"/>
                  </a:lnTo>
                  <a:lnTo>
                    <a:pt x="118845" y="35324"/>
                  </a:lnTo>
                  <a:lnTo>
                    <a:pt x="114504" y="34576"/>
                  </a:lnTo>
                  <a:lnTo>
                    <a:pt x="110163" y="34127"/>
                  </a:lnTo>
                  <a:lnTo>
                    <a:pt x="108517" y="23200"/>
                  </a:lnTo>
                  <a:close/>
                  <a:moveTo>
                    <a:pt x="89657" y="24398"/>
                  </a:moveTo>
                  <a:lnTo>
                    <a:pt x="89657" y="24547"/>
                  </a:lnTo>
                  <a:lnTo>
                    <a:pt x="88310" y="24996"/>
                  </a:lnTo>
                  <a:lnTo>
                    <a:pt x="87262" y="25146"/>
                  </a:lnTo>
                  <a:lnTo>
                    <a:pt x="86215" y="25595"/>
                  </a:lnTo>
                  <a:lnTo>
                    <a:pt x="86215" y="25745"/>
                  </a:lnTo>
                  <a:lnTo>
                    <a:pt x="88011" y="25296"/>
                  </a:lnTo>
                  <a:lnTo>
                    <a:pt x="88909" y="25146"/>
                  </a:lnTo>
                  <a:lnTo>
                    <a:pt x="89657" y="24996"/>
                  </a:lnTo>
                  <a:lnTo>
                    <a:pt x="89657" y="25745"/>
                  </a:lnTo>
                  <a:lnTo>
                    <a:pt x="88310" y="26194"/>
                  </a:lnTo>
                  <a:lnTo>
                    <a:pt x="87412" y="26493"/>
                  </a:lnTo>
                  <a:lnTo>
                    <a:pt x="86514" y="26792"/>
                  </a:lnTo>
                  <a:lnTo>
                    <a:pt x="86364" y="26942"/>
                  </a:lnTo>
                  <a:lnTo>
                    <a:pt x="86514" y="26942"/>
                  </a:lnTo>
                  <a:lnTo>
                    <a:pt x="88460" y="26493"/>
                  </a:lnTo>
                  <a:lnTo>
                    <a:pt x="89657" y="26194"/>
                  </a:lnTo>
                  <a:lnTo>
                    <a:pt x="89657" y="27092"/>
                  </a:lnTo>
                  <a:lnTo>
                    <a:pt x="88310" y="27541"/>
                  </a:lnTo>
                  <a:lnTo>
                    <a:pt x="87412" y="27691"/>
                  </a:lnTo>
                  <a:lnTo>
                    <a:pt x="86514" y="28140"/>
                  </a:lnTo>
                  <a:lnTo>
                    <a:pt x="86514" y="28289"/>
                  </a:lnTo>
                  <a:lnTo>
                    <a:pt x="87412" y="27990"/>
                  </a:lnTo>
                  <a:lnTo>
                    <a:pt x="88310" y="27840"/>
                  </a:lnTo>
                  <a:lnTo>
                    <a:pt x="89657" y="27391"/>
                  </a:lnTo>
                  <a:lnTo>
                    <a:pt x="89657" y="28289"/>
                  </a:lnTo>
                  <a:lnTo>
                    <a:pt x="88310" y="28589"/>
                  </a:lnTo>
                  <a:lnTo>
                    <a:pt x="87562" y="28888"/>
                  </a:lnTo>
                  <a:lnTo>
                    <a:pt x="86963" y="29187"/>
                  </a:lnTo>
                  <a:lnTo>
                    <a:pt x="86963" y="29337"/>
                  </a:lnTo>
                  <a:lnTo>
                    <a:pt x="87113" y="29337"/>
                  </a:lnTo>
                  <a:lnTo>
                    <a:pt x="88759" y="28738"/>
                  </a:lnTo>
                  <a:lnTo>
                    <a:pt x="89657" y="28589"/>
                  </a:lnTo>
                  <a:lnTo>
                    <a:pt x="89657" y="29786"/>
                  </a:lnTo>
                  <a:lnTo>
                    <a:pt x="88610" y="30085"/>
                  </a:lnTo>
                  <a:lnTo>
                    <a:pt x="87712" y="30385"/>
                  </a:lnTo>
                  <a:lnTo>
                    <a:pt x="86963" y="30684"/>
                  </a:lnTo>
                  <a:lnTo>
                    <a:pt x="86963" y="30834"/>
                  </a:lnTo>
                  <a:lnTo>
                    <a:pt x="87861" y="30534"/>
                  </a:lnTo>
                  <a:lnTo>
                    <a:pt x="88610" y="30385"/>
                  </a:lnTo>
                  <a:lnTo>
                    <a:pt x="89657" y="30085"/>
                  </a:lnTo>
                  <a:lnTo>
                    <a:pt x="89657" y="30983"/>
                  </a:lnTo>
                  <a:lnTo>
                    <a:pt x="88759" y="31133"/>
                  </a:lnTo>
                  <a:lnTo>
                    <a:pt x="88011" y="31433"/>
                  </a:lnTo>
                  <a:lnTo>
                    <a:pt x="87262" y="31732"/>
                  </a:lnTo>
                  <a:lnTo>
                    <a:pt x="87262" y="31882"/>
                  </a:lnTo>
                  <a:lnTo>
                    <a:pt x="89208" y="31283"/>
                  </a:lnTo>
                  <a:lnTo>
                    <a:pt x="89657" y="31283"/>
                  </a:lnTo>
                  <a:lnTo>
                    <a:pt x="89657" y="32031"/>
                  </a:lnTo>
                  <a:lnTo>
                    <a:pt x="89059" y="32181"/>
                  </a:lnTo>
                  <a:lnTo>
                    <a:pt x="87562" y="32780"/>
                  </a:lnTo>
                  <a:lnTo>
                    <a:pt x="87562" y="32929"/>
                  </a:lnTo>
                  <a:lnTo>
                    <a:pt x="87712" y="32929"/>
                  </a:lnTo>
                  <a:lnTo>
                    <a:pt x="89059" y="32480"/>
                  </a:lnTo>
                  <a:lnTo>
                    <a:pt x="89657" y="32331"/>
                  </a:lnTo>
                  <a:lnTo>
                    <a:pt x="89657" y="32331"/>
                  </a:lnTo>
                  <a:lnTo>
                    <a:pt x="89508" y="33229"/>
                  </a:lnTo>
                  <a:lnTo>
                    <a:pt x="88759" y="33378"/>
                  </a:lnTo>
                  <a:lnTo>
                    <a:pt x="87861" y="33678"/>
                  </a:lnTo>
                  <a:lnTo>
                    <a:pt x="87861" y="33827"/>
                  </a:lnTo>
                  <a:lnTo>
                    <a:pt x="88759" y="33678"/>
                  </a:lnTo>
                  <a:lnTo>
                    <a:pt x="89508" y="33378"/>
                  </a:lnTo>
                  <a:lnTo>
                    <a:pt x="89508" y="34276"/>
                  </a:lnTo>
                  <a:lnTo>
                    <a:pt x="89208" y="34276"/>
                  </a:lnTo>
                  <a:lnTo>
                    <a:pt x="88759" y="34576"/>
                  </a:lnTo>
                  <a:lnTo>
                    <a:pt x="88161" y="34725"/>
                  </a:lnTo>
                  <a:lnTo>
                    <a:pt x="88161" y="34875"/>
                  </a:lnTo>
                  <a:lnTo>
                    <a:pt x="89358" y="34576"/>
                  </a:lnTo>
                  <a:lnTo>
                    <a:pt x="89508" y="34426"/>
                  </a:lnTo>
                  <a:lnTo>
                    <a:pt x="89508" y="35174"/>
                  </a:lnTo>
                  <a:lnTo>
                    <a:pt x="88310" y="35773"/>
                  </a:lnTo>
                  <a:lnTo>
                    <a:pt x="88310" y="35923"/>
                  </a:lnTo>
                  <a:lnTo>
                    <a:pt x="88460" y="35923"/>
                  </a:lnTo>
                  <a:lnTo>
                    <a:pt x="89059" y="35624"/>
                  </a:lnTo>
                  <a:lnTo>
                    <a:pt x="89508" y="35474"/>
                  </a:lnTo>
                  <a:lnTo>
                    <a:pt x="89508" y="35624"/>
                  </a:lnTo>
                  <a:lnTo>
                    <a:pt x="89508" y="36222"/>
                  </a:lnTo>
                  <a:lnTo>
                    <a:pt x="89358" y="36222"/>
                  </a:lnTo>
                  <a:lnTo>
                    <a:pt x="88909" y="36522"/>
                  </a:lnTo>
                  <a:lnTo>
                    <a:pt x="88460" y="36821"/>
                  </a:lnTo>
                  <a:lnTo>
                    <a:pt x="88610" y="36821"/>
                  </a:lnTo>
                  <a:lnTo>
                    <a:pt x="88909" y="36671"/>
                  </a:lnTo>
                  <a:lnTo>
                    <a:pt x="89358" y="36522"/>
                  </a:lnTo>
                  <a:lnTo>
                    <a:pt x="89508" y="36522"/>
                  </a:lnTo>
                  <a:lnTo>
                    <a:pt x="89508" y="37120"/>
                  </a:lnTo>
                  <a:lnTo>
                    <a:pt x="89508" y="37270"/>
                  </a:lnTo>
                  <a:lnTo>
                    <a:pt x="88909" y="37569"/>
                  </a:lnTo>
                  <a:lnTo>
                    <a:pt x="88909" y="37719"/>
                  </a:lnTo>
                  <a:lnTo>
                    <a:pt x="89508" y="37420"/>
                  </a:lnTo>
                  <a:lnTo>
                    <a:pt x="89508" y="38318"/>
                  </a:lnTo>
                  <a:lnTo>
                    <a:pt x="88909" y="38617"/>
                  </a:lnTo>
                  <a:lnTo>
                    <a:pt x="88011" y="36971"/>
                  </a:lnTo>
                  <a:lnTo>
                    <a:pt x="87412" y="36073"/>
                  </a:lnTo>
                  <a:lnTo>
                    <a:pt x="82024" y="26343"/>
                  </a:lnTo>
                  <a:lnTo>
                    <a:pt x="85766" y="25296"/>
                  </a:lnTo>
                  <a:lnTo>
                    <a:pt x="89657" y="24398"/>
                  </a:lnTo>
                  <a:close/>
                  <a:moveTo>
                    <a:pt x="119743" y="24398"/>
                  </a:moveTo>
                  <a:lnTo>
                    <a:pt x="123634" y="25296"/>
                  </a:lnTo>
                  <a:lnTo>
                    <a:pt x="127526" y="26343"/>
                  </a:lnTo>
                  <a:lnTo>
                    <a:pt x="121988" y="36073"/>
                  </a:lnTo>
                  <a:lnTo>
                    <a:pt x="121389" y="36971"/>
                  </a:lnTo>
                  <a:lnTo>
                    <a:pt x="120491" y="38617"/>
                  </a:lnTo>
                  <a:lnTo>
                    <a:pt x="120042" y="38318"/>
                  </a:lnTo>
                  <a:lnTo>
                    <a:pt x="119892" y="38318"/>
                  </a:lnTo>
                  <a:lnTo>
                    <a:pt x="119892" y="37420"/>
                  </a:lnTo>
                  <a:lnTo>
                    <a:pt x="120491" y="37719"/>
                  </a:lnTo>
                  <a:lnTo>
                    <a:pt x="120641" y="37569"/>
                  </a:lnTo>
                  <a:lnTo>
                    <a:pt x="119892" y="37270"/>
                  </a:lnTo>
                  <a:lnTo>
                    <a:pt x="119892" y="37120"/>
                  </a:lnTo>
                  <a:lnTo>
                    <a:pt x="119892" y="36671"/>
                  </a:lnTo>
                  <a:lnTo>
                    <a:pt x="119892" y="36522"/>
                  </a:lnTo>
                  <a:lnTo>
                    <a:pt x="120042" y="36522"/>
                  </a:lnTo>
                  <a:lnTo>
                    <a:pt x="120491" y="36821"/>
                  </a:lnTo>
                  <a:lnTo>
                    <a:pt x="120940" y="36821"/>
                  </a:lnTo>
                  <a:lnTo>
                    <a:pt x="120491" y="36522"/>
                  </a:lnTo>
                  <a:lnTo>
                    <a:pt x="120042" y="36222"/>
                  </a:lnTo>
                  <a:lnTo>
                    <a:pt x="119892" y="36222"/>
                  </a:lnTo>
                  <a:lnTo>
                    <a:pt x="119892" y="35624"/>
                  </a:lnTo>
                  <a:lnTo>
                    <a:pt x="119892" y="35474"/>
                  </a:lnTo>
                  <a:lnTo>
                    <a:pt x="120491" y="35773"/>
                  </a:lnTo>
                  <a:lnTo>
                    <a:pt x="120940" y="35923"/>
                  </a:lnTo>
                  <a:lnTo>
                    <a:pt x="121090" y="35923"/>
                  </a:lnTo>
                  <a:lnTo>
                    <a:pt x="121090" y="35773"/>
                  </a:lnTo>
                  <a:lnTo>
                    <a:pt x="119892" y="35174"/>
                  </a:lnTo>
                  <a:lnTo>
                    <a:pt x="119892" y="34426"/>
                  </a:lnTo>
                  <a:lnTo>
                    <a:pt x="120042" y="34576"/>
                  </a:lnTo>
                  <a:lnTo>
                    <a:pt x="121239" y="34875"/>
                  </a:lnTo>
                  <a:lnTo>
                    <a:pt x="121239" y="34725"/>
                  </a:lnTo>
                  <a:lnTo>
                    <a:pt x="120790" y="34576"/>
                  </a:lnTo>
                  <a:lnTo>
                    <a:pt x="120192" y="34276"/>
                  </a:lnTo>
                  <a:lnTo>
                    <a:pt x="119892" y="34276"/>
                  </a:lnTo>
                  <a:lnTo>
                    <a:pt x="119892" y="33378"/>
                  </a:lnTo>
                  <a:lnTo>
                    <a:pt x="120641" y="33678"/>
                  </a:lnTo>
                  <a:lnTo>
                    <a:pt x="121539" y="33827"/>
                  </a:lnTo>
                  <a:lnTo>
                    <a:pt x="121539" y="33678"/>
                  </a:lnTo>
                  <a:lnTo>
                    <a:pt x="120790" y="33378"/>
                  </a:lnTo>
                  <a:lnTo>
                    <a:pt x="119892" y="33229"/>
                  </a:lnTo>
                  <a:lnTo>
                    <a:pt x="119892" y="32331"/>
                  </a:lnTo>
                  <a:lnTo>
                    <a:pt x="120491" y="32480"/>
                  </a:lnTo>
                  <a:lnTo>
                    <a:pt x="121838" y="32929"/>
                  </a:lnTo>
                  <a:lnTo>
                    <a:pt x="121838" y="32780"/>
                  </a:lnTo>
                  <a:lnTo>
                    <a:pt x="120341" y="32181"/>
                  </a:lnTo>
                  <a:lnTo>
                    <a:pt x="119892" y="32031"/>
                  </a:lnTo>
                  <a:lnTo>
                    <a:pt x="119892" y="31283"/>
                  </a:lnTo>
                  <a:lnTo>
                    <a:pt x="120192" y="31283"/>
                  </a:lnTo>
                  <a:lnTo>
                    <a:pt x="122138" y="31882"/>
                  </a:lnTo>
                  <a:lnTo>
                    <a:pt x="122138" y="31732"/>
                  </a:lnTo>
                  <a:lnTo>
                    <a:pt x="121539" y="31433"/>
                  </a:lnTo>
                  <a:lnTo>
                    <a:pt x="120641" y="31133"/>
                  </a:lnTo>
                  <a:lnTo>
                    <a:pt x="119892" y="30983"/>
                  </a:lnTo>
                  <a:lnTo>
                    <a:pt x="119892" y="30085"/>
                  </a:lnTo>
                  <a:lnTo>
                    <a:pt x="120790" y="30385"/>
                  </a:lnTo>
                  <a:lnTo>
                    <a:pt x="121688" y="30534"/>
                  </a:lnTo>
                  <a:lnTo>
                    <a:pt x="122437" y="30834"/>
                  </a:lnTo>
                  <a:lnTo>
                    <a:pt x="122437" y="30684"/>
                  </a:lnTo>
                  <a:lnTo>
                    <a:pt x="121688" y="30385"/>
                  </a:lnTo>
                  <a:lnTo>
                    <a:pt x="120940" y="30085"/>
                  </a:lnTo>
                  <a:lnTo>
                    <a:pt x="119892" y="29786"/>
                  </a:lnTo>
                  <a:lnTo>
                    <a:pt x="119743" y="28589"/>
                  </a:lnTo>
                  <a:lnTo>
                    <a:pt x="120790" y="28738"/>
                  </a:lnTo>
                  <a:lnTo>
                    <a:pt x="122437" y="29337"/>
                  </a:lnTo>
                  <a:lnTo>
                    <a:pt x="122437" y="29187"/>
                  </a:lnTo>
                  <a:lnTo>
                    <a:pt x="121838" y="28888"/>
                  </a:lnTo>
                  <a:lnTo>
                    <a:pt x="121239" y="28589"/>
                  </a:lnTo>
                  <a:lnTo>
                    <a:pt x="119743" y="28289"/>
                  </a:lnTo>
                  <a:lnTo>
                    <a:pt x="119743" y="27391"/>
                  </a:lnTo>
                  <a:lnTo>
                    <a:pt x="121090" y="27840"/>
                  </a:lnTo>
                  <a:lnTo>
                    <a:pt x="121988" y="27990"/>
                  </a:lnTo>
                  <a:lnTo>
                    <a:pt x="122886" y="28289"/>
                  </a:lnTo>
                  <a:lnTo>
                    <a:pt x="122886" y="28140"/>
                  </a:lnTo>
                  <a:lnTo>
                    <a:pt x="121988" y="27691"/>
                  </a:lnTo>
                  <a:lnTo>
                    <a:pt x="121090" y="27541"/>
                  </a:lnTo>
                  <a:lnTo>
                    <a:pt x="119743" y="27092"/>
                  </a:lnTo>
                  <a:lnTo>
                    <a:pt x="119743" y="26194"/>
                  </a:lnTo>
                  <a:lnTo>
                    <a:pt x="120940" y="26493"/>
                  </a:lnTo>
                  <a:lnTo>
                    <a:pt x="122886" y="26942"/>
                  </a:lnTo>
                  <a:lnTo>
                    <a:pt x="123036" y="26942"/>
                  </a:lnTo>
                  <a:lnTo>
                    <a:pt x="123036" y="26792"/>
                  </a:lnTo>
                  <a:lnTo>
                    <a:pt x="122138" y="26493"/>
                  </a:lnTo>
                  <a:lnTo>
                    <a:pt x="121239" y="26194"/>
                  </a:lnTo>
                  <a:lnTo>
                    <a:pt x="119743" y="25745"/>
                  </a:lnTo>
                  <a:lnTo>
                    <a:pt x="119743" y="24996"/>
                  </a:lnTo>
                  <a:lnTo>
                    <a:pt x="120641" y="25146"/>
                  </a:lnTo>
                  <a:lnTo>
                    <a:pt x="121539" y="25296"/>
                  </a:lnTo>
                  <a:lnTo>
                    <a:pt x="123185" y="25745"/>
                  </a:lnTo>
                  <a:lnTo>
                    <a:pt x="123335" y="25595"/>
                  </a:lnTo>
                  <a:lnTo>
                    <a:pt x="123185" y="25595"/>
                  </a:lnTo>
                  <a:lnTo>
                    <a:pt x="122287" y="25146"/>
                  </a:lnTo>
                  <a:lnTo>
                    <a:pt x="121090" y="24996"/>
                  </a:lnTo>
                  <a:lnTo>
                    <a:pt x="119743" y="24547"/>
                  </a:lnTo>
                  <a:lnTo>
                    <a:pt x="119743" y="24398"/>
                  </a:lnTo>
                  <a:close/>
                  <a:moveTo>
                    <a:pt x="89508" y="38467"/>
                  </a:moveTo>
                  <a:lnTo>
                    <a:pt x="89508" y="39665"/>
                  </a:lnTo>
                  <a:lnTo>
                    <a:pt x="89059" y="38767"/>
                  </a:lnTo>
                  <a:lnTo>
                    <a:pt x="89508" y="38467"/>
                  </a:lnTo>
                  <a:close/>
                  <a:moveTo>
                    <a:pt x="119892" y="38467"/>
                  </a:moveTo>
                  <a:lnTo>
                    <a:pt x="120491" y="38767"/>
                  </a:lnTo>
                  <a:lnTo>
                    <a:pt x="119892" y="39665"/>
                  </a:lnTo>
                  <a:lnTo>
                    <a:pt x="119892" y="38467"/>
                  </a:lnTo>
                  <a:close/>
                  <a:moveTo>
                    <a:pt x="80976" y="26643"/>
                  </a:moveTo>
                  <a:lnTo>
                    <a:pt x="86514" y="36372"/>
                  </a:lnTo>
                  <a:lnTo>
                    <a:pt x="81874" y="37719"/>
                  </a:lnTo>
                  <a:lnTo>
                    <a:pt x="77384" y="39515"/>
                  </a:lnTo>
                  <a:lnTo>
                    <a:pt x="73043" y="41461"/>
                  </a:lnTo>
                  <a:lnTo>
                    <a:pt x="68702" y="43706"/>
                  </a:lnTo>
                  <a:lnTo>
                    <a:pt x="65260" y="33229"/>
                  </a:lnTo>
                  <a:lnTo>
                    <a:pt x="69002" y="31283"/>
                  </a:lnTo>
                  <a:lnTo>
                    <a:pt x="72893" y="29487"/>
                  </a:lnTo>
                  <a:lnTo>
                    <a:pt x="76935" y="27990"/>
                  </a:lnTo>
                  <a:lnTo>
                    <a:pt x="80976" y="26643"/>
                  </a:lnTo>
                  <a:close/>
                  <a:moveTo>
                    <a:pt x="128424" y="26643"/>
                  </a:moveTo>
                  <a:lnTo>
                    <a:pt x="132465" y="27990"/>
                  </a:lnTo>
                  <a:lnTo>
                    <a:pt x="136507" y="29487"/>
                  </a:lnTo>
                  <a:lnTo>
                    <a:pt x="140398" y="31283"/>
                  </a:lnTo>
                  <a:lnTo>
                    <a:pt x="144140" y="33229"/>
                  </a:lnTo>
                  <a:lnTo>
                    <a:pt x="140698" y="43706"/>
                  </a:lnTo>
                  <a:lnTo>
                    <a:pt x="136507" y="41461"/>
                  </a:lnTo>
                  <a:lnTo>
                    <a:pt x="132166" y="39515"/>
                  </a:lnTo>
                  <a:lnTo>
                    <a:pt x="127526" y="37719"/>
                  </a:lnTo>
                  <a:lnTo>
                    <a:pt x="122886" y="36372"/>
                  </a:lnTo>
                  <a:lnTo>
                    <a:pt x="128424" y="26643"/>
                  </a:lnTo>
                  <a:close/>
                  <a:moveTo>
                    <a:pt x="64511" y="33678"/>
                  </a:moveTo>
                  <a:lnTo>
                    <a:pt x="64511" y="33827"/>
                  </a:lnTo>
                  <a:lnTo>
                    <a:pt x="63314" y="34576"/>
                  </a:lnTo>
                  <a:lnTo>
                    <a:pt x="62416" y="35174"/>
                  </a:lnTo>
                  <a:lnTo>
                    <a:pt x="61518" y="35923"/>
                  </a:lnTo>
                  <a:lnTo>
                    <a:pt x="61667" y="35923"/>
                  </a:lnTo>
                  <a:lnTo>
                    <a:pt x="63613" y="34725"/>
                  </a:lnTo>
                  <a:lnTo>
                    <a:pt x="64511" y="34127"/>
                  </a:lnTo>
                  <a:lnTo>
                    <a:pt x="64811" y="35025"/>
                  </a:lnTo>
                  <a:lnTo>
                    <a:pt x="63613" y="35923"/>
                  </a:lnTo>
                  <a:lnTo>
                    <a:pt x="62865" y="36372"/>
                  </a:lnTo>
                  <a:lnTo>
                    <a:pt x="62117" y="36971"/>
                  </a:lnTo>
                  <a:lnTo>
                    <a:pt x="62117" y="37120"/>
                  </a:lnTo>
                  <a:lnTo>
                    <a:pt x="62266" y="37120"/>
                  </a:lnTo>
                  <a:lnTo>
                    <a:pt x="63913" y="36073"/>
                  </a:lnTo>
                  <a:lnTo>
                    <a:pt x="64960" y="35324"/>
                  </a:lnTo>
                  <a:lnTo>
                    <a:pt x="65260" y="36222"/>
                  </a:lnTo>
                  <a:lnTo>
                    <a:pt x="64062" y="36971"/>
                  </a:lnTo>
                  <a:lnTo>
                    <a:pt x="63314" y="37569"/>
                  </a:lnTo>
                  <a:lnTo>
                    <a:pt x="62566" y="38168"/>
                  </a:lnTo>
                  <a:lnTo>
                    <a:pt x="62566" y="38318"/>
                  </a:lnTo>
                  <a:lnTo>
                    <a:pt x="62715" y="38318"/>
                  </a:lnTo>
                  <a:lnTo>
                    <a:pt x="63464" y="37869"/>
                  </a:lnTo>
                  <a:lnTo>
                    <a:pt x="64212" y="37270"/>
                  </a:lnTo>
                  <a:lnTo>
                    <a:pt x="65409" y="36372"/>
                  </a:lnTo>
                  <a:lnTo>
                    <a:pt x="65559" y="37270"/>
                  </a:lnTo>
                  <a:lnTo>
                    <a:pt x="64661" y="38018"/>
                  </a:lnTo>
                  <a:lnTo>
                    <a:pt x="63913" y="38467"/>
                  </a:lnTo>
                  <a:lnTo>
                    <a:pt x="63464" y="39066"/>
                  </a:lnTo>
                  <a:lnTo>
                    <a:pt x="63464" y="39216"/>
                  </a:lnTo>
                  <a:lnTo>
                    <a:pt x="63613" y="39216"/>
                  </a:lnTo>
                  <a:lnTo>
                    <a:pt x="64960" y="38168"/>
                  </a:lnTo>
                  <a:lnTo>
                    <a:pt x="65709" y="37569"/>
                  </a:lnTo>
                  <a:lnTo>
                    <a:pt x="66158" y="38767"/>
                  </a:lnTo>
                  <a:lnTo>
                    <a:pt x="65260" y="39365"/>
                  </a:lnTo>
                  <a:lnTo>
                    <a:pt x="64511" y="39815"/>
                  </a:lnTo>
                  <a:lnTo>
                    <a:pt x="63913" y="40413"/>
                  </a:lnTo>
                  <a:lnTo>
                    <a:pt x="63913" y="40563"/>
                  </a:lnTo>
                  <a:lnTo>
                    <a:pt x="64661" y="40114"/>
                  </a:lnTo>
                  <a:lnTo>
                    <a:pt x="65409" y="39515"/>
                  </a:lnTo>
                  <a:lnTo>
                    <a:pt x="66158" y="39066"/>
                  </a:lnTo>
                  <a:lnTo>
                    <a:pt x="66457" y="39964"/>
                  </a:lnTo>
                  <a:lnTo>
                    <a:pt x="65709" y="40264"/>
                  </a:lnTo>
                  <a:lnTo>
                    <a:pt x="65110" y="40862"/>
                  </a:lnTo>
                  <a:lnTo>
                    <a:pt x="64511" y="41461"/>
                  </a:lnTo>
                  <a:lnTo>
                    <a:pt x="64511" y="41461"/>
                  </a:lnTo>
                  <a:lnTo>
                    <a:pt x="66308" y="40264"/>
                  </a:lnTo>
                  <a:lnTo>
                    <a:pt x="66607" y="40114"/>
                  </a:lnTo>
                  <a:lnTo>
                    <a:pt x="66757" y="40862"/>
                  </a:lnTo>
                  <a:lnTo>
                    <a:pt x="66457" y="41162"/>
                  </a:lnTo>
                  <a:lnTo>
                    <a:pt x="65858" y="41611"/>
                  </a:lnTo>
                  <a:lnTo>
                    <a:pt x="65110" y="42209"/>
                  </a:lnTo>
                  <a:lnTo>
                    <a:pt x="65110" y="42359"/>
                  </a:lnTo>
                  <a:lnTo>
                    <a:pt x="65260" y="42359"/>
                  </a:lnTo>
                  <a:lnTo>
                    <a:pt x="66457" y="41461"/>
                  </a:lnTo>
                  <a:lnTo>
                    <a:pt x="66906" y="41162"/>
                  </a:lnTo>
                  <a:lnTo>
                    <a:pt x="67206" y="41910"/>
                  </a:lnTo>
                  <a:lnTo>
                    <a:pt x="66607" y="42359"/>
                  </a:lnTo>
                  <a:lnTo>
                    <a:pt x="65709" y="43107"/>
                  </a:lnTo>
                  <a:lnTo>
                    <a:pt x="65858" y="43107"/>
                  </a:lnTo>
                  <a:lnTo>
                    <a:pt x="66308" y="42808"/>
                  </a:lnTo>
                  <a:lnTo>
                    <a:pt x="66757" y="42509"/>
                  </a:lnTo>
                  <a:lnTo>
                    <a:pt x="67206" y="42209"/>
                  </a:lnTo>
                  <a:lnTo>
                    <a:pt x="67505" y="42958"/>
                  </a:lnTo>
                  <a:lnTo>
                    <a:pt x="67206" y="43257"/>
                  </a:lnTo>
                  <a:lnTo>
                    <a:pt x="66757" y="43556"/>
                  </a:lnTo>
                  <a:lnTo>
                    <a:pt x="66308" y="44006"/>
                  </a:lnTo>
                  <a:lnTo>
                    <a:pt x="66457" y="44006"/>
                  </a:lnTo>
                  <a:lnTo>
                    <a:pt x="67505" y="43257"/>
                  </a:lnTo>
                  <a:lnTo>
                    <a:pt x="67804" y="43856"/>
                  </a:lnTo>
                  <a:lnTo>
                    <a:pt x="66906" y="44754"/>
                  </a:lnTo>
                  <a:lnTo>
                    <a:pt x="66906" y="44904"/>
                  </a:lnTo>
                  <a:lnTo>
                    <a:pt x="67505" y="44455"/>
                  </a:lnTo>
                  <a:lnTo>
                    <a:pt x="67954" y="44155"/>
                  </a:lnTo>
                  <a:lnTo>
                    <a:pt x="67954" y="44305"/>
                  </a:lnTo>
                  <a:lnTo>
                    <a:pt x="68104" y="44754"/>
                  </a:lnTo>
                  <a:lnTo>
                    <a:pt x="67954" y="45053"/>
                  </a:lnTo>
                  <a:lnTo>
                    <a:pt x="67505" y="45353"/>
                  </a:lnTo>
                  <a:lnTo>
                    <a:pt x="67355" y="45652"/>
                  </a:lnTo>
                  <a:lnTo>
                    <a:pt x="67355" y="45802"/>
                  </a:lnTo>
                  <a:lnTo>
                    <a:pt x="67804" y="45502"/>
                  </a:lnTo>
                  <a:lnTo>
                    <a:pt x="68104" y="45203"/>
                  </a:lnTo>
                  <a:lnTo>
                    <a:pt x="68253" y="45053"/>
                  </a:lnTo>
                  <a:lnTo>
                    <a:pt x="68253" y="45203"/>
                  </a:lnTo>
                  <a:lnTo>
                    <a:pt x="68403" y="45802"/>
                  </a:lnTo>
                  <a:lnTo>
                    <a:pt x="67954" y="46400"/>
                  </a:lnTo>
                  <a:lnTo>
                    <a:pt x="68553" y="46101"/>
                  </a:lnTo>
                  <a:lnTo>
                    <a:pt x="68702" y="46849"/>
                  </a:lnTo>
                  <a:lnTo>
                    <a:pt x="68403" y="47298"/>
                  </a:lnTo>
                  <a:lnTo>
                    <a:pt x="66906" y="46101"/>
                  </a:lnTo>
                  <a:lnTo>
                    <a:pt x="66158" y="45353"/>
                  </a:lnTo>
                  <a:lnTo>
                    <a:pt x="57776" y="38018"/>
                  </a:lnTo>
                  <a:lnTo>
                    <a:pt x="61069" y="35773"/>
                  </a:lnTo>
                  <a:lnTo>
                    <a:pt x="64511" y="33678"/>
                  </a:lnTo>
                  <a:close/>
                  <a:moveTo>
                    <a:pt x="145038" y="33678"/>
                  </a:moveTo>
                  <a:lnTo>
                    <a:pt x="148331" y="35773"/>
                  </a:lnTo>
                  <a:lnTo>
                    <a:pt x="151624" y="38018"/>
                  </a:lnTo>
                  <a:lnTo>
                    <a:pt x="143242" y="45353"/>
                  </a:lnTo>
                  <a:lnTo>
                    <a:pt x="142494" y="46101"/>
                  </a:lnTo>
                  <a:lnTo>
                    <a:pt x="141147" y="47298"/>
                  </a:lnTo>
                  <a:lnTo>
                    <a:pt x="140698" y="46849"/>
                  </a:lnTo>
                  <a:lnTo>
                    <a:pt x="140997" y="46101"/>
                  </a:lnTo>
                  <a:lnTo>
                    <a:pt x="141446" y="46400"/>
                  </a:lnTo>
                  <a:lnTo>
                    <a:pt x="140997" y="45802"/>
                  </a:lnTo>
                  <a:lnTo>
                    <a:pt x="141147" y="45203"/>
                  </a:lnTo>
                  <a:lnTo>
                    <a:pt x="141296" y="45053"/>
                  </a:lnTo>
                  <a:lnTo>
                    <a:pt x="141296" y="45203"/>
                  </a:lnTo>
                  <a:lnTo>
                    <a:pt x="141895" y="45652"/>
                  </a:lnTo>
                  <a:lnTo>
                    <a:pt x="142045" y="45802"/>
                  </a:lnTo>
                  <a:lnTo>
                    <a:pt x="142194" y="45652"/>
                  </a:lnTo>
                  <a:lnTo>
                    <a:pt x="141895" y="45353"/>
                  </a:lnTo>
                  <a:lnTo>
                    <a:pt x="141446" y="45053"/>
                  </a:lnTo>
                  <a:lnTo>
                    <a:pt x="141296" y="44754"/>
                  </a:lnTo>
                  <a:lnTo>
                    <a:pt x="141596" y="44305"/>
                  </a:lnTo>
                  <a:lnTo>
                    <a:pt x="141596" y="44155"/>
                  </a:lnTo>
                  <a:lnTo>
                    <a:pt x="142194" y="44754"/>
                  </a:lnTo>
                  <a:lnTo>
                    <a:pt x="142494" y="44904"/>
                  </a:lnTo>
                  <a:lnTo>
                    <a:pt x="142643" y="44754"/>
                  </a:lnTo>
                  <a:lnTo>
                    <a:pt x="141596" y="43856"/>
                  </a:lnTo>
                  <a:lnTo>
                    <a:pt x="141895" y="43257"/>
                  </a:lnTo>
                  <a:lnTo>
                    <a:pt x="142045" y="43257"/>
                  </a:lnTo>
                  <a:lnTo>
                    <a:pt x="143093" y="44006"/>
                  </a:lnTo>
                  <a:lnTo>
                    <a:pt x="143093" y="44006"/>
                  </a:lnTo>
                  <a:lnTo>
                    <a:pt x="142643" y="43556"/>
                  </a:lnTo>
                  <a:lnTo>
                    <a:pt x="142344" y="43257"/>
                  </a:lnTo>
                  <a:lnTo>
                    <a:pt x="141895" y="42958"/>
                  </a:lnTo>
                  <a:lnTo>
                    <a:pt x="142194" y="42209"/>
                  </a:lnTo>
                  <a:lnTo>
                    <a:pt x="142643" y="42509"/>
                  </a:lnTo>
                  <a:lnTo>
                    <a:pt x="143093" y="42808"/>
                  </a:lnTo>
                  <a:lnTo>
                    <a:pt x="143691" y="43107"/>
                  </a:lnTo>
                  <a:lnTo>
                    <a:pt x="142793" y="42359"/>
                  </a:lnTo>
                  <a:lnTo>
                    <a:pt x="142344" y="41910"/>
                  </a:lnTo>
                  <a:lnTo>
                    <a:pt x="142494" y="41162"/>
                  </a:lnTo>
                  <a:lnTo>
                    <a:pt x="143093" y="41461"/>
                  </a:lnTo>
                  <a:lnTo>
                    <a:pt x="144140" y="42359"/>
                  </a:lnTo>
                  <a:lnTo>
                    <a:pt x="144290" y="42359"/>
                  </a:lnTo>
                  <a:lnTo>
                    <a:pt x="144290" y="42209"/>
                  </a:lnTo>
                  <a:lnTo>
                    <a:pt x="143691" y="41611"/>
                  </a:lnTo>
                  <a:lnTo>
                    <a:pt x="142943" y="41162"/>
                  </a:lnTo>
                  <a:lnTo>
                    <a:pt x="142643" y="40862"/>
                  </a:lnTo>
                  <a:lnTo>
                    <a:pt x="142943" y="40114"/>
                  </a:lnTo>
                  <a:lnTo>
                    <a:pt x="143093" y="40264"/>
                  </a:lnTo>
                  <a:lnTo>
                    <a:pt x="144889" y="41461"/>
                  </a:lnTo>
                  <a:lnTo>
                    <a:pt x="144290" y="40862"/>
                  </a:lnTo>
                  <a:lnTo>
                    <a:pt x="143691" y="40264"/>
                  </a:lnTo>
                  <a:lnTo>
                    <a:pt x="142943" y="39964"/>
                  </a:lnTo>
                  <a:lnTo>
                    <a:pt x="143242" y="39066"/>
                  </a:lnTo>
                  <a:lnTo>
                    <a:pt x="143991" y="39515"/>
                  </a:lnTo>
                  <a:lnTo>
                    <a:pt x="144739" y="40114"/>
                  </a:lnTo>
                  <a:lnTo>
                    <a:pt x="145487" y="40563"/>
                  </a:lnTo>
                  <a:lnTo>
                    <a:pt x="145487" y="40413"/>
                  </a:lnTo>
                  <a:lnTo>
                    <a:pt x="144889" y="39815"/>
                  </a:lnTo>
                  <a:lnTo>
                    <a:pt x="144290" y="39365"/>
                  </a:lnTo>
                  <a:lnTo>
                    <a:pt x="143392" y="38767"/>
                  </a:lnTo>
                  <a:lnTo>
                    <a:pt x="143691" y="37569"/>
                  </a:lnTo>
                  <a:lnTo>
                    <a:pt x="144589" y="38168"/>
                  </a:lnTo>
                  <a:lnTo>
                    <a:pt x="145936" y="39216"/>
                  </a:lnTo>
                  <a:lnTo>
                    <a:pt x="145936" y="39066"/>
                  </a:lnTo>
                  <a:lnTo>
                    <a:pt x="145487" y="38467"/>
                  </a:lnTo>
                  <a:lnTo>
                    <a:pt x="144889" y="38018"/>
                  </a:lnTo>
                  <a:lnTo>
                    <a:pt x="143841" y="37270"/>
                  </a:lnTo>
                  <a:lnTo>
                    <a:pt x="144140" y="36372"/>
                  </a:lnTo>
                  <a:lnTo>
                    <a:pt x="145188" y="37270"/>
                  </a:lnTo>
                  <a:lnTo>
                    <a:pt x="145936" y="37869"/>
                  </a:lnTo>
                  <a:lnTo>
                    <a:pt x="146834" y="38318"/>
                  </a:lnTo>
                  <a:lnTo>
                    <a:pt x="146834" y="38168"/>
                  </a:lnTo>
                  <a:lnTo>
                    <a:pt x="146086" y="37569"/>
                  </a:lnTo>
                  <a:lnTo>
                    <a:pt x="145338" y="36971"/>
                  </a:lnTo>
                  <a:lnTo>
                    <a:pt x="144140" y="36222"/>
                  </a:lnTo>
                  <a:lnTo>
                    <a:pt x="144440" y="35324"/>
                  </a:lnTo>
                  <a:lnTo>
                    <a:pt x="145487" y="36073"/>
                  </a:lnTo>
                  <a:lnTo>
                    <a:pt x="147134" y="37120"/>
                  </a:lnTo>
                  <a:lnTo>
                    <a:pt x="147283" y="37120"/>
                  </a:lnTo>
                  <a:lnTo>
                    <a:pt x="147283" y="36971"/>
                  </a:lnTo>
                  <a:lnTo>
                    <a:pt x="146535" y="36372"/>
                  </a:lnTo>
                  <a:lnTo>
                    <a:pt x="145936" y="35923"/>
                  </a:lnTo>
                  <a:lnTo>
                    <a:pt x="144589" y="35025"/>
                  </a:lnTo>
                  <a:lnTo>
                    <a:pt x="144889" y="34127"/>
                  </a:lnTo>
                  <a:lnTo>
                    <a:pt x="145787" y="34725"/>
                  </a:lnTo>
                  <a:lnTo>
                    <a:pt x="147882" y="35923"/>
                  </a:lnTo>
                  <a:lnTo>
                    <a:pt x="147134" y="35174"/>
                  </a:lnTo>
                  <a:lnTo>
                    <a:pt x="146236" y="34576"/>
                  </a:lnTo>
                  <a:lnTo>
                    <a:pt x="145038" y="33827"/>
                  </a:lnTo>
                  <a:lnTo>
                    <a:pt x="145038" y="33678"/>
                  </a:lnTo>
                  <a:close/>
                  <a:moveTo>
                    <a:pt x="140548" y="46999"/>
                  </a:moveTo>
                  <a:lnTo>
                    <a:pt x="140997" y="47448"/>
                  </a:lnTo>
                  <a:lnTo>
                    <a:pt x="140249" y="48047"/>
                  </a:lnTo>
                  <a:lnTo>
                    <a:pt x="140249" y="48047"/>
                  </a:lnTo>
                  <a:lnTo>
                    <a:pt x="140548" y="46999"/>
                  </a:lnTo>
                  <a:close/>
                  <a:moveTo>
                    <a:pt x="68852" y="46999"/>
                  </a:moveTo>
                  <a:lnTo>
                    <a:pt x="69151" y="48047"/>
                  </a:lnTo>
                  <a:lnTo>
                    <a:pt x="69151" y="48047"/>
                  </a:lnTo>
                  <a:lnTo>
                    <a:pt x="68403" y="47448"/>
                  </a:lnTo>
                  <a:lnTo>
                    <a:pt x="68852" y="46999"/>
                  </a:lnTo>
                  <a:close/>
                  <a:moveTo>
                    <a:pt x="96094" y="53286"/>
                  </a:moveTo>
                  <a:lnTo>
                    <a:pt x="95046" y="60620"/>
                  </a:lnTo>
                  <a:lnTo>
                    <a:pt x="94896" y="60620"/>
                  </a:lnTo>
                  <a:lnTo>
                    <a:pt x="93100" y="53884"/>
                  </a:lnTo>
                  <a:lnTo>
                    <a:pt x="96094" y="53286"/>
                  </a:lnTo>
                  <a:close/>
                  <a:moveTo>
                    <a:pt x="113007" y="53286"/>
                  </a:moveTo>
                  <a:lnTo>
                    <a:pt x="116150" y="53884"/>
                  </a:lnTo>
                  <a:lnTo>
                    <a:pt x="114803" y="60620"/>
                  </a:lnTo>
                  <a:lnTo>
                    <a:pt x="114055" y="60470"/>
                  </a:lnTo>
                  <a:lnTo>
                    <a:pt x="113007" y="53286"/>
                  </a:lnTo>
                  <a:close/>
                  <a:moveTo>
                    <a:pt x="110313" y="35174"/>
                  </a:moveTo>
                  <a:lnTo>
                    <a:pt x="114654" y="35624"/>
                  </a:lnTo>
                  <a:lnTo>
                    <a:pt x="118994" y="36372"/>
                  </a:lnTo>
                  <a:lnTo>
                    <a:pt x="118994" y="43257"/>
                  </a:lnTo>
                  <a:lnTo>
                    <a:pt x="122437" y="37270"/>
                  </a:lnTo>
                  <a:lnTo>
                    <a:pt x="127077" y="38617"/>
                  </a:lnTo>
                  <a:lnTo>
                    <a:pt x="131717" y="40413"/>
                  </a:lnTo>
                  <a:lnTo>
                    <a:pt x="136058" y="42359"/>
                  </a:lnTo>
                  <a:lnTo>
                    <a:pt x="140398" y="44754"/>
                  </a:lnTo>
                  <a:lnTo>
                    <a:pt x="138153" y="51190"/>
                  </a:lnTo>
                  <a:lnTo>
                    <a:pt x="138153" y="51190"/>
                  </a:lnTo>
                  <a:lnTo>
                    <a:pt x="143392" y="46700"/>
                  </a:lnTo>
                  <a:lnTo>
                    <a:pt x="145637" y="48197"/>
                  </a:lnTo>
                  <a:lnTo>
                    <a:pt x="147733" y="49843"/>
                  </a:lnTo>
                  <a:lnTo>
                    <a:pt x="149828" y="51489"/>
                  </a:lnTo>
                  <a:lnTo>
                    <a:pt x="151774" y="53286"/>
                  </a:lnTo>
                  <a:lnTo>
                    <a:pt x="138902" y="63164"/>
                  </a:lnTo>
                  <a:lnTo>
                    <a:pt x="136207" y="61069"/>
                  </a:lnTo>
                  <a:lnTo>
                    <a:pt x="133513" y="59273"/>
                  </a:lnTo>
                  <a:lnTo>
                    <a:pt x="135609" y="55980"/>
                  </a:lnTo>
                  <a:lnTo>
                    <a:pt x="136357" y="55980"/>
                  </a:lnTo>
                  <a:lnTo>
                    <a:pt x="137105" y="55830"/>
                  </a:lnTo>
                  <a:lnTo>
                    <a:pt x="137704" y="55231"/>
                  </a:lnTo>
                  <a:lnTo>
                    <a:pt x="138153" y="54483"/>
                  </a:lnTo>
                  <a:lnTo>
                    <a:pt x="138303" y="54034"/>
                  </a:lnTo>
                  <a:lnTo>
                    <a:pt x="138303" y="53735"/>
                  </a:lnTo>
                  <a:lnTo>
                    <a:pt x="138003" y="52837"/>
                  </a:lnTo>
                  <a:lnTo>
                    <a:pt x="137554" y="52238"/>
                  </a:lnTo>
                  <a:lnTo>
                    <a:pt x="137255" y="51938"/>
                  </a:lnTo>
                  <a:lnTo>
                    <a:pt x="136806" y="51789"/>
                  </a:lnTo>
                  <a:lnTo>
                    <a:pt x="136357" y="51639"/>
                  </a:lnTo>
                  <a:lnTo>
                    <a:pt x="135908" y="51639"/>
                  </a:lnTo>
                  <a:lnTo>
                    <a:pt x="135160" y="51789"/>
                  </a:lnTo>
                  <a:lnTo>
                    <a:pt x="134411" y="52388"/>
                  </a:lnTo>
                  <a:lnTo>
                    <a:pt x="134261" y="52687"/>
                  </a:lnTo>
                  <a:lnTo>
                    <a:pt x="133962" y="53136"/>
                  </a:lnTo>
                  <a:lnTo>
                    <a:pt x="133962" y="53735"/>
                  </a:lnTo>
                  <a:lnTo>
                    <a:pt x="133962" y="54483"/>
                  </a:lnTo>
                  <a:lnTo>
                    <a:pt x="134261" y="55082"/>
                  </a:lnTo>
                  <a:lnTo>
                    <a:pt x="134711" y="55531"/>
                  </a:lnTo>
                  <a:lnTo>
                    <a:pt x="132765" y="58824"/>
                  </a:lnTo>
                  <a:lnTo>
                    <a:pt x="129172" y="56728"/>
                  </a:lnTo>
                  <a:lnTo>
                    <a:pt x="125430" y="54932"/>
                  </a:lnTo>
                  <a:lnTo>
                    <a:pt x="121539" y="53585"/>
                  </a:lnTo>
                  <a:lnTo>
                    <a:pt x="117348" y="52388"/>
                  </a:lnTo>
                  <a:lnTo>
                    <a:pt x="118246" y="48346"/>
                  </a:lnTo>
                  <a:lnTo>
                    <a:pt x="118994" y="48047"/>
                  </a:lnTo>
                  <a:lnTo>
                    <a:pt x="119743" y="47598"/>
                  </a:lnTo>
                  <a:lnTo>
                    <a:pt x="120192" y="46999"/>
                  </a:lnTo>
                  <a:lnTo>
                    <a:pt x="120341" y="46101"/>
                  </a:lnTo>
                  <a:lnTo>
                    <a:pt x="120341" y="45652"/>
                  </a:lnTo>
                  <a:lnTo>
                    <a:pt x="120192" y="45203"/>
                  </a:lnTo>
                  <a:lnTo>
                    <a:pt x="119743" y="44604"/>
                  </a:lnTo>
                  <a:lnTo>
                    <a:pt x="118994" y="44155"/>
                  </a:lnTo>
                  <a:lnTo>
                    <a:pt x="118545" y="44006"/>
                  </a:lnTo>
                  <a:lnTo>
                    <a:pt x="118096" y="43856"/>
                  </a:lnTo>
                  <a:lnTo>
                    <a:pt x="117647" y="44006"/>
                  </a:lnTo>
                  <a:lnTo>
                    <a:pt x="117198" y="44155"/>
                  </a:lnTo>
                  <a:lnTo>
                    <a:pt x="116599" y="44604"/>
                  </a:lnTo>
                  <a:lnTo>
                    <a:pt x="116150" y="45203"/>
                  </a:lnTo>
                  <a:lnTo>
                    <a:pt x="116001" y="45652"/>
                  </a:lnTo>
                  <a:lnTo>
                    <a:pt x="115851" y="46101"/>
                  </a:lnTo>
                  <a:lnTo>
                    <a:pt x="116001" y="46849"/>
                  </a:lnTo>
                  <a:lnTo>
                    <a:pt x="116300" y="47298"/>
                  </a:lnTo>
                  <a:lnTo>
                    <a:pt x="116749" y="47897"/>
                  </a:lnTo>
                  <a:lnTo>
                    <a:pt x="117348" y="48197"/>
                  </a:lnTo>
                  <a:lnTo>
                    <a:pt x="116450" y="52238"/>
                  </a:lnTo>
                  <a:lnTo>
                    <a:pt x="112708" y="51489"/>
                  </a:lnTo>
                  <a:lnTo>
                    <a:pt x="110313" y="35174"/>
                  </a:lnTo>
                  <a:close/>
                  <a:moveTo>
                    <a:pt x="98488" y="35174"/>
                  </a:moveTo>
                  <a:lnTo>
                    <a:pt x="96243" y="51489"/>
                  </a:lnTo>
                  <a:lnTo>
                    <a:pt x="92651" y="52238"/>
                  </a:lnTo>
                  <a:lnTo>
                    <a:pt x="91453" y="48346"/>
                  </a:lnTo>
                  <a:lnTo>
                    <a:pt x="92052" y="47747"/>
                  </a:lnTo>
                  <a:lnTo>
                    <a:pt x="92501" y="46999"/>
                  </a:lnTo>
                  <a:lnTo>
                    <a:pt x="92501" y="46251"/>
                  </a:lnTo>
                  <a:lnTo>
                    <a:pt x="92352" y="45353"/>
                  </a:lnTo>
                  <a:lnTo>
                    <a:pt x="92052" y="45053"/>
                  </a:lnTo>
                  <a:lnTo>
                    <a:pt x="91753" y="44754"/>
                  </a:lnTo>
                  <a:lnTo>
                    <a:pt x="91004" y="44305"/>
                  </a:lnTo>
                  <a:lnTo>
                    <a:pt x="90256" y="44155"/>
                  </a:lnTo>
                  <a:lnTo>
                    <a:pt x="89807" y="44305"/>
                  </a:lnTo>
                  <a:lnTo>
                    <a:pt x="89358" y="44455"/>
                  </a:lnTo>
                  <a:lnTo>
                    <a:pt x="88909" y="44604"/>
                  </a:lnTo>
                  <a:lnTo>
                    <a:pt x="88610" y="44904"/>
                  </a:lnTo>
                  <a:lnTo>
                    <a:pt x="88310" y="45652"/>
                  </a:lnTo>
                  <a:lnTo>
                    <a:pt x="88161" y="46550"/>
                  </a:lnTo>
                  <a:lnTo>
                    <a:pt x="88161" y="46999"/>
                  </a:lnTo>
                  <a:lnTo>
                    <a:pt x="88310" y="47448"/>
                  </a:lnTo>
                  <a:lnTo>
                    <a:pt x="88759" y="47897"/>
                  </a:lnTo>
                  <a:lnTo>
                    <a:pt x="89208" y="48346"/>
                  </a:lnTo>
                  <a:lnTo>
                    <a:pt x="89807" y="48496"/>
                  </a:lnTo>
                  <a:lnTo>
                    <a:pt x="90555" y="48646"/>
                  </a:lnTo>
                  <a:lnTo>
                    <a:pt x="91603" y="52537"/>
                  </a:lnTo>
                  <a:lnTo>
                    <a:pt x="87412" y="53735"/>
                  </a:lnTo>
                  <a:lnTo>
                    <a:pt x="83521" y="55231"/>
                  </a:lnTo>
                  <a:lnTo>
                    <a:pt x="79629" y="57028"/>
                  </a:lnTo>
                  <a:lnTo>
                    <a:pt x="75887" y="59273"/>
                  </a:lnTo>
                  <a:lnTo>
                    <a:pt x="73941" y="55680"/>
                  </a:lnTo>
                  <a:lnTo>
                    <a:pt x="74390" y="54932"/>
                  </a:lnTo>
                  <a:lnTo>
                    <a:pt x="74540" y="54034"/>
                  </a:lnTo>
                  <a:lnTo>
                    <a:pt x="74240" y="53286"/>
                  </a:lnTo>
                  <a:lnTo>
                    <a:pt x="73791" y="52537"/>
                  </a:lnTo>
                  <a:lnTo>
                    <a:pt x="73492" y="52238"/>
                  </a:lnTo>
                  <a:lnTo>
                    <a:pt x="73043" y="52088"/>
                  </a:lnTo>
                  <a:lnTo>
                    <a:pt x="72295" y="51938"/>
                  </a:lnTo>
                  <a:lnTo>
                    <a:pt x="71397" y="52088"/>
                  </a:lnTo>
                  <a:lnTo>
                    <a:pt x="71097" y="52388"/>
                  </a:lnTo>
                  <a:lnTo>
                    <a:pt x="70648" y="52687"/>
                  </a:lnTo>
                  <a:lnTo>
                    <a:pt x="70499" y="52986"/>
                  </a:lnTo>
                  <a:lnTo>
                    <a:pt x="70199" y="53286"/>
                  </a:lnTo>
                  <a:lnTo>
                    <a:pt x="70049" y="54184"/>
                  </a:lnTo>
                  <a:lnTo>
                    <a:pt x="70199" y="55082"/>
                  </a:lnTo>
                  <a:lnTo>
                    <a:pt x="70499" y="55381"/>
                  </a:lnTo>
                  <a:lnTo>
                    <a:pt x="70798" y="55680"/>
                  </a:lnTo>
                  <a:lnTo>
                    <a:pt x="71247" y="56129"/>
                  </a:lnTo>
                  <a:lnTo>
                    <a:pt x="71846" y="56279"/>
                  </a:lnTo>
                  <a:lnTo>
                    <a:pt x="72444" y="56429"/>
                  </a:lnTo>
                  <a:lnTo>
                    <a:pt x="73043" y="56279"/>
                  </a:lnTo>
                  <a:lnTo>
                    <a:pt x="75139" y="59722"/>
                  </a:lnTo>
                  <a:lnTo>
                    <a:pt x="72444" y="61668"/>
                  </a:lnTo>
                  <a:lnTo>
                    <a:pt x="69750" y="63763"/>
                  </a:lnTo>
                  <a:lnTo>
                    <a:pt x="56728" y="54184"/>
                  </a:lnTo>
                  <a:lnTo>
                    <a:pt x="58824" y="52088"/>
                  </a:lnTo>
                  <a:lnTo>
                    <a:pt x="61218" y="50142"/>
                  </a:lnTo>
                  <a:lnTo>
                    <a:pt x="63613" y="48346"/>
                  </a:lnTo>
                  <a:lnTo>
                    <a:pt x="66008" y="46550"/>
                  </a:lnTo>
                  <a:lnTo>
                    <a:pt x="71247" y="51190"/>
                  </a:lnTo>
                  <a:lnTo>
                    <a:pt x="71247" y="51190"/>
                  </a:lnTo>
                  <a:lnTo>
                    <a:pt x="69151" y="44754"/>
                  </a:lnTo>
                  <a:lnTo>
                    <a:pt x="73342" y="42359"/>
                  </a:lnTo>
                  <a:lnTo>
                    <a:pt x="77683" y="40264"/>
                  </a:lnTo>
                  <a:lnTo>
                    <a:pt x="82323" y="38617"/>
                  </a:lnTo>
                  <a:lnTo>
                    <a:pt x="86963" y="37120"/>
                  </a:lnTo>
                  <a:lnTo>
                    <a:pt x="90406" y="43257"/>
                  </a:lnTo>
                  <a:lnTo>
                    <a:pt x="90555" y="36372"/>
                  </a:lnTo>
                  <a:lnTo>
                    <a:pt x="94447" y="35624"/>
                  </a:lnTo>
                  <a:lnTo>
                    <a:pt x="98488" y="35174"/>
                  </a:lnTo>
                  <a:close/>
                  <a:moveTo>
                    <a:pt x="56878" y="38467"/>
                  </a:moveTo>
                  <a:lnTo>
                    <a:pt x="65260" y="45951"/>
                  </a:lnTo>
                  <a:lnTo>
                    <a:pt x="62865" y="47747"/>
                  </a:lnTo>
                  <a:lnTo>
                    <a:pt x="60470" y="49544"/>
                  </a:lnTo>
                  <a:lnTo>
                    <a:pt x="58075" y="51489"/>
                  </a:lnTo>
                  <a:lnTo>
                    <a:pt x="55830" y="53585"/>
                  </a:lnTo>
                  <a:lnTo>
                    <a:pt x="48196" y="47897"/>
                  </a:lnTo>
                  <a:lnTo>
                    <a:pt x="47298" y="48646"/>
                  </a:lnTo>
                  <a:lnTo>
                    <a:pt x="53136" y="56279"/>
                  </a:lnTo>
                  <a:lnTo>
                    <a:pt x="51040" y="58524"/>
                  </a:lnTo>
                  <a:lnTo>
                    <a:pt x="49244" y="60770"/>
                  </a:lnTo>
                  <a:lnTo>
                    <a:pt x="47448" y="63164"/>
                  </a:lnTo>
                  <a:lnTo>
                    <a:pt x="45802" y="65559"/>
                  </a:lnTo>
                  <a:lnTo>
                    <a:pt x="38018" y="57477"/>
                  </a:lnTo>
                  <a:lnTo>
                    <a:pt x="40114" y="54782"/>
                  </a:lnTo>
                  <a:lnTo>
                    <a:pt x="42209" y="52238"/>
                  </a:lnTo>
                  <a:lnTo>
                    <a:pt x="44454" y="49693"/>
                  </a:lnTo>
                  <a:lnTo>
                    <a:pt x="46700" y="47298"/>
                  </a:lnTo>
                  <a:lnTo>
                    <a:pt x="49094" y="44904"/>
                  </a:lnTo>
                  <a:lnTo>
                    <a:pt x="51639" y="42658"/>
                  </a:lnTo>
                  <a:lnTo>
                    <a:pt x="54184" y="40563"/>
                  </a:lnTo>
                  <a:lnTo>
                    <a:pt x="56878" y="38467"/>
                  </a:lnTo>
                  <a:close/>
                  <a:moveTo>
                    <a:pt x="152522" y="38617"/>
                  </a:moveTo>
                  <a:lnTo>
                    <a:pt x="155216" y="40563"/>
                  </a:lnTo>
                  <a:lnTo>
                    <a:pt x="157761" y="42658"/>
                  </a:lnTo>
                  <a:lnTo>
                    <a:pt x="160306" y="44904"/>
                  </a:lnTo>
                  <a:lnTo>
                    <a:pt x="162700" y="47298"/>
                  </a:lnTo>
                  <a:lnTo>
                    <a:pt x="164946" y="49693"/>
                  </a:lnTo>
                  <a:lnTo>
                    <a:pt x="167191" y="52238"/>
                  </a:lnTo>
                  <a:lnTo>
                    <a:pt x="169286" y="54932"/>
                  </a:lnTo>
                  <a:lnTo>
                    <a:pt x="171382" y="57626"/>
                  </a:lnTo>
                  <a:lnTo>
                    <a:pt x="163748" y="65559"/>
                  </a:lnTo>
                  <a:lnTo>
                    <a:pt x="161802" y="62865"/>
                  </a:lnTo>
                  <a:lnTo>
                    <a:pt x="159707" y="60320"/>
                  </a:lnTo>
                  <a:lnTo>
                    <a:pt x="157611" y="57776"/>
                  </a:lnTo>
                  <a:lnTo>
                    <a:pt x="155366" y="55381"/>
                  </a:lnTo>
                  <a:lnTo>
                    <a:pt x="161054" y="47897"/>
                  </a:lnTo>
                  <a:lnTo>
                    <a:pt x="160156" y="46999"/>
                  </a:lnTo>
                  <a:lnTo>
                    <a:pt x="152672" y="52687"/>
                  </a:lnTo>
                  <a:lnTo>
                    <a:pt x="150576" y="50891"/>
                  </a:lnTo>
                  <a:lnTo>
                    <a:pt x="148481" y="49095"/>
                  </a:lnTo>
                  <a:lnTo>
                    <a:pt x="146385" y="47448"/>
                  </a:lnTo>
                  <a:lnTo>
                    <a:pt x="144140" y="45951"/>
                  </a:lnTo>
                  <a:lnTo>
                    <a:pt x="152522" y="38617"/>
                  </a:lnTo>
                  <a:close/>
                  <a:moveTo>
                    <a:pt x="117048" y="54184"/>
                  </a:moveTo>
                  <a:lnTo>
                    <a:pt x="120940" y="55231"/>
                  </a:lnTo>
                  <a:lnTo>
                    <a:pt x="124682" y="56579"/>
                  </a:lnTo>
                  <a:lnTo>
                    <a:pt x="128424" y="58375"/>
                  </a:lnTo>
                  <a:lnTo>
                    <a:pt x="131867" y="60320"/>
                  </a:lnTo>
                  <a:lnTo>
                    <a:pt x="128274" y="66158"/>
                  </a:lnTo>
                  <a:lnTo>
                    <a:pt x="125281" y="64511"/>
                  </a:lnTo>
                  <a:lnTo>
                    <a:pt x="122287" y="63015"/>
                  </a:lnTo>
                  <a:lnTo>
                    <a:pt x="118994" y="61817"/>
                  </a:lnTo>
                  <a:lnTo>
                    <a:pt x="115701" y="60919"/>
                  </a:lnTo>
                  <a:lnTo>
                    <a:pt x="117048" y="54184"/>
                  </a:lnTo>
                  <a:close/>
                  <a:moveTo>
                    <a:pt x="92052" y="54184"/>
                  </a:moveTo>
                  <a:lnTo>
                    <a:pt x="93998" y="60770"/>
                  </a:lnTo>
                  <a:lnTo>
                    <a:pt x="90406" y="61817"/>
                  </a:lnTo>
                  <a:lnTo>
                    <a:pt x="86813" y="63164"/>
                  </a:lnTo>
                  <a:lnTo>
                    <a:pt x="83521" y="64811"/>
                  </a:lnTo>
                  <a:lnTo>
                    <a:pt x="80228" y="66757"/>
                  </a:lnTo>
                  <a:lnTo>
                    <a:pt x="76785" y="60770"/>
                  </a:lnTo>
                  <a:lnTo>
                    <a:pt x="80377" y="58674"/>
                  </a:lnTo>
                  <a:lnTo>
                    <a:pt x="84119" y="56878"/>
                  </a:lnTo>
                  <a:lnTo>
                    <a:pt x="88011" y="55381"/>
                  </a:lnTo>
                  <a:lnTo>
                    <a:pt x="92052" y="54184"/>
                  </a:lnTo>
                  <a:close/>
                  <a:moveTo>
                    <a:pt x="132615" y="60770"/>
                  </a:moveTo>
                  <a:lnTo>
                    <a:pt x="135160" y="62416"/>
                  </a:lnTo>
                  <a:lnTo>
                    <a:pt x="137405" y="64212"/>
                  </a:lnTo>
                  <a:lnTo>
                    <a:pt x="131717" y="68553"/>
                  </a:lnTo>
                  <a:lnTo>
                    <a:pt x="129172" y="66607"/>
                  </a:lnTo>
                  <a:lnTo>
                    <a:pt x="132615" y="60770"/>
                  </a:lnTo>
                  <a:close/>
                  <a:moveTo>
                    <a:pt x="37569" y="58375"/>
                  </a:moveTo>
                  <a:lnTo>
                    <a:pt x="38168" y="59123"/>
                  </a:lnTo>
                  <a:lnTo>
                    <a:pt x="37420" y="60320"/>
                  </a:lnTo>
                  <a:lnTo>
                    <a:pt x="36971" y="61219"/>
                  </a:lnTo>
                  <a:lnTo>
                    <a:pt x="36671" y="62117"/>
                  </a:lnTo>
                  <a:lnTo>
                    <a:pt x="37719" y="60470"/>
                  </a:lnTo>
                  <a:lnTo>
                    <a:pt x="38467" y="59273"/>
                  </a:lnTo>
                  <a:lnTo>
                    <a:pt x="39066" y="60021"/>
                  </a:lnTo>
                  <a:lnTo>
                    <a:pt x="38318" y="61219"/>
                  </a:lnTo>
                  <a:lnTo>
                    <a:pt x="37869" y="62117"/>
                  </a:lnTo>
                  <a:lnTo>
                    <a:pt x="37569" y="63015"/>
                  </a:lnTo>
                  <a:lnTo>
                    <a:pt x="37569" y="63015"/>
                  </a:lnTo>
                  <a:lnTo>
                    <a:pt x="38168" y="62266"/>
                  </a:lnTo>
                  <a:lnTo>
                    <a:pt x="38617" y="61368"/>
                  </a:lnTo>
                  <a:lnTo>
                    <a:pt x="39216" y="60171"/>
                  </a:lnTo>
                  <a:lnTo>
                    <a:pt x="39814" y="60770"/>
                  </a:lnTo>
                  <a:lnTo>
                    <a:pt x="39066" y="62117"/>
                  </a:lnTo>
                  <a:lnTo>
                    <a:pt x="38916" y="62715"/>
                  </a:lnTo>
                  <a:lnTo>
                    <a:pt x="38617" y="63314"/>
                  </a:lnTo>
                  <a:lnTo>
                    <a:pt x="38767" y="63464"/>
                  </a:lnTo>
                  <a:lnTo>
                    <a:pt x="39665" y="61967"/>
                  </a:lnTo>
                  <a:lnTo>
                    <a:pt x="40114" y="61069"/>
                  </a:lnTo>
                  <a:lnTo>
                    <a:pt x="40862" y="61967"/>
                  </a:lnTo>
                  <a:lnTo>
                    <a:pt x="40413" y="62865"/>
                  </a:lnTo>
                  <a:lnTo>
                    <a:pt x="39964" y="63613"/>
                  </a:lnTo>
                  <a:lnTo>
                    <a:pt x="39665" y="64511"/>
                  </a:lnTo>
                  <a:lnTo>
                    <a:pt x="39814" y="64511"/>
                  </a:lnTo>
                  <a:lnTo>
                    <a:pt x="40263" y="63763"/>
                  </a:lnTo>
                  <a:lnTo>
                    <a:pt x="40563" y="63015"/>
                  </a:lnTo>
                  <a:lnTo>
                    <a:pt x="41162" y="62117"/>
                  </a:lnTo>
                  <a:lnTo>
                    <a:pt x="41760" y="62865"/>
                  </a:lnTo>
                  <a:lnTo>
                    <a:pt x="41311" y="63613"/>
                  </a:lnTo>
                  <a:lnTo>
                    <a:pt x="40862" y="64362"/>
                  </a:lnTo>
                  <a:lnTo>
                    <a:pt x="40563" y="65110"/>
                  </a:lnTo>
                  <a:lnTo>
                    <a:pt x="40713" y="65110"/>
                  </a:lnTo>
                  <a:lnTo>
                    <a:pt x="41760" y="63314"/>
                  </a:lnTo>
                  <a:lnTo>
                    <a:pt x="41910" y="63015"/>
                  </a:lnTo>
                  <a:lnTo>
                    <a:pt x="42509" y="63613"/>
                  </a:lnTo>
                  <a:lnTo>
                    <a:pt x="42209" y="64062"/>
                  </a:lnTo>
                  <a:lnTo>
                    <a:pt x="41611" y="65559"/>
                  </a:lnTo>
                  <a:lnTo>
                    <a:pt x="41760" y="65559"/>
                  </a:lnTo>
                  <a:lnTo>
                    <a:pt x="42359" y="64212"/>
                  </a:lnTo>
                  <a:lnTo>
                    <a:pt x="42658" y="63763"/>
                  </a:lnTo>
                  <a:lnTo>
                    <a:pt x="43257" y="64362"/>
                  </a:lnTo>
                  <a:lnTo>
                    <a:pt x="42958" y="64961"/>
                  </a:lnTo>
                  <a:lnTo>
                    <a:pt x="42509" y="66008"/>
                  </a:lnTo>
                  <a:lnTo>
                    <a:pt x="43107" y="65410"/>
                  </a:lnTo>
                  <a:lnTo>
                    <a:pt x="43407" y="64511"/>
                  </a:lnTo>
                  <a:lnTo>
                    <a:pt x="44005" y="65110"/>
                  </a:lnTo>
                  <a:lnTo>
                    <a:pt x="43856" y="65410"/>
                  </a:lnTo>
                  <a:lnTo>
                    <a:pt x="43556" y="66008"/>
                  </a:lnTo>
                  <a:lnTo>
                    <a:pt x="43407" y="66457"/>
                  </a:lnTo>
                  <a:lnTo>
                    <a:pt x="43556" y="66607"/>
                  </a:lnTo>
                  <a:lnTo>
                    <a:pt x="44005" y="65559"/>
                  </a:lnTo>
                  <a:lnTo>
                    <a:pt x="44155" y="65410"/>
                  </a:lnTo>
                  <a:lnTo>
                    <a:pt x="44754" y="65859"/>
                  </a:lnTo>
                  <a:lnTo>
                    <a:pt x="44155" y="67056"/>
                  </a:lnTo>
                  <a:lnTo>
                    <a:pt x="44305" y="67206"/>
                  </a:lnTo>
                  <a:lnTo>
                    <a:pt x="44904" y="66158"/>
                  </a:lnTo>
                  <a:lnTo>
                    <a:pt x="45203" y="66457"/>
                  </a:lnTo>
                  <a:lnTo>
                    <a:pt x="45353" y="66607"/>
                  </a:lnTo>
                  <a:lnTo>
                    <a:pt x="45203" y="66757"/>
                  </a:lnTo>
                  <a:lnTo>
                    <a:pt x="45053" y="67206"/>
                  </a:lnTo>
                  <a:lnTo>
                    <a:pt x="45053" y="67655"/>
                  </a:lnTo>
                  <a:lnTo>
                    <a:pt x="45053" y="67804"/>
                  </a:lnTo>
                  <a:lnTo>
                    <a:pt x="45203" y="67804"/>
                  </a:lnTo>
                  <a:lnTo>
                    <a:pt x="45502" y="66906"/>
                  </a:lnTo>
                  <a:lnTo>
                    <a:pt x="45502" y="66757"/>
                  </a:lnTo>
                  <a:lnTo>
                    <a:pt x="45951" y="67206"/>
                  </a:lnTo>
                  <a:lnTo>
                    <a:pt x="46101" y="67355"/>
                  </a:lnTo>
                  <a:lnTo>
                    <a:pt x="45802" y="68104"/>
                  </a:lnTo>
                  <a:lnTo>
                    <a:pt x="45951" y="68104"/>
                  </a:lnTo>
                  <a:lnTo>
                    <a:pt x="46251" y="67505"/>
                  </a:lnTo>
                  <a:lnTo>
                    <a:pt x="46849" y="68104"/>
                  </a:lnTo>
                  <a:lnTo>
                    <a:pt x="46700" y="68104"/>
                  </a:lnTo>
                  <a:lnTo>
                    <a:pt x="46700" y="68702"/>
                  </a:lnTo>
                  <a:lnTo>
                    <a:pt x="45203" y="68253"/>
                  </a:lnTo>
                  <a:lnTo>
                    <a:pt x="44155" y="68104"/>
                  </a:lnTo>
                  <a:lnTo>
                    <a:pt x="33378" y="64961"/>
                  </a:lnTo>
                  <a:lnTo>
                    <a:pt x="35534" y="61368"/>
                  </a:lnTo>
                  <a:lnTo>
                    <a:pt x="35623" y="61368"/>
                  </a:lnTo>
                  <a:lnTo>
                    <a:pt x="36971" y="59422"/>
                  </a:lnTo>
                  <a:lnTo>
                    <a:pt x="37569" y="58375"/>
                  </a:lnTo>
                  <a:close/>
                  <a:moveTo>
                    <a:pt x="171831" y="58375"/>
                  </a:moveTo>
                  <a:lnTo>
                    <a:pt x="172579" y="59422"/>
                  </a:lnTo>
                  <a:lnTo>
                    <a:pt x="173777" y="61368"/>
                  </a:lnTo>
                  <a:lnTo>
                    <a:pt x="173926" y="61368"/>
                  </a:lnTo>
                  <a:lnTo>
                    <a:pt x="176022" y="64961"/>
                  </a:lnTo>
                  <a:lnTo>
                    <a:pt x="165245" y="68104"/>
                  </a:lnTo>
                  <a:lnTo>
                    <a:pt x="164197" y="68403"/>
                  </a:lnTo>
                  <a:lnTo>
                    <a:pt x="162850" y="68702"/>
                  </a:lnTo>
                  <a:lnTo>
                    <a:pt x="162700" y="68104"/>
                  </a:lnTo>
                  <a:lnTo>
                    <a:pt x="163149" y="67505"/>
                  </a:lnTo>
                  <a:lnTo>
                    <a:pt x="163449" y="68104"/>
                  </a:lnTo>
                  <a:lnTo>
                    <a:pt x="163598" y="68104"/>
                  </a:lnTo>
                  <a:lnTo>
                    <a:pt x="163449" y="67355"/>
                  </a:lnTo>
                  <a:lnTo>
                    <a:pt x="163449" y="67206"/>
                  </a:lnTo>
                  <a:lnTo>
                    <a:pt x="163898" y="66757"/>
                  </a:lnTo>
                  <a:lnTo>
                    <a:pt x="163898" y="66906"/>
                  </a:lnTo>
                  <a:lnTo>
                    <a:pt x="164347" y="67804"/>
                  </a:lnTo>
                  <a:lnTo>
                    <a:pt x="164497" y="67655"/>
                  </a:lnTo>
                  <a:lnTo>
                    <a:pt x="164347" y="67206"/>
                  </a:lnTo>
                  <a:lnTo>
                    <a:pt x="164197" y="66757"/>
                  </a:lnTo>
                  <a:lnTo>
                    <a:pt x="164047" y="66607"/>
                  </a:lnTo>
                  <a:lnTo>
                    <a:pt x="164197" y="66457"/>
                  </a:lnTo>
                  <a:lnTo>
                    <a:pt x="164497" y="66158"/>
                  </a:lnTo>
                  <a:lnTo>
                    <a:pt x="165095" y="67206"/>
                  </a:lnTo>
                  <a:lnTo>
                    <a:pt x="165245" y="67206"/>
                  </a:lnTo>
                  <a:lnTo>
                    <a:pt x="165245" y="67056"/>
                  </a:lnTo>
                  <a:lnTo>
                    <a:pt x="164796" y="65859"/>
                  </a:lnTo>
                  <a:lnTo>
                    <a:pt x="165245" y="65410"/>
                  </a:lnTo>
                  <a:lnTo>
                    <a:pt x="165395" y="65559"/>
                  </a:lnTo>
                  <a:lnTo>
                    <a:pt x="165993" y="66607"/>
                  </a:lnTo>
                  <a:lnTo>
                    <a:pt x="165993" y="66457"/>
                  </a:lnTo>
                  <a:lnTo>
                    <a:pt x="165844" y="66008"/>
                  </a:lnTo>
                  <a:lnTo>
                    <a:pt x="165544" y="65410"/>
                  </a:lnTo>
                  <a:lnTo>
                    <a:pt x="165395" y="65110"/>
                  </a:lnTo>
                  <a:lnTo>
                    <a:pt x="165993" y="64511"/>
                  </a:lnTo>
                  <a:lnTo>
                    <a:pt x="166442" y="65410"/>
                  </a:lnTo>
                  <a:lnTo>
                    <a:pt x="166891" y="66008"/>
                  </a:lnTo>
                  <a:lnTo>
                    <a:pt x="167041" y="66008"/>
                  </a:lnTo>
                  <a:lnTo>
                    <a:pt x="166442" y="64961"/>
                  </a:lnTo>
                  <a:lnTo>
                    <a:pt x="166143" y="64362"/>
                  </a:lnTo>
                  <a:lnTo>
                    <a:pt x="166742" y="63763"/>
                  </a:lnTo>
                  <a:lnTo>
                    <a:pt x="167041" y="64212"/>
                  </a:lnTo>
                  <a:lnTo>
                    <a:pt x="167640" y="65559"/>
                  </a:lnTo>
                  <a:lnTo>
                    <a:pt x="167789" y="65559"/>
                  </a:lnTo>
                  <a:lnTo>
                    <a:pt x="167191" y="64062"/>
                  </a:lnTo>
                  <a:lnTo>
                    <a:pt x="166891" y="63613"/>
                  </a:lnTo>
                  <a:lnTo>
                    <a:pt x="167490" y="63015"/>
                  </a:lnTo>
                  <a:lnTo>
                    <a:pt x="167789" y="63314"/>
                  </a:lnTo>
                  <a:lnTo>
                    <a:pt x="168687" y="65110"/>
                  </a:lnTo>
                  <a:lnTo>
                    <a:pt x="168837" y="65110"/>
                  </a:lnTo>
                  <a:lnTo>
                    <a:pt x="168538" y="64362"/>
                  </a:lnTo>
                  <a:lnTo>
                    <a:pt x="168238" y="63613"/>
                  </a:lnTo>
                  <a:lnTo>
                    <a:pt x="167640" y="62865"/>
                  </a:lnTo>
                  <a:lnTo>
                    <a:pt x="168388" y="62117"/>
                  </a:lnTo>
                  <a:lnTo>
                    <a:pt x="168837" y="63015"/>
                  </a:lnTo>
                  <a:lnTo>
                    <a:pt x="169286" y="63763"/>
                  </a:lnTo>
                  <a:lnTo>
                    <a:pt x="169735" y="64511"/>
                  </a:lnTo>
                  <a:lnTo>
                    <a:pt x="169436" y="63613"/>
                  </a:lnTo>
                  <a:lnTo>
                    <a:pt x="168987" y="62865"/>
                  </a:lnTo>
                  <a:lnTo>
                    <a:pt x="168538" y="61967"/>
                  </a:lnTo>
                  <a:lnTo>
                    <a:pt x="169436" y="61069"/>
                  </a:lnTo>
                  <a:lnTo>
                    <a:pt x="169885" y="61967"/>
                  </a:lnTo>
                  <a:lnTo>
                    <a:pt x="170633" y="63464"/>
                  </a:lnTo>
                  <a:lnTo>
                    <a:pt x="170783" y="63464"/>
                  </a:lnTo>
                  <a:lnTo>
                    <a:pt x="170783" y="63314"/>
                  </a:lnTo>
                  <a:lnTo>
                    <a:pt x="170633" y="62715"/>
                  </a:lnTo>
                  <a:lnTo>
                    <a:pt x="170334" y="62117"/>
                  </a:lnTo>
                  <a:lnTo>
                    <a:pt x="169586" y="60770"/>
                  </a:lnTo>
                  <a:lnTo>
                    <a:pt x="170184" y="60171"/>
                  </a:lnTo>
                  <a:lnTo>
                    <a:pt x="170783" y="61368"/>
                  </a:lnTo>
                  <a:lnTo>
                    <a:pt x="171232" y="62266"/>
                  </a:lnTo>
                  <a:lnTo>
                    <a:pt x="171831" y="63015"/>
                  </a:lnTo>
                  <a:lnTo>
                    <a:pt x="171531" y="62117"/>
                  </a:lnTo>
                  <a:lnTo>
                    <a:pt x="171082" y="61219"/>
                  </a:lnTo>
                  <a:lnTo>
                    <a:pt x="170334" y="60021"/>
                  </a:lnTo>
                  <a:lnTo>
                    <a:pt x="171082" y="59273"/>
                  </a:lnTo>
                  <a:lnTo>
                    <a:pt x="171681" y="60470"/>
                  </a:lnTo>
                  <a:lnTo>
                    <a:pt x="172729" y="62117"/>
                  </a:lnTo>
                  <a:lnTo>
                    <a:pt x="172878" y="62117"/>
                  </a:lnTo>
                  <a:lnTo>
                    <a:pt x="172429" y="61219"/>
                  </a:lnTo>
                  <a:lnTo>
                    <a:pt x="171980" y="60320"/>
                  </a:lnTo>
                  <a:lnTo>
                    <a:pt x="171232" y="59123"/>
                  </a:lnTo>
                  <a:lnTo>
                    <a:pt x="171831" y="58375"/>
                  </a:lnTo>
                  <a:close/>
                  <a:moveTo>
                    <a:pt x="46999" y="68253"/>
                  </a:moveTo>
                  <a:lnTo>
                    <a:pt x="47747" y="69002"/>
                  </a:lnTo>
                  <a:lnTo>
                    <a:pt x="47747" y="69002"/>
                  </a:lnTo>
                  <a:lnTo>
                    <a:pt x="46849" y="68852"/>
                  </a:lnTo>
                  <a:lnTo>
                    <a:pt x="46999" y="68253"/>
                  </a:lnTo>
                  <a:close/>
                  <a:moveTo>
                    <a:pt x="162401" y="68253"/>
                  </a:moveTo>
                  <a:lnTo>
                    <a:pt x="162700" y="68852"/>
                  </a:lnTo>
                  <a:lnTo>
                    <a:pt x="161653" y="69002"/>
                  </a:lnTo>
                  <a:lnTo>
                    <a:pt x="161653" y="69002"/>
                  </a:lnTo>
                  <a:lnTo>
                    <a:pt x="162401" y="68253"/>
                  </a:lnTo>
                  <a:close/>
                  <a:moveTo>
                    <a:pt x="76037" y="61219"/>
                  </a:moveTo>
                  <a:lnTo>
                    <a:pt x="79479" y="67206"/>
                  </a:lnTo>
                  <a:lnTo>
                    <a:pt x="76935" y="69002"/>
                  </a:lnTo>
                  <a:lnTo>
                    <a:pt x="71247" y="64811"/>
                  </a:lnTo>
                  <a:lnTo>
                    <a:pt x="73492" y="63015"/>
                  </a:lnTo>
                  <a:lnTo>
                    <a:pt x="76037" y="61219"/>
                  </a:lnTo>
                  <a:close/>
                  <a:moveTo>
                    <a:pt x="114354" y="62117"/>
                  </a:moveTo>
                  <a:lnTo>
                    <a:pt x="116599" y="62566"/>
                  </a:lnTo>
                  <a:lnTo>
                    <a:pt x="118695" y="63314"/>
                  </a:lnTo>
                  <a:lnTo>
                    <a:pt x="120790" y="64062"/>
                  </a:lnTo>
                  <a:lnTo>
                    <a:pt x="122886" y="64961"/>
                  </a:lnTo>
                  <a:lnTo>
                    <a:pt x="124832" y="65859"/>
                  </a:lnTo>
                  <a:lnTo>
                    <a:pt x="126778" y="67056"/>
                  </a:lnTo>
                  <a:lnTo>
                    <a:pt x="128723" y="68104"/>
                  </a:lnTo>
                  <a:lnTo>
                    <a:pt x="130520" y="69451"/>
                  </a:lnTo>
                  <a:lnTo>
                    <a:pt x="117048" y="79629"/>
                  </a:lnTo>
                  <a:lnTo>
                    <a:pt x="114354" y="62117"/>
                  </a:lnTo>
                  <a:close/>
                  <a:moveTo>
                    <a:pt x="64511" y="71546"/>
                  </a:moveTo>
                  <a:lnTo>
                    <a:pt x="68852" y="77234"/>
                  </a:lnTo>
                  <a:lnTo>
                    <a:pt x="67056" y="79779"/>
                  </a:lnTo>
                  <a:lnTo>
                    <a:pt x="61218" y="76186"/>
                  </a:lnTo>
                  <a:lnTo>
                    <a:pt x="62865" y="73792"/>
                  </a:lnTo>
                  <a:lnTo>
                    <a:pt x="64511" y="71546"/>
                  </a:lnTo>
                  <a:close/>
                  <a:moveTo>
                    <a:pt x="94896" y="62117"/>
                  </a:moveTo>
                  <a:lnTo>
                    <a:pt x="92352" y="80377"/>
                  </a:lnTo>
                  <a:lnTo>
                    <a:pt x="78132" y="69900"/>
                  </a:lnTo>
                  <a:lnTo>
                    <a:pt x="80078" y="68553"/>
                  </a:lnTo>
                  <a:lnTo>
                    <a:pt x="81874" y="67355"/>
                  </a:lnTo>
                  <a:lnTo>
                    <a:pt x="83970" y="66158"/>
                  </a:lnTo>
                  <a:lnTo>
                    <a:pt x="86065" y="65110"/>
                  </a:lnTo>
                  <a:lnTo>
                    <a:pt x="88161" y="64212"/>
                  </a:lnTo>
                  <a:lnTo>
                    <a:pt x="90256" y="63464"/>
                  </a:lnTo>
                  <a:lnTo>
                    <a:pt x="92501" y="62715"/>
                  </a:lnTo>
                  <a:lnTo>
                    <a:pt x="94896" y="62117"/>
                  </a:lnTo>
                  <a:close/>
                  <a:moveTo>
                    <a:pt x="144140" y="70648"/>
                  </a:moveTo>
                  <a:lnTo>
                    <a:pt x="146535" y="73792"/>
                  </a:lnTo>
                  <a:lnTo>
                    <a:pt x="148780" y="77084"/>
                  </a:lnTo>
                  <a:lnTo>
                    <a:pt x="143093" y="80826"/>
                  </a:lnTo>
                  <a:lnTo>
                    <a:pt x="141596" y="78581"/>
                  </a:lnTo>
                  <a:lnTo>
                    <a:pt x="139949" y="76336"/>
                  </a:lnTo>
                  <a:lnTo>
                    <a:pt x="144140" y="70648"/>
                  </a:lnTo>
                  <a:close/>
                  <a:moveTo>
                    <a:pt x="32929" y="65859"/>
                  </a:moveTo>
                  <a:lnTo>
                    <a:pt x="43706" y="68852"/>
                  </a:lnTo>
                  <a:lnTo>
                    <a:pt x="41311" y="73193"/>
                  </a:lnTo>
                  <a:lnTo>
                    <a:pt x="39365" y="77534"/>
                  </a:lnTo>
                  <a:lnTo>
                    <a:pt x="37569" y="82024"/>
                  </a:lnTo>
                  <a:lnTo>
                    <a:pt x="36222" y="86664"/>
                  </a:lnTo>
                  <a:lnTo>
                    <a:pt x="26343" y="81575"/>
                  </a:lnTo>
                  <a:lnTo>
                    <a:pt x="26643" y="80527"/>
                  </a:lnTo>
                  <a:lnTo>
                    <a:pt x="27990" y="76635"/>
                  </a:lnTo>
                  <a:lnTo>
                    <a:pt x="29487" y="73043"/>
                  </a:lnTo>
                  <a:lnTo>
                    <a:pt x="31133" y="69301"/>
                  </a:lnTo>
                  <a:lnTo>
                    <a:pt x="32929" y="65859"/>
                  </a:lnTo>
                  <a:close/>
                  <a:moveTo>
                    <a:pt x="176471" y="65859"/>
                  </a:moveTo>
                  <a:lnTo>
                    <a:pt x="178417" y="69601"/>
                  </a:lnTo>
                  <a:lnTo>
                    <a:pt x="180213" y="73492"/>
                  </a:lnTo>
                  <a:lnTo>
                    <a:pt x="181710" y="77534"/>
                  </a:lnTo>
                  <a:lnTo>
                    <a:pt x="183057" y="81575"/>
                  </a:lnTo>
                  <a:lnTo>
                    <a:pt x="173178" y="86814"/>
                  </a:lnTo>
                  <a:lnTo>
                    <a:pt x="171831" y="82024"/>
                  </a:lnTo>
                  <a:lnTo>
                    <a:pt x="170035" y="77534"/>
                  </a:lnTo>
                  <a:lnTo>
                    <a:pt x="168089" y="73193"/>
                  </a:lnTo>
                  <a:lnTo>
                    <a:pt x="165694" y="68852"/>
                  </a:lnTo>
                  <a:lnTo>
                    <a:pt x="176471" y="65859"/>
                  </a:lnTo>
                  <a:close/>
                  <a:moveTo>
                    <a:pt x="38168" y="88909"/>
                  </a:moveTo>
                  <a:lnTo>
                    <a:pt x="39216" y="89358"/>
                  </a:lnTo>
                  <a:lnTo>
                    <a:pt x="38168" y="89358"/>
                  </a:lnTo>
                  <a:lnTo>
                    <a:pt x="38168" y="88909"/>
                  </a:lnTo>
                  <a:close/>
                  <a:moveTo>
                    <a:pt x="171232" y="88909"/>
                  </a:moveTo>
                  <a:lnTo>
                    <a:pt x="171232" y="89358"/>
                  </a:lnTo>
                  <a:lnTo>
                    <a:pt x="170334" y="89358"/>
                  </a:lnTo>
                  <a:lnTo>
                    <a:pt x="171232" y="88909"/>
                  </a:lnTo>
                  <a:close/>
                  <a:moveTo>
                    <a:pt x="26194" y="82623"/>
                  </a:moveTo>
                  <a:lnTo>
                    <a:pt x="26942" y="83072"/>
                  </a:lnTo>
                  <a:lnTo>
                    <a:pt x="26643" y="84568"/>
                  </a:lnTo>
                  <a:lnTo>
                    <a:pt x="26493" y="85466"/>
                  </a:lnTo>
                  <a:lnTo>
                    <a:pt x="26343" y="86365"/>
                  </a:lnTo>
                  <a:lnTo>
                    <a:pt x="26493" y="86365"/>
                  </a:lnTo>
                  <a:lnTo>
                    <a:pt x="26942" y="84419"/>
                  </a:lnTo>
                  <a:lnTo>
                    <a:pt x="27241" y="83221"/>
                  </a:lnTo>
                  <a:lnTo>
                    <a:pt x="27990" y="83670"/>
                  </a:lnTo>
                  <a:lnTo>
                    <a:pt x="27840" y="85017"/>
                  </a:lnTo>
                  <a:lnTo>
                    <a:pt x="27690" y="85916"/>
                  </a:lnTo>
                  <a:lnTo>
                    <a:pt x="27541" y="86814"/>
                  </a:lnTo>
                  <a:lnTo>
                    <a:pt x="27541" y="86963"/>
                  </a:lnTo>
                  <a:lnTo>
                    <a:pt x="27690" y="86963"/>
                  </a:lnTo>
                  <a:lnTo>
                    <a:pt x="27990" y="85916"/>
                  </a:lnTo>
                  <a:lnTo>
                    <a:pt x="28140" y="85017"/>
                  </a:lnTo>
                  <a:lnTo>
                    <a:pt x="28289" y="83670"/>
                  </a:lnTo>
                  <a:lnTo>
                    <a:pt x="29038" y="84119"/>
                  </a:lnTo>
                  <a:lnTo>
                    <a:pt x="28738" y="85466"/>
                  </a:lnTo>
                  <a:lnTo>
                    <a:pt x="28738" y="86215"/>
                  </a:lnTo>
                  <a:lnTo>
                    <a:pt x="28738" y="86963"/>
                  </a:lnTo>
                  <a:lnTo>
                    <a:pt x="28888" y="86963"/>
                  </a:lnTo>
                  <a:lnTo>
                    <a:pt x="29187" y="85167"/>
                  </a:lnTo>
                  <a:lnTo>
                    <a:pt x="29337" y="84269"/>
                  </a:lnTo>
                  <a:lnTo>
                    <a:pt x="30385" y="84868"/>
                  </a:lnTo>
                  <a:lnTo>
                    <a:pt x="30085" y="86215"/>
                  </a:lnTo>
                  <a:lnTo>
                    <a:pt x="30085" y="87562"/>
                  </a:lnTo>
                  <a:lnTo>
                    <a:pt x="30385" y="86814"/>
                  </a:lnTo>
                  <a:lnTo>
                    <a:pt x="30534" y="85766"/>
                  </a:lnTo>
                  <a:lnTo>
                    <a:pt x="30684" y="85017"/>
                  </a:lnTo>
                  <a:lnTo>
                    <a:pt x="31432" y="85317"/>
                  </a:lnTo>
                  <a:lnTo>
                    <a:pt x="31283" y="86365"/>
                  </a:lnTo>
                  <a:lnTo>
                    <a:pt x="31133" y="87113"/>
                  </a:lnTo>
                  <a:lnTo>
                    <a:pt x="31133" y="87861"/>
                  </a:lnTo>
                  <a:lnTo>
                    <a:pt x="31283" y="87861"/>
                  </a:lnTo>
                  <a:lnTo>
                    <a:pt x="31582" y="85916"/>
                  </a:lnTo>
                  <a:lnTo>
                    <a:pt x="31732" y="85466"/>
                  </a:lnTo>
                  <a:lnTo>
                    <a:pt x="32480" y="85916"/>
                  </a:lnTo>
                  <a:lnTo>
                    <a:pt x="32331" y="86215"/>
                  </a:lnTo>
                  <a:lnTo>
                    <a:pt x="32181" y="87113"/>
                  </a:lnTo>
                  <a:lnTo>
                    <a:pt x="32181" y="88011"/>
                  </a:lnTo>
                  <a:lnTo>
                    <a:pt x="32331" y="88011"/>
                  </a:lnTo>
                  <a:lnTo>
                    <a:pt x="32480" y="86814"/>
                  </a:lnTo>
                  <a:lnTo>
                    <a:pt x="32630" y="86065"/>
                  </a:lnTo>
                  <a:lnTo>
                    <a:pt x="33378" y="86365"/>
                  </a:lnTo>
                  <a:lnTo>
                    <a:pt x="33229" y="87263"/>
                  </a:lnTo>
                  <a:lnTo>
                    <a:pt x="33229" y="88161"/>
                  </a:lnTo>
                  <a:lnTo>
                    <a:pt x="33528" y="87412"/>
                  </a:lnTo>
                  <a:lnTo>
                    <a:pt x="33678" y="86514"/>
                  </a:lnTo>
                  <a:lnTo>
                    <a:pt x="34426" y="86814"/>
                  </a:lnTo>
                  <a:lnTo>
                    <a:pt x="34276" y="87263"/>
                  </a:lnTo>
                  <a:lnTo>
                    <a:pt x="34276" y="87712"/>
                  </a:lnTo>
                  <a:lnTo>
                    <a:pt x="34276" y="88310"/>
                  </a:lnTo>
                  <a:lnTo>
                    <a:pt x="34576" y="87263"/>
                  </a:lnTo>
                  <a:lnTo>
                    <a:pt x="34576" y="86963"/>
                  </a:lnTo>
                  <a:lnTo>
                    <a:pt x="35324" y="87263"/>
                  </a:lnTo>
                  <a:lnTo>
                    <a:pt x="35174" y="88610"/>
                  </a:lnTo>
                  <a:lnTo>
                    <a:pt x="35324" y="88759"/>
                  </a:lnTo>
                  <a:lnTo>
                    <a:pt x="35324" y="88610"/>
                  </a:lnTo>
                  <a:lnTo>
                    <a:pt x="35474" y="87412"/>
                  </a:lnTo>
                  <a:lnTo>
                    <a:pt x="35923" y="87712"/>
                  </a:lnTo>
                  <a:lnTo>
                    <a:pt x="36072" y="87712"/>
                  </a:lnTo>
                  <a:lnTo>
                    <a:pt x="36072" y="88011"/>
                  </a:lnTo>
                  <a:lnTo>
                    <a:pt x="36222" y="88909"/>
                  </a:lnTo>
                  <a:lnTo>
                    <a:pt x="36372" y="88161"/>
                  </a:lnTo>
                  <a:lnTo>
                    <a:pt x="36372" y="87861"/>
                  </a:lnTo>
                  <a:lnTo>
                    <a:pt x="36821" y="88161"/>
                  </a:lnTo>
                  <a:lnTo>
                    <a:pt x="36971" y="88310"/>
                  </a:lnTo>
                  <a:lnTo>
                    <a:pt x="37120" y="89059"/>
                  </a:lnTo>
                  <a:lnTo>
                    <a:pt x="37270" y="88310"/>
                  </a:lnTo>
                  <a:lnTo>
                    <a:pt x="38018" y="88759"/>
                  </a:lnTo>
                  <a:lnTo>
                    <a:pt x="38018" y="89358"/>
                  </a:lnTo>
                  <a:lnTo>
                    <a:pt x="36522" y="89508"/>
                  </a:lnTo>
                  <a:lnTo>
                    <a:pt x="35474" y="89508"/>
                  </a:lnTo>
                  <a:lnTo>
                    <a:pt x="24398" y="90107"/>
                  </a:lnTo>
                  <a:lnTo>
                    <a:pt x="24398" y="90107"/>
                  </a:lnTo>
                  <a:lnTo>
                    <a:pt x="25146" y="86065"/>
                  </a:lnTo>
                  <a:lnTo>
                    <a:pt x="25296" y="86065"/>
                  </a:lnTo>
                  <a:lnTo>
                    <a:pt x="25745" y="84269"/>
                  </a:lnTo>
                  <a:lnTo>
                    <a:pt x="26044" y="83521"/>
                  </a:lnTo>
                  <a:lnTo>
                    <a:pt x="26194" y="82623"/>
                  </a:lnTo>
                  <a:close/>
                  <a:moveTo>
                    <a:pt x="183356" y="82623"/>
                  </a:moveTo>
                  <a:lnTo>
                    <a:pt x="183506" y="83521"/>
                  </a:lnTo>
                  <a:lnTo>
                    <a:pt x="183655" y="84269"/>
                  </a:lnTo>
                  <a:lnTo>
                    <a:pt x="184104" y="86065"/>
                  </a:lnTo>
                  <a:lnTo>
                    <a:pt x="184254" y="86065"/>
                  </a:lnTo>
                  <a:lnTo>
                    <a:pt x="185002" y="90107"/>
                  </a:lnTo>
                  <a:lnTo>
                    <a:pt x="185002" y="90107"/>
                  </a:lnTo>
                  <a:lnTo>
                    <a:pt x="173926" y="89508"/>
                  </a:lnTo>
                  <a:lnTo>
                    <a:pt x="172878" y="89508"/>
                  </a:lnTo>
                  <a:lnTo>
                    <a:pt x="171382" y="89358"/>
                  </a:lnTo>
                  <a:lnTo>
                    <a:pt x="171531" y="88759"/>
                  </a:lnTo>
                  <a:lnTo>
                    <a:pt x="172130" y="88310"/>
                  </a:lnTo>
                  <a:lnTo>
                    <a:pt x="172280" y="89059"/>
                  </a:lnTo>
                  <a:lnTo>
                    <a:pt x="172429" y="89059"/>
                  </a:lnTo>
                  <a:lnTo>
                    <a:pt x="172429" y="88310"/>
                  </a:lnTo>
                  <a:lnTo>
                    <a:pt x="172579" y="88161"/>
                  </a:lnTo>
                  <a:lnTo>
                    <a:pt x="173028" y="87861"/>
                  </a:lnTo>
                  <a:lnTo>
                    <a:pt x="173028" y="88161"/>
                  </a:lnTo>
                  <a:lnTo>
                    <a:pt x="173178" y="88909"/>
                  </a:lnTo>
                  <a:lnTo>
                    <a:pt x="173178" y="89059"/>
                  </a:lnTo>
                  <a:lnTo>
                    <a:pt x="173328" y="88909"/>
                  </a:lnTo>
                  <a:lnTo>
                    <a:pt x="173328" y="88011"/>
                  </a:lnTo>
                  <a:lnTo>
                    <a:pt x="173328" y="87712"/>
                  </a:lnTo>
                  <a:lnTo>
                    <a:pt x="173477" y="87712"/>
                  </a:lnTo>
                  <a:lnTo>
                    <a:pt x="173926" y="87412"/>
                  </a:lnTo>
                  <a:lnTo>
                    <a:pt x="174076" y="88610"/>
                  </a:lnTo>
                  <a:lnTo>
                    <a:pt x="174226" y="88759"/>
                  </a:lnTo>
                  <a:lnTo>
                    <a:pt x="174226" y="88610"/>
                  </a:lnTo>
                  <a:lnTo>
                    <a:pt x="174226" y="87263"/>
                  </a:lnTo>
                  <a:lnTo>
                    <a:pt x="174824" y="86963"/>
                  </a:lnTo>
                  <a:lnTo>
                    <a:pt x="174824" y="87263"/>
                  </a:lnTo>
                  <a:lnTo>
                    <a:pt x="175124" y="88310"/>
                  </a:lnTo>
                  <a:lnTo>
                    <a:pt x="175273" y="87712"/>
                  </a:lnTo>
                  <a:lnTo>
                    <a:pt x="175124" y="87263"/>
                  </a:lnTo>
                  <a:lnTo>
                    <a:pt x="175124" y="86814"/>
                  </a:lnTo>
                  <a:lnTo>
                    <a:pt x="175722" y="86514"/>
                  </a:lnTo>
                  <a:lnTo>
                    <a:pt x="175872" y="87412"/>
                  </a:lnTo>
                  <a:lnTo>
                    <a:pt x="176171" y="88161"/>
                  </a:lnTo>
                  <a:lnTo>
                    <a:pt x="176171" y="87263"/>
                  </a:lnTo>
                  <a:lnTo>
                    <a:pt x="176022" y="86365"/>
                  </a:lnTo>
                  <a:lnTo>
                    <a:pt x="176770" y="86065"/>
                  </a:lnTo>
                  <a:lnTo>
                    <a:pt x="176920" y="86814"/>
                  </a:lnTo>
                  <a:lnTo>
                    <a:pt x="177069" y="88011"/>
                  </a:lnTo>
                  <a:lnTo>
                    <a:pt x="177219" y="88011"/>
                  </a:lnTo>
                  <a:lnTo>
                    <a:pt x="177219" y="87113"/>
                  </a:lnTo>
                  <a:lnTo>
                    <a:pt x="177069" y="86215"/>
                  </a:lnTo>
                  <a:lnTo>
                    <a:pt x="177069" y="85916"/>
                  </a:lnTo>
                  <a:lnTo>
                    <a:pt x="177668" y="85466"/>
                  </a:lnTo>
                  <a:lnTo>
                    <a:pt x="177818" y="85916"/>
                  </a:lnTo>
                  <a:lnTo>
                    <a:pt x="178267" y="87861"/>
                  </a:lnTo>
                  <a:lnTo>
                    <a:pt x="178267" y="87113"/>
                  </a:lnTo>
                  <a:lnTo>
                    <a:pt x="178117" y="86365"/>
                  </a:lnTo>
                  <a:lnTo>
                    <a:pt x="177968" y="85317"/>
                  </a:lnTo>
                  <a:lnTo>
                    <a:pt x="178716" y="85017"/>
                  </a:lnTo>
                  <a:lnTo>
                    <a:pt x="178866" y="85766"/>
                  </a:lnTo>
                  <a:lnTo>
                    <a:pt x="179015" y="86814"/>
                  </a:lnTo>
                  <a:lnTo>
                    <a:pt x="179315" y="87562"/>
                  </a:lnTo>
                  <a:lnTo>
                    <a:pt x="179315" y="86215"/>
                  </a:lnTo>
                  <a:lnTo>
                    <a:pt x="179015" y="84868"/>
                  </a:lnTo>
                  <a:lnTo>
                    <a:pt x="180063" y="84269"/>
                  </a:lnTo>
                  <a:lnTo>
                    <a:pt x="180362" y="85167"/>
                  </a:lnTo>
                  <a:lnTo>
                    <a:pt x="180512" y="86963"/>
                  </a:lnTo>
                  <a:lnTo>
                    <a:pt x="180662" y="86963"/>
                  </a:lnTo>
                  <a:lnTo>
                    <a:pt x="180662" y="86215"/>
                  </a:lnTo>
                  <a:lnTo>
                    <a:pt x="180662" y="85466"/>
                  </a:lnTo>
                  <a:lnTo>
                    <a:pt x="180362" y="84119"/>
                  </a:lnTo>
                  <a:lnTo>
                    <a:pt x="181111" y="83670"/>
                  </a:lnTo>
                  <a:lnTo>
                    <a:pt x="181410" y="85017"/>
                  </a:lnTo>
                  <a:lnTo>
                    <a:pt x="181560" y="85916"/>
                  </a:lnTo>
                  <a:lnTo>
                    <a:pt x="181859" y="86963"/>
                  </a:lnTo>
                  <a:lnTo>
                    <a:pt x="181859" y="86814"/>
                  </a:lnTo>
                  <a:lnTo>
                    <a:pt x="181859" y="85916"/>
                  </a:lnTo>
                  <a:lnTo>
                    <a:pt x="181710" y="85017"/>
                  </a:lnTo>
                  <a:lnTo>
                    <a:pt x="181410" y="83670"/>
                  </a:lnTo>
                  <a:lnTo>
                    <a:pt x="182308" y="83221"/>
                  </a:lnTo>
                  <a:lnTo>
                    <a:pt x="182458" y="84419"/>
                  </a:lnTo>
                  <a:lnTo>
                    <a:pt x="182907" y="86365"/>
                  </a:lnTo>
                  <a:lnTo>
                    <a:pt x="183057" y="86365"/>
                  </a:lnTo>
                  <a:lnTo>
                    <a:pt x="183057" y="85466"/>
                  </a:lnTo>
                  <a:lnTo>
                    <a:pt x="182907" y="84568"/>
                  </a:lnTo>
                  <a:lnTo>
                    <a:pt x="182608" y="83072"/>
                  </a:lnTo>
                  <a:lnTo>
                    <a:pt x="183356" y="82623"/>
                  </a:lnTo>
                  <a:close/>
                  <a:moveTo>
                    <a:pt x="50891" y="51340"/>
                  </a:moveTo>
                  <a:lnTo>
                    <a:pt x="54932" y="54333"/>
                  </a:lnTo>
                  <a:lnTo>
                    <a:pt x="55680" y="54932"/>
                  </a:lnTo>
                  <a:lnTo>
                    <a:pt x="68852" y="64661"/>
                  </a:lnTo>
                  <a:lnTo>
                    <a:pt x="70199" y="65709"/>
                  </a:lnTo>
                  <a:lnTo>
                    <a:pt x="75887" y="69900"/>
                  </a:lnTo>
                  <a:lnTo>
                    <a:pt x="77084" y="70798"/>
                  </a:lnTo>
                  <a:lnTo>
                    <a:pt x="92052" y="81874"/>
                  </a:lnTo>
                  <a:lnTo>
                    <a:pt x="90855" y="90705"/>
                  </a:lnTo>
                  <a:lnTo>
                    <a:pt x="88460" y="91154"/>
                  </a:lnTo>
                  <a:lnTo>
                    <a:pt x="89059" y="90406"/>
                  </a:lnTo>
                  <a:lnTo>
                    <a:pt x="89657" y="89807"/>
                  </a:lnTo>
                  <a:lnTo>
                    <a:pt x="89657" y="89657"/>
                  </a:lnTo>
                  <a:lnTo>
                    <a:pt x="89508" y="89657"/>
                  </a:lnTo>
                  <a:lnTo>
                    <a:pt x="88610" y="90406"/>
                  </a:lnTo>
                  <a:lnTo>
                    <a:pt x="87861" y="91154"/>
                  </a:lnTo>
                  <a:lnTo>
                    <a:pt x="84269" y="91753"/>
                  </a:lnTo>
                  <a:lnTo>
                    <a:pt x="85766" y="90406"/>
                  </a:lnTo>
                  <a:lnTo>
                    <a:pt x="86963" y="89059"/>
                  </a:lnTo>
                  <a:lnTo>
                    <a:pt x="87562" y="88460"/>
                  </a:lnTo>
                  <a:lnTo>
                    <a:pt x="88011" y="87861"/>
                  </a:lnTo>
                  <a:lnTo>
                    <a:pt x="88011" y="87712"/>
                  </a:lnTo>
                  <a:lnTo>
                    <a:pt x="87262" y="88310"/>
                  </a:lnTo>
                  <a:lnTo>
                    <a:pt x="86664" y="88909"/>
                  </a:lnTo>
                  <a:lnTo>
                    <a:pt x="85466" y="90107"/>
                  </a:lnTo>
                  <a:lnTo>
                    <a:pt x="83820" y="91753"/>
                  </a:lnTo>
                  <a:lnTo>
                    <a:pt x="81724" y="92052"/>
                  </a:lnTo>
                  <a:lnTo>
                    <a:pt x="70499" y="77384"/>
                  </a:lnTo>
                  <a:lnTo>
                    <a:pt x="69600" y="76186"/>
                  </a:lnTo>
                  <a:lnTo>
                    <a:pt x="65409" y="70499"/>
                  </a:lnTo>
                  <a:lnTo>
                    <a:pt x="64362" y="69152"/>
                  </a:lnTo>
                  <a:lnTo>
                    <a:pt x="54483" y="56279"/>
                  </a:lnTo>
                  <a:lnTo>
                    <a:pt x="53884" y="55381"/>
                  </a:lnTo>
                  <a:lnTo>
                    <a:pt x="50891" y="51340"/>
                  </a:lnTo>
                  <a:close/>
                  <a:moveTo>
                    <a:pt x="157462" y="50591"/>
                  </a:moveTo>
                  <a:lnTo>
                    <a:pt x="154468" y="54483"/>
                  </a:lnTo>
                  <a:lnTo>
                    <a:pt x="154019" y="55231"/>
                  </a:lnTo>
                  <a:lnTo>
                    <a:pt x="144290" y="68253"/>
                  </a:lnTo>
                  <a:lnTo>
                    <a:pt x="143242" y="69750"/>
                  </a:lnTo>
                  <a:lnTo>
                    <a:pt x="139051" y="75438"/>
                  </a:lnTo>
                  <a:lnTo>
                    <a:pt x="138153" y="76635"/>
                  </a:lnTo>
                  <a:lnTo>
                    <a:pt x="126778" y="92052"/>
                  </a:lnTo>
                  <a:lnTo>
                    <a:pt x="118695" y="91005"/>
                  </a:lnTo>
                  <a:lnTo>
                    <a:pt x="118396" y="88759"/>
                  </a:lnTo>
                  <a:lnTo>
                    <a:pt x="118396" y="88759"/>
                  </a:lnTo>
                  <a:lnTo>
                    <a:pt x="119144" y="89358"/>
                  </a:lnTo>
                  <a:lnTo>
                    <a:pt x="119144" y="89208"/>
                  </a:lnTo>
                  <a:lnTo>
                    <a:pt x="118246" y="88161"/>
                  </a:lnTo>
                  <a:lnTo>
                    <a:pt x="117797" y="84718"/>
                  </a:lnTo>
                  <a:lnTo>
                    <a:pt x="118545" y="85466"/>
                  </a:lnTo>
                  <a:lnTo>
                    <a:pt x="119743" y="86664"/>
                  </a:lnTo>
                  <a:lnTo>
                    <a:pt x="120341" y="87263"/>
                  </a:lnTo>
                  <a:lnTo>
                    <a:pt x="120940" y="87712"/>
                  </a:lnTo>
                  <a:lnTo>
                    <a:pt x="121090" y="87712"/>
                  </a:lnTo>
                  <a:lnTo>
                    <a:pt x="120641" y="86963"/>
                  </a:lnTo>
                  <a:lnTo>
                    <a:pt x="120042" y="86365"/>
                  </a:lnTo>
                  <a:lnTo>
                    <a:pt x="118695" y="85167"/>
                  </a:lnTo>
                  <a:lnTo>
                    <a:pt x="117647" y="84119"/>
                  </a:lnTo>
                  <a:lnTo>
                    <a:pt x="117198" y="80976"/>
                  </a:lnTo>
                  <a:lnTo>
                    <a:pt x="131567" y="70199"/>
                  </a:lnTo>
                  <a:lnTo>
                    <a:pt x="132765" y="69301"/>
                  </a:lnTo>
                  <a:lnTo>
                    <a:pt x="138452" y="64961"/>
                  </a:lnTo>
                  <a:lnTo>
                    <a:pt x="139800" y="63913"/>
                  </a:lnTo>
                  <a:lnTo>
                    <a:pt x="152672" y="54184"/>
                  </a:lnTo>
                  <a:lnTo>
                    <a:pt x="153570" y="53585"/>
                  </a:lnTo>
                  <a:lnTo>
                    <a:pt x="157462" y="50591"/>
                  </a:lnTo>
                  <a:close/>
                  <a:moveTo>
                    <a:pt x="149379" y="77833"/>
                  </a:moveTo>
                  <a:lnTo>
                    <a:pt x="151175" y="81275"/>
                  </a:lnTo>
                  <a:lnTo>
                    <a:pt x="152822" y="84868"/>
                  </a:lnTo>
                  <a:lnTo>
                    <a:pt x="154169" y="88460"/>
                  </a:lnTo>
                  <a:lnTo>
                    <a:pt x="155366" y="92352"/>
                  </a:lnTo>
                  <a:lnTo>
                    <a:pt x="148481" y="93100"/>
                  </a:lnTo>
                  <a:lnTo>
                    <a:pt x="147583" y="90107"/>
                  </a:lnTo>
                  <a:lnTo>
                    <a:pt x="146385" y="87263"/>
                  </a:lnTo>
                  <a:lnTo>
                    <a:pt x="145038" y="84419"/>
                  </a:lnTo>
                  <a:lnTo>
                    <a:pt x="143542" y="81575"/>
                  </a:lnTo>
                  <a:lnTo>
                    <a:pt x="149379" y="77833"/>
                  </a:lnTo>
                  <a:close/>
                  <a:moveTo>
                    <a:pt x="60620" y="76935"/>
                  </a:moveTo>
                  <a:lnTo>
                    <a:pt x="66457" y="80527"/>
                  </a:lnTo>
                  <a:lnTo>
                    <a:pt x="64661" y="83521"/>
                  </a:lnTo>
                  <a:lnTo>
                    <a:pt x="63164" y="86664"/>
                  </a:lnTo>
                  <a:lnTo>
                    <a:pt x="61967" y="89957"/>
                  </a:lnTo>
                  <a:lnTo>
                    <a:pt x="60919" y="93399"/>
                  </a:lnTo>
                  <a:lnTo>
                    <a:pt x="54184" y="91903"/>
                  </a:lnTo>
                  <a:lnTo>
                    <a:pt x="55381" y="88011"/>
                  </a:lnTo>
                  <a:lnTo>
                    <a:pt x="56878" y="84119"/>
                  </a:lnTo>
                  <a:lnTo>
                    <a:pt x="58524" y="80527"/>
                  </a:lnTo>
                  <a:lnTo>
                    <a:pt x="60620" y="76935"/>
                  </a:lnTo>
                  <a:close/>
                  <a:moveTo>
                    <a:pt x="139051" y="77683"/>
                  </a:moveTo>
                  <a:lnTo>
                    <a:pt x="140398" y="79479"/>
                  </a:lnTo>
                  <a:lnTo>
                    <a:pt x="141745" y="81575"/>
                  </a:lnTo>
                  <a:lnTo>
                    <a:pt x="142943" y="83521"/>
                  </a:lnTo>
                  <a:lnTo>
                    <a:pt x="144140" y="85766"/>
                  </a:lnTo>
                  <a:lnTo>
                    <a:pt x="145038" y="87861"/>
                  </a:lnTo>
                  <a:lnTo>
                    <a:pt x="145936" y="90256"/>
                  </a:lnTo>
                  <a:lnTo>
                    <a:pt x="146685" y="92501"/>
                  </a:lnTo>
                  <a:lnTo>
                    <a:pt x="147283" y="94896"/>
                  </a:lnTo>
                  <a:lnTo>
                    <a:pt x="128274" y="92202"/>
                  </a:lnTo>
                  <a:lnTo>
                    <a:pt x="139051" y="77683"/>
                  </a:lnTo>
                  <a:close/>
                  <a:moveTo>
                    <a:pt x="69750" y="78432"/>
                  </a:moveTo>
                  <a:lnTo>
                    <a:pt x="80377" y="92352"/>
                  </a:lnTo>
                  <a:lnTo>
                    <a:pt x="61967" y="95046"/>
                  </a:lnTo>
                  <a:lnTo>
                    <a:pt x="61967" y="95046"/>
                  </a:lnTo>
                  <a:lnTo>
                    <a:pt x="62566" y="92801"/>
                  </a:lnTo>
                  <a:lnTo>
                    <a:pt x="63314" y="90556"/>
                  </a:lnTo>
                  <a:lnTo>
                    <a:pt x="64062" y="88460"/>
                  </a:lnTo>
                  <a:lnTo>
                    <a:pt x="64960" y="86215"/>
                  </a:lnTo>
                  <a:lnTo>
                    <a:pt x="66008" y="84119"/>
                  </a:lnTo>
                  <a:lnTo>
                    <a:pt x="67206" y="82174"/>
                  </a:lnTo>
                  <a:lnTo>
                    <a:pt x="68403" y="80228"/>
                  </a:lnTo>
                  <a:lnTo>
                    <a:pt x="69750" y="78432"/>
                  </a:lnTo>
                  <a:close/>
                  <a:moveTo>
                    <a:pt x="155516" y="93250"/>
                  </a:moveTo>
                  <a:lnTo>
                    <a:pt x="156115" y="96094"/>
                  </a:lnTo>
                  <a:lnTo>
                    <a:pt x="148930" y="95046"/>
                  </a:lnTo>
                  <a:lnTo>
                    <a:pt x="148631" y="94148"/>
                  </a:lnTo>
                  <a:lnTo>
                    <a:pt x="155516" y="93250"/>
                  </a:lnTo>
                  <a:close/>
                  <a:moveTo>
                    <a:pt x="53884" y="92950"/>
                  </a:moveTo>
                  <a:lnTo>
                    <a:pt x="60620" y="94447"/>
                  </a:lnTo>
                  <a:lnTo>
                    <a:pt x="60470" y="95345"/>
                  </a:lnTo>
                  <a:lnTo>
                    <a:pt x="53285" y="96393"/>
                  </a:lnTo>
                  <a:lnTo>
                    <a:pt x="53884" y="92950"/>
                  </a:lnTo>
                  <a:close/>
                  <a:moveTo>
                    <a:pt x="154767" y="56129"/>
                  </a:moveTo>
                  <a:lnTo>
                    <a:pt x="157013" y="58524"/>
                  </a:lnTo>
                  <a:lnTo>
                    <a:pt x="159108" y="61069"/>
                  </a:lnTo>
                  <a:lnTo>
                    <a:pt x="161054" y="63613"/>
                  </a:lnTo>
                  <a:lnTo>
                    <a:pt x="163000" y="66308"/>
                  </a:lnTo>
                  <a:lnTo>
                    <a:pt x="158509" y="70948"/>
                  </a:lnTo>
                  <a:lnTo>
                    <a:pt x="164796" y="69152"/>
                  </a:lnTo>
                  <a:lnTo>
                    <a:pt x="167041" y="73492"/>
                  </a:lnTo>
                  <a:lnTo>
                    <a:pt x="169137" y="77833"/>
                  </a:lnTo>
                  <a:lnTo>
                    <a:pt x="170933" y="82473"/>
                  </a:lnTo>
                  <a:lnTo>
                    <a:pt x="172280" y="87263"/>
                  </a:lnTo>
                  <a:lnTo>
                    <a:pt x="166592" y="90107"/>
                  </a:lnTo>
                  <a:lnTo>
                    <a:pt x="173028" y="90406"/>
                  </a:lnTo>
                  <a:lnTo>
                    <a:pt x="173777" y="94447"/>
                  </a:lnTo>
                  <a:lnTo>
                    <a:pt x="174226" y="98638"/>
                  </a:lnTo>
                  <a:lnTo>
                    <a:pt x="157911" y="96393"/>
                  </a:lnTo>
                  <a:lnTo>
                    <a:pt x="157312" y="93100"/>
                  </a:lnTo>
                  <a:lnTo>
                    <a:pt x="161204" y="92651"/>
                  </a:lnTo>
                  <a:lnTo>
                    <a:pt x="161653" y="93250"/>
                  </a:lnTo>
                  <a:lnTo>
                    <a:pt x="162401" y="93699"/>
                  </a:lnTo>
                  <a:lnTo>
                    <a:pt x="163299" y="93848"/>
                  </a:lnTo>
                  <a:lnTo>
                    <a:pt x="164047" y="93549"/>
                  </a:lnTo>
                  <a:lnTo>
                    <a:pt x="164497" y="93399"/>
                  </a:lnTo>
                  <a:lnTo>
                    <a:pt x="164796" y="93100"/>
                  </a:lnTo>
                  <a:lnTo>
                    <a:pt x="165245" y="92352"/>
                  </a:lnTo>
                  <a:lnTo>
                    <a:pt x="165395" y="91603"/>
                  </a:lnTo>
                  <a:lnTo>
                    <a:pt x="165245" y="91154"/>
                  </a:lnTo>
                  <a:lnTo>
                    <a:pt x="165095" y="90705"/>
                  </a:lnTo>
                  <a:lnTo>
                    <a:pt x="164946" y="90256"/>
                  </a:lnTo>
                  <a:lnTo>
                    <a:pt x="164646" y="89957"/>
                  </a:lnTo>
                  <a:lnTo>
                    <a:pt x="163898" y="89508"/>
                  </a:lnTo>
                  <a:lnTo>
                    <a:pt x="163000" y="89358"/>
                  </a:lnTo>
                  <a:lnTo>
                    <a:pt x="162700" y="89508"/>
                  </a:lnTo>
                  <a:lnTo>
                    <a:pt x="162251" y="89657"/>
                  </a:lnTo>
                  <a:lnTo>
                    <a:pt x="161653" y="89957"/>
                  </a:lnTo>
                  <a:lnTo>
                    <a:pt x="161353" y="90406"/>
                  </a:lnTo>
                  <a:lnTo>
                    <a:pt x="161054" y="91005"/>
                  </a:lnTo>
                  <a:lnTo>
                    <a:pt x="160904" y="91603"/>
                  </a:lnTo>
                  <a:lnTo>
                    <a:pt x="157013" y="92052"/>
                  </a:lnTo>
                  <a:lnTo>
                    <a:pt x="155965" y="88161"/>
                  </a:lnTo>
                  <a:lnTo>
                    <a:pt x="154468" y="84269"/>
                  </a:lnTo>
                  <a:lnTo>
                    <a:pt x="152822" y="80527"/>
                  </a:lnTo>
                  <a:lnTo>
                    <a:pt x="150876" y="76935"/>
                  </a:lnTo>
                  <a:lnTo>
                    <a:pt x="154169" y="74690"/>
                  </a:lnTo>
                  <a:lnTo>
                    <a:pt x="154917" y="75139"/>
                  </a:lnTo>
                  <a:lnTo>
                    <a:pt x="155665" y="75288"/>
                  </a:lnTo>
                  <a:lnTo>
                    <a:pt x="156564" y="74989"/>
                  </a:lnTo>
                  <a:lnTo>
                    <a:pt x="157312" y="74540"/>
                  </a:lnTo>
                  <a:lnTo>
                    <a:pt x="157611" y="74241"/>
                  </a:lnTo>
                  <a:lnTo>
                    <a:pt x="157761" y="73941"/>
                  </a:lnTo>
                  <a:lnTo>
                    <a:pt x="157911" y="73043"/>
                  </a:lnTo>
                  <a:lnTo>
                    <a:pt x="157761" y="72295"/>
                  </a:lnTo>
                  <a:lnTo>
                    <a:pt x="157611" y="71846"/>
                  </a:lnTo>
                  <a:lnTo>
                    <a:pt x="157312" y="71546"/>
                  </a:lnTo>
                  <a:lnTo>
                    <a:pt x="157013" y="71247"/>
                  </a:lnTo>
                  <a:lnTo>
                    <a:pt x="156564" y="70948"/>
                  </a:lnTo>
                  <a:lnTo>
                    <a:pt x="155815" y="70798"/>
                  </a:lnTo>
                  <a:lnTo>
                    <a:pt x="154917" y="70948"/>
                  </a:lnTo>
                  <a:lnTo>
                    <a:pt x="154468" y="71097"/>
                  </a:lnTo>
                  <a:lnTo>
                    <a:pt x="154169" y="71397"/>
                  </a:lnTo>
                  <a:lnTo>
                    <a:pt x="153720" y="71995"/>
                  </a:lnTo>
                  <a:lnTo>
                    <a:pt x="153570" y="72594"/>
                  </a:lnTo>
                  <a:lnTo>
                    <a:pt x="153570" y="73193"/>
                  </a:lnTo>
                  <a:lnTo>
                    <a:pt x="153720" y="73792"/>
                  </a:lnTo>
                  <a:lnTo>
                    <a:pt x="150277" y="76037"/>
                  </a:lnTo>
                  <a:lnTo>
                    <a:pt x="147882" y="72594"/>
                  </a:lnTo>
                  <a:lnTo>
                    <a:pt x="145188" y="69301"/>
                  </a:lnTo>
                  <a:lnTo>
                    <a:pt x="154767" y="56129"/>
                  </a:lnTo>
                  <a:close/>
                  <a:moveTo>
                    <a:pt x="53735" y="57177"/>
                  </a:moveTo>
                  <a:lnTo>
                    <a:pt x="63464" y="70050"/>
                  </a:lnTo>
                  <a:lnTo>
                    <a:pt x="61518" y="72594"/>
                  </a:lnTo>
                  <a:lnTo>
                    <a:pt x="59722" y="75139"/>
                  </a:lnTo>
                  <a:lnTo>
                    <a:pt x="56429" y="73193"/>
                  </a:lnTo>
                  <a:lnTo>
                    <a:pt x="56578" y="72444"/>
                  </a:lnTo>
                  <a:lnTo>
                    <a:pt x="56279" y="71546"/>
                  </a:lnTo>
                  <a:lnTo>
                    <a:pt x="55830" y="70948"/>
                  </a:lnTo>
                  <a:lnTo>
                    <a:pt x="55082" y="70499"/>
                  </a:lnTo>
                  <a:lnTo>
                    <a:pt x="54633" y="70349"/>
                  </a:lnTo>
                  <a:lnTo>
                    <a:pt x="54184" y="70349"/>
                  </a:lnTo>
                  <a:lnTo>
                    <a:pt x="53435" y="70648"/>
                  </a:lnTo>
                  <a:lnTo>
                    <a:pt x="52687" y="71097"/>
                  </a:lnTo>
                  <a:lnTo>
                    <a:pt x="52537" y="71397"/>
                  </a:lnTo>
                  <a:lnTo>
                    <a:pt x="52238" y="71846"/>
                  </a:lnTo>
                  <a:lnTo>
                    <a:pt x="52238" y="72295"/>
                  </a:lnTo>
                  <a:lnTo>
                    <a:pt x="52238" y="72744"/>
                  </a:lnTo>
                  <a:lnTo>
                    <a:pt x="52387" y="73492"/>
                  </a:lnTo>
                  <a:lnTo>
                    <a:pt x="52836" y="74241"/>
                  </a:lnTo>
                  <a:lnTo>
                    <a:pt x="53285" y="74540"/>
                  </a:lnTo>
                  <a:lnTo>
                    <a:pt x="53585" y="74690"/>
                  </a:lnTo>
                  <a:lnTo>
                    <a:pt x="54333" y="74839"/>
                  </a:lnTo>
                  <a:lnTo>
                    <a:pt x="54932" y="74690"/>
                  </a:lnTo>
                  <a:lnTo>
                    <a:pt x="55531" y="74540"/>
                  </a:lnTo>
                  <a:lnTo>
                    <a:pt x="55980" y="74091"/>
                  </a:lnTo>
                  <a:lnTo>
                    <a:pt x="59123" y="76037"/>
                  </a:lnTo>
                  <a:lnTo>
                    <a:pt x="57027" y="79629"/>
                  </a:lnTo>
                  <a:lnTo>
                    <a:pt x="55231" y="83521"/>
                  </a:lnTo>
                  <a:lnTo>
                    <a:pt x="53585" y="87412"/>
                  </a:lnTo>
                  <a:lnTo>
                    <a:pt x="52387" y="91603"/>
                  </a:lnTo>
                  <a:lnTo>
                    <a:pt x="48645" y="90705"/>
                  </a:lnTo>
                  <a:lnTo>
                    <a:pt x="48496" y="89957"/>
                  </a:lnTo>
                  <a:lnTo>
                    <a:pt x="47897" y="89208"/>
                  </a:lnTo>
                  <a:lnTo>
                    <a:pt x="47298" y="88759"/>
                  </a:lnTo>
                  <a:lnTo>
                    <a:pt x="46400" y="88610"/>
                  </a:lnTo>
                  <a:lnTo>
                    <a:pt x="45951" y="88759"/>
                  </a:lnTo>
                  <a:lnTo>
                    <a:pt x="45652" y="88759"/>
                  </a:lnTo>
                  <a:lnTo>
                    <a:pt x="44904" y="89358"/>
                  </a:lnTo>
                  <a:lnTo>
                    <a:pt x="44454" y="89957"/>
                  </a:lnTo>
                  <a:lnTo>
                    <a:pt x="44305" y="90406"/>
                  </a:lnTo>
                  <a:lnTo>
                    <a:pt x="44155" y="90855"/>
                  </a:lnTo>
                  <a:lnTo>
                    <a:pt x="44305" y="91304"/>
                  </a:lnTo>
                  <a:lnTo>
                    <a:pt x="44454" y="91753"/>
                  </a:lnTo>
                  <a:lnTo>
                    <a:pt x="44904" y="92352"/>
                  </a:lnTo>
                  <a:lnTo>
                    <a:pt x="45502" y="92950"/>
                  </a:lnTo>
                  <a:lnTo>
                    <a:pt x="45951" y="92950"/>
                  </a:lnTo>
                  <a:lnTo>
                    <a:pt x="46400" y="93100"/>
                  </a:lnTo>
                  <a:lnTo>
                    <a:pt x="46999" y="92950"/>
                  </a:lnTo>
                  <a:lnTo>
                    <a:pt x="47598" y="92651"/>
                  </a:lnTo>
                  <a:lnTo>
                    <a:pt x="48047" y="92352"/>
                  </a:lnTo>
                  <a:lnTo>
                    <a:pt x="48496" y="91753"/>
                  </a:lnTo>
                  <a:lnTo>
                    <a:pt x="52238" y="92501"/>
                  </a:lnTo>
                  <a:lnTo>
                    <a:pt x="51789" y="94597"/>
                  </a:lnTo>
                  <a:lnTo>
                    <a:pt x="51340" y="96692"/>
                  </a:lnTo>
                  <a:lnTo>
                    <a:pt x="35025" y="99237"/>
                  </a:lnTo>
                  <a:lnTo>
                    <a:pt x="35623" y="94747"/>
                  </a:lnTo>
                  <a:lnTo>
                    <a:pt x="36372" y="90406"/>
                  </a:lnTo>
                  <a:lnTo>
                    <a:pt x="42808" y="90107"/>
                  </a:lnTo>
                  <a:lnTo>
                    <a:pt x="37120" y="87113"/>
                  </a:lnTo>
                  <a:lnTo>
                    <a:pt x="38467" y="82473"/>
                  </a:lnTo>
                  <a:lnTo>
                    <a:pt x="40263" y="77833"/>
                  </a:lnTo>
                  <a:lnTo>
                    <a:pt x="42359" y="73492"/>
                  </a:lnTo>
                  <a:lnTo>
                    <a:pt x="44604" y="69152"/>
                  </a:lnTo>
                  <a:lnTo>
                    <a:pt x="50891" y="70948"/>
                  </a:lnTo>
                  <a:lnTo>
                    <a:pt x="46400" y="66308"/>
                  </a:lnTo>
                  <a:lnTo>
                    <a:pt x="48047" y="63913"/>
                  </a:lnTo>
                  <a:lnTo>
                    <a:pt x="49843" y="61518"/>
                  </a:lnTo>
                  <a:lnTo>
                    <a:pt x="51789" y="59273"/>
                  </a:lnTo>
                  <a:lnTo>
                    <a:pt x="53735" y="57177"/>
                  </a:lnTo>
                  <a:close/>
                  <a:moveTo>
                    <a:pt x="174076" y="90556"/>
                  </a:moveTo>
                  <a:lnTo>
                    <a:pt x="185302" y="91005"/>
                  </a:lnTo>
                  <a:lnTo>
                    <a:pt x="185901" y="95645"/>
                  </a:lnTo>
                  <a:lnTo>
                    <a:pt x="186200" y="100285"/>
                  </a:lnTo>
                  <a:lnTo>
                    <a:pt x="175273" y="98638"/>
                  </a:lnTo>
                  <a:lnTo>
                    <a:pt x="174824" y="94597"/>
                  </a:lnTo>
                  <a:lnTo>
                    <a:pt x="174076" y="90556"/>
                  </a:lnTo>
                  <a:close/>
                  <a:moveTo>
                    <a:pt x="35324" y="90556"/>
                  </a:moveTo>
                  <a:lnTo>
                    <a:pt x="34576" y="94896"/>
                  </a:lnTo>
                  <a:lnTo>
                    <a:pt x="34127" y="99387"/>
                  </a:lnTo>
                  <a:lnTo>
                    <a:pt x="23050" y="101033"/>
                  </a:lnTo>
                  <a:lnTo>
                    <a:pt x="23500" y="95944"/>
                  </a:lnTo>
                  <a:lnTo>
                    <a:pt x="24098" y="91154"/>
                  </a:lnTo>
                  <a:lnTo>
                    <a:pt x="35324" y="90556"/>
                  </a:lnTo>
                  <a:close/>
                  <a:moveTo>
                    <a:pt x="107319" y="15716"/>
                  </a:moveTo>
                  <a:lnTo>
                    <a:pt x="111660" y="16016"/>
                  </a:lnTo>
                  <a:lnTo>
                    <a:pt x="116001" y="16465"/>
                  </a:lnTo>
                  <a:lnTo>
                    <a:pt x="120192" y="17063"/>
                  </a:lnTo>
                  <a:lnTo>
                    <a:pt x="124383" y="17961"/>
                  </a:lnTo>
                  <a:lnTo>
                    <a:pt x="128424" y="19009"/>
                  </a:lnTo>
                  <a:lnTo>
                    <a:pt x="132465" y="20207"/>
                  </a:lnTo>
                  <a:lnTo>
                    <a:pt x="136507" y="21554"/>
                  </a:lnTo>
                  <a:lnTo>
                    <a:pt x="140249" y="23200"/>
                  </a:lnTo>
                  <a:lnTo>
                    <a:pt x="143991" y="24847"/>
                  </a:lnTo>
                  <a:lnTo>
                    <a:pt x="147733" y="26792"/>
                  </a:lnTo>
                  <a:lnTo>
                    <a:pt x="151325" y="28888"/>
                  </a:lnTo>
                  <a:lnTo>
                    <a:pt x="154767" y="31133"/>
                  </a:lnTo>
                  <a:lnTo>
                    <a:pt x="158060" y="33528"/>
                  </a:lnTo>
                  <a:lnTo>
                    <a:pt x="161204" y="36073"/>
                  </a:lnTo>
                  <a:lnTo>
                    <a:pt x="164347" y="38767"/>
                  </a:lnTo>
                  <a:lnTo>
                    <a:pt x="167340" y="41611"/>
                  </a:lnTo>
                  <a:lnTo>
                    <a:pt x="170184" y="44455"/>
                  </a:lnTo>
                  <a:lnTo>
                    <a:pt x="172878" y="47598"/>
                  </a:lnTo>
                  <a:lnTo>
                    <a:pt x="175423" y="50741"/>
                  </a:lnTo>
                  <a:lnTo>
                    <a:pt x="177818" y="54034"/>
                  </a:lnTo>
                  <a:lnTo>
                    <a:pt x="180063" y="57477"/>
                  </a:lnTo>
                  <a:lnTo>
                    <a:pt x="182308" y="61069"/>
                  </a:lnTo>
                  <a:lnTo>
                    <a:pt x="184254" y="64661"/>
                  </a:lnTo>
                  <a:lnTo>
                    <a:pt x="186050" y="68403"/>
                  </a:lnTo>
                  <a:lnTo>
                    <a:pt x="187547" y="72295"/>
                  </a:lnTo>
                  <a:lnTo>
                    <a:pt x="189044" y="76186"/>
                  </a:lnTo>
                  <a:lnTo>
                    <a:pt x="190241" y="80228"/>
                  </a:lnTo>
                  <a:lnTo>
                    <a:pt x="191289" y="84269"/>
                  </a:lnTo>
                  <a:lnTo>
                    <a:pt x="192187" y="88460"/>
                  </a:lnTo>
                  <a:lnTo>
                    <a:pt x="192935" y="92651"/>
                  </a:lnTo>
                  <a:lnTo>
                    <a:pt x="193384" y="96842"/>
                  </a:lnTo>
                  <a:lnTo>
                    <a:pt x="193684" y="101183"/>
                  </a:lnTo>
                  <a:lnTo>
                    <a:pt x="189792" y="100734"/>
                  </a:lnTo>
                  <a:lnTo>
                    <a:pt x="189343" y="95944"/>
                  </a:lnTo>
                  <a:lnTo>
                    <a:pt x="188744" y="91454"/>
                  </a:lnTo>
                  <a:lnTo>
                    <a:pt x="187846" y="86814"/>
                  </a:lnTo>
                  <a:lnTo>
                    <a:pt x="186799" y="82323"/>
                  </a:lnTo>
                  <a:lnTo>
                    <a:pt x="185451" y="77983"/>
                  </a:lnTo>
                  <a:lnTo>
                    <a:pt x="183955" y="73792"/>
                  </a:lnTo>
                  <a:lnTo>
                    <a:pt x="182159" y="69601"/>
                  </a:lnTo>
                  <a:lnTo>
                    <a:pt x="180213" y="65559"/>
                  </a:lnTo>
                  <a:lnTo>
                    <a:pt x="178117" y="61668"/>
                  </a:lnTo>
                  <a:lnTo>
                    <a:pt x="175722" y="57926"/>
                  </a:lnTo>
                  <a:lnTo>
                    <a:pt x="173178" y="54184"/>
                  </a:lnTo>
                  <a:lnTo>
                    <a:pt x="170334" y="50741"/>
                  </a:lnTo>
                  <a:lnTo>
                    <a:pt x="167490" y="47298"/>
                  </a:lnTo>
                  <a:lnTo>
                    <a:pt x="164347" y="44155"/>
                  </a:lnTo>
                  <a:lnTo>
                    <a:pt x="161204" y="41162"/>
                  </a:lnTo>
                  <a:lnTo>
                    <a:pt x="157761" y="38318"/>
                  </a:lnTo>
                  <a:lnTo>
                    <a:pt x="156414" y="37120"/>
                  </a:lnTo>
                  <a:lnTo>
                    <a:pt x="152373" y="34276"/>
                  </a:lnTo>
                  <a:lnTo>
                    <a:pt x="148182" y="31582"/>
                  </a:lnTo>
                  <a:lnTo>
                    <a:pt x="146535" y="30684"/>
                  </a:lnTo>
                  <a:lnTo>
                    <a:pt x="143691" y="29038"/>
                  </a:lnTo>
                  <a:lnTo>
                    <a:pt x="143392" y="28888"/>
                  </a:lnTo>
                  <a:lnTo>
                    <a:pt x="140099" y="27391"/>
                  </a:lnTo>
                  <a:lnTo>
                    <a:pt x="138902" y="26792"/>
                  </a:lnTo>
                  <a:lnTo>
                    <a:pt x="135309" y="25296"/>
                  </a:lnTo>
                  <a:lnTo>
                    <a:pt x="131567" y="23949"/>
                  </a:lnTo>
                  <a:lnTo>
                    <a:pt x="127825" y="22751"/>
                  </a:lnTo>
                  <a:lnTo>
                    <a:pt x="123934" y="21853"/>
                  </a:lnTo>
                  <a:lnTo>
                    <a:pt x="120042" y="20955"/>
                  </a:lnTo>
                  <a:lnTo>
                    <a:pt x="116001" y="20356"/>
                  </a:lnTo>
                  <a:lnTo>
                    <a:pt x="111959" y="19907"/>
                  </a:lnTo>
                  <a:lnTo>
                    <a:pt x="107918" y="19758"/>
                  </a:lnTo>
                  <a:lnTo>
                    <a:pt x="107319" y="15716"/>
                  </a:lnTo>
                  <a:close/>
                  <a:moveTo>
                    <a:pt x="101183" y="15716"/>
                  </a:moveTo>
                  <a:lnTo>
                    <a:pt x="100584" y="19758"/>
                  </a:lnTo>
                  <a:lnTo>
                    <a:pt x="96543" y="20057"/>
                  </a:lnTo>
                  <a:lnTo>
                    <a:pt x="92501" y="20506"/>
                  </a:lnTo>
                  <a:lnTo>
                    <a:pt x="88460" y="21105"/>
                  </a:lnTo>
                  <a:lnTo>
                    <a:pt x="84568" y="22003"/>
                  </a:lnTo>
                  <a:lnTo>
                    <a:pt x="80826" y="23051"/>
                  </a:lnTo>
                  <a:lnTo>
                    <a:pt x="76935" y="24248"/>
                  </a:lnTo>
                  <a:lnTo>
                    <a:pt x="73342" y="25595"/>
                  </a:lnTo>
                  <a:lnTo>
                    <a:pt x="69600" y="27242"/>
                  </a:lnTo>
                  <a:lnTo>
                    <a:pt x="66158" y="28888"/>
                  </a:lnTo>
                  <a:lnTo>
                    <a:pt x="62715" y="30684"/>
                  </a:lnTo>
                  <a:lnTo>
                    <a:pt x="59422" y="32780"/>
                  </a:lnTo>
                  <a:lnTo>
                    <a:pt x="56129" y="34875"/>
                  </a:lnTo>
                  <a:lnTo>
                    <a:pt x="52986" y="37120"/>
                  </a:lnTo>
                  <a:lnTo>
                    <a:pt x="49993" y="39665"/>
                  </a:lnTo>
                  <a:lnTo>
                    <a:pt x="46999" y="42209"/>
                  </a:lnTo>
                  <a:lnTo>
                    <a:pt x="44305" y="44904"/>
                  </a:lnTo>
                  <a:lnTo>
                    <a:pt x="41611" y="47747"/>
                  </a:lnTo>
                  <a:lnTo>
                    <a:pt x="39066" y="50591"/>
                  </a:lnTo>
                  <a:lnTo>
                    <a:pt x="36671" y="53585"/>
                  </a:lnTo>
                  <a:lnTo>
                    <a:pt x="34426" y="56878"/>
                  </a:lnTo>
                  <a:lnTo>
                    <a:pt x="32331" y="60021"/>
                  </a:lnTo>
                  <a:lnTo>
                    <a:pt x="30235" y="63464"/>
                  </a:lnTo>
                  <a:lnTo>
                    <a:pt x="28439" y="66906"/>
                  </a:lnTo>
                  <a:lnTo>
                    <a:pt x="26792" y="70349"/>
                  </a:lnTo>
                  <a:lnTo>
                    <a:pt x="25296" y="74091"/>
                  </a:lnTo>
                  <a:lnTo>
                    <a:pt x="23949" y="77833"/>
                  </a:lnTo>
                  <a:lnTo>
                    <a:pt x="22751" y="81575"/>
                  </a:lnTo>
                  <a:lnTo>
                    <a:pt x="21853" y="85466"/>
                  </a:lnTo>
                  <a:lnTo>
                    <a:pt x="20955" y="89358"/>
                  </a:lnTo>
                  <a:lnTo>
                    <a:pt x="20356" y="93399"/>
                  </a:lnTo>
                  <a:lnTo>
                    <a:pt x="19907" y="97441"/>
                  </a:lnTo>
                  <a:lnTo>
                    <a:pt x="19608" y="101482"/>
                  </a:lnTo>
                  <a:lnTo>
                    <a:pt x="15716" y="102081"/>
                  </a:lnTo>
                  <a:lnTo>
                    <a:pt x="15866" y="97740"/>
                  </a:lnTo>
                  <a:lnTo>
                    <a:pt x="16315" y="93399"/>
                  </a:lnTo>
                  <a:lnTo>
                    <a:pt x="17063" y="89208"/>
                  </a:lnTo>
                  <a:lnTo>
                    <a:pt x="17812" y="85017"/>
                  </a:lnTo>
                  <a:lnTo>
                    <a:pt x="18859" y="80976"/>
                  </a:lnTo>
                  <a:lnTo>
                    <a:pt x="20057" y="76935"/>
                  </a:lnTo>
                  <a:lnTo>
                    <a:pt x="21554" y="73043"/>
                  </a:lnTo>
                  <a:lnTo>
                    <a:pt x="23050" y="69152"/>
                  </a:lnTo>
                  <a:lnTo>
                    <a:pt x="24847" y="65410"/>
                  </a:lnTo>
                  <a:lnTo>
                    <a:pt x="26792" y="61817"/>
                  </a:lnTo>
                  <a:lnTo>
                    <a:pt x="28888" y="58225"/>
                  </a:lnTo>
                  <a:lnTo>
                    <a:pt x="31133" y="54782"/>
                  </a:lnTo>
                  <a:lnTo>
                    <a:pt x="33378" y="51340"/>
                  </a:lnTo>
                  <a:lnTo>
                    <a:pt x="35923" y="48197"/>
                  </a:lnTo>
                  <a:lnTo>
                    <a:pt x="38617" y="45053"/>
                  </a:lnTo>
                  <a:lnTo>
                    <a:pt x="41461" y="42060"/>
                  </a:lnTo>
                  <a:lnTo>
                    <a:pt x="44454" y="39216"/>
                  </a:lnTo>
                  <a:lnTo>
                    <a:pt x="47448" y="36522"/>
                  </a:lnTo>
                  <a:lnTo>
                    <a:pt x="50741" y="33977"/>
                  </a:lnTo>
                  <a:lnTo>
                    <a:pt x="54034" y="31582"/>
                  </a:lnTo>
                  <a:lnTo>
                    <a:pt x="57476" y="29337"/>
                  </a:lnTo>
                  <a:lnTo>
                    <a:pt x="60919" y="27242"/>
                  </a:lnTo>
                  <a:lnTo>
                    <a:pt x="64661" y="25296"/>
                  </a:lnTo>
                  <a:lnTo>
                    <a:pt x="68403" y="23500"/>
                  </a:lnTo>
                  <a:lnTo>
                    <a:pt x="72145" y="21853"/>
                  </a:lnTo>
                  <a:lnTo>
                    <a:pt x="76186" y="20356"/>
                  </a:lnTo>
                  <a:lnTo>
                    <a:pt x="80078" y="19159"/>
                  </a:lnTo>
                  <a:lnTo>
                    <a:pt x="84119" y="18111"/>
                  </a:lnTo>
                  <a:lnTo>
                    <a:pt x="88310" y="17213"/>
                  </a:lnTo>
                  <a:lnTo>
                    <a:pt x="92501" y="16614"/>
                  </a:lnTo>
                  <a:lnTo>
                    <a:pt x="96842" y="16016"/>
                  </a:lnTo>
                  <a:lnTo>
                    <a:pt x="101183" y="15716"/>
                  </a:lnTo>
                  <a:close/>
                  <a:moveTo>
                    <a:pt x="104176" y="5837"/>
                  </a:moveTo>
                  <a:lnTo>
                    <a:pt x="105224" y="12274"/>
                  </a:lnTo>
                  <a:lnTo>
                    <a:pt x="105673" y="15716"/>
                  </a:lnTo>
                  <a:lnTo>
                    <a:pt x="106272" y="19608"/>
                  </a:lnTo>
                  <a:lnTo>
                    <a:pt x="106870" y="23051"/>
                  </a:lnTo>
                  <a:lnTo>
                    <a:pt x="108517" y="33977"/>
                  </a:lnTo>
                  <a:lnTo>
                    <a:pt x="108666" y="35025"/>
                  </a:lnTo>
                  <a:lnTo>
                    <a:pt x="111061" y="51190"/>
                  </a:lnTo>
                  <a:lnTo>
                    <a:pt x="111361" y="52986"/>
                  </a:lnTo>
                  <a:lnTo>
                    <a:pt x="112408" y="60171"/>
                  </a:lnTo>
                  <a:lnTo>
                    <a:pt x="112708" y="61668"/>
                  </a:lnTo>
                  <a:lnTo>
                    <a:pt x="115552" y="80826"/>
                  </a:lnTo>
                  <a:lnTo>
                    <a:pt x="115701" y="81425"/>
                  </a:lnTo>
                  <a:lnTo>
                    <a:pt x="115701" y="82174"/>
                  </a:lnTo>
                  <a:lnTo>
                    <a:pt x="116300" y="86215"/>
                  </a:lnTo>
                  <a:lnTo>
                    <a:pt x="116450" y="86814"/>
                  </a:lnTo>
                  <a:lnTo>
                    <a:pt x="117048" y="90556"/>
                  </a:lnTo>
                  <a:lnTo>
                    <a:pt x="117048" y="90705"/>
                  </a:lnTo>
                  <a:lnTo>
                    <a:pt x="116749" y="90705"/>
                  </a:lnTo>
                  <a:lnTo>
                    <a:pt x="115252" y="92352"/>
                  </a:lnTo>
                  <a:lnTo>
                    <a:pt x="113606" y="94148"/>
                  </a:lnTo>
                  <a:lnTo>
                    <a:pt x="113456" y="94148"/>
                  </a:lnTo>
                  <a:lnTo>
                    <a:pt x="111810" y="95944"/>
                  </a:lnTo>
                  <a:lnTo>
                    <a:pt x="110163" y="97740"/>
                  </a:lnTo>
                  <a:lnTo>
                    <a:pt x="110163" y="97590"/>
                  </a:lnTo>
                  <a:lnTo>
                    <a:pt x="110014" y="95794"/>
                  </a:lnTo>
                  <a:lnTo>
                    <a:pt x="109714" y="95794"/>
                  </a:lnTo>
                  <a:lnTo>
                    <a:pt x="109565" y="97141"/>
                  </a:lnTo>
                  <a:lnTo>
                    <a:pt x="109565" y="97291"/>
                  </a:lnTo>
                  <a:lnTo>
                    <a:pt x="109415" y="98489"/>
                  </a:lnTo>
                  <a:lnTo>
                    <a:pt x="108517" y="99536"/>
                  </a:lnTo>
                  <a:lnTo>
                    <a:pt x="108367" y="99686"/>
                  </a:lnTo>
                  <a:lnTo>
                    <a:pt x="106870" y="101332"/>
                  </a:lnTo>
                  <a:lnTo>
                    <a:pt x="106721" y="101482"/>
                  </a:lnTo>
                  <a:lnTo>
                    <a:pt x="105224" y="102979"/>
                  </a:lnTo>
                  <a:lnTo>
                    <a:pt x="104775" y="103428"/>
                  </a:lnTo>
                  <a:lnTo>
                    <a:pt x="104625" y="103578"/>
                  </a:lnTo>
                  <a:lnTo>
                    <a:pt x="104026" y="102979"/>
                  </a:lnTo>
                  <a:lnTo>
                    <a:pt x="103577" y="102530"/>
                  </a:lnTo>
                  <a:lnTo>
                    <a:pt x="102380" y="101482"/>
                  </a:lnTo>
                  <a:lnTo>
                    <a:pt x="102380" y="101332"/>
                  </a:lnTo>
                  <a:lnTo>
                    <a:pt x="101033" y="100135"/>
                  </a:lnTo>
                  <a:lnTo>
                    <a:pt x="103428" y="100135"/>
                  </a:lnTo>
                  <a:lnTo>
                    <a:pt x="103877" y="99985"/>
                  </a:lnTo>
                  <a:lnTo>
                    <a:pt x="105523" y="99985"/>
                  </a:lnTo>
                  <a:lnTo>
                    <a:pt x="106721" y="99836"/>
                  </a:lnTo>
                  <a:lnTo>
                    <a:pt x="106870" y="99686"/>
                  </a:lnTo>
                  <a:lnTo>
                    <a:pt x="106870" y="99536"/>
                  </a:lnTo>
                  <a:lnTo>
                    <a:pt x="106721" y="99387"/>
                  </a:lnTo>
                  <a:lnTo>
                    <a:pt x="105224" y="99237"/>
                  </a:lnTo>
                  <a:lnTo>
                    <a:pt x="100135" y="99237"/>
                  </a:lnTo>
                  <a:lnTo>
                    <a:pt x="98788" y="98039"/>
                  </a:lnTo>
                  <a:lnTo>
                    <a:pt x="98788" y="97890"/>
                  </a:lnTo>
                  <a:lnTo>
                    <a:pt x="97441" y="96692"/>
                  </a:lnTo>
                  <a:lnTo>
                    <a:pt x="99835" y="96842"/>
                  </a:lnTo>
                  <a:lnTo>
                    <a:pt x="105074" y="96842"/>
                  </a:lnTo>
                  <a:lnTo>
                    <a:pt x="105523" y="96692"/>
                  </a:lnTo>
                  <a:lnTo>
                    <a:pt x="105673" y="96692"/>
                  </a:lnTo>
                  <a:lnTo>
                    <a:pt x="107619" y="96543"/>
                  </a:lnTo>
                  <a:lnTo>
                    <a:pt x="107619" y="96393"/>
                  </a:lnTo>
                  <a:lnTo>
                    <a:pt x="107619" y="96243"/>
                  </a:lnTo>
                  <a:lnTo>
                    <a:pt x="105074" y="95944"/>
                  </a:lnTo>
                  <a:lnTo>
                    <a:pt x="100284" y="95944"/>
                  </a:lnTo>
                  <a:lnTo>
                    <a:pt x="97141" y="96243"/>
                  </a:lnTo>
                  <a:lnTo>
                    <a:pt x="96992" y="96243"/>
                  </a:lnTo>
                  <a:lnTo>
                    <a:pt x="92352" y="91753"/>
                  </a:lnTo>
                  <a:lnTo>
                    <a:pt x="92651" y="90107"/>
                  </a:lnTo>
                  <a:lnTo>
                    <a:pt x="95195" y="90406"/>
                  </a:lnTo>
                  <a:lnTo>
                    <a:pt x="97890" y="90406"/>
                  </a:lnTo>
                  <a:lnTo>
                    <a:pt x="103128" y="90256"/>
                  </a:lnTo>
                  <a:lnTo>
                    <a:pt x="104925" y="90256"/>
                  </a:lnTo>
                  <a:lnTo>
                    <a:pt x="105224" y="90107"/>
                  </a:lnTo>
                  <a:lnTo>
                    <a:pt x="105972" y="90107"/>
                  </a:lnTo>
                  <a:lnTo>
                    <a:pt x="105972" y="89957"/>
                  </a:lnTo>
                  <a:lnTo>
                    <a:pt x="105972" y="89807"/>
                  </a:lnTo>
                  <a:lnTo>
                    <a:pt x="105823" y="89657"/>
                  </a:lnTo>
                  <a:lnTo>
                    <a:pt x="102679" y="89657"/>
                  </a:lnTo>
                  <a:lnTo>
                    <a:pt x="97590" y="89508"/>
                  </a:lnTo>
                  <a:lnTo>
                    <a:pt x="95195" y="89508"/>
                  </a:lnTo>
                  <a:lnTo>
                    <a:pt x="92651" y="89807"/>
                  </a:lnTo>
                  <a:lnTo>
                    <a:pt x="93549" y="82922"/>
                  </a:lnTo>
                  <a:lnTo>
                    <a:pt x="93699" y="82174"/>
                  </a:lnTo>
                  <a:lnTo>
                    <a:pt x="93848" y="81425"/>
                  </a:lnTo>
                  <a:lnTo>
                    <a:pt x="96543" y="61817"/>
                  </a:lnTo>
                  <a:lnTo>
                    <a:pt x="96692" y="60171"/>
                  </a:lnTo>
                  <a:lnTo>
                    <a:pt x="97740" y="53136"/>
                  </a:lnTo>
                  <a:lnTo>
                    <a:pt x="97890" y="51340"/>
                  </a:lnTo>
                  <a:lnTo>
                    <a:pt x="100135" y="35025"/>
                  </a:lnTo>
                  <a:lnTo>
                    <a:pt x="100284" y="34127"/>
                  </a:lnTo>
                  <a:lnTo>
                    <a:pt x="101781" y="23051"/>
                  </a:lnTo>
                  <a:lnTo>
                    <a:pt x="102230" y="19608"/>
                  </a:lnTo>
                  <a:lnTo>
                    <a:pt x="102829" y="15716"/>
                  </a:lnTo>
                  <a:lnTo>
                    <a:pt x="103278" y="12274"/>
                  </a:lnTo>
                  <a:lnTo>
                    <a:pt x="104176" y="5837"/>
                  </a:lnTo>
                  <a:close/>
                  <a:moveTo>
                    <a:pt x="53285" y="113456"/>
                  </a:moveTo>
                  <a:lnTo>
                    <a:pt x="60021" y="114354"/>
                  </a:lnTo>
                  <a:lnTo>
                    <a:pt x="53884" y="116151"/>
                  </a:lnTo>
                  <a:lnTo>
                    <a:pt x="53285" y="113456"/>
                  </a:lnTo>
                  <a:close/>
                  <a:moveTo>
                    <a:pt x="90705" y="92352"/>
                  </a:moveTo>
                  <a:lnTo>
                    <a:pt x="90555" y="92651"/>
                  </a:lnTo>
                  <a:lnTo>
                    <a:pt x="92052" y="93998"/>
                  </a:lnTo>
                  <a:lnTo>
                    <a:pt x="92202" y="94148"/>
                  </a:lnTo>
                  <a:lnTo>
                    <a:pt x="93998" y="95794"/>
                  </a:lnTo>
                  <a:lnTo>
                    <a:pt x="95794" y="97441"/>
                  </a:lnTo>
                  <a:lnTo>
                    <a:pt x="95794" y="97590"/>
                  </a:lnTo>
                  <a:lnTo>
                    <a:pt x="97590" y="99087"/>
                  </a:lnTo>
                  <a:lnTo>
                    <a:pt x="97590" y="99237"/>
                  </a:lnTo>
                  <a:lnTo>
                    <a:pt x="97740" y="99387"/>
                  </a:lnTo>
                  <a:lnTo>
                    <a:pt x="97291" y="99387"/>
                  </a:lnTo>
                  <a:lnTo>
                    <a:pt x="95794" y="99536"/>
                  </a:lnTo>
                  <a:lnTo>
                    <a:pt x="95644" y="99686"/>
                  </a:lnTo>
                  <a:lnTo>
                    <a:pt x="95794" y="99686"/>
                  </a:lnTo>
                  <a:lnTo>
                    <a:pt x="96842" y="99836"/>
                  </a:lnTo>
                  <a:lnTo>
                    <a:pt x="96992" y="99836"/>
                  </a:lnTo>
                  <a:lnTo>
                    <a:pt x="98488" y="99985"/>
                  </a:lnTo>
                  <a:lnTo>
                    <a:pt x="99237" y="100734"/>
                  </a:lnTo>
                  <a:lnTo>
                    <a:pt x="99386" y="100883"/>
                  </a:lnTo>
                  <a:lnTo>
                    <a:pt x="101183" y="102530"/>
                  </a:lnTo>
                  <a:lnTo>
                    <a:pt x="101183" y="102680"/>
                  </a:lnTo>
                  <a:lnTo>
                    <a:pt x="102829" y="104027"/>
                  </a:lnTo>
                  <a:lnTo>
                    <a:pt x="103428" y="104625"/>
                  </a:lnTo>
                  <a:lnTo>
                    <a:pt x="103577" y="104775"/>
                  </a:lnTo>
                  <a:lnTo>
                    <a:pt x="103428" y="104775"/>
                  </a:lnTo>
                  <a:lnTo>
                    <a:pt x="102979" y="105374"/>
                  </a:lnTo>
                  <a:lnTo>
                    <a:pt x="102829" y="105523"/>
                  </a:lnTo>
                  <a:lnTo>
                    <a:pt x="102230" y="106122"/>
                  </a:lnTo>
                  <a:lnTo>
                    <a:pt x="101183" y="107320"/>
                  </a:lnTo>
                  <a:lnTo>
                    <a:pt x="101033" y="107320"/>
                  </a:lnTo>
                  <a:lnTo>
                    <a:pt x="99985" y="108517"/>
                  </a:lnTo>
                  <a:lnTo>
                    <a:pt x="99985" y="106122"/>
                  </a:lnTo>
                  <a:lnTo>
                    <a:pt x="99985" y="105523"/>
                  </a:lnTo>
                  <a:lnTo>
                    <a:pt x="99985" y="105374"/>
                  </a:lnTo>
                  <a:lnTo>
                    <a:pt x="99985" y="104925"/>
                  </a:lnTo>
                  <a:lnTo>
                    <a:pt x="99985" y="104775"/>
                  </a:lnTo>
                  <a:lnTo>
                    <a:pt x="99985" y="104176"/>
                  </a:lnTo>
                  <a:lnTo>
                    <a:pt x="99835" y="104027"/>
                  </a:lnTo>
                  <a:lnTo>
                    <a:pt x="99835" y="103727"/>
                  </a:lnTo>
                  <a:lnTo>
                    <a:pt x="99686" y="102680"/>
                  </a:lnTo>
                  <a:lnTo>
                    <a:pt x="99686" y="102530"/>
                  </a:lnTo>
                  <a:lnTo>
                    <a:pt x="99386" y="102530"/>
                  </a:lnTo>
                  <a:lnTo>
                    <a:pt x="99386" y="102680"/>
                  </a:lnTo>
                  <a:lnTo>
                    <a:pt x="99237" y="104176"/>
                  </a:lnTo>
                  <a:lnTo>
                    <a:pt x="99237" y="104476"/>
                  </a:lnTo>
                  <a:lnTo>
                    <a:pt x="99237" y="104625"/>
                  </a:lnTo>
                  <a:lnTo>
                    <a:pt x="99237" y="104775"/>
                  </a:lnTo>
                  <a:lnTo>
                    <a:pt x="99237" y="104925"/>
                  </a:lnTo>
                  <a:lnTo>
                    <a:pt x="99087" y="105374"/>
                  </a:lnTo>
                  <a:lnTo>
                    <a:pt x="99087" y="105523"/>
                  </a:lnTo>
                  <a:lnTo>
                    <a:pt x="99087" y="106122"/>
                  </a:lnTo>
                  <a:lnTo>
                    <a:pt x="99087" y="108667"/>
                  </a:lnTo>
                  <a:lnTo>
                    <a:pt x="99087" y="108816"/>
                  </a:lnTo>
                  <a:lnTo>
                    <a:pt x="99087" y="109415"/>
                  </a:lnTo>
                  <a:lnTo>
                    <a:pt x="96543" y="111960"/>
                  </a:lnTo>
                  <a:lnTo>
                    <a:pt x="96842" y="109116"/>
                  </a:lnTo>
                  <a:lnTo>
                    <a:pt x="96842" y="106272"/>
                  </a:lnTo>
                  <a:lnTo>
                    <a:pt x="96842" y="105523"/>
                  </a:lnTo>
                  <a:lnTo>
                    <a:pt x="96842" y="104925"/>
                  </a:lnTo>
                  <a:lnTo>
                    <a:pt x="96692" y="104326"/>
                  </a:lnTo>
                  <a:lnTo>
                    <a:pt x="96692" y="103727"/>
                  </a:lnTo>
                  <a:lnTo>
                    <a:pt x="96692" y="103428"/>
                  </a:lnTo>
                  <a:lnTo>
                    <a:pt x="96393" y="101931"/>
                  </a:lnTo>
                  <a:lnTo>
                    <a:pt x="96393" y="101781"/>
                  </a:lnTo>
                  <a:lnTo>
                    <a:pt x="96243" y="101931"/>
                  </a:lnTo>
                  <a:lnTo>
                    <a:pt x="95944" y="104176"/>
                  </a:lnTo>
                  <a:lnTo>
                    <a:pt x="95944" y="104326"/>
                  </a:lnTo>
                  <a:lnTo>
                    <a:pt x="95944" y="104925"/>
                  </a:lnTo>
                  <a:lnTo>
                    <a:pt x="95944" y="105523"/>
                  </a:lnTo>
                  <a:lnTo>
                    <a:pt x="95944" y="105673"/>
                  </a:lnTo>
                  <a:lnTo>
                    <a:pt x="95944" y="106272"/>
                  </a:lnTo>
                  <a:lnTo>
                    <a:pt x="95944" y="109415"/>
                  </a:lnTo>
                  <a:lnTo>
                    <a:pt x="96094" y="112558"/>
                  </a:lnTo>
                  <a:lnTo>
                    <a:pt x="91753" y="117049"/>
                  </a:lnTo>
                  <a:lnTo>
                    <a:pt x="90106" y="116899"/>
                  </a:lnTo>
                  <a:lnTo>
                    <a:pt x="90106" y="116749"/>
                  </a:lnTo>
                  <a:lnTo>
                    <a:pt x="90256" y="114354"/>
                  </a:lnTo>
                  <a:lnTo>
                    <a:pt x="90406" y="111810"/>
                  </a:lnTo>
                  <a:lnTo>
                    <a:pt x="90256" y="106721"/>
                  </a:lnTo>
                  <a:lnTo>
                    <a:pt x="90106" y="105823"/>
                  </a:lnTo>
                  <a:lnTo>
                    <a:pt x="90106" y="105224"/>
                  </a:lnTo>
                  <a:lnTo>
                    <a:pt x="90106" y="105074"/>
                  </a:lnTo>
                  <a:lnTo>
                    <a:pt x="90106" y="104176"/>
                  </a:lnTo>
                  <a:lnTo>
                    <a:pt x="90106" y="103727"/>
                  </a:lnTo>
                  <a:lnTo>
                    <a:pt x="90106" y="103578"/>
                  </a:lnTo>
                  <a:lnTo>
                    <a:pt x="89957" y="103428"/>
                  </a:lnTo>
                  <a:lnTo>
                    <a:pt x="89807" y="103578"/>
                  </a:lnTo>
                  <a:lnTo>
                    <a:pt x="89657" y="103578"/>
                  </a:lnTo>
                  <a:lnTo>
                    <a:pt x="89657" y="103727"/>
                  </a:lnTo>
                  <a:lnTo>
                    <a:pt x="89657" y="104625"/>
                  </a:lnTo>
                  <a:lnTo>
                    <a:pt x="89657" y="105523"/>
                  </a:lnTo>
                  <a:lnTo>
                    <a:pt x="89508" y="106571"/>
                  </a:lnTo>
                  <a:lnTo>
                    <a:pt x="89508" y="107769"/>
                  </a:lnTo>
                  <a:lnTo>
                    <a:pt x="89358" y="112259"/>
                  </a:lnTo>
                  <a:lnTo>
                    <a:pt x="89508" y="114504"/>
                  </a:lnTo>
                  <a:lnTo>
                    <a:pt x="89657" y="116749"/>
                  </a:lnTo>
                  <a:lnTo>
                    <a:pt x="89657" y="116749"/>
                  </a:lnTo>
                  <a:lnTo>
                    <a:pt x="83521" y="116001"/>
                  </a:lnTo>
                  <a:lnTo>
                    <a:pt x="82772" y="115851"/>
                  </a:lnTo>
                  <a:lnTo>
                    <a:pt x="82024" y="115702"/>
                  </a:lnTo>
                  <a:lnTo>
                    <a:pt x="61667" y="113007"/>
                  </a:lnTo>
                  <a:lnTo>
                    <a:pt x="60171" y="112708"/>
                  </a:lnTo>
                  <a:lnTo>
                    <a:pt x="52986" y="111810"/>
                  </a:lnTo>
                  <a:lnTo>
                    <a:pt x="51190" y="111511"/>
                  </a:lnTo>
                  <a:lnTo>
                    <a:pt x="35025" y="109265"/>
                  </a:lnTo>
                  <a:lnTo>
                    <a:pt x="33977" y="109116"/>
                  </a:lnTo>
                  <a:lnTo>
                    <a:pt x="23050" y="107619"/>
                  </a:lnTo>
                  <a:lnTo>
                    <a:pt x="19608" y="107170"/>
                  </a:lnTo>
                  <a:lnTo>
                    <a:pt x="15716" y="106571"/>
                  </a:lnTo>
                  <a:lnTo>
                    <a:pt x="12274" y="106122"/>
                  </a:lnTo>
                  <a:lnTo>
                    <a:pt x="5688" y="105224"/>
                  </a:lnTo>
                  <a:lnTo>
                    <a:pt x="12274" y="104326"/>
                  </a:lnTo>
                  <a:lnTo>
                    <a:pt x="15716" y="103727"/>
                  </a:lnTo>
                  <a:lnTo>
                    <a:pt x="19608" y="103129"/>
                  </a:lnTo>
                  <a:lnTo>
                    <a:pt x="23050" y="102680"/>
                  </a:lnTo>
                  <a:lnTo>
                    <a:pt x="33977" y="101033"/>
                  </a:lnTo>
                  <a:lnTo>
                    <a:pt x="35025" y="100883"/>
                  </a:lnTo>
                  <a:lnTo>
                    <a:pt x="51190" y="98339"/>
                  </a:lnTo>
                  <a:lnTo>
                    <a:pt x="52986" y="98039"/>
                  </a:lnTo>
                  <a:lnTo>
                    <a:pt x="60171" y="96992"/>
                  </a:lnTo>
                  <a:lnTo>
                    <a:pt x="61667" y="96842"/>
                  </a:lnTo>
                  <a:lnTo>
                    <a:pt x="81425" y="93848"/>
                  </a:lnTo>
                  <a:lnTo>
                    <a:pt x="82173" y="93699"/>
                  </a:lnTo>
                  <a:lnTo>
                    <a:pt x="82922" y="93549"/>
                  </a:lnTo>
                  <a:lnTo>
                    <a:pt x="85915" y="93100"/>
                  </a:lnTo>
                  <a:lnTo>
                    <a:pt x="86514" y="93100"/>
                  </a:lnTo>
                  <a:lnTo>
                    <a:pt x="90106" y="92501"/>
                  </a:lnTo>
                  <a:lnTo>
                    <a:pt x="90555" y="92352"/>
                  </a:lnTo>
                  <a:close/>
                  <a:moveTo>
                    <a:pt x="117647" y="92501"/>
                  </a:moveTo>
                  <a:lnTo>
                    <a:pt x="119294" y="92651"/>
                  </a:lnTo>
                  <a:lnTo>
                    <a:pt x="119144" y="95046"/>
                  </a:lnTo>
                  <a:lnTo>
                    <a:pt x="118994" y="97590"/>
                  </a:lnTo>
                  <a:lnTo>
                    <a:pt x="119144" y="102530"/>
                  </a:lnTo>
                  <a:lnTo>
                    <a:pt x="119144" y="103428"/>
                  </a:lnTo>
                  <a:lnTo>
                    <a:pt x="119294" y="104176"/>
                  </a:lnTo>
                  <a:lnTo>
                    <a:pt x="119294" y="104476"/>
                  </a:lnTo>
                  <a:lnTo>
                    <a:pt x="119294" y="105224"/>
                  </a:lnTo>
                  <a:lnTo>
                    <a:pt x="119294" y="105823"/>
                  </a:lnTo>
                  <a:lnTo>
                    <a:pt x="119294" y="105972"/>
                  </a:lnTo>
                  <a:lnTo>
                    <a:pt x="119593" y="105972"/>
                  </a:lnTo>
                  <a:lnTo>
                    <a:pt x="119743" y="105823"/>
                  </a:lnTo>
                  <a:lnTo>
                    <a:pt x="119743" y="104775"/>
                  </a:lnTo>
                  <a:lnTo>
                    <a:pt x="119743" y="103727"/>
                  </a:lnTo>
                  <a:lnTo>
                    <a:pt x="119892" y="102680"/>
                  </a:lnTo>
                  <a:lnTo>
                    <a:pt x="119892" y="101482"/>
                  </a:lnTo>
                  <a:lnTo>
                    <a:pt x="120042" y="97141"/>
                  </a:lnTo>
                  <a:lnTo>
                    <a:pt x="119892" y="94896"/>
                  </a:lnTo>
                  <a:lnTo>
                    <a:pt x="119743" y="92651"/>
                  </a:lnTo>
                  <a:lnTo>
                    <a:pt x="119743" y="92651"/>
                  </a:lnTo>
                  <a:lnTo>
                    <a:pt x="125730" y="93549"/>
                  </a:lnTo>
                  <a:lnTo>
                    <a:pt x="126478" y="93699"/>
                  </a:lnTo>
                  <a:lnTo>
                    <a:pt x="127077" y="93699"/>
                  </a:lnTo>
                  <a:lnTo>
                    <a:pt x="147733" y="96543"/>
                  </a:lnTo>
                  <a:lnTo>
                    <a:pt x="149229" y="96842"/>
                  </a:lnTo>
                  <a:lnTo>
                    <a:pt x="156414" y="97740"/>
                  </a:lnTo>
                  <a:lnTo>
                    <a:pt x="158210" y="98039"/>
                  </a:lnTo>
                  <a:lnTo>
                    <a:pt x="174375" y="100285"/>
                  </a:lnTo>
                  <a:lnTo>
                    <a:pt x="175423" y="100434"/>
                  </a:lnTo>
                  <a:lnTo>
                    <a:pt x="186350" y="101931"/>
                  </a:lnTo>
                  <a:lnTo>
                    <a:pt x="189792" y="102380"/>
                  </a:lnTo>
                  <a:lnTo>
                    <a:pt x="193684" y="102829"/>
                  </a:lnTo>
                  <a:lnTo>
                    <a:pt x="197126" y="103278"/>
                  </a:lnTo>
                  <a:lnTo>
                    <a:pt x="203712" y="104326"/>
                  </a:lnTo>
                  <a:lnTo>
                    <a:pt x="197126" y="105224"/>
                  </a:lnTo>
                  <a:lnTo>
                    <a:pt x="193684" y="105823"/>
                  </a:lnTo>
                  <a:lnTo>
                    <a:pt x="189792" y="106421"/>
                  </a:lnTo>
                  <a:lnTo>
                    <a:pt x="186350" y="106871"/>
                  </a:lnTo>
                  <a:lnTo>
                    <a:pt x="175423" y="108517"/>
                  </a:lnTo>
                  <a:lnTo>
                    <a:pt x="174375" y="108667"/>
                  </a:lnTo>
                  <a:lnTo>
                    <a:pt x="158210" y="111062"/>
                  </a:lnTo>
                  <a:lnTo>
                    <a:pt x="156414" y="111361"/>
                  </a:lnTo>
                  <a:lnTo>
                    <a:pt x="149229" y="112409"/>
                  </a:lnTo>
                  <a:lnTo>
                    <a:pt x="147733" y="112708"/>
                  </a:lnTo>
                  <a:lnTo>
                    <a:pt x="127975" y="115702"/>
                  </a:lnTo>
                  <a:lnTo>
                    <a:pt x="127376" y="115851"/>
                  </a:lnTo>
                  <a:lnTo>
                    <a:pt x="126628" y="115851"/>
                  </a:lnTo>
                  <a:lnTo>
                    <a:pt x="123634" y="116300"/>
                  </a:lnTo>
                  <a:lnTo>
                    <a:pt x="123036" y="116450"/>
                  </a:lnTo>
                  <a:lnTo>
                    <a:pt x="119443" y="117049"/>
                  </a:lnTo>
                  <a:lnTo>
                    <a:pt x="118695" y="117049"/>
                  </a:lnTo>
                  <a:lnTo>
                    <a:pt x="118695" y="116899"/>
                  </a:lnTo>
                  <a:lnTo>
                    <a:pt x="117348" y="115552"/>
                  </a:lnTo>
                  <a:lnTo>
                    <a:pt x="117198" y="115402"/>
                  </a:lnTo>
                  <a:lnTo>
                    <a:pt x="115552" y="113756"/>
                  </a:lnTo>
                  <a:lnTo>
                    <a:pt x="115402" y="113756"/>
                  </a:lnTo>
                  <a:lnTo>
                    <a:pt x="113756" y="112109"/>
                  </a:lnTo>
                  <a:lnTo>
                    <a:pt x="113606" y="111960"/>
                  </a:lnTo>
                  <a:lnTo>
                    <a:pt x="111959" y="110463"/>
                  </a:lnTo>
                  <a:lnTo>
                    <a:pt x="111810" y="110313"/>
                  </a:lnTo>
                  <a:lnTo>
                    <a:pt x="111660" y="110163"/>
                  </a:lnTo>
                  <a:lnTo>
                    <a:pt x="112259" y="110163"/>
                  </a:lnTo>
                  <a:lnTo>
                    <a:pt x="113606" y="110014"/>
                  </a:lnTo>
                  <a:lnTo>
                    <a:pt x="113756" y="109864"/>
                  </a:lnTo>
                  <a:lnTo>
                    <a:pt x="113606" y="109714"/>
                  </a:lnTo>
                  <a:lnTo>
                    <a:pt x="112558" y="109714"/>
                  </a:lnTo>
                  <a:lnTo>
                    <a:pt x="110912" y="109565"/>
                  </a:lnTo>
                  <a:lnTo>
                    <a:pt x="110912" y="109415"/>
                  </a:lnTo>
                  <a:lnTo>
                    <a:pt x="110762" y="109265"/>
                  </a:lnTo>
                  <a:lnTo>
                    <a:pt x="110163" y="108816"/>
                  </a:lnTo>
                  <a:lnTo>
                    <a:pt x="110014" y="108667"/>
                  </a:lnTo>
                  <a:lnTo>
                    <a:pt x="108367" y="107020"/>
                  </a:lnTo>
                  <a:lnTo>
                    <a:pt x="108217" y="106871"/>
                  </a:lnTo>
                  <a:lnTo>
                    <a:pt x="106571" y="105374"/>
                  </a:lnTo>
                  <a:lnTo>
                    <a:pt x="106122" y="104925"/>
                  </a:lnTo>
                  <a:lnTo>
                    <a:pt x="105972" y="104775"/>
                  </a:lnTo>
                  <a:lnTo>
                    <a:pt x="105823" y="104775"/>
                  </a:lnTo>
                  <a:lnTo>
                    <a:pt x="106272" y="104326"/>
                  </a:lnTo>
                  <a:lnTo>
                    <a:pt x="106272" y="104176"/>
                  </a:lnTo>
                  <a:lnTo>
                    <a:pt x="106870" y="103727"/>
                  </a:lnTo>
                  <a:lnTo>
                    <a:pt x="107918" y="102530"/>
                  </a:lnTo>
                  <a:lnTo>
                    <a:pt x="109415" y="101033"/>
                  </a:lnTo>
                  <a:lnTo>
                    <a:pt x="109415" y="103578"/>
                  </a:lnTo>
                  <a:lnTo>
                    <a:pt x="109415" y="104176"/>
                  </a:lnTo>
                  <a:lnTo>
                    <a:pt x="109415" y="104775"/>
                  </a:lnTo>
                  <a:lnTo>
                    <a:pt x="109415" y="104925"/>
                  </a:lnTo>
                  <a:lnTo>
                    <a:pt x="109415" y="105374"/>
                  </a:lnTo>
                  <a:lnTo>
                    <a:pt x="109565" y="105673"/>
                  </a:lnTo>
                  <a:lnTo>
                    <a:pt x="109565" y="105823"/>
                  </a:lnTo>
                  <a:lnTo>
                    <a:pt x="109714" y="106871"/>
                  </a:lnTo>
                  <a:lnTo>
                    <a:pt x="109864" y="107020"/>
                  </a:lnTo>
                  <a:lnTo>
                    <a:pt x="109864" y="106871"/>
                  </a:lnTo>
                  <a:lnTo>
                    <a:pt x="110014" y="106871"/>
                  </a:lnTo>
                  <a:lnTo>
                    <a:pt x="110163" y="105374"/>
                  </a:lnTo>
                  <a:lnTo>
                    <a:pt x="110163" y="105224"/>
                  </a:lnTo>
                  <a:lnTo>
                    <a:pt x="110163" y="104925"/>
                  </a:lnTo>
                  <a:lnTo>
                    <a:pt x="110163" y="104775"/>
                  </a:lnTo>
                  <a:lnTo>
                    <a:pt x="110163" y="104176"/>
                  </a:lnTo>
                  <a:lnTo>
                    <a:pt x="110313" y="104027"/>
                  </a:lnTo>
                  <a:lnTo>
                    <a:pt x="110313" y="103578"/>
                  </a:lnTo>
                  <a:lnTo>
                    <a:pt x="110313" y="100135"/>
                  </a:lnTo>
                  <a:lnTo>
                    <a:pt x="112857" y="97441"/>
                  </a:lnTo>
                  <a:lnTo>
                    <a:pt x="112558" y="100434"/>
                  </a:lnTo>
                  <a:lnTo>
                    <a:pt x="112558" y="103578"/>
                  </a:lnTo>
                  <a:lnTo>
                    <a:pt x="112558" y="104027"/>
                  </a:lnTo>
                  <a:lnTo>
                    <a:pt x="112558" y="104176"/>
                  </a:lnTo>
                  <a:lnTo>
                    <a:pt x="112558" y="104625"/>
                  </a:lnTo>
                  <a:lnTo>
                    <a:pt x="112558" y="104775"/>
                  </a:lnTo>
                  <a:lnTo>
                    <a:pt x="112708" y="105224"/>
                  </a:lnTo>
                  <a:lnTo>
                    <a:pt x="112708" y="105972"/>
                  </a:lnTo>
                  <a:lnTo>
                    <a:pt x="112708" y="106122"/>
                  </a:lnTo>
                  <a:lnTo>
                    <a:pt x="112857" y="107619"/>
                  </a:lnTo>
                  <a:lnTo>
                    <a:pt x="113007" y="107769"/>
                  </a:lnTo>
                  <a:lnTo>
                    <a:pt x="113157" y="107619"/>
                  </a:lnTo>
                  <a:lnTo>
                    <a:pt x="113456" y="105374"/>
                  </a:lnTo>
                  <a:lnTo>
                    <a:pt x="113456" y="105224"/>
                  </a:lnTo>
                  <a:lnTo>
                    <a:pt x="113456" y="104775"/>
                  </a:lnTo>
                  <a:lnTo>
                    <a:pt x="113456" y="104625"/>
                  </a:lnTo>
                  <a:lnTo>
                    <a:pt x="113456" y="104176"/>
                  </a:lnTo>
                  <a:lnTo>
                    <a:pt x="113456" y="104027"/>
                  </a:lnTo>
                  <a:lnTo>
                    <a:pt x="113456" y="103578"/>
                  </a:lnTo>
                  <a:lnTo>
                    <a:pt x="113456" y="100285"/>
                  </a:lnTo>
                  <a:lnTo>
                    <a:pt x="113307" y="96992"/>
                  </a:lnTo>
                  <a:lnTo>
                    <a:pt x="117647" y="92501"/>
                  </a:lnTo>
                  <a:close/>
                  <a:moveTo>
                    <a:pt x="156115" y="113007"/>
                  </a:moveTo>
                  <a:lnTo>
                    <a:pt x="155815" y="115253"/>
                  </a:lnTo>
                  <a:lnTo>
                    <a:pt x="155216" y="117348"/>
                  </a:lnTo>
                  <a:lnTo>
                    <a:pt x="148481" y="116001"/>
                  </a:lnTo>
                  <a:lnTo>
                    <a:pt x="148930" y="114205"/>
                  </a:lnTo>
                  <a:lnTo>
                    <a:pt x="156115" y="113007"/>
                  </a:lnTo>
                  <a:close/>
                  <a:moveTo>
                    <a:pt x="23200" y="109265"/>
                  </a:moveTo>
                  <a:lnTo>
                    <a:pt x="34127" y="110762"/>
                  </a:lnTo>
                  <a:lnTo>
                    <a:pt x="34725" y="115552"/>
                  </a:lnTo>
                  <a:lnTo>
                    <a:pt x="35623" y="120342"/>
                  </a:lnTo>
                  <a:lnTo>
                    <a:pt x="24547" y="120342"/>
                  </a:lnTo>
                  <a:lnTo>
                    <a:pt x="24098" y="117647"/>
                  </a:lnTo>
                  <a:lnTo>
                    <a:pt x="23649" y="114803"/>
                  </a:lnTo>
                  <a:lnTo>
                    <a:pt x="23350" y="112109"/>
                  </a:lnTo>
                  <a:lnTo>
                    <a:pt x="23200" y="109265"/>
                  </a:lnTo>
                  <a:close/>
                  <a:moveTo>
                    <a:pt x="186350" y="108517"/>
                  </a:moveTo>
                  <a:lnTo>
                    <a:pt x="186050" y="111511"/>
                  </a:lnTo>
                  <a:lnTo>
                    <a:pt x="185751" y="114504"/>
                  </a:lnTo>
                  <a:lnTo>
                    <a:pt x="185451" y="117348"/>
                  </a:lnTo>
                  <a:lnTo>
                    <a:pt x="184853" y="120342"/>
                  </a:lnTo>
                  <a:lnTo>
                    <a:pt x="173777" y="120342"/>
                  </a:lnTo>
                  <a:lnTo>
                    <a:pt x="174226" y="117797"/>
                  </a:lnTo>
                  <a:lnTo>
                    <a:pt x="174675" y="115253"/>
                  </a:lnTo>
                  <a:lnTo>
                    <a:pt x="174974" y="112708"/>
                  </a:lnTo>
                  <a:lnTo>
                    <a:pt x="175273" y="110163"/>
                  </a:lnTo>
                  <a:lnTo>
                    <a:pt x="186350" y="108517"/>
                  </a:lnTo>
                  <a:close/>
                  <a:moveTo>
                    <a:pt x="37869" y="121240"/>
                  </a:moveTo>
                  <a:lnTo>
                    <a:pt x="39066" y="121389"/>
                  </a:lnTo>
                  <a:lnTo>
                    <a:pt x="38168" y="121838"/>
                  </a:lnTo>
                  <a:lnTo>
                    <a:pt x="37869" y="121240"/>
                  </a:lnTo>
                  <a:close/>
                  <a:moveTo>
                    <a:pt x="171531" y="121240"/>
                  </a:moveTo>
                  <a:lnTo>
                    <a:pt x="171232" y="121838"/>
                  </a:lnTo>
                  <a:lnTo>
                    <a:pt x="170484" y="121389"/>
                  </a:lnTo>
                  <a:lnTo>
                    <a:pt x="171531" y="121240"/>
                  </a:lnTo>
                  <a:close/>
                  <a:moveTo>
                    <a:pt x="37569" y="121240"/>
                  </a:moveTo>
                  <a:lnTo>
                    <a:pt x="37719" y="121389"/>
                  </a:lnTo>
                  <a:lnTo>
                    <a:pt x="38018" y="121838"/>
                  </a:lnTo>
                  <a:lnTo>
                    <a:pt x="37120" y="122437"/>
                  </a:lnTo>
                  <a:lnTo>
                    <a:pt x="36222" y="122886"/>
                  </a:lnTo>
                  <a:lnTo>
                    <a:pt x="26493" y="128574"/>
                  </a:lnTo>
                  <a:lnTo>
                    <a:pt x="25595" y="124982"/>
                  </a:lnTo>
                  <a:lnTo>
                    <a:pt x="24697" y="121240"/>
                  </a:lnTo>
                  <a:lnTo>
                    <a:pt x="25146" y="121240"/>
                  </a:lnTo>
                  <a:lnTo>
                    <a:pt x="25595" y="122736"/>
                  </a:lnTo>
                  <a:lnTo>
                    <a:pt x="25894" y="123635"/>
                  </a:lnTo>
                  <a:lnTo>
                    <a:pt x="26194" y="124533"/>
                  </a:lnTo>
                  <a:lnTo>
                    <a:pt x="26343" y="124533"/>
                  </a:lnTo>
                  <a:lnTo>
                    <a:pt x="26343" y="124383"/>
                  </a:lnTo>
                  <a:lnTo>
                    <a:pt x="25894" y="122437"/>
                  </a:lnTo>
                  <a:lnTo>
                    <a:pt x="25445" y="121240"/>
                  </a:lnTo>
                  <a:lnTo>
                    <a:pt x="26493" y="121240"/>
                  </a:lnTo>
                  <a:lnTo>
                    <a:pt x="26942" y="122587"/>
                  </a:lnTo>
                  <a:lnTo>
                    <a:pt x="27092" y="123485"/>
                  </a:lnTo>
                  <a:lnTo>
                    <a:pt x="27541" y="124383"/>
                  </a:lnTo>
                  <a:lnTo>
                    <a:pt x="27690" y="124383"/>
                  </a:lnTo>
                  <a:lnTo>
                    <a:pt x="27391" y="123485"/>
                  </a:lnTo>
                  <a:lnTo>
                    <a:pt x="27241" y="122587"/>
                  </a:lnTo>
                  <a:lnTo>
                    <a:pt x="26792" y="121240"/>
                  </a:lnTo>
                  <a:lnTo>
                    <a:pt x="27541" y="121240"/>
                  </a:lnTo>
                  <a:lnTo>
                    <a:pt x="27990" y="122736"/>
                  </a:lnTo>
                  <a:lnTo>
                    <a:pt x="28289" y="123335"/>
                  </a:lnTo>
                  <a:lnTo>
                    <a:pt x="28589" y="123934"/>
                  </a:lnTo>
                  <a:lnTo>
                    <a:pt x="28738" y="123934"/>
                  </a:lnTo>
                  <a:lnTo>
                    <a:pt x="28738" y="123784"/>
                  </a:lnTo>
                  <a:lnTo>
                    <a:pt x="28140" y="122287"/>
                  </a:lnTo>
                  <a:lnTo>
                    <a:pt x="27840" y="121240"/>
                  </a:lnTo>
                  <a:lnTo>
                    <a:pt x="29187" y="121240"/>
                  </a:lnTo>
                  <a:lnTo>
                    <a:pt x="29487" y="122287"/>
                  </a:lnTo>
                  <a:lnTo>
                    <a:pt x="29786" y="123185"/>
                  </a:lnTo>
                  <a:lnTo>
                    <a:pt x="30085" y="123934"/>
                  </a:lnTo>
                  <a:lnTo>
                    <a:pt x="30235" y="123934"/>
                  </a:lnTo>
                  <a:lnTo>
                    <a:pt x="29936" y="123036"/>
                  </a:lnTo>
                  <a:lnTo>
                    <a:pt x="29786" y="122287"/>
                  </a:lnTo>
                  <a:lnTo>
                    <a:pt x="29337" y="121240"/>
                  </a:lnTo>
                  <a:lnTo>
                    <a:pt x="30385" y="121240"/>
                  </a:lnTo>
                  <a:lnTo>
                    <a:pt x="30534" y="122138"/>
                  </a:lnTo>
                  <a:lnTo>
                    <a:pt x="30834" y="122886"/>
                  </a:lnTo>
                  <a:lnTo>
                    <a:pt x="31133" y="123635"/>
                  </a:lnTo>
                  <a:lnTo>
                    <a:pt x="31283" y="123635"/>
                  </a:lnTo>
                  <a:lnTo>
                    <a:pt x="30684" y="121689"/>
                  </a:lnTo>
                  <a:lnTo>
                    <a:pt x="30684" y="121240"/>
                  </a:lnTo>
                  <a:lnTo>
                    <a:pt x="31432" y="121240"/>
                  </a:lnTo>
                  <a:lnTo>
                    <a:pt x="31582" y="121838"/>
                  </a:lnTo>
                  <a:lnTo>
                    <a:pt x="32181" y="123335"/>
                  </a:lnTo>
                  <a:lnTo>
                    <a:pt x="32331" y="123335"/>
                  </a:lnTo>
                  <a:lnTo>
                    <a:pt x="32331" y="123185"/>
                  </a:lnTo>
                  <a:lnTo>
                    <a:pt x="31881" y="121838"/>
                  </a:lnTo>
                  <a:lnTo>
                    <a:pt x="31732" y="121240"/>
                  </a:lnTo>
                  <a:lnTo>
                    <a:pt x="32480" y="121240"/>
                  </a:lnTo>
                  <a:lnTo>
                    <a:pt x="32780" y="122138"/>
                  </a:lnTo>
                  <a:lnTo>
                    <a:pt x="33079" y="123036"/>
                  </a:lnTo>
                  <a:lnTo>
                    <a:pt x="33229" y="123036"/>
                  </a:lnTo>
                  <a:lnTo>
                    <a:pt x="33079" y="122138"/>
                  </a:lnTo>
                  <a:lnTo>
                    <a:pt x="32780" y="121240"/>
                  </a:lnTo>
                  <a:lnTo>
                    <a:pt x="33528" y="121240"/>
                  </a:lnTo>
                  <a:lnTo>
                    <a:pt x="33678" y="121689"/>
                  </a:lnTo>
                  <a:lnTo>
                    <a:pt x="33827" y="122138"/>
                  </a:lnTo>
                  <a:lnTo>
                    <a:pt x="34127" y="122736"/>
                  </a:lnTo>
                  <a:lnTo>
                    <a:pt x="34276" y="122587"/>
                  </a:lnTo>
                  <a:lnTo>
                    <a:pt x="33977" y="121539"/>
                  </a:lnTo>
                  <a:lnTo>
                    <a:pt x="33827" y="121240"/>
                  </a:lnTo>
                  <a:lnTo>
                    <a:pt x="34576" y="121240"/>
                  </a:lnTo>
                  <a:lnTo>
                    <a:pt x="35174" y="122437"/>
                  </a:lnTo>
                  <a:lnTo>
                    <a:pt x="35324" y="122437"/>
                  </a:lnTo>
                  <a:lnTo>
                    <a:pt x="34875" y="121240"/>
                  </a:lnTo>
                  <a:lnTo>
                    <a:pt x="35623" y="121240"/>
                  </a:lnTo>
                  <a:lnTo>
                    <a:pt x="35623" y="121539"/>
                  </a:lnTo>
                  <a:lnTo>
                    <a:pt x="36072" y="122287"/>
                  </a:lnTo>
                  <a:lnTo>
                    <a:pt x="36222" y="122437"/>
                  </a:lnTo>
                  <a:lnTo>
                    <a:pt x="36222" y="122287"/>
                  </a:lnTo>
                  <a:lnTo>
                    <a:pt x="35923" y="121389"/>
                  </a:lnTo>
                  <a:lnTo>
                    <a:pt x="35923" y="121240"/>
                  </a:lnTo>
                  <a:lnTo>
                    <a:pt x="36522" y="121240"/>
                  </a:lnTo>
                  <a:lnTo>
                    <a:pt x="36522" y="121389"/>
                  </a:lnTo>
                  <a:lnTo>
                    <a:pt x="36971" y="121988"/>
                  </a:lnTo>
                  <a:lnTo>
                    <a:pt x="37120" y="121838"/>
                  </a:lnTo>
                  <a:lnTo>
                    <a:pt x="36821" y="121389"/>
                  </a:lnTo>
                  <a:lnTo>
                    <a:pt x="36821" y="121240"/>
                  </a:lnTo>
                  <a:close/>
                  <a:moveTo>
                    <a:pt x="184703" y="121240"/>
                  </a:moveTo>
                  <a:lnTo>
                    <a:pt x="183805" y="124982"/>
                  </a:lnTo>
                  <a:lnTo>
                    <a:pt x="182907" y="128574"/>
                  </a:lnTo>
                  <a:lnTo>
                    <a:pt x="173178" y="122886"/>
                  </a:lnTo>
                  <a:lnTo>
                    <a:pt x="172280" y="122437"/>
                  </a:lnTo>
                  <a:lnTo>
                    <a:pt x="171382" y="121838"/>
                  </a:lnTo>
                  <a:lnTo>
                    <a:pt x="171831" y="121389"/>
                  </a:lnTo>
                  <a:lnTo>
                    <a:pt x="171831" y="121240"/>
                  </a:lnTo>
                  <a:lnTo>
                    <a:pt x="172579" y="121240"/>
                  </a:lnTo>
                  <a:lnTo>
                    <a:pt x="172429" y="121539"/>
                  </a:lnTo>
                  <a:lnTo>
                    <a:pt x="172429" y="121838"/>
                  </a:lnTo>
                  <a:lnTo>
                    <a:pt x="172429" y="121988"/>
                  </a:lnTo>
                  <a:lnTo>
                    <a:pt x="172878" y="121389"/>
                  </a:lnTo>
                  <a:lnTo>
                    <a:pt x="172878" y="121240"/>
                  </a:lnTo>
                  <a:lnTo>
                    <a:pt x="173627" y="121240"/>
                  </a:lnTo>
                  <a:lnTo>
                    <a:pt x="173477" y="121389"/>
                  </a:lnTo>
                  <a:lnTo>
                    <a:pt x="173477" y="121539"/>
                  </a:lnTo>
                  <a:lnTo>
                    <a:pt x="173178" y="122287"/>
                  </a:lnTo>
                  <a:lnTo>
                    <a:pt x="173178" y="122437"/>
                  </a:lnTo>
                  <a:lnTo>
                    <a:pt x="173328" y="122287"/>
                  </a:lnTo>
                  <a:lnTo>
                    <a:pt x="173777" y="121539"/>
                  </a:lnTo>
                  <a:lnTo>
                    <a:pt x="173926" y="121240"/>
                  </a:lnTo>
                  <a:lnTo>
                    <a:pt x="174525" y="121240"/>
                  </a:lnTo>
                  <a:lnTo>
                    <a:pt x="174226" y="122437"/>
                  </a:lnTo>
                  <a:lnTo>
                    <a:pt x="174375" y="122437"/>
                  </a:lnTo>
                  <a:lnTo>
                    <a:pt x="174824" y="121240"/>
                  </a:lnTo>
                  <a:lnTo>
                    <a:pt x="175573" y="121240"/>
                  </a:lnTo>
                  <a:lnTo>
                    <a:pt x="175573" y="121539"/>
                  </a:lnTo>
                  <a:lnTo>
                    <a:pt x="175124" y="122587"/>
                  </a:lnTo>
                  <a:lnTo>
                    <a:pt x="175273" y="122736"/>
                  </a:lnTo>
                  <a:lnTo>
                    <a:pt x="175573" y="122138"/>
                  </a:lnTo>
                  <a:lnTo>
                    <a:pt x="175722" y="121689"/>
                  </a:lnTo>
                  <a:lnTo>
                    <a:pt x="175872" y="121240"/>
                  </a:lnTo>
                  <a:lnTo>
                    <a:pt x="176620" y="121240"/>
                  </a:lnTo>
                  <a:lnTo>
                    <a:pt x="176321" y="122138"/>
                  </a:lnTo>
                  <a:lnTo>
                    <a:pt x="176171" y="123036"/>
                  </a:lnTo>
                  <a:lnTo>
                    <a:pt x="176321" y="123036"/>
                  </a:lnTo>
                  <a:lnTo>
                    <a:pt x="176620" y="122138"/>
                  </a:lnTo>
                  <a:lnTo>
                    <a:pt x="176920" y="121240"/>
                  </a:lnTo>
                  <a:lnTo>
                    <a:pt x="177818" y="121240"/>
                  </a:lnTo>
                  <a:lnTo>
                    <a:pt x="177519" y="121838"/>
                  </a:lnTo>
                  <a:lnTo>
                    <a:pt x="177069" y="123185"/>
                  </a:lnTo>
                  <a:lnTo>
                    <a:pt x="177219" y="123335"/>
                  </a:lnTo>
                  <a:lnTo>
                    <a:pt x="177818" y="121838"/>
                  </a:lnTo>
                  <a:lnTo>
                    <a:pt x="177968" y="121240"/>
                  </a:lnTo>
                  <a:lnTo>
                    <a:pt x="178866" y="121240"/>
                  </a:lnTo>
                  <a:lnTo>
                    <a:pt x="178716" y="121689"/>
                  </a:lnTo>
                  <a:lnTo>
                    <a:pt x="178117" y="123635"/>
                  </a:lnTo>
                  <a:lnTo>
                    <a:pt x="178267" y="123635"/>
                  </a:lnTo>
                  <a:lnTo>
                    <a:pt x="178566" y="122886"/>
                  </a:lnTo>
                  <a:lnTo>
                    <a:pt x="178866" y="122138"/>
                  </a:lnTo>
                  <a:lnTo>
                    <a:pt x="179015" y="121240"/>
                  </a:lnTo>
                  <a:lnTo>
                    <a:pt x="180063" y="121240"/>
                  </a:lnTo>
                  <a:lnTo>
                    <a:pt x="179764" y="122287"/>
                  </a:lnTo>
                  <a:lnTo>
                    <a:pt x="179464" y="123036"/>
                  </a:lnTo>
                  <a:lnTo>
                    <a:pt x="179315" y="123934"/>
                  </a:lnTo>
                  <a:lnTo>
                    <a:pt x="179764" y="123185"/>
                  </a:lnTo>
                  <a:lnTo>
                    <a:pt x="180063" y="122287"/>
                  </a:lnTo>
                  <a:lnTo>
                    <a:pt x="180362" y="121240"/>
                  </a:lnTo>
                  <a:lnTo>
                    <a:pt x="181560" y="121240"/>
                  </a:lnTo>
                  <a:lnTo>
                    <a:pt x="181260" y="122287"/>
                  </a:lnTo>
                  <a:lnTo>
                    <a:pt x="180662" y="123784"/>
                  </a:lnTo>
                  <a:lnTo>
                    <a:pt x="180662" y="123934"/>
                  </a:lnTo>
                  <a:lnTo>
                    <a:pt x="180811" y="123934"/>
                  </a:lnTo>
                  <a:lnTo>
                    <a:pt x="181111" y="123335"/>
                  </a:lnTo>
                  <a:lnTo>
                    <a:pt x="181410" y="122736"/>
                  </a:lnTo>
                  <a:lnTo>
                    <a:pt x="181859" y="121240"/>
                  </a:lnTo>
                  <a:lnTo>
                    <a:pt x="182757" y="121240"/>
                  </a:lnTo>
                  <a:lnTo>
                    <a:pt x="182308" y="122587"/>
                  </a:lnTo>
                  <a:lnTo>
                    <a:pt x="182009" y="123485"/>
                  </a:lnTo>
                  <a:lnTo>
                    <a:pt x="181859" y="124383"/>
                  </a:lnTo>
                  <a:lnTo>
                    <a:pt x="182308" y="123485"/>
                  </a:lnTo>
                  <a:lnTo>
                    <a:pt x="182608" y="122587"/>
                  </a:lnTo>
                  <a:lnTo>
                    <a:pt x="182907" y="121240"/>
                  </a:lnTo>
                  <a:lnTo>
                    <a:pt x="183955" y="121240"/>
                  </a:lnTo>
                  <a:lnTo>
                    <a:pt x="183506" y="122437"/>
                  </a:lnTo>
                  <a:lnTo>
                    <a:pt x="183057" y="124383"/>
                  </a:lnTo>
                  <a:lnTo>
                    <a:pt x="183057" y="124533"/>
                  </a:lnTo>
                  <a:lnTo>
                    <a:pt x="183206" y="124533"/>
                  </a:lnTo>
                  <a:lnTo>
                    <a:pt x="183506" y="123635"/>
                  </a:lnTo>
                  <a:lnTo>
                    <a:pt x="183805" y="122736"/>
                  </a:lnTo>
                  <a:lnTo>
                    <a:pt x="184254" y="121240"/>
                  </a:lnTo>
                  <a:close/>
                  <a:moveTo>
                    <a:pt x="147433" y="114354"/>
                  </a:moveTo>
                  <a:lnTo>
                    <a:pt x="146834" y="116749"/>
                  </a:lnTo>
                  <a:lnTo>
                    <a:pt x="146086" y="118845"/>
                  </a:lnTo>
                  <a:lnTo>
                    <a:pt x="145338" y="121090"/>
                  </a:lnTo>
                  <a:lnTo>
                    <a:pt x="144440" y="123185"/>
                  </a:lnTo>
                  <a:lnTo>
                    <a:pt x="143392" y="125281"/>
                  </a:lnTo>
                  <a:lnTo>
                    <a:pt x="142194" y="127227"/>
                  </a:lnTo>
                  <a:lnTo>
                    <a:pt x="140997" y="129173"/>
                  </a:lnTo>
                  <a:lnTo>
                    <a:pt x="139650" y="131118"/>
                  </a:lnTo>
                  <a:lnTo>
                    <a:pt x="129172" y="117198"/>
                  </a:lnTo>
                  <a:lnTo>
                    <a:pt x="147433" y="114354"/>
                  </a:lnTo>
                  <a:close/>
                  <a:moveTo>
                    <a:pt x="62117" y="114654"/>
                  </a:moveTo>
                  <a:lnTo>
                    <a:pt x="80976" y="117198"/>
                  </a:lnTo>
                  <a:lnTo>
                    <a:pt x="70199" y="131717"/>
                  </a:lnTo>
                  <a:lnTo>
                    <a:pt x="68852" y="129921"/>
                  </a:lnTo>
                  <a:lnTo>
                    <a:pt x="67505" y="127826"/>
                  </a:lnTo>
                  <a:lnTo>
                    <a:pt x="66308" y="125880"/>
                  </a:lnTo>
                  <a:lnTo>
                    <a:pt x="65260" y="123635"/>
                  </a:lnTo>
                  <a:lnTo>
                    <a:pt x="64212" y="121539"/>
                  </a:lnTo>
                  <a:lnTo>
                    <a:pt x="63464" y="119294"/>
                  </a:lnTo>
                  <a:lnTo>
                    <a:pt x="62715" y="117049"/>
                  </a:lnTo>
                  <a:lnTo>
                    <a:pt x="62117" y="114654"/>
                  </a:lnTo>
                  <a:close/>
                  <a:moveTo>
                    <a:pt x="60620" y="115253"/>
                  </a:moveTo>
                  <a:lnTo>
                    <a:pt x="61667" y="118845"/>
                  </a:lnTo>
                  <a:lnTo>
                    <a:pt x="63015" y="122287"/>
                  </a:lnTo>
                  <a:lnTo>
                    <a:pt x="64511" y="125580"/>
                  </a:lnTo>
                  <a:lnTo>
                    <a:pt x="66308" y="128724"/>
                  </a:lnTo>
                  <a:lnTo>
                    <a:pt x="60470" y="132466"/>
                  </a:lnTo>
                  <a:lnTo>
                    <a:pt x="58524" y="128873"/>
                  </a:lnTo>
                  <a:lnTo>
                    <a:pt x="56728" y="125131"/>
                  </a:lnTo>
                  <a:lnTo>
                    <a:pt x="55231" y="121090"/>
                  </a:lnTo>
                  <a:lnTo>
                    <a:pt x="54034" y="117049"/>
                  </a:lnTo>
                  <a:lnTo>
                    <a:pt x="60620" y="115253"/>
                  </a:lnTo>
                  <a:close/>
                  <a:moveTo>
                    <a:pt x="148331" y="116899"/>
                  </a:moveTo>
                  <a:lnTo>
                    <a:pt x="155067" y="118396"/>
                  </a:lnTo>
                  <a:lnTo>
                    <a:pt x="153869" y="122287"/>
                  </a:lnTo>
                  <a:lnTo>
                    <a:pt x="152223" y="126029"/>
                  </a:lnTo>
                  <a:lnTo>
                    <a:pt x="150427" y="129622"/>
                  </a:lnTo>
                  <a:lnTo>
                    <a:pt x="148481" y="133064"/>
                  </a:lnTo>
                  <a:lnTo>
                    <a:pt x="142643" y="129322"/>
                  </a:lnTo>
                  <a:lnTo>
                    <a:pt x="144440" y="126329"/>
                  </a:lnTo>
                  <a:lnTo>
                    <a:pt x="145936" y="123335"/>
                  </a:lnTo>
                  <a:lnTo>
                    <a:pt x="147283" y="120192"/>
                  </a:lnTo>
                  <a:lnTo>
                    <a:pt x="148331" y="116899"/>
                  </a:lnTo>
                  <a:close/>
                  <a:moveTo>
                    <a:pt x="142194" y="130071"/>
                  </a:moveTo>
                  <a:lnTo>
                    <a:pt x="147882" y="133962"/>
                  </a:lnTo>
                  <a:lnTo>
                    <a:pt x="146385" y="135908"/>
                  </a:lnTo>
                  <a:lnTo>
                    <a:pt x="144889" y="138004"/>
                  </a:lnTo>
                  <a:lnTo>
                    <a:pt x="140548" y="132316"/>
                  </a:lnTo>
                  <a:lnTo>
                    <a:pt x="142194" y="130071"/>
                  </a:lnTo>
                  <a:close/>
                  <a:moveTo>
                    <a:pt x="66906" y="129472"/>
                  </a:moveTo>
                  <a:lnTo>
                    <a:pt x="68104" y="131268"/>
                  </a:lnTo>
                  <a:lnTo>
                    <a:pt x="69301" y="132915"/>
                  </a:lnTo>
                  <a:lnTo>
                    <a:pt x="65110" y="138752"/>
                  </a:lnTo>
                  <a:lnTo>
                    <a:pt x="63015" y="136058"/>
                  </a:lnTo>
                  <a:lnTo>
                    <a:pt x="61069" y="133214"/>
                  </a:lnTo>
                  <a:lnTo>
                    <a:pt x="66906" y="129472"/>
                  </a:lnTo>
                  <a:close/>
                  <a:moveTo>
                    <a:pt x="161802" y="141596"/>
                  </a:moveTo>
                  <a:lnTo>
                    <a:pt x="162700" y="141895"/>
                  </a:lnTo>
                  <a:lnTo>
                    <a:pt x="162401" y="142344"/>
                  </a:lnTo>
                  <a:lnTo>
                    <a:pt x="161802" y="141596"/>
                  </a:lnTo>
                  <a:close/>
                  <a:moveTo>
                    <a:pt x="36522" y="123934"/>
                  </a:moveTo>
                  <a:lnTo>
                    <a:pt x="38018" y="128574"/>
                  </a:lnTo>
                  <a:lnTo>
                    <a:pt x="39814" y="133064"/>
                  </a:lnTo>
                  <a:lnTo>
                    <a:pt x="41910" y="137405"/>
                  </a:lnTo>
                  <a:lnTo>
                    <a:pt x="44305" y="141596"/>
                  </a:lnTo>
                  <a:lnTo>
                    <a:pt x="33827" y="145188"/>
                  </a:lnTo>
                  <a:lnTo>
                    <a:pt x="31732" y="141446"/>
                  </a:lnTo>
                  <a:lnTo>
                    <a:pt x="29936" y="137555"/>
                  </a:lnTo>
                  <a:lnTo>
                    <a:pt x="28289" y="133663"/>
                  </a:lnTo>
                  <a:lnTo>
                    <a:pt x="26792" y="129472"/>
                  </a:lnTo>
                  <a:lnTo>
                    <a:pt x="36522" y="123934"/>
                  </a:lnTo>
                  <a:close/>
                  <a:moveTo>
                    <a:pt x="172878" y="123934"/>
                  </a:moveTo>
                  <a:lnTo>
                    <a:pt x="182608" y="129472"/>
                  </a:lnTo>
                  <a:lnTo>
                    <a:pt x="181111" y="133513"/>
                  </a:lnTo>
                  <a:lnTo>
                    <a:pt x="179464" y="137555"/>
                  </a:lnTo>
                  <a:lnTo>
                    <a:pt x="177668" y="141446"/>
                  </a:lnTo>
                  <a:lnTo>
                    <a:pt x="175573" y="145188"/>
                  </a:lnTo>
                  <a:lnTo>
                    <a:pt x="165095" y="141596"/>
                  </a:lnTo>
                  <a:lnTo>
                    <a:pt x="167490" y="137405"/>
                  </a:lnTo>
                  <a:lnTo>
                    <a:pt x="169586" y="133064"/>
                  </a:lnTo>
                  <a:lnTo>
                    <a:pt x="171382" y="128574"/>
                  </a:lnTo>
                  <a:lnTo>
                    <a:pt x="172878" y="123934"/>
                  </a:lnTo>
                  <a:close/>
                  <a:moveTo>
                    <a:pt x="92352" y="129771"/>
                  </a:moveTo>
                  <a:lnTo>
                    <a:pt x="95046" y="147433"/>
                  </a:lnTo>
                  <a:lnTo>
                    <a:pt x="92801" y="146835"/>
                  </a:lnTo>
                  <a:lnTo>
                    <a:pt x="90705" y="146236"/>
                  </a:lnTo>
                  <a:lnTo>
                    <a:pt x="88610" y="145488"/>
                  </a:lnTo>
                  <a:lnTo>
                    <a:pt x="86514" y="144590"/>
                  </a:lnTo>
                  <a:lnTo>
                    <a:pt x="84568" y="143542"/>
                  </a:lnTo>
                  <a:lnTo>
                    <a:pt x="82622" y="142494"/>
                  </a:lnTo>
                  <a:lnTo>
                    <a:pt x="80677" y="141297"/>
                  </a:lnTo>
                  <a:lnTo>
                    <a:pt x="78880" y="140099"/>
                  </a:lnTo>
                  <a:lnTo>
                    <a:pt x="92352" y="129771"/>
                  </a:lnTo>
                  <a:close/>
                  <a:moveTo>
                    <a:pt x="117048" y="129023"/>
                  </a:moveTo>
                  <a:lnTo>
                    <a:pt x="131268" y="139500"/>
                  </a:lnTo>
                  <a:lnTo>
                    <a:pt x="129472" y="140848"/>
                  </a:lnTo>
                  <a:lnTo>
                    <a:pt x="127526" y="142045"/>
                  </a:lnTo>
                  <a:lnTo>
                    <a:pt x="125430" y="143242"/>
                  </a:lnTo>
                  <a:lnTo>
                    <a:pt x="123485" y="144290"/>
                  </a:lnTo>
                  <a:lnTo>
                    <a:pt x="121239" y="145188"/>
                  </a:lnTo>
                  <a:lnTo>
                    <a:pt x="119144" y="146086"/>
                  </a:lnTo>
                  <a:lnTo>
                    <a:pt x="116899" y="146835"/>
                  </a:lnTo>
                  <a:lnTo>
                    <a:pt x="114504" y="147433"/>
                  </a:lnTo>
                  <a:lnTo>
                    <a:pt x="117048" y="129023"/>
                  </a:lnTo>
                  <a:close/>
                  <a:moveTo>
                    <a:pt x="77683" y="140997"/>
                  </a:moveTo>
                  <a:lnTo>
                    <a:pt x="79779" y="142494"/>
                  </a:lnTo>
                  <a:lnTo>
                    <a:pt x="76186" y="148331"/>
                  </a:lnTo>
                  <a:lnTo>
                    <a:pt x="73941" y="146835"/>
                  </a:lnTo>
                  <a:lnTo>
                    <a:pt x="71995" y="145338"/>
                  </a:lnTo>
                  <a:lnTo>
                    <a:pt x="77683" y="140997"/>
                  </a:lnTo>
                  <a:close/>
                  <a:moveTo>
                    <a:pt x="132465" y="140399"/>
                  </a:moveTo>
                  <a:lnTo>
                    <a:pt x="138303" y="144590"/>
                  </a:lnTo>
                  <a:lnTo>
                    <a:pt x="135459" y="146835"/>
                  </a:lnTo>
                  <a:lnTo>
                    <a:pt x="132465" y="148781"/>
                  </a:lnTo>
                  <a:lnTo>
                    <a:pt x="128873" y="142943"/>
                  </a:lnTo>
                  <a:lnTo>
                    <a:pt x="130669" y="141746"/>
                  </a:lnTo>
                  <a:lnTo>
                    <a:pt x="132465" y="140399"/>
                  </a:lnTo>
                  <a:close/>
                  <a:moveTo>
                    <a:pt x="47747" y="141596"/>
                  </a:moveTo>
                  <a:lnTo>
                    <a:pt x="46999" y="142344"/>
                  </a:lnTo>
                  <a:lnTo>
                    <a:pt x="46400" y="143093"/>
                  </a:lnTo>
                  <a:lnTo>
                    <a:pt x="45652" y="143841"/>
                  </a:lnTo>
                  <a:lnTo>
                    <a:pt x="38318" y="152373"/>
                  </a:lnTo>
                  <a:lnTo>
                    <a:pt x="36222" y="149230"/>
                  </a:lnTo>
                  <a:lnTo>
                    <a:pt x="34276" y="146086"/>
                  </a:lnTo>
                  <a:lnTo>
                    <a:pt x="34576" y="145937"/>
                  </a:lnTo>
                  <a:lnTo>
                    <a:pt x="35474" y="147284"/>
                  </a:lnTo>
                  <a:lnTo>
                    <a:pt x="36072" y="148032"/>
                  </a:lnTo>
                  <a:lnTo>
                    <a:pt x="36671" y="148631"/>
                  </a:lnTo>
                  <a:lnTo>
                    <a:pt x="36821" y="148631"/>
                  </a:lnTo>
                  <a:lnTo>
                    <a:pt x="35623" y="146984"/>
                  </a:lnTo>
                  <a:lnTo>
                    <a:pt x="34875" y="145937"/>
                  </a:lnTo>
                  <a:lnTo>
                    <a:pt x="35773" y="145637"/>
                  </a:lnTo>
                  <a:lnTo>
                    <a:pt x="36671" y="146685"/>
                  </a:lnTo>
                  <a:lnTo>
                    <a:pt x="37270" y="147433"/>
                  </a:lnTo>
                  <a:lnTo>
                    <a:pt x="37869" y="148182"/>
                  </a:lnTo>
                  <a:lnTo>
                    <a:pt x="38018" y="148182"/>
                  </a:lnTo>
                  <a:lnTo>
                    <a:pt x="37420" y="147284"/>
                  </a:lnTo>
                  <a:lnTo>
                    <a:pt x="36821" y="146535"/>
                  </a:lnTo>
                  <a:lnTo>
                    <a:pt x="36072" y="145488"/>
                  </a:lnTo>
                  <a:lnTo>
                    <a:pt x="36971" y="145188"/>
                  </a:lnTo>
                  <a:lnTo>
                    <a:pt x="37569" y="146236"/>
                  </a:lnTo>
                  <a:lnTo>
                    <a:pt x="38168" y="146835"/>
                  </a:lnTo>
                  <a:lnTo>
                    <a:pt x="38767" y="147284"/>
                  </a:lnTo>
                  <a:lnTo>
                    <a:pt x="37719" y="145937"/>
                  </a:lnTo>
                  <a:lnTo>
                    <a:pt x="37270" y="145188"/>
                  </a:lnTo>
                  <a:lnTo>
                    <a:pt x="38318" y="144739"/>
                  </a:lnTo>
                  <a:lnTo>
                    <a:pt x="39066" y="145637"/>
                  </a:lnTo>
                  <a:lnTo>
                    <a:pt x="39515" y="146236"/>
                  </a:lnTo>
                  <a:lnTo>
                    <a:pt x="40114" y="146835"/>
                  </a:lnTo>
                  <a:lnTo>
                    <a:pt x="40263" y="146835"/>
                  </a:lnTo>
                  <a:lnTo>
                    <a:pt x="39814" y="146086"/>
                  </a:lnTo>
                  <a:lnTo>
                    <a:pt x="39216" y="145338"/>
                  </a:lnTo>
                  <a:lnTo>
                    <a:pt x="38617" y="144590"/>
                  </a:lnTo>
                  <a:lnTo>
                    <a:pt x="39515" y="144290"/>
                  </a:lnTo>
                  <a:lnTo>
                    <a:pt x="39964" y="145039"/>
                  </a:lnTo>
                  <a:lnTo>
                    <a:pt x="40413" y="145637"/>
                  </a:lnTo>
                  <a:lnTo>
                    <a:pt x="41012" y="146236"/>
                  </a:lnTo>
                  <a:lnTo>
                    <a:pt x="41162" y="146236"/>
                  </a:lnTo>
                  <a:lnTo>
                    <a:pt x="39964" y="144440"/>
                  </a:lnTo>
                  <a:lnTo>
                    <a:pt x="39814" y="144290"/>
                  </a:lnTo>
                  <a:lnTo>
                    <a:pt x="40563" y="143991"/>
                  </a:lnTo>
                  <a:lnTo>
                    <a:pt x="40713" y="144290"/>
                  </a:lnTo>
                  <a:lnTo>
                    <a:pt x="41311" y="145039"/>
                  </a:lnTo>
                  <a:lnTo>
                    <a:pt x="41910" y="145637"/>
                  </a:lnTo>
                  <a:lnTo>
                    <a:pt x="42060" y="145637"/>
                  </a:lnTo>
                  <a:lnTo>
                    <a:pt x="42060" y="145488"/>
                  </a:lnTo>
                  <a:lnTo>
                    <a:pt x="41162" y="144440"/>
                  </a:lnTo>
                  <a:lnTo>
                    <a:pt x="40862" y="143841"/>
                  </a:lnTo>
                  <a:lnTo>
                    <a:pt x="41611" y="143691"/>
                  </a:lnTo>
                  <a:lnTo>
                    <a:pt x="42060" y="144140"/>
                  </a:lnTo>
                  <a:lnTo>
                    <a:pt x="42658" y="145039"/>
                  </a:lnTo>
                  <a:lnTo>
                    <a:pt x="42808" y="145039"/>
                  </a:lnTo>
                  <a:lnTo>
                    <a:pt x="42509" y="144440"/>
                  </a:lnTo>
                  <a:lnTo>
                    <a:pt x="42060" y="143991"/>
                  </a:lnTo>
                  <a:lnTo>
                    <a:pt x="41760" y="143542"/>
                  </a:lnTo>
                  <a:lnTo>
                    <a:pt x="42509" y="143242"/>
                  </a:lnTo>
                  <a:lnTo>
                    <a:pt x="42808" y="143542"/>
                  </a:lnTo>
                  <a:lnTo>
                    <a:pt x="43107" y="143991"/>
                  </a:lnTo>
                  <a:lnTo>
                    <a:pt x="43556" y="144440"/>
                  </a:lnTo>
                  <a:lnTo>
                    <a:pt x="43706" y="144290"/>
                  </a:lnTo>
                  <a:lnTo>
                    <a:pt x="42958" y="143392"/>
                  </a:lnTo>
                  <a:lnTo>
                    <a:pt x="42808" y="143242"/>
                  </a:lnTo>
                  <a:lnTo>
                    <a:pt x="43556" y="142943"/>
                  </a:lnTo>
                  <a:lnTo>
                    <a:pt x="44454" y="143841"/>
                  </a:lnTo>
                  <a:lnTo>
                    <a:pt x="44604" y="143841"/>
                  </a:lnTo>
                  <a:lnTo>
                    <a:pt x="43856" y="142793"/>
                  </a:lnTo>
                  <a:lnTo>
                    <a:pt x="44454" y="142644"/>
                  </a:lnTo>
                  <a:lnTo>
                    <a:pt x="44604" y="142793"/>
                  </a:lnTo>
                  <a:lnTo>
                    <a:pt x="44904" y="143093"/>
                  </a:lnTo>
                  <a:lnTo>
                    <a:pt x="45353" y="143392"/>
                  </a:lnTo>
                  <a:lnTo>
                    <a:pt x="45502" y="143392"/>
                  </a:lnTo>
                  <a:lnTo>
                    <a:pt x="45053" y="142943"/>
                  </a:lnTo>
                  <a:lnTo>
                    <a:pt x="44904" y="142644"/>
                  </a:lnTo>
                  <a:lnTo>
                    <a:pt x="44754" y="142494"/>
                  </a:lnTo>
                  <a:lnTo>
                    <a:pt x="45353" y="142344"/>
                  </a:lnTo>
                  <a:lnTo>
                    <a:pt x="45502" y="142344"/>
                  </a:lnTo>
                  <a:lnTo>
                    <a:pt x="45951" y="142793"/>
                  </a:lnTo>
                  <a:lnTo>
                    <a:pt x="46101" y="142793"/>
                  </a:lnTo>
                  <a:lnTo>
                    <a:pt x="45652" y="142195"/>
                  </a:lnTo>
                  <a:lnTo>
                    <a:pt x="45802" y="142195"/>
                  </a:lnTo>
                  <a:lnTo>
                    <a:pt x="46400" y="142045"/>
                  </a:lnTo>
                  <a:lnTo>
                    <a:pt x="46999" y="142344"/>
                  </a:lnTo>
                  <a:lnTo>
                    <a:pt x="46700" y="141895"/>
                  </a:lnTo>
                  <a:lnTo>
                    <a:pt x="47747" y="141596"/>
                  </a:lnTo>
                  <a:close/>
                  <a:moveTo>
                    <a:pt x="174226" y="110313"/>
                  </a:moveTo>
                  <a:lnTo>
                    <a:pt x="174076" y="112858"/>
                  </a:lnTo>
                  <a:lnTo>
                    <a:pt x="173777" y="115402"/>
                  </a:lnTo>
                  <a:lnTo>
                    <a:pt x="173328" y="117947"/>
                  </a:lnTo>
                  <a:lnTo>
                    <a:pt x="172729" y="120342"/>
                  </a:lnTo>
                  <a:lnTo>
                    <a:pt x="166742" y="120342"/>
                  </a:lnTo>
                  <a:lnTo>
                    <a:pt x="171980" y="123335"/>
                  </a:lnTo>
                  <a:lnTo>
                    <a:pt x="170484" y="128125"/>
                  </a:lnTo>
                  <a:lnTo>
                    <a:pt x="168687" y="132615"/>
                  </a:lnTo>
                  <a:lnTo>
                    <a:pt x="166592" y="137106"/>
                  </a:lnTo>
                  <a:lnTo>
                    <a:pt x="164197" y="141297"/>
                  </a:lnTo>
                  <a:lnTo>
                    <a:pt x="158659" y="139500"/>
                  </a:lnTo>
                  <a:lnTo>
                    <a:pt x="162551" y="143841"/>
                  </a:lnTo>
                  <a:lnTo>
                    <a:pt x="160904" y="146086"/>
                  </a:lnTo>
                  <a:lnTo>
                    <a:pt x="159258" y="148182"/>
                  </a:lnTo>
                  <a:lnTo>
                    <a:pt x="157611" y="150277"/>
                  </a:lnTo>
                  <a:lnTo>
                    <a:pt x="155815" y="152373"/>
                  </a:lnTo>
                  <a:lnTo>
                    <a:pt x="145936" y="139351"/>
                  </a:lnTo>
                  <a:lnTo>
                    <a:pt x="147733" y="137106"/>
                  </a:lnTo>
                  <a:lnTo>
                    <a:pt x="149379" y="134860"/>
                  </a:lnTo>
                  <a:lnTo>
                    <a:pt x="152522" y="136956"/>
                  </a:lnTo>
                  <a:lnTo>
                    <a:pt x="152373" y="137854"/>
                  </a:lnTo>
                  <a:lnTo>
                    <a:pt x="152522" y="138602"/>
                  </a:lnTo>
                  <a:lnTo>
                    <a:pt x="153121" y="139201"/>
                  </a:lnTo>
                  <a:lnTo>
                    <a:pt x="153869" y="139650"/>
                  </a:lnTo>
                  <a:lnTo>
                    <a:pt x="154169" y="139800"/>
                  </a:lnTo>
                  <a:lnTo>
                    <a:pt x="154618" y="139800"/>
                  </a:lnTo>
                  <a:lnTo>
                    <a:pt x="155516" y="139650"/>
                  </a:lnTo>
                  <a:lnTo>
                    <a:pt x="156115" y="139201"/>
                  </a:lnTo>
                  <a:lnTo>
                    <a:pt x="156414" y="138752"/>
                  </a:lnTo>
                  <a:lnTo>
                    <a:pt x="156564" y="138453"/>
                  </a:lnTo>
                  <a:lnTo>
                    <a:pt x="156713" y="138004"/>
                  </a:lnTo>
                  <a:lnTo>
                    <a:pt x="156713" y="137555"/>
                  </a:lnTo>
                  <a:lnTo>
                    <a:pt x="156564" y="136657"/>
                  </a:lnTo>
                  <a:lnTo>
                    <a:pt x="156115" y="136058"/>
                  </a:lnTo>
                  <a:lnTo>
                    <a:pt x="155665" y="135758"/>
                  </a:lnTo>
                  <a:lnTo>
                    <a:pt x="155366" y="135609"/>
                  </a:lnTo>
                  <a:lnTo>
                    <a:pt x="154618" y="135459"/>
                  </a:lnTo>
                  <a:lnTo>
                    <a:pt x="154019" y="135459"/>
                  </a:lnTo>
                  <a:lnTo>
                    <a:pt x="153420" y="135758"/>
                  </a:lnTo>
                  <a:lnTo>
                    <a:pt x="152971" y="136058"/>
                  </a:lnTo>
                  <a:lnTo>
                    <a:pt x="149828" y="134112"/>
                  </a:lnTo>
                  <a:lnTo>
                    <a:pt x="152073" y="130520"/>
                  </a:lnTo>
                  <a:lnTo>
                    <a:pt x="153869" y="126778"/>
                  </a:lnTo>
                  <a:lnTo>
                    <a:pt x="155516" y="122736"/>
                  </a:lnTo>
                  <a:lnTo>
                    <a:pt x="156713" y="118695"/>
                  </a:lnTo>
                  <a:lnTo>
                    <a:pt x="160605" y="119593"/>
                  </a:lnTo>
                  <a:lnTo>
                    <a:pt x="160755" y="120342"/>
                  </a:lnTo>
                  <a:lnTo>
                    <a:pt x="161204" y="121090"/>
                  </a:lnTo>
                  <a:lnTo>
                    <a:pt x="161952" y="121539"/>
                  </a:lnTo>
                  <a:lnTo>
                    <a:pt x="162700" y="121689"/>
                  </a:lnTo>
                  <a:lnTo>
                    <a:pt x="163149" y="121689"/>
                  </a:lnTo>
                  <a:lnTo>
                    <a:pt x="163598" y="121539"/>
                  </a:lnTo>
                  <a:lnTo>
                    <a:pt x="164347" y="121090"/>
                  </a:lnTo>
                  <a:lnTo>
                    <a:pt x="164796" y="120342"/>
                  </a:lnTo>
                  <a:lnTo>
                    <a:pt x="164946" y="120042"/>
                  </a:lnTo>
                  <a:lnTo>
                    <a:pt x="164946" y="119593"/>
                  </a:lnTo>
                  <a:lnTo>
                    <a:pt x="164946" y="119144"/>
                  </a:lnTo>
                  <a:lnTo>
                    <a:pt x="164796" y="118695"/>
                  </a:lnTo>
                  <a:lnTo>
                    <a:pt x="164347" y="117947"/>
                  </a:lnTo>
                  <a:lnTo>
                    <a:pt x="163748" y="117498"/>
                  </a:lnTo>
                  <a:lnTo>
                    <a:pt x="163299" y="117348"/>
                  </a:lnTo>
                  <a:lnTo>
                    <a:pt x="162102" y="117348"/>
                  </a:lnTo>
                  <a:lnTo>
                    <a:pt x="161653" y="117647"/>
                  </a:lnTo>
                  <a:lnTo>
                    <a:pt x="161054" y="118096"/>
                  </a:lnTo>
                  <a:lnTo>
                    <a:pt x="160755" y="118545"/>
                  </a:lnTo>
                  <a:lnTo>
                    <a:pt x="157013" y="117797"/>
                  </a:lnTo>
                  <a:lnTo>
                    <a:pt x="157611" y="115253"/>
                  </a:lnTo>
                  <a:lnTo>
                    <a:pt x="157911" y="112858"/>
                  </a:lnTo>
                  <a:lnTo>
                    <a:pt x="174226" y="110313"/>
                  </a:lnTo>
                  <a:close/>
                  <a:moveTo>
                    <a:pt x="163000" y="142045"/>
                  </a:moveTo>
                  <a:lnTo>
                    <a:pt x="163598" y="142195"/>
                  </a:lnTo>
                  <a:lnTo>
                    <a:pt x="163748" y="142195"/>
                  </a:lnTo>
                  <a:lnTo>
                    <a:pt x="163299" y="142793"/>
                  </a:lnTo>
                  <a:lnTo>
                    <a:pt x="163449" y="142793"/>
                  </a:lnTo>
                  <a:lnTo>
                    <a:pt x="164047" y="142344"/>
                  </a:lnTo>
                  <a:lnTo>
                    <a:pt x="164646" y="142494"/>
                  </a:lnTo>
                  <a:lnTo>
                    <a:pt x="164646" y="142644"/>
                  </a:lnTo>
                  <a:lnTo>
                    <a:pt x="164197" y="143242"/>
                  </a:lnTo>
                  <a:lnTo>
                    <a:pt x="164047" y="143392"/>
                  </a:lnTo>
                  <a:lnTo>
                    <a:pt x="164497" y="143093"/>
                  </a:lnTo>
                  <a:lnTo>
                    <a:pt x="164796" y="142793"/>
                  </a:lnTo>
                  <a:lnTo>
                    <a:pt x="164946" y="142644"/>
                  </a:lnTo>
                  <a:lnTo>
                    <a:pt x="165694" y="142793"/>
                  </a:lnTo>
                  <a:lnTo>
                    <a:pt x="164946" y="143841"/>
                  </a:lnTo>
                  <a:lnTo>
                    <a:pt x="165844" y="142943"/>
                  </a:lnTo>
                  <a:lnTo>
                    <a:pt x="166592" y="143242"/>
                  </a:lnTo>
                  <a:lnTo>
                    <a:pt x="166442" y="143392"/>
                  </a:lnTo>
                  <a:lnTo>
                    <a:pt x="165844" y="144290"/>
                  </a:lnTo>
                  <a:lnTo>
                    <a:pt x="165844" y="144440"/>
                  </a:lnTo>
                  <a:lnTo>
                    <a:pt x="166293" y="143991"/>
                  </a:lnTo>
                  <a:lnTo>
                    <a:pt x="166592" y="143542"/>
                  </a:lnTo>
                  <a:lnTo>
                    <a:pt x="166891" y="143242"/>
                  </a:lnTo>
                  <a:lnTo>
                    <a:pt x="167640" y="143542"/>
                  </a:lnTo>
                  <a:lnTo>
                    <a:pt x="167340" y="143991"/>
                  </a:lnTo>
                  <a:lnTo>
                    <a:pt x="166891" y="144440"/>
                  </a:lnTo>
                  <a:lnTo>
                    <a:pt x="166742" y="145039"/>
                  </a:lnTo>
                  <a:lnTo>
                    <a:pt x="167490" y="144140"/>
                  </a:lnTo>
                  <a:lnTo>
                    <a:pt x="167789" y="143691"/>
                  </a:lnTo>
                  <a:lnTo>
                    <a:pt x="168687" y="143841"/>
                  </a:lnTo>
                  <a:lnTo>
                    <a:pt x="168238" y="144440"/>
                  </a:lnTo>
                  <a:lnTo>
                    <a:pt x="167490" y="145488"/>
                  </a:lnTo>
                  <a:lnTo>
                    <a:pt x="167490" y="145637"/>
                  </a:lnTo>
                  <a:lnTo>
                    <a:pt x="168089" y="145039"/>
                  </a:lnTo>
                  <a:lnTo>
                    <a:pt x="168687" y="144290"/>
                  </a:lnTo>
                  <a:lnTo>
                    <a:pt x="168987" y="143991"/>
                  </a:lnTo>
                  <a:lnTo>
                    <a:pt x="169735" y="144290"/>
                  </a:lnTo>
                  <a:lnTo>
                    <a:pt x="169436" y="144440"/>
                  </a:lnTo>
                  <a:lnTo>
                    <a:pt x="168238" y="146236"/>
                  </a:lnTo>
                  <a:lnTo>
                    <a:pt x="168388" y="146236"/>
                  </a:lnTo>
                  <a:lnTo>
                    <a:pt x="168987" y="145637"/>
                  </a:lnTo>
                  <a:lnTo>
                    <a:pt x="169436" y="145039"/>
                  </a:lnTo>
                  <a:lnTo>
                    <a:pt x="169885" y="144290"/>
                  </a:lnTo>
                  <a:lnTo>
                    <a:pt x="170783" y="144590"/>
                  </a:lnTo>
                  <a:lnTo>
                    <a:pt x="170184" y="145338"/>
                  </a:lnTo>
                  <a:lnTo>
                    <a:pt x="169735" y="146086"/>
                  </a:lnTo>
                  <a:lnTo>
                    <a:pt x="169286" y="146835"/>
                  </a:lnTo>
                  <a:lnTo>
                    <a:pt x="169286" y="146835"/>
                  </a:lnTo>
                  <a:lnTo>
                    <a:pt x="169885" y="146236"/>
                  </a:lnTo>
                  <a:lnTo>
                    <a:pt x="170484" y="145637"/>
                  </a:lnTo>
                  <a:lnTo>
                    <a:pt x="171082" y="144739"/>
                  </a:lnTo>
                  <a:lnTo>
                    <a:pt x="172280" y="145188"/>
                  </a:lnTo>
                  <a:lnTo>
                    <a:pt x="171681" y="145937"/>
                  </a:lnTo>
                  <a:lnTo>
                    <a:pt x="170633" y="147284"/>
                  </a:lnTo>
                  <a:lnTo>
                    <a:pt x="171232" y="146835"/>
                  </a:lnTo>
                  <a:lnTo>
                    <a:pt x="171831" y="146236"/>
                  </a:lnTo>
                  <a:lnTo>
                    <a:pt x="172579" y="145188"/>
                  </a:lnTo>
                  <a:lnTo>
                    <a:pt x="173328" y="145488"/>
                  </a:lnTo>
                  <a:lnTo>
                    <a:pt x="172579" y="146535"/>
                  </a:lnTo>
                  <a:lnTo>
                    <a:pt x="171980" y="147284"/>
                  </a:lnTo>
                  <a:lnTo>
                    <a:pt x="171531" y="148182"/>
                  </a:lnTo>
                  <a:lnTo>
                    <a:pt x="171531" y="148182"/>
                  </a:lnTo>
                  <a:lnTo>
                    <a:pt x="172280" y="147433"/>
                  </a:lnTo>
                  <a:lnTo>
                    <a:pt x="172729" y="146685"/>
                  </a:lnTo>
                  <a:lnTo>
                    <a:pt x="173627" y="145637"/>
                  </a:lnTo>
                  <a:lnTo>
                    <a:pt x="174525" y="145937"/>
                  </a:lnTo>
                  <a:lnTo>
                    <a:pt x="173777" y="146984"/>
                  </a:lnTo>
                  <a:lnTo>
                    <a:pt x="172579" y="148631"/>
                  </a:lnTo>
                  <a:lnTo>
                    <a:pt x="172729" y="148631"/>
                  </a:lnTo>
                  <a:lnTo>
                    <a:pt x="173328" y="148032"/>
                  </a:lnTo>
                  <a:lnTo>
                    <a:pt x="173926" y="147284"/>
                  </a:lnTo>
                  <a:lnTo>
                    <a:pt x="174824" y="145937"/>
                  </a:lnTo>
                  <a:lnTo>
                    <a:pt x="175124" y="146086"/>
                  </a:lnTo>
                  <a:lnTo>
                    <a:pt x="173178" y="149230"/>
                  </a:lnTo>
                  <a:lnTo>
                    <a:pt x="171082" y="152373"/>
                  </a:lnTo>
                  <a:lnTo>
                    <a:pt x="163748" y="143841"/>
                  </a:lnTo>
                  <a:lnTo>
                    <a:pt x="163000" y="143093"/>
                  </a:lnTo>
                  <a:lnTo>
                    <a:pt x="162551" y="142344"/>
                  </a:lnTo>
                  <a:lnTo>
                    <a:pt x="163000" y="142045"/>
                  </a:lnTo>
                  <a:close/>
                  <a:moveTo>
                    <a:pt x="35174" y="110912"/>
                  </a:moveTo>
                  <a:lnTo>
                    <a:pt x="51489" y="113157"/>
                  </a:lnTo>
                  <a:lnTo>
                    <a:pt x="52088" y="116600"/>
                  </a:lnTo>
                  <a:lnTo>
                    <a:pt x="48346" y="117647"/>
                  </a:lnTo>
                  <a:lnTo>
                    <a:pt x="47747" y="117049"/>
                  </a:lnTo>
                  <a:lnTo>
                    <a:pt x="47149" y="116600"/>
                  </a:lnTo>
                  <a:lnTo>
                    <a:pt x="46251" y="116450"/>
                  </a:lnTo>
                  <a:lnTo>
                    <a:pt x="45502" y="116749"/>
                  </a:lnTo>
                  <a:lnTo>
                    <a:pt x="45053" y="116899"/>
                  </a:lnTo>
                  <a:lnTo>
                    <a:pt x="44754" y="117198"/>
                  </a:lnTo>
                  <a:lnTo>
                    <a:pt x="44305" y="117947"/>
                  </a:lnTo>
                  <a:lnTo>
                    <a:pt x="44305" y="118845"/>
                  </a:lnTo>
                  <a:lnTo>
                    <a:pt x="44305" y="119294"/>
                  </a:lnTo>
                  <a:lnTo>
                    <a:pt x="44454" y="119743"/>
                  </a:lnTo>
                  <a:lnTo>
                    <a:pt x="44754" y="120042"/>
                  </a:lnTo>
                  <a:lnTo>
                    <a:pt x="45053" y="120342"/>
                  </a:lnTo>
                  <a:lnTo>
                    <a:pt x="45652" y="120791"/>
                  </a:lnTo>
                  <a:lnTo>
                    <a:pt x="46550" y="120940"/>
                  </a:lnTo>
                  <a:lnTo>
                    <a:pt x="46999" y="120791"/>
                  </a:lnTo>
                  <a:lnTo>
                    <a:pt x="47448" y="120641"/>
                  </a:lnTo>
                  <a:lnTo>
                    <a:pt x="47897" y="120342"/>
                  </a:lnTo>
                  <a:lnTo>
                    <a:pt x="48346" y="119743"/>
                  </a:lnTo>
                  <a:lnTo>
                    <a:pt x="48645" y="119294"/>
                  </a:lnTo>
                  <a:lnTo>
                    <a:pt x="48645" y="118545"/>
                  </a:lnTo>
                  <a:lnTo>
                    <a:pt x="52387" y="117498"/>
                  </a:lnTo>
                  <a:lnTo>
                    <a:pt x="53585" y="121689"/>
                  </a:lnTo>
                  <a:lnTo>
                    <a:pt x="55082" y="125730"/>
                  </a:lnTo>
                  <a:lnTo>
                    <a:pt x="56878" y="129622"/>
                  </a:lnTo>
                  <a:lnTo>
                    <a:pt x="59123" y="133364"/>
                  </a:lnTo>
                  <a:lnTo>
                    <a:pt x="55680" y="135609"/>
                  </a:lnTo>
                  <a:lnTo>
                    <a:pt x="54932" y="135160"/>
                  </a:lnTo>
                  <a:lnTo>
                    <a:pt x="54034" y="135010"/>
                  </a:lnTo>
                  <a:lnTo>
                    <a:pt x="53285" y="135160"/>
                  </a:lnTo>
                  <a:lnTo>
                    <a:pt x="52537" y="135609"/>
                  </a:lnTo>
                  <a:lnTo>
                    <a:pt x="52238" y="136058"/>
                  </a:lnTo>
                  <a:lnTo>
                    <a:pt x="52088" y="136357"/>
                  </a:lnTo>
                  <a:lnTo>
                    <a:pt x="51938" y="137255"/>
                  </a:lnTo>
                  <a:lnTo>
                    <a:pt x="52088" y="138004"/>
                  </a:lnTo>
                  <a:lnTo>
                    <a:pt x="52238" y="138453"/>
                  </a:lnTo>
                  <a:lnTo>
                    <a:pt x="52537" y="138752"/>
                  </a:lnTo>
                  <a:lnTo>
                    <a:pt x="52986" y="139051"/>
                  </a:lnTo>
                  <a:lnTo>
                    <a:pt x="53285" y="139201"/>
                  </a:lnTo>
                  <a:lnTo>
                    <a:pt x="54184" y="139351"/>
                  </a:lnTo>
                  <a:lnTo>
                    <a:pt x="54932" y="139201"/>
                  </a:lnTo>
                  <a:lnTo>
                    <a:pt x="55381" y="139051"/>
                  </a:lnTo>
                  <a:lnTo>
                    <a:pt x="55680" y="138752"/>
                  </a:lnTo>
                  <a:lnTo>
                    <a:pt x="56129" y="138303"/>
                  </a:lnTo>
                  <a:lnTo>
                    <a:pt x="56279" y="137704"/>
                  </a:lnTo>
                  <a:lnTo>
                    <a:pt x="56279" y="136956"/>
                  </a:lnTo>
                  <a:lnTo>
                    <a:pt x="56129" y="136357"/>
                  </a:lnTo>
                  <a:lnTo>
                    <a:pt x="59572" y="134262"/>
                  </a:lnTo>
                  <a:lnTo>
                    <a:pt x="61817" y="137255"/>
                  </a:lnTo>
                  <a:lnTo>
                    <a:pt x="64062" y="140099"/>
                  </a:lnTo>
                  <a:lnTo>
                    <a:pt x="54483" y="153271"/>
                  </a:lnTo>
                  <a:lnTo>
                    <a:pt x="52387" y="151026"/>
                  </a:lnTo>
                  <a:lnTo>
                    <a:pt x="50442" y="148781"/>
                  </a:lnTo>
                  <a:lnTo>
                    <a:pt x="48645" y="146386"/>
                  </a:lnTo>
                  <a:lnTo>
                    <a:pt x="46849" y="143991"/>
                  </a:lnTo>
                  <a:lnTo>
                    <a:pt x="50891" y="139500"/>
                  </a:lnTo>
                  <a:lnTo>
                    <a:pt x="45203" y="141297"/>
                  </a:lnTo>
                  <a:lnTo>
                    <a:pt x="42808" y="137106"/>
                  </a:lnTo>
                  <a:lnTo>
                    <a:pt x="40713" y="132615"/>
                  </a:lnTo>
                  <a:lnTo>
                    <a:pt x="38916" y="128125"/>
                  </a:lnTo>
                  <a:lnTo>
                    <a:pt x="37420" y="123335"/>
                  </a:lnTo>
                  <a:lnTo>
                    <a:pt x="42658" y="120342"/>
                  </a:lnTo>
                  <a:lnTo>
                    <a:pt x="36671" y="120342"/>
                  </a:lnTo>
                  <a:lnTo>
                    <a:pt x="35773" y="115702"/>
                  </a:lnTo>
                  <a:lnTo>
                    <a:pt x="35174" y="110912"/>
                  </a:lnTo>
                  <a:close/>
                  <a:moveTo>
                    <a:pt x="80677" y="143093"/>
                  </a:moveTo>
                  <a:lnTo>
                    <a:pt x="83371" y="144739"/>
                  </a:lnTo>
                  <a:lnTo>
                    <a:pt x="86364" y="146086"/>
                  </a:lnTo>
                  <a:lnTo>
                    <a:pt x="89508" y="147284"/>
                  </a:lnTo>
                  <a:lnTo>
                    <a:pt x="92651" y="148331"/>
                  </a:lnTo>
                  <a:lnTo>
                    <a:pt x="91453" y="155217"/>
                  </a:lnTo>
                  <a:lnTo>
                    <a:pt x="87562" y="154019"/>
                  </a:lnTo>
                  <a:lnTo>
                    <a:pt x="83820" y="152522"/>
                  </a:lnTo>
                  <a:lnTo>
                    <a:pt x="80377" y="150876"/>
                  </a:lnTo>
                  <a:lnTo>
                    <a:pt x="76935" y="148930"/>
                  </a:lnTo>
                  <a:lnTo>
                    <a:pt x="80677" y="143093"/>
                  </a:lnTo>
                  <a:close/>
                  <a:moveTo>
                    <a:pt x="128125" y="143542"/>
                  </a:moveTo>
                  <a:lnTo>
                    <a:pt x="131717" y="149379"/>
                  </a:lnTo>
                  <a:lnTo>
                    <a:pt x="128274" y="151325"/>
                  </a:lnTo>
                  <a:lnTo>
                    <a:pt x="124532" y="152972"/>
                  </a:lnTo>
                  <a:lnTo>
                    <a:pt x="120790" y="154319"/>
                  </a:lnTo>
                  <a:lnTo>
                    <a:pt x="116899" y="155366"/>
                  </a:lnTo>
                  <a:lnTo>
                    <a:pt x="115552" y="148631"/>
                  </a:lnTo>
                  <a:lnTo>
                    <a:pt x="118845" y="147733"/>
                  </a:lnTo>
                  <a:lnTo>
                    <a:pt x="121988" y="146535"/>
                  </a:lnTo>
                  <a:lnTo>
                    <a:pt x="125131" y="145188"/>
                  </a:lnTo>
                  <a:lnTo>
                    <a:pt x="128125" y="143542"/>
                  </a:lnTo>
                  <a:close/>
                  <a:moveTo>
                    <a:pt x="114504" y="148930"/>
                  </a:moveTo>
                  <a:lnTo>
                    <a:pt x="116001" y="155666"/>
                  </a:lnTo>
                  <a:lnTo>
                    <a:pt x="113307" y="156115"/>
                  </a:lnTo>
                  <a:lnTo>
                    <a:pt x="114354" y="148930"/>
                  </a:lnTo>
                  <a:close/>
                  <a:moveTo>
                    <a:pt x="93549" y="148631"/>
                  </a:moveTo>
                  <a:lnTo>
                    <a:pt x="95345" y="149080"/>
                  </a:lnTo>
                  <a:lnTo>
                    <a:pt x="96393" y="156264"/>
                  </a:lnTo>
                  <a:lnTo>
                    <a:pt x="92352" y="155366"/>
                  </a:lnTo>
                  <a:lnTo>
                    <a:pt x="93549" y="148631"/>
                  </a:lnTo>
                  <a:close/>
                  <a:moveTo>
                    <a:pt x="127676" y="117348"/>
                  </a:moveTo>
                  <a:lnTo>
                    <a:pt x="138902" y="132017"/>
                  </a:lnTo>
                  <a:lnTo>
                    <a:pt x="139800" y="133364"/>
                  </a:lnTo>
                  <a:lnTo>
                    <a:pt x="143991" y="138902"/>
                  </a:lnTo>
                  <a:lnTo>
                    <a:pt x="145188" y="140399"/>
                  </a:lnTo>
                  <a:lnTo>
                    <a:pt x="154917" y="153271"/>
                  </a:lnTo>
                  <a:lnTo>
                    <a:pt x="155516" y="154019"/>
                  </a:lnTo>
                  <a:lnTo>
                    <a:pt x="158659" y="158210"/>
                  </a:lnTo>
                  <a:lnTo>
                    <a:pt x="154468" y="155067"/>
                  </a:lnTo>
                  <a:lnTo>
                    <a:pt x="153720" y="154468"/>
                  </a:lnTo>
                  <a:lnTo>
                    <a:pt x="140698" y="144889"/>
                  </a:lnTo>
                  <a:lnTo>
                    <a:pt x="139201" y="143841"/>
                  </a:lnTo>
                  <a:lnTo>
                    <a:pt x="133513" y="139650"/>
                  </a:lnTo>
                  <a:lnTo>
                    <a:pt x="132316" y="138752"/>
                  </a:lnTo>
                  <a:lnTo>
                    <a:pt x="117348" y="127676"/>
                  </a:lnTo>
                  <a:lnTo>
                    <a:pt x="118545" y="118845"/>
                  </a:lnTo>
                  <a:lnTo>
                    <a:pt x="121090" y="118396"/>
                  </a:lnTo>
                  <a:lnTo>
                    <a:pt x="120341" y="118994"/>
                  </a:lnTo>
                  <a:lnTo>
                    <a:pt x="119892" y="119743"/>
                  </a:lnTo>
                  <a:lnTo>
                    <a:pt x="119892" y="119893"/>
                  </a:lnTo>
                  <a:lnTo>
                    <a:pt x="120940" y="119144"/>
                  </a:lnTo>
                  <a:lnTo>
                    <a:pt x="121688" y="118246"/>
                  </a:lnTo>
                  <a:lnTo>
                    <a:pt x="125281" y="117797"/>
                  </a:lnTo>
                  <a:lnTo>
                    <a:pt x="123784" y="119144"/>
                  </a:lnTo>
                  <a:lnTo>
                    <a:pt x="122587" y="120342"/>
                  </a:lnTo>
                  <a:lnTo>
                    <a:pt x="121988" y="121090"/>
                  </a:lnTo>
                  <a:lnTo>
                    <a:pt x="121389" y="121689"/>
                  </a:lnTo>
                  <a:lnTo>
                    <a:pt x="121389" y="121838"/>
                  </a:lnTo>
                  <a:lnTo>
                    <a:pt x="121539" y="121838"/>
                  </a:lnTo>
                  <a:lnTo>
                    <a:pt x="122138" y="121240"/>
                  </a:lnTo>
                  <a:lnTo>
                    <a:pt x="122736" y="120641"/>
                  </a:lnTo>
                  <a:lnTo>
                    <a:pt x="123934" y="119444"/>
                  </a:lnTo>
                  <a:lnTo>
                    <a:pt x="125730" y="117647"/>
                  </a:lnTo>
                  <a:lnTo>
                    <a:pt x="127676" y="117348"/>
                  </a:lnTo>
                  <a:close/>
                  <a:moveTo>
                    <a:pt x="82323" y="117348"/>
                  </a:moveTo>
                  <a:lnTo>
                    <a:pt x="90705" y="118545"/>
                  </a:lnTo>
                  <a:lnTo>
                    <a:pt x="91154" y="121389"/>
                  </a:lnTo>
                  <a:lnTo>
                    <a:pt x="90555" y="120940"/>
                  </a:lnTo>
                  <a:lnTo>
                    <a:pt x="89957" y="120491"/>
                  </a:lnTo>
                  <a:lnTo>
                    <a:pt x="89807" y="120491"/>
                  </a:lnTo>
                  <a:lnTo>
                    <a:pt x="90406" y="121389"/>
                  </a:lnTo>
                  <a:lnTo>
                    <a:pt x="91154" y="122138"/>
                  </a:lnTo>
                  <a:lnTo>
                    <a:pt x="91753" y="125580"/>
                  </a:lnTo>
                  <a:lnTo>
                    <a:pt x="90555" y="124383"/>
                  </a:lnTo>
                  <a:lnTo>
                    <a:pt x="89358" y="123185"/>
                  </a:lnTo>
                  <a:lnTo>
                    <a:pt x="88610" y="122587"/>
                  </a:lnTo>
                  <a:lnTo>
                    <a:pt x="88011" y="121988"/>
                  </a:lnTo>
                  <a:lnTo>
                    <a:pt x="87861" y="121988"/>
                  </a:lnTo>
                  <a:lnTo>
                    <a:pt x="87861" y="122138"/>
                  </a:lnTo>
                  <a:lnTo>
                    <a:pt x="88460" y="122736"/>
                  </a:lnTo>
                  <a:lnTo>
                    <a:pt x="89059" y="123335"/>
                  </a:lnTo>
                  <a:lnTo>
                    <a:pt x="90256" y="124533"/>
                  </a:lnTo>
                  <a:lnTo>
                    <a:pt x="91753" y="126179"/>
                  </a:lnTo>
                  <a:lnTo>
                    <a:pt x="92202" y="128424"/>
                  </a:lnTo>
                  <a:lnTo>
                    <a:pt x="77833" y="139351"/>
                  </a:lnTo>
                  <a:lnTo>
                    <a:pt x="76635" y="140249"/>
                  </a:lnTo>
                  <a:lnTo>
                    <a:pt x="70948" y="144440"/>
                  </a:lnTo>
                  <a:lnTo>
                    <a:pt x="69600" y="145637"/>
                  </a:lnTo>
                  <a:lnTo>
                    <a:pt x="56578" y="155366"/>
                  </a:lnTo>
                  <a:lnTo>
                    <a:pt x="55830" y="155965"/>
                  </a:lnTo>
                  <a:lnTo>
                    <a:pt x="51489" y="159258"/>
                  </a:lnTo>
                  <a:lnTo>
                    <a:pt x="54782" y="154917"/>
                  </a:lnTo>
                  <a:lnTo>
                    <a:pt x="55381" y="154169"/>
                  </a:lnTo>
                  <a:lnTo>
                    <a:pt x="64960" y="141147"/>
                  </a:lnTo>
                  <a:lnTo>
                    <a:pt x="66008" y="139650"/>
                  </a:lnTo>
                  <a:lnTo>
                    <a:pt x="70199" y="133962"/>
                  </a:lnTo>
                  <a:lnTo>
                    <a:pt x="71097" y="132765"/>
                  </a:lnTo>
                  <a:lnTo>
                    <a:pt x="82323" y="117348"/>
                  </a:lnTo>
                  <a:close/>
                  <a:moveTo>
                    <a:pt x="68852" y="162701"/>
                  </a:moveTo>
                  <a:lnTo>
                    <a:pt x="68702" y="163748"/>
                  </a:lnTo>
                  <a:lnTo>
                    <a:pt x="68104" y="163449"/>
                  </a:lnTo>
                  <a:lnTo>
                    <a:pt x="68852" y="162701"/>
                  </a:lnTo>
                  <a:close/>
                  <a:moveTo>
                    <a:pt x="140548" y="162701"/>
                  </a:moveTo>
                  <a:lnTo>
                    <a:pt x="141296" y="163449"/>
                  </a:lnTo>
                  <a:lnTo>
                    <a:pt x="140847" y="163748"/>
                  </a:lnTo>
                  <a:lnTo>
                    <a:pt x="140548" y="162701"/>
                  </a:lnTo>
                  <a:close/>
                  <a:moveTo>
                    <a:pt x="46251" y="144739"/>
                  </a:moveTo>
                  <a:lnTo>
                    <a:pt x="48047" y="147134"/>
                  </a:lnTo>
                  <a:lnTo>
                    <a:pt x="49843" y="149529"/>
                  </a:lnTo>
                  <a:lnTo>
                    <a:pt x="51789" y="151774"/>
                  </a:lnTo>
                  <a:lnTo>
                    <a:pt x="53884" y="154019"/>
                  </a:lnTo>
                  <a:lnTo>
                    <a:pt x="48047" y="161952"/>
                  </a:lnTo>
                  <a:lnTo>
                    <a:pt x="48945" y="162850"/>
                  </a:lnTo>
                  <a:lnTo>
                    <a:pt x="56728" y="156863"/>
                  </a:lnTo>
                  <a:lnTo>
                    <a:pt x="58973" y="158809"/>
                  </a:lnTo>
                  <a:lnTo>
                    <a:pt x="61218" y="160605"/>
                  </a:lnTo>
                  <a:lnTo>
                    <a:pt x="63613" y="162401"/>
                  </a:lnTo>
                  <a:lnTo>
                    <a:pt x="66158" y="164048"/>
                  </a:lnTo>
                  <a:lnTo>
                    <a:pt x="58225" y="171831"/>
                  </a:lnTo>
                  <a:lnTo>
                    <a:pt x="55381" y="169885"/>
                  </a:lnTo>
                  <a:lnTo>
                    <a:pt x="52836" y="167790"/>
                  </a:lnTo>
                  <a:lnTo>
                    <a:pt x="50292" y="165545"/>
                  </a:lnTo>
                  <a:lnTo>
                    <a:pt x="47747" y="163299"/>
                  </a:lnTo>
                  <a:lnTo>
                    <a:pt x="45353" y="160904"/>
                  </a:lnTo>
                  <a:lnTo>
                    <a:pt x="43107" y="158360"/>
                  </a:lnTo>
                  <a:lnTo>
                    <a:pt x="41012" y="155815"/>
                  </a:lnTo>
                  <a:lnTo>
                    <a:pt x="38916" y="153121"/>
                  </a:lnTo>
                  <a:lnTo>
                    <a:pt x="46251" y="144739"/>
                  </a:lnTo>
                  <a:close/>
                  <a:moveTo>
                    <a:pt x="163149" y="144739"/>
                  </a:moveTo>
                  <a:lnTo>
                    <a:pt x="170484" y="153121"/>
                  </a:lnTo>
                  <a:lnTo>
                    <a:pt x="168388" y="155815"/>
                  </a:lnTo>
                  <a:lnTo>
                    <a:pt x="166293" y="158360"/>
                  </a:lnTo>
                  <a:lnTo>
                    <a:pt x="164047" y="160904"/>
                  </a:lnTo>
                  <a:lnTo>
                    <a:pt x="161653" y="163299"/>
                  </a:lnTo>
                  <a:lnTo>
                    <a:pt x="159108" y="165545"/>
                  </a:lnTo>
                  <a:lnTo>
                    <a:pt x="156564" y="167790"/>
                  </a:lnTo>
                  <a:lnTo>
                    <a:pt x="154019" y="169885"/>
                  </a:lnTo>
                  <a:lnTo>
                    <a:pt x="151175" y="171831"/>
                  </a:lnTo>
                  <a:lnTo>
                    <a:pt x="143242" y="164048"/>
                  </a:lnTo>
                  <a:lnTo>
                    <a:pt x="145936" y="162252"/>
                  </a:lnTo>
                  <a:lnTo>
                    <a:pt x="148631" y="160306"/>
                  </a:lnTo>
                  <a:lnTo>
                    <a:pt x="151175" y="158210"/>
                  </a:lnTo>
                  <a:lnTo>
                    <a:pt x="153570" y="155965"/>
                  </a:lnTo>
                  <a:lnTo>
                    <a:pt x="161353" y="161653"/>
                  </a:lnTo>
                  <a:lnTo>
                    <a:pt x="162251" y="160755"/>
                  </a:lnTo>
                  <a:lnTo>
                    <a:pt x="156414" y="153121"/>
                  </a:lnTo>
                  <a:lnTo>
                    <a:pt x="158210" y="151026"/>
                  </a:lnTo>
                  <a:lnTo>
                    <a:pt x="159856" y="149080"/>
                  </a:lnTo>
                  <a:lnTo>
                    <a:pt x="161653" y="146835"/>
                  </a:lnTo>
                  <a:lnTo>
                    <a:pt x="163149" y="144739"/>
                  </a:lnTo>
                  <a:close/>
                  <a:moveTo>
                    <a:pt x="89358" y="171083"/>
                  </a:moveTo>
                  <a:lnTo>
                    <a:pt x="89358" y="172130"/>
                  </a:lnTo>
                  <a:lnTo>
                    <a:pt x="88759" y="171981"/>
                  </a:lnTo>
                  <a:lnTo>
                    <a:pt x="89358" y="171083"/>
                  </a:lnTo>
                  <a:close/>
                  <a:moveTo>
                    <a:pt x="120192" y="171083"/>
                  </a:moveTo>
                  <a:lnTo>
                    <a:pt x="120641" y="171981"/>
                  </a:lnTo>
                  <a:lnTo>
                    <a:pt x="120042" y="172130"/>
                  </a:lnTo>
                  <a:lnTo>
                    <a:pt x="120192" y="171083"/>
                  </a:lnTo>
                  <a:close/>
                  <a:moveTo>
                    <a:pt x="70499" y="146386"/>
                  </a:moveTo>
                  <a:lnTo>
                    <a:pt x="72744" y="148182"/>
                  </a:lnTo>
                  <a:lnTo>
                    <a:pt x="75139" y="149828"/>
                  </a:lnTo>
                  <a:lnTo>
                    <a:pt x="73043" y="153421"/>
                  </a:lnTo>
                  <a:lnTo>
                    <a:pt x="72145" y="153271"/>
                  </a:lnTo>
                  <a:lnTo>
                    <a:pt x="71397" y="153570"/>
                  </a:lnTo>
                  <a:lnTo>
                    <a:pt x="70648" y="154019"/>
                  </a:lnTo>
                  <a:lnTo>
                    <a:pt x="70199" y="154768"/>
                  </a:lnTo>
                  <a:lnTo>
                    <a:pt x="70199" y="155217"/>
                  </a:lnTo>
                  <a:lnTo>
                    <a:pt x="70199" y="155666"/>
                  </a:lnTo>
                  <a:lnTo>
                    <a:pt x="70349" y="156414"/>
                  </a:lnTo>
                  <a:lnTo>
                    <a:pt x="70798" y="157163"/>
                  </a:lnTo>
                  <a:lnTo>
                    <a:pt x="71247" y="157312"/>
                  </a:lnTo>
                  <a:lnTo>
                    <a:pt x="71546" y="157612"/>
                  </a:lnTo>
                  <a:lnTo>
                    <a:pt x="72444" y="157612"/>
                  </a:lnTo>
                  <a:lnTo>
                    <a:pt x="73342" y="157462"/>
                  </a:lnTo>
                  <a:lnTo>
                    <a:pt x="73941" y="157013"/>
                  </a:lnTo>
                  <a:lnTo>
                    <a:pt x="74240" y="156564"/>
                  </a:lnTo>
                  <a:lnTo>
                    <a:pt x="74390" y="156264"/>
                  </a:lnTo>
                  <a:lnTo>
                    <a:pt x="74540" y="155516"/>
                  </a:lnTo>
                  <a:lnTo>
                    <a:pt x="74390" y="154917"/>
                  </a:lnTo>
                  <a:lnTo>
                    <a:pt x="74240" y="154319"/>
                  </a:lnTo>
                  <a:lnTo>
                    <a:pt x="73791" y="153870"/>
                  </a:lnTo>
                  <a:lnTo>
                    <a:pt x="76037" y="150277"/>
                  </a:lnTo>
                  <a:lnTo>
                    <a:pt x="79629" y="152373"/>
                  </a:lnTo>
                  <a:lnTo>
                    <a:pt x="83221" y="154169"/>
                  </a:lnTo>
                  <a:lnTo>
                    <a:pt x="87113" y="155666"/>
                  </a:lnTo>
                  <a:lnTo>
                    <a:pt x="91004" y="156863"/>
                  </a:lnTo>
                  <a:lnTo>
                    <a:pt x="90256" y="161054"/>
                  </a:lnTo>
                  <a:lnTo>
                    <a:pt x="89508" y="161204"/>
                  </a:lnTo>
                  <a:lnTo>
                    <a:pt x="88909" y="161653"/>
                  </a:lnTo>
                  <a:lnTo>
                    <a:pt x="88460" y="162252"/>
                  </a:lnTo>
                  <a:lnTo>
                    <a:pt x="88161" y="163150"/>
                  </a:lnTo>
                  <a:lnTo>
                    <a:pt x="88310" y="163599"/>
                  </a:lnTo>
                  <a:lnTo>
                    <a:pt x="88310" y="164048"/>
                  </a:lnTo>
                  <a:lnTo>
                    <a:pt x="88909" y="164646"/>
                  </a:lnTo>
                  <a:lnTo>
                    <a:pt x="89508" y="165245"/>
                  </a:lnTo>
                  <a:lnTo>
                    <a:pt x="89957" y="165395"/>
                  </a:lnTo>
                  <a:lnTo>
                    <a:pt x="90855" y="165395"/>
                  </a:lnTo>
                  <a:lnTo>
                    <a:pt x="91304" y="165245"/>
                  </a:lnTo>
                  <a:lnTo>
                    <a:pt x="91903" y="164796"/>
                  </a:lnTo>
                  <a:lnTo>
                    <a:pt x="92501" y="164048"/>
                  </a:lnTo>
                  <a:lnTo>
                    <a:pt x="92651" y="163599"/>
                  </a:lnTo>
                  <a:lnTo>
                    <a:pt x="92651" y="163150"/>
                  </a:lnTo>
                  <a:lnTo>
                    <a:pt x="92501" y="162551"/>
                  </a:lnTo>
                  <a:lnTo>
                    <a:pt x="92202" y="161952"/>
                  </a:lnTo>
                  <a:lnTo>
                    <a:pt x="91903" y="161503"/>
                  </a:lnTo>
                  <a:lnTo>
                    <a:pt x="91304" y="161204"/>
                  </a:lnTo>
                  <a:lnTo>
                    <a:pt x="92052" y="157163"/>
                  </a:lnTo>
                  <a:lnTo>
                    <a:pt x="94297" y="157612"/>
                  </a:lnTo>
                  <a:lnTo>
                    <a:pt x="96692" y="158061"/>
                  </a:lnTo>
                  <a:lnTo>
                    <a:pt x="99087" y="174376"/>
                  </a:lnTo>
                  <a:lnTo>
                    <a:pt x="94746" y="173927"/>
                  </a:lnTo>
                  <a:lnTo>
                    <a:pt x="90406" y="173178"/>
                  </a:lnTo>
                  <a:lnTo>
                    <a:pt x="90106" y="167341"/>
                  </a:lnTo>
                  <a:lnTo>
                    <a:pt x="87562" y="172430"/>
                  </a:lnTo>
                  <a:lnTo>
                    <a:pt x="85167" y="171831"/>
                  </a:lnTo>
                  <a:lnTo>
                    <a:pt x="82772" y="171083"/>
                  </a:lnTo>
                  <a:lnTo>
                    <a:pt x="78132" y="169286"/>
                  </a:lnTo>
                  <a:lnTo>
                    <a:pt x="73642" y="167341"/>
                  </a:lnTo>
                  <a:lnTo>
                    <a:pt x="69301" y="164946"/>
                  </a:lnTo>
                  <a:lnTo>
                    <a:pt x="70798" y="159557"/>
                  </a:lnTo>
                  <a:lnTo>
                    <a:pt x="66906" y="163449"/>
                  </a:lnTo>
                  <a:lnTo>
                    <a:pt x="64362" y="161803"/>
                  </a:lnTo>
                  <a:lnTo>
                    <a:pt x="61967" y="160006"/>
                  </a:lnTo>
                  <a:lnTo>
                    <a:pt x="59722" y="158210"/>
                  </a:lnTo>
                  <a:lnTo>
                    <a:pt x="57476" y="156264"/>
                  </a:lnTo>
                  <a:lnTo>
                    <a:pt x="70499" y="146386"/>
                  </a:lnTo>
                  <a:close/>
                  <a:moveTo>
                    <a:pt x="139650" y="145637"/>
                  </a:moveTo>
                  <a:lnTo>
                    <a:pt x="152822" y="155366"/>
                  </a:lnTo>
                  <a:lnTo>
                    <a:pt x="150427" y="157462"/>
                  </a:lnTo>
                  <a:lnTo>
                    <a:pt x="147882" y="159557"/>
                  </a:lnTo>
                  <a:lnTo>
                    <a:pt x="145338" y="161503"/>
                  </a:lnTo>
                  <a:lnTo>
                    <a:pt x="142643" y="163449"/>
                  </a:lnTo>
                  <a:lnTo>
                    <a:pt x="138602" y="159557"/>
                  </a:lnTo>
                  <a:lnTo>
                    <a:pt x="140099" y="164946"/>
                  </a:lnTo>
                  <a:lnTo>
                    <a:pt x="135758" y="167191"/>
                  </a:lnTo>
                  <a:lnTo>
                    <a:pt x="131418" y="169286"/>
                  </a:lnTo>
                  <a:lnTo>
                    <a:pt x="126778" y="171083"/>
                  </a:lnTo>
                  <a:lnTo>
                    <a:pt x="124383" y="171831"/>
                  </a:lnTo>
                  <a:lnTo>
                    <a:pt x="121988" y="172430"/>
                  </a:lnTo>
                  <a:lnTo>
                    <a:pt x="119443" y="167341"/>
                  </a:lnTo>
                  <a:lnTo>
                    <a:pt x="118994" y="173178"/>
                  </a:lnTo>
                  <a:lnTo>
                    <a:pt x="114953" y="173777"/>
                  </a:lnTo>
                  <a:lnTo>
                    <a:pt x="110912" y="174376"/>
                  </a:lnTo>
                  <a:lnTo>
                    <a:pt x="113157" y="157911"/>
                  </a:lnTo>
                  <a:lnTo>
                    <a:pt x="116300" y="157312"/>
                  </a:lnTo>
                  <a:lnTo>
                    <a:pt x="117198" y="161354"/>
                  </a:lnTo>
                  <a:lnTo>
                    <a:pt x="116450" y="161952"/>
                  </a:lnTo>
                  <a:lnTo>
                    <a:pt x="116150" y="162701"/>
                  </a:lnTo>
                  <a:lnTo>
                    <a:pt x="116001" y="163449"/>
                  </a:lnTo>
                  <a:lnTo>
                    <a:pt x="116150" y="164347"/>
                  </a:lnTo>
                  <a:lnTo>
                    <a:pt x="116450" y="164646"/>
                  </a:lnTo>
                  <a:lnTo>
                    <a:pt x="116749" y="164946"/>
                  </a:lnTo>
                  <a:lnTo>
                    <a:pt x="117498" y="165395"/>
                  </a:lnTo>
                  <a:lnTo>
                    <a:pt x="118396" y="165545"/>
                  </a:lnTo>
                  <a:lnTo>
                    <a:pt x="118695" y="165395"/>
                  </a:lnTo>
                  <a:lnTo>
                    <a:pt x="119144" y="165245"/>
                  </a:lnTo>
                  <a:lnTo>
                    <a:pt x="119593" y="165095"/>
                  </a:lnTo>
                  <a:lnTo>
                    <a:pt x="119892" y="164796"/>
                  </a:lnTo>
                  <a:lnTo>
                    <a:pt x="120341" y="164048"/>
                  </a:lnTo>
                  <a:lnTo>
                    <a:pt x="120341" y="163150"/>
                  </a:lnTo>
                  <a:lnTo>
                    <a:pt x="120341" y="162850"/>
                  </a:lnTo>
                  <a:lnTo>
                    <a:pt x="120192" y="162401"/>
                  </a:lnTo>
                  <a:lnTo>
                    <a:pt x="119743" y="161803"/>
                  </a:lnTo>
                  <a:lnTo>
                    <a:pt x="119294" y="161354"/>
                  </a:lnTo>
                  <a:lnTo>
                    <a:pt x="118695" y="161204"/>
                  </a:lnTo>
                  <a:lnTo>
                    <a:pt x="118096" y="161054"/>
                  </a:lnTo>
                  <a:lnTo>
                    <a:pt x="117348" y="157163"/>
                  </a:lnTo>
                  <a:lnTo>
                    <a:pt x="121389" y="155965"/>
                  </a:lnTo>
                  <a:lnTo>
                    <a:pt x="125281" y="154618"/>
                  </a:lnTo>
                  <a:lnTo>
                    <a:pt x="129023" y="152822"/>
                  </a:lnTo>
                  <a:lnTo>
                    <a:pt x="132615" y="150876"/>
                  </a:lnTo>
                  <a:lnTo>
                    <a:pt x="134711" y="154319"/>
                  </a:lnTo>
                  <a:lnTo>
                    <a:pt x="134261" y="155067"/>
                  </a:lnTo>
                  <a:lnTo>
                    <a:pt x="134112" y="155815"/>
                  </a:lnTo>
                  <a:lnTo>
                    <a:pt x="134411" y="156713"/>
                  </a:lnTo>
                  <a:lnTo>
                    <a:pt x="134860" y="157312"/>
                  </a:lnTo>
                  <a:lnTo>
                    <a:pt x="135160" y="157612"/>
                  </a:lnTo>
                  <a:lnTo>
                    <a:pt x="135609" y="157911"/>
                  </a:lnTo>
                  <a:lnTo>
                    <a:pt x="136357" y="158061"/>
                  </a:lnTo>
                  <a:lnTo>
                    <a:pt x="137255" y="157911"/>
                  </a:lnTo>
                  <a:lnTo>
                    <a:pt x="137554" y="157612"/>
                  </a:lnTo>
                  <a:lnTo>
                    <a:pt x="138003" y="157312"/>
                  </a:lnTo>
                  <a:lnTo>
                    <a:pt x="138153" y="157013"/>
                  </a:lnTo>
                  <a:lnTo>
                    <a:pt x="138452" y="156564"/>
                  </a:lnTo>
                  <a:lnTo>
                    <a:pt x="138602" y="155815"/>
                  </a:lnTo>
                  <a:lnTo>
                    <a:pt x="138452" y="154917"/>
                  </a:lnTo>
                  <a:lnTo>
                    <a:pt x="138303" y="154618"/>
                  </a:lnTo>
                  <a:lnTo>
                    <a:pt x="138003" y="154319"/>
                  </a:lnTo>
                  <a:lnTo>
                    <a:pt x="137405" y="153870"/>
                  </a:lnTo>
                  <a:lnTo>
                    <a:pt x="136806" y="153570"/>
                  </a:lnTo>
                  <a:lnTo>
                    <a:pt x="136207" y="153570"/>
                  </a:lnTo>
                  <a:lnTo>
                    <a:pt x="135609" y="153720"/>
                  </a:lnTo>
                  <a:lnTo>
                    <a:pt x="133513" y="150277"/>
                  </a:lnTo>
                  <a:lnTo>
                    <a:pt x="136656" y="148182"/>
                  </a:lnTo>
                  <a:lnTo>
                    <a:pt x="139650" y="145637"/>
                  </a:lnTo>
                  <a:close/>
                  <a:moveTo>
                    <a:pt x="67954" y="163748"/>
                  </a:moveTo>
                  <a:lnTo>
                    <a:pt x="68553" y="163898"/>
                  </a:lnTo>
                  <a:lnTo>
                    <a:pt x="68403" y="164497"/>
                  </a:lnTo>
                  <a:lnTo>
                    <a:pt x="68104" y="165395"/>
                  </a:lnTo>
                  <a:lnTo>
                    <a:pt x="65110" y="176172"/>
                  </a:lnTo>
                  <a:lnTo>
                    <a:pt x="62117" y="174376"/>
                  </a:lnTo>
                  <a:lnTo>
                    <a:pt x="58973" y="172430"/>
                  </a:lnTo>
                  <a:lnTo>
                    <a:pt x="58973" y="172430"/>
                  </a:lnTo>
                  <a:lnTo>
                    <a:pt x="60320" y="173178"/>
                  </a:lnTo>
                  <a:lnTo>
                    <a:pt x="61218" y="173627"/>
                  </a:lnTo>
                  <a:lnTo>
                    <a:pt x="62117" y="173927"/>
                  </a:lnTo>
                  <a:lnTo>
                    <a:pt x="62117" y="173777"/>
                  </a:lnTo>
                  <a:lnTo>
                    <a:pt x="60320" y="172729"/>
                  </a:lnTo>
                  <a:lnTo>
                    <a:pt x="59273" y="172130"/>
                  </a:lnTo>
                  <a:lnTo>
                    <a:pt x="60021" y="171532"/>
                  </a:lnTo>
                  <a:lnTo>
                    <a:pt x="61218" y="172130"/>
                  </a:lnTo>
                  <a:lnTo>
                    <a:pt x="61967" y="172579"/>
                  </a:lnTo>
                  <a:lnTo>
                    <a:pt x="62865" y="173028"/>
                  </a:lnTo>
                  <a:lnTo>
                    <a:pt x="63015" y="172879"/>
                  </a:lnTo>
                  <a:lnTo>
                    <a:pt x="62117" y="172280"/>
                  </a:lnTo>
                  <a:lnTo>
                    <a:pt x="61368" y="171981"/>
                  </a:lnTo>
                  <a:lnTo>
                    <a:pt x="60171" y="171382"/>
                  </a:lnTo>
                  <a:lnTo>
                    <a:pt x="60769" y="170634"/>
                  </a:lnTo>
                  <a:lnTo>
                    <a:pt x="61967" y="171382"/>
                  </a:lnTo>
                  <a:lnTo>
                    <a:pt x="62715" y="171681"/>
                  </a:lnTo>
                  <a:lnTo>
                    <a:pt x="63314" y="171831"/>
                  </a:lnTo>
                  <a:lnTo>
                    <a:pt x="63464" y="171831"/>
                  </a:lnTo>
                  <a:lnTo>
                    <a:pt x="63314" y="171681"/>
                  </a:lnTo>
                  <a:lnTo>
                    <a:pt x="61817" y="170933"/>
                  </a:lnTo>
                  <a:lnTo>
                    <a:pt x="60919" y="170484"/>
                  </a:lnTo>
                  <a:lnTo>
                    <a:pt x="61817" y="169586"/>
                  </a:lnTo>
                  <a:lnTo>
                    <a:pt x="62865" y="170185"/>
                  </a:lnTo>
                  <a:lnTo>
                    <a:pt x="63613" y="170634"/>
                  </a:lnTo>
                  <a:lnTo>
                    <a:pt x="64362" y="170783"/>
                  </a:lnTo>
                  <a:lnTo>
                    <a:pt x="64511" y="170783"/>
                  </a:lnTo>
                  <a:lnTo>
                    <a:pt x="63763" y="170334"/>
                  </a:lnTo>
                  <a:lnTo>
                    <a:pt x="63015" y="169885"/>
                  </a:lnTo>
                  <a:lnTo>
                    <a:pt x="62117" y="169436"/>
                  </a:lnTo>
                  <a:lnTo>
                    <a:pt x="62715" y="168837"/>
                  </a:lnTo>
                  <a:lnTo>
                    <a:pt x="63464" y="169286"/>
                  </a:lnTo>
                  <a:lnTo>
                    <a:pt x="64212" y="169586"/>
                  </a:lnTo>
                  <a:lnTo>
                    <a:pt x="64960" y="169885"/>
                  </a:lnTo>
                  <a:lnTo>
                    <a:pt x="64960" y="169736"/>
                  </a:lnTo>
                  <a:lnTo>
                    <a:pt x="63314" y="168837"/>
                  </a:lnTo>
                  <a:lnTo>
                    <a:pt x="62865" y="168538"/>
                  </a:lnTo>
                  <a:lnTo>
                    <a:pt x="63464" y="168089"/>
                  </a:lnTo>
                  <a:lnTo>
                    <a:pt x="63913" y="168239"/>
                  </a:lnTo>
                  <a:lnTo>
                    <a:pt x="65409" y="168987"/>
                  </a:lnTo>
                  <a:lnTo>
                    <a:pt x="65559" y="168837"/>
                  </a:lnTo>
                  <a:lnTo>
                    <a:pt x="65409" y="168837"/>
                  </a:lnTo>
                  <a:lnTo>
                    <a:pt x="64212" y="168089"/>
                  </a:lnTo>
                  <a:lnTo>
                    <a:pt x="63613" y="167790"/>
                  </a:lnTo>
                  <a:lnTo>
                    <a:pt x="64362" y="167191"/>
                  </a:lnTo>
                  <a:lnTo>
                    <a:pt x="64811" y="167490"/>
                  </a:lnTo>
                  <a:lnTo>
                    <a:pt x="65858" y="168089"/>
                  </a:lnTo>
                  <a:lnTo>
                    <a:pt x="66008" y="167939"/>
                  </a:lnTo>
                  <a:lnTo>
                    <a:pt x="65260" y="167490"/>
                  </a:lnTo>
                  <a:lnTo>
                    <a:pt x="64511" y="167041"/>
                  </a:lnTo>
                  <a:lnTo>
                    <a:pt x="65110" y="166592"/>
                  </a:lnTo>
                  <a:lnTo>
                    <a:pt x="65260" y="166592"/>
                  </a:lnTo>
                  <a:lnTo>
                    <a:pt x="65858" y="166892"/>
                  </a:lnTo>
                  <a:lnTo>
                    <a:pt x="66457" y="167041"/>
                  </a:lnTo>
                  <a:lnTo>
                    <a:pt x="65409" y="166443"/>
                  </a:lnTo>
                  <a:lnTo>
                    <a:pt x="65260" y="166293"/>
                  </a:lnTo>
                  <a:lnTo>
                    <a:pt x="65709" y="165844"/>
                  </a:lnTo>
                  <a:lnTo>
                    <a:pt x="66906" y="166293"/>
                  </a:lnTo>
                  <a:lnTo>
                    <a:pt x="67056" y="166293"/>
                  </a:lnTo>
                  <a:lnTo>
                    <a:pt x="67056" y="166143"/>
                  </a:lnTo>
                  <a:lnTo>
                    <a:pt x="66008" y="165694"/>
                  </a:lnTo>
                  <a:lnTo>
                    <a:pt x="66457" y="165095"/>
                  </a:lnTo>
                  <a:lnTo>
                    <a:pt x="66607" y="165245"/>
                  </a:lnTo>
                  <a:lnTo>
                    <a:pt x="67056" y="165395"/>
                  </a:lnTo>
                  <a:lnTo>
                    <a:pt x="67655" y="165545"/>
                  </a:lnTo>
                  <a:lnTo>
                    <a:pt x="67655" y="165395"/>
                  </a:lnTo>
                  <a:lnTo>
                    <a:pt x="66906" y="164946"/>
                  </a:lnTo>
                  <a:lnTo>
                    <a:pt x="66607" y="164946"/>
                  </a:lnTo>
                  <a:lnTo>
                    <a:pt x="66906" y="164646"/>
                  </a:lnTo>
                  <a:lnTo>
                    <a:pt x="67206" y="164497"/>
                  </a:lnTo>
                  <a:lnTo>
                    <a:pt x="67954" y="164646"/>
                  </a:lnTo>
                  <a:lnTo>
                    <a:pt x="67954" y="164497"/>
                  </a:lnTo>
                  <a:lnTo>
                    <a:pt x="67355" y="164197"/>
                  </a:lnTo>
                  <a:lnTo>
                    <a:pt x="67655" y="163898"/>
                  </a:lnTo>
                  <a:lnTo>
                    <a:pt x="67954" y="163748"/>
                  </a:lnTo>
                  <a:close/>
                  <a:moveTo>
                    <a:pt x="141446" y="163748"/>
                  </a:moveTo>
                  <a:lnTo>
                    <a:pt x="141745" y="163898"/>
                  </a:lnTo>
                  <a:lnTo>
                    <a:pt x="142045" y="164197"/>
                  </a:lnTo>
                  <a:lnTo>
                    <a:pt x="141446" y="164497"/>
                  </a:lnTo>
                  <a:lnTo>
                    <a:pt x="141446" y="164646"/>
                  </a:lnTo>
                  <a:lnTo>
                    <a:pt x="142194" y="164497"/>
                  </a:lnTo>
                  <a:lnTo>
                    <a:pt x="142494" y="164646"/>
                  </a:lnTo>
                  <a:lnTo>
                    <a:pt x="142793" y="164946"/>
                  </a:lnTo>
                  <a:lnTo>
                    <a:pt x="142643" y="164946"/>
                  </a:lnTo>
                  <a:lnTo>
                    <a:pt x="141745" y="165395"/>
                  </a:lnTo>
                  <a:lnTo>
                    <a:pt x="141895" y="165545"/>
                  </a:lnTo>
                  <a:lnTo>
                    <a:pt x="142344" y="165395"/>
                  </a:lnTo>
                  <a:lnTo>
                    <a:pt x="142793" y="165245"/>
                  </a:lnTo>
                  <a:lnTo>
                    <a:pt x="142943" y="165095"/>
                  </a:lnTo>
                  <a:lnTo>
                    <a:pt x="143542" y="165694"/>
                  </a:lnTo>
                  <a:lnTo>
                    <a:pt x="142344" y="166143"/>
                  </a:lnTo>
                  <a:lnTo>
                    <a:pt x="142344" y="166293"/>
                  </a:lnTo>
                  <a:lnTo>
                    <a:pt x="142494" y="166293"/>
                  </a:lnTo>
                  <a:lnTo>
                    <a:pt x="143691" y="165844"/>
                  </a:lnTo>
                  <a:lnTo>
                    <a:pt x="144140" y="166293"/>
                  </a:lnTo>
                  <a:lnTo>
                    <a:pt x="143991" y="166443"/>
                  </a:lnTo>
                  <a:lnTo>
                    <a:pt x="142943" y="167041"/>
                  </a:lnTo>
                  <a:lnTo>
                    <a:pt x="143093" y="167041"/>
                  </a:lnTo>
                  <a:lnTo>
                    <a:pt x="143542" y="166892"/>
                  </a:lnTo>
                  <a:lnTo>
                    <a:pt x="144140" y="166592"/>
                  </a:lnTo>
                  <a:lnTo>
                    <a:pt x="144440" y="166592"/>
                  </a:lnTo>
                  <a:lnTo>
                    <a:pt x="145038" y="167041"/>
                  </a:lnTo>
                  <a:lnTo>
                    <a:pt x="144140" y="167490"/>
                  </a:lnTo>
                  <a:lnTo>
                    <a:pt x="143542" y="167939"/>
                  </a:lnTo>
                  <a:lnTo>
                    <a:pt x="143542" y="168089"/>
                  </a:lnTo>
                  <a:lnTo>
                    <a:pt x="144589" y="167490"/>
                  </a:lnTo>
                  <a:lnTo>
                    <a:pt x="145188" y="167191"/>
                  </a:lnTo>
                  <a:lnTo>
                    <a:pt x="145787" y="167790"/>
                  </a:lnTo>
                  <a:lnTo>
                    <a:pt x="145338" y="168089"/>
                  </a:lnTo>
                  <a:lnTo>
                    <a:pt x="143991" y="168837"/>
                  </a:lnTo>
                  <a:lnTo>
                    <a:pt x="143991" y="168987"/>
                  </a:lnTo>
                  <a:lnTo>
                    <a:pt x="145487" y="168239"/>
                  </a:lnTo>
                  <a:lnTo>
                    <a:pt x="145936" y="168089"/>
                  </a:lnTo>
                  <a:lnTo>
                    <a:pt x="146535" y="168538"/>
                  </a:lnTo>
                  <a:lnTo>
                    <a:pt x="146236" y="168837"/>
                  </a:lnTo>
                  <a:lnTo>
                    <a:pt x="144440" y="169736"/>
                  </a:lnTo>
                  <a:lnTo>
                    <a:pt x="144440" y="169885"/>
                  </a:lnTo>
                  <a:lnTo>
                    <a:pt x="145188" y="169586"/>
                  </a:lnTo>
                  <a:lnTo>
                    <a:pt x="145936" y="169286"/>
                  </a:lnTo>
                  <a:lnTo>
                    <a:pt x="146685" y="168837"/>
                  </a:lnTo>
                  <a:lnTo>
                    <a:pt x="147433" y="169436"/>
                  </a:lnTo>
                  <a:lnTo>
                    <a:pt x="146535" y="169885"/>
                  </a:lnTo>
                  <a:lnTo>
                    <a:pt x="145787" y="170334"/>
                  </a:lnTo>
                  <a:lnTo>
                    <a:pt x="145038" y="170783"/>
                  </a:lnTo>
                  <a:lnTo>
                    <a:pt x="145787" y="170634"/>
                  </a:lnTo>
                  <a:lnTo>
                    <a:pt x="146685" y="170185"/>
                  </a:lnTo>
                  <a:lnTo>
                    <a:pt x="147583" y="169586"/>
                  </a:lnTo>
                  <a:lnTo>
                    <a:pt x="148481" y="170484"/>
                  </a:lnTo>
                  <a:lnTo>
                    <a:pt x="147583" y="170933"/>
                  </a:lnTo>
                  <a:lnTo>
                    <a:pt x="146086" y="171681"/>
                  </a:lnTo>
                  <a:lnTo>
                    <a:pt x="146086" y="171831"/>
                  </a:lnTo>
                  <a:lnTo>
                    <a:pt x="146834" y="171681"/>
                  </a:lnTo>
                  <a:lnTo>
                    <a:pt x="147433" y="171382"/>
                  </a:lnTo>
                  <a:lnTo>
                    <a:pt x="148631" y="170634"/>
                  </a:lnTo>
                  <a:lnTo>
                    <a:pt x="149379" y="171382"/>
                  </a:lnTo>
                  <a:lnTo>
                    <a:pt x="148032" y="171981"/>
                  </a:lnTo>
                  <a:lnTo>
                    <a:pt x="147283" y="172280"/>
                  </a:lnTo>
                  <a:lnTo>
                    <a:pt x="146535" y="172879"/>
                  </a:lnTo>
                  <a:lnTo>
                    <a:pt x="146535" y="173028"/>
                  </a:lnTo>
                  <a:lnTo>
                    <a:pt x="147433" y="172579"/>
                  </a:lnTo>
                  <a:lnTo>
                    <a:pt x="148182" y="172130"/>
                  </a:lnTo>
                  <a:lnTo>
                    <a:pt x="149529" y="171532"/>
                  </a:lnTo>
                  <a:lnTo>
                    <a:pt x="150127" y="172130"/>
                  </a:lnTo>
                  <a:lnTo>
                    <a:pt x="149080" y="172729"/>
                  </a:lnTo>
                  <a:lnTo>
                    <a:pt x="147283" y="173777"/>
                  </a:lnTo>
                  <a:lnTo>
                    <a:pt x="147283" y="173927"/>
                  </a:lnTo>
                  <a:lnTo>
                    <a:pt x="147433" y="173927"/>
                  </a:lnTo>
                  <a:lnTo>
                    <a:pt x="148331" y="173627"/>
                  </a:lnTo>
                  <a:lnTo>
                    <a:pt x="149080" y="173178"/>
                  </a:lnTo>
                  <a:lnTo>
                    <a:pt x="150277" y="172430"/>
                  </a:lnTo>
                  <a:lnTo>
                    <a:pt x="147283" y="174376"/>
                  </a:lnTo>
                  <a:lnTo>
                    <a:pt x="144290" y="176172"/>
                  </a:lnTo>
                  <a:lnTo>
                    <a:pt x="141296" y="165395"/>
                  </a:lnTo>
                  <a:lnTo>
                    <a:pt x="140997" y="164347"/>
                  </a:lnTo>
                  <a:lnTo>
                    <a:pt x="140847" y="163898"/>
                  </a:lnTo>
                  <a:lnTo>
                    <a:pt x="141446" y="163748"/>
                  </a:lnTo>
                  <a:close/>
                  <a:moveTo>
                    <a:pt x="69002" y="165844"/>
                  </a:moveTo>
                  <a:lnTo>
                    <a:pt x="73342" y="168239"/>
                  </a:lnTo>
                  <a:lnTo>
                    <a:pt x="77683" y="170185"/>
                  </a:lnTo>
                  <a:lnTo>
                    <a:pt x="82323" y="171981"/>
                  </a:lnTo>
                  <a:lnTo>
                    <a:pt x="87113" y="173328"/>
                  </a:lnTo>
                  <a:lnTo>
                    <a:pt x="82024" y="183207"/>
                  </a:lnTo>
                  <a:lnTo>
                    <a:pt x="77982" y="181859"/>
                  </a:lnTo>
                  <a:lnTo>
                    <a:pt x="73791" y="180363"/>
                  </a:lnTo>
                  <a:lnTo>
                    <a:pt x="69900" y="178716"/>
                  </a:lnTo>
                  <a:lnTo>
                    <a:pt x="66008" y="176770"/>
                  </a:lnTo>
                  <a:lnTo>
                    <a:pt x="69002" y="165844"/>
                  </a:lnTo>
                  <a:close/>
                  <a:moveTo>
                    <a:pt x="140398" y="165844"/>
                  </a:moveTo>
                  <a:lnTo>
                    <a:pt x="143392" y="176621"/>
                  </a:lnTo>
                  <a:lnTo>
                    <a:pt x="139500" y="178567"/>
                  </a:lnTo>
                  <a:lnTo>
                    <a:pt x="135609" y="180363"/>
                  </a:lnTo>
                  <a:lnTo>
                    <a:pt x="131567" y="181859"/>
                  </a:lnTo>
                  <a:lnTo>
                    <a:pt x="127376" y="183207"/>
                  </a:lnTo>
                  <a:lnTo>
                    <a:pt x="122437" y="173328"/>
                  </a:lnTo>
                  <a:lnTo>
                    <a:pt x="127077" y="171981"/>
                  </a:lnTo>
                  <a:lnTo>
                    <a:pt x="131717" y="170185"/>
                  </a:lnTo>
                  <a:lnTo>
                    <a:pt x="136058" y="168239"/>
                  </a:lnTo>
                  <a:lnTo>
                    <a:pt x="140398" y="165844"/>
                  </a:lnTo>
                  <a:close/>
                  <a:moveTo>
                    <a:pt x="89358" y="172280"/>
                  </a:moveTo>
                  <a:lnTo>
                    <a:pt x="89358" y="172879"/>
                  </a:lnTo>
                  <a:lnTo>
                    <a:pt x="89508" y="173927"/>
                  </a:lnTo>
                  <a:lnTo>
                    <a:pt x="90106" y="185152"/>
                  </a:lnTo>
                  <a:lnTo>
                    <a:pt x="86514" y="184404"/>
                  </a:lnTo>
                  <a:lnTo>
                    <a:pt x="83071" y="183506"/>
                  </a:lnTo>
                  <a:lnTo>
                    <a:pt x="84568" y="183656"/>
                  </a:lnTo>
                  <a:lnTo>
                    <a:pt x="85466" y="183805"/>
                  </a:lnTo>
                  <a:lnTo>
                    <a:pt x="86364" y="183955"/>
                  </a:lnTo>
                  <a:lnTo>
                    <a:pt x="86514" y="183805"/>
                  </a:lnTo>
                  <a:lnTo>
                    <a:pt x="84419" y="183356"/>
                  </a:lnTo>
                  <a:lnTo>
                    <a:pt x="83221" y="183207"/>
                  </a:lnTo>
                  <a:lnTo>
                    <a:pt x="83670" y="182309"/>
                  </a:lnTo>
                  <a:lnTo>
                    <a:pt x="85017" y="182458"/>
                  </a:lnTo>
                  <a:lnTo>
                    <a:pt x="85915" y="182608"/>
                  </a:lnTo>
                  <a:lnTo>
                    <a:pt x="86963" y="182758"/>
                  </a:lnTo>
                  <a:lnTo>
                    <a:pt x="86963" y="182608"/>
                  </a:lnTo>
                  <a:lnTo>
                    <a:pt x="85915" y="182309"/>
                  </a:lnTo>
                  <a:lnTo>
                    <a:pt x="85017" y="182159"/>
                  </a:lnTo>
                  <a:lnTo>
                    <a:pt x="83820" y="182009"/>
                  </a:lnTo>
                  <a:lnTo>
                    <a:pt x="84119" y="181261"/>
                  </a:lnTo>
                  <a:lnTo>
                    <a:pt x="85616" y="181560"/>
                  </a:lnTo>
                  <a:lnTo>
                    <a:pt x="86963" y="181560"/>
                  </a:lnTo>
                  <a:lnTo>
                    <a:pt x="86963" y="181410"/>
                  </a:lnTo>
                  <a:lnTo>
                    <a:pt x="85317" y="181111"/>
                  </a:lnTo>
                  <a:lnTo>
                    <a:pt x="84269" y="180961"/>
                  </a:lnTo>
                  <a:lnTo>
                    <a:pt x="84868" y="179914"/>
                  </a:lnTo>
                  <a:lnTo>
                    <a:pt x="86215" y="180213"/>
                  </a:lnTo>
                  <a:lnTo>
                    <a:pt x="87712" y="180213"/>
                  </a:lnTo>
                  <a:lnTo>
                    <a:pt x="87712" y="180063"/>
                  </a:lnTo>
                  <a:lnTo>
                    <a:pt x="86813" y="179914"/>
                  </a:lnTo>
                  <a:lnTo>
                    <a:pt x="85915" y="179764"/>
                  </a:lnTo>
                  <a:lnTo>
                    <a:pt x="85017" y="179614"/>
                  </a:lnTo>
                  <a:lnTo>
                    <a:pt x="85466" y="178716"/>
                  </a:lnTo>
                  <a:lnTo>
                    <a:pt x="86364" y="179016"/>
                  </a:lnTo>
                  <a:lnTo>
                    <a:pt x="87113" y="179165"/>
                  </a:lnTo>
                  <a:lnTo>
                    <a:pt x="87861" y="179165"/>
                  </a:lnTo>
                  <a:lnTo>
                    <a:pt x="87861" y="179016"/>
                  </a:lnTo>
                  <a:lnTo>
                    <a:pt x="85915" y="178716"/>
                  </a:lnTo>
                  <a:lnTo>
                    <a:pt x="85466" y="178567"/>
                  </a:lnTo>
                  <a:lnTo>
                    <a:pt x="85915" y="177818"/>
                  </a:lnTo>
                  <a:lnTo>
                    <a:pt x="86364" y="177968"/>
                  </a:lnTo>
                  <a:lnTo>
                    <a:pt x="87113" y="177968"/>
                  </a:lnTo>
                  <a:lnTo>
                    <a:pt x="88011" y="178118"/>
                  </a:lnTo>
                  <a:lnTo>
                    <a:pt x="88011" y="177968"/>
                  </a:lnTo>
                  <a:lnTo>
                    <a:pt x="86813" y="177668"/>
                  </a:lnTo>
                  <a:lnTo>
                    <a:pt x="86065" y="177668"/>
                  </a:lnTo>
                  <a:lnTo>
                    <a:pt x="86364" y="176920"/>
                  </a:lnTo>
                  <a:lnTo>
                    <a:pt x="87262" y="177070"/>
                  </a:lnTo>
                  <a:lnTo>
                    <a:pt x="88161" y="177070"/>
                  </a:lnTo>
                  <a:lnTo>
                    <a:pt x="88161" y="176920"/>
                  </a:lnTo>
                  <a:lnTo>
                    <a:pt x="87412" y="176770"/>
                  </a:lnTo>
                  <a:lnTo>
                    <a:pt x="86514" y="176621"/>
                  </a:lnTo>
                  <a:lnTo>
                    <a:pt x="86813" y="175872"/>
                  </a:lnTo>
                  <a:lnTo>
                    <a:pt x="87562" y="176022"/>
                  </a:lnTo>
                  <a:lnTo>
                    <a:pt x="88310" y="176022"/>
                  </a:lnTo>
                  <a:lnTo>
                    <a:pt x="88310" y="175872"/>
                  </a:lnTo>
                  <a:lnTo>
                    <a:pt x="87113" y="175723"/>
                  </a:lnTo>
                  <a:lnTo>
                    <a:pt x="86963" y="175723"/>
                  </a:lnTo>
                  <a:lnTo>
                    <a:pt x="87262" y="174974"/>
                  </a:lnTo>
                  <a:lnTo>
                    <a:pt x="88610" y="175124"/>
                  </a:lnTo>
                  <a:lnTo>
                    <a:pt x="88610" y="174974"/>
                  </a:lnTo>
                  <a:lnTo>
                    <a:pt x="87412" y="174825"/>
                  </a:lnTo>
                  <a:lnTo>
                    <a:pt x="87712" y="174226"/>
                  </a:lnTo>
                  <a:lnTo>
                    <a:pt x="88011" y="174226"/>
                  </a:lnTo>
                  <a:lnTo>
                    <a:pt x="88909" y="174076"/>
                  </a:lnTo>
                  <a:lnTo>
                    <a:pt x="89059" y="174076"/>
                  </a:lnTo>
                  <a:lnTo>
                    <a:pt x="88909" y="173927"/>
                  </a:lnTo>
                  <a:lnTo>
                    <a:pt x="87861" y="173927"/>
                  </a:lnTo>
                  <a:lnTo>
                    <a:pt x="88011" y="173627"/>
                  </a:lnTo>
                  <a:lnTo>
                    <a:pt x="88161" y="173178"/>
                  </a:lnTo>
                  <a:lnTo>
                    <a:pt x="88909" y="173178"/>
                  </a:lnTo>
                  <a:lnTo>
                    <a:pt x="88909" y="173028"/>
                  </a:lnTo>
                  <a:lnTo>
                    <a:pt x="88310" y="173028"/>
                  </a:lnTo>
                  <a:lnTo>
                    <a:pt x="88460" y="172729"/>
                  </a:lnTo>
                  <a:lnTo>
                    <a:pt x="88610" y="172280"/>
                  </a:lnTo>
                  <a:close/>
                  <a:moveTo>
                    <a:pt x="120790" y="172280"/>
                  </a:moveTo>
                  <a:lnTo>
                    <a:pt x="120940" y="172729"/>
                  </a:lnTo>
                  <a:lnTo>
                    <a:pt x="121090" y="173028"/>
                  </a:lnTo>
                  <a:lnTo>
                    <a:pt x="120491" y="173028"/>
                  </a:lnTo>
                  <a:lnTo>
                    <a:pt x="120491" y="173178"/>
                  </a:lnTo>
                  <a:lnTo>
                    <a:pt x="121239" y="173178"/>
                  </a:lnTo>
                  <a:lnTo>
                    <a:pt x="121389" y="173627"/>
                  </a:lnTo>
                  <a:lnTo>
                    <a:pt x="121539" y="173927"/>
                  </a:lnTo>
                  <a:lnTo>
                    <a:pt x="120491" y="173927"/>
                  </a:lnTo>
                  <a:lnTo>
                    <a:pt x="120491" y="174076"/>
                  </a:lnTo>
                  <a:lnTo>
                    <a:pt x="121389" y="174226"/>
                  </a:lnTo>
                  <a:lnTo>
                    <a:pt x="121688" y="174226"/>
                  </a:lnTo>
                  <a:lnTo>
                    <a:pt x="121988" y="174825"/>
                  </a:lnTo>
                  <a:lnTo>
                    <a:pt x="120790" y="174974"/>
                  </a:lnTo>
                  <a:lnTo>
                    <a:pt x="120790" y="175124"/>
                  </a:lnTo>
                  <a:lnTo>
                    <a:pt x="122138" y="174974"/>
                  </a:lnTo>
                  <a:lnTo>
                    <a:pt x="122437" y="175723"/>
                  </a:lnTo>
                  <a:lnTo>
                    <a:pt x="122287" y="175723"/>
                  </a:lnTo>
                  <a:lnTo>
                    <a:pt x="121090" y="175872"/>
                  </a:lnTo>
                  <a:lnTo>
                    <a:pt x="121090" y="176022"/>
                  </a:lnTo>
                  <a:lnTo>
                    <a:pt x="121838" y="176022"/>
                  </a:lnTo>
                  <a:lnTo>
                    <a:pt x="122587" y="175872"/>
                  </a:lnTo>
                  <a:lnTo>
                    <a:pt x="122886" y="176621"/>
                  </a:lnTo>
                  <a:lnTo>
                    <a:pt x="122138" y="176770"/>
                  </a:lnTo>
                  <a:lnTo>
                    <a:pt x="121239" y="176920"/>
                  </a:lnTo>
                  <a:lnTo>
                    <a:pt x="121239" y="177070"/>
                  </a:lnTo>
                  <a:lnTo>
                    <a:pt x="122138" y="177070"/>
                  </a:lnTo>
                  <a:lnTo>
                    <a:pt x="123036" y="176920"/>
                  </a:lnTo>
                  <a:lnTo>
                    <a:pt x="123485" y="177668"/>
                  </a:lnTo>
                  <a:lnTo>
                    <a:pt x="122736" y="177668"/>
                  </a:lnTo>
                  <a:lnTo>
                    <a:pt x="121389" y="177968"/>
                  </a:lnTo>
                  <a:lnTo>
                    <a:pt x="121389" y="178118"/>
                  </a:lnTo>
                  <a:lnTo>
                    <a:pt x="122287" y="177968"/>
                  </a:lnTo>
                  <a:lnTo>
                    <a:pt x="123185" y="177968"/>
                  </a:lnTo>
                  <a:lnTo>
                    <a:pt x="123634" y="177818"/>
                  </a:lnTo>
                  <a:lnTo>
                    <a:pt x="123934" y="178567"/>
                  </a:lnTo>
                  <a:lnTo>
                    <a:pt x="123485" y="178716"/>
                  </a:lnTo>
                  <a:lnTo>
                    <a:pt x="121539" y="179016"/>
                  </a:lnTo>
                  <a:lnTo>
                    <a:pt x="121539" y="179165"/>
                  </a:lnTo>
                  <a:lnTo>
                    <a:pt x="122287" y="179165"/>
                  </a:lnTo>
                  <a:lnTo>
                    <a:pt x="123036" y="179016"/>
                  </a:lnTo>
                  <a:lnTo>
                    <a:pt x="124083" y="178716"/>
                  </a:lnTo>
                  <a:lnTo>
                    <a:pt x="124532" y="179614"/>
                  </a:lnTo>
                  <a:lnTo>
                    <a:pt x="123634" y="179764"/>
                  </a:lnTo>
                  <a:lnTo>
                    <a:pt x="122736" y="179914"/>
                  </a:lnTo>
                  <a:lnTo>
                    <a:pt x="121838" y="180063"/>
                  </a:lnTo>
                  <a:lnTo>
                    <a:pt x="121838" y="180213"/>
                  </a:lnTo>
                  <a:lnTo>
                    <a:pt x="123185" y="180213"/>
                  </a:lnTo>
                  <a:lnTo>
                    <a:pt x="124532" y="179914"/>
                  </a:lnTo>
                  <a:lnTo>
                    <a:pt x="125131" y="180961"/>
                  </a:lnTo>
                  <a:lnTo>
                    <a:pt x="124233" y="181111"/>
                  </a:lnTo>
                  <a:lnTo>
                    <a:pt x="122437" y="181410"/>
                  </a:lnTo>
                  <a:lnTo>
                    <a:pt x="122437" y="181560"/>
                  </a:lnTo>
                  <a:lnTo>
                    <a:pt x="123784" y="181560"/>
                  </a:lnTo>
                  <a:lnTo>
                    <a:pt x="125281" y="181261"/>
                  </a:lnTo>
                  <a:lnTo>
                    <a:pt x="125730" y="182009"/>
                  </a:lnTo>
                  <a:lnTo>
                    <a:pt x="124383" y="182159"/>
                  </a:lnTo>
                  <a:lnTo>
                    <a:pt x="123485" y="182309"/>
                  </a:lnTo>
                  <a:lnTo>
                    <a:pt x="122437" y="182608"/>
                  </a:lnTo>
                  <a:lnTo>
                    <a:pt x="122437" y="182758"/>
                  </a:lnTo>
                  <a:lnTo>
                    <a:pt x="122587" y="182758"/>
                  </a:lnTo>
                  <a:lnTo>
                    <a:pt x="123485" y="182608"/>
                  </a:lnTo>
                  <a:lnTo>
                    <a:pt x="124383" y="182458"/>
                  </a:lnTo>
                  <a:lnTo>
                    <a:pt x="125730" y="182309"/>
                  </a:lnTo>
                  <a:lnTo>
                    <a:pt x="126179" y="183207"/>
                  </a:lnTo>
                  <a:lnTo>
                    <a:pt x="124981" y="183356"/>
                  </a:lnTo>
                  <a:lnTo>
                    <a:pt x="123036" y="183805"/>
                  </a:lnTo>
                  <a:lnTo>
                    <a:pt x="122886" y="183805"/>
                  </a:lnTo>
                  <a:lnTo>
                    <a:pt x="123036" y="183955"/>
                  </a:lnTo>
                  <a:lnTo>
                    <a:pt x="123934" y="183805"/>
                  </a:lnTo>
                  <a:lnTo>
                    <a:pt x="124832" y="183656"/>
                  </a:lnTo>
                  <a:lnTo>
                    <a:pt x="126329" y="183506"/>
                  </a:lnTo>
                  <a:lnTo>
                    <a:pt x="126478" y="183506"/>
                  </a:lnTo>
                  <a:lnTo>
                    <a:pt x="122886" y="184404"/>
                  </a:lnTo>
                  <a:lnTo>
                    <a:pt x="119294" y="185152"/>
                  </a:lnTo>
                  <a:lnTo>
                    <a:pt x="120042" y="173927"/>
                  </a:lnTo>
                  <a:lnTo>
                    <a:pt x="120042" y="172879"/>
                  </a:lnTo>
                  <a:lnTo>
                    <a:pt x="120042" y="172280"/>
                  </a:lnTo>
                  <a:close/>
                  <a:moveTo>
                    <a:pt x="90406" y="174076"/>
                  </a:moveTo>
                  <a:lnTo>
                    <a:pt x="94746" y="174825"/>
                  </a:lnTo>
                  <a:lnTo>
                    <a:pt x="99237" y="175274"/>
                  </a:lnTo>
                  <a:lnTo>
                    <a:pt x="100883" y="186350"/>
                  </a:lnTo>
                  <a:lnTo>
                    <a:pt x="95944" y="185901"/>
                  </a:lnTo>
                  <a:lnTo>
                    <a:pt x="91154" y="185302"/>
                  </a:lnTo>
                  <a:lnTo>
                    <a:pt x="90406" y="174076"/>
                  </a:lnTo>
                  <a:close/>
                  <a:moveTo>
                    <a:pt x="118994" y="174076"/>
                  </a:moveTo>
                  <a:lnTo>
                    <a:pt x="118246" y="185302"/>
                  </a:lnTo>
                  <a:lnTo>
                    <a:pt x="113756" y="185901"/>
                  </a:lnTo>
                  <a:lnTo>
                    <a:pt x="109265" y="186350"/>
                  </a:lnTo>
                  <a:lnTo>
                    <a:pt x="110762" y="175274"/>
                  </a:lnTo>
                  <a:lnTo>
                    <a:pt x="114953" y="174825"/>
                  </a:lnTo>
                  <a:lnTo>
                    <a:pt x="118994" y="174076"/>
                  </a:lnTo>
                  <a:close/>
                  <a:moveTo>
                    <a:pt x="15716" y="108218"/>
                  </a:moveTo>
                  <a:lnTo>
                    <a:pt x="19608" y="108816"/>
                  </a:lnTo>
                  <a:lnTo>
                    <a:pt x="20057" y="113905"/>
                  </a:lnTo>
                  <a:lnTo>
                    <a:pt x="20805" y="118845"/>
                  </a:lnTo>
                  <a:lnTo>
                    <a:pt x="21703" y="123635"/>
                  </a:lnTo>
                  <a:lnTo>
                    <a:pt x="22901" y="128424"/>
                  </a:lnTo>
                  <a:lnTo>
                    <a:pt x="24398" y="133064"/>
                  </a:lnTo>
                  <a:lnTo>
                    <a:pt x="26194" y="137555"/>
                  </a:lnTo>
                  <a:lnTo>
                    <a:pt x="28140" y="141895"/>
                  </a:lnTo>
                  <a:lnTo>
                    <a:pt x="30385" y="146236"/>
                  </a:lnTo>
                  <a:lnTo>
                    <a:pt x="32780" y="150277"/>
                  </a:lnTo>
                  <a:lnTo>
                    <a:pt x="35474" y="154319"/>
                  </a:lnTo>
                  <a:lnTo>
                    <a:pt x="38318" y="158061"/>
                  </a:lnTo>
                  <a:lnTo>
                    <a:pt x="41461" y="161653"/>
                  </a:lnTo>
                  <a:lnTo>
                    <a:pt x="44754" y="165095"/>
                  </a:lnTo>
                  <a:lnTo>
                    <a:pt x="48196" y="168388"/>
                  </a:lnTo>
                  <a:lnTo>
                    <a:pt x="51938" y="171382"/>
                  </a:lnTo>
                  <a:lnTo>
                    <a:pt x="55680" y="174376"/>
                  </a:lnTo>
                  <a:lnTo>
                    <a:pt x="56129" y="174675"/>
                  </a:lnTo>
                  <a:lnTo>
                    <a:pt x="57177" y="175573"/>
                  </a:lnTo>
                  <a:lnTo>
                    <a:pt x="58375" y="176321"/>
                  </a:lnTo>
                  <a:lnTo>
                    <a:pt x="61218" y="177968"/>
                  </a:lnTo>
                  <a:lnTo>
                    <a:pt x="64661" y="179764"/>
                  </a:lnTo>
                  <a:lnTo>
                    <a:pt x="64960" y="179914"/>
                  </a:lnTo>
                  <a:lnTo>
                    <a:pt x="64960" y="180063"/>
                  </a:lnTo>
                  <a:lnTo>
                    <a:pt x="65110" y="180063"/>
                  </a:lnTo>
                  <a:lnTo>
                    <a:pt x="68852" y="181859"/>
                  </a:lnTo>
                  <a:lnTo>
                    <a:pt x="72594" y="183656"/>
                  </a:lnTo>
                  <a:lnTo>
                    <a:pt x="76486" y="185003"/>
                  </a:lnTo>
                  <a:lnTo>
                    <a:pt x="80527" y="186350"/>
                  </a:lnTo>
                  <a:lnTo>
                    <a:pt x="80976" y="186500"/>
                  </a:lnTo>
                  <a:lnTo>
                    <a:pt x="82323" y="186949"/>
                  </a:lnTo>
                  <a:lnTo>
                    <a:pt x="83820" y="187398"/>
                  </a:lnTo>
                  <a:lnTo>
                    <a:pt x="86963" y="187996"/>
                  </a:lnTo>
                  <a:lnTo>
                    <a:pt x="90555" y="188745"/>
                  </a:lnTo>
                  <a:lnTo>
                    <a:pt x="94148" y="189194"/>
                  </a:lnTo>
                  <a:lnTo>
                    <a:pt x="97740" y="189643"/>
                  </a:lnTo>
                  <a:lnTo>
                    <a:pt x="101482" y="189792"/>
                  </a:lnTo>
                  <a:lnTo>
                    <a:pt x="102081" y="193684"/>
                  </a:lnTo>
                  <a:lnTo>
                    <a:pt x="97740" y="193534"/>
                  </a:lnTo>
                  <a:lnTo>
                    <a:pt x="93399" y="193085"/>
                  </a:lnTo>
                  <a:lnTo>
                    <a:pt x="89208" y="192487"/>
                  </a:lnTo>
                  <a:lnTo>
                    <a:pt x="85017" y="191589"/>
                  </a:lnTo>
                  <a:lnTo>
                    <a:pt x="80976" y="190541"/>
                  </a:lnTo>
                  <a:lnTo>
                    <a:pt x="76935" y="189343"/>
                  </a:lnTo>
                  <a:lnTo>
                    <a:pt x="72893" y="187996"/>
                  </a:lnTo>
                  <a:lnTo>
                    <a:pt x="69151" y="186350"/>
                  </a:lnTo>
                  <a:lnTo>
                    <a:pt x="65409" y="184554"/>
                  </a:lnTo>
                  <a:lnTo>
                    <a:pt x="61667" y="182758"/>
                  </a:lnTo>
                  <a:lnTo>
                    <a:pt x="58075" y="180662"/>
                  </a:lnTo>
                  <a:lnTo>
                    <a:pt x="54633" y="178417"/>
                  </a:lnTo>
                  <a:lnTo>
                    <a:pt x="51340" y="176022"/>
                  </a:lnTo>
                  <a:lnTo>
                    <a:pt x="48196" y="173477"/>
                  </a:lnTo>
                  <a:lnTo>
                    <a:pt x="45053" y="170783"/>
                  </a:lnTo>
                  <a:lnTo>
                    <a:pt x="42060" y="167939"/>
                  </a:lnTo>
                  <a:lnTo>
                    <a:pt x="39216" y="164946"/>
                  </a:lnTo>
                  <a:lnTo>
                    <a:pt x="36522" y="161952"/>
                  </a:lnTo>
                  <a:lnTo>
                    <a:pt x="33977" y="158809"/>
                  </a:lnTo>
                  <a:lnTo>
                    <a:pt x="31582" y="155366"/>
                  </a:lnTo>
                  <a:lnTo>
                    <a:pt x="29187" y="152073"/>
                  </a:lnTo>
                  <a:lnTo>
                    <a:pt x="27092" y="148481"/>
                  </a:lnTo>
                  <a:lnTo>
                    <a:pt x="25146" y="144889"/>
                  </a:lnTo>
                  <a:lnTo>
                    <a:pt x="23350" y="141147"/>
                  </a:lnTo>
                  <a:lnTo>
                    <a:pt x="21853" y="137255"/>
                  </a:lnTo>
                  <a:lnTo>
                    <a:pt x="20356" y="133364"/>
                  </a:lnTo>
                  <a:lnTo>
                    <a:pt x="19159" y="129322"/>
                  </a:lnTo>
                  <a:lnTo>
                    <a:pt x="18111" y="125281"/>
                  </a:lnTo>
                  <a:lnTo>
                    <a:pt x="17213" y="121090"/>
                  </a:lnTo>
                  <a:lnTo>
                    <a:pt x="16465" y="116899"/>
                  </a:lnTo>
                  <a:lnTo>
                    <a:pt x="16016" y="112558"/>
                  </a:lnTo>
                  <a:lnTo>
                    <a:pt x="15716" y="108218"/>
                  </a:lnTo>
                  <a:close/>
                  <a:moveTo>
                    <a:pt x="193684" y="107469"/>
                  </a:moveTo>
                  <a:lnTo>
                    <a:pt x="193534" y="111810"/>
                  </a:lnTo>
                  <a:lnTo>
                    <a:pt x="193085" y="116001"/>
                  </a:lnTo>
                  <a:lnTo>
                    <a:pt x="192337" y="120342"/>
                  </a:lnTo>
                  <a:lnTo>
                    <a:pt x="191588" y="124383"/>
                  </a:lnTo>
                  <a:lnTo>
                    <a:pt x="190541" y="128574"/>
                  </a:lnTo>
                  <a:lnTo>
                    <a:pt x="189343" y="132615"/>
                  </a:lnTo>
                  <a:lnTo>
                    <a:pt x="187846" y="136507"/>
                  </a:lnTo>
                  <a:lnTo>
                    <a:pt x="186350" y="140399"/>
                  </a:lnTo>
                  <a:lnTo>
                    <a:pt x="184553" y="144140"/>
                  </a:lnTo>
                  <a:lnTo>
                    <a:pt x="182608" y="147733"/>
                  </a:lnTo>
                  <a:lnTo>
                    <a:pt x="180512" y="151325"/>
                  </a:lnTo>
                  <a:lnTo>
                    <a:pt x="178267" y="154768"/>
                  </a:lnTo>
                  <a:lnTo>
                    <a:pt x="175872" y="158061"/>
                  </a:lnTo>
                  <a:lnTo>
                    <a:pt x="173477" y="161354"/>
                  </a:lnTo>
                  <a:lnTo>
                    <a:pt x="170783" y="164347"/>
                  </a:lnTo>
                  <a:lnTo>
                    <a:pt x="167939" y="167341"/>
                  </a:lnTo>
                  <a:lnTo>
                    <a:pt x="164946" y="170185"/>
                  </a:lnTo>
                  <a:lnTo>
                    <a:pt x="161952" y="172879"/>
                  </a:lnTo>
                  <a:lnTo>
                    <a:pt x="158659" y="175573"/>
                  </a:lnTo>
                  <a:lnTo>
                    <a:pt x="155366" y="177968"/>
                  </a:lnTo>
                  <a:lnTo>
                    <a:pt x="151924" y="180213"/>
                  </a:lnTo>
                  <a:lnTo>
                    <a:pt x="148481" y="182309"/>
                  </a:lnTo>
                  <a:lnTo>
                    <a:pt x="144739" y="184254"/>
                  </a:lnTo>
                  <a:lnTo>
                    <a:pt x="140997" y="186050"/>
                  </a:lnTo>
                  <a:lnTo>
                    <a:pt x="137255" y="187697"/>
                  </a:lnTo>
                  <a:lnTo>
                    <a:pt x="133214" y="189044"/>
                  </a:lnTo>
                  <a:lnTo>
                    <a:pt x="129322" y="190391"/>
                  </a:lnTo>
                  <a:lnTo>
                    <a:pt x="125131" y="191439"/>
                  </a:lnTo>
                  <a:lnTo>
                    <a:pt x="121090" y="192337"/>
                  </a:lnTo>
                  <a:lnTo>
                    <a:pt x="116899" y="192936"/>
                  </a:lnTo>
                  <a:lnTo>
                    <a:pt x="112558" y="193385"/>
                  </a:lnTo>
                  <a:lnTo>
                    <a:pt x="108217" y="193684"/>
                  </a:lnTo>
                  <a:lnTo>
                    <a:pt x="108816" y="189792"/>
                  </a:lnTo>
                  <a:lnTo>
                    <a:pt x="112109" y="189493"/>
                  </a:lnTo>
                  <a:lnTo>
                    <a:pt x="115552" y="189194"/>
                  </a:lnTo>
                  <a:lnTo>
                    <a:pt x="118845" y="188745"/>
                  </a:lnTo>
                  <a:lnTo>
                    <a:pt x="122138" y="187996"/>
                  </a:lnTo>
                  <a:lnTo>
                    <a:pt x="125430" y="187398"/>
                  </a:lnTo>
                  <a:lnTo>
                    <a:pt x="127077" y="186949"/>
                  </a:lnTo>
                  <a:lnTo>
                    <a:pt x="128424" y="186500"/>
                  </a:lnTo>
                  <a:lnTo>
                    <a:pt x="128873" y="186350"/>
                  </a:lnTo>
                  <a:lnTo>
                    <a:pt x="132615" y="185152"/>
                  </a:lnTo>
                  <a:lnTo>
                    <a:pt x="136357" y="183805"/>
                  </a:lnTo>
                  <a:lnTo>
                    <a:pt x="139949" y="182309"/>
                  </a:lnTo>
                  <a:lnTo>
                    <a:pt x="143392" y="180512"/>
                  </a:lnTo>
                  <a:lnTo>
                    <a:pt x="144290" y="180063"/>
                  </a:lnTo>
                  <a:lnTo>
                    <a:pt x="144889" y="179764"/>
                  </a:lnTo>
                  <a:lnTo>
                    <a:pt x="148182" y="177968"/>
                  </a:lnTo>
                  <a:lnTo>
                    <a:pt x="151025" y="176321"/>
                  </a:lnTo>
                  <a:lnTo>
                    <a:pt x="152223" y="175573"/>
                  </a:lnTo>
                  <a:lnTo>
                    <a:pt x="153420" y="174675"/>
                  </a:lnTo>
                  <a:lnTo>
                    <a:pt x="153869" y="174376"/>
                  </a:lnTo>
                  <a:lnTo>
                    <a:pt x="153720" y="174226"/>
                  </a:lnTo>
                  <a:lnTo>
                    <a:pt x="156863" y="171981"/>
                  </a:lnTo>
                  <a:lnTo>
                    <a:pt x="160006" y="169436"/>
                  </a:lnTo>
                  <a:lnTo>
                    <a:pt x="161952" y="167790"/>
                  </a:lnTo>
                  <a:lnTo>
                    <a:pt x="164047" y="165694"/>
                  </a:lnTo>
                  <a:lnTo>
                    <a:pt x="165993" y="163748"/>
                  </a:lnTo>
                  <a:lnTo>
                    <a:pt x="168089" y="161503"/>
                  </a:lnTo>
                  <a:lnTo>
                    <a:pt x="169885" y="159408"/>
                  </a:lnTo>
                  <a:lnTo>
                    <a:pt x="170633" y="158510"/>
                  </a:lnTo>
                  <a:lnTo>
                    <a:pt x="172579" y="156115"/>
                  </a:lnTo>
                  <a:lnTo>
                    <a:pt x="173777" y="154468"/>
                  </a:lnTo>
                  <a:lnTo>
                    <a:pt x="174226" y="153870"/>
                  </a:lnTo>
                  <a:lnTo>
                    <a:pt x="175872" y="151325"/>
                  </a:lnTo>
                  <a:lnTo>
                    <a:pt x="177519" y="148781"/>
                  </a:lnTo>
                  <a:lnTo>
                    <a:pt x="179015" y="146236"/>
                  </a:lnTo>
                  <a:lnTo>
                    <a:pt x="180362" y="143542"/>
                  </a:lnTo>
                  <a:lnTo>
                    <a:pt x="181710" y="140848"/>
                  </a:lnTo>
                  <a:lnTo>
                    <a:pt x="183057" y="138153"/>
                  </a:lnTo>
                  <a:lnTo>
                    <a:pt x="184104" y="135309"/>
                  </a:lnTo>
                  <a:lnTo>
                    <a:pt x="185152" y="132466"/>
                  </a:lnTo>
                  <a:lnTo>
                    <a:pt x="186200" y="129472"/>
                  </a:lnTo>
                  <a:lnTo>
                    <a:pt x="186948" y="126478"/>
                  </a:lnTo>
                  <a:lnTo>
                    <a:pt x="187697" y="123485"/>
                  </a:lnTo>
                  <a:lnTo>
                    <a:pt x="188295" y="120491"/>
                  </a:lnTo>
                  <a:lnTo>
                    <a:pt x="188894" y="117498"/>
                  </a:lnTo>
                  <a:lnTo>
                    <a:pt x="189343" y="114354"/>
                  </a:lnTo>
                  <a:lnTo>
                    <a:pt x="189642" y="111211"/>
                  </a:lnTo>
                  <a:lnTo>
                    <a:pt x="189792" y="108068"/>
                  </a:lnTo>
                  <a:lnTo>
                    <a:pt x="193684" y="107469"/>
                  </a:lnTo>
                  <a:close/>
                  <a:moveTo>
                    <a:pt x="104925" y="105972"/>
                  </a:moveTo>
                  <a:lnTo>
                    <a:pt x="105523" y="106571"/>
                  </a:lnTo>
                  <a:lnTo>
                    <a:pt x="107020" y="108068"/>
                  </a:lnTo>
                  <a:lnTo>
                    <a:pt x="107170" y="108218"/>
                  </a:lnTo>
                  <a:lnTo>
                    <a:pt x="108217" y="109265"/>
                  </a:lnTo>
                  <a:lnTo>
                    <a:pt x="108367" y="109415"/>
                  </a:lnTo>
                  <a:lnTo>
                    <a:pt x="104925" y="109415"/>
                  </a:lnTo>
                  <a:lnTo>
                    <a:pt x="104775" y="109565"/>
                  </a:lnTo>
                  <a:lnTo>
                    <a:pt x="103278" y="109565"/>
                  </a:lnTo>
                  <a:lnTo>
                    <a:pt x="102679" y="109714"/>
                  </a:lnTo>
                  <a:lnTo>
                    <a:pt x="102530" y="109714"/>
                  </a:lnTo>
                  <a:lnTo>
                    <a:pt x="102530" y="109864"/>
                  </a:lnTo>
                  <a:lnTo>
                    <a:pt x="102530" y="110014"/>
                  </a:lnTo>
                  <a:lnTo>
                    <a:pt x="102679" y="110014"/>
                  </a:lnTo>
                  <a:lnTo>
                    <a:pt x="103877" y="110163"/>
                  </a:lnTo>
                  <a:lnTo>
                    <a:pt x="104326" y="110163"/>
                  </a:lnTo>
                  <a:lnTo>
                    <a:pt x="105523" y="110313"/>
                  </a:lnTo>
                  <a:lnTo>
                    <a:pt x="109265" y="110313"/>
                  </a:lnTo>
                  <a:lnTo>
                    <a:pt x="110612" y="111511"/>
                  </a:lnTo>
                  <a:lnTo>
                    <a:pt x="110612" y="111660"/>
                  </a:lnTo>
                  <a:lnTo>
                    <a:pt x="111361" y="112259"/>
                  </a:lnTo>
                  <a:lnTo>
                    <a:pt x="111510" y="112409"/>
                  </a:lnTo>
                  <a:lnTo>
                    <a:pt x="111959" y="112858"/>
                  </a:lnTo>
                  <a:lnTo>
                    <a:pt x="109265" y="112708"/>
                  </a:lnTo>
                  <a:lnTo>
                    <a:pt x="106571" y="112558"/>
                  </a:lnTo>
                  <a:lnTo>
                    <a:pt x="106421" y="112558"/>
                  </a:lnTo>
                  <a:lnTo>
                    <a:pt x="105673" y="112708"/>
                  </a:lnTo>
                  <a:lnTo>
                    <a:pt x="104326" y="112708"/>
                  </a:lnTo>
                  <a:lnTo>
                    <a:pt x="103278" y="112858"/>
                  </a:lnTo>
                  <a:lnTo>
                    <a:pt x="102979" y="112858"/>
                  </a:lnTo>
                  <a:lnTo>
                    <a:pt x="101781" y="113007"/>
                  </a:lnTo>
                  <a:lnTo>
                    <a:pt x="101781" y="113157"/>
                  </a:lnTo>
                  <a:lnTo>
                    <a:pt x="103727" y="113456"/>
                  </a:lnTo>
                  <a:lnTo>
                    <a:pt x="104475" y="113456"/>
                  </a:lnTo>
                  <a:lnTo>
                    <a:pt x="105673" y="113606"/>
                  </a:lnTo>
                  <a:lnTo>
                    <a:pt x="109116" y="113456"/>
                  </a:lnTo>
                  <a:lnTo>
                    <a:pt x="112408" y="113307"/>
                  </a:lnTo>
                  <a:lnTo>
                    <a:pt x="115851" y="116600"/>
                  </a:lnTo>
                  <a:lnTo>
                    <a:pt x="116599" y="117198"/>
                  </a:lnTo>
                  <a:lnTo>
                    <a:pt x="117048" y="117647"/>
                  </a:lnTo>
                  <a:lnTo>
                    <a:pt x="116749" y="119444"/>
                  </a:lnTo>
                  <a:lnTo>
                    <a:pt x="116300" y="119294"/>
                  </a:lnTo>
                  <a:lnTo>
                    <a:pt x="115552" y="119294"/>
                  </a:lnTo>
                  <a:lnTo>
                    <a:pt x="113157" y="119144"/>
                  </a:lnTo>
                  <a:lnTo>
                    <a:pt x="110762" y="119144"/>
                  </a:lnTo>
                  <a:lnTo>
                    <a:pt x="105972" y="119294"/>
                  </a:lnTo>
                  <a:lnTo>
                    <a:pt x="103577" y="119294"/>
                  </a:lnTo>
                  <a:lnTo>
                    <a:pt x="103428" y="119444"/>
                  </a:lnTo>
                  <a:lnTo>
                    <a:pt x="103428" y="119593"/>
                  </a:lnTo>
                  <a:lnTo>
                    <a:pt x="103428" y="119743"/>
                  </a:lnTo>
                  <a:lnTo>
                    <a:pt x="104625" y="119743"/>
                  </a:lnTo>
                  <a:lnTo>
                    <a:pt x="105523" y="119893"/>
                  </a:lnTo>
                  <a:lnTo>
                    <a:pt x="106721" y="119893"/>
                  </a:lnTo>
                  <a:lnTo>
                    <a:pt x="111061" y="120042"/>
                  </a:lnTo>
                  <a:lnTo>
                    <a:pt x="113307" y="120042"/>
                  </a:lnTo>
                  <a:lnTo>
                    <a:pt x="115402" y="119893"/>
                  </a:lnTo>
                  <a:lnTo>
                    <a:pt x="116150" y="119743"/>
                  </a:lnTo>
                  <a:lnTo>
                    <a:pt x="116749" y="119743"/>
                  </a:lnTo>
                  <a:lnTo>
                    <a:pt x="115851" y="126628"/>
                  </a:lnTo>
                  <a:lnTo>
                    <a:pt x="115701" y="127227"/>
                  </a:lnTo>
                  <a:lnTo>
                    <a:pt x="115552" y="127975"/>
                  </a:lnTo>
                  <a:lnTo>
                    <a:pt x="112857" y="147733"/>
                  </a:lnTo>
                  <a:lnTo>
                    <a:pt x="112708" y="149230"/>
                  </a:lnTo>
                  <a:lnTo>
                    <a:pt x="111660" y="156414"/>
                  </a:lnTo>
                  <a:lnTo>
                    <a:pt x="111510" y="158210"/>
                  </a:lnTo>
                  <a:lnTo>
                    <a:pt x="109265" y="174376"/>
                  </a:lnTo>
                  <a:lnTo>
                    <a:pt x="109116" y="175423"/>
                  </a:lnTo>
                  <a:lnTo>
                    <a:pt x="107619" y="186350"/>
                  </a:lnTo>
                  <a:lnTo>
                    <a:pt x="107170" y="189792"/>
                  </a:lnTo>
                  <a:lnTo>
                    <a:pt x="106571" y="193834"/>
                  </a:lnTo>
                  <a:lnTo>
                    <a:pt x="106122" y="197127"/>
                  </a:lnTo>
                  <a:lnTo>
                    <a:pt x="105673" y="199971"/>
                  </a:lnTo>
                  <a:lnTo>
                    <a:pt x="105224" y="203713"/>
                  </a:lnTo>
                  <a:lnTo>
                    <a:pt x="104625" y="199971"/>
                  </a:lnTo>
                  <a:lnTo>
                    <a:pt x="104176" y="197127"/>
                  </a:lnTo>
                  <a:lnTo>
                    <a:pt x="103727" y="193834"/>
                  </a:lnTo>
                  <a:lnTo>
                    <a:pt x="103128" y="189792"/>
                  </a:lnTo>
                  <a:lnTo>
                    <a:pt x="102530" y="186350"/>
                  </a:lnTo>
                  <a:lnTo>
                    <a:pt x="100883" y="175423"/>
                  </a:lnTo>
                  <a:lnTo>
                    <a:pt x="100734" y="174525"/>
                  </a:lnTo>
                  <a:lnTo>
                    <a:pt x="98339" y="158210"/>
                  </a:lnTo>
                  <a:lnTo>
                    <a:pt x="98039" y="156414"/>
                  </a:lnTo>
                  <a:lnTo>
                    <a:pt x="96992" y="149379"/>
                  </a:lnTo>
                  <a:lnTo>
                    <a:pt x="96692" y="147733"/>
                  </a:lnTo>
                  <a:lnTo>
                    <a:pt x="93848" y="128724"/>
                  </a:lnTo>
                  <a:lnTo>
                    <a:pt x="93699" y="127975"/>
                  </a:lnTo>
                  <a:lnTo>
                    <a:pt x="93699" y="127376"/>
                  </a:lnTo>
                  <a:lnTo>
                    <a:pt x="93100" y="124084"/>
                  </a:lnTo>
                  <a:lnTo>
                    <a:pt x="93100" y="123485"/>
                  </a:lnTo>
                  <a:lnTo>
                    <a:pt x="92501" y="119743"/>
                  </a:lnTo>
                  <a:lnTo>
                    <a:pt x="92501" y="119444"/>
                  </a:lnTo>
                  <a:lnTo>
                    <a:pt x="92352" y="118845"/>
                  </a:lnTo>
                  <a:lnTo>
                    <a:pt x="92651" y="118845"/>
                  </a:lnTo>
                  <a:lnTo>
                    <a:pt x="92950" y="118545"/>
                  </a:lnTo>
                  <a:lnTo>
                    <a:pt x="93549" y="117797"/>
                  </a:lnTo>
                  <a:lnTo>
                    <a:pt x="93848" y="117498"/>
                  </a:lnTo>
                  <a:lnTo>
                    <a:pt x="95495" y="115702"/>
                  </a:lnTo>
                  <a:lnTo>
                    <a:pt x="95644" y="115702"/>
                  </a:lnTo>
                  <a:lnTo>
                    <a:pt x="97141" y="113905"/>
                  </a:lnTo>
                  <a:lnTo>
                    <a:pt x="97291" y="113905"/>
                  </a:lnTo>
                  <a:lnTo>
                    <a:pt x="98937" y="112109"/>
                  </a:lnTo>
                  <a:lnTo>
                    <a:pt x="99237" y="111660"/>
                  </a:lnTo>
                  <a:lnTo>
                    <a:pt x="99386" y="112409"/>
                  </a:lnTo>
                  <a:lnTo>
                    <a:pt x="99386" y="112558"/>
                  </a:lnTo>
                  <a:lnTo>
                    <a:pt x="99386" y="113606"/>
                  </a:lnTo>
                  <a:lnTo>
                    <a:pt x="99536" y="113756"/>
                  </a:lnTo>
                  <a:lnTo>
                    <a:pt x="99686" y="113606"/>
                  </a:lnTo>
                  <a:lnTo>
                    <a:pt x="99835" y="113007"/>
                  </a:lnTo>
                  <a:lnTo>
                    <a:pt x="99835" y="112858"/>
                  </a:lnTo>
                  <a:lnTo>
                    <a:pt x="99985" y="111062"/>
                  </a:lnTo>
                  <a:lnTo>
                    <a:pt x="100584" y="110313"/>
                  </a:lnTo>
                  <a:lnTo>
                    <a:pt x="100734" y="110163"/>
                  </a:lnTo>
                  <a:lnTo>
                    <a:pt x="102230" y="108517"/>
                  </a:lnTo>
                  <a:lnTo>
                    <a:pt x="102380" y="108367"/>
                  </a:lnTo>
                  <a:lnTo>
                    <a:pt x="104176" y="106421"/>
                  </a:lnTo>
                  <a:lnTo>
                    <a:pt x="104775" y="105972"/>
                  </a:lnTo>
                  <a:close/>
                  <a:moveTo>
                    <a:pt x="103428" y="0"/>
                  </a:moveTo>
                  <a:lnTo>
                    <a:pt x="101632" y="12423"/>
                  </a:lnTo>
                  <a:lnTo>
                    <a:pt x="97141" y="12573"/>
                  </a:lnTo>
                  <a:lnTo>
                    <a:pt x="92651" y="13172"/>
                  </a:lnTo>
                  <a:lnTo>
                    <a:pt x="88161" y="13770"/>
                  </a:lnTo>
                  <a:lnTo>
                    <a:pt x="83820" y="14669"/>
                  </a:lnTo>
                  <a:lnTo>
                    <a:pt x="79629" y="15866"/>
                  </a:lnTo>
                  <a:lnTo>
                    <a:pt x="75288" y="17063"/>
                  </a:lnTo>
                  <a:lnTo>
                    <a:pt x="71247" y="18560"/>
                  </a:lnTo>
                  <a:lnTo>
                    <a:pt x="67206" y="20207"/>
                  </a:lnTo>
                  <a:lnTo>
                    <a:pt x="63314" y="22152"/>
                  </a:lnTo>
                  <a:lnTo>
                    <a:pt x="59572" y="24098"/>
                  </a:lnTo>
                  <a:lnTo>
                    <a:pt x="55830" y="26343"/>
                  </a:lnTo>
                  <a:lnTo>
                    <a:pt x="52238" y="28738"/>
                  </a:lnTo>
                  <a:lnTo>
                    <a:pt x="48795" y="31283"/>
                  </a:lnTo>
                  <a:lnTo>
                    <a:pt x="45353" y="33977"/>
                  </a:lnTo>
                  <a:lnTo>
                    <a:pt x="42209" y="36821"/>
                  </a:lnTo>
                  <a:lnTo>
                    <a:pt x="39066" y="39665"/>
                  </a:lnTo>
                  <a:lnTo>
                    <a:pt x="36072" y="42808"/>
                  </a:lnTo>
                  <a:lnTo>
                    <a:pt x="33378" y="46101"/>
                  </a:lnTo>
                  <a:lnTo>
                    <a:pt x="30684" y="49394"/>
                  </a:lnTo>
                  <a:lnTo>
                    <a:pt x="28140" y="52986"/>
                  </a:lnTo>
                  <a:lnTo>
                    <a:pt x="25894" y="56579"/>
                  </a:lnTo>
                  <a:lnTo>
                    <a:pt x="23649" y="60320"/>
                  </a:lnTo>
                  <a:lnTo>
                    <a:pt x="21703" y="64212"/>
                  </a:lnTo>
                  <a:lnTo>
                    <a:pt x="19907" y="68104"/>
                  </a:lnTo>
                  <a:lnTo>
                    <a:pt x="18261" y="72145"/>
                  </a:lnTo>
                  <a:lnTo>
                    <a:pt x="16764" y="76186"/>
                  </a:lnTo>
                  <a:lnTo>
                    <a:pt x="15567" y="80527"/>
                  </a:lnTo>
                  <a:lnTo>
                    <a:pt x="14519" y="84718"/>
                  </a:lnTo>
                  <a:lnTo>
                    <a:pt x="13621" y="89059"/>
                  </a:lnTo>
                  <a:lnTo>
                    <a:pt x="12872" y="93549"/>
                  </a:lnTo>
                  <a:lnTo>
                    <a:pt x="12573" y="98039"/>
                  </a:lnTo>
                  <a:lnTo>
                    <a:pt x="12274" y="102680"/>
                  </a:lnTo>
                  <a:lnTo>
                    <a:pt x="0" y="104476"/>
                  </a:lnTo>
                  <a:lnTo>
                    <a:pt x="0" y="106122"/>
                  </a:lnTo>
                  <a:lnTo>
                    <a:pt x="12274" y="107769"/>
                  </a:lnTo>
                  <a:lnTo>
                    <a:pt x="12573" y="112409"/>
                  </a:lnTo>
                  <a:lnTo>
                    <a:pt x="13022" y="116899"/>
                  </a:lnTo>
                  <a:lnTo>
                    <a:pt x="13770" y="121240"/>
                  </a:lnTo>
                  <a:lnTo>
                    <a:pt x="14668" y="125580"/>
                  </a:lnTo>
                  <a:lnTo>
                    <a:pt x="15716" y="129921"/>
                  </a:lnTo>
                  <a:lnTo>
                    <a:pt x="17063" y="134112"/>
                  </a:lnTo>
                  <a:lnTo>
                    <a:pt x="18560" y="138153"/>
                  </a:lnTo>
                  <a:lnTo>
                    <a:pt x="20207" y="142195"/>
                  </a:lnTo>
                  <a:lnTo>
                    <a:pt x="22003" y="146086"/>
                  </a:lnTo>
                  <a:lnTo>
                    <a:pt x="24098" y="149978"/>
                  </a:lnTo>
                  <a:lnTo>
                    <a:pt x="26343" y="153720"/>
                  </a:lnTo>
                  <a:lnTo>
                    <a:pt x="28589" y="157312"/>
                  </a:lnTo>
                  <a:lnTo>
                    <a:pt x="31133" y="160755"/>
                  </a:lnTo>
                  <a:lnTo>
                    <a:pt x="33827" y="164048"/>
                  </a:lnTo>
                  <a:lnTo>
                    <a:pt x="36671" y="167341"/>
                  </a:lnTo>
                  <a:lnTo>
                    <a:pt x="39665" y="170334"/>
                  </a:lnTo>
                  <a:lnTo>
                    <a:pt x="42808" y="173328"/>
                  </a:lnTo>
                  <a:lnTo>
                    <a:pt x="46101" y="176172"/>
                  </a:lnTo>
                  <a:lnTo>
                    <a:pt x="49394" y="178716"/>
                  </a:lnTo>
                  <a:lnTo>
                    <a:pt x="52836" y="181261"/>
                  </a:lnTo>
                  <a:lnTo>
                    <a:pt x="56578" y="183656"/>
                  </a:lnTo>
                  <a:lnTo>
                    <a:pt x="60320" y="185751"/>
                  </a:lnTo>
                  <a:lnTo>
                    <a:pt x="64062" y="187847"/>
                  </a:lnTo>
                  <a:lnTo>
                    <a:pt x="68104" y="189643"/>
                  </a:lnTo>
                  <a:lnTo>
                    <a:pt x="71995" y="191289"/>
                  </a:lnTo>
                  <a:lnTo>
                    <a:pt x="76186" y="192636"/>
                  </a:lnTo>
                  <a:lnTo>
                    <a:pt x="80377" y="193983"/>
                  </a:lnTo>
                  <a:lnTo>
                    <a:pt x="84718" y="195031"/>
                  </a:lnTo>
                  <a:lnTo>
                    <a:pt x="89059" y="195929"/>
                  </a:lnTo>
                  <a:lnTo>
                    <a:pt x="93549" y="196528"/>
                  </a:lnTo>
                  <a:lnTo>
                    <a:pt x="98039" y="196977"/>
                  </a:lnTo>
                  <a:lnTo>
                    <a:pt x="102530" y="197127"/>
                  </a:lnTo>
                  <a:lnTo>
                    <a:pt x="104475" y="209550"/>
                  </a:lnTo>
                  <a:lnTo>
                    <a:pt x="105972" y="209550"/>
                  </a:lnTo>
                  <a:lnTo>
                    <a:pt x="107768" y="197127"/>
                  </a:lnTo>
                  <a:lnTo>
                    <a:pt x="112259" y="196827"/>
                  </a:lnTo>
                  <a:lnTo>
                    <a:pt x="116749" y="196378"/>
                  </a:lnTo>
                  <a:lnTo>
                    <a:pt x="121239" y="195630"/>
                  </a:lnTo>
                  <a:lnTo>
                    <a:pt x="125580" y="194732"/>
                  </a:lnTo>
                  <a:lnTo>
                    <a:pt x="129771" y="193684"/>
                  </a:lnTo>
                  <a:lnTo>
                    <a:pt x="133962" y="192337"/>
                  </a:lnTo>
                  <a:lnTo>
                    <a:pt x="138153" y="190990"/>
                  </a:lnTo>
                  <a:lnTo>
                    <a:pt x="142194" y="189194"/>
                  </a:lnTo>
                  <a:lnTo>
                    <a:pt x="146086" y="187398"/>
                  </a:lnTo>
                  <a:lnTo>
                    <a:pt x="149828" y="185302"/>
                  </a:lnTo>
                  <a:lnTo>
                    <a:pt x="153570" y="183207"/>
                  </a:lnTo>
                  <a:lnTo>
                    <a:pt x="157162" y="180812"/>
                  </a:lnTo>
                  <a:lnTo>
                    <a:pt x="160605" y="178267"/>
                  </a:lnTo>
                  <a:lnTo>
                    <a:pt x="164047" y="175573"/>
                  </a:lnTo>
                  <a:lnTo>
                    <a:pt x="167191" y="172729"/>
                  </a:lnTo>
                  <a:lnTo>
                    <a:pt x="170334" y="169736"/>
                  </a:lnTo>
                  <a:lnTo>
                    <a:pt x="173328" y="166592"/>
                  </a:lnTo>
                  <a:lnTo>
                    <a:pt x="176022" y="163449"/>
                  </a:lnTo>
                  <a:lnTo>
                    <a:pt x="178716" y="160006"/>
                  </a:lnTo>
                  <a:lnTo>
                    <a:pt x="181260" y="156564"/>
                  </a:lnTo>
                  <a:lnTo>
                    <a:pt x="183506" y="152972"/>
                  </a:lnTo>
                  <a:lnTo>
                    <a:pt x="185751" y="149230"/>
                  </a:lnTo>
                  <a:lnTo>
                    <a:pt x="187697" y="145338"/>
                  </a:lnTo>
                  <a:lnTo>
                    <a:pt x="189493" y="141446"/>
                  </a:lnTo>
                  <a:lnTo>
                    <a:pt x="191139" y="137405"/>
                  </a:lnTo>
                  <a:lnTo>
                    <a:pt x="192636" y="133214"/>
                  </a:lnTo>
                  <a:lnTo>
                    <a:pt x="193833" y="129023"/>
                  </a:lnTo>
                  <a:lnTo>
                    <a:pt x="194881" y="124682"/>
                  </a:lnTo>
                  <a:lnTo>
                    <a:pt x="195779" y="120342"/>
                  </a:lnTo>
                  <a:lnTo>
                    <a:pt x="196378" y="116001"/>
                  </a:lnTo>
                  <a:lnTo>
                    <a:pt x="196827" y="111511"/>
                  </a:lnTo>
                  <a:lnTo>
                    <a:pt x="197126" y="106871"/>
                  </a:lnTo>
                  <a:lnTo>
                    <a:pt x="209400" y="105074"/>
                  </a:lnTo>
                  <a:lnTo>
                    <a:pt x="209400" y="103428"/>
                  </a:lnTo>
                  <a:lnTo>
                    <a:pt x="197126" y="101781"/>
                  </a:lnTo>
                  <a:lnTo>
                    <a:pt x="196827" y="97141"/>
                  </a:lnTo>
                  <a:lnTo>
                    <a:pt x="196378" y="92651"/>
                  </a:lnTo>
                  <a:lnTo>
                    <a:pt x="195630" y="88310"/>
                  </a:lnTo>
                  <a:lnTo>
                    <a:pt x="194732" y="83820"/>
                  </a:lnTo>
                  <a:lnTo>
                    <a:pt x="193684" y="79629"/>
                  </a:lnTo>
                  <a:lnTo>
                    <a:pt x="192337" y="75438"/>
                  </a:lnTo>
                  <a:lnTo>
                    <a:pt x="190840" y="71247"/>
                  </a:lnTo>
                  <a:lnTo>
                    <a:pt x="189193" y="67355"/>
                  </a:lnTo>
                  <a:lnTo>
                    <a:pt x="187397" y="63314"/>
                  </a:lnTo>
                  <a:lnTo>
                    <a:pt x="185302" y="59572"/>
                  </a:lnTo>
                  <a:lnTo>
                    <a:pt x="183057" y="55830"/>
                  </a:lnTo>
                  <a:lnTo>
                    <a:pt x="180662" y="52238"/>
                  </a:lnTo>
                  <a:lnTo>
                    <a:pt x="178267" y="48795"/>
                  </a:lnTo>
                  <a:lnTo>
                    <a:pt x="175573" y="45502"/>
                  </a:lnTo>
                  <a:lnTo>
                    <a:pt x="172729" y="42209"/>
                  </a:lnTo>
                  <a:lnTo>
                    <a:pt x="169735" y="39066"/>
                  </a:lnTo>
                  <a:lnTo>
                    <a:pt x="166592" y="36222"/>
                  </a:lnTo>
                  <a:lnTo>
                    <a:pt x="163299" y="33378"/>
                  </a:lnTo>
                  <a:lnTo>
                    <a:pt x="160006" y="30684"/>
                  </a:lnTo>
                  <a:lnTo>
                    <a:pt x="156414" y="28289"/>
                  </a:lnTo>
                  <a:lnTo>
                    <a:pt x="152822" y="25894"/>
                  </a:lnTo>
                  <a:lnTo>
                    <a:pt x="149080" y="23799"/>
                  </a:lnTo>
                  <a:lnTo>
                    <a:pt x="145338" y="21703"/>
                  </a:lnTo>
                  <a:lnTo>
                    <a:pt x="141296" y="19907"/>
                  </a:lnTo>
                  <a:lnTo>
                    <a:pt x="137405" y="18261"/>
                  </a:lnTo>
                  <a:lnTo>
                    <a:pt x="133214" y="16764"/>
                  </a:lnTo>
                  <a:lnTo>
                    <a:pt x="129023" y="15567"/>
                  </a:lnTo>
                  <a:lnTo>
                    <a:pt x="124682" y="14519"/>
                  </a:lnTo>
                  <a:lnTo>
                    <a:pt x="120341" y="13621"/>
                  </a:lnTo>
                  <a:lnTo>
                    <a:pt x="115851" y="13022"/>
                  </a:lnTo>
                  <a:lnTo>
                    <a:pt x="111361" y="12573"/>
                  </a:lnTo>
                  <a:lnTo>
                    <a:pt x="106870" y="12423"/>
                  </a:lnTo>
                  <a:lnTo>
                    <a:pt x="10492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8" name="Google Shape;1648;p54"/>
            <p:cNvSpPr/>
            <p:nvPr/>
          </p:nvSpPr>
          <p:spPr>
            <a:xfrm>
              <a:off x="4088775" y="2591800"/>
              <a:ext cx="18725" cy="291900"/>
            </a:xfrm>
            <a:custGeom>
              <a:rect b="b" l="l" r="r" t="t"/>
              <a:pathLst>
                <a:path extrusionOk="0" h="11676" w="749">
                  <a:moveTo>
                    <a:pt x="299" y="1"/>
                  </a:moveTo>
                  <a:lnTo>
                    <a:pt x="299" y="151"/>
                  </a:lnTo>
                  <a:lnTo>
                    <a:pt x="0" y="4791"/>
                  </a:lnTo>
                  <a:lnTo>
                    <a:pt x="150" y="9281"/>
                  </a:lnTo>
                  <a:lnTo>
                    <a:pt x="150" y="9730"/>
                  </a:lnTo>
                  <a:lnTo>
                    <a:pt x="150" y="9880"/>
                  </a:lnTo>
                  <a:lnTo>
                    <a:pt x="150" y="10329"/>
                  </a:lnTo>
                  <a:lnTo>
                    <a:pt x="150" y="10628"/>
                  </a:lnTo>
                  <a:lnTo>
                    <a:pt x="150" y="11077"/>
                  </a:lnTo>
                  <a:lnTo>
                    <a:pt x="299" y="11526"/>
                  </a:lnTo>
                  <a:lnTo>
                    <a:pt x="299" y="11676"/>
                  </a:lnTo>
                  <a:lnTo>
                    <a:pt x="599" y="11676"/>
                  </a:lnTo>
                  <a:lnTo>
                    <a:pt x="599" y="11526"/>
                  </a:lnTo>
                  <a:lnTo>
                    <a:pt x="599" y="10927"/>
                  </a:lnTo>
                  <a:lnTo>
                    <a:pt x="599" y="10628"/>
                  </a:lnTo>
                  <a:lnTo>
                    <a:pt x="748" y="10329"/>
                  </a:lnTo>
                  <a:lnTo>
                    <a:pt x="748" y="9880"/>
                  </a:lnTo>
                  <a:lnTo>
                    <a:pt x="748" y="9730"/>
                  </a:lnTo>
                  <a:lnTo>
                    <a:pt x="748" y="9281"/>
                  </a:lnTo>
                  <a:lnTo>
                    <a:pt x="748" y="4791"/>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49" name="Google Shape;1649;p54"/>
            <p:cNvSpPr/>
            <p:nvPr/>
          </p:nvSpPr>
          <p:spPr>
            <a:xfrm>
              <a:off x="4253400" y="2584325"/>
              <a:ext cx="15000" cy="276925"/>
            </a:xfrm>
            <a:custGeom>
              <a:rect b="b" l="l" r="r" t="t"/>
              <a:pathLst>
                <a:path extrusionOk="0" h="11077" w="600">
                  <a:moveTo>
                    <a:pt x="151" y="0"/>
                  </a:moveTo>
                  <a:lnTo>
                    <a:pt x="1" y="2096"/>
                  </a:lnTo>
                  <a:lnTo>
                    <a:pt x="1" y="4341"/>
                  </a:lnTo>
                  <a:lnTo>
                    <a:pt x="1" y="5389"/>
                  </a:lnTo>
                  <a:lnTo>
                    <a:pt x="1" y="6287"/>
                  </a:lnTo>
                  <a:lnTo>
                    <a:pt x="151" y="10927"/>
                  </a:lnTo>
                  <a:lnTo>
                    <a:pt x="151" y="11077"/>
                  </a:lnTo>
                  <a:lnTo>
                    <a:pt x="450" y="11077"/>
                  </a:lnTo>
                  <a:lnTo>
                    <a:pt x="450" y="10927"/>
                  </a:lnTo>
                  <a:lnTo>
                    <a:pt x="600" y="5389"/>
                  </a:lnTo>
                  <a:lnTo>
                    <a:pt x="600" y="4341"/>
                  </a:lnTo>
                  <a:lnTo>
                    <a:pt x="600" y="3293"/>
                  </a:lnTo>
                  <a:lnTo>
                    <a:pt x="600" y="1647"/>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0" name="Google Shape;1650;p54"/>
            <p:cNvSpPr/>
            <p:nvPr/>
          </p:nvSpPr>
          <p:spPr>
            <a:xfrm>
              <a:off x="4328250" y="2595550"/>
              <a:ext cx="26225" cy="273200"/>
            </a:xfrm>
            <a:custGeom>
              <a:rect b="b" l="l" r="r" t="t"/>
              <a:pathLst>
                <a:path extrusionOk="0" h="10928" w="1049">
                  <a:moveTo>
                    <a:pt x="449" y="1"/>
                  </a:moveTo>
                  <a:lnTo>
                    <a:pt x="449" y="150"/>
                  </a:lnTo>
                  <a:lnTo>
                    <a:pt x="300" y="1348"/>
                  </a:lnTo>
                  <a:lnTo>
                    <a:pt x="0" y="3742"/>
                  </a:lnTo>
                  <a:lnTo>
                    <a:pt x="0" y="6137"/>
                  </a:lnTo>
                  <a:lnTo>
                    <a:pt x="150" y="8532"/>
                  </a:lnTo>
                  <a:lnTo>
                    <a:pt x="449" y="10777"/>
                  </a:lnTo>
                  <a:lnTo>
                    <a:pt x="599" y="10927"/>
                  </a:lnTo>
                  <a:lnTo>
                    <a:pt x="599" y="10777"/>
                  </a:lnTo>
                  <a:lnTo>
                    <a:pt x="899" y="8383"/>
                  </a:lnTo>
                  <a:lnTo>
                    <a:pt x="1048" y="5838"/>
                  </a:lnTo>
                  <a:lnTo>
                    <a:pt x="1048" y="3144"/>
                  </a:lnTo>
                  <a:lnTo>
                    <a:pt x="749" y="749"/>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1" name="Google Shape;1651;p54"/>
            <p:cNvSpPr/>
            <p:nvPr/>
          </p:nvSpPr>
          <p:spPr>
            <a:xfrm>
              <a:off x="4410575" y="2599300"/>
              <a:ext cx="22475" cy="258200"/>
            </a:xfrm>
            <a:custGeom>
              <a:rect b="b" l="l" r="r" t="t"/>
              <a:pathLst>
                <a:path extrusionOk="0" h="10328" w="899">
                  <a:moveTo>
                    <a:pt x="300" y="0"/>
                  </a:moveTo>
                  <a:lnTo>
                    <a:pt x="300" y="150"/>
                  </a:lnTo>
                  <a:lnTo>
                    <a:pt x="150" y="2844"/>
                  </a:lnTo>
                  <a:lnTo>
                    <a:pt x="0" y="5538"/>
                  </a:lnTo>
                  <a:lnTo>
                    <a:pt x="0" y="7933"/>
                  </a:lnTo>
                  <a:lnTo>
                    <a:pt x="150" y="9131"/>
                  </a:lnTo>
                  <a:lnTo>
                    <a:pt x="449" y="10328"/>
                  </a:lnTo>
                  <a:lnTo>
                    <a:pt x="599" y="10328"/>
                  </a:lnTo>
                  <a:lnTo>
                    <a:pt x="749" y="9131"/>
                  </a:lnTo>
                  <a:lnTo>
                    <a:pt x="898" y="7933"/>
                  </a:lnTo>
                  <a:lnTo>
                    <a:pt x="898" y="5538"/>
                  </a:lnTo>
                  <a:lnTo>
                    <a:pt x="898" y="2844"/>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2" name="Google Shape;1652;p54"/>
            <p:cNvSpPr/>
            <p:nvPr/>
          </p:nvSpPr>
          <p:spPr>
            <a:xfrm>
              <a:off x="4489150" y="2614250"/>
              <a:ext cx="29975" cy="243250"/>
            </a:xfrm>
            <a:custGeom>
              <a:rect b="b" l="l" r="r" t="t"/>
              <a:pathLst>
                <a:path extrusionOk="0" h="9730" w="1199">
                  <a:moveTo>
                    <a:pt x="450" y="1"/>
                  </a:moveTo>
                  <a:lnTo>
                    <a:pt x="300" y="2396"/>
                  </a:lnTo>
                  <a:lnTo>
                    <a:pt x="1" y="4940"/>
                  </a:lnTo>
                  <a:lnTo>
                    <a:pt x="1" y="7335"/>
                  </a:lnTo>
                  <a:lnTo>
                    <a:pt x="150" y="8533"/>
                  </a:lnTo>
                  <a:lnTo>
                    <a:pt x="450" y="9580"/>
                  </a:lnTo>
                  <a:lnTo>
                    <a:pt x="599" y="9730"/>
                  </a:lnTo>
                  <a:lnTo>
                    <a:pt x="749" y="9580"/>
                  </a:lnTo>
                  <a:lnTo>
                    <a:pt x="899" y="8533"/>
                  </a:lnTo>
                  <a:lnTo>
                    <a:pt x="1048" y="7335"/>
                  </a:lnTo>
                  <a:lnTo>
                    <a:pt x="1198" y="4940"/>
                  </a:lnTo>
                  <a:lnTo>
                    <a:pt x="899" y="2396"/>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3" name="Google Shape;1653;p54"/>
            <p:cNvSpPr/>
            <p:nvPr/>
          </p:nvSpPr>
          <p:spPr>
            <a:xfrm>
              <a:off x="4571475" y="2621750"/>
              <a:ext cx="22475" cy="243250"/>
            </a:xfrm>
            <a:custGeom>
              <a:rect b="b" l="l" r="r" t="t"/>
              <a:pathLst>
                <a:path extrusionOk="0" h="9730" w="899">
                  <a:moveTo>
                    <a:pt x="450" y="0"/>
                  </a:moveTo>
                  <a:lnTo>
                    <a:pt x="300" y="150"/>
                  </a:lnTo>
                  <a:lnTo>
                    <a:pt x="300" y="300"/>
                  </a:lnTo>
                  <a:lnTo>
                    <a:pt x="150" y="2694"/>
                  </a:lnTo>
                  <a:lnTo>
                    <a:pt x="150" y="5239"/>
                  </a:lnTo>
                  <a:lnTo>
                    <a:pt x="1" y="7484"/>
                  </a:lnTo>
                  <a:lnTo>
                    <a:pt x="150" y="8532"/>
                  </a:lnTo>
                  <a:lnTo>
                    <a:pt x="300" y="9580"/>
                  </a:lnTo>
                  <a:lnTo>
                    <a:pt x="450" y="9729"/>
                  </a:lnTo>
                  <a:lnTo>
                    <a:pt x="599" y="9580"/>
                  </a:lnTo>
                  <a:lnTo>
                    <a:pt x="899" y="8532"/>
                  </a:lnTo>
                  <a:lnTo>
                    <a:pt x="899" y="7484"/>
                  </a:lnTo>
                  <a:lnTo>
                    <a:pt x="899" y="5239"/>
                  </a:lnTo>
                  <a:lnTo>
                    <a:pt x="899" y="2694"/>
                  </a:lnTo>
                  <a:lnTo>
                    <a:pt x="599" y="300"/>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4" name="Google Shape;1654;p54"/>
            <p:cNvSpPr/>
            <p:nvPr/>
          </p:nvSpPr>
          <p:spPr>
            <a:xfrm>
              <a:off x="4653800" y="2636700"/>
              <a:ext cx="22475" cy="232050"/>
            </a:xfrm>
            <a:custGeom>
              <a:rect b="b" l="l" r="r" t="t"/>
              <a:pathLst>
                <a:path extrusionOk="0" h="9282" w="899">
                  <a:moveTo>
                    <a:pt x="150" y="1"/>
                  </a:moveTo>
                  <a:lnTo>
                    <a:pt x="0" y="2246"/>
                  </a:lnTo>
                  <a:lnTo>
                    <a:pt x="0" y="4641"/>
                  </a:lnTo>
                  <a:lnTo>
                    <a:pt x="150" y="9131"/>
                  </a:lnTo>
                  <a:lnTo>
                    <a:pt x="300" y="9281"/>
                  </a:lnTo>
                  <a:lnTo>
                    <a:pt x="599" y="9281"/>
                  </a:lnTo>
                  <a:lnTo>
                    <a:pt x="599" y="9131"/>
                  </a:lnTo>
                  <a:lnTo>
                    <a:pt x="899" y="4641"/>
                  </a:lnTo>
                  <a:lnTo>
                    <a:pt x="749" y="2246"/>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5" name="Google Shape;1655;p54"/>
            <p:cNvSpPr/>
            <p:nvPr/>
          </p:nvSpPr>
          <p:spPr>
            <a:xfrm>
              <a:off x="4736125" y="2640450"/>
              <a:ext cx="22475" cy="235775"/>
            </a:xfrm>
            <a:custGeom>
              <a:rect b="b" l="l" r="r" t="t"/>
              <a:pathLst>
                <a:path extrusionOk="0" h="9431" w="899">
                  <a:moveTo>
                    <a:pt x="449" y="1"/>
                  </a:moveTo>
                  <a:lnTo>
                    <a:pt x="300" y="150"/>
                  </a:lnTo>
                  <a:lnTo>
                    <a:pt x="150" y="1198"/>
                  </a:lnTo>
                  <a:lnTo>
                    <a:pt x="0" y="2246"/>
                  </a:lnTo>
                  <a:lnTo>
                    <a:pt x="0" y="4491"/>
                  </a:lnTo>
                  <a:lnTo>
                    <a:pt x="0" y="6886"/>
                  </a:lnTo>
                  <a:lnTo>
                    <a:pt x="150" y="9281"/>
                  </a:lnTo>
                  <a:lnTo>
                    <a:pt x="150" y="9430"/>
                  </a:lnTo>
                  <a:lnTo>
                    <a:pt x="449" y="9430"/>
                  </a:lnTo>
                  <a:lnTo>
                    <a:pt x="599" y="9281"/>
                  </a:lnTo>
                  <a:lnTo>
                    <a:pt x="749" y="6886"/>
                  </a:lnTo>
                  <a:lnTo>
                    <a:pt x="898" y="4491"/>
                  </a:lnTo>
                  <a:lnTo>
                    <a:pt x="898" y="2246"/>
                  </a:lnTo>
                  <a:lnTo>
                    <a:pt x="898" y="119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6" name="Google Shape;1656;p54"/>
            <p:cNvSpPr/>
            <p:nvPr/>
          </p:nvSpPr>
          <p:spPr>
            <a:xfrm>
              <a:off x="4814700" y="2659175"/>
              <a:ext cx="22475" cy="205825"/>
            </a:xfrm>
            <a:custGeom>
              <a:rect b="b" l="l" r="r" t="t"/>
              <a:pathLst>
                <a:path extrusionOk="0" h="8233" w="899">
                  <a:moveTo>
                    <a:pt x="599" y="0"/>
                  </a:moveTo>
                  <a:lnTo>
                    <a:pt x="450" y="150"/>
                  </a:lnTo>
                  <a:lnTo>
                    <a:pt x="1" y="4041"/>
                  </a:lnTo>
                  <a:lnTo>
                    <a:pt x="1" y="5987"/>
                  </a:lnTo>
                  <a:lnTo>
                    <a:pt x="150" y="7933"/>
                  </a:lnTo>
                  <a:lnTo>
                    <a:pt x="300" y="8083"/>
                  </a:lnTo>
                  <a:lnTo>
                    <a:pt x="450" y="8232"/>
                  </a:lnTo>
                  <a:lnTo>
                    <a:pt x="599" y="8083"/>
                  </a:lnTo>
                  <a:lnTo>
                    <a:pt x="749" y="7933"/>
                  </a:lnTo>
                  <a:lnTo>
                    <a:pt x="899" y="5987"/>
                  </a:lnTo>
                  <a:lnTo>
                    <a:pt x="899" y="4041"/>
                  </a:lnTo>
                  <a:lnTo>
                    <a:pt x="899" y="2096"/>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7" name="Google Shape;1657;p54"/>
            <p:cNvSpPr/>
            <p:nvPr/>
          </p:nvSpPr>
          <p:spPr>
            <a:xfrm>
              <a:off x="4893275" y="2670400"/>
              <a:ext cx="29975" cy="243250"/>
            </a:xfrm>
            <a:custGeom>
              <a:rect b="b" l="l" r="r" t="t"/>
              <a:pathLst>
                <a:path extrusionOk="0" h="9730" w="1199">
                  <a:moveTo>
                    <a:pt x="600" y="0"/>
                  </a:moveTo>
                  <a:lnTo>
                    <a:pt x="450" y="150"/>
                  </a:lnTo>
                  <a:lnTo>
                    <a:pt x="151" y="2245"/>
                  </a:lnTo>
                  <a:lnTo>
                    <a:pt x="1" y="4041"/>
                  </a:lnTo>
                  <a:lnTo>
                    <a:pt x="1" y="5987"/>
                  </a:lnTo>
                  <a:lnTo>
                    <a:pt x="151" y="7783"/>
                  </a:lnTo>
                  <a:lnTo>
                    <a:pt x="300" y="9580"/>
                  </a:lnTo>
                  <a:lnTo>
                    <a:pt x="450" y="9729"/>
                  </a:lnTo>
                  <a:lnTo>
                    <a:pt x="600" y="9729"/>
                  </a:lnTo>
                  <a:lnTo>
                    <a:pt x="749" y="9580"/>
                  </a:lnTo>
                  <a:lnTo>
                    <a:pt x="1049" y="7334"/>
                  </a:lnTo>
                  <a:lnTo>
                    <a:pt x="1198" y="4939"/>
                  </a:lnTo>
                  <a:lnTo>
                    <a:pt x="1049" y="2395"/>
                  </a:lnTo>
                  <a:lnTo>
                    <a:pt x="749" y="150"/>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8" name="Google Shape;1658;p54"/>
            <p:cNvSpPr/>
            <p:nvPr/>
          </p:nvSpPr>
          <p:spPr>
            <a:xfrm>
              <a:off x="4975600" y="2681625"/>
              <a:ext cx="22475" cy="194600"/>
            </a:xfrm>
            <a:custGeom>
              <a:rect b="b" l="l" r="r" t="t"/>
              <a:pathLst>
                <a:path extrusionOk="0" h="7784" w="899">
                  <a:moveTo>
                    <a:pt x="300" y="0"/>
                  </a:moveTo>
                  <a:lnTo>
                    <a:pt x="150" y="1946"/>
                  </a:lnTo>
                  <a:lnTo>
                    <a:pt x="1" y="3742"/>
                  </a:lnTo>
                  <a:lnTo>
                    <a:pt x="1" y="5688"/>
                  </a:lnTo>
                  <a:lnTo>
                    <a:pt x="300" y="7484"/>
                  </a:lnTo>
                  <a:lnTo>
                    <a:pt x="300" y="7783"/>
                  </a:lnTo>
                  <a:lnTo>
                    <a:pt x="600" y="7783"/>
                  </a:lnTo>
                  <a:lnTo>
                    <a:pt x="749" y="7484"/>
                  </a:lnTo>
                  <a:lnTo>
                    <a:pt x="899" y="5688"/>
                  </a:lnTo>
                  <a:lnTo>
                    <a:pt x="899" y="3742"/>
                  </a:lnTo>
                  <a:lnTo>
                    <a:pt x="899" y="1946"/>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9" name="Google Shape;1659;p54"/>
            <p:cNvSpPr/>
            <p:nvPr/>
          </p:nvSpPr>
          <p:spPr>
            <a:xfrm>
              <a:off x="5136500" y="2700325"/>
              <a:ext cx="22500" cy="164675"/>
            </a:xfrm>
            <a:custGeom>
              <a:rect b="b" l="l" r="r" t="t"/>
              <a:pathLst>
                <a:path extrusionOk="0" h="6587" w="900">
                  <a:moveTo>
                    <a:pt x="300" y="1"/>
                  </a:moveTo>
                  <a:lnTo>
                    <a:pt x="151" y="150"/>
                  </a:lnTo>
                  <a:lnTo>
                    <a:pt x="1" y="1647"/>
                  </a:lnTo>
                  <a:lnTo>
                    <a:pt x="1" y="3293"/>
                  </a:lnTo>
                  <a:lnTo>
                    <a:pt x="1" y="4940"/>
                  </a:lnTo>
                  <a:lnTo>
                    <a:pt x="300" y="6437"/>
                  </a:lnTo>
                  <a:lnTo>
                    <a:pt x="300" y="6586"/>
                  </a:lnTo>
                  <a:lnTo>
                    <a:pt x="600" y="6586"/>
                  </a:lnTo>
                  <a:lnTo>
                    <a:pt x="749" y="6437"/>
                  </a:lnTo>
                  <a:lnTo>
                    <a:pt x="749"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0" name="Google Shape;1660;p54"/>
            <p:cNvSpPr/>
            <p:nvPr/>
          </p:nvSpPr>
          <p:spPr>
            <a:xfrm>
              <a:off x="5057925" y="2692850"/>
              <a:ext cx="22475" cy="172150"/>
            </a:xfrm>
            <a:custGeom>
              <a:rect b="b" l="l" r="r" t="t"/>
              <a:pathLst>
                <a:path extrusionOk="0" h="6886" w="899">
                  <a:moveTo>
                    <a:pt x="300" y="0"/>
                  </a:moveTo>
                  <a:lnTo>
                    <a:pt x="300" y="150"/>
                  </a:lnTo>
                  <a:lnTo>
                    <a:pt x="1" y="1647"/>
                  </a:lnTo>
                  <a:lnTo>
                    <a:pt x="1" y="3293"/>
                  </a:lnTo>
                  <a:lnTo>
                    <a:pt x="1" y="4940"/>
                  </a:lnTo>
                  <a:lnTo>
                    <a:pt x="150" y="6586"/>
                  </a:lnTo>
                  <a:lnTo>
                    <a:pt x="300" y="6736"/>
                  </a:lnTo>
                  <a:lnTo>
                    <a:pt x="450" y="6885"/>
                  </a:lnTo>
                  <a:lnTo>
                    <a:pt x="599" y="6736"/>
                  </a:lnTo>
                  <a:lnTo>
                    <a:pt x="599" y="6586"/>
                  </a:lnTo>
                  <a:lnTo>
                    <a:pt x="899" y="4940"/>
                  </a:lnTo>
                  <a:lnTo>
                    <a:pt x="899" y="3293"/>
                  </a:lnTo>
                  <a:lnTo>
                    <a:pt x="749" y="1647"/>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1" name="Google Shape;1661;p54"/>
            <p:cNvSpPr/>
            <p:nvPr/>
          </p:nvSpPr>
          <p:spPr>
            <a:xfrm>
              <a:off x="5218825" y="2711550"/>
              <a:ext cx="22475" cy="149700"/>
            </a:xfrm>
            <a:custGeom>
              <a:rect b="b" l="l" r="r" t="t"/>
              <a:pathLst>
                <a:path extrusionOk="0" h="5988" w="899">
                  <a:moveTo>
                    <a:pt x="450" y="1"/>
                  </a:moveTo>
                  <a:lnTo>
                    <a:pt x="300" y="150"/>
                  </a:lnTo>
                  <a:lnTo>
                    <a:pt x="1" y="1497"/>
                  </a:lnTo>
                  <a:lnTo>
                    <a:pt x="1" y="2994"/>
                  </a:lnTo>
                  <a:lnTo>
                    <a:pt x="1" y="4491"/>
                  </a:lnTo>
                  <a:lnTo>
                    <a:pt x="151" y="5838"/>
                  </a:lnTo>
                  <a:lnTo>
                    <a:pt x="300" y="5988"/>
                  </a:lnTo>
                  <a:lnTo>
                    <a:pt x="600" y="5988"/>
                  </a:lnTo>
                  <a:lnTo>
                    <a:pt x="600"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2" name="Google Shape;1662;p54"/>
            <p:cNvSpPr/>
            <p:nvPr/>
          </p:nvSpPr>
          <p:spPr>
            <a:xfrm>
              <a:off x="5297425" y="2726525"/>
              <a:ext cx="26200" cy="134725"/>
            </a:xfrm>
            <a:custGeom>
              <a:rect b="b" l="l" r="r" t="t"/>
              <a:pathLst>
                <a:path extrusionOk="0" h="5389" w="1048">
                  <a:moveTo>
                    <a:pt x="300" y="0"/>
                  </a:moveTo>
                  <a:lnTo>
                    <a:pt x="300" y="150"/>
                  </a:lnTo>
                  <a:lnTo>
                    <a:pt x="0" y="1347"/>
                  </a:lnTo>
                  <a:lnTo>
                    <a:pt x="0" y="2694"/>
                  </a:lnTo>
                  <a:lnTo>
                    <a:pt x="0" y="3892"/>
                  </a:lnTo>
                  <a:lnTo>
                    <a:pt x="300" y="5089"/>
                  </a:lnTo>
                  <a:lnTo>
                    <a:pt x="300" y="5239"/>
                  </a:lnTo>
                  <a:lnTo>
                    <a:pt x="449" y="5389"/>
                  </a:lnTo>
                  <a:lnTo>
                    <a:pt x="599" y="5239"/>
                  </a:lnTo>
                  <a:lnTo>
                    <a:pt x="749" y="5089"/>
                  </a:lnTo>
                  <a:lnTo>
                    <a:pt x="898" y="3892"/>
                  </a:lnTo>
                  <a:lnTo>
                    <a:pt x="1048" y="269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3" name="Google Shape;1663;p54"/>
            <p:cNvSpPr/>
            <p:nvPr/>
          </p:nvSpPr>
          <p:spPr>
            <a:xfrm>
              <a:off x="5379750" y="2734000"/>
              <a:ext cx="22475" cy="142225"/>
            </a:xfrm>
            <a:custGeom>
              <a:rect b="b" l="l" r="r" t="t"/>
              <a:pathLst>
                <a:path extrusionOk="0" h="5689" w="899">
                  <a:moveTo>
                    <a:pt x="449" y="1"/>
                  </a:moveTo>
                  <a:lnTo>
                    <a:pt x="150" y="150"/>
                  </a:lnTo>
                  <a:lnTo>
                    <a:pt x="0" y="1497"/>
                  </a:lnTo>
                  <a:lnTo>
                    <a:pt x="0" y="2994"/>
                  </a:lnTo>
                  <a:lnTo>
                    <a:pt x="0" y="4341"/>
                  </a:lnTo>
                  <a:lnTo>
                    <a:pt x="150" y="4940"/>
                  </a:lnTo>
                  <a:lnTo>
                    <a:pt x="299" y="5539"/>
                  </a:lnTo>
                  <a:lnTo>
                    <a:pt x="449" y="5688"/>
                  </a:lnTo>
                  <a:lnTo>
                    <a:pt x="599" y="5539"/>
                  </a:lnTo>
                  <a:lnTo>
                    <a:pt x="748" y="4940"/>
                  </a:lnTo>
                  <a:lnTo>
                    <a:pt x="898" y="4341"/>
                  </a:lnTo>
                  <a:lnTo>
                    <a:pt x="898" y="2994"/>
                  </a:lnTo>
                  <a:lnTo>
                    <a:pt x="748" y="1497"/>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4" name="Google Shape;1664;p54"/>
            <p:cNvSpPr/>
            <p:nvPr/>
          </p:nvSpPr>
          <p:spPr>
            <a:xfrm>
              <a:off x="5458325" y="2748975"/>
              <a:ext cx="22475" cy="131000"/>
            </a:xfrm>
            <a:custGeom>
              <a:rect b="b" l="l" r="r" t="t"/>
              <a:pathLst>
                <a:path extrusionOk="0" h="5240" w="899">
                  <a:moveTo>
                    <a:pt x="300" y="0"/>
                  </a:moveTo>
                  <a:lnTo>
                    <a:pt x="300" y="150"/>
                  </a:lnTo>
                  <a:lnTo>
                    <a:pt x="150" y="1347"/>
                  </a:lnTo>
                  <a:lnTo>
                    <a:pt x="0" y="2844"/>
                  </a:lnTo>
                  <a:lnTo>
                    <a:pt x="150" y="4042"/>
                  </a:lnTo>
                  <a:lnTo>
                    <a:pt x="150" y="4640"/>
                  </a:lnTo>
                  <a:lnTo>
                    <a:pt x="449" y="5239"/>
                  </a:lnTo>
                  <a:lnTo>
                    <a:pt x="599" y="5239"/>
                  </a:lnTo>
                  <a:lnTo>
                    <a:pt x="898" y="4640"/>
                  </a:lnTo>
                  <a:lnTo>
                    <a:pt x="898" y="4042"/>
                  </a:lnTo>
                  <a:lnTo>
                    <a:pt x="898" y="284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5" name="Google Shape;1665;p54"/>
            <p:cNvSpPr/>
            <p:nvPr/>
          </p:nvSpPr>
          <p:spPr>
            <a:xfrm>
              <a:off x="5536900" y="2748975"/>
              <a:ext cx="29950" cy="134725"/>
            </a:xfrm>
            <a:custGeom>
              <a:rect b="b" l="l" r="r" t="t"/>
              <a:pathLst>
                <a:path extrusionOk="0" h="5389" w="1198">
                  <a:moveTo>
                    <a:pt x="450" y="0"/>
                  </a:moveTo>
                  <a:lnTo>
                    <a:pt x="450" y="150"/>
                  </a:lnTo>
                  <a:lnTo>
                    <a:pt x="150" y="1347"/>
                  </a:lnTo>
                  <a:lnTo>
                    <a:pt x="1" y="2695"/>
                  </a:lnTo>
                  <a:lnTo>
                    <a:pt x="150" y="4042"/>
                  </a:lnTo>
                  <a:lnTo>
                    <a:pt x="150" y="4790"/>
                  </a:lnTo>
                  <a:lnTo>
                    <a:pt x="450" y="5389"/>
                  </a:lnTo>
                  <a:lnTo>
                    <a:pt x="749" y="5389"/>
                  </a:lnTo>
                  <a:lnTo>
                    <a:pt x="1048" y="4790"/>
                  </a:lnTo>
                  <a:lnTo>
                    <a:pt x="1198" y="4042"/>
                  </a:lnTo>
                  <a:lnTo>
                    <a:pt x="1198" y="2695"/>
                  </a:lnTo>
                  <a:lnTo>
                    <a:pt x="1048" y="134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6" name="Google Shape;1666;p54"/>
            <p:cNvSpPr/>
            <p:nvPr/>
          </p:nvSpPr>
          <p:spPr>
            <a:xfrm>
              <a:off x="5619225" y="2767675"/>
              <a:ext cx="26225" cy="134750"/>
            </a:xfrm>
            <a:custGeom>
              <a:rect b="b" l="l" r="r" t="t"/>
              <a:pathLst>
                <a:path extrusionOk="0" h="5390" w="1049">
                  <a:moveTo>
                    <a:pt x="599" y="1"/>
                  </a:moveTo>
                  <a:lnTo>
                    <a:pt x="450" y="150"/>
                  </a:lnTo>
                  <a:lnTo>
                    <a:pt x="150" y="1348"/>
                  </a:lnTo>
                  <a:lnTo>
                    <a:pt x="0" y="2695"/>
                  </a:lnTo>
                  <a:lnTo>
                    <a:pt x="150" y="4042"/>
                  </a:lnTo>
                  <a:lnTo>
                    <a:pt x="300" y="5239"/>
                  </a:lnTo>
                  <a:lnTo>
                    <a:pt x="599" y="5389"/>
                  </a:lnTo>
                  <a:lnTo>
                    <a:pt x="749" y="5239"/>
                  </a:lnTo>
                  <a:lnTo>
                    <a:pt x="1048" y="4042"/>
                  </a:lnTo>
                  <a:lnTo>
                    <a:pt x="1048" y="2695"/>
                  </a:lnTo>
                  <a:lnTo>
                    <a:pt x="899" y="134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7" name="Google Shape;1667;p54"/>
            <p:cNvSpPr/>
            <p:nvPr/>
          </p:nvSpPr>
          <p:spPr>
            <a:xfrm>
              <a:off x="5701550" y="2778900"/>
              <a:ext cx="22475" cy="108550"/>
            </a:xfrm>
            <a:custGeom>
              <a:rect b="b" l="l" r="r" t="t"/>
              <a:pathLst>
                <a:path extrusionOk="0" h="4342" w="899">
                  <a:moveTo>
                    <a:pt x="300" y="1"/>
                  </a:moveTo>
                  <a:lnTo>
                    <a:pt x="0" y="1049"/>
                  </a:lnTo>
                  <a:lnTo>
                    <a:pt x="0" y="2096"/>
                  </a:lnTo>
                  <a:lnTo>
                    <a:pt x="0" y="3144"/>
                  </a:lnTo>
                  <a:lnTo>
                    <a:pt x="150" y="3743"/>
                  </a:lnTo>
                  <a:lnTo>
                    <a:pt x="300" y="4192"/>
                  </a:lnTo>
                  <a:lnTo>
                    <a:pt x="449" y="4341"/>
                  </a:lnTo>
                  <a:lnTo>
                    <a:pt x="749" y="4192"/>
                  </a:lnTo>
                  <a:lnTo>
                    <a:pt x="898" y="3743"/>
                  </a:lnTo>
                  <a:lnTo>
                    <a:pt x="898" y="3144"/>
                  </a:lnTo>
                  <a:lnTo>
                    <a:pt x="898" y="2096"/>
                  </a:lnTo>
                  <a:lnTo>
                    <a:pt x="898" y="1049"/>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8" name="Google Shape;1668;p54"/>
            <p:cNvSpPr/>
            <p:nvPr/>
          </p:nvSpPr>
          <p:spPr>
            <a:xfrm>
              <a:off x="5783875" y="2786400"/>
              <a:ext cx="22475" cy="82350"/>
            </a:xfrm>
            <a:custGeom>
              <a:rect b="b" l="l" r="r" t="t"/>
              <a:pathLst>
                <a:path extrusionOk="0" h="3294" w="899">
                  <a:moveTo>
                    <a:pt x="449" y="0"/>
                  </a:moveTo>
                  <a:lnTo>
                    <a:pt x="300" y="150"/>
                  </a:lnTo>
                  <a:lnTo>
                    <a:pt x="0" y="1647"/>
                  </a:lnTo>
                  <a:lnTo>
                    <a:pt x="0" y="2395"/>
                  </a:lnTo>
                  <a:lnTo>
                    <a:pt x="150" y="3143"/>
                  </a:lnTo>
                  <a:lnTo>
                    <a:pt x="300" y="3293"/>
                  </a:lnTo>
                  <a:lnTo>
                    <a:pt x="599" y="3293"/>
                  </a:lnTo>
                  <a:lnTo>
                    <a:pt x="749" y="3143"/>
                  </a:lnTo>
                  <a:lnTo>
                    <a:pt x="898" y="2395"/>
                  </a:lnTo>
                  <a:lnTo>
                    <a:pt x="749" y="1647"/>
                  </a:lnTo>
                  <a:lnTo>
                    <a:pt x="599" y="150"/>
                  </a:lnTo>
                  <a:lnTo>
                    <a:pt x="4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9" name="Google Shape;1669;p54"/>
            <p:cNvSpPr/>
            <p:nvPr/>
          </p:nvSpPr>
          <p:spPr>
            <a:xfrm>
              <a:off x="5862450" y="2793875"/>
              <a:ext cx="22475" cy="67375"/>
            </a:xfrm>
            <a:custGeom>
              <a:rect b="b" l="l" r="r" t="t"/>
              <a:pathLst>
                <a:path extrusionOk="0" h="2695" w="899">
                  <a:moveTo>
                    <a:pt x="300" y="0"/>
                  </a:moveTo>
                  <a:lnTo>
                    <a:pt x="150" y="599"/>
                  </a:lnTo>
                  <a:lnTo>
                    <a:pt x="1" y="1348"/>
                  </a:lnTo>
                  <a:lnTo>
                    <a:pt x="150" y="1946"/>
                  </a:lnTo>
                  <a:lnTo>
                    <a:pt x="300" y="2545"/>
                  </a:lnTo>
                  <a:lnTo>
                    <a:pt x="300" y="2695"/>
                  </a:lnTo>
                  <a:lnTo>
                    <a:pt x="599" y="2695"/>
                  </a:lnTo>
                  <a:lnTo>
                    <a:pt x="749" y="2545"/>
                  </a:lnTo>
                  <a:lnTo>
                    <a:pt x="899" y="1946"/>
                  </a:lnTo>
                  <a:lnTo>
                    <a:pt x="899" y="1348"/>
                  </a:lnTo>
                  <a:lnTo>
                    <a:pt x="899" y="599"/>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0" name="Google Shape;1670;p54"/>
            <p:cNvSpPr/>
            <p:nvPr/>
          </p:nvSpPr>
          <p:spPr>
            <a:xfrm>
              <a:off x="5944775" y="2808850"/>
              <a:ext cx="22475" cy="67375"/>
            </a:xfrm>
            <a:custGeom>
              <a:rect b="b" l="l" r="r" t="t"/>
              <a:pathLst>
                <a:path extrusionOk="0" h="2695" w="899">
                  <a:moveTo>
                    <a:pt x="300" y="0"/>
                  </a:moveTo>
                  <a:lnTo>
                    <a:pt x="150" y="599"/>
                  </a:lnTo>
                  <a:lnTo>
                    <a:pt x="1" y="1347"/>
                  </a:lnTo>
                  <a:lnTo>
                    <a:pt x="1" y="2096"/>
                  </a:lnTo>
                  <a:lnTo>
                    <a:pt x="150" y="2395"/>
                  </a:lnTo>
                  <a:lnTo>
                    <a:pt x="300" y="2545"/>
                  </a:lnTo>
                  <a:lnTo>
                    <a:pt x="450" y="2694"/>
                  </a:lnTo>
                  <a:lnTo>
                    <a:pt x="599" y="2545"/>
                  </a:lnTo>
                  <a:lnTo>
                    <a:pt x="749" y="2395"/>
                  </a:lnTo>
                  <a:lnTo>
                    <a:pt x="899" y="2096"/>
                  </a:lnTo>
                  <a:lnTo>
                    <a:pt x="899" y="1347"/>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1" name="Google Shape;1671;p54"/>
            <p:cNvSpPr/>
            <p:nvPr/>
          </p:nvSpPr>
          <p:spPr>
            <a:xfrm>
              <a:off x="6027100" y="2812575"/>
              <a:ext cx="18725" cy="59900"/>
            </a:xfrm>
            <a:custGeom>
              <a:rect b="b" l="l" r="r" t="t"/>
              <a:pathLst>
                <a:path extrusionOk="0" h="2396" w="749">
                  <a:moveTo>
                    <a:pt x="300" y="1"/>
                  </a:moveTo>
                  <a:lnTo>
                    <a:pt x="150" y="151"/>
                  </a:lnTo>
                  <a:lnTo>
                    <a:pt x="0" y="1198"/>
                  </a:lnTo>
                  <a:lnTo>
                    <a:pt x="150" y="2246"/>
                  </a:lnTo>
                  <a:lnTo>
                    <a:pt x="150" y="2396"/>
                  </a:lnTo>
                  <a:lnTo>
                    <a:pt x="449" y="2396"/>
                  </a:lnTo>
                  <a:lnTo>
                    <a:pt x="599" y="224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cxnSp>
        <p:nvCxnSpPr>
          <p:cNvPr id="1672" name="Google Shape;1672;p54"/>
          <p:cNvCxnSpPr/>
          <p:nvPr/>
        </p:nvCxnSpPr>
        <p:spPr>
          <a:xfrm>
            <a:off x="6849150" y="2134753"/>
            <a:ext cx="1364700" cy="0"/>
          </a:xfrm>
          <a:prstGeom prst="straightConnector1">
            <a:avLst/>
          </a:prstGeom>
          <a:noFill/>
          <a:ln cap="flat" cmpd="sng" w="9525">
            <a:solidFill>
              <a:schemeClr val="dk1"/>
            </a:solidFill>
            <a:prstDash val="solid"/>
            <a:round/>
            <a:headEnd len="sm" w="sm" type="none"/>
            <a:tailEnd len="sm" w="sm" type="none"/>
          </a:ln>
        </p:spPr>
      </p:cxnSp>
      <p:pic>
        <p:nvPicPr>
          <p:cNvPr id="1673" name="Google Shape;1673;p54"/>
          <p:cNvPicPr preferRelativeResize="0"/>
          <p:nvPr/>
        </p:nvPicPr>
        <p:blipFill rotWithShape="1">
          <a:blip r:embed="rId3">
            <a:alphaModFix amt="41000"/>
          </a:blip>
          <a:srcRect b="0" l="0" r="0" t="0"/>
          <a:stretch/>
        </p:blipFill>
        <p:spPr>
          <a:xfrm rot="-703988">
            <a:off x="-1540757" y="2530473"/>
            <a:ext cx="6907361" cy="447423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1000" fill="hold"/>
                                        <p:tgtEl>
                                          <p:spTgt spid="1502"/>
                                        </p:tgtEl>
                                        <p:attrNameLst>
                                          <p:attrName>r</p:attrName>
                                        </p:attrNameLst>
                                      </p:cBhvr>
                                    </p:animRo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1499"/>
                                        </p:tgtEl>
                                        <p:attrNameLst>
                                          <p:attrName>style.visibility</p:attrName>
                                        </p:attrNameLst>
                                      </p:cBhvr>
                                      <p:to>
                                        <p:strVal val="visible"/>
                                      </p:to>
                                    </p:set>
                                    <p:animEffect filter="fade" transition="in">
                                      <p:cBhvr>
                                        <p:cTn dur="1000"/>
                                        <p:tgtEl>
                                          <p:spTgt spid="1499"/>
                                        </p:tgtEl>
                                      </p:cBhvr>
                                    </p:animEffect>
                                  </p:childTnLst>
                                </p:cTn>
                              </p:par>
                              <p:par>
                                <p:cTn fill="hold" nodeType="withEffect" presetClass="entr" presetID="10" presetSubtype="0">
                                  <p:stCondLst>
                                    <p:cond delay="0"/>
                                  </p:stCondLst>
                                  <p:childTnLst>
                                    <p:set>
                                      <p:cBhvr>
                                        <p:cTn dur="1" fill="hold">
                                          <p:stCondLst>
                                            <p:cond delay="0"/>
                                          </p:stCondLst>
                                        </p:cTn>
                                        <p:tgtEl>
                                          <p:spTgt spid="1500"/>
                                        </p:tgtEl>
                                        <p:attrNameLst>
                                          <p:attrName>style.visibility</p:attrName>
                                        </p:attrNameLst>
                                      </p:cBhvr>
                                      <p:to>
                                        <p:strVal val="visible"/>
                                      </p:to>
                                    </p:set>
                                    <p:animEffect filter="fade" transition="in">
                                      <p:cBhvr>
                                        <p:cTn dur="1000"/>
                                        <p:tgtEl>
                                          <p:spTgt spid="1500"/>
                                        </p:tgtEl>
                                      </p:cBhvr>
                                    </p:animEffect>
                                  </p:childTnLst>
                                </p:cTn>
                              </p:par>
                              <p:par>
                                <p:cTn fill="hold" nodeType="withEffect" presetClass="entr" presetID="10" presetSubtype="0">
                                  <p:stCondLst>
                                    <p:cond delay="0"/>
                                  </p:stCondLst>
                                  <p:childTnLst>
                                    <p:set>
                                      <p:cBhvr>
                                        <p:cTn dur="1" fill="hold">
                                          <p:stCondLst>
                                            <p:cond delay="0"/>
                                          </p:stCondLst>
                                        </p:cTn>
                                        <p:tgtEl>
                                          <p:spTgt spid="1501"/>
                                        </p:tgtEl>
                                        <p:attrNameLst>
                                          <p:attrName>style.visibility</p:attrName>
                                        </p:attrNameLst>
                                      </p:cBhvr>
                                      <p:to>
                                        <p:strVal val="visible"/>
                                      </p:to>
                                    </p:set>
                                    <p:animEffect filter="fade" transition="in">
                                      <p:cBhvr>
                                        <p:cTn dur="1000"/>
                                        <p:tgtEl>
                                          <p:spTgt spid="1501"/>
                                        </p:tgtEl>
                                      </p:cBhvr>
                                    </p:animEffect>
                                  </p:childTnLst>
                                </p:cTn>
                              </p:par>
                              <p:par>
                                <p:cTn fill="hold" nodeType="withEffect" presetClass="entr" presetID="10" presetSubtype="0">
                                  <p:stCondLst>
                                    <p:cond delay="0"/>
                                  </p:stCondLst>
                                  <p:childTnLst>
                                    <p:set>
                                      <p:cBhvr>
                                        <p:cTn dur="1" fill="hold">
                                          <p:stCondLst>
                                            <p:cond delay="0"/>
                                          </p:stCondLst>
                                        </p:cTn>
                                        <p:tgtEl>
                                          <p:spTgt spid="1672"/>
                                        </p:tgtEl>
                                        <p:attrNameLst>
                                          <p:attrName>style.visibility</p:attrName>
                                        </p:attrNameLst>
                                      </p:cBhvr>
                                      <p:to>
                                        <p:strVal val="visible"/>
                                      </p:to>
                                    </p:set>
                                    <p:animEffect filter="fade" transition="in">
                                      <p:cBhvr>
                                        <p:cTn dur="1000"/>
                                        <p:tgtEl>
                                          <p:spTgt spid="167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7" name="Shape 1677"/>
        <p:cNvGrpSpPr/>
        <p:nvPr/>
      </p:nvGrpSpPr>
      <p:grpSpPr>
        <a:xfrm>
          <a:off x="0" y="0"/>
          <a:ext cx="0" cy="0"/>
          <a:chOff x="0" y="0"/>
          <a:chExt cx="0" cy="0"/>
        </a:xfrm>
      </p:grpSpPr>
      <p:sp>
        <p:nvSpPr>
          <p:cNvPr id="1678" name="Google Shape;1678;p55"/>
          <p:cNvSpPr txBox="1"/>
          <p:nvPr>
            <p:ph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400"/>
              <a:buNone/>
            </a:pPr>
            <a:r>
              <a:rPr lang="en"/>
              <a:t>Waar gebruik ons Lambda’s?</a:t>
            </a:r>
            <a:endParaRPr/>
          </a:p>
        </p:txBody>
      </p:sp>
      <p:sp>
        <p:nvSpPr>
          <p:cNvPr id="1679" name="Google Shape;1679;p55"/>
          <p:cNvSpPr txBox="1"/>
          <p:nvPr>
            <p:ph idx="1" type="body"/>
          </p:nvPr>
        </p:nvSpPr>
        <p:spPr>
          <a:xfrm>
            <a:off x="878650" y="1424100"/>
            <a:ext cx="4462200" cy="3119100"/>
          </a:xfrm>
          <a:prstGeom prst="rect">
            <a:avLst/>
          </a:prstGeom>
          <a:noFill/>
          <a:ln>
            <a:noFill/>
          </a:ln>
        </p:spPr>
        <p:txBody>
          <a:bodyPr anchorCtr="0" anchor="t" bIns="91425" lIns="91425" spcFirstLastPara="1" rIns="91425" wrap="square" tIns="91425">
            <a:noAutofit/>
          </a:bodyPr>
          <a:lstStyle/>
          <a:p>
            <a:pPr indent="0" lvl="0" marL="0" rtl="0" algn="l">
              <a:lnSpc>
                <a:spcPct val="150000"/>
              </a:lnSpc>
              <a:spcBef>
                <a:spcPts val="0"/>
              </a:spcBef>
              <a:spcAft>
                <a:spcPts val="0"/>
              </a:spcAft>
              <a:buSzPts val="1400"/>
              <a:buNone/>
            </a:pPr>
            <a:r>
              <a:rPr lang="en"/>
              <a:t>‘n Paar plekke waar ons dit gebruik:</a:t>
            </a:r>
            <a:endParaRPr/>
          </a:p>
          <a:p>
            <a:pPr indent="0" lvl="0" marL="0" rtl="0" algn="l">
              <a:lnSpc>
                <a:spcPct val="150000"/>
              </a:lnSpc>
              <a:spcBef>
                <a:spcPts val="0"/>
              </a:spcBef>
              <a:spcAft>
                <a:spcPts val="0"/>
              </a:spcAft>
              <a:buSzPts val="1400"/>
              <a:buNone/>
            </a:pPr>
            <a:r>
              <a:t/>
            </a:r>
            <a:endParaRPr/>
          </a:p>
          <a:p>
            <a:pPr indent="-317500" lvl="0" marL="457200" rtl="0" algn="l">
              <a:lnSpc>
                <a:spcPct val="150000"/>
              </a:lnSpc>
              <a:spcBef>
                <a:spcPts val="0"/>
              </a:spcBef>
              <a:spcAft>
                <a:spcPts val="0"/>
              </a:spcAft>
              <a:buSzPts val="1400"/>
              <a:buChar char="●"/>
            </a:pPr>
            <a:r>
              <a:rPr lang="en"/>
              <a:t>Filtreer beskikbare lokale volgens dag en tyd</a:t>
            </a:r>
            <a:endParaRPr/>
          </a:p>
          <a:p>
            <a:pPr indent="-317500" lvl="0" marL="457200" rtl="0" algn="l">
              <a:lnSpc>
                <a:spcPct val="150000"/>
              </a:lnSpc>
              <a:spcBef>
                <a:spcPts val="0"/>
              </a:spcBef>
              <a:spcAft>
                <a:spcPts val="0"/>
              </a:spcAft>
              <a:buSzPts val="1400"/>
              <a:buChar char="●"/>
            </a:pPr>
            <a:r>
              <a:rPr lang="en"/>
              <a:t>Transformeer rekord na ‘n lys van venue_id’s</a:t>
            </a:r>
            <a:endParaRPr/>
          </a:p>
          <a:p>
            <a:pPr indent="-317500" lvl="0" marL="457200" rtl="0" algn="l">
              <a:lnSpc>
                <a:spcPct val="150000"/>
              </a:lnSpc>
              <a:spcBef>
                <a:spcPts val="0"/>
              </a:spcBef>
              <a:spcAft>
                <a:spcPts val="0"/>
              </a:spcAft>
              <a:buSzPts val="1400"/>
              <a:buChar char="●"/>
            </a:pPr>
            <a:r>
              <a:rPr lang="en"/>
              <a:t>Filtreer gebruikers volgens admin-regte</a:t>
            </a:r>
            <a:endParaRPr/>
          </a:p>
          <a:p>
            <a:pPr indent="-317500" lvl="0" marL="457200" rtl="0" algn="l">
              <a:lnSpc>
                <a:spcPct val="150000"/>
              </a:lnSpc>
              <a:spcBef>
                <a:spcPts val="0"/>
              </a:spcBef>
              <a:spcAft>
                <a:spcPts val="0"/>
              </a:spcAft>
              <a:buSzPts val="1400"/>
              <a:buChar char="●"/>
            </a:pPr>
            <a:r>
              <a:rPr lang="en"/>
              <a:t>Sorteer tydgleuwe volgens dag en tyd</a:t>
            </a:r>
            <a:endParaRPr/>
          </a:p>
          <a:p>
            <a:pPr indent="-317500" lvl="0" marL="457200" rtl="0" algn="l">
              <a:lnSpc>
                <a:spcPct val="150000"/>
              </a:lnSpc>
              <a:spcBef>
                <a:spcPts val="0"/>
              </a:spcBef>
              <a:spcAft>
                <a:spcPts val="0"/>
              </a:spcAft>
              <a:buSzPts val="1400"/>
              <a:buChar char="●"/>
            </a:pPr>
            <a:r>
              <a:rPr lang="en"/>
              <a:t>Kies naaste nodus in Prim se MST-algoritme</a:t>
            </a:r>
            <a:endParaRPr/>
          </a:p>
        </p:txBody>
      </p:sp>
      <p:grpSp>
        <p:nvGrpSpPr>
          <p:cNvPr id="1680" name="Google Shape;1680;p55"/>
          <p:cNvGrpSpPr/>
          <p:nvPr/>
        </p:nvGrpSpPr>
        <p:grpSpPr>
          <a:xfrm>
            <a:off x="5192772" y="3542516"/>
            <a:ext cx="2287695" cy="2289334"/>
            <a:chOff x="1192500" y="238125"/>
            <a:chExt cx="5235000" cy="5238750"/>
          </a:xfrm>
        </p:grpSpPr>
        <p:sp>
          <p:nvSpPr>
            <p:cNvPr id="1681" name="Google Shape;1681;p55"/>
            <p:cNvSpPr/>
            <p:nvPr/>
          </p:nvSpPr>
          <p:spPr>
            <a:xfrm>
              <a:off x="4141150" y="2266250"/>
              <a:ext cx="123500" cy="123525"/>
            </a:xfrm>
            <a:custGeom>
              <a:rect b="b" l="l" r="r" t="t"/>
              <a:pathLst>
                <a:path extrusionOk="0" h="4941" w="4940">
                  <a:moveTo>
                    <a:pt x="1" y="1"/>
                  </a:moveTo>
                  <a:lnTo>
                    <a:pt x="1" y="150"/>
                  </a:lnTo>
                  <a:lnTo>
                    <a:pt x="1048" y="1348"/>
                  </a:lnTo>
                  <a:lnTo>
                    <a:pt x="2246" y="2545"/>
                  </a:lnTo>
                  <a:lnTo>
                    <a:pt x="4790" y="4940"/>
                  </a:lnTo>
                  <a:lnTo>
                    <a:pt x="4940" y="4940"/>
                  </a:lnTo>
                  <a:lnTo>
                    <a:pt x="4940" y="4791"/>
                  </a:lnTo>
                  <a:lnTo>
                    <a:pt x="2545" y="23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2" name="Google Shape;1682;p55"/>
            <p:cNvSpPr/>
            <p:nvPr/>
          </p:nvSpPr>
          <p:spPr>
            <a:xfrm>
              <a:off x="4189800" y="2221350"/>
              <a:ext cx="123500" cy="131000"/>
            </a:xfrm>
            <a:custGeom>
              <a:rect b="b" l="l" r="r" t="t"/>
              <a:pathLst>
                <a:path extrusionOk="0" h="5240" w="4940">
                  <a:moveTo>
                    <a:pt x="150" y="1"/>
                  </a:moveTo>
                  <a:lnTo>
                    <a:pt x="0" y="150"/>
                  </a:lnTo>
                  <a:lnTo>
                    <a:pt x="1048" y="1497"/>
                  </a:lnTo>
                  <a:lnTo>
                    <a:pt x="2246" y="2695"/>
                  </a:lnTo>
                  <a:lnTo>
                    <a:pt x="3443" y="3892"/>
                  </a:lnTo>
                  <a:lnTo>
                    <a:pt x="4790" y="5239"/>
                  </a:lnTo>
                  <a:lnTo>
                    <a:pt x="4940" y="5239"/>
                  </a:lnTo>
                  <a:lnTo>
                    <a:pt x="4940" y="5090"/>
                  </a:lnTo>
                  <a:lnTo>
                    <a:pt x="2545" y="2396"/>
                  </a:lnTo>
                  <a:lnTo>
                    <a:pt x="1347" y="1198"/>
                  </a:lnTo>
                  <a:lnTo>
                    <a:pt x="749" y="5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3" name="Google Shape;1683;p55"/>
            <p:cNvSpPr/>
            <p:nvPr/>
          </p:nvSpPr>
          <p:spPr>
            <a:xfrm>
              <a:off x="4242175" y="2187675"/>
              <a:ext cx="108550" cy="112275"/>
            </a:xfrm>
            <a:custGeom>
              <a:rect b="b" l="l" r="r" t="t"/>
              <a:pathLst>
                <a:path extrusionOk="0" h="4491" w="4342">
                  <a:moveTo>
                    <a:pt x="1" y="1"/>
                  </a:moveTo>
                  <a:lnTo>
                    <a:pt x="1" y="150"/>
                  </a:lnTo>
                  <a:lnTo>
                    <a:pt x="1947" y="2395"/>
                  </a:lnTo>
                  <a:lnTo>
                    <a:pt x="4042" y="4491"/>
                  </a:lnTo>
                  <a:lnTo>
                    <a:pt x="4342" y="4491"/>
                  </a:lnTo>
                  <a:lnTo>
                    <a:pt x="4342" y="4341"/>
                  </a:lnTo>
                  <a:lnTo>
                    <a:pt x="2246" y="20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4" name="Google Shape;1684;p55"/>
            <p:cNvSpPr/>
            <p:nvPr/>
          </p:nvSpPr>
          <p:spPr>
            <a:xfrm>
              <a:off x="4290825" y="2154000"/>
              <a:ext cx="131000" cy="131000"/>
            </a:xfrm>
            <a:custGeom>
              <a:rect b="b" l="l" r="r" t="t"/>
              <a:pathLst>
                <a:path extrusionOk="0" h="5240" w="5240">
                  <a:moveTo>
                    <a:pt x="1" y="0"/>
                  </a:moveTo>
                  <a:lnTo>
                    <a:pt x="1" y="150"/>
                  </a:lnTo>
                  <a:lnTo>
                    <a:pt x="1198" y="1348"/>
                  </a:lnTo>
                  <a:lnTo>
                    <a:pt x="2396" y="2695"/>
                  </a:lnTo>
                  <a:lnTo>
                    <a:pt x="3743" y="4042"/>
                  </a:lnTo>
                  <a:lnTo>
                    <a:pt x="5090" y="5239"/>
                  </a:lnTo>
                  <a:lnTo>
                    <a:pt x="5239" y="5239"/>
                  </a:lnTo>
                  <a:lnTo>
                    <a:pt x="5239" y="5090"/>
                  </a:lnTo>
                  <a:lnTo>
                    <a:pt x="4042" y="3742"/>
                  </a:lnTo>
                  <a:lnTo>
                    <a:pt x="2695" y="2395"/>
                  </a:lnTo>
                  <a:lnTo>
                    <a:pt x="149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5" name="Google Shape;1685;p55"/>
            <p:cNvSpPr/>
            <p:nvPr/>
          </p:nvSpPr>
          <p:spPr>
            <a:xfrm>
              <a:off x="4339475" y="2112825"/>
              <a:ext cx="104800" cy="104800"/>
            </a:xfrm>
            <a:custGeom>
              <a:rect b="b" l="l" r="r" t="t"/>
              <a:pathLst>
                <a:path extrusionOk="0" h="4192" w="4192">
                  <a:moveTo>
                    <a:pt x="0" y="1"/>
                  </a:moveTo>
                  <a:lnTo>
                    <a:pt x="0" y="151"/>
                  </a:lnTo>
                  <a:lnTo>
                    <a:pt x="899" y="1198"/>
                  </a:lnTo>
                  <a:lnTo>
                    <a:pt x="1946" y="2246"/>
                  </a:lnTo>
                  <a:lnTo>
                    <a:pt x="4042" y="4192"/>
                  </a:lnTo>
                  <a:lnTo>
                    <a:pt x="4191" y="4192"/>
                  </a:lnTo>
                  <a:lnTo>
                    <a:pt x="4191" y="4042"/>
                  </a:lnTo>
                  <a:lnTo>
                    <a:pt x="2246" y="1947"/>
                  </a:lnTo>
                  <a:lnTo>
                    <a:pt x="1198" y="10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6" name="Google Shape;1686;p55"/>
            <p:cNvSpPr/>
            <p:nvPr/>
          </p:nvSpPr>
          <p:spPr>
            <a:xfrm>
              <a:off x="4436775" y="2041750"/>
              <a:ext cx="89825" cy="86075"/>
            </a:xfrm>
            <a:custGeom>
              <a:rect b="b" l="l" r="r" t="t"/>
              <a:pathLst>
                <a:path extrusionOk="0" h="3443" w="3593">
                  <a:moveTo>
                    <a:pt x="0" y="0"/>
                  </a:moveTo>
                  <a:lnTo>
                    <a:pt x="1647" y="1796"/>
                  </a:lnTo>
                  <a:lnTo>
                    <a:pt x="3443" y="3443"/>
                  </a:lnTo>
                  <a:lnTo>
                    <a:pt x="3592" y="3443"/>
                  </a:lnTo>
                  <a:lnTo>
                    <a:pt x="3592" y="3293"/>
                  </a:lnTo>
                  <a:lnTo>
                    <a:pt x="2844" y="2395"/>
                  </a:lnTo>
                  <a:lnTo>
                    <a:pt x="1946"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7" name="Google Shape;1687;p55"/>
            <p:cNvSpPr/>
            <p:nvPr/>
          </p:nvSpPr>
          <p:spPr>
            <a:xfrm>
              <a:off x="4388125" y="2079150"/>
              <a:ext cx="93575" cy="89850"/>
            </a:xfrm>
            <a:custGeom>
              <a:rect b="b" l="l" r="r" t="t"/>
              <a:pathLst>
                <a:path extrusionOk="0" h="3594" w="3743">
                  <a:moveTo>
                    <a:pt x="0" y="1"/>
                  </a:moveTo>
                  <a:lnTo>
                    <a:pt x="1647" y="1947"/>
                  </a:lnTo>
                  <a:lnTo>
                    <a:pt x="3443" y="3593"/>
                  </a:lnTo>
                  <a:lnTo>
                    <a:pt x="3742" y="3593"/>
                  </a:lnTo>
                  <a:lnTo>
                    <a:pt x="3742" y="3443"/>
                  </a:lnTo>
                  <a:lnTo>
                    <a:pt x="1946" y="16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8" name="Google Shape;1688;p55"/>
            <p:cNvSpPr/>
            <p:nvPr/>
          </p:nvSpPr>
          <p:spPr>
            <a:xfrm>
              <a:off x="4485400" y="2000575"/>
              <a:ext cx="82350" cy="78600"/>
            </a:xfrm>
            <a:custGeom>
              <a:rect b="b" l="l" r="r" t="t"/>
              <a:pathLst>
                <a:path extrusionOk="0" h="3144" w="3294">
                  <a:moveTo>
                    <a:pt x="1" y="1"/>
                  </a:moveTo>
                  <a:lnTo>
                    <a:pt x="1" y="150"/>
                  </a:lnTo>
                  <a:lnTo>
                    <a:pt x="1498" y="1797"/>
                  </a:lnTo>
                  <a:lnTo>
                    <a:pt x="2246" y="2545"/>
                  </a:lnTo>
                  <a:lnTo>
                    <a:pt x="3144" y="3144"/>
                  </a:lnTo>
                  <a:lnTo>
                    <a:pt x="3294" y="3144"/>
                  </a:lnTo>
                  <a:lnTo>
                    <a:pt x="3294" y="2994"/>
                  </a:lnTo>
                  <a:lnTo>
                    <a:pt x="2545" y="2246"/>
                  </a:lnTo>
                  <a:lnTo>
                    <a:pt x="1797" y="1497"/>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9" name="Google Shape;1689;p55"/>
            <p:cNvSpPr/>
            <p:nvPr/>
          </p:nvSpPr>
          <p:spPr>
            <a:xfrm>
              <a:off x="4537800" y="1966900"/>
              <a:ext cx="71125" cy="67375"/>
            </a:xfrm>
            <a:custGeom>
              <a:rect b="b" l="l" r="r" t="t"/>
              <a:pathLst>
                <a:path extrusionOk="0" h="2695" w="2845">
                  <a:moveTo>
                    <a:pt x="0" y="1"/>
                  </a:moveTo>
                  <a:lnTo>
                    <a:pt x="0" y="150"/>
                  </a:lnTo>
                  <a:lnTo>
                    <a:pt x="1198" y="1497"/>
                  </a:lnTo>
                  <a:lnTo>
                    <a:pt x="2695" y="2695"/>
                  </a:lnTo>
                  <a:lnTo>
                    <a:pt x="2844" y="2695"/>
                  </a:lnTo>
                  <a:lnTo>
                    <a:pt x="2844" y="2545"/>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0" name="Google Shape;1690;p55"/>
            <p:cNvSpPr/>
            <p:nvPr/>
          </p:nvSpPr>
          <p:spPr>
            <a:xfrm>
              <a:off x="4586450" y="1925750"/>
              <a:ext cx="74850" cy="74850"/>
            </a:xfrm>
            <a:custGeom>
              <a:rect b="b" l="l" r="r" t="t"/>
              <a:pathLst>
                <a:path extrusionOk="0" h="2994" w="2994">
                  <a:moveTo>
                    <a:pt x="0" y="0"/>
                  </a:moveTo>
                  <a:lnTo>
                    <a:pt x="0" y="150"/>
                  </a:lnTo>
                  <a:lnTo>
                    <a:pt x="1347" y="1796"/>
                  </a:lnTo>
                  <a:lnTo>
                    <a:pt x="2096" y="2395"/>
                  </a:lnTo>
                  <a:lnTo>
                    <a:pt x="2994" y="2994"/>
                  </a:lnTo>
                  <a:lnTo>
                    <a:pt x="2994" y="2994"/>
                  </a:lnTo>
                  <a:lnTo>
                    <a:pt x="2395" y="2096"/>
                  </a:lnTo>
                  <a:lnTo>
                    <a:pt x="1647"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1" name="Google Shape;1691;p55"/>
            <p:cNvSpPr/>
            <p:nvPr/>
          </p:nvSpPr>
          <p:spPr>
            <a:xfrm>
              <a:off x="4635100" y="1888325"/>
              <a:ext cx="74850" cy="71125"/>
            </a:xfrm>
            <a:custGeom>
              <a:rect b="b" l="l" r="r" t="t"/>
              <a:pathLst>
                <a:path extrusionOk="0" h="2845" w="2994">
                  <a:moveTo>
                    <a:pt x="150" y="0"/>
                  </a:moveTo>
                  <a:lnTo>
                    <a:pt x="150" y="150"/>
                  </a:lnTo>
                  <a:lnTo>
                    <a:pt x="0" y="150"/>
                  </a:lnTo>
                  <a:lnTo>
                    <a:pt x="1347" y="1647"/>
                  </a:lnTo>
                  <a:lnTo>
                    <a:pt x="2096" y="2245"/>
                  </a:lnTo>
                  <a:lnTo>
                    <a:pt x="2844" y="2844"/>
                  </a:lnTo>
                  <a:lnTo>
                    <a:pt x="2994" y="2844"/>
                  </a:lnTo>
                  <a:lnTo>
                    <a:pt x="2395" y="1946"/>
                  </a:lnTo>
                  <a:lnTo>
                    <a:pt x="1647" y="13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2" name="Google Shape;1692;p55"/>
            <p:cNvSpPr/>
            <p:nvPr/>
          </p:nvSpPr>
          <p:spPr>
            <a:xfrm>
              <a:off x="4683725" y="1847150"/>
              <a:ext cx="71125" cy="71125"/>
            </a:xfrm>
            <a:custGeom>
              <a:rect b="b" l="l" r="r" t="t"/>
              <a:pathLst>
                <a:path extrusionOk="0" h="2845" w="2845">
                  <a:moveTo>
                    <a:pt x="1" y="1"/>
                  </a:moveTo>
                  <a:lnTo>
                    <a:pt x="1" y="150"/>
                  </a:lnTo>
                  <a:lnTo>
                    <a:pt x="1348" y="1647"/>
                  </a:lnTo>
                  <a:lnTo>
                    <a:pt x="1947" y="2246"/>
                  </a:lnTo>
                  <a:lnTo>
                    <a:pt x="2695" y="2845"/>
                  </a:lnTo>
                  <a:lnTo>
                    <a:pt x="2845" y="2845"/>
                  </a:lnTo>
                  <a:lnTo>
                    <a:pt x="2845" y="2695"/>
                  </a:lnTo>
                  <a:lnTo>
                    <a:pt x="2246" y="1947"/>
                  </a:lnTo>
                  <a:lnTo>
                    <a:pt x="1647" y="1348"/>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3" name="Google Shape;1693;p55"/>
            <p:cNvSpPr/>
            <p:nvPr/>
          </p:nvSpPr>
          <p:spPr>
            <a:xfrm>
              <a:off x="4736125" y="1813475"/>
              <a:ext cx="71125" cy="71125"/>
            </a:xfrm>
            <a:custGeom>
              <a:rect b="b" l="l" r="r" t="t"/>
              <a:pathLst>
                <a:path extrusionOk="0" h="2845" w="2845">
                  <a:moveTo>
                    <a:pt x="0" y="1"/>
                  </a:moveTo>
                  <a:lnTo>
                    <a:pt x="1348" y="1497"/>
                  </a:lnTo>
                  <a:lnTo>
                    <a:pt x="1946" y="2246"/>
                  </a:lnTo>
                  <a:lnTo>
                    <a:pt x="2695" y="2845"/>
                  </a:lnTo>
                  <a:lnTo>
                    <a:pt x="2844" y="2845"/>
                  </a:lnTo>
                  <a:lnTo>
                    <a:pt x="2844" y="2695"/>
                  </a:lnTo>
                  <a:lnTo>
                    <a:pt x="2246" y="1947"/>
                  </a:lnTo>
                  <a:lnTo>
                    <a:pt x="1647" y="134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4" name="Google Shape;1694;p55"/>
            <p:cNvSpPr/>
            <p:nvPr/>
          </p:nvSpPr>
          <p:spPr>
            <a:xfrm>
              <a:off x="4784775" y="1776050"/>
              <a:ext cx="56150" cy="56175"/>
            </a:xfrm>
            <a:custGeom>
              <a:rect b="b" l="l" r="r" t="t"/>
              <a:pathLst>
                <a:path extrusionOk="0" h="2247" w="2246">
                  <a:moveTo>
                    <a:pt x="0" y="1"/>
                  </a:moveTo>
                  <a:lnTo>
                    <a:pt x="898" y="1198"/>
                  </a:lnTo>
                  <a:lnTo>
                    <a:pt x="1497" y="1797"/>
                  </a:lnTo>
                  <a:lnTo>
                    <a:pt x="2096" y="2246"/>
                  </a:lnTo>
                  <a:lnTo>
                    <a:pt x="2245" y="2246"/>
                  </a:lnTo>
                  <a:lnTo>
                    <a:pt x="2245" y="2096"/>
                  </a:lnTo>
                  <a:lnTo>
                    <a:pt x="1796" y="1498"/>
                  </a:lnTo>
                  <a:lnTo>
                    <a:pt x="1198" y="8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5" name="Google Shape;1695;p55"/>
            <p:cNvSpPr/>
            <p:nvPr/>
          </p:nvSpPr>
          <p:spPr>
            <a:xfrm>
              <a:off x="4833425" y="1738650"/>
              <a:ext cx="41175" cy="41175"/>
            </a:xfrm>
            <a:custGeom>
              <a:rect b="b" l="l" r="r" t="t"/>
              <a:pathLst>
                <a:path extrusionOk="0" h="1647" w="1647">
                  <a:moveTo>
                    <a:pt x="0" y="0"/>
                  </a:moveTo>
                  <a:lnTo>
                    <a:pt x="748" y="898"/>
                  </a:lnTo>
                  <a:lnTo>
                    <a:pt x="1497" y="1647"/>
                  </a:lnTo>
                  <a:lnTo>
                    <a:pt x="1646" y="1647"/>
                  </a:lnTo>
                  <a:lnTo>
                    <a:pt x="1646" y="149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6" name="Google Shape;1696;p55"/>
            <p:cNvSpPr/>
            <p:nvPr/>
          </p:nvSpPr>
          <p:spPr>
            <a:xfrm>
              <a:off x="4882050" y="1697475"/>
              <a:ext cx="33700" cy="33700"/>
            </a:xfrm>
            <a:custGeom>
              <a:rect b="b" l="l" r="r" t="t"/>
              <a:pathLst>
                <a:path extrusionOk="0" h="1348" w="1348">
                  <a:moveTo>
                    <a:pt x="1" y="1"/>
                  </a:moveTo>
                  <a:lnTo>
                    <a:pt x="450" y="749"/>
                  </a:lnTo>
                  <a:lnTo>
                    <a:pt x="1198" y="1348"/>
                  </a:lnTo>
                  <a:lnTo>
                    <a:pt x="1348" y="1348"/>
                  </a:lnTo>
                  <a:lnTo>
                    <a:pt x="1348" y="1198"/>
                  </a:lnTo>
                  <a:lnTo>
                    <a:pt x="749" y="45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7" name="Google Shape;1697;p55"/>
            <p:cNvSpPr/>
            <p:nvPr/>
          </p:nvSpPr>
          <p:spPr>
            <a:xfrm>
              <a:off x="4930700" y="1660050"/>
              <a:ext cx="37450" cy="33700"/>
            </a:xfrm>
            <a:custGeom>
              <a:rect b="b" l="l" r="r" t="t"/>
              <a:pathLst>
                <a:path extrusionOk="0" h="1348" w="1498">
                  <a:moveTo>
                    <a:pt x="1" y="1"/>
                  </a:moveTo>
                  <a:lnTo>
                    <a:pt x="1" y="151"/>
                  </a:lnTo>
                  <a:lnTo>
                    <a:pt x="599" y="899"/>
                  </a:lnTo>
                  <a:lnTo>
                    <a:pt x="899" y="1198"/>
                  </a:lnTo>
                  <a:lnTo>
                    <a:pt x="1348" y="1348"/>
                  </a:lnTo>
                  <a:lnTo>
                    <a:pt x="1497" y="1348"/>
                  </a:lnTo>
                  <a:lnTo>
                    <a:pt x="1497" y="1198"/>
                  </a:lnTo>
                  <a:lnTo>
                    <a:pt x="1198" y="899"/>
                  </a:lnTo>
                  <a:lnTo>
                    <a:pt x="899"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8" name="Google Shape;1698;p55"/>
            <p:cNvSpPr/>
            <p:nvPr/>
          </p:nvSpPr>
          <p:spPr>
            <a:xfrm>
              <a:off x="4979350" y="1618900"/>
              <a:ext cx="29950" cy="29950"/>
            </a:xfrm>
            <a:custGeom>
              <a:rect b="b" l="l" r="r" t="t"/>
              <a:pathLst>
                <a:path extrusionOk="0" h="1198" w="1198">
                  <a:moveTo>
                    <a:pt x="0" y="0"/>
                  </a:moveTo>
                  <a:lnTo>
                    <a:pt x="0" y="150"/>
                  </a:lnTo>
                  <a:lnTo>
                    <a:pt x="450" y="749"/>
                  </a:lnTo>
                  <a:lnTo>
                    <a:pt x="1048" y="1198"/>
                  </a:lnTo>
                  <a:lnTo>
                    <a:pt x="1198" y="1198"/>
                  </a:lnTo>
                  <a:lnTo>
                    <a:pt x="1198" y="1048"/>
                  </a:lnTo>
                  <a:lnTo>
                    <a:pt x="599" y="449"/>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9" name="Google Shape;1699;p55"/>
            <p:cNvSpPr/>
            <p:nvPr/>
          </p:nvSpPr>
          <p:spPr>
            <a:xfrm>
              <a:off x="3228125" y="2386000"/>
              <a:ext cx="123500" cy="127250"/>
            </a:xfrm>
            <a:custGeom>
              <a:rect b="b" l="l" r="r" t="t"/>
              <a:pathLst>
                <a:path extrusionOk="0" h="5090" w="4940">
                  <a:moveTo>
                    <a:pt x="4790" y="1"/>
                  </a:moveTo>
                  <a:lnTo>
                    <a:pt x="2395" y="2395"/>
                  </a:lnTo>
                  <a:lnTo>
                    <a:pt x="0" y="4940"/>
                  </a:lnTo>
                  <a:lnTo>
                    <a:pt x="0" y="5090"/>
                  </a:lnTo>
                  <a:lnTo>
                    <a:pt x="150" y="5090"/>
                  </a:lnTo>
                  <a:lnTo>
                    <a:pt x="1347" y="3892"/>
                  </a:lnTo>
                  <a:lnTo>
                    <a:pt x="2545" y="2695"/>
                  </a:lnTo>
                  <a:lnTo>
                    <a:pt x="4939" y="150"/>
                  </a:lnTo>
                  <a:lnTo>
                    <a:pt x="49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0" name="Google Shape;1700;p55"/>
            <p:cNvSpPr/>
            <p:nvPr/>
          </p:nvSpPr>
          <p:spPr>
            <a:xfrm>
              <a:off x="3183200" y="2337350"/>
              <a:ext cx="131000" cy="123525"/>
            </a:xfrm>
            <a:custGeom>
              <a:rect b="b" l="l" r="r" t="t"/>
              <a:pathLst>
                <a:path extrusionOk="0" h="4941" w="5240">
                  <a:moveTo>
                    <a:pt x="5090" y="1"/>
                  </a:moveTo>
                  <a:lnTo>
                    <a:pt x="2396" y="2545"/>
                  </a:lnTo>
                  <a:lnTo>
                    <a:pt x="1198" y="3593"/>
                  </a:lnTo>
                  <a:lnTo>
                    <a:pt x="600" y="4192"/>
                  </a:lnTo>
                  <a:lnTo>
                    <a:pt x="1" y="4940"/>
                  </a:lnTo>
                  <a:lnTo>
                    <a:pt x="151" y="4940"/>
                  </a:lnTo>
                  <a:lnTo>
                    <a:pt x="1498" y="3892"/>
                  </a:lnTo>
                  <a:lnTo>
                    <a:pt x="2695" y="2845"/>
                  </a:lnTo>
                  <a:lnTo>
                    <a:pt x="3893" y="1497"/>
                  </a:lnTo>
                  <a:lnTo>
                    <a:pt x="5240" y="150"/>
                  </a:lnTo>
                  <a:lnTo>
                    <a:pt x="52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1" name="Google Shape;1701;p55"/>
            <p:cNvSpPr/>
            <p:nvPr/>
          </p:nvSpPr>
          <p:spPr>
            <a:xfrm>
              <a:off x="3149525" y="2303675"/>
              <a:ext cx="112300" cy="108550"/>
            </a:xfrm>
            <a:custGeom>
              <a:rect b="b" l="l" r="r" t="t"/>
              <a:pathLst>
                <a:path extrusionOk="0" h="4342" w="4492">
                  <a:moveTo>
                    <a:pt x="4341" y="1"/>
                  </a:moveTo>
                  <a:lnTo>
                    <a:pt x="2096" y="1946"/>
                  </a:lnTo>
                  <a:lnTo>
                    <a:pt x="1" y="4192"/>
                  </a:lnTo>
                  <a:lnTo>
                    <a:pt x="1" y="4341"/>
                  </a:lnTo>
                  <a:lnTo>
                    <a:pt x="150" y="4341"/>
                  </a:lnTo>
                  <a:lnTo>
                    <a:pt x="2396" y="2246"/>
                  </a:lnTo>
                  <a:lnTo>
                    <a:pt x="4491" y="150"/>
                  </a:lnTo>
                  <a:lnTo>
                    <a:pt x="44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2" name="Google Shape;1702;p55"/>
            <p:cNvSpPr/>
            <p:nvPr/>
          </p:nvSpPr>
          <p:spPr>
            <a:xfrm>
              <a:off x="3115850" y="2228850"/>
              <a:ext cx="131000" cy="130975"/>
            </a:xfrm>
            <a:custGeom>
              <a:rect b="b" l="l" r="r" t="t"/>
              <a:pathLst>
                <a:path extrusionOk="0" h="5239" w="5240">
                  <a:moveTo>
                    <a:pt x="5090" y="0"/>
                  </a:moveTo>
                  <a:lnTo>
                    <a:pt x="3743" y="1197"/>
                  </a:lnTo>
                  <a:lnTo>
                    <a:pt x="2396" y="2545"/>
                  </a:lnTo>
                  <a:lnTo>
                    <a:pt x="1198" y="3892"/>
                  </a:lnTo>
                  <a:lnTo>
                    <a:pt x="1" y="5089"/>
                  </a:lnTo>
                  <a:lnTo>
                    <a:pt x="1" y="5239"/>
                  </a:lnTo>
                  <a:lnTo>
                    <a:pt x="150" y="5239"/>
                  </a:lnTo>
                  <a:lnTo>
                    <a:pt x="1497" y="4041"/>
                  </a:lnTo>
                  <a:lnTo>
                    <a:pt x="2695" y="2844"/>
                  </a:lnTo>
                  <a:lnTo>
                    <a:pt x="4042" y="1497"/>
                  </a:lnTo>
                  <a:lnTo>
                    <a:pt x="5239" y="150"/>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3" name="Google Shape;1703;p55"/>
            <p:cNvSpPr/>
            <p:nvPr/>
          </p:nvSpPr>
          <p:spPr>
            <a:xfrm>
              <a:off x="3074700" y="2210125"/>
              <a:ext cx="104800" cy="101050"/>
            </a:xfrm>
            <a:custGeom>
              <a:rect b="b" l="l" r="r" t="t"/>
              <a:pathLst>
                <a:path extrusionOk="0" h="4042" w="4192">
                  <a:moveTo>
                    <a:pt x="4042" y="1"/>
                  </a:moveTo>
                  <a:lnTo>
                    <a:pt x="1946" y="1797"/>
                  </a:lnTo>
                  <a:lnTo>
                    <a:pt x="1048" y="2845"/>
                  </a:lnTo>
                  <a:lnTo>
                    <a:pt x="0" y="4042"/>
                  </a:lnTo>
                  <a:lnTo>
                    <a:pt x="150" y="4042"/>
                  </a:lnTo>
                  <a:lnTo>
                    <a:pt x="1198" y="3144"/>
                  </a:lnTo>
                  <a:lnTo>
                    <a:pt x="2245" y="2096"/>
                  </a:lnTo>
                  <a:lnTo>
                    <a:pt x="4191" y="150"/>
                  </a:lnTo>
                  <a:lnTo>
                    <a:pt x="41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4" name="Google Shape;1704;p55"/>
            <p:cNvSpPr/>
            <p:nvPr/>
          </p:nvSpPr>
          <p:spPr>
            <a:xfrm>
              <a:off x="3003600" y="2127800"/>
              <a:ext cx="86075" cy="86100"/>
            </a:xfrm>
            <a:custGeom>
              <a:rect b="b" l="l" r="r" t="t"/>
              <a:pathLst>
                <a:path extrusionOk="0" h="3444" w="3443">
                  <a:moveTo>
                    <a:pt x="3293" y="1"/>
                  </a:moveTo>
                  <a:lnTo>
                    <a:pt x="2395" y="749"/>
                  </a:lnTo>
                  <a:lnTo>
                    <a:pt x="1497" y="1497"/>
                  </a:lnTo>
                  <a:lnTo>
                    <a:pt x="0" y="3294"/>
                  </a:lnTo>
                  <a:lnTo>
                    <a:pt x="0" y="3443"/>
                  </a:lnTo>
                  <a:lnTo>
                    <a:pt x="1796"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5" name="Google Shape;1705;p55"/>
            <p:cNvSpPr/>
            <p:nvPr/>
          </p:nvSpPr>
          <p:spPr>
            <a:xfrm>
              <a:off x="3041025" y="2172700"/>
              <a:ext cx="89825" cy="89850"/>
            </a:xfrm>
            <a:custGeom>
              <a:rect b="b" l="l" r="r" t="t"/>
              <a:pathLst>
                <a:path extrusionOk="0" h="3594" w="3593">
                  <a:moveTo>
                    <a:pt x="3443" y="1"/>
                  </a:moveTo>
                  <a:lnTo>
                    <a:pt x="1647" y="1647"/>
                  </a:lnTo>
                  <a:lnTo>
                    <a:pt x="0" y="3443"/>
                  </a:lnTo>
                  <a:lnTo>
                    <a:pt x="0" y="3593"/>
                  </a:lnTo>
                  <a:lnTo>
                    <a:pt x="1946" y="1947"/>
                  </a:lnTo>
                  <a:lnTo>
                    <a:pt x="3592" y="151"/>
                  </a:lnTo>
                  <a:lnTo>
                    <a:pt x="35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6" name="Google Shape;1706;p55"/>
            <p:cNvSpPr/>
            <p:nvPr/>
          </p:nvSpPr>
          <p:spPr>
            <a:xfrm>
              <a:off x="2962425" y="2086650"/>
              <a:ext cx="78625" cy="78600"/>
            </a:xfrm>
            <a:custGeom>
              <a:rect b="b" l="l" r="r" t="t"/>
              <a:pathLst>
                <a:path extrusionOk="0" h="3144" w="3145">
                  <a:moveTo>
                    <a:pt x="2994" y="0"/>
                  </a:moveTo>
                  <a:lnTo>
                    <a:pt x="2246" y="599"/>
                  </a:lnTo>
                  <a:lnTo>
                    <a:pt x="1049" y="1796"/>
                  </a:lnTo>
                  <a:lnTo>
                    <a:pt x="1" y="2994"/>
                  </a:lnTo>
                  <a:lnTo>
                    <a:pt x="1" y="3143"/>
                  </a:lnTo>
                  <a:lnTo>
                    <a:pt x="151" y="3143"/>
                  </a:lnTo>
                  <a:lnTo>
                    <a:pt x="1797" y="1647"/>
                  </a:lnTo>
                  <a:lnTo>
                    <a:pt x="2545" y="898"/>
                  </a:lnTo>
                  <a:lnTo>
                    <a:pt x="3144" y="150"/>
                  </a:lnTo>
                  <a:lnTo>
                    <a:pt x="31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7" name="Google Shape;1707;p55"/>
            <p:cNvSpPr/>
            <p:nvPr/>
          </p:nvSpPr>
          <p:spPr>
            <a:xfrm>
              <a:off x="2928750" y="2041750"/>
              <a:ext cx="67375" cy="71100"/>
            </a:xfrm>
            <a:custGeom>
              <a:rect b="b" l="l" r="r" t="t"/>
              <a:pathLst>
                <a:path extrusionOk="0" h="2844" w="2695">
                  <a:moveTo>
                    <a:pt x="2545" y="0"/>
                  </a:moveTo>
                  <a:lnTo>
                    <a:pt x="1198" y="1347"/>
                  </a:lnTo>
                  <a:lnTo>
                    <a:pt x="1" y="2694"/>
                  </a:lnTo>
                  <a:lnTo>
                    <a:pt x="1" y="2844"/>
                  </a:lnTo>
                  <a:lnTo>
                    <a:pt x="150" y="2844"/>
                  </a:lnTo>
                  <a:lnTo>
                    <a:pt x="1498" y="1647"/>
                  </a:lnTo>
                  <a:lnTo>
                    <a:pt x="2695" y="150"/>
                  </a:lnTo>
                  <a:lnTo>
                    <a:pt x="269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8" name="Google Shape;1708;p55"/>
            <p:cNvSpPr/>
            <p:nvPr/>
          </p:nvSpPr>
          <p:spPr>
            <a:xfrm>
              <a:off x="2887600" y="1989350"/>
              <a:ext cx="74850" cy="74875"/>
            </a:xfrm>
            <a:custGeom>
              <a:rect b="b" l="l" r="r" t="t"/>
              <a:pathLst>
                <a:path extrusionOk="0" h="2995" w="2994">
                  <a:moveTo>
                    <a:pt x="2994" y="1"/>
                  </a:moveTo>
                  <a:lnTo>
                    <a:pt x="2096" y="599"/>
                  </a:lnTo>
                  <a:lnTo>
                    <a:pt x="1497" y="1348"/>
                  </a:lnTo>
                  <a:lnTo>
                    <a:pt x="0" y="2994"/>
                  </a:lnTo>
                  <a:lnTo>
                    <a:pt x="150" y="2994"/>
                  </a:lnTo>
                  <a:lnTo>
                    <a:pt x="1796" y="1647"/>
                  </a:lnTo>
                  <a:lnTo>
                    <a:pt x="2395" y="899"/>
                  </a:lnTo>
                  <a:lnTo>
                    <a:pt x="2994" y="150"/>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9" name="Google Shape;1709;p55"/>
            <p:cNvSpPr/>
            <p:nvPr/>
          </p:nvSpPr>
          <p:spPr>
            <a:xfrm>
              <a:off x="2853925" y="1944450"/>
              <a:ext cx="67375" cy="71125"/>
            </a:xfrm>
            <a:custGeom>
              <a:rect b="b" l="l" r="r" t="t"/>
              <a:pathLst>
                <a:path extrusionOk="0" h="2845" w="2695">
                  <a:moveTo>
                    <a:pt x="2694" y="0"/>
                  </a:moveTo>
                  <a:lnTo>
                    <a:pt x="1946" y="599"/>
                  </a:lnTo>
                  <a:lnTo>
                    <a:pt x="1198" y="1198"/>
                  </a:lnTo>
                  <a:lnTo>
                    <a:pt x="0" y="2695"/>
                  </a:lnTo>
                  <a:lnTo>
                    <a:pt x="0" y="2844"/>
                  </a:lnTo>
                  <a:lnTo>
                    <a:pt x="1497" y="1497"/>
                  </a:lnTo>
                  <a:lnTo>
                    <a:pt x="2245" y="749"/>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0" name="Google Shape;1710;p55"/>
            <p:cNvSpPr/>
            <p:nvPr/>
          </p:nvSpPr>
          <p:spPr>
            <a:xfrm>
              <a:off x="2809025" y="1899550"/>
              <a:ext cx="71100" cy="71125"/>
            </a:xfrm>
            <a:custGeom>
              <a:rect b="b" l="l" r="r" t="t"/>
              <a:pathLst>
                <a:path extrusionOk="0" h="2845" w="2844">
                  <a:moveTo>
                    <a:pt x="2694" y="0"/>
                  </a:moveTo>
                  <a:lnTo>
                    <a:pt x="1946" y="449"/>
                  </a:lnTo>
                  <a:lnTo>
                    <a:pt x="1347" y="1198"/>
                  </a:lnTo>
                  <a:lnTo>
                    <a:pt x="0" y="2695"/>
                  </a:lnTo>
                  <a:lnTo>
                    <a:pt x="0" y="2844"/>
                  </a:lnTo>
                  <a:lnTo>
                    <a:pt x="150" y="2844"/>
                  </a:lnTo>
                  <a:lnTo>
                    <a:pt x="1647" y="1497"/>
                  </a:lnTo>
                  <a:lnTo>
                    <a:pt x="2245" y="749"/>
                  </a:lnTo>
                  <a:lnTo>
                    <a:pt x="2844" y="150"/>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1" name="Google Shape;1711;p55"/>
            <p:cNvSpPr/>
            <p:nvPr/>
          </p:nvSpPr>
          <p:spPr>
            <a:xfrm>
              <a:off x="2775325" y="1847150"/>
              <a:ext cx="71125" cy="67375"/>
            </a:xfrm>
            <a:custGeom>
              <a:rect b="b" l="l" r="r" t="t"/>
              <a:pathLst>
                <a:path extrusionOk="0" h="2695" w="2845">
                  <a:moveTo>
                    <a:pt x="2695" y="1"/>
                  </a:moveTo>
                  <a:lnTo>
                    <a:pt x="1947" y="450"/>
                  </a:lnTo>
                  <a:lnTo>
                    <a:pt x="1348" y="1198"/>
                  </a:lnTo>
                  <a:lnTo>
                    <a:pt x="1" y="2695"/>
                  </a:lnTo>
                  <a:lnTo>
                    <a:pt x="151" y="2695"/>
                  </a:lnTo>
                  <a:lnTo>
                    <a:pt x="1647" y="1498"/>
                  </a:lnTo>
                  <a:lnTo>
                    <a:pt x="2246" y="749"/>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2" name="Google Shape;1712;p55"/>
            <p:cNvSpPr/>
            <p:nvPr/>
          </p:nvSpPr>
          <p:spPr>
            <a:xfrm>
              <a:off x="2737925" y="1809750"/>
              <a:ext cx="56150" cy="56150"/>
            </a:xfrm>
            <a:custGeom>
              <a:rect b="b" l="l" r="r" t="t"/>
              <a:pathLst>
                <a:path extrusionOk="0" h="2246" w="2246">
                  <a:moveTo>
                    <a:pt x="2096" y="0"/>
                  </a:moveTo>
                  <a:lnTo>
                    <a:pt x="1497" y="449"/>
                  </a:lnTo>
                  <a:lnTo>
                    <a:pt x="898" y="1048"/>
                  </a:lnTo>
                  <a:lnTo>
                    <a:pt x="0" y="2245"/>
                  </a:lnTo>
                  <a:lnTo>
                    <a:pt x="1198" y="1347"/>
                  </a:lnTo>
                  <a:lnTo>
                    <a:pt x="1796" y="748"/>
                  </a:lnTo>
                  <a:lnTo>
                    <a:pt x="2245" y="150"/>
                  </a:lnTo>
                  <a:lnTo>
                    <a:pt x="22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3" name="Google Shape;1713;p55"/>
            <p:cNvSpPr/>
            <p:nvPr/>
          </p:nvSpPr>
          <p:spPr>
            <a:xfrm>
              <a:off x="2700500" y="1776050"/>
              <a:ext cx="41175" cy="41200"/>
            </a:xfrm>
            <a:custGeom>
              <a:rect b="b" l="l" r="r" t="t"/>
              <a:pathLst>
                <a:path extrusionOk="0" h="1648" w="1647">
                  <a:moveTo>
                    <a:pt x="1497" y="1"/>
                  </a:moveTo>
                  <a:lnTo>
                    <a:pt x="599" y="749"/>
                  </a:lnTo>
                  <a:lnTo>
                    <a:pt x="0" y="1647"/>
                  </a:lnTo>
                  <a:lnTo>
                    <a:pt x="0" y="1647"/>
                  </a:lnTo>
                  <a:lnTo>
                    <a:pt x="898" y="1049"/>
                  </a:lnTo>
                  <a:lnTo>
                    <a:pt x="1647" y="151"/>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4" name="Google Shape;1714;p55"/>
            <p:cNvSpPr/>
            <p:nvPr/>
          </p:nvSpPr>
          <p:spPr>
            <a:xfrm>
              <a:off x="2659325" y="1734900"/>
              <a:ext cx="33725" cy="37450"/>
            </a:xfrm>
            <a:custGeom>
              <a:rect b="b" l="l" r="r" t="t"/>
              <a:pathLst>
                <a:path extrusionOk="0" h="1498" w="1349">
                  <a:moveTo>
                    <a:pt x="1198" y="0"/>
                  </a:moveTo>
                  <a:lnTo>
                    <a:pt x="450" y="599"/>
                  </a:lnTo>
                  <a:lnTo>
                    <a:pt x="1" y="1348"/>
                  </a:lnTo>
                  <a:lnTo>
                    <a:pt x="1" y="1497"/>
                  </a:lnTo>
                  <a:lnTo>
                    <a:pt x="151" y="1497"/>
                  </a:lnTo>
                  <a:lnTo>
                    <a:pt x="749" y="899"/>
                  </a:lnTo>
                  <a:lnTo>
                    <a:pt x="134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5" name="Google Shape;1715;p55"/>
            <p:cNvSpPr/>
            <p:nvPr/>
          </p:nvSpPr>
          <p:spPr>
            <a:xfrm>
              <a:off x="2621925" y="1686250"/>
              <a:ext cx="37425" cy="33700"/>
            </a:xfrm>
            <a:custGeom>
              <a:rect b="b" l="l" r="r" t="t"/>
              <a:pathLst>
                <a:path extrusionOk="0" h="1348" w="1497">
                  <a:moveTo>
                    <a:pt x="1347" y="1"/>
                  </a:moveTo>
                  <a:lnTo>
                    <a:pt x="898" y="150"/>
                  </a:lnTo>
                  <a:lnTo>
                    <a:pt x="599" y="450"/>
                  </a:lnTo>
                  <a:lnTo>
                    <a:pt x="0" y="1198"/>
                  </a:lnTo>
                  <a:lnTo>
                    <a:pt x="0" y="1348"/>
                  </a:lnTo>
                  <a:lnTo>
                    <a:pt x="150" y="1348"/>
                  </a:lnTo>
                  <a:lnTo>
                    <a:pt x="898" y="749"/>
                  </a:lnTo>
                  <a:lnTo>
                    <a:pt x="1198" y="450"/>
                  </a:lnTo>
                  <a:lnTo>
                    <a:pt x="14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6" name="Google Shape;1716;p55"/>
            <p:cNvSpPr/>
            <p:nvPr/>
          </p:nvSpPr>
          <p:spPr>
            <a:xfrm>
              <a:off x="2580750" y="1641350"/>
              <a:ext cx="29975" cy="33700"/>
            </a:xfrm>
            <a:custGeom>
              <a:rect b="b" l="l" r="r" t="t"/>
              <a:pathLst>
                <a:path extrusionOk="0" h="1348" w="1199">
                  <a:moveTo>
                    <a:pt x="1048" y="0"/>
                  </a:moveTo>
                  <a:lnTo>
                    <a:pt x="450" y="599"/>
                  </a:lnTo>
                  <a:lnTo>
                    <a:pt x="1" y="1198"/>
                  </a:lnTo>
                  <a:lnTo>
                    <a:pt x="1" y="1348"/>
                  </a:lnTo>
                  <a:lnTo>
                    <a:pt x="150" y="1348"/>
                  </a:lnTo>
                  <a:lnTo>
                    <a:pt x="749" y="749"/>
                  </a:lnTo>
                  <a:lnTo>
                    <a:pt x="119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7" name="Google Shape;1717;p55"/>
            <p:cNvSpPr/>
            <p:nvPr/>
          </p:nvSpPr>
          <p:spPr>
            <a:xfrm>
              <a:off x="4268375" y="3201750"/>
              <a:ext cx="123500" cy="127250"/>
            </a:xfrm>
            <a:custGeom>
              <a:rect b="b" l="l" r="r" t="t"/>
              <a:pathLst>
                <a:path extrusionOk="0" h="5090" w="4940">
                  <a:moveTo>
                    <a:pt x="4940" y="0"/>
                  </a:moveTo>
                  <a:lnTo>
                    <a:pt x="3593" y="1198"/>
                  </a:lnTo>
                  <a:lnTo>
                    <a:pt x="2395" y="2395"/>
                  </a:lnTo>
                  <a:lnTo>
                    <a:pt x="1" y="4940"/>
                  </a:lnTo>
                  <a:lnTo>
                    <a:pt x="1" y="5090"/>
                  </a:lnTo>
                  <a:lnTo>
                    <a:pt x="150" y="5090"/>
                  </a:lnTo>
                  <a:lnTo>
                    <a:pt x="2695" y="2695"/>
                  </a:lnTo>
                  <a:lnTo>
                    <a:pt x="4940" y="150"/>
                  </a:lnTo>
                  <a:lnTo>
                    <a:pt x="49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8" name="Google Shape;1718;p55"/>
            <p:cNvSpPr/>
            <p:nvPr/>
          </p:nvSpPr>
          <p:spPr>
            <a:xfrm>
              <a:off x="4309550" y="3250400"/>
              <a:ext cx="127250" cy="127250"/>
            </a:xfrm>
            <a:custGeom>
              <a:rect b="b" l="l" r="r" t="t"/>
              <a:pathLst>
                <a:path extrusionOk="0" h="5090" w="5090">
                  <a:moveTo>
                    <a:pt x="4939" y="0"/>
                  </a:moveTo>
                  <a:lnTo>
                    <a:pt x="3742" y="1048"/>
                  </a:lnTo>
                  <a:lnTo>
                    <a:pt x="2545" y="2245"/>
                  </a:lnTo>
                  <a:lnTo>
                    <a:pt x="1197" y="3593"/>
                  </a:lnTo>
                  <a:lnTo>
                    <a:pt x="0" y="4940"/>
                  </a:lnTo>
                  <a:lnTo>
                    <a:pt x="0" y="5089"/>
                  </a:lnTo>
                  <a:lnTo>
                    <a:pt x="150" y="5089"/>
                  </a:lnTo>
                  <a:lnTo>
                    <a:pt x="2844" y="2545"/>
                  </a:lnTo>
                  <a:lnTo>
                    <a:pt x="4041" y="1497"/>
                  </a:lnTo>
                  <a:lnTo>
                    <a:pt x="4640" y="898"/>
                  </a:lnTo>
                  <a:lnTo>
                    <a:pt x="5089" y="1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9" name="Google Shape;1719;p55"/>
            <p:cNvSpPr/>
            <p:nvPr/>
          </p:nvSpPr>
          <p:spPr>
            <a:xfrm>
              <a:off x="4361925" y="3302775"/>
              <a:ext cx="108550" cy="108550"/>
            </a:xfrm>
            <a:custGeom>
              <a:rect b="b" l="l" r="r" t="t"/>
              <a:pathLst>
                <a:path extrusionOk="0" h="4342" w="4342">
                  <a:moveTo>
                    <a:pt x="4341" y="1"/>
                  </a:moveTo>
                  <a:lnTo>
                    <a:pt x="2096" y="2096"/>
                  </a:lnTo>
                  <a:lnTo>
                    <a:pt x="1" y="4192"/>
                  </a:lnTo>
                  <a:lnTo>
                    <a:pt x="1" y="4341"/>
                  </a:lnTo>
                  <a:lnTo>
                    <a:pt x="150" y="4341"/>
                  </a:lnTo>
                  <a:lnTo>
                    <a:pt x="2246" y="2396"/>
                  </a:lnTo>
                  <a:lnTo>
                    <a:pt x="4341" y="150"/>
                  </a:lnTo>
                  <a:lnTo>
                    <a:pt x="434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0" name="Google Shape;1720;p55"/>
            <p:cNvSpPr/>
            <p:nvPr/>
          </p:nvSpPr>
          <p:spPr>
            <a:xfrm>
              <a:off x="4376900" y="3355175"/>
              <a:ext cx="131000" cy="127250"/>
            </a:xfrm>
            <a:custGeom>
              <a:rect b="b" l="l" r="r" t="t"/>
              <a:pathLst>
                <a:path extrusionOk="0" h="5090" w="5240">
                  <a:moveTo>
                    <a:pt x="5089" y="0"/>
                  </a:moveTo>
                  <a:lnTo>
                    <a:pt x="3742" y="1198"/>
                  </a:lnTo>
                  <a:lnTo>
                    <a:pt x="2395" y="2395"/>
                  </a:lnTo>
                  <a:lnTo>
                    <a:pt x="1198" y="3593"/>
                  </a:lnTo>
                  <a:lnTo>
                    <a:pt x="0" y="4940"/>
                  </a:lnTo>
                  <a:lnTo>
                    <a:pt x="0" y="5089"/>
                  </a:lnTo>
                  <a:lnTo>
                    <a:pt x="150" y="5089"/>
                  </a:lnTo>
                  <a:lnTo>
                    <a:pt x="1497" y="3892"/>
                  </a:lnTo>
                  <a:lnTo>
                    <a:pt x="2694" y="2694"/>
                  </a:lnTo>
                  <a:lnTo>
                    <a:pt x="4042" y="1347"/>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1" name="Google Shape;1721;p55"/>
            <p:cNvSpPr/>
            <p:nvPr/>
          </p:nvSpPr>
          <p:spPr>
            <a:xfrm>
              <a:off x="4440500" y="3403825"/>
              <a:ext cx="104800" cy="101050"/>
            </a:xfrm>
            <a:custGeom>
              <a:rect b="b" l="l" r="r" t="t"/>
              <a:pathLst>
                <a:path extrusionOk="0" h="4042" w="4192">
                  <a:moveTo>
                    <a:pt x="4042" y="0"/>
                  </a:moveTo>
                  <a:lnTo>
                    <a:pt x="2994" y="898"/>
                  </a:lnTo>
                  <a:lnTo>
                    <a:pt x="1947" y="1796"/>
                  </a:lnTo>
                  <a:lnTo>
                    <a:pt x="1" y="3892"/>
                  </a:lnTo>
                  <a:lnTo>
                    <a:pt x="1" y="4041"/>
                  </a:lnTo>
                  <a:lnTo>
                    <a:pt x="150" y="4041"/>
                  </a:lnTo>
                  <a:lnTo>
                    <a:pt x="2246" y="2096"/>
                  </a:lnTo>
                  <a:lnTo>
                    <a:pt x="3294" y="1048"/>
                  </a:lnTo>
                  <a:lnTo>
                    <a:pt x="41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2" name="Google Shape;1722;p55"/>
            <p:cNvSpPr/>
            <p:nvPr/>
          </p:nvSpPr>
          <p:spPr>
            <a:xfrm>
              <a:off x="4534050" y="3501100"/>
              <a:ext cx="86100" cy="86100"/>
            </a:xfrm>
            <a:custGeom>
              <a:rect b="b" l="l" r="r" t="t"/>
              <a:pathLst>
                <a:path extrusionOk="0" h="3444" w="3444">
                  <a:moveTo>
                    <a:pt x="3294" y="1"/>
                  </a:moveTo>
                  <a:lnTo>
                    <a:pt x="1498" y="1498"/>
                  </a:lnTo>
                  <a:lnTo>
                    <a:pt x="1" y="3294"/>
                  </a:lnTo>
                  <a:lnTo>
                    <a:pt x="1" y="3443"/>
                  </a:lnTo>
                  <a:lnTo>
                    <a:pt x="150" y="3443"/>
                  </a:lnTo>
                  <a:lnTo>
                    <a:pt x="1049" y="2695"/>
                  </a:lnTo>
                  <a:lnTo>
                    <a:pt x="1947"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3" name="Google Shape;1723;p55"/>
            <p:cNvSpPr/>
            <p:nvPr/>
          </p:nvSpPr>
          <p:spPr>
            <a:xfrm>
              <a:off x="4492900" y="3452450"/>
              <a:ext cx="89825" cy="89850"/>
            </a:xfrm>
            <a:custGeom>
              <a:rect b="b" l="l" r="r" t="t"/>
              <a:pathLst>
                <a:path extrusionOk="0" h="3594" w="3593">
                  <a:moveTo>
                    <a:pt x="3443" y="1"/>
                  </a:moveTo>
                  <a:lnTo>
                    <a:pt x="1647" y="1647"/>
                  </a:lnTo>
                  <a:lnTo>
                    <a:pt x="0" y="3444"/>
                  </a:lnTo>
                  <a:lnTo>
                    <a:pt x="0" y="3593"/>
                  </a:lnTo>
                  <a:lnTo>
                    <a:pt x="150" y="3593"/>
                  </a:lnTo>
                  <a:lnTo>
                    <a:pt x="1946" y="1947"/>
                  </a:lnTo>
                  <a:lnTo>
                    <a:pt x="3593" y="151"/>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4" name="Google Shape;1724;p55"/>
            <p:cNvSpPr/>
            <p:nvPr/>
          </p:nvSpPr>
          <p:spPr>
            <a:xfrm>
              <a:off x="4578950" y="3549750"/>
              <a:ext cx="78625" cy="78600"/>
            </a:xfrm>
            <a:custGeom>
              <a:rect b="b" l="l" r="r" t="t"/>
              <a:pathLst>
                <a:path extrusionOk="0" h="3144" w="3145">
                  <a:moveTo>
                    <a:pt x="3144" y="1"/>
                  </a:moveTo>
                  <a:lnTo>
                    <a:pt x="1498" y="1497"/>
                  </a:lnTo>
                  <a:lnTo>
                    <a:pt x="749" y="2246"/>
                  </a:lnTo>
                  <a:lnTo>
                    <a:pt x="1" y="2994"/>
                  </a:lnTo>
                  <a:lnTo>
                    <a:pt x="1" y="3144"/>
                  </a:lnTo>
                  <a:lnTo>
                    <a:pt x="151" y="3144"/>
                  </a:lnTo>
                  <a:lnTo>
                    <a:pt x="450" y="2994"/>
                  </a:lnTo>
                  <a:lnTo>
                    <a:pt x="1947" y="1647"/>
                  </a:lnTo>
                  <a:lnTo>
                    <a:pt x="3144" y="150"/>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5" name="Google Shape;1725;p55"/>
            <p:cNvSpPr/>
            <p:nvPr/>
          </p:nvSpPr>
          <p:spPr>
            <a:xfrm>
              <a:off x="4623875" y="3598400"/>
              <a:ext cx="71100" cy="74850"/>
            </a:xfrm>
            <a:custGeom>
              <a:rect b="b" l="l" r="r" t="t"/>
              <a:pathLst>
                <a:path extrusionOk="0" h="2994" w="2844">
                  <a:moveTo>
                    <a:pt x="2694" y="0"/>
                  </a:moveTo>
                  <a:lnTo>
                    <a:pt x="1197" y="1347"/>
                  </a:lnTo>
                  <a:lnTo>
                    <a:pt x="0" y="2695"/>
                  </a:lnTo>
                  <a:lnTo>
                    <a:pt x="0" y="2994"/>
                  </a:lnTo>
                  <a:lnTo>
                    <a:pt x="150" y="2994"/>
                  </a:lnTo>
                  <a:lnTo>
                    <a:pt x="1647" y="1647"/>
                  </a:lnTo>
                  <a:lnTo>
                    <a:pt x="2844"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6" name="Google Shape;1726;p55"/>
            <p:cNvSpPr/>
            <p:nvPr/>
          </p:nvSpPr>
          <p:spPr>
            <a:xfrm>
              <a:off x="4657550" y="3650775"/>
              <a:ext cx="74850" cy="74875"/>
            </a:xfrm>
            <a:custGeom>
              <a:rect b="b" l="l" r="r" t="t"/>
              <a:pathLst>
                <a:path extrusionOk="0" h="2995" w="2994">
                  <a:moveTo>
                    <a:pt x="2844" y="1"/>
                  </a:moveTo>
                  <a:lnTo>
                    <a:pt x="1347" y="1348"/>
                  </a:lnTo>
                  <a:lnTo>
                    <a:pt x="599" y="2096"/>
                  </a:lnTo>
                  <a:lnTo>
                    <a:pt x="0" y="2845"/>
                  </a:lnTo>
                  <a:lnTo>
                    <a:pt x="0" y="2994"/>
                  </a:lnTo>
                  <a:lnTo>
                    <a:pt x="150" y="2994"/>
                  </a:lnTo>
                  <a:lnTo>
                    <a:pt x="898" y="2396"/>
                  </a:lnTo>
                  <a:lnTo>
                    <a:pt x="1647" y="1647"/>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7" name="Google Shape;1727;p55"/>
            <p:cNvSpPr/>
            <p:nvPr/>
          </p:nvSpPr>
          <p:spPr>
            <a:xfrm>
              <a:off x="4698700" y="3699425"/>
              <a:ext cx="71125" cy="71125"/>
            </a:xfrm>
            <a:custGeom>
              <a:rect b="b" l="l" r="r" t="t"/>
              <a:pathLst>
                <a:path extrusionOk="0" h="2845" w="2845">
                  <a:moveTo>
                    <a:pt x="2695" y="1"/>
                  </a:moveTo>
                  <a:lnTo>
                    <a:pt x="1348" y="1348"/>
                  </a:lnTo>
                  <a:lnTo>
                    <a:pt x="599" y="1947"/>
                  </a:lnTo>
                  <a:lnTo>
                    <a:pt x="1" y="2845"/>
                  </a:lnTo>
                  <a:lnTo>
                    <a:pt x="150" y="2845"/>
                  </a:lnTo>
                  <a:lnTo>
                    <a:pt x="899" y="2246"/>
                  </a:lnTo>
                  <a:lnTo>
                    <a:pt x="1497" y="1647"/>
                  </a:lnTo>
                  <a:lnTo>
                    <a:pt x="2845" y="150"/>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8" name="Google Shape;1728;p55"/>
            <p:cNvSpPr/>
            <p:nvPr/>
          </p:nvSpPr>
          <p:spPr>
            <a:xfrm>
              <a:off x="4739875" y="3744325"/>
              <a:ext cx="74850" cy="71125"/>
            </a:xfrm>
            <a:custGeom>
              <a:rect b="b" l="l" r="r" t="t"/>
              <a:pathLst>
                <a:path extrusionOk="0" h="2845" w="2994">
                  <a:moveTo>
                    <a:pt x="2844" y="1"/>
                  </a:moveTo>
                  <a:lnTo>
                    <a:pt x="1347" y="1348"/>
                  </a:lnTo>
                  <a:lnTo>
                    <a:pt x="599" y="1947"/>
                  </a:lnTo>
                  <a:lnTo>
                    <a:pt x="0" y="2695"/>
                  </a:lnTo>
                  <a:lnTo>
                    <a:pt x="150" y="2845"/>
                  </a:lnTo>
                  <a:lnTo>
                    <a:pt x="898" y="2396"/>
                  </a:lnTo>
                  <a:lnTo>
                    <a:pt x="1647" y="1647"/>
                  </a:lnTo>
                  <a:lnTo>
                    <a:pt x="2994" y="151"/>
                  </a:lnTo>
                  <a:lnTo>
                    <a:pt x="28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9" name="Google Shape;1729;p55"/>
            <p:cNvSpPr/>
            <p:nvPr/>
          </p:nvSpPr>
          <p:spPr>
            <a:xfrm>
              <a:off x="4777275" y="3800475"/>
              <a:ext cx="71125" cy="67375"/>
            </a:xfrm>
            <a:custGeom>
              <a:rect b="b" l="l" r="r" t="t"/>
              <a:pathLst>
                <a:path extrusionOk="0" h="2695" w="2845">
                  <a:moveTo>
                    <a:pt x="2695" y="0"/>
                  </a:moveTo>
                  <a:lnTo>
                    <a:pt x="1198" y="1197"/>
                  </a:lnTo>
                  <a:lnTo>
                    <a:pt x="600" y="1946"/>
                  </a:lnTo>
                  <a:lnTo>
                    <a:pt x="1" y="2545"/>
                  </a:lnTo>
                  <a:lnTo>
                    <a:pt x="1" y="2694"/>
                  </a:lnTo>
                  <a:lnTo>
                    <a:pt x="151" y="2694"/>
                  </a:lnTo>
                  <a:lnTo>
                    <a:pt x="749" y="2245"/>
                  </a:lnTo>
                  <a:lnTo>
                    <a:pt x="1498" y="149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0" name="Google Shape;1730;p55"/>
            <p:cNvSpPr/>
            <p:nvPr/>
          </p:nvSpPr>
          <p:spPr>
            <a:xfrm>
              <a:off x="4829675" y="3845375"/>
              <a:ext cx="56150" cy="59875"/>
            </a:xfrm>
            <a:custGeom>
              <a:rect b="b" l="l" r="r" t="t"/>
              <a:pathLst>
                <a:path extrusionOk="0" h="2395" w="2246">
                  <a:moveTo>
                    <a:pt x="2096" y="0"/>
                  </a:moveTo>
                  <a:lnTo>
                    <a:pt x="898" y="1048"/>
                  </a:lnTo>
                  <a:lnTo>
                    <a:pt x="449" y="1647"/>
                  </a:lnTo>
                  <a:lnTo>
                    <a:pt x="0" y="2245"/>
                  </a:lnTo>
                  <a:lnTo>
                    <a:pt x="0" y="2395"/>
                  </a:lnTo>
                  <a:lnTo>
                    <a:pt x="749" y="1946"/>
                  </a:lnTo>
                  <a:lnTo>
                    <a:pt x="1198" y="1347"/>
                  </a:lnTo>
                  <a:lnTo>
                    <a:pt x="2246" y="150"/>
                  </a:lnTo>
                  <a:lnTo>
                    <a:pt x="22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1" name="Google Shape;1731;p55"/>
            <p:cNvSpPr/>
            <p:nvPr/>
          </p:nvSpPr>
          <p:spPr>
            <a:xfrm>
              <a:off x="4882050" y="3897750"/>
              <a:ext cx="41200" cy="41200"/>
            </a:xfrm>
            <a:custGeom>
              <a:rect b="b" l="l" r="r" t="t"/>
              <a:pathLst>
                <a:path extrusionOk="0" h="1648" w="1648">
                  <a:moveTo>
                    <a:pt x="1498" y="1"/>
                  </a:moveTo>
                  <a:lnTo>
                    <a:pt x="749" y="599"/>
                  </a:lnTo>
                  <a:lnTo>
                    <a:pt x="1" y="1497"/>
                  </a:lnTo>
                  <a:lnTo>
                    <a:pt x="1" y="1647"/>
                  </a:lnTo>
                  <a:lnTo>
                    <a:pt x="151" y="1647"/>
                  </a:lnTo>
                  <a:lnTo>
                    <a:pt x="899" y="899"/>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2" name="Google Shape;1732;p55"/>
            <p:cNvSpPr/>
            <p:nvPr/>
          </p:nvSpPr>
          <p:spPr>
            <a:xfrm>
              <a:off x="4926950" y="3942650"/>
              <a:ext cx="37450" cy="37450"/>
            </a:xfrm>
            <a:custGeom>
              <a:rect b="b" l="l" r="r" t="t"/>
              <a:pathLst>
                <a:path extrusionOk="0" h="1498" w="1498">
                  <a:moveTo>
                    <a:pt x="1348" y="1"/>
                  </a:moveTo>
                  <a:lnTo>
                    <a:pt x="600" y="600"/>
                  </a:lnTo>
                  <a:lnTo>
                    <a:pt x="1" y="1348"/>
                  </a:lnTo>
                  <a:lnTo>
                    <a:pt x="151" y="1348"/>
                  </a:lnTo>
                  <a:lnTo>
                    <a:pt x="300" y="1498"/>
                  </a:lnTo>
                  <a:lnTo>
                    <a:pt x="899" y="899"/>
                  </a:lnTo>
                  <a:lnTo>
                    <a:pt x="1498" y="150"/>
                  </a:lnTo>
                  <a:lnTo>
                    <a:pt x="149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3" name="Google Shape;1733;p55"/>
            <p:cNvSpPr/>
            <p:nvPr/>
          </p:nvSpPr>
          <p:spPr>
            <a:xfrm>
              <a:off x="4964375" y="3995050"/>
              <a:ext cx="37450" cy="33700"/>
            </a:xfrm>
            <a:custGeom>
              <a:rect b="b" l="l" r="r" t="t"/>
              <a:pathLst>
                <a:path extrusionOk="0" h="1348" w="1498">
                  <a:moveTo>
                    <a:pt x="1348" y="0"/>
                  </a:moveTo>
                  <a:lnTo>
                    <a:pt x="599" y="599"/>
                  </a:lnTo>
                  <a:lnTo>
                    <a:pt x="300" y="898"/>
                  </a:lnTo>
                  <a:lnTo>
                    <a:pt x="1" y="1198"/>
                  </a:lnTo>
                  <a:lnTo>
                    <a:pt x="1" y="1347"/>
                  </a:lnTo>
                  <a:lnTo>
                    <a:pt x="150" y="1347"/>
                  </a:lnTo>
                  <a:lnTo>
                    <a:pt x="599" y="1198"/>
                  </a:lnTo>
                  <a:lnTo>
                    <a:pt x="899" y="749"/>
                  </a:lnTo>
                  <a:lnTo>
                    <a:pt x="149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4" name="Google Shape;1734;p55"/>
            <p:cNvSpPr/>
            <p:nvPr/>
          </p:nvSpPr>
          <p:spPr>
            <a:xfrm>
              <a:off x="5009275" y="4039950"/>
              <a:ext cx="33725" cy="29950"/>
            </a:xfrm>
            <a:custGeom>
              <a:rect b="b" l="l" r="r" t="t"/>
              <a:pathLst>
                <a:path extrusionOk="0" h="1198" w="1349">
                  <a:moveTo>
                    <a:pt x="1198" y="0"/>
                  </a:moveTo>
                  <a:lnTo>
                    <a:pt x="600" y="599"/>
                  </a:lnTo>
                  <a:lnTo>
                    <a:pt x="1" y="1048"/>
                  </a:lnTo>
                  <a:lnTo>
                    <a:pt x="1" y="1198"/>
                  </a:lnTo>
                  <a:lnTo>
                    <a:pt x="151" y="1198"/>
                  </a:lnTo>
                  <a:lnTo>
                    <a:pt x="749" y="749"/>
                  </a:lnTo>
                  <a:lnTo>
                    <a:pt x="134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5" name="Google Shape;1735;p55"/>
            <p:cNvSpPr/>
            <p:nvPr/>
          </p:nvSpPr>
          <p:spPr>
            <a:xfrm>
              <a:off x="3344125" y="3328975"/>
              <a:ext cx="127250" cy="123500"/>
            </a:xfrm>
            <a:custGeom>
              <a:rect b="b" l="l" r="r" t="t"/>
              <a:pathLst>
                <a:path extrusionOk="0" h="4940" w="5090">
                  <a:moveTo>
                    <a:pt x="0" y="1"/>
                  </a:moveTo>
                  <a:lnTo>
                    <a:pt x="0" y="150"/>
                  </a:lnTo>
                  <a:lnTo>
                    <a:pt x="2395" y="2695"/>
                  </a:lnTo>
                  <a:lnTo>
                    <a:pt x="4939" y="4940"/>
                  </a:lnTo>
                  <a:lnTo>
                    <a:pt x="5089" y="4940"/>
                  </a:lnTo>
                  <a:lnTo>
                    <a:pt x="3892" y="3593"/>
                  </a:lnTo>
                  <a:lnTo>
                    <a:pt x="2694" y="2395"/>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6" name="Google Shape;1736;p55"/>
            <p:cNvSpPr/>
            <p:nvPr/>
          </p:nvSpPr>
          <p:spPr>
            <a:xfrm>
              <a:off x="3295475" y="3370125"/>
              <a:ext cx="123500" cy="127275"/>
            </a:xfrm>
            <a:custGeom>
              <a:rect b="b" l="l" r="r" t="t"/>
              <a:pathLst>
                <a:path extrusionOk="0" h="5091" w="4940">
                  <a:moveTo>
                    <a:pt x="0" y="1"/>
                  </a:moveTo>
                  <a:lnTo>
                    <a:pt x="0" y="151"/>
                  </a:lnTo>
                  <a:lnTo>
                    <a:pt x="2545" y="2845"/>
                  </a:lnTo>
                  <a:lnTo>
                    <a:pt x="3593" y="4042"/>
                  </a:lnTo>
                  <a:lnTo>
                    <a:pt x="4191" y="4641"/>
                  </a:lnTo>
                  <a:lnTo>
                    <a:pt x="4940" y="5090"/>
                  </a:lnTo>
                  <a:lnTo>
                    <a:pt x="4940" y="4940"/>
                  </a:lnTo>
                  <a:lnTo>
                    <a:pt x="3892" y="3743"/>
                  </a:lnTo>
                  <a:lnTo>
                    <a:pt x="2844" y="2546"/>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7" name="Google Shape;1737;p55"/>
            <p:cNvSpPr/>
            <p:nvPr/>
          </p:nvSpPr>
          <p:spPr>
            <a:xfrm>
              <a:off x="3261800" y="3422525"/>
              <a:ext cx="108525" cy="108550"/>
            </a:xfrm>
            <a:custGeom>
              <a:rect b="b" l="l" r="r" t="t"/>
              <a:pathLst>
                <a:path extrusionOk="0" h="4342" w="4341">
                  <a:moveTo>
                    <a:pt x="0" y="0"/>
                  </a:moveTo>
                  <a:lnTo>
                    <a:pt x="0" y="150"/>
                  </a:lnTo>
                  <a:lnTo>
                    <a:pt x="1946" y="2246"/>
                  </a:lnTo>
                  <a:lnTo>
                    <a:pt x="4191" y="4341"/>
                  </a:lnTo>
                  <a:lnTo>
                    <a:pt x="4341" y="4341"/>
                  </a:lnTo>
                  <a:lnTo>
                    <a:pt x="4341" y="4191"/>
                  </a:lnTo>
                  <a:lnTo>
                    <a:pt x="2245" y="2096"/>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8" name="Google Shape;1738;p55"/>
            <p:cNvSpPr/>
            <p:nvPr/>
          </p:nvSpPr>
          <p:spPr>
            <a:xfrm>
              <a:off x="3190700" y="3437500"/>
              <a:ext cx="127250" cy="130975"/>
            </a:xfrm>
            <a:custGeom>
              <a:rect b="b" l="l" r="r" t="t"/>
              <a:pathLst>
                <a:path extrusionOk="0" h="5239" w="5090">
                  <a:moveTo>
                    <a:pt x="0" y="0"/>
                  </a:moveTo>
                  <a:lnTo>
                    <a:pt x="0" y="150"/>
                  </a:lnTo>
                  <a:lnTo>
                    <a:pt x="1198" y="1497"/>
                  </a:lnTo>
                  <a:lnTo>
                    <a:pt x="2395" y="2694"/>
                  </a:lnTo>
                  <a:lnTo>
                    <a:pt x="3742" y="4042"/>
                  </a:lnTo>
                  <a:lnTo>
                    <a:pt x="5089" y="5239"/>
                  </a:lnTo>
                  <a:lnTo>
                    <a:pt x="5089" y="5089"/>
                  </a:lnTo>
                  <a:lnTo>
                    <a:pt x="3892" y="3742"/>
                  </a:lnTo>
                  <a:lnTo>
                    <a:pt x="2694" y="2395"/>
                  </a:lnTo>
                  <a:lnTo>
                    <a:pt x="134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9" name="Google Shape;1739;p55"/>
            <p:cNvSpPr/>
            <p:nvPr/>
          </p:nvSpPr>
          <p:spPr>
            <a:xfrm>
              <a:off x="3168250" y="3501100"/>
              <a:ext cx="101050" cy="104800"/>
            </a:xfrm>
            <a:custGeom>
              <a:rect b="b" l="l" r="r" t="t"/>
              <a:pathLst>
                <a:path extrusionOk="0" h="4192" w="4042">
                  <a:moveTo>
                    <a:pt x="0" y="1"/>
                  </a:moveTo>
                  <a:lnTo>
                    <a:pt x="0" y="150"/>
                  </a:lnTo>
                  <a:lnTo>
                    <a:pt x="1946" y="2246"/>
                  </a:lnTo>
                  <a:lnTo>
                    <a:pt x="2844" y="3294"/>
                  </a:lnTo>
                  <a:lnTo>
                    <a:pt x="4041" y="4192"/>
                  </a:lnTo>
                  <a:lnTo>
                    <a:pt x="4041" y="4042"/>
                  </a:lnTo>
                  <a:lnTo>
                    <a:pt x="3143" y="2994"/>
                  </a:lnTo>
                  <a:lnTo>
                    <a:pt x="2245" y="19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0" name="Google Shape;1740;p55"/>
            <p:cNvSpPr/>
            <p:nvPr/>
          </p:nvSpPr>
          <p:spPr>
            <a:xfrm>
              <a:off x="3085925" y="3594650"/>
              <a:ext cx="86075" cy="86100"/>
            </a:xfrm>
            <a:custGeom>
              <a:rect b="b" l="l" r="r" t="t"/>
              <a:pathLst>
                <a:path extrusionOk="0" h="3444" w="3443">
                  <a:moveTo>
                    <a:pt x="0" y="1"/>
                  </a:moveTo>
                  <a:lnTo>
                    <a:pt x="0" y="150"/>
                  </a:lnTo>
                  <a:lnTo>
                    <a:pt x="749" y="1048"/>
                  </a:lnTo>
                  <a:lnTo>
                    <a:pt x="1497" y="1947"/>
                  </a:lnTo>
                  <a:lnTo>
                    <a:pt x="3443" y="3443"/>
                  </a:lnTo>
                  <a:lnTo>
                    <a:pt x="3443" y="3294"/>
                  </a:lnTo>
                  <a:lnTo>
                    <a:pt x="1946" y="149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1" name="Google Shape;1741;p55"/>
            <p:cNvSpPr/>
            <p:nvPr/>
          </p:nvSpPr>
          <p:spPr>
            <a:xfrm>
              <a:off x="3130825" y="3553500"/>
              <a:ext cx="89825" cy="89825"/>
            </a:xfrm>
            <a:custGeom>
              <a:rect b="b" l="l" r="r" t="t"/>
              <a:pathLst>
                <a:path extrusionOk="0" h="3593" w="3593">
                  <a:moveTo>
                    <a:pt x="0" y="0"/>
                  </a:moveTo>
                  <a:lnTo>
                    <a:pt x="0" y="150"/>
                  </a:lnTo>
                  <a:lnTo>
                    <a:pt x="1647" y="1946"/>
                  </a:lnTo>
                  <a:lnTo>
                    <a:pt x="3443" y="3593"/>
                  </a:lnTo>
                  <a:lnTo>
                    <a:pt x="3593" y="3593"/>
                  </a:lnTo>
                  <a:lnTo>
                    <a:pt x="3593" y="3443"/>
                  </a:lnTo>
                  <a:lnTo>
                    <a:pt x="1946" y="16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2" name="Google Shape;1742;p55"/>
            <p:cNvSpPr/>
            <p:nvPr/>
          </p:nvSpPr>
          <p:spPr>
            <a:xfrm>
              <a:off x="3044750" y="3639550"/>
              <a:ext cx="78625" cy="78625"/>
            </a:xfrm>
            <a:custGeom>
              <a:rect b="b" l="l" r="r" t="t"/>
              <a:pathLst>
                <a:path extrusionOk="0" h="3145" w="3145">
                  <a:moveTo>
                    <a:pt x="1" y="1"/>
                  </a:moveTo>
                  <a:lnTo>
                    <a:pt x="1" y="151"/>
                  </a:lnTo>
                  <a:lnTo>
                    <a:pt x="599" y="1049"/>
                  </a:lnTo>
                  <a:lnTo>
                    <a:pt x="1348" y="1797"/>
                  </a:lnTo>
                  <a:lnTo>
                    <a:pt x="2994" y="3144"/>
                  </a:lnTo>
                  <a:lnTo>
                    <a:pt x="3144" y="3144"/>
                  </a:lnTo>
                  <a:lnTo>
                    <a:pt x="2096" y="1797"/>
                  </a:lnTo>
                  <a:lnTo>
                    <a:pt x="1049" y="8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3" name="Google Shape;1743;p55"/>
            <p:cNvSpPr/>
            <p:nvPr/>
          </p:nvSpPr>
          <p:spPr>
            <a:xfrm>
              <a:off x="2999850" y="3684450"/>
              <a:ext cx="71125" cy="71125"/>
            </a:xfrm>
            <a:custGeom>
              <a:rect b="b" l="l" r="r" t="t"/>
              <a:pathLst>
                <a:path extrusionOk="0" h="2845" w="2845">
                  <a:moveTo>
                    <a:pt x="1" y="1"/>
                  </a:moveTo>
                  <a:lnTo>
                    <a:pt x="1" y="151"/>
                  </a:lnTo>
                  <a:lnTo>
                    <a:pt x="1348" y="1647"/>
                  </a:lnTo>
                  <a:lnTo>
                    <a:pt x="2845" y="2845"/>
                  </a:lnTo>
                  <a:lnTo>
                    <a:pt x="2845" y="2695"/>
                  </a:lnTo>
                  <a:lnTo>
                    <a:pt x="164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4" name="Google Shape;1744;p55"/>
            <p:cNvSpPr/>
            <p:nvPr/>
          </p:nvSpPr>
          <p:spPr>
            <a:xfrm>
              <a:off x="2947475" y="3718150"/>
              <a:ext cx="74850" cy="74850"/>
            </a:xfrm>
            <a:custGeom>
              <a:rect b="b" l="l" r="r" t="t"/>
              <a:pathLst>
                <a:path extrusionOk="0" h="2994" w="2994">
                  <a:moveTo>
                    <a:pt x="0" y="0"/>
                  </a:moveTo>
                  <a:lnTo>
                    <a:pt x="0" y="150"/>
                  </a:lnTo>
                  <a:lnTo>
                    <a:pt x="599" y="898"/>
                  </a:lnTo>
                  <a:lnTo>
                    <a:pt x="1347" y="1647"/>
                  </a:lnTo>
                  <a:lnTo>
                    <a:pt x="2994" y="2994"/>
                  </a:lnTo>
                  <a:lnTo>
                    <a:pt x="2994" y="2844"/>
                  </a:lnTo>
                  <a:lnTo>
                    <a:pt x="1647" y="134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5" name="Google Shape;1745;p55"/>
            <p:cNvSpPr/>
            <p:nvPr/>
          </p:nvSpPr>
          <p:spPr>
            <a:xfrm>
              <a:off x="2902575" y="3759300"/>
              <a:ext cx="71100" cy="71125"/>
            </a:xfrm>
            <a:custGeom>
              <a:rect b="b" l="l" r="r" t="t"/>
              <a:pathLst>
                <a:path extrusionOk="0" h="2845" w="2844">
                  <a:moveTo>
                    <a:pt x="0" y="1"/>
                  </a:moveTo>
                  <a:lnTo>
                    <a:pt x="0" y="150"/>
                  </a:lnTo>
                  <a:lnTo>
                    <a:pt x="599" y="899"/>
                  </a:lnTo>
                  <a:lnTo>
                    <a:pt x="1197" y="1497"/>
                  </a:lnTo>
                  <a:lnTo>
                    <a:pt x="2694" y="2844"/>
                  </a:lnTo>
                  <a:lnTo>
                    <a:pt x="2844" y="2844"/>
                  </a:lnTo>
                  <a:lnTo>
                    <a:pt x="2844" y="2695"/>
                  </a:lnTo>
                  <a:lnTo>
                    <a:pt x="1497" y="1348"/>
                  </a:lnTo>
                  <a:lnTo>
                    <a:pt x="898" y="5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6" name="Google Shape;1746;p55"/>
            <p:cNvSpPr/>
            <p:nvPr/>
          </p:nvSpPr>
          <p:spPr>
            <a:xfrm>
              <a:off x="2857650" y="3800475"/>
              <a:ext cx="71125" cy="71100"/>
            </a:xfrm>
            <a:custGeom>
              <a:rect b="b" l="l" r="r" t="t"/>
              <a:pathLst>
                <a:path extrusionOk="0" h="2844" w="2845">
                  <a:moveTo>
                    <a:pt x="151" y="0"/>
                  </a:moveTo>
                  <a:lnTo>
                    <a:pt x="1" y="150"/>
                  </a:lnTo>
                  <a:lnTo>
                    <a:pt x="1" y="449"/>
                  </a:lnTo>
                  <a:lnTo>
                    <a:pt x="600" y="1048"/>
                  </a:lnTo>
                  <a:lnTo>
                    <a:pt x="1198" y="1646"/>
                  </a:lnTo>
                  <a:lnTo>
                    <a:pt x="2695" y="2844"/>
                  </a:lnTo>
                  <a:lnTo>
                    <a:pt x="2845" y="2844"/>
                  </a:lnTo>
                  <a:lnTo>
                    <a:pt x="1498" y="1347"/>
                  </a:lnTo>
                  <a:lnTo>
                    <a:pt x="749" y="599"/>
                  </a:lnTo>
                  <a:lnTo>
                    <a:pt x="15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7" name="Google Shape;1747;p55"/>
            <p:cNvSpPr/>
            <p:nvPr/>
          </p:nvSpPr>
          <p:spPr>
            <a:xfrm>
              <a:off x="2805275" y="3837875"/>
              <a:ext cx="67375" cy="71125"/>
            </a:xfrm>
            <a:custGeom>
              <a:rect b="b" l="l" r="r" t="t"/>
              <a:pathLst>
                <a:path extrusionOk="0" h="2845" w="2695">
                  <a:moveTo>
                    <a:pt x="0" y="1"/>
                  </a:moveTo>
                  <a:lnTo>
                    <a:pt x="0" y="150"/>
                  </a:lnTo>
                  <a:lnTo>
                    <a:pt x="449" y="749"/>
                  </a:lnTo>
                  <a:lnTo>
                    <a:pt x="1198" y="1498"/>
                  </a:lnTo>
                  <a:lnTo>
                    <a:pt x="2695" y="2845"/>
                  </a:lnTo>
                  <a:lnTo>
                    <a:pt x="2695" y="2695"/>
                  </a:lnTo>
                  <a:lnTo>
                    <a:pt x="1497" y="1198"/>
                  </a:lnTo>
                  <a:lnTo>
                    <a:pt x="749" y="600"/>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8" name="Google Shape;1748;p55"/>
            <p:cNvSpPr/>
            <p:nvPr/>
          </p:nvSpPr>
          <p:spPr>
            <a:xfrm>
              <a:off x="2767850" y="3890275"/>
              <a:ext cx="59900" cy="56150"/>
            </a:xfrm>
            <a:custGeom>
              <a:rect b="b" l="l" r="r" t="t"/>
              <a:pathLst>
                <a:path extrusionOk="0" h="2246" w="2396">
                  <a:moveTo>
                    <a:pt x="1" y="0"/>
                  </a:moveTo>
                  <a:lnTo>
                    <a:pt x="450" y="749"/>
                  </a:lnTo>
                  <a:lnTo>
                    <a:pt x="1048" y="1198"/>
                  </a:lnTo>
                  <a:lnTo>
                    <a:pt x="2246" y="2245"/>
                  </a:lnTo>
                  <a:lnTo>
                    <a:pt x="2395" y="2096"/>
                  </a:lnTo>
                  <a:lnTo>
                    <a:pt x="1348" y="898"/>
                  </a:lnTo>
                  <a:lnTo>
                    <a:pt x="749" y="44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9" name="Google Shape;1749;p55"/>
            <p:cNvSpPr/>
            <p:nvPr/>
          </p:nvSpPr>
          <p:spPr>
            <a:xfrm>
              <a:off x="2734175" y="3942650"/>
              <a:ext cx="41175" cy="41200"/>
            </a:xfrm>
            <a:custGeom>
              <a:rect b="b" l="l" r="r" t="t"/>
              <a:pathLst>
                <a:path extrusionOk="0" h="1648" w="1647">
                  <a:moveTo>
                    <a:pt x="0" y="1"/>
                  </a:moveTo>
                  <a:lnTo>
                    <a:pt x="0" y="150"/>
                  </a:lnTo>
                  <a:lnTo>
                    <a:pt x="749" y="899"/>
                  </a:lnTo>
                  <a:lnTo>
                    <a:pt x="1647" y="1647"/>
                  </a:lnTo>
                  <a:lnTo>
                    <a:pt x="1647" y="1498"/>
                  </a:lnTo>
                  <a:lnTo>
                    <a:pt x="1048" y="7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0" name="Google Shape;1750;p55"/>
            <p:cNvSpPr/>
            <p:nvPr/>
          </p:nvSpPr>
          <p:spPr>
            <a:xfrm>
              <a:off x="2693025" y="3987550"/>
              <a:ext cx="37425" cy="37450"/>
            </a:xfrm>
            <a:custGeom>
              <a:rect b="b" l="l" r="r" t="t"/>
              <a:pathLst>
                <a:path extrusionOk="0" h="1498" w="1497">
                  <a:moveTo>
                    <a:pt x="150" y="1"/>
                  </a:moveTo>
                  <a:lnTo>
                    <a:pt x="0" y="151"/>
                  </a:lnTo>
                  <a:lnTo>
                    <a:pt x="0" y="300"/>
                  </a:lnTo>
                  <a:lnTo>
                    <a:pt x="599" y="899"/>
                  </a:lnTo>
                  <a:lnTo>
                    <a:pt x="1347" y="1498"/>
                  </a:lnTo>
                  <a:lnTo>
                    <a:pt x="1497" y="1498"/>
                  </a:lnTo>
                  <a:lnTo>
                    <a:pt x="1497" y="1348"/>
                  </a:lnTo>
                  <a:lnTo>
                    <a:pt x="89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1" name="Google Shape;1751;p55"/>
            <p:cNvSpPr/>
            <p:nvPr/>
          </p:nvSpPr>
          <p:spPr>
            <a:xfrm>
              <a:off x="2644375" y="4024975"/>
              <a:ext cx="33700" cy="37450"/>
            </a:xfrm>
            <a:custGeom>
              <a:rect b="b" l="l" r="r" t="t"/>
              <a:pathLst>
                <a:path extrusionOk="0" h="1498" w="1348">
                  <a:moveTo>
                    <a:pt x="0" y="1"/>
                  </a:moveTo>
                  <a:lnTo>
                    <a:pt x="0" y="150"/>
                  </a:lnTo>
                  <a:lnTo>
                    <a:pt x="150" y="599"/>
                  </a:lnTo>
                  <a:lnTo>
                    <a:pt x="449" y="899"/>
                  </a:lnTo>
                  <a:lnTo>
                    <a:pt x="1198" y="1498"/>
                  </a:lnTo>
                  <a:lnTo>
                    <a:pt x="1347" y="1348"/>
                  </a:lnTo>
                  <a:lnTo>
                    <a:pt x="749" y="599"/>
                  </a:lnTo>
                  <a:lnTo>
                    <a:pt x="449" y="3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2" name="Google Shape;1752;p55"/>
            <p:cNvSpPr/>
            <p:nvPr/>
          </p:nvSpPr>
          <p:spPr>
            <a:xfrm>
              <a:off x="2599475" y="4069875"/>
              <a:ext cx="33700" cy="33700"/>
            </a:xfrm>
            <a:custGeom>
              <a:rect b="b" l="l" r="r" t="t"/>
              <a:pathLst>
                <a:path extrusionOk="0" h="1348" w="1348">
                  <a:moveTo>
                    <a:pt x="0" y="1"/>
                  </a:moveTo>
                  <a:lnTo>
                    <a:pt x="0" y="151"/>
                  </a:lnTo>
                  <a:lnTo>
                    <a:pt x="599" y="749"/>
                  </a:lnTo>
                  <a:lnTo>
                    <a:pt x="1197" y="1348"/>
                  </a:lnTo>
                  <a:lnTo>
                    <a:pt x="1347" y="1198"/>
                  </a:lnTo>
                  <a:lnTo>
                    <a:pt x="74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3" name="Google Shape;1753;p55"/>
            <p:cNvSpPr/>
            <p:nvPr/>
          </p:nvSpPr>
          <p:spPr>
            <a:xfrm>
              <a:off x="3546175" y="2558125"/>
              <a:ext cx="291900" cy="18750"/>
            </a:xfrm>
            <a:custGeom>
              <a:rect b="b" l="l" r="r" t="t"/>
              <a:pathLst>
                <a:path extrusionOk="0" h="750" w="11676">
                  <a:moveTo>
                    <a:pt x="4641" y="1"/>
                  </a:moveTo>
                  <a:lnTo>
                    <a:pt x="150" y="150"/>
                  </a:lnTo>
                  <a:lnTo>
                    <a:pt x="1" y="300"/>
                  </a:lnTo>
                  <a:lnTo>
                    <a:pt x="1" y="450"/>
                  </a:lnTo>
                  <a:lnTo>
                    <a:pt x="150" y="450"/>
                  </a:lnTo>
                  <a:lnTo>
                    <a:pt x="4641" y="749"/>
                  </a:lnTo>
                  <a:lnTo>
                    <a:pt x="9131" y="749"/>
                  </a:lnTo>
                  <a:lnTo>
                    <a:pt x="9730" y="599"/>
                  </a:lnTo>
                  <a:lnTo>
                    <a:pt x="11526" y="599"/>
                  </a:lnTo>
                  <a:lnTo>
                    <a:pt x="11676" y="450"/>
                  </a:lnTo>
                  <a:lnTo>
                    <a:pt x="11676" y="300"/>
                  </a:lnTo>
                  <a:lnTo>
                    <a:pt x="11526" y="150"/>
                  </a:lnTo>
                  <a:lnTo>
                    <a:pt x="9580" y="150"/>
                  </a:lnTo>
                  <a:lnTo>
                    <a:pt x="913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4" name="Google Shape;1754;p55"/>
            <p:cNvSpPr/>
            <p:nvPr/>
          </p:nvSpPr>
          <p:spPr>
            <a:xfrm>
              <a:off x="3534950" y="2397225"/>
              <a:ext cx="280675" cy="18725"/>
            </a:xfrm>
            <a:custGeom>
              <a:rect b="b" l="l" r="r" t="t"/>
              <a:pathLst>
                <a:path extrusionOk="0" h="749" w="11227">
                  <a:moveTo>
                    <a:pt x="2396" y="1"/>
                  </a:moveTo>
                  <a:lnTo>
                    <a:pt x="150" y="300"/>
                  </a:lnTo>
                  <a:lnTo>
                    <a:pt x="1" y="300"/>
                  </a:lnTo>
                  <a:lnTo>
                    <a:pt x="150" y="450"/>
                  </a:lnTo>
                  <a:lnTo>
                    <a:pt x="2845" y="749"/>
                  </a:lnTo>
                  <a:lnTo>
                    <a:pt x="6586" y="749"/>
                  </a:lnTo>
                  <a:lnTo>
                    <a:pt x="7634" y="599"/>
                  </a:lnTo>
                  <a:lnTo>
                    <a:pt x="11077" y="599"/>
                  </a:lnTo>
                  <a:lnTo>
                    <a:pt x="11227" y="450"/>
                  </a:lnTo>
                  <a:lnTo>
                    <a:pt x="11227" y="300"/>
                  </a:lnTo>
                  <a:lnTo>
                    <a:pt x="11077" y="150"/>
                  </a:lnTo>
                  <a:lnTo>
                    <a:pt x="673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5" name="Google Shape;1755;p55"/>
            <p:cNvSpPr/>
            <p:nvPr/>
          </p:nvSpPr>
          <p:spPr>
            <a:xfrm>
              <a:off x="3546175" y="2311150"/>
              <a:ext cx="273200" cy="26225"/>
            </a:xfrm>
            <a:custGeom>
              <a:rect b="b" l="l" r="r" t="t"/>
              <a:pathLst>
                <a:path extrusionOk="0" h="1049" w="10928">
                  <a:moveTo>
                    <a:pt x="4192" y="1"/>
                  </a:moveTo>
                  <a:lnTo>
                    <a:pt x="1797" y="151"/>
                  </a:lnTo>
                  <a:lnTo>
                    <a:pt x="899" y="300"/>
                  </a:lnTo>
                  <a:lnTo>
                    <a:pt x="150" y="450"/>
                  </a:lnTo>
                  <a:lnTo>
                    <a:pt x="1" y="600"/>
                  </a:lnTo>
                  <a:lnTo>
                    <a:pt x="150" y="600"/>
                  </a:lnTo>
                  <a:lnTo>
                    <a:pt x="450" y="749"/>
                  </a:lnTo>
                  <a:lnTo>
                    <a:pt x="1647" y="899"/>
                  </a:lnTo>
                  <a:lnTo>
                    <a:pt x="2845" y="899"/>
                  </a:lnTo>
                  <a:lnTo>
                    <a:pt x="4940" y="1049"/>
                  </a:lnTo>
                  <a:lnTo>
                    <a:pt x="7036" y="1049"/>
                  </a:lnTo>
                  <a:lnTo>
                    <a:pt x="8981" y="899"/>
                  </a:lnTo>
                  <a:lnTo>
                    <a:pt x="10927" y="600"/>
                  </a:lnTo>
                  <a:lnTo>
                    <a:pt x="10927" y="450"/>
                  </a:lnTo>
                  <a:lnTo>
                    <a:pt x="8682" y="151"/>
                  </a:lnTo>
                  <a:lnTo>
                    <a:pt x="643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6" name="Google Shape;1756;p55"/>
            <p:cNvSpPr/>
            <p:nvPr/>
          </p:nvSpPr>
          <p:spPr>
            <a:xfrm>
              <a:off x="3549925" y="2232575"/>
              <a:ext cx="261950" cy="22475"/>
            </a:xfrm>
            <a:custGeom>
              <a:rect b="b" l="l" r="r" t="t"/>
              <a:pathLst>
                <a:path extrusionOk="0" h="899" w="10478">
                  <a:moveTo>
                    <a:pt x="5688" y="1"/>
                  </a:moveTo>
                  <a:lnTo>
                    <a:pt x="2994" y="150"/>
                  </a:lnTo>
                  <a:lnTo>
                    <a:pt x="150" y="300"/>
                  </a:lnTo>
                  <a:lnTo>
                    <a:pt x="0" y="450"/>
                  </a:lnTo>
                  <a:lnTo>
                    <a:pt x="150" y="599"/>
                  </a:lnTo>
                  <a:lnTo>
                    <a:pt x="2994" y="899"/>
                  </a:lnTo>
                  <a:lnTo>
                    <a:pt x="8083" y="899"/>
                  </a:lnTo>
                  <a:lnTo>
                    <a:pt x="9280" y="749"/>
                  </a:lnTo>
                  <a:lnTo>
                    <a:pt x="10478" y="599"/>
                  </a:lnTo>
                  <a:lnTo>
                    <a:pt x="10478" y="450"/>
                  </a:lnTo>
                  <a:lnTo>
                    <a:pt x="9280" y="150"/>
                  </a:lnTo>
                  <a:lnTo>
                    <a:pt x="808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7" name="Google Shape;1757;p55"/>
            <p:cNvSpPr/>
            <p:nvPr/>
          </p:nvSpPr>
          <p:spPr>
            <a:xfrm>
              <a:off x="3564900" y="2150250"/>
              <a:ext cx="246975" cy="26225"/>
            </a:xfrm>
            <a:custGeom>
              <a:rect b="b" l="l" r="r" t="t"/>
              <a:pathLst>
                <a:path extrusionOk="0" h="1049" w="9879">
                  <a:moveTo>
                    <a:pt x="4939" y="1"/>
                  </a:moveTo>
                  <a:lnTo>
                    <a:pt x="2545" y="150"/>
                  </a:lnTo>
                  <a:lnTo>
                    <a:pt x="150" y="300"/>
                  </a:lnTo>
                  <a:lnTo>
                    <a:pt x="0" y="450"/>
                  </a:lnTo>
                  <a:lnTo>
                    <a:pt x="150" y="599"/>
                  </a:lnTo>
                  <a:lnTo>
                    <a:pt x="2545" y="899"/>
                  </a:lnTo>
                  <a:lnTo>
                    <a:pt x="4939" y="1049"/>
                  </a:lnTo>
                  <a:lnTo>
                    <a:pt x="7484" y="1049"/>
                  </a:lnTo>
                  <a:lnTo>
                    <a:pt x="8532" y="899"/>
                  </a:lnTo>
                  <a:lnTo>
                    <a:pt x="9729" y="749"/>
                  </a:lnTo>
                  <a:lnTo>
                    <a:pt x="9879" y="599"/>
                  </a:lnTo>
                  <a:lnTo>
                    <a:pt x="9729" y="450"/>
                  </a:lnTo>
                  <a:lnTo>
                    <a:pt x="8532" y="150"/>
                  </a:lnTo>
                  <a:lnTo>
                    <a:pt x="748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8" name="Google Shape;1758;p55"/>
            <p:cNvSpPr/>
            <p:nvPr/>
          </p:nvSpPr>
          <p:spPr>
            <a:xfrm>
              <a:off x="3576125" y="2071675"/>
              <a:ext cx="243250" cy="22475"/>
            </a:xfrm>
            <a:custGeom>
              <a:rect b="b" l="l" r="r" t="t"/>
              <a:pathLst>
                <a:path extrusionOk="0" h="899" w="9730">
                  <a:moveTo>
                    <a:pt x="5239" y="1"/>
                  </a:moveTo>
                  <a:lnTo>
                    <a:pt x="2694" y="150"/>
                  </a:lnTo>
                  <a:lnTo>
                    <a:pt x="150" y="300"/>
                  </a:lnTo>
                  <a:lnTo>
                    <a:pt x="0" y="300"/>
                  </a:lnTo>
                  <a:lnTo>
                    <a:pt x="0" y="450"/>
                  </a:lnTo>
                  <a:lnTo>
                    <a:pt x="0" y="599"/>
                  </a:lnTo>
                  <a:lnTo>
                    <a:pt x="150" y="599"/>
                  </a:lnTo>
                  <a:lnTo>
                    <a:pt x="2694" y="749"/>
                  </a:lnTo>
                  <a:lnTo>
                    <a:pt x="5239" y="899"/>
                  </a:lnTo>
                  <a:lnTo>
                    <a:pt x="8532" y="899"/>
                  </a:lnTo>
                  <a:lnTo>
                    <a:pt x="9580" y="599"/>
                  </a:lnTo>
                  <a:lnTo>
                    <a:pt x="9729" y="450"/>
                  </a:lnTo>
                  <a:lnTo>
                    <a:pt x="9580" y="300"/>
                  </a:lnTo>
                  <a:lnTo>
                    <a:pt x="8532" y="150"/>
                  </a:lnTo>
                  <a:lnTo>
                    <a:pt x="733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9" name="Google Shape;1759;p55"/>
            <p:cNvSpPr/>
            <p:nvPr/>
          </p:nvSpPr>
          <p:spPr>
            <a:xfrm>
              <a:off x="3587350" y="1993100"/>
              <a:ext cx="235750" cy="22475"/>
            </a:xfrm>
            <a:custGeom>
              <a:rect b="b" l="l" r="r" t="t"/>
              <a:pathLst>
                <a:path extrusionOk="0" h="899" w="9430">
                  <a:moveTo>
                    <a:pt x="2395" y="0"/>
                  </a:moveTo>
                  <a:lnTo>
                    <a:pt x="150" y="300"/>
                  </a:lnTo>
                  <a:lnTo>
                    <a:pt x="0" y="449"/>
                  </a:lnTo>
                  <a:lnTo>
                    <a:pt x="150" y="599"/>
                  </a:lnTo>
                  <a:lnTo>
                    <a:pt x="2395" y="749"/>
                  </a:lnTo>
                  <a:lnTo>
                    <a:pt x="4640" y="898"/>
                  </a:lnTo>
                  <a:lnTo>
                    <a:pt x="9131" y="599"/>
                  </a:lnTo>
                  <a:lnTo>
                    <a:pt x="9280" y="599"/>
                  </a:lnTo>
                  <a:lnTo>
                    <a:pt x="9430" y="449"/>
                  </a:lnTo>
                  <a:lnTo>
                    <a:pt x="9280" y="150"/>
                  </a:lnTo>
                  <a:lnTo>
                    <a:pt x="9131" y="150"/>
                  </a:lnTo>
                  <a:lnTo>
                    <a:pt x="46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0" name="Google Shape;1760;p55"/>
            <p:cNvSpPr/>
            <p:nvPr/>
          </p:nvSpPr>
          <p:spPr>
            <a:xfrm>
              <a:off x="3594825" y="1907025"/>
              <a:ext cx="235775" cy="22475"/>
            </a:xfrm>
            <a:custGeom>
              <a:rect b="b" l="l" r="r" t="t"/>
              <a:pathLst>
                <a:path extrusionOk="0" h="899" w="9431">
                  <a:moveTo>
                    <a:pt x="1198" y="1"/>
                  </a:moveTo>
                  <a:lnTo>
                    <a:pt x="150" y="300"/>
                  </a:lnTo>
                  <a:lnTo>
                    <a:pt x="1" y="300"/>
                  </a:lnTo>
                  <a:lnTo>
                    <a:pt x="1" y="450"/>
                  </a:lnTo>
                  <a:lnTo>
                    <a:pt x="1" y="599"/>
                  </a:lnTo>
                  <a:lnTo>
                    <a:pt x="150" y="599"/>
                  </a:lnTo>
                  <a:lnTo>
                    <a:pt x="1198" y="899"/>
                  </a:lnTo>
                  <a:lnTo>
                    <a:pt x="6736" y="899"/>
                  </a:lnTo>
                  <a:lnTo>
                    <a:pt x="9281" y="749"/>
                  </a:lnTo>
                  <a:lnTo>
                    <a:pt x="9430" y="749"/>
                  </a:lnTo>
                  <a:lnTo>
                    <a:pt x="9430" y="599"/>
                  </a:lnTo>
                  <a:lnTo>
                    <a:pt x="9430" y="450"/>
                  </a:lnTo>
                  <a:lnTo>
                    <a:pt x="9281" y="450"/>
                  </a:lnTo>
                  <a:lnTo>
                    <a:pt x="6736" y="150"/>
                  </a:lnTo>
                  <a:lnTo>
                    <a:pt x="4341" y="150"/>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1" name="Google Shape;1761;p55"/>
            <p:cNvSpPr/>
            <p:nvPr/>
          </p:nvSpPr>
          <p:spPr>
            <a:xfrm>
              <a:off x="3609800" y="1828450"/>
              <a:ext cx="205825" cy="22475"/>
            </a:xfrm>
            <a:custGeom>
              <a:rect b="b" l="l" r="r" t="t"/>
              <a:pathLst>
                <a:path extrusionOk="0" h="899" w="8233">
                  <a:moveTo>
                    <a:pt x="4042" y="0"/>
                  </a:moveTo>
                  <a:lnTo>
                    <a:pt x="2096" y="150"/>
                  </a:lnTo>
                  <a:lnTo>
                    <a:pt x="150" y="300"/>
                  </a:lnTo>
                  <a:lnTo>
                    <a:pt x="0" y="449"/>
                  </a:lnTo>
                  <a:lnTo>
                    <a:pt x="150" y="599"/>
                  </a:lnTo>
                  <a:lnTo>
                    <a:pt x="4042" y="898"/>
                  </a:lnTo>
                  <a:lnTo>
                    <a:pt x="5987" y="898"/>
                  </a:lnTo>
                  <a:lnTo>
                    <a:pt x="7933" y="749"/>
                  </a:lnTo>
                  <a:lnTo>
                    <a:pt x="8233" y="749"/>
                  </a:lnTo>
                  <a:lnTo>
                    <a:pt x="8233" y="449"/>
                  </a:lnTo>
                  <a:lnTo>
                    <a:pt x="8233" y="300"/>
                  </a:lnTo>
                  <a:lnTo>
                    <a:pt x="7933" y="300"/>
                  </a:lnTo>
                  <a:lnTo>
                    <a:pt x="598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2" name="Google Shape;1762;p55"/>
            <p:cNvSpPr/>
            <p:nvPr/>
          </p:nvSpPr>
          <p:spPr>
            <a:xfrm>
              <a:off x="3624750" y="1746125"/>
              <a:ext cx="243275" cy="26225"/>
            </a:xfrm>
            <a:custGeom>
              <a:rect b="b" l="l" r="r" t="t"/>
              <a:pathLst>
                <a:path extrusionOk="0" h="1049" w="9731">
                  <a:moveTo>
                    <a:pt x="4791" y="0"/>
                  </a:moveTo>
                  <a:lnTo>
                    <a:pt x="2396" y="150"/>
                  </a:lnTo>
                  <a:lnTo>
                    <a:pt x="151" y="450"/>
                  </a:lnTo>
                  <a:lnTo>
                    <a:pt x="1" y="599"/>
                  </a:lnTo>
                  <a:lnTo>
                    <a:pt x="151" y="749"/>
                  </a:lnTo>
                  <a:lnTo>
                    <a:pt x="2096" y="899"/>
                  </a:lnTo>
                  <a:lnTo>
                    <a:pt x="4042" y="1048"/>
                  </a:lnTo>
                  <a:lnTo>
                    <a:pt x="7784" y="1048"/>
                  </a:lnTo>
                  <a:lnTo>
                    <a:pt x="9580" y="749"/>
                  </a:lnTo>
                  <a:lnTo>
                    <a:pt x="9730" y="749"/>
                  </a:lnTo>
                  <a:lnTo>
                    <a:pt x="9730" y="450"/>
                  </a:lnTo>
                  <a:lnTo>
                    <a:pt x="9580" y="30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3" name="Google Shape;1763;p55"/>
            <p:cNvSpPr/>
            <p:nvPr/>
          </p:nvSpPr>
          <p:spPr>
            <a:xfrm>
              <a:off x="3632250" y="1667550"/>
              <a:ext cx="198350" cy="22475"/>
            </a:xfrm>
            <a:custGeom>
              <a:rect b="b" l="l" r="r" t="t"/>
              <a:pathLst>
                <a:path extrusionOk="0" h="899" w="7934">
                  <a:moveTo>
                    <a:pt x="1946" y="0"/>
                  </a:moveTo>
                  <a:lnTo>
                    <a:pt x="150" y="300"/>
                  </a:lnTo>
                  <a:lnTo>
                    <a:pt x="0" y="449"/>
                  </a:lnTo>
                  <a:lnTo>
                    <a:pt x="150" y="599"/>
                  </a:lnTo>
                  <a:lnTo>
                    <a:pt x="1946" y="898"/>
                  </a:lnTo>
                  <a:lnTo>
                    <a:pt x="5838" y="898"/>
                  </a:lnTo>
                  <a:lnTo>
                    <a:pt x="7634" y="749"/>
                  </a:lnTo>
                  <a:lnTo>
                    <a:pt x="7784" y="599"/>
                  </a:lnTo>
                  <a:lnTo>
                    <a:pt x="7933" y="449"/>
                  </a:lnTo>
                  <a:lnTo>
                    <a:pt x="7784" y="300"/>
                  </a:lnTo>
                  <a:lnTo>
                    <a:pt x="7634" y="300"/>
                  </a:lnTo>
                  <a:lnTo>
                    <a:pt x="5838"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4" name="Google Shape;1764;p55"/>
            <p:cNvSpPr/>
            <p:nvPr/>
          </p:nvSpPr>
          <p:spPr>
            <a:xfrm>
              <a:off x="3654700" y="1506650"/>
              <a:ext cx="164675" cy="26200"/>
            </a:xfrm>
            <a:custGeom>
              <a:rect b="b" l="l" r="r" t="t"/>
              <a:pathLst>
                <a:path extrusionOk="0" h="1048" w="6587">
                  <a:moveTo>
                    <a:pt x="2994" y="0"/>
                  </a:moveTo>
                  <a:lnTo>
                    <a:pt x="1497" y="150"/>
                  </a:lnTo>
                  <a:lnTo>
                    <a:pt x="150" y="449"/>
                  </a:lnTo>
                  <a:lnTo>
                    <a:pt x="0" y="449"/>
                  </a:lnTo>
                  <a:lnTo>
                    <a:pt x="0" y="599"/>
                  </a:lnTo>
                  <a:lnTo>
                    <a:pt x="150" y="748"/>
                  </a:lnTo>
                  <a:lnTo>
                    <a:pt x="1647" y="898"/>
                  </a:lnTo>
                  <a:lnTo>
                    <a:pt x="3293" y="1048"/>
                  </a:lnTo>
                  <a:lnTo>
                    <a:pt x="4790" y="898"/>
                  </a:lnTo>
                  <a:lnTo>
                    <a:pt x="6437" y="748"/>
                  </a:lnTo>
                  <a:lnTo>
                    <a:pt x="6586" y="599"/>
                  </a:lnTo>
                  <a:lnTo>
                    <a:pt x="6586" y="449"/>
                  </a:lnTo>
                  <a:lnTo>
                    <a:pt x="6586" y="299"/>
                  </a:lnTo>
                  <a:lnTo>
                    <a:pt x="6437" y="299"/>
                  </a:lnTo>
                  <a:lnTo>
                    <a:pt x="5838" y="150"/>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5" name="Google Shape;1765;p55"/>
            <p:cNvSpPr/>
            <p:nvPr/>
          </p:nvSpPr>
          <p:spPr>
            <a:xfrm>
              <a:off x="3643475" y="1588950"/>
              <a:ext cx="172150" cy="22500"/>
            </a:xfrm>
            <a:custGeom>
              <a:rect b="b" l="l" r="r" t="t"/>
              <a:pathLst>
                <a:path extrusionOk="0" h="900" w="6886">
                  <a:moveTo>
                    <a:pt x="1796" y="1"/>
                  </a:moveTo>
                  <a:lnTo>
                    <a:pt x="150" y="300"/>
                  </a:lnTo>
                  <a:lnTo>
                    <a:pt x="0" y="300"/>
                  </a:lnTo>
                  <a:lnTo>
                    <a:pt x="0" y="450"/>
                  </a:lnTo>
                  <a:lnTo>
                    <a:pt x="150" y="600"/>
                  </a:lnTo>
                  <a:lnTo>
                    <a:pt x="1796" y="749"/>
                  </a:lnTo>
                  <a:lnTo>
                    <a:pt x="3443" y="899"/>
                  </a:lnTo>
                  <a:lnTo>
                    <a:pt x="5089" y="899"/>
                  </a:lnTo>
                  <a:lnTo>
                    <a:pt x="6736" y="600"/>
                  </a:lnTo>
                  <a:lnTo>
                    <a:pt x="6886" y="600"/>
                  </a:lnTo>
                  <a:lnTo>
                    <a:pt x="6886" y="450"/>
                  </a:lnTo>
                  <a:lnTo>
                    <a:pt x="6886" y="300"/>
                  </a:lnTo>
                  <a:lnTo>
                    <a:pt x="6736" y="151"/>
                  </a:lnTo>
                  <a:lnTo>
                    <a:pt x="508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6" name="Google Shape;1766;p55"/>
            <p:cNvSpPr/>
            <p:nvPr/>
          </p:nvSpPr>
          <p:spPr>
            <a:xfrm>
              <a:off x="3665925" y="1424325"/>
              <a:ext cx="149700" cy="26200"/>
            </a:xfrm>
            <a:custGeom>
              <a:rect b="b" l="l" r="r" t="t"/>
              <a:pathLst>
                <a:path extrusionOk="0" h="1048" w="5988">
                  <a:moveTo>
                    <a:pt x="2844" y="0"/>
                  </a:moveTo>
                  <a:lnTo>
                    <a:pt x="1497" y="150"/>
                  </a:lnTo>
                  <a:lnTo>
                    <a:pt x="0" y="299"/>
                  </a:lnTo>
                  <a:lnTo>
                    <a:pt x="0" y="599"/>
                  </a:lnTo>
                  <a:lnTo>
                    <a:pt x="0" y="749"/>
                  </a:lnTo>
                  <a:lnTo>
                    <a:pt x="1497" y="898"/>
                  </a:lnTo>
                  <a:lnTo>
                    <a:pt x="2844" y="1048"/>
                  </a:lnTo>
                  <a:lnTo>
                    <a:pt x="4341" y="1048"/>
                  </a:lnTo>
                  <a:lnTo>
                    <a:pt x="5688" y="749"/>
                  </a:lnTo>
                  <a:lnTo>
                    <a:pt x="5838" y="599"/>
                  </a:lnTo>
                  <a:lnTo>
                    <a:pt x="5988" y="599"/>
                  </a:lnTo>
                  <a:lnTo>
                    <a:pt x="5838" y="449"/>
                  </a:lnTo>
                  <a:lnTo>
                    <a:pt x="5688" y="299"/>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7" name="Google Shape;1767;p55"/>
            <p:cNvSpPr/>
            <p:nvPr/>
          </p:nvSpPr>
          <p:spPr>
            <a:xfrm>
              <a:off x="3677150" y="1345725"/>
              <a:ext cx="134725" cy="26225"/>
            </a:xfrm>
            <a:custGeom>
              <a:rect b="b" l="l" r="r" t="t"/>
              <a:pathLst>
                <a:path extrusionOk="0" h="1049" w="5389">
                  <a:moveTo>
                    <a:pt x="1497" y="1"/>
                  </a:moveTo>
                  <a:lnTo>
                    <a:pt x="150" y="300"/>
                  </a:lnTo>
                  <a:lnTo>
                    <a:pt x="150" y="450"/>
                  </a:lnTo>
                  <a:lnTo>
                    <a:pt x="0" y="450"/>
                  </a:lnTo>
                  <a:lnTo>
                    <a:pt x="150" y="600"/>
                  </a:lnTo>
                  <a:lnTo>
                    <a:pt x="150" y="749"/>
                  </a:lnTo>
                  <a:lnTo>
                    <a:pt x="1497" y="899"/>
                  </a:lnTo>
                  <a:lnTo>
                    <a:pt x="2695" y="1049"/>
                  </a:lnTo>
                  <a:lnTo>
                    <a:pt x="4042" y="899"/>
                  </a:lnTo>
                  <a:lnTo>
                    <a:pt x="5239" y="749"/>
                  </a:lnTo>
                  <a:lnTo>
                    <a:pt x="5389" y="600"/>
                  </a:lnTo>
                  <a:lnTo>
                    <a:pt x="5389" y="450"/>
                  </a:lnTo>
                  <a:lnTo>
                    <a:pt x="5389" y="300"/>
                  </a:lnTo>
                  <a:lnTo>
                    <a:pt x="5239" y="151"/>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8" name="Google Shape;1768;p55"/>
            <p:cNvSpPr/>
            <p:nvPr/>
          </p:nvSpPr>
          <p:spPr>
            <a:xfrm>
              <a:off x="3688375" y="1267150"/>
              <a:ext cx="142225" cy="18725"/>
            </a:xfrm>
            <a:custGeom>
              <a:rect b="b" l="l" r="r" t="t"/>
              <a:pathLst>
                <a:path extrusionOk="0" h="749" w="5689">
                  <a:moveTo>
                    <a:pt x="1497" y="1"/>
                  </a:moveTo>
                  <a:lnTo>
                    <a:pt x="150" y="300"/>
                  </a:lnTo>
                  <a:lnTo>
                    <a:pt x="0" y="450"/>
                  </a:lnTo>
                  <a:lnTo>
                    <a:pt x="150" y="599"/>
                  </a:lnTo>
                  <a:lnTo>
                    <a:pt x="1497" y="749"/>
                  </a:lnTo>
                  <a:lnTo>
                    <a:pt x="4940" y="749"/>
                  </a:lnTo>
                  <a:lnTo>
                    <a:pt x="5539" y="450"/>
                  </a:lnTo>
                  <a:lnTo>
                    <a:pt x="5688" y="300"/>
                  </a:lnTo>
                  <a:lnTo>
                    <a:pt x="5539" y="150"/>
                  </a:lnTo>
                  <a:lnTo>
                    <a:pt x="49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9" name="Google Shape;1769;p55"/>
            <p:cNvSpPr/>
            <p:nvPr/>
          </p:nvSpPr>
          <p:spPr>
            <a:xfrm>
              <a:off x="3699600" y="1184825"/>
              <a:ext cx="134725" cy="22475"/>
            </a:xfrm>
            <a:custGeom>
              <a:rect b="b" l="l" r="r" t="t"/>
              <a:pathLst>
                <a:path extrusionOk="0" h="899" w="5389">
                  <a:moveTo>
                    <a:pt x="2844" y="1"/>
                  </a:moveTo>
                  <a:lnTo>
                    <a:pt x="1497" y="150"/>
                  </a:lnTo>
                  <a:lnTo>
                    <a:pt x="150" y="300"/>
                  </a:lnTo>
                  <a:lnTo>
                    <a:pt x="0" y="300"/>
                  </a:lnTo>
                  <a:lnTo>
                    <a:pt x="0" y="450"/>
                  </a:lnTo>
                  <a:lnTo>
                    <a:pt x="0" y="599"/>
                  </a:lnTo>
                  <a:lnTo>
                    <a:pt x="150" y="749"/>
                  </a:lnTo>
                  <a:lnTo>
                    <a:pt x="1497" y="899"/>
                  </a:lnTo>
                  <a:lnTo>
                    <a:pt x="4042" y="899"/>
                  </a:lnTo>
                  <a:lnTo>
                    <a:pt x="4790" y="749"/>
                  </a:lnTo>
                  <a:lnTo>
                    <a:pt x="5239" y="599"/>
                  </a:lnTo>
                  <a:lnTo>
                    <a:pt x="5389" y="450"/>
                  </a:lnTo>
                  <a:lnTo>
                    <a:pt x="5239" y="300"/>
                  </a:lnTo>
                  <a:lnTo>
                    <a:pt x="4790" y="15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0" name="Google Shape;1770;p55"/>
            <p:cNvSpPr/>
            <p:nvPr/>
          </p:nvSpPr>
          <p:spPr>
            <a:xfrm>
              <a:off x="3703350" y="1098775"/>
              <a:ext cx="134725" cy="29950"/>
            </a:xfrm>
            <a:custGeom>
              <a:rect b="b" l="l" r="r" t="t"/>
              <a:pathLst>
                <a:path extrusionOk="0" h="1198" w="5389">
                  <a:moveTo>
                    <a:pt x="2694" y="0"/>
                  </a:moveTo>
                  <a:lnTo>
                    <a:pt x="1347" y="150"/>
                  </a:lnTo>
                  <a:lnTo>
                    <a:pt x="150" y="449"/>
                  </a:lnTo>
                  <a:lnTo>
                    <a:pt x="0" y="449"/>
                  </a:lnTo>
                  <a:lnTo>
                    <a:pt x="0" y="599"/>
                  </a:lnTo>
                  <a:lnTo>
                    <a:pt x="0" y="748"/>
                  </a:lnTo>
                  <a:lnTo>
                    <a:pt x="150" y="898"/>
                  </a:lnTo>
                  <a:lnTo>
                    <a:pt x="1347" y="1048"/>
                  </a:lnTo>
                  <a:lnTo>
                    <a:pt x="2694" y="1198"/>
                  </a:lnTo>
                  <a:lnTo>
                    <a:pt x="4041" y="1198"/>
                  </a:lnTo>
                  <a:lnTo>
                    <a:pt x="4640" y="1048"/>
                  </a:lnTo>
                  <a:lnTo>
                    <a:pt x="5239" y="898"/>
                  </a:lnTo>
                  <a:lnTo>
                    <a:pt x="5389" y="748"/>
                  </a:lnTo>
                  <a:lnTo>
                    <a:pt x="5389" y="449"/>
                  </a:lnTo>
                  <a:lnTo>
                    <a:pt x="5239" y="449"/>
                  </a:lnTo>
                  <a:lnTo>
                    <a:pt x="4640" y="299"/>
                  </a:lnTo>
                  <a:lnTo>
                    <a:pt x="4041"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1" name="Google Shape;1771;p55"/>
            <p:cNvSpPr/>
            <p:nvPr/>
          </p:nvSpPr>
          <p:spPr>
            <a:xfrm>
              <a:off x="3718300" y="1020175"/>
              <a:ext cx="134750" cy="26225"/>
            </a:xfrm>
            <a:custGeom>
              <a:rect b="b" l="l" r="r" t="t"/>
              <a:pathLst>
                <a:path extrusionOk="0" h="1049" w="5390">
                  <a:moveTo>
                    <a:pt x="2695" y="1"/>
                  </a:moveTo>
                  <a:lnTo>
                    <a:pt x="1348" y="151"/>
                  </a:lnTo>
                  <a:lnTo>
                    <a:pt x="151" y="300"/>
                  </a:lnTo>
                  <a:lnTo>
                    <a:pt x="1" y="600"/>
                  </a:lnTo>
                  <a:lnTo>
                    <a:pt x="151" y="749"/>
                  </a:lnTo>
                  <a:lnTo>
                    <a:pt x="1348" y="899"/>
                  </a:lnTo>
                  <a:lnTo>
                    <a:pt x="2695" y="1049"/>
                  </a:lnTo>
                  <a:lnTo>
                    <a:pt x="4042" y="1049"/>
                  </a:lnTo>
                  <a:lnTo>
                    <a:pt x="5240" y="749"/>
                  </a:lnTo>
                  <a:lnTo>
                    <a:pt x="5389" y="600"/>
                  </a:lnTo>
                  <a:lnTo>
                    <a:pt x="5240" y="30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2" name="Google Shape;1772;p55"/>
            <p:cNvSpPr/>
            <p:nvPr/>
          </p:nvSpPr>
          <p:spPr>
            <a:xfrm>
              <a:off x="3729525" y="941600"/>
              <a:ext cx="108550" cy="22475"/>
            </a:xfrm>
            <a:custGeom>
              <a:rect b="b" l="l" r="r" t="t"/>
              <a:pathLst>
                <a:path extrusionOk="0" h="899" w="4342">
                  <a:moveTo>
                    <a:pt x="2246" y="1"/>
                  </a:moveTo>
                  <a:lnTo>
                    <a:pt x="1198" y="150"/>
                  </a:lnTo>
                  <a:lnTo>
                    <a:pt x="151" y="300"/>
                  </a:lnTo>
                  <a:lnTo>
                    <a:pt x="1" y="450"/>
                  </a:lnTo>
                  <a:lnTo>
                    <a:pt x="151" y="599"/>
                  </a:lnTo>
                  <a:lnTo>
                    <a:pt x="1198" y="899"/>
                  </a:lnTo>
                  <a:lnTo>
                    <a:pt x="3743" y="899"/>
                  </a:lnTo>
                  <a:lnTo>
                    <a:pt x="4342" y="599"/>
                  </a:lnTo>
                  <a:lnTo>
                    <a:pt x="4342" y="450"/>
                  </a:lnTo>
                  <a:lnTo>
                    <a:pt x="4342" y="300"/>
                  </a:lnTo>
                  <a:lnTo>
                    <a:pt x="3743" y="150"/>
                  </a:lnTo>
                  <a:lnTo>
                    <a:pt x="3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3" name="Google Shape;1773;p55"/>
            <p:cNvSpPr/>
            <p:nvPr/>
          </p:nvSpPr>
          <p:spPr>
            <a:xfrm>
              <a:off x="3740750" y="863025"/>
              <a:ext cx="82350" cy="18725"/>
            </a:xfrm>
            <a:custGeom>
              <a:rect b="b" l="l" r="r" t="t"/>
              <a:pathLst>
                <a:path extrusionOk="0" h="749" w="3294">
                  <a:moveTo>
                    <a:pt x="1498" y="0"/>
                  </a:moveTo>
                  <a:lnTo>
                    <a:pt x="151" y="300"/>
                  </a:lnTo>
                  <a:lnTo>
                    <a:pt x="1" y="449"/>
                  </a:lnTo>
                  <a:lnTo>
                    <a:pt x="151" y="599"/>
                  </a:lnTo>
                  <a:lnTo>
                    <a:pt x="1647" y="749"/>
                  </a:lnTo>
                  <a:lnTo>
                    <a:pt x="2396" y="749"/>
                  </a:lnTo>
                  <a:lnTo>
                    <a:pt x="2995" y="599"/>
                  </a:lnTo>
                  <a:lnTo>
                    <a:pt x="3144" y="599"/>
                  </a:lnTo>
                  <a:lnTo>
                    <a:pt x="3294" y="449"/>
                  </a:lnTo>
                  <a:lnTo>
                    <a:pt x="3144" y="150"/>
                  </a:lnTo>
                  <a:lnTo>
                    <a:pt x="2995" y="150"/>
                  </a:lnTo>
                  <a:lnTo>
                    <a:pt x="23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4" name="Google Shape;1774;p55"/>
            <p:cNvSpPr/>
            <p:nvPr/>
          </p:nvSpPr>
          <p:spPr>
            <a:xfrm>
              <a:off x="3744500" y="780700"/>
              <a:ext cx="71125" cy="22475"/>
            </a:xfrm>
            <a:custGeom>
              <a:rect b="b" l="l" r="r" t="t"/>
              <a:pathLst>
                <a:path extrusionOk="0" h="899" w="2845">
                  <a:moveTo>
                    <a:pt x="1348" y="0"/>
                  </a:moveTo>
                  <a:lnTo>
                    <a:pt x="749" y="150"/>
                  </a:lnTo>
                  <a:lnTo>
                    <a:pt x="150" y="300"/>
                  </a:lnTo>
                  <a:lnTo>
                    <a:pt x="1" y="449"/>
                  </a:lnTo>
                  <a:lnTo>
                    <a:pt x="150" y="599"/>
                  </a:lnTo>
                  <a:lnTo>
                    <a:pt x="749" y="898"/>
                  </a:lnTo>
                  <a:lnTo>
                    <a:pt x="1946" y="898"/>
                  </a:lnTo>
                  <a:lnTo>
                    <a:pt x="2545" y="749"/>
                  </a:lnTo>
                  <a:lnTo>
                    <a:pt x="2695" y="599"/>
                  </a:lnTo>
                  <a:lnTo>
                    <a:pt x="2845" y="449"/>
                  </a:lnTo>
                  <a:lnTo>
                    <a:pt x="2695" y="300"/>
                  </a:lnTo>
                  <a:lnTo>
                    <a:pt x="2545" y="150"/>
                  </a:lnTo>
                  <a:lnTo>
                    <a:pt x="19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5" name="Google Shape;1775;p55"/>
            <p:cNvSpPr/>
            <p:nvPr/>
          </p:nvSpPr>
          <p:spPr>
            <a:xfrm>
              <a:off x="3759475" y="698375"/>
              <a:ext cx="67375" cy="26225"/>
            </a:xfrm>
            <a:custGeom>
              <a:rect b="b" l="l" r="r" t="t"/>
              <a:pathLst>
                <a:path extrusionOk="0" h="1049" w="2695">
                  <a:moveTo>
                    <a:pt x="1497" y="0"/>
                  </a:moveTo>
                  <a:lnTo>
                    <a:pt x="150" y="300"/>
                  </a:lnTo>
                  <a:lnTo>
                    <a:pt x="0" y="450"/>
                  </a:lnTo>
                  <a:lnTo>
                    <a:pt x="150" y="749"/>
                  </a:lnTo>
                  <a:lnTo>
                    <a:pt x="749" y="899"/>
                  </a:lnTo>
                  <a:lnTo>
                    <a:pt x="1497" y="1048"/>
                  </a:lnTo>
                  <a:lnTo>
                    <a:pt x="2096" y="899"/>
                  </a:lnTo>
                  <a:lnTo>
                    <a:pt x="2395" y="899"/>
                  </a:lnTo>
                  <a:lnTo>
                    <a:pt x="2695" y="749"/>
                  </a:lnTo>
                  <a:lnTo>
                    <a:pt x="2695" y="450"/>
                  </a:lnTo>
                  <a:lnTo>
                    <a:pt x="26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6" name="Google Shape;1776;p55"/>
            <p:cNvSpPr/>
            <p:nvPr/>
          </p:nvSpPr>
          <p:spPr>
            <a:xfrm>
              <a:off x="3766950" y="623525"/>
              <a:ext cx="59900" cy="15000"/>
            </a:xfrm>
            <a:custGeom>
              <a:rect b="b" l="l" r="r" t="t"/>
              <a:pathLst>
                <a:path extrusionOk="0" h="600" w="2396">
                  <a:moveTo>
                    <a:pt x="1048" y="1"/>
                  </a:moveTo>
                  <a:lnTo>
                    <a:pt x="1" y="151"/>
                  </a:lnTo>
                  <a:lnTo>
                    <a:pt x="1" y="300"/>
                  </a:lnTo>
                  <a:lnTo>
                    <a:pt x="1" y="450"/>
                  </a:lnTo>
                  <a:lnTo>
                    <a:pt x="1048" y="600"/>
                  </a:lnTo>
                  <a:lnTo>
                    <a:pt x="2246" y="450"/>
                  </a:lnTo>
                  <a:lnTo>
                    <a:pt x="2396" y="300"/>
                  </a:lnTo>
                  <a:lnTo>
                    <a:pt x="2246" y="151"/>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7" name="Google Shape;1777;p55"/>
            <p:cNvSpPr/>
            <p:nvPr/>
          </p:nvSpPr>
          <p:spPr>
            <a:xfrm>
              <a:off x="3512500" y="2827550"/>
              <a:ext cx="18725" cy="295650"/>
            </a:xfrm>
            <a:custGeom>
              <a:rect b="b" l="l" r="r" t="t"/>
              <a:pathLst>
                <a:path extrusionOk="0" h="11826" w="749">
                  <a:moveTo>
                    <a:pt x="300" y="1"/>
                  </a:moveTo>
                  <a:lnTo>
                    <a:pt x="150" y="150"/>
                  </a:lnTo>
                  <a:lnTo>
                    <a:pt x="150" y="300"/>
                  </a:lnTo>
                  <a:lnTo>
                    <a:pt x="150" y="749"/>
                  </a:lnTo>
                  <a:lnTo>
                    <a:pt x="1" y="1497"/>
                  </a:lnTo>
                  <a:lnTo>
                    <a:pt x="1" y="2096"/>
                  </a:lnTo>
                  <a:lnTo>
                    <a:pt x="1" y="2695"/>
                  </a:lnTo>
                  <a:lnTo>
                    <a:pt x="1" y="7185"/>
                  </a:lnTo>
                  <a:lnTo>
                    <a:pt x="150" y="11676"/>
                  </a:lnTo>
                  <a:lnTo>
                    <a:pt x="300" y="11825"/>
                  </a:lnTo>
                  <a:lnTo>
                    <a:pt x="450" y="11676"/>
                  </a:lnTo>
                  <a:lnTo>
                    <a:pt x="749" y="7185"/>
                  </a:lnTo>
                  <a:lnTo>
                    <a:pt x="599" y="2695"/>
                  </a:lnTo>
                  <a:lnTo>
                    <a:pt x="599" y="2096"/>
                  </a:lnTo>
                  <a:lnTo>
                    <a:pt x="599" y="1497"/>
                  </a:lnTo>
                  <a:lnTo>
                    <a:pt x="599" y="1348"/>
                  </a:lnTo>
                  <a:lnTo>
                    <a:pt x="599" y="749"/>
                  </a:lnTo>
                  <a:lnTo>
                    <a:pt x="450" y="30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8" name="Google Shape;1778;p55"/>
            <p:cNvSpPr/>
            <p:nvPr/>
          </p:nvSpPr>
          <p:spPr>
            <a:xfrm>
              <a:off x="3351600" y="2850000"/>
              <a:ext cx="15000" cy="280675"/>
            </a:xfrm>
            <a:custGeom>
              <a:rect b="b" l="l" r="r" t="t"/>
              <a:pathLst>
                <a:path extrusionOk="0" h="11227" w="600">
                  <a:moveTo>
                    <a:pt x="300" y="1"/>
                  </a:moveTo>
                  <a:lnTo>
                    <a:pt x="150" y="150"/>
                  </a:lnTo>
                  <a:lnTo>
                    <a:pt x="0" y="5539"/>
                  </a:lnTo>
                  <a:lnTo>
                    <a:pt x="0" y="6587"/>
                  </a:lnTo>
                  <a:lnTo>
                    <a:pt x="0" y="7634"/>
                  </a:lnTo>
                  <a:lnTo>
                    <a:pt x="0" y="9430"/>
                  </a:lnTo>
                  <a:lnTo>
                    <a:pt x="150" y="11077"/>
                  </a:lnTo>
                  <a:lnTo>
                    <a:pt x="300" y="11227"/>
                  </a:lnTo>
                  <a:lnTo>
                    <a:pt x="449" y="11077"/>
                  </a:lnTo>
                  <a:lnTo>
                    <a:pt x="599" y="8832"/>
                  </a:lnTo>
                  <a:lnTo>
                    <a:pt x="599" y="6587"/>
                  </a:lnTo>
                  <a:lnTo>
                    <a:pt x="599" y="5539"/>
                  </a:lnTo>
                  <a:lnTo>
                    <a:pt x="599" y="4641"/>
                  </a:lnTo>
                  <a:lnTo>
                    <a:pt x="449" y="15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9" name="Google Shape;1779;p55"/>
            <p:cNvSpPr/>
            <p:nvPr/>
          </p:nvSpPr>
          <p:spPr>
            <a:xfrm>
              <a:off x="3265525" y="2846250"/>
              <a:ext cx="26225" cy="273200"/>
            </a:xfrm>
            <a:custGeom>
              <a:rect b="b" l="l" r="r" t="t"/>
              <a:pathLst>
                <a:path extrusionOk="0" h="10928" w="1049">
                  <a:moveTo>
                    <a:pt x="450" y="1"/>
                  </a:moveTo>
                  <a:lnTo>
                    <a:pt x="150" y="2396"/>
                  </a:lnTo>
                  <a:lnTo>
                    <a:pt x="1" y="4940"/>
                  </a:lnTo>
                  <a:lnTo>
                    <a:pt x="1" y="7485"/>
                  </a:lnTo>
                  <a:lnTo>
                    <a:pt x="300" y="9880"/>
                  </a:lnTo>
                  <a:lnTo>
                    <a:pt x="300" y="10778"/>
                  </a:lnTo>
                  <a:lnTo>
                    <a:pt x="450" y="10928"/>
                  </a:lnTo>
                  <a:lnTo>
                    <a:pt x="600" y="10778"/>
                  </a:lnTo>
                  <a:lnTo>
                    <a:pt x="600" y="10478"/>
                  </a:lnTo>
                  <a:lnTo>
                    <a:pt x="749" y="9131"/>
                  </a:lnTo>
                  <a:lnTo>
                    <a:pt x="1049" y="6886"/>
                  </a:lnTo>
                  <a:lnTo>
                    <a:pt x="1049" y="4491"/>
                  </a:lnTo>
                  <a:lnTo>
                    <a:pt x="899" y="2246"/>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0" name="Google Shape;1780;p55"/>
            <p:cNvSpPr/>
            <p:nvPr/>
          </p:nvSpPr>
          <p:spPr>
            <a:xfrm>
              <a:off x="3186950" y="2857500"/>
              <a:ext cx="22475" cy="258200"/>
            </a:xfrm>
            <a:custGeom>
              <a:rect b="b" l="l" r="r" t="t"/>
              <a:pathLst>
                <a:path extrusionOk="0" h="10328" w="899">
                  <a:moveTo>
                    <a:pt x="300" y="0"/>
                  </a:moveTo>
                  <a:lnTo>
                    <a:pt x="150" y="1048"/>
                  </a:lnTo>
                  <a:lnTo>
                    <a:pt x="1" y="2245"/>
                  </a:lnTo>
                  <a:lnTo>
                    <a:pt x="1" y="4640"/>
                  </a:lnTo>
                  <a:lnTo>
                    <a:pt x="1" y="7484"/>
                  </a:lnTo>
                  <a:lnTo>
                    <a:pt x="300" y="10178"/>
                  </a:lnTo>
                  <a:lnTo>
                    <a:pt x="300" y="10328"/>
                  </a:lnTo>
                  <a:lnTo>
                    <a:pt x="599" y="10328"/>
                  </a:lnTo>
                  <a:lnTo>
                    <a:pt x="599" y="10178"/>
                  </a:lnTo>
                  <a:lnTo>
                    <a:pt x="749" y="7484"/>
                  </a:lnTo>
                  <a:lnTo>
                    <a:pt x="899" y="4640"/>
                  </a:lnTo>
                  <a:lnTo>
                    <a:pt x="899" y="2245"/>
                  </a:lnTo>
                  <a:lnTo>
                    <a:pt x="749" y="1048"/>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1" name="Google Shape;1781;p55"/>
            <p:cNvSpPr/>
            <p:nvPr/>
          </p:nvSpPr>
          <p:spPr>
            <a:xfrm>
              <a:off x="3100875" y="2857500"/>
              <a:ext cx="29975" cy="243250"/>
            </a:xfrm>
            <a:custGeom>
              <a:rect b="b" l="l" r="r" t="t"/>
              <a:pathLst>
                <a:path extrusionOk="0" h="9730" w="1199">
                  <a:moveTo>
                    <a:pt x="450" y="0"/>
                  </a:moveTo>
                  <a:lnTo>
                    <a:pt x="300" y="1197"/>
                  </a:lnTo>
                  <a:lnTo>
                    <a:pt x="151" y="2395"/>
                  </a:lnTo>
                  <a:lnTo>
                    <a:pt x="1" y="4790"/>
                  </a:lnTo>
                  <a:lnTo>
                    <a:pt x="300" y="7334"/>
                  </a:lnTo>
                  <a:lnTo>
                    <a:pt x="450" y="9579"/>
                  </a:lnTo>
                  <a:lnTo>
                    <a:pt x="600" y="9729"/>
                  </a:lnTo>
                  <a:lnTo>
                    <a:pt x="749" y="9579"/>
                  </a:lnTo>
                  <a:lnTo>
                    <a:pt x="899" y="7334"/>
                  </a:lnTo>
                  <a:lnTo>
                    <a:pt x="1198" y="4790"/>
                  </a:lnTo>
                  <a:lnTo>
                    <a:pt x="1198" y="2395"/>
                  </a:lnTo>
                  <a:lnTo>
                    <a:pt x="1049" y="1197"/>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2" name="Google Shape;1782;p55"/>
            <p:cNvSpPr/>
            <p:nvPr/>
          </p:nvSpPr>
          <p:spPr>
            <a:xfrm>
              <a:off x="3026050" y="2846250"/>
              <a:ext cx="22475" cy="243275"/>
            </a:xfrm>
            <a:custGeom>
              <a:rect b="b" l="l" r="r" t="t"/>
              <a:pathLst>
                <a:path extrusionOk="0" h="9731" w="899">
                  <a:moveTo>
                    <a:pt x="449" y="1"/>
                  </a:moveTo>
                  <a:lnTo>
                    <a:pt x="300" y="151"/>
                  </a:lnTo>
                  <a:lnTo>
                    <a:pt x="0" y="1198"/>
                  </a:lnTo>
                  <a:lnTo>
                    <a:pt x="0" y="2396"/>
                  </a:lnTo>
                  <a:lnTo>
                    <a:pt x="0" y="4641"/>
                  </a:lnTo>
                  <a:lnTo>
                    <a:pt x="0" y="7036"/>
                  </a:lnTo>
                  <a:lnTo>
                    <a:pt x="300" y="9580"/>
                  </a:lnTo>
                  <a:lnTo>
                    <a:pt x="300" y="9730"/>
                  </a:lnTo>
                  <a:lnTo>
                    <a:pt x="599" y="9730"/>
                  </a:lnTo>
                  <a:lnTo>
                    <a:pt x="599" y="9580"/>
                  </a:lnTo>
                  <a:lnTo>
                    <a:pt x="749" y="7036"/>
                  </a:lnTo>
                  <a:lnTo>
                    <a:pt x="749" y="4641"/>
                  </a:lnTo>
                  <a:lnTo>
                    <a:pt x="898" y="239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3" name="Google Shape;1783;p55"/>
            <p:cNvSpPr/>
            <p:nvPr/>
          </p:nvSpPr>
          <p:spPr>
            <a:xfrm>
              <a:off x="2943725" y="2846250"/>
              <a:ext cx="22475" cy="232050"/>
            </a:xfrm>
            <a:custGeom>
              <a:rect b="b" l="l" r="r" t="t"/>
              <a:pathLst>
                <a:path extrusionOk="0" h="9282" w="899">
                  <a:moveTo>
                    <a:pt x="300" y="1"/>
                  </a:moveTo>
                  <a:lnTo>
                    <a:pt x="300" y="151"/>
                  </a:lnTo>
                  <a:lnTo>
                    <a:pt x="0" y="4641"/>
                  </a:lnTo>
                  <a:lnTo>
                    <a:pt x="150" y="6886"/>
                  </a:lnTo>
                  <a:lnTo>
                    <a:pt x="300" y="9131"/>
                  </a:lnTo>
                  <a:lnTo>
                    <a:pt x="599" y="9281"/>
                  </a:lnTo>
                  <a:lnTo>
                    <a:pt x="749" y="9131"/>
                  </a:lnTo>
                  <a:lnTo>
                    <a:pt x="899" y="6886"/>
                  </a:lnTo>
                  <a:lnTo>
                    <a:pt x="899" y="4641"/>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4" name="Google Shape;1784;p55"/>
            <p:cNvSpPr/>
            <p:nvPr/>
          </p:nvSpPr>
          <p:spPr>
            <a:xfrm>
              <a:off x="2861400" y="2835025"/>
              <a:ext cx="22475" cy="235775"/>
            </a:xfrm>
            <a:custGeom>
              <a:rect b="b" l="l" r="r" t="t"/>
              <a:pathLst>
                <a:path extrusionOk="0" h="9431" w="899">
                  <a:moveTo>
                    <a:pt x="599" y="1"/>
                  </a:moveTo>
                  <a:lnTo>
                    <a:pt x="450" y="151"/>
                  </a:lnTo>
                  <a:lnTo>
                    <a:pt x="300" y="300"/>
                  </a:lnTo>
                  <a:lnTo>
                    <a:pt x="150" y="2695"/>
                  </a:lnTo>
                  <a:lnTo>
                    <a:pt x="1" y="5090"/>
                  </a:lnTo>
                  <a:lnTo>
                    <a:pt x="1" y="7186"/>
                  </a:lnTo>
                  <a:lnTo>
                    <a:pt x="1" y="8383"/>
                  </a:lnTo>
                  <a:lnTo>
                    <a:pt x="150" y="9431"/>
                  </a:lnTo>
                  <a:lnTo>
                    <a:pt x="599" y="9431"/>
                  </a:lnTo>
                  <a:lnTo>
                    <a:pt x="749" y="8383"/>
                  </a:lnTo>
                  <a:lnTo>
                    <a:pt x="899" y="7186"/>
                  </a:lnTo>
                  <a:lnTo>
                    <a:pt x="899" y="5090"/>
                  </a:lnTo>
                  <a:lnTo>
                    <a:pt x="899" y="2695"/>
                  </a:lnTo>
                  <a:lnTo>
                    <a:pt x="749" y="300"/>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5" name="Google Shape;1785;p55"/>
            <p:cNvSpPr/>
            <p:nvPr/>
          </p:nvSpPr>
          <p:spPr>
            <a:xfrm>
              <a:off x="2782825" y="2850000"/>
              <a:ext cx="22475" cy="205825"/>
            </a:xfrm>
            <a:custGeom>
              <a:rect b="b" l="l" r="r" t="t"/>
              <a:pathLst>
                <a:path extrusionOk="0" h="8233" w="899">
                  <a:moveTo>
                    <a:pt x="449" y="1"/>
                  </a:moveTo>
                  <a:lnTo>
                    <a:pt x="300" y="150"/>
                  </a:lnTo>
                  <a:lnTo>
                    <a:pt x="150" y="300"/>
                  </a:lnTo>
                  <a:lnTo>
                    <a:pt x="0" y="2246"/>
                  </a:lnTo>
                  <a:lnTo>
                    <a:pt x="0" y="4192"/>
                  </a:lnTo>
                  <a:lnTo>
                    <a:pt x="0" y="6137"/>
                  </a:lnTo>
                  <a:lnTo>
                    <a:pt x="300" y="8083"/>
                  </a:lnTo>
                  <a:lnTo>
                    <a:pt x="300" y="8233"/>
                  </a:lnTo>
                  <a:lnTo>
                    <a:pt x="449" y="8083"/>
                  </a:lnTo>
                  <a:lnTo>
                    <a:pt x="898" y="4192"/>
                  </a:lnTo>
                  <a:lnTo>
                    <a:pt x="898" y="2246"/>
                  </a:lnTo>
                  <a:lnTo>
                    <a:pt x="749" y="300"/>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6" name="Google Shape;1786;p55"/>
            <p:cNvSpPr/>
            <p:nvPr/>
          </p:nvSpPr>
          <p:spPr>
            <a:xfrm>
              <a:off x="2696750" y="2797625"/>
              <a:ext cx="29975" cy="246975"/>
            </a:xfrm>
            <a:custGeom>
              <a:rect b="b" l="l" r="r" t="t"/>
              <a:pathLst>
                <a:path extrusionOk="0" h="9879" w="1199">
                  <a:moveTo>
                    <a:pt x="599" y="0"/>
                  </a:moveTo>
                  <a:lnTo>
                    <a:pt x="450" y="150"/>
                  </a:lnTo>
                  <a:lnTo>
                    <a:pt x="150" y="2545"/>
                  </a:lnTo>
                  <a:lnTo>
                    <a:pt x="1" y="4940"/>
                  </a:lnTo>
                  <a:lnTo>
                    <a:pt x="150" y="7334"/>
                  </a:lnTo>
                  <a:lnTo>
                    <a:pt x="450" y="9729"/>
                  </a:lnTo>
                  <a:lnTo>
                    <a:pt x="599" y="9879"/>
                  </a:lnTo>
                  <a:lnTo>
                    <a:pt x="749" y="9729"/>
                  </a:lnTo>
                  <a:lnTo>
                    <a:pt x="1048" y="7634"/>
                  </a:lnTo>
                  <a:lnTo>
                    <a:pt x="1198" y="5688"/>
                  </a:lnTo>
                  <a:lnTo>
                    <a:pt x="1198" y="3892"/>
                  </a:lnTo>
                  <a:lnTo>
                    <a:pt x="1048" y="1946"/>
                  </a:lnTo>
                  <a:lnTo>
                    <a:pt x="899" y="150"/>
                  </a:lnTo>
                  <a:lnTo>
                    <a:pt x="74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7" name="Google Shape;1787;p55"/>
            <p:cNvSpPr/>
            <p:nvPr/>
          </p:nvSpPr>
          <p:spPr>
            <a:xfrm>
              <a:off x="2621925" y="2838775"/>
              <a:ext cx="22475" cy="194600"/>
            </a:xfrm>
            <a:custGeom>
              <a:rect b="b" l="l" r="r" t="t"/>
              <a:pathLst>
                <a:path extrusionOk="0" h="7784" w="899">
                  <a:moveTo>
                    <a:pt x="299" y="1"/>
                  </a:moveTo>
                  <a:lnTo>
                    <a:pt x="150" y="150"/>
                  </a:lnTo>
                  <a:lnTo>
                    <a:pt x="0" y="2096"/>
                  </a:lnTo>
                  <a:lnTo>
                    <a:pt x="0" y="3892"/>
                  </a:lnTo>
                  <a:lnTo>
                    <a:pt x="0" y="5838"/>
                  </a:lnTo>
                  <a:lnTo>
                    <a:pt x="299" y="7634"/>
                  </a:lnTo>
                  <a:lnTo>
                    <a:pt x="449" y="7784"/>
                  </a:lnTo>
                  <a:lnTo>
                    <a:pt x="599" y="7634"/>
                  </a:lnTo>
                  <a:lnTo>
                    <a:pt x="749" y="5838"/>
                  </a:lnTo>
                  <a:lnTo>
                    <a:pt x="898" y="3892"/>
                  </a:lnTo>
                  <a:lnTo>
                    <a:pt x="749" y="2096"/>
                  </a:lnTo>
                  <a:lnTo>
                    <a:pt x="59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8" name="Google Shape;1788;p55"/>
            <p:cNvSpPr/>
            <p:nvPr/>
          </p:nvSpPr>
          <p:spPr>
            <a:xfrm>
              <a:off x="2461000" y="2846250"/>
              <a:ext cx="22500" cy="164675"/>
            </a:xfrm>
            <a:custGeom>
              <a:rect b="b" l="l" r="r" t="t"/>
              <a:pathLst>
                <a:path extrusionOk="0" h="6587" w="900">
                  <a:moveTo>
                    <a:pt x="450" y="1"/>
                  </a:moveTo>
                  <a:lnTo>
                    <a:pt x="300" y="151"/>
                  </a:lnTo>
                  <a:lnTo>
                    <a:pt x="151" y="300"/>
                  </a:lnTo>
                  <a:lnTo>
                    <a:pt x="151" y="899"/>
                  </a:lnTo>
                  <a:lnTo>
                    <a:pt x="1" y="2246"/>
                  </a:lnTo>
                  <a:lnTo>
                    <a:pt x="1" y="3743"/>
                  </a:lnTo>
                  <a:lnTo>
                    <a:pt x="151" y="5090"/>
                  </a:lnTo>
                  <a:lnTo>
                    <a:pt x="300" y="6587"/>
                  </a:lnTo>
                  <a:lnTo>
                    <a:pt x="600" y="6587"/>
                  </a:lnTo>
                  <a:lnTo>
                    <a:pt x="899" y="4940"/>
                  </a:lnTo>
                  <a:lnTo>
                    <a:pt x="899" y="3444"/>
                  </a:lnTo>
                  <a:lnTo>
                    <a:pt x="899" y="1797"/>
                  </a:lnTo>
                  <a:lnTo>
                    <a:pt x="600" y="300"/>
                  </a:lnTo>
                  <a:lnTo>
                    <a:pt x="600"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9" name="Google Shape;1789;p55"/>
            <p:cNvSpPr/>
            <p:nvPr/>
          </p:nvSpPr>
          <p:spPr>
            <a:xfrm>
              <a:off x="2539600" y="2850000"/>
              <a:ext cx="22475" cy="172150"/>
            </a:xfrm>
            <a:custGeom>
              <a:rect b="b" l="l" r="r" t="t"/>
              <a:pathLst>
                <a:path extrusionOk="0" h="6886" w="899">
                  <a:moveTo>
                    <a:pt x="300" y="1"/>
                  </a:moveTo>
                  <a:lnTo>
                    <a:pt x="300" y="150"/>
                  </a:lnTo>
                  <a:lnTo>
                    <a:pt x="0" y="1797"/>
                  </a:lnTo>
                  <a:lnTo>
                    <a:pt x="0" y="3443"/>
                  </a:lnTo>
                  <a:lnTo>
                    <a:pt x="150" y="5090"/>
                  </a:lnTo>
                  <a:lnTo>
                    <a:pt x="300" y="6736"/>
                  </a:lnTo>
                  <a:lnTo>
                    <a:pt x="449" y="6886"/>
                  </a:lnTo>
                  <a:lnTo>
                    <a:pt x="599" y="6886"/>
                  </a:lnTo>
                  <a:lnTo>
                    <a:pt x="599" y="6736"/>
                  </a:lnTo>
                  <a:lnTo>
                    <a:pt x="898" y="5090"/>
                  </a:lnTo>
                  <a:lnTo>
                    <a:pt x="898" y="3443"/>
                  </a:lnTo>
                  <a:lnTo>
                    <a:pt x="898" y="1797"/>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0" name="Google Shape;1790;p55"/>
            <p:cNvSpPr/>
            <p:nvPr/>
          </p:nvSpPr>
          <p:spPr>
            <a:xfrm>
              <a:off x="2378700" y="2853750"/>
              <a:ext cx="22475" cy="149700"/>
            </a:xfrm>
            <a:custGeom>
              <a:rect b="b" l="l" r="r" t="t"/>
              <a:pathLst>
                <a:path extrusionOk="0" h="5988" w="899">
                  <a:moveTo>
                    <a:pt x="299" y="0"/>
                  </a:moveTo>
                  <a:lnTo>
                    <a:pt x="299" y="150"/>
                  </a:lnTo>
                  <a:lnTo>
                    <a:pt x="0" y="1497"/>
                  </a:lnTo>
                  <a:lnTo>
                    <a:pt x="0" y="2994"/>
                  </a:lnTo>
                  <a:lnTo>
                    <a:pt x="150" y="4491"/>
                  </a:lnTo>
                  <a:lnTo>
                    <a:pt x="299" y="5838"/>
                  </a:lnTo>
                  <a:lnTo>
                    <a:pt x="449" y="5987"/>
                  </a:lnTo>
                  <a:lnTo>
                    <a:pt x="599" y="5838"/>
                  </a:lnTo>
                  <a:lnTo>
                    <a:pt x="898" y="4491"/>
                  </a:lnTo>
                  <a:lnTo>
                    <a:pt x="898" y="2994"/>
                  </a:lnTo>
                  <a:lnTo>
                    <a:pt x="898" y="1497"/>
                  </a:lnTo>
                  <a:lnTo>
                    <a:pt x="748"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1" name="Google Shape;1791;p55"/>
            <p:cNvSpPr/>
            <p:nvPr/>
          </p:nvSpPr>
          <p:spPr>
            <a:xfrm>
              <a:off x="2296375" y="2853750"/>
              <a:ext cx="26200" cy="134725"/>
            </a:xfrm>
            <a:custGeom>
              <a:rect b="b" l="l" r="r" t="t"/>
              <a:pathLst>
                <a:path extrusionOk="0" h="5389" w="1048">
                  <a:moveTo>
                    <a:pt x="449" y="0"/>
                  </a:moveTo>
                  <a:lnTo>
                    <a:pt x="299" y="150"/>
                  </a:lnTo>
                  <a:lnTo>
                    <a:pt x="150" y="1497"/>
                  </a:lnTo>
                  <a:lnTo>
                    <a:pt x="0" y="2695"/>
                  </a:lnTo>
                  <a:lnTo>
                    <a:pt x="150" y="4042"/>
                  </a:lnTo>
                  <a:lnTo>
                    <a:pt x="449" y="5239"/>
                  </a:lnTo>
                  <a:lnTo>
                    <a:pt x="449" y="5389"/>
                  </a:lnTo>
                  <a:lnTo>
                    <a:pt x="749" y="5389"/>
                  </a:lnTo>
                  <a:lnTo>
                    <a:pt x="749" y="5239"/>
                  </a:lnTo>
                  <a:lnTo>
                    <a:pt x="1048" y="4042"/>
                  </a:lnTo>
                  <a:lnTo>
                    <a:pt x="1048" y="2695"/>
                  </a:lnTo>
                  <a:lnTo>
                    <a:pt x="1048" y="149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2" name="Google Shape;1792;p55"/>
            <p:cNvSpPr/>
            <p:nvPr/>
          </p:nvSpPr>
          <p:spPr>
            <a:xfrm>
              <a:off x="2217775" y="2838775"/>
              <a:ext cx="22475" cy="142225"/>
            </a:xfrm>
            <a:custGeom>
              <a:rect b="b" l="l" r="r" t="t"/>
              <a:pathLst>
                <a:path extrusionOk="0" h="5689" w="899">
                  <a:moveTo>
                    <a:pt x="300" y="1"/>
                  </a:moveTo>
                  <a:lnTo>
                    <a:pt x="151" y="599"/>
                  </a:lnTo>
                  <a:lnTo>
                    <a:pt x="1" y="1348"/>
                  </a:lnTo>
                  <a:lnTo>
                    <a:pt x="1" y="2695"/>
                  </a:lnTo>
                  <a:lnTo>
                    <a:pt x="151" y="4042"/>
                  </a:lnTo>
                  <a:lnTo>
                    <a:pt x="300" y="5539"/>
                  </a:lnTo>
                  <a:lnTo>
                    <a:pt x="450" y="5688"/>
                  </a:lnTo>
                  <a:lnTo>
                    <a:pt x="749" y="5539"/>
                  </a:lnTo>
                  <a:lnTo>
                    <a:pt x="899" y="4042"/>
                  </a:lnTo>
                  <a:lnTo>
                    <a:pt x="899" y="2695"/>
                  </a:lnTo>
                  <a:lnTo>
                    <a:pt x="899" y="1348"/>
                  </a:lnTo>
                  <a:lnTo>
                    <a:pt x="749" y="599"/>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3" name="Google Shape;1793;p55"/>
            <p:cNvSpPr/>
            <p:nvPr/>
          </p:nvSpPr>
          <p:spPr>
            <a:xfrm>
              <a:off x="2139200" y="2831300"/>
              <a:ext cx="22475" cy="134725"/>
            </a:xfrm>
            <a:custGeom>
              <a:rect b="b" l="l" r="r" t="t"/>
              <a:pathLst>
                <a:path extrusionOk="0" h="5389" w="899">
                  <a:moveTo>
                    <a:pt x="300" y="0"/>
                  </a:moveTo>
                  <a:lnTo>
                    <a:pt x="150" y="150"/>
                  </a:lnTo>
                  <a:lnTo>
                    <a:pt x="1" y="749"/>
                  </a:lnTo>
                  <a:lnTo>
                    <a:pt x="1" y="1347"/>
                  </a:lnTo>
                  <a:lnTo>
                    <a:pt x="1" y="2545"/>
                  </a:lnTo>
                  <a:lnTo>
                    <a:pt x="1" y="3892"/>
                  </a:lnTo>
                  <a:lnTo>
                    <a:pt x="150" y="5239"/>
                  </a:lnTo>
                  <a:lnTo>
                    <a:pt x="300" y="5389"/>
                  </a:lnTo>
                  <a:lnTo>
                    <a:pt x="599" y="5389"/>
                  </a:lnTo>
                  <a:lnTo>
                    <a:pt x="599" y="5239"/>
                  </a:lnTo>
                  <a:lnTo>
                    <a:pt x="749" y="3892"/>
                  </a:lnTo>
                  <a:lnTo>
                    <a:pt x="899" y="2545"/>
                  </a:lnTo>
                  <a:lnTo>
                    <a:pt x="749" y="1347"/>
                  </a:lnTo>
                  <a:lnTo>
                    <a:pt x="749" y="749"/>
                  </a:lnTo>
                  <a:lnTo>
                    <a:pt x="450" y="150"/>
                  </a:lnTo>
                  <a:lnTo>
                    <a:pt x="3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4" name="Google Shape;1794;p55"/>
            <p:cNvSpPr/>
            <p:nvPr/>
          </p:nvSpPr>
          <p:spPr>
            <a:xfrm>
              <a:off x="2053150" y="2827550"/>
              <a:ext cx="29950" cy="138475"/>
            </a:xfrm>
            <a:custGeom>
              <a:rect b="b" l="l" r="r" t="t"/>
              <a:pathLst>
                <a:path extrusionOk="0" h="5539" w="1198">
                  <a:moveTo>
                    <a:pt x="599" y="1"/>
                  </a:moveTo>
                  <a:lnTo>
                    <a:pt x="449" y="150"/>
                  </a:lnTo>
                  <a:lnTo>
                    <a:pt x="150" y="749"/>
                  </a:lnTo>
                  <a:lnTo>
                    <a:pt x="0" y="1348"/>
                  </a:lnTo>
                  <a:lnTo>
                    <a:pt x="0" y="2695"/>
                  </a:lnTo>
                  <a:lnTo>
                    <a:pt x="150" y="4042"/>
                  </a:lnTo>
                  <a:lnTo>
                    <a:pt x="449" y="5389"/>
                  </a:lnTo>
                  <a:lnTo>
                    <a:pt x="599" y="5539"/>
                  </a:lnTo>
                  <a:lnTo>
                    <a:pt x="748" y="5389"/>
                  </a:lnTo>
                  <a:lnTo>
                    <a:pt x="1048" y="4042"/>
                  </a:lnTo>
                  <a:lnTo>
                    <a:pt x="1197" y="2695"/>
                  </a:lnTo>
                  <a:lnTo>
                    <a:pt x="1048" y="1348"/>
                  </a:lnTo>
                  <a:lnTo>
                    <a:pt x="1048" y="749"/>
                  </a:lnTo>
                  <a:lnTo>
                    <a:pt x="748"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5" name="Google Shape;1795;p55"/>
            <p:cNvSpPr/>
            <p:nvPr/>
          </p:nvSpPr>
          <p:spPr>
            <a:xfrm>
              <a:off x="1974550" y="2812575"/>
              <a:ext cx="26225" cy="134750"/>
            </a:xfrm>
            <a:custGeom>
              <a:rect b="b" l="l" r="r" t="t"/>
              <a:pathLst>
                <a:path extrusionOk="0" h="5390" w="1049">
                  <a:moveTo>
                    <a:pt x="450" y="1"/>
                  </a:moveTo>
                  <a:lnTo>
                    <a:pt x="300" y="151"/>
                  </a:lnTo>
                  <a:lnTo>
                    <a:pt x="1" y="1348"/>
                  </a:lnTo>
                  <a:lnTo>
                    <a:pt x="1" y="2695"/>
                  </a:lnTo>
                  <a:lnTo>
                    <a:pt x="150" y="4042"/>
                  </a:lnTo>
                  <a:lnTo>
                    <a:pt x="300" y="5240"/>
                  </a:lnTo>
                  <a:lnTo>
                    <a:pt x="450" y="5389"/>
                  </a:lnTo>
                  <a:lnTo>
                    <a:pt x="599" y="5240"/>
                  </a:lnTo>
                  <a:lnTo>
                    <a:pt x="899" y="4042"/>
                  </a:lnTo>
                  <a:lnTo>
                    <a:pt x="1049" y="2695"/>
                  </a:lnTo>
                  <a:lnTo>
                    <a:pt x="899" y="1348"/>
                  </a:lnTo>
                  <a:lnTo>
                    <a:pt x="749"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6" name="Google Shape;1796;p55"/>
            <p:cNvSpPr/>
            <p:nvPr/>
          </p:nvSpPr>
          <p:spPr>
            <a:xfrm>
              <a:off x="1895975" y="2827550"/>
              <a:ext cx="22475" cy="108550"/>
            </a:xfrm>
            <a:custGeom>
              <a:rect b="b" l="l" r="r" t="t"/>
              <a:pathLst>
                <a:path extrusionOk="0" h="4342" w="899">
                  <a:moveTo>
                    <a:pt x="450" y="1"/>
                  </a:moveTo>
                  <a:lnTo>
                    <a:pt x="150" y="150"/>
                  </a:lnTo>
                  <a:lnTo>
                    <a:pt x="1" y="599"/>
                  </a:lnTo>
                  <a:lnTo>
                    <a:pt x="1" y="1048"/>
                  </a:lnTo>
                  <a:lnTo>
                    <a:pt x="1" y="2096"/>
                  </a:lnTo>
                  <a:lnTo>
                    <a:pt x="1" y="3144"/>
                  </a:lnTo>
                  <a:lnTo>
                    <a:pt x="300" y="4192"/>
                  </a:lnTo>
                  <a:lnTo>
                    <a:pt x="450" y="4341"/>
                  </a:lnTo>
                  <a:lnTo>
                    <a:pt x="599" y="4192"/>
                  </a:lnTo>
                  <a:lnTo>
                    <a:pt x="899" y="3144"/>
                  </a:lnTo>
                  <a:lnTo>
                    <a:pt x="899" y="2096"/>
                  </a:lnTo>
                  <a:lnTo>
                    <a:pt x="899" y="1048"/>
                  </a:lnTo>
                  <a:lnTo>
                    <a:pt x="749" y="599"/>
                  </a:lnTo>
                  <a:lnTo>
                    <a:pt x="599"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7" name="Google Shape;1797;p55"/>
            <p:cNvSpPr/>
            <p:nvPr/>
          </p:nvSpPr>
          <p:spPr>
            <a:xfrm>
              <a:off x="1813650" y="2846250"/>
              <a:ext cx="22475" cy="78625"/>
            </a:xfrm>
            <a:custGeom>
              <a:rect b="b" l="l" r="r" t="t"/>
              <a:pathLst>
                <a:path extrusionOk="0" h="3145" w="899">
                  <a:moveTo>
                    <a:pt x="300" y="1"/>
                  </a:moveTo>
                  <a:lnTo>
                    <a:pt x="150" y="151"/>
                  </a:lnTo>
                  <a:lnTo>
                    <a:pt x="1" y="899"/>
                  </a:lnTo>
                  <a:lnTo>
                    <a:pt x="150" y="1647"/>
                  </a:lnTo>
                  <a:lnTo>
                    <a:pt x="300" y="3144"/>
                  </a:lnTo>
                  <a:lnTo>
                    <a:pt x="599" y="3144"/>
                  </a:lnTo>
                  <a:lnTo>
                    <a:pt x="899" y="1647"/>
                  </a:lnTo>
                  <a:lnTo>
                    <a:pt x="899" y="899"/>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8" name="Google Shape;1798;p55"/>
            <p:cNvSpPr/>
            <p:nvPr/>
          </p:nvSpPr>
          <p:spPr>
            <a:xfrm>
              <a:off x="1735075" y="2853750"/>
              <a:ext cx="22475" cy="67375"/>
            </a:xfrm>
            <a:custGeom>
              <a:rect b="b" l="l" r="r" t="t"/>
              <a:pathLst>
                <a:path extrusionOk="0" h="2695" w="899">
                  <a:moveTo>
                    <a:pt x="300" y="0"/>
                  </a:moveTo>
                  <a:lnTo>
                    <a:pt x="150" y="150"/>
                  </a:lnTo>
                  <a:lnTo>
                    <a:pt x="0" y="749"/>
                  </a:lnTo>
                  <a:lnTo>
                    <a:pt x="0" y="1347"/>
                  </a:lnTo>
                  <a:lnTo>
                    <a:pt x="0" y="1946"/>
                  </a:lnTo>
                  <a:lnTo>
                    <a:pt x="300" y="2545"/>
                  </a:lnTo>
                  <a:lnTo>
                    <a:pt x="449" y="2695"/>
                  </a:lnTo>
                  <a:lnTo>
                    <a:pt x="599" y="2545"/>
                  </a:lnTo>
                  <a:lnTo>
                    <a:pt x="749" y="1946"/>
                  </a:lnTo>
                  <a:lnTo>
                    <a:pt x="898" y="1347"/>
                  </a:lnTo>
                  <a:lnTo>
                    <a:pt x="749" y="749"/>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9" name="Google Shape;1799;p55"/>
            <p:cNvSpPr/>
            <p:nvPr/>
          </p:nvSpPr>
          <p:spPr>
            <a:xfrm>
              <a:off x="1652750" y="2838775"/>
              <a:ext cx="22475" cy="67375"/>
            </a:xfrm>
            <a:custGeom>
              <a:rect b="b" l="l" r="r" t="t"/>
              <a:pathLst>
                <a:path extrusionOk="0" h="2695" w="899">
                  <a:moveTo>
                    <a:pt x="300" y="1"/>
                  </a:moveTo>
                  <a:lnTo>
                    <a:pt x="150" y="300"/>
                  </a:lnTo>
                  <a:lnTo>
                    <a:pt x="0" y="599"/>
                  </a:lnTo>
                  <a:lnTo>
                    <a:pt x="0" y="1348"/>
                  </a:lnTo>
                  <a:lnTo>
                    <a:pt x="300" y="2545"/>
                  </a:lnTo>
                  <a:lnTo>
                    <a:pt x="449" y="2695"/>
                  </a:lnTo>
                  <a:lnTo>
                    <a:pt x="599" y="2545"/>
                  </a:lnTo>
                  <a:lnTo>
                    <a:pt x="749" y="1946"/>
                  </a:lnTo>
                  <a:lnTo>
                    <a:pt x="899" y="1348"/>
                  </a:lnTo>
                  <a:lnTo>
                    <a:pt x="899" y="599"/>
                  </a:lnTo>
                  <a:lnTo>
                    <a:pt x="749" y="30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0" name="Google Shape;1800;p55"/>
            <p:cNvSpPr/>
            <p:nvPr/>
          </p:nvSpPr>
          <p:spPr>
            <a:xfrm>
              <a:off x="1574175" y="2842525"/>
              <a:ext cx="18725" cy="59900"/>
            </a:xfrm>
            <a:custGeom>
              <a:rect b="b" l="l" r="r" t="t"/>
              <a:pathLst>
                <a:path extrusionOk="0" h="2396" w="749">
                  <a:moveTo>
                    <a:pt x="300" y="0"/>
                  </a:moveTo>
                  <a:lnTo>
                    <a:pt x="150" y="150"/>
                  </a:lnTo>
                  <a:lnTo>
                    <a:pt x="0" y="1198"/>
                  </a:lnTo>
                  <a:lnTo>
                    <a:pt x="150" y="2245"/>
                  </a:lnTo>
                  <a:lnTo>
                    <a:pt x="300" y="2395"/>
                  </a:lnTo>
                  <a:lnTo>
                    <a:pt x="449" y="2395"/>
                  </a:lnTo>
                  <a:lnTo>
                    <a:pt x="599" y="2245"/>
                  </a:lnTo>
                  <a:lnTo>
                    <a:pt x="749" y="1198"/>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1" name="Google Shape;1801;p55"/>
            <p:cNvSpPr/>
            <p:nvPr/>
          </p:nvSpPr>
          <p:spPr>
            <a:xfrm>
              <a:off x="3781925" y="3138125"/>
              <a:ext cx="291900" cy="18750"/>
            </a:xfrm>
            <a:custGeom>
              <a:rect b="b" l="l" r="r" t="t"/>
              <a:pathLst>
                <a:path extrusionOk="0" h="750" w="11676">
                  <a:moveTo>
                    <a:pt x="2096" y="1"/>
                  </a:moveTo>
                  <a:lnTo>
                    <a:pt x="898" y="151"/>
                  </a:lnTo>
                  <a:lnTo>
                    <a:pt x="0" y="151"/>
                  </a:lnTo>
                  <a:lnTo>
                    <a:pt x="0" y="300"/>
                  </a:lnTo>
                  <a:lnTo>
                    <a:pt x="0" y="450"/>
                  </a:lnTo>
                  <a:lnTo>
                    <a:pt x="150" y="450"/>
                  </a:lnTo>
                  <a:lnTo>
                    <a:pt x="898" y="600"/>
                  </a:lnTo>
                  <a:lnTo>
                    <a:pt x="2246" y="600"/>
                  </a:lnTo>
                  <a:lnTo>
                    <a:pt x="6886" y="749"/>
                  </a:lnTo>
                  <a:lnTo>
                    <a:pt x="9280" y="600"/>
                  </a:lnTo>
                  <a:lnTo>
                    <a:pt x="11526" y="450"/>
                  </a:lnTo>
                  <a:lnTo>
                    <a:pt x="11675" y="450"/>
                  </a:lnTo>
                  <a:lnTo>
                    <a:pt x="11675" y="300"/>
                  </a:lnTo>
                  <a:lnTo>
                    <a:pt x="11526" y="151"/>
                  </a:lnTo>
                  <a:lnTo>
                    <a:pt x="928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2" name="Google Shape;1802;p55"/>
            <p:cNvSpPr/>
            <p:nvPr/>
          </p:nvSpPr>
          <p:spPr>
            <a:xfrm>
              <a:off x="3804375" y="3299050"/>
              <a:ext cx="280675" cy="18725"/>
            </a:xfrm>
            <a:custGeom>
              <a:rect b="b" l="l" r="r" t="t"/>
              <a:pathLst>
                <a:path extrusionOk="0" h="749" w="11227">
                  <a:moveTo>
                    <a:pt x="3742" y="0"/>
                  </a:moveTo>
                  <a:lnTo>
                    <a:pt x="150" y="150"/>
                  </a:lnTo>
                  <a:lnTo>
                    <a:pt x="0" y="299"/>
                  </a:lnTo>
                  <a:lnTo>
                    <a:pt x="0" y="449"/>
                  </a:lnTo>
                  <a:lnTo>
                    <a:pt x="150" y="599"/>
                  </a:lnTo>
                  <a:lnTo>
                    <a:pt x="4491" y="748"/>
                  </a:lnTo>
                  <a:lnTo>
                    <a:pt x="8682" y="748"/>
                  </a:lnTo>
                  <a:lnTo>
                    <a:pt x="10478" y="599"/>
                  </a:lnTo>
                  <a:lnTo>
                    <a:pt x="11077" y="449"/>
                  </a:lnTo>
                  <a:lnTo>
                    <a:pt x="11226" y="299"/>
                  </a:lnTo>
                  <a:lnTo>
                    <a:pt x="11077" y="299"/>
                  </a:lnTo>
                  <a:lnTo>
                    <a:pt x="10628"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3" name="Google Shape;1803;p55"/>
            <p:cNvSpPr/>
            <p:nvPr/>
          </p:nvSpPr>
          <p:spPr>
            <a:xfrm>
              <a:off x="3800625" y="3377625"/>
              <a:ext cx="273200" cy="26225"/>
            </a:xfrm>
            <a:custGeom>
              <a:rect b="b" l="l" r="r" t="t"/>
              <a:pathLst>
                <a:path extrusionOk="0" h="1049" w="10928">
                  <a:moveTo>
                    <a:pt x="1947" y="0"/>
                  </a:moveTo>
                  <a:lnTo>
                    <a:pt x="1" y="300"/>
                  </a:lnTo>
                  <a:lnTo>
                    <a:pt x="1" y="449"/>
                  </a:lnTo>
                  <a:lnTo>
                    <a:pt x="2246" y="898"/>
                  </a:lnTo>
                  <a:lnTo>
                    <a:pt x="4491" y="1048"/>
                  </a:lnTo>
                  <a:lnTo>
                    <a:pt x="6886" y="898"/>
                  </a:lnTo>
                  <a:lnTo>
                    <a:pt x="9131" y="749"/>
                  </a:lnTo>
                  <a:lnTo>
                    <a:pt x="10029" y="749"/>
                  </a:lnTo>
                  <a:lnTo>
                    <a:pt x="10179" y="599"/>
                  </a:lnTo>
                  <a:lnTo>
                    <a:pt x="10927" y="599"/>
                  </a:lnTo>
                  <a:lnTo>
                    <a:pt x="10927" y="449"/>
                  </a:lnTo>
                  <a:lnTo>
                    <a:pt x="10778" y="300"/>
                  </a:lnTo>
                  <a:lnTo>
                    <a:pt x="10329" y="300"/>
                  </a:lnTo>
                  <a:lnTo>
                    <a:pt x="9281"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4" name="Google Shape;1804;p55"/>
            <p:cNvSpPr/>
            <p:nvPr/>
          </p:nvSpPr>
          <p:spPr>
            <a:xfrm>
              <a:off x="3808125" y="3459950"/>
              <a:ext cx="261950" cy="18725"/>
            </a:xfrm>
            <a:custGeom>
              <a:rect b="b" l="l" r="r" t="t"/>
              <a:pathLst>
                <a:path extrusionOk="0" h="749" w="10478">
                  <a:moveTo>
                    <a:pt x="1198" y="0"/>
                  </a:moveTo>
                  <a:lnTo>
                    <a:pt x="0" y="300"/>
                  </a:lnTo>
                  <a:lnTo>
                    <a:pt x="0" y="449"/>
                  </a:lnTo>
                  <a:lnTo>
                    <a:pt x="1198" y="749"/>
                  </a:lnTo>
                  <a:lnTo>
                    <a:pt x="7185" y="749"/>
                  </a:lnTo>
                  <a:lnTo>
                    <a:pt x="9430" y="599"/>
                  </a:lnTo>
                  <a:lnTo>
                    <a:pt x="10178" y="599"/>
                  </a:lnTo>
                  <a:lnTo>
                    <a:pt x="10328" y="449"/>
                  </a:lnTo>
                  <a:lnTo>
                    <a:pt x="10478" y="449"/>
                  </a:lnTo>
                  <a:lnTo>
                    <a:pt x="10328" y="150"/>
                  </a:lnTo>
                  <a:lnTo>
                    <a:pt x="9580" y="15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5" name="Google Shape;1805;p55"/>
            <p:cNvSpPr/>
            <p:nvPr/>
          </p:nvSpPr>
          <p:spPr>
            <a:xfrm>
              <a:off x="3808125" y="3534775"/>
              <a:ext cx="246975" cy="29975"/>
            </a:xfrm>
            <a:custGeom>
              <a:rect b="b" l="l" r="r" t="t"/>
              <a:pathLst>
                <a:path extrusionOk="0" h="1199" w="9879">
                  <a:moveTo>
                    <a:pt x="4640" y="1"/>
                  </a:moveTo>
                  <a:lnTo>
                    <a:pt x="2245" y="151"/>
                  </a:lnTo>
                  <a:lnTo>
                    <a:pt x="1198" y="300"/>
                  </a:lnTo>
                  <a:lnTo>
                    <a:pt x="150" y="450"/>
                  </a:lnTo>
                  <a:lnTo>
                    <a:pt x="0" y="600"/>
                  </a:lnTo>
                  <a:lnTo>
                    <a:pt x="150" y="749"/>
                  </a:lnTo>
                  <a:lnTo>
                    <a:pt x="898" y="899"/>
                  </a:lnTo>
                  <a:lnTo>
                    <a:pt x="2395" y="1198"/>
                  </a:lnTo>
                  <a:lnTo>
                    <a:pt x="4341" y="1198"/>
                  </a:lnTo>
                  <a:lnTo>
                    <a:pt x="6287" y="1049"/>
                  </a:lnTo>
                  <a:lnTo>
                    <a:pt x="7933" y="899"/>
                  </a:lnTo>
                  <a:lnTo>
                    <a:pt x="8981" y="899"/>
                  </a:lnTo>
                  <a:lnTo>
                    <a:pt x="9729" y="749"/>
                  </a:lnTo>
                  <a:lnTo>
                    <a:pt x="9879" y="600"/>
                  </a:lnTo>
                  <a:lnTo>
                    <a:pt x="9729" y="600"/>
                  </a:lnTo>
                  <a:lnTo>
                    <a:pt x="9131" y="450"/>
                  </a:lnTo>
                  <a:lnTo>
                    <a:pt x="6885" y="300"/>
                  </a:lnTo>
                  <a:lnTo>
                    <a:pt x="46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6" name="Google Shape;1806;p55"/>
            <p:cNvSpPr/>
            <p:nvPr/>
          </p:nvSpPr>
          <p:spPr>
            <a:xfrm>
              <a:off x="3800625" y="3620850"/>
              <a:ext cx="243250" cy="18725"/>
            </a:xfrm>
            <a:custGeom>
              <a:rect b="b" l="l" r="r" t="t"/>
              <a:pathLst>
                <a:path extrusionOk="0" h="749" w="9730">
                  <a:moveTo>
                    <a:pt x="1198" y="0"/>
                  </a:moveTo>
                  <a:lnTo>
                    <a:pt x="150" y="300"/>
                  </a:lnTo>
                  <a:lnTo>
                    <a:pt x="1" y="449"/>
                  </a:lnTo>
                  <a:lnTo>
                    <a:pt x="150" y="599"/>
                  </a:lnTo>
                  <a:lnTo>
                    <a:pt x="1198" y="749"/>
                  </a:lnTo>
                  <a:lnTo>
                    <a:pt x="4491" y="749"/>
                  </a:lnTo>
                  <a:lnTo>
                    <a:pt x="8832" y="599"/>
                  </a:lnTo>
                  <a:lnTo>
                    <a:pt x="9580" y="599"/>
                  </a:lnTo>
                  <a:lnTo>
                    <a:pt x="9730" y="449"/>
                  </a:lnTo>
                  <a:lnTo>
                    <a:pt x="9730" y="300"/>
                  </a:lnTo>
                  <a:lnTo>
                    <a:pt x="9580" y="150"/>
                  </a:lnTo>
                  <a:lnTo>
                    <a:pt x="8982" y="150"/>
                  </a:lnTo>
                  <a:lnTo>
                    <a:pt x="67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7" name="Google Shape;1807;p55"/>
            <p:cNvSpPr/>
            <p:nvPr/>
          </p:nvSpPr>
          <p:spPr>
            <a:xfrm>
              <a:off x="3796900" y="3699425"/>
              <a:ext cx="235750" cy="22475"/>
            </a:xfrm>
            <a:custGeom>
              <a:rect b="b" l="l" r="r" t="t"/>
              <a:pathLst>
                <a:path extrusionOk="0" h="899" w="9430">
                  <a:moveTo>
                    <a:pt x="4490" y="1"/>
                  </a:moveTo>
                  <a:lnTo>
                    <a:pt x="299" y="300"/>
                  </a:lnTo>
                  <a:lnTo>
                    <a:pt x="0" y="300"/>
                  </a:lnTo>
                  <a:lnTo>
                    <a:pt x="0" y="599"/>
                  </a:lnTo>
                  <a:lnTo>
                    <a:pt x="299" y="749"/>
                  </a:lnTo>
                  <a:lnTo>
                    <a:pt x="4490" y="899"/>
                  </a:lnTo>
                  <a:lnTo>
                    <a:pt x="6586" y="899"/>
                  </a:lnTo>
                  <a:lnTo>
                    <a:pt x="8681" y="599"/>
                  </a:lnTo>
                  <a:lnTo>
                    <a:pt x="9280" y="599"/>
                  </a:lnTo>
                  <a:lnTo>
                    <a:pt x="9430" y="450"/>
                  </a:lnTo>
                  <a:lnTo>
                    <a:pt x="9280" y="300"/>
                  </a:lnTo>
                  <a:lnTo>
                    <a:pt x="8681" y="150"/>
                  </a:lnTo>
                  <a:lnTo>
                    <a:pt x="658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8" name="Google Shape;1808;p55"/>
            <p:cNvSpPr/>
            <p:nvPr/>
          </p:nvSpPr>
          <p:spPr>
            <a:xfrm>
              <a:off x="3789400" y="3781750"/>
              <a:ext cx="235775" cy="26225"/>
            </a:xfrm>
            <a:custGeom>
              <a:rect b="b" l="l" r="r" t="t"/>
              <a:pathLst>
                <a:path extrusionOk="0" h="1049" w="9431">
                  <a:moveTo>
                    <a:pt x="3593" y="1"/>
                  </a:moveTo>
                  <a:lnTo>
                    <a:pt x="1947" y="150"/>
                  </a:lnTo>
                  <a:lnTo>
                    <a:pt x="150" y="150"/>
                  </a:lnTo>
                  <a:lnTo>
                    <a:pt x="1" y="300"/>
                  </a:lnTo>
                  <a:lnTo>
                    <a:pt x="1" y="450"/>
                  </a:lnTo>
                  <a:lnTo>
                    <a:pt x="1" y="599"/>
                  </a:lnTo>
                  <a:lnTo>
                    <a:pt x="150" y="599"/>
                  </a:lnTo>
                  <a:lnTo>
                    <a:pt x="2695" y="749"/>
                  </a:lnTo>
                  <a:lnTo>
                    <a:pt x="5090" y="899"/>
                  </a:lnTo>
                  <a:lnTo>
                    <a:pt x="6736" y="1048"/>
                  </a:lnTo>
                  <a:lnTo>
                    <a:pt x="8383" y="899"/>
                  </a:lnTo>
                  <a:lnTo>
                    <a:pt x="9131" y="749"/>
                  </a:lnTo>
                  <a:lnTo>
                    <a:pt x="9431" y="749"/>
                  </a:lnTo>
                  <a:lnTo>
                    <a:pt x="9431" y="599"/>
                  </a:lnTo>
                  <a:lnTo>
                    <a:pt x="9431" y="450"/>
                  </a:lnTo>
                  <a:lnTo>
                    <a:pt x="9281" y="300"/>
                  </a:lnTo>
                  <a:lnTo>
                    <a:pt x="8532" y="150"/>
                  </a:lnTo>
                  <a:lnTo>
                    <a:pt x="7185" y="150"/>
                  </a:lnTo>
                  <a:lnTo>
                    <a:pt x="59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9" name="Google Shape;1809;p55"/>
            <p:cNvSpPr/>
            <p:nvPr/>
          </p:nvSpPr>
          <p:spPr>
            <a:xfrm>
              <a:off x="3804375" y="3864075"/>
              <a:ext cx="205825" cy="22475"/>
            </a:xfrm>
            <a:custGeom>
              <a:rect b="b" l="l" r="r" t="t"/>
              <a:pathLst>
                <a:path extrusionOk="0" h="899" w="8233">
                  <a:moveTo>
                    <a:pt x="2096" y="1"/>
                  </a:moveTo>
                  <a:lnTo>
                    <a:pt x="150" y="150"/>
                  </a:lnTo>
                  <a:lnTo>
                    <a:pt x="0" y="150"/>
                  </a:lnTo>
                  <a:lnTo>
                    <a:pt x="0" y="300"/>
                  </a:lnTo>
                  <a:lnTo>
                    <a:pt x="0" y="599"/>
                  </a:lnTo>
                  <a:lnTo>
                    <a:pt x="150" y="599"/>
                  </a:lnTo>
                  <a:lnTo>
                    <a:pt x="2096" y="749"/>
                  </a:lnTo>
                  <a:lnTo>
                    <a:pt x="3892" y="899"/>
                  </a:lnTo>
                  <a:lnTo>
                    <a:pt x="7484" y="599"/>
                  </a:lnTo>
                  <a:lnTo>
                    <a:pt x="8083" y="599"/>
                  </a:lnTo>
                  <a:lnTo>
                    <a:pt x="8233" y="450"/>
                  </a:lnTo>
                  <a:lnTo>
                    <a:pt x="8083" y="300"/>
                  </a:lnTo>
                  <a:lnTo>
                    <a:pt x="7484" y="300"/>
                  </a:lnTo>
                  <a:lnTo>
                    <a:pt x="38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0" name="Google Shape;1810;p55"/>
            <p:cNvSpPr/>
            <p:nvPr/>
          </p:nvSpPr>
          <p:spPr>
            <a:xfrm>
              <a:off x="3751975" y="3938925"/>
              <a:ext cx="243275" cy="29950"/>
            </a:xfrm>
            <a:custGeom>
              <a:rect b="b" l="l" r="r" t="t"/>
              <a:pathLst>
                <a:path extrusionOk="0" h="1198" w="9731">
                  <a:moveTo>
                    <a:pt x="3743" y="0"/>
                  </a:moveTo>
                  <a:lnTo>
                    <a:pt x="1947" y="150"/>
                  </a:lnTo>
                  <a:lnTo>
                    <a:pt x="151" y="449"/>
                  </a:lnTo>
                  <a:lnTo>
                    <a:pt x="1" y="449"/>
                  </a:lnTo>
                  <a:lnTo>
                    <a:pt x="1" y="599"/>
                  </a:lnTo>
                  <a:lnTo>
                    <a:pt x="151" y="898"/>
                  </a:lnTo>
                  <a:lnTo>
                    <a:pt x="2246" y="1048"/>
                  </a:lnTo>
                  <a:lnTo>
                    <a:pt x="4641" y="1198"/>
                  </a:lnTo>
                  <a:lnTo>
                    <a:pt x="6886" y="1048"/>
                  </a:lnTo>
                  <a:lnTo>
                    <a:pt x="9131" y="898"/>
                  </a:lnTo>
                  <a:lnTo>
                    <a:pt x="9580" y="749"/>
                  </a:lnTo>
                  <a:lnTo>
                    <a:pt x="9730" y="599"/>
                  </a:lnTo>
                  <a:lnTo>
                    <a:pt x="9580" y="449"/>
                  </a:lnTo>
                  <a:lnTo>
                    <a:pt x="9131" y="299"/>
                  </a:lnTo>
                  <a:lnTo>
                    <a:pt x="7635" y="150"/>
                  </a:lnTo>
                  <a:lnTo>
                    <a:pt x="568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1" name="Google Shape;1811;p55"/>
            <p:cNvSpPr/>
            <p:nvPr/>
          </p:nvSpPr>
          <p:spPr>
            <a:xfrm>
              <a:off x="3789400" y="4021250"/>
              <a:ext cx="198350" cy="26200"/>
            </a:xfrm>
            <a:custGeom>
              <a:rect b="b" l="l" r="r" t="t"/>
              <a:pathLst>
                <a:path extrusionOk="0" h="1048" w="7934">
                  <a:moveTo>
                    <a:pt x="3743" y="0"/>
                  </a:moveTo>
                  <a:lnTo>
                    <a:pt x="1947" y="150"/>
                  </a:lnTo>
                  <a:lnTo>
                    <a:pt x="300" y="299"/>
                  </a:lnTo>
                  <a:lnTo>
                    <a:pt x="150" y="299"/>
                  </a:lnTo>
                  <a:lnTo>
                    <a:pt x="1" y="449"/>
                  </a:lnTo>
                  <a:lnTo>
                    <a:pt x="150" y="599"/>
                  </a:lnTo>
                  <a:lnTo>
                    <a:pt x="300" y="748"/>
                  </a:lnTo>
                  <a:lnTo>
                    <a:pt x="3743" y="1048"/>
                  </a:lnTo>
                  <a:lnTo>
                    <a:pt x="5389" y="1048"/>
                  </a:lnTo>
                  <a:lnTo>
                    <a:pt x="7185" y="748"/>
                  </a:lnTo>
                  <a:lnTo>
                    <a:pt x="7784" y="748"/>
                  </a:lnTo>
                  <a:lnTo>
                    <a:pt x="7934" y="599"/>
                  </a:lnTo>
                  <a:lnTo>
                    <a:pt x="7784" y="449"/>
                  </a:lnTo>
                  <a:lnTo>
                    <a:pt x="7185" y="299"/>
                  </a:lnTo>
                  <a:lnTo>
                    <a:pt x="5539" y="150"/>
                  </a:lnTo>
                  <a:lnTo>
                    <a:pt x="37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2" name="Google Shape;1812;p55"/>
            <p:cNvSpPr/>
            <p:nvPr/>
          </p:nvSpPr>
          <p:spPr>
            <a:xfrm>
              <a:off x="3800625" y="4182150"/>
              <a:ext cx="164675" cy="26200"/>
            </a:xfrm>
            <a:custGeom>
              <a:rect b="b" l="l" r="r" t="t"/>
              <a:pathLst>
                <a:path extrusionOk="0" h="1048" w="6587">
                  <a:moveTo>
                    <a:pt x="2994" y="0"/>
                  </a:moveTo>
                  <a:lnTo>
                    <a:pt x="1498" y="150"/>
                  </a:lnTo>
                  <a:lnTo>
                    <a:pt x="150" y="300"/>
                  </a:lnTo>
                  <a:lnTo>
                    <a:pt x="1" y="449"/>
                  </a:lnTo>
                  <a:lnTo>
                    <a:pt x="1" y="599"/>
                  </a:lnTo>
                  <a:lnTo>
                    <a:pt x="1" y="749"/>
                  </a:lnTo>
                  <a:lnTo>
                    <a:pt x="150" y="749"/>
                  </a:lnTo>
                  <a:lnTo>
                    <a:pt x="749" y="898"/>
                  </a:lnTo>
                  <a:lnTo>
                    <a:pt x="2096" y="1048"/>
                  </a:lnTo>
                  <a:lnTo>
                    <a:pt x="3294" y="1048"/>
                  </a:lnTo>
                  <a:lnTo>
                    <a:pt x="5838" y="749"/>
                  </a:lnTo>
                  <a:lnTo>
                    <a:pt x="6437" y="599"/>
                  </a:lnTo>
                  <a:lnTo>
                    <a:pt x="6587" y="599"/>
                  </a:lnTo>
                  <a:lnTo>
                    <a:pt x="6587" y="449"/>
                  </a:lnTo>
                  <a:lnTo>
                    <a:pt x="6587" y="300"/>
                  </a:lnTo>
                  <a:lnTo>
                    <a:pt x="6437" y="300"/>
                  </a:lnTo>
                  <a:lnTo>
                    <a:pt x="5838" y="150"/>
                  </a:lnTo>
                  <a:lnTo>
                    <a:pt x="449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3" name="Google Shape;1813;p55"/>
            <p:cNvSpPr/>
            <p:nvPr/>
          </p:nvSpPr>
          <p:spPr>
            <a:xfrm>
              <a:off x="3804375" y="4103550"/>
              <a:ext cx="172150" cy="22500"/>
            </a:xfrm>
            <a:custGeom>
              <a:rect b="b" l="l" r="r" t="t"/>
              <a:pathLst>
                <a:path extrusionOk="0" h="900" w="6886">
                  <a:moveTo>
                    <a:pt x="1647" y="1"/>
                  </a:moveTo>
                  <a:lnTo>
                    <a:pt x="150" y="151"/>
                  </a:lnTo>
                  <a:lnTo>
                    <a:pt x="0" y="300"/>
                  </a:lnTo>
                  <a:lnTo>
                    <a:pt x="0" y="450"/>
                  </a:lnTo>
                  <a:lnTo>
                    <a:pt x="0" y="600"/>
                  </a:lnTo>
                  <a:lnTo>
                    <a:pt x="150" y="749"/>
                  </a:lnTo>
                  <a:lnTo>
                    <a:pt x="1647" y="899"/>
                  </a:lnTo>
                  <a:lnTo>
                    <a:pt x="3144" y="899"/>
                  </a:lnTo>
                  <a:lnTo>
                    <a:pt x="6137" y="749"/>
                  </a:lnTo>
                  <a:lnTo>
                    <a:pt x="6736" y="600"/>
                  </a:lnTo>
                  <a:lnTo>
                    <a:pt x="6886" y="600"/>
                  </a:lnTo>
                  <a:lnTo>
                    <a:pt x="6886" y="450"/>
                  </a:lnTo>
                  <a:lnTo>
                    <a:pt x="6886" y="300"/>
                  </a:lnTo>
                  <a:lnTo>
                    <a:pt x="6736" y="300"/>
                  </a:lnTo>
                  <a:lnTo>
                    <a:pt x="6137" y="151"/>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4" name="Google Shape;1814;p55"/>
            <p:cNvSpPr/>
            <p:nvPr/>
          </p:nvSpPr>
          <p:spPr>
            <a:xfrm>
              <a:off x="3804375" y="4264475"/>
              <a:ext cx="149700" cy="22475"/>
            </a:xfrm>
            <a:custGeom>
              <a:rect b="b" l="l" r="r" t="t"/>
              <a:pathLst>
                <a:path extrusionOk="0" h="899" w="5988">
                  <a:moveTo>
                    <a:pt x="1497" y="0"/>
                  </a:moveTo>
                  <a:lnTo>
                    <a:pt x="150" y="300"/>
                  </a:lnTo>
                  <a:lnTo>
                    <a:pt x="0" y="449"/>
                  </a:lnTo>
                  <a:lnTo>
                    <a:pt x="150" y="599"/>
                  </a:lnTo>
                  <a:lnTo>
                    <a:pt x="150" y="749"/>
                  </a:lnTo>
                  <a:lnTo>
                    <a:pt x="1497" y="898"/>
                  </a:lnTo>
                  <a:lnTo>
                    <a:pt x="3892" y="898"/>
                  </a:lnTo>
                  <a:lnTo>
                    <a:pt x="5239" y="749"/>
                  </a:lnTo>
                  <a:lnTo>
                    <a:pt x="5988" y="599"/>
                  </a:lnTo>
                  <a:lnTo>
                    <a:pt x="5988" y="449"/>
                  </a:lnTo>
                  <a:lnTo>
                    <a:pt x="5988" y="300"/>
                  </a:lnTo>
                  <a:lnTo>
                    <a:pt x="5239" y="150"/>
                  </a:lnTo>
                  <a:lnTo>
                    <a:pt x="404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5" name="Google Shape;1815;p55"/>
            <p:cNvSpPr/>
            <p:nvPr/>
          </p:nvSpPr>
          <p:spPr>
            <a:xfrm>
              <a:off x="3808125" y="4343050"/>
              <a:ext cx="134725" cy="26225"/>
            </a:xfrm>
            <a:custGeom>
              <a:rect b="b" l="l" r="r" t="t"/>
              <a:pathLst>
                <a:path extrusionOk="0" h="1049" w="5389">
                  <a:moveTo>
                    <a:pt x="2395" y="0"/>
                  </a:moveTo>
                  <a:lnTo>
                    <a:pt x="1198" y="150"/>
                  </a:lnTo>
                  <a:lnTo>
                    <a:pt x="150" y="300"/>
                  </a:lnTo>
                  <a:lnTo>
                    <a:pt x="0" y="449"/>
                  </a:lnTo>
                  <a:lnTo>
                    <a:pt x="0" y="599"/>
                  </a:lnTo>
                  <a:lnTo>
                    <a:pt x="0" y="749"/>
                  </a:lnTo>
                  <a:lnTo>
                    <a:pt x="150" y="749"/>
                  </a:lnTo>
                  <a:lnTo>
                    <a:pt x="300" y="898"/>
                  </a:lnTo>
                  <a:lnTo>
                    <a:pt x="1347" y="1048"/>
                  </a:lnTo>
                  <a:lnTo>
                    <a:pt x="2395" y="1048"/>
                  </a:lnTo>
                  <a:lnTo>
                    <a:pt x="3892" y="898"/>
                  </a:lnTo>
                  <a:lnTo>
                    <a:pt x="4640" y="749"/>
                  </a:lnTo>
                  <a:lnTo>
                    <a:pt x="5239" y="749"/>
                  </a:lnTo>
                  <a:lnTo>
                    <a:pt x="5239" y="599"/>
                  </a:lnTo>
                  <a:lnTo>
                    <a:pt x="5389" y="449"/>
                  </a:lnTo>
                  <a:lnTo>
                    <a:pt x="5239" y="30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6" name="Google Shape;1816;p55"/>
            <p:cNvSpPr/>
            <p:nvPr/>
          </p:nvSpPr>
          <p:spPr>
            <a:xfrm>
              <a:off x="3789400" y="4425375"/>
              <a:ext cx="142225" cy="22475"/>
            </a:xfrm>
            <a:custGeom>
              <a:rect b="b" l="l" r="r" t="t"/>
              <a:pathLst>
                <a:path extrusionOk="0" h="899" w="5689">
                  <a:moveTo>
                    <a:pt x="1348" y="0"/>
                  </a:moveTo>
                  <a:lnTo>
                    <a:pt x="749" y="150"/>
                  </a:lnTo>
                  <a:lnTo>
                    <a:pt x="150" y="300"/>
                  </a:lnTo>
                  <a:lnTo>
                    <a:pt x="1" y="599"/>
                  </a:lnTo>
                  <a:lnTo>
                    <a:pt x="150" y="599"/>
                  </a:lnTo>
                  <a:lnTo>
                    <a:pt x="749" y="898"/>
                  </a:lnTo>
                  <a:lnTo>
                    <a:pt x="2695" y="898"/>
                  </a:lnTo>
                  <a:lnTo>
                    <a:pt x="4940" y="749"/>
                  </a:lnTo>
                  <a:lnTo>
                    <a:pt x="5539" y="599"/>
                  </a:lnTo>
                  <a:lnTo>
                    <a:pt x="5689" y="599"/>
                  </a:lnTo>
                  <a:lnTo>
                    <a:pt x="5689" y="449"/>
                  </a:lnTo>
                  <a:lnTo>
                    <a:pt x="5539" y="300"/>
                  </a:lnTo>
                  <a:lnTo>
                    <a:pt x="4940"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7" name="Google Shape;1817;p55"/>
            <p:cNvSpPr/>
            <p:nvPr/>
          </p:nvSpPr>
          <p:spPr>
            <a:xfrm>
              <a:off x="3785675" y="4507700"/>
              <a:ext cx="134725" cy="22475"/>
            </a:xfrm>
            <a:custGeom>
              <a:rect b="b" l="l" r="r" t="t"/>
              <a:pathLst>
                <a:path extrusionOk="0" h="899" w="5389">
                  <a:moveTo>
                    <a:pt x="1497" y="0"/>
                  </a:moveTo>
                  <a:lnTo>
                    <a:pt x="449" y="150"/>
                  </a:lnTo>
                  <a:lnTo>
                    <a:pt x="150" y="300"/>
                  </a:lnTo>
                  <a:lnTo>
                    <a:pt x="0" y="300"/>
                  </a:lnTo>
                  <a:lnTo>
                    <a:pt x="0" y="449"/>
                  </a:lnTo>
                  <a:lnTo>
                    <a:pt x="150" y="599"/>
                  </a:lnTo>
                  <a:lnTo>
                    <a:pt x="599" y="749"/>
                  </a:lnTo>
                  <a:lnTo>
                    <a:pt x="1198" y="898"/>
                  </a:lnTo>
                  <a:lnTo>
                    <a:pt x="2545" y="898"/>
                  </a:lnTo>
                  <a:lnTo>
                    <a:pt x="4640" y="749"/>
                  </a:lnTo>
                  <a:lnTo>
                    <a:pt x="5239" y="599"/>
                  </a:lnTo>
                  <a:lnTo>
                    <a:pt x="5389" y="449"/>
                  </a:lnTo>
                  <a:lnTo>
                    <a:pt x="5389" y="300"/>
                  </a:lnTo>
                  <a:lnTo>
                    <a:pt x="5239" y="15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8" name="Google Shape;1818;p55"/>
            <p:cNvSpPr/>
            <p:nvPr/>
          </p:nvSpPr>
          <p:spPr>
            <a:xfrm>
              <a:off x="3781925" y="4586275"/>
              <a:ext cx="134725" cy="26225"/>
            </a:xfrm>
            <a:custGeom>
              <a:rect b="b" l="l" r="r" t="t"/>
              <a:pathLst>
                <a:path extrusionOk="0" h="1049" w="5389">
                  <a:moveTo>
                    <a:pt x="1348" y="1"/>
                  </a:moveTo>
                  <a:lnTo>
                    <a:pt x="749" y="150"/>
                  </a:lnTo>
                  <a:lnTo>
                    <a:pt x="150" y="300"/>
                  </a:lnTo>
                  <a:lnTo>
                    <a:pt x="0" y="450"/>
                  </a:lnTo>
                  <a:lnTo>
                    <a:pt x="0" y="599"/>
                  </a:lnTo>
                  <a:lnTo>
                    <a:pt x="150" y="749"/>
                  </a:lnTo>
                  <a:lnTo>
                    <a:pt x="1048" y="1048"/>
                  </a:lnTo>
                  <a:lnTo>
                    <a:pt x="3293" y="1048"/>
                  </a:lnTo>
                  <a:lnTo>
                    <a:pt x="4341" y="899"/>
                  </a:lnTo>
                  <a:lnTo>
                    <a:pt x="5089" y="749"/>
                  </a:lnTo>
                  <a:lnTo>
                    <a:pt x="5239" y="749"/>
                  </a:lnTo>
                  <a:lnTo>
                    <a:pt x="5389" y="599"/>
                  </a:lnTo>
                  <a:lnTo>
                    <a:pt x="5389" y="450"/>
                  </a:lnTo>
                  <a:lnTo>
                    <a:pt x="5239" y="300"/>
                  </a:lnTo>
                  <a:lnTo>
                    <a:pt x="5089" y="300"/>
                  </a:lnTo>
                  <a:lnTo>
                    <a:pt x="4341" y="150"/>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9" name="Google Shape;1819;p55"/>
            <p:cNvSpPr/>
            <p:nvPr/>
          </p:nvSpPr>
          <p:spPr>
            <a:xfrm>
              <a:off x="3766950" y="4668600"/>
              <a:ext cx="134750" cy="26225"/>
            </a:xfrm>
            <a:custGeom>
              <a:rect b="b" l="l" r="r" t="t"/>
              <a:pathLst>
                <a:path extrusionOk="0" h="1049" w="5390">
                  <a:moveTo>
                    <a:pt x="1198" y="0"/>
                  </a:moveTo>
                  <a:lnTo>
                    <a:pt x="150" y="300"/>
                  </a:lnTo>
                  <a:lnTo>
                    <a:pt x="1" y="449"/>
                  </a:lnTo>
                  <a:lnTo>
                    <a:pt x="150" y="599"/>
                  </a:lnTo>
                  <a:lnTo>
                    <a:pt x="1198" y="899"/>
                  </a:lnTo>
                  <a:lnTo>
                    <a:pt x="2246" y="1048"/>
                  </a:lnTo>
                  <a:lnTo>
                    <a:pt x="3294" y="899"/>
                  </a:lnTo>
                  <a:lnTo>
                    <a:pt x="4491" y="749"/>
                  </a:lnTo>
                  <a:lnTo>
                    <a:pt x="5239" y="599"/>
                  </a:lnTo>
                  <a:lnTo>
                    <a:pt x="5389" y="449"/>
                  </a:lnTo>
                  <a:lnTo>
                    <a:pt x="5239" y="300"/>
                  </a:lnTo>
                  <a:lnTo>
                    <a:pt x="4491" y="150"/>
                  </a:lnTo>
                  <a:lnTo>
                    <a:pt x="34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0" name="Google Shape;1820;p55"/>
            <p:cNvSpPr/>
            <p:nvPr/>
          </p:nvSpPr>
          <p:spPr>
            <a:xfrm>
              <a:off x="3781925" y="4750925"/>
              <a:ext cx="108550" cy="18725"/>
            </a:xfrm>
            <a:custGeom>
              <a:rect b="b" l="l" r="r" t="t"/>
              <a:pathLst>
                <a:path extrusionOk="0" h="749" w="4342">
                  <a:moveTo>
                    <a:pt x="599" y="0"/>
                  </a:moveTo>
                  <a:lnTo>
                    <a:pt x="0" y="150"/>
                  </a:lnTo>
                  <a:lnTo>
                    <a:pt x="0" y="449"/>
                  </a:lnTo>
                  <a:lnTo>
                    <a:pt x="0" y="599"/>
                  </a:lnTo>
                  <a:lnTo>
                    <a:pt x="599" y="749"/>
                  </a:lnTo>
                  <a:lnTo>
                    <a:pt x="3443" y="749"/>
                  </a:lnTo>
                  <a:lnTo>
                    <a:pt x="4191" y="449"/>
                  </a:lnTo>
                  <a:lnTo>
                    <a:pt x="4341" y="449"/>
                  </a:lnTo>
                  <a:lnTo>
                    <a:pt x="4191" y="300"/>
                  </a:lnTo>
                  <a:lnTo>
                    <a:pt x="4191" y="150"/>
                  </a:lnTo>
                  <a:lnTo>
                    <a:pt x="35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1" name="Google Shape;1821;p55"/>
            <p:cNvSpPr/>
            <p:nvPr/>
          </p:nvSpPr>
          <p:spPr>
            <a:xfrm>
              <a:off x="3796900" y="4829500"/>
              <a:ext cx="82350" cy="22475"/>
            </a:xfrm>
            <a:custGeom>
              <a:rect b="b" l="l" r="r" t="t"/>
              <a:pathLst>
                <a:path extrusionOk="0" h="899" w="3294">
                  <a:moveTo>
                    <a:pt x="749" y="1"/>
                  </a:moveTo>
                  <a:lnTo>
                    <a:pt x="299" y="150"/>
                  </a:lnTo>
                  <a:lnTo>
                    <a:pt x="150" y="300"/>
                  </a:lnTo>
                  <a:lnTo>
                    <a:pt x="0" y="450"/>
                  </a:lnTo>
                  <a:lnTo>
                    <a:pt x="150" y="599"/>
                  </a:lnTo>
                  <a:lnTo>
                    <a:pt x="299" y="749"/>
                  </a:lnTo>
                  <a:lnTo>
                    <a:pt x="749" y="899"/>
                  </a:lnTo>
                  <a:lnTo>
                    <a:pt x="1347" y="899"/>
                  </a:lnTo>
                  <a:lnTo>
                    <a:pt x="2395" y="749"/>
                  </a:lnTo>
                  <a:lnTo>
                    <a:pt x="3143" y="599"/>
                  </a:lnTo>
                  <a:lnTo>
                    <a:pt x="3293" y="450"/>
                  </a:lnTo>
                  <a:lnTo>
                    <a:pt x="3143" y="300"/>
                  </a:lnTo>
                  <a:lnTo>
                    <a:pt x="2545" y="150"/>
                  </a:lnTo>
                  <a:lnTo>
                    <a:pt x="13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2" name="Google Shape;1822;p55"/>
            <p:cNvSpPr/>
            <p:nvPr/>
          </p:nvSpPr>
          <p:spPr>
            <a:xfrm>
              <a:off x="3804375" y="4911825"/>
              <a:ext cx="71125" cy="18725"/>
            </a:xfrm>
            <a:custGeom>
              <a:rect b="b" l="l" r="r" t="t"/>
              <a:pathLst>
                <a:path extrusionOk="0" h="749" w="2845">
                  <a:moveTo>
                    <a:pt x="899" y="1"/>
                  </a:moveTo>
                  <a:lnTo>
                    <a:pt x="150" y="150"/>
                  </a:lnTo>
                  <a:lnTo>
                    <a:pt x="150" y="300"/>
                  </a:lnTo>
                  <a:lnTo>
                    <a:pt x="0" y="450"/>
                  </a:lnTo>
                  <a:lnTo>
                    <a:pt x="150" y="599"/>
                  </a:lnTo>
                  <a:lnTo>
                    <a:pt x="899" y="749"/>
                  </a:lnTo>
                  <a:lnTo>
                    <a:pt x="1647" y="749"/>
                  </a:lnTo>
                  <a:lnTo>
                    <a:pt x="2395" y="599"/>
                  </a:lnTo>
                  <a:lnTo>
                    <a:pt x="2695" y="599"/>
                  </a:lnTo>
                  <a:lnTo>
                    <a:pt x="2844" y="450"/>
                  </a:lnTo>
                  <a:lnTo>
                    <a:pt x="2695" y="150"/>
                  </a:lnTo>
                  <a:lnTo>
                    <a:pt x="2395" y="150"/>
                  </a:lnTo>
                  <a:lnTo>
                    <a:pt x="17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3" name="Google Shape;1823;p55"/>
            <p:cNvSpPr/>
            <p:nvPr/>
          </p:nvSpPr>
          <p:spPr>
            <a:xfrm>
              <a:off x="3793150" y="4990400"/>
              <a:ext cx="67375" cy="22475"/>
            </a:xfrm>
            <a:custGeom>
              <a:rect b="b" l="l" r="r" t="t"/>
              <a:pathLst>
                <a:path extrusionOk="0" h="899" w="2695">
                  <a:moveTo>
                    <a:pt x="1048" y="1"/>
                  </a:moveTo>
                  <a:lnTo>
                    <a:pt x="449" y="150"/>
                  </a:lnTo>
                  <a:lnTo>
                    <a:pt x="0" y="300"/>
                  </a:lnTo>
                  <a:lnTo>
                    <a:pt x="0" y="450"/>
                  </a:lnTo>
                  <a:lnTo>
                    <a:pt x="0" y="749"/>
                  </a:lnTo>
                  <a:lnTo>
                    <a:pt x="300" y="899"/>
                  </a:lnTo>
                  <a:lnTo>
                    <a:pt x="1647" y="899"/>
                  </a:lnTo>
                  <a:lnTo>
                    <a:pt x="2395" y="749"/>
                  </a:lnTo>
                  <a:lnTo>
                    <a:pt x="2545" y="600"/>
                  </a:lnTo>
                  <a:lnTo>
                    <a:pt x="2695" y="450"/>
                  </a:lnTo>
                  <a:lnTo>
                    <a:pt x="2545" y="300"/>
                  </a:lnTo>
                  <a:lnTo>
                    <a:pt x="2395" y="300"/>
                  </a:lnTo>
                  <a:lnTo>
                    <a:pt x="1797" y="150"/>
                  </a:lnTo>
                  <a:lnTo>
                    <a:pt x="104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4" name="Google Shape;1824;p55"/>
            <p:cNvSpPr/>
            <p:nvPr/>
          </p:nvSpPr>
          <p:spPr>
            <a:xfrm>
              <a:off x="3793150" y="5076475"/>
              <a:ext cx="59900" cy="15000"/>
            </a:xfrm>
            <a:custGeom>
              <a:rect b="b" l="l" r="r" t="t"/>
              <a:pathLst>
                <a:path extrusionOk="0" h="600" w="2396">
                  <a:moveTo>
                    <a:pt x="150" y="0"/>
                  </a:moveTo>
                  <a:lnTo>
                    <a:pt x="150" y="150"/>
                  </a:lnTo>
                  <a:lnTo>
                    <a:pt x="0" y="300"/>
                  </a:lnTo>
                  <a:lnTo>
                    <a:pt x="0" y="449"/>
                  </a:lnTo>
                  <a:lnTo>
                    <a:pt x="300" y="449"/>
                  </a:lnTo>
                  <a:lnTo>
                    <a:pt x="1048" y="599"/>
                  </a:lnTo>
                  <a:lnTo>
                    <a:pt x="1946" y="599"/>
                  </a:lnTo>
                  <a:lnTo>
                    <a:pt x="2395" y="449"/>
                  </a:lnTo>
                  <a:lnTo>
                    <a:pt x="23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5" name="Google Shape;1825;p55"/>
            <p:cNvSpPr/>
            <p:nvPr/>
          </p:nvSpPr>
          <p:spPr>
            <a:xfrm>
              <a:off x="1192500" y="238125"/>
              <a:ext cx="5235000" cy="5238750"/>
            </a:xfrm>
            <a:custGeom>
              <a:rect b="b" l="l" r="r" t="t"/>
              <a:pathLst>
                <a:path extrusionOk="0" h="209550" w="209400">
                  <a:moveTo>
                    <a:pt x="100135" y="23200"/>
                  </a:moveTo>
                  <a:lnTo>
                    <a:pt x="98638" y="34276"/>
                  </a:lnTo>
                  <a:lnTo>
                    <a:pt x="94597" y="34725"/>
                  </a:lnTo>
                  <a:lnTo>
                    <a:pt x="90555" y="35324"/>
                  </a:lnTo>
                  <a:lnTo>
                    <a:pt x="90555" y="35324"/>
                  </a:lnTo>
                  <a:lnTo>
                    <a:pt x="90705" y="24248"/>
                  </a:lnTo>
                  <a:lnTo>
                    <a:pt x="95345" y="23649"/>
                  </a:lnTo>
                  <a:lnTo>
                    <a:pt x="100135" y="23200"/>
                  </a:lnTo>
                  <a:close/>
                  <a:moveTo>
                    <a:pt x="108517" y="23200"/>
                  </a:moveTo>
                  <a:lnTo>
                    <a:pt x="113606" y="23500"/>
                  </a:lnTo>
                  <a:lnTo>
                    <a:pt x="118845" y="24248"/>
                  </a:lnTo>
                  <a:lnTo>
                    <a:pt x="118845" y="35324"/>
                  </a:lnTo>
                  <a:lnTo>
                    <a:pt x="114504" y="34576"/>
                  </a:lnTo>
                  <a:lnTo>
                    <a:pt x="110163" y="34127"/>
                  </a:lnTo>
                  <a:lnTo>
                    <a:pt x="108517" y="23200"/>
                  </a:lnTo>
                  <a:close/>
                  <a:moveTo>
                    <a:pt x="89657" y="24398"/>
                  </a:moveTo>
                  <a:lnTo>
                    <a:pt x="89657" y="24547"/>
                  </a:lnTo>
                  <a:lnTo>
                    <a:pt x="88310" y="24996"/>
                  </a:lnTo>
                  <a:lnTo>
                    <a:pt x="87262" y="25146"/>
                  </a:lnTo>
                  <a:lnTo>
                    <a:pt x="86215" y="25595"/>
                  </a:lnTo>
                  <a:lnTo>
                    <a:pt x="86215" y="25745"/>
                  </a:lnTo>
                  <a:lnTo>
                    <a:pt x="88011" y="25296"/>
                  </a:lnTo>
                  <a:lnTo>
                    <a:pt x="88909" y="25146"/>
                  </a:lnTo>
                  <a:lnTo>
                    <a:pt x="89657" y="24996"/>
                  </a:lnTo>
                  <a:lnTo>
                    <a:pt x="89657" y="25745"/>
                  </a:lnTo>
                  <a:lnTo>
                    <a:pt x="88310" y="26194"/>
                  </a:lnTo>
                  <a:lnTo>
                    <a:pt x="87412" y="26493"/>
                  </a:lnTo>
                  <a:lnTo>
                    <a:pt x="86514" y="26792"/>
                  </a:lnTo>
                  <a:lnTo>
                    <a:pt x="86364" y="26942"/>
                  </a:lnTo>
                  <a:lnTo>
                    <a:pt x="86514" y="26942"/>
                  </a:lnTo>
                  <a:lnTo>
                    <a:pt x="88460" y="26493"/>
                  </a:lnTo>
                  <a:lnTo>
                    <a:pt x="89657" y="26194"/>
                  </a:lnTo>
                  <a:lnTo>
                    <a:pt x="89657" y="27092"/>
                  </a:lnTo>
                  <a:lnTo>
                    <a:pt x="88310" y="27541"/>
                  </a:lnTo>
                  <a:lnTo>
                    <a:pt x="87412" y="27691"/>
                  </a:lnTo>
                  <a:lnTo>
                    <a:pt x="86514" y="28140"/>
                  </a:lnTo>
                  <a:lnTo>
                    <a:pt x="86514" y="28289"/>
                  </a:lnTo>
                  <a:lnTo>
                    <a:pt x="87412" y="27990"/>
                  </a:lnTo>
                  <a:lnTo>
                    <a:pt x="88310" y="27840"/>
                  </a:lnTo>
                  <a:lnTo>
                    <a:pt x="89657" y="27391"/>
                  </a:lnTo>
                  <a:lnTo>
                    <a:pt x="89657" y="28289"/>
                  </a:lnTo>
                  <a:lnTo>
                    <a:pt x="88310" y="28589"/>
                  </a:lnTo>
                  <a:lnTo>
                    <a:pt x="87562" y="28888"/>
                  </a:lnTo>
                  <a:lnTo>
                    <a:pt x="86963" y="29187"/>
                  </a:lnTo>
                  <a:lnTo>
                    <a:pt x="86963" y="29337"/>
                  </a:lnTo>
                  <a:lnTo>
                    <a:pt x="87113" y="29337"/>
                  </a:lnTo>
                  <a:lnTo>
                    <a:pt x="88759" y="28738"/>
                  </a:lnTo>
                  <a:lnTo>
                    <a:pt x="89657" y="28589"/>
                  </a:lnTo>
                  <a:lnTo>
                    <a:pt x="89657" y="29786"/>
                  </a:lnTo>
                  <a:lnTo>
                    <a:pt x="88610" y="30085"/>
                  </a:lnTo>
                  <a:lnTo>
                    <a:pt x="87712" y="30385"/>
                  </a:lnTo>
                  <a:lnTo>
                    <a:pt x="86963" y="30684"/>
                  </a:lnTo>
                  <a:lnTo>
                    <a:pt x="86963" y="30834"/>
                  </a:lnTo>
                  <a:lnTo>
                    <a:pt x="87861" y="30534"/>
                  </a:lnTo>
                  <a:lnTo>
                    <a:pt x="88610" y="30385"/>
                  </a:lnTo>
                  <a:lnTo>
                    <a:pt x="89657" y="30085"/>
                  </a:lnTo>
                  <a:lnTo>
                    <a:pt x="89657" y="30983"/>
                  </a:lnTo>
                  <a:lnTo>
                    <a:pt x="88759" y="31133"/>
                  </a:lnTo>
                  <a:lnTo>
                    <a:pt x="88011" y="31433"/>
                  </a:lnTo>
                  <a:lnTo>
                    <a:pt x="87262" y="31732"/>
                  </a:lnTo>
                  <a:lnTo>
                    <a:pt x="87262" y="31882"/>
                  </a:lnTo>
                  <a:lnTo>
                    <a:pt x="89208" y="31283"/>
                  </a:lnTo>
                  <a:lnTo>
                    <a:pt x="89657" y="31283"/>
                  </a:lnTo>
                  <a:lnTo>
                    <a:pt x="89657" y="32031"/>
                  </a:lnTo>
                  <a:lnTo>
                    <a:pt x="89059" y="32181"/>
                  </a:lnTo>
                  <a:lnTo>
                    <a:pt x="87562" y="32780"/>
                  </a:lnTo>
                  <a:lnTo>
                    <a:pt x="87562" y="32929"/>
                  </a:lnTo>
                  <a:lnTo>
                    <a:pt x="87712" y="32929"/>
                  </a:lnTo>
                  <a:lnTo>
                    <a:pt x="89059" y="32480"/>
                  </a:lnTo>
                  <a:lnTo>
                    <a:pt x="89657" y="32331"/>
                  </a:lnTo>
                  <a:lnTo>
                    <a:pt x="89657" y="32331"/>
                  </a:lnTo>
                  <a:lnTo>
                    <a:pt x="89508" y="33229"/>
                  </a:lnTo>
                  <a:lnTo>
                    <a:pt x="88759" y="33378"/>
                  </a:lnTo>
                  <a:lnTo>
                    <a:pt x="87861" y="33678"/>
                  </a:lnTo>
                  <a:lnTo>
                    <a:pt x="87861" y="33827"/>
                  </a:lnTo>
                  <a:lnTo>
                    <a:pt x="88759" y="33678"/>
                  </a:lnTo>
                  <a:lnTo>
                    <a:pt x="89508" y="33378"/>
                  </a:lnTo>
                  <a:lnTo>
                    <a:pt x="89508" y="34276"/>
                  </a:lnTo>
                  <a:lnTo>
                    <a:pt x="89208" y="34276"/>
                  </a:lnTo>
                  <a:lnTo>
                    <a:pt x="88759" y="34576"/>
                  </a:lnTo>
                  <a:lnTo>
                    <a:pt x="88161" y="34725"/>
                  </a:lnTo>
                  <a:lnTo>
                    <a:pt x="88161" y="34875"/>
                  </a:lnTo>
                  <a:lnTo>
                    <a:pt x="89358" y="34576"/>
                  </a:lnTo>
                  <a:lnTo>
                    <a:pt x="89508" y="34426"/>
                  </a:lnTo>
                  <a:lnTo>
                    <a:pt x="89508" y="35174"/>
                  </a:lnTo>
                  <a:lnTo>
                    <a:pt x="88310" y="35773"/>
                  </a:lnTo>
                  <a:lnTo>
                    <a:pt x="88310" y="35923"/>
                  </a:lnTo>
                  <a:lnTo>
                    <a:pt x="88460" y="35923"/>
                  </a:lnTo>
                  <a:lnTo>
                    <a:pt x="89059" y="35624"/>
                  </a:lnTo>
                  <a:lnTo>
                    <a:pt x="89508" y="35474"/>
                  </a:lnTo>
                  <a:lnTo>
                    <a:pt x="89508" y="35624"/>
                  </a:lnTo>
                  <a:lnTo>
                    <a:pt x="89508" y="36222"/>
                  </a:lnTo>
                  <a:lnTo>
                    <a:pt x="89358" y="36222"/>
                  </a:lnTo>
                  <a:lnTo>
                    <a:pt x="88909" y="36522"/>
                  </a:lnTo>
                  <a:lnTo>
                    <a:pt x="88460" y="36821"/>
                  </a:lnTo>
                  <a:lnTo>
                    <a:pt x="88610" y="36821"/>
                  </a:lnTo>
                  <a:lnTo>
                    <a:pt x="88909" y="36671"/>
                  </a:lnTo>
                  <a:lnTo>
                    <a:pt x="89358" y="36522"/>
                  </a:lnTo>
                  <a:lnTo>
                    <a:pt x="89508" y="36522"/>
                  </a:lnTo>
                  <a:lnTo>
                    <a:pt x="89508" y="37120"/>
                  </a:lnTo>
                  <a:lnTo>
                    <a:pt x="89508" y="37270"/>
                  </a:lnTo>
                  <a:lnTo>
                    <a:pt x="88909" y="37569"/>
                  </a:lnTo>
                  <a:lnTo>
                    <a:pt x="88909" y="37719"/>
                  </a:lnTo>
                  <a:lnTo>
                    <a:pt x="89508" y="37420"/>
                  </a:lnTo>
                  <a:lnTo>
                    <a:pt x="89508" y="38318"/>
                  </a:lnTo>
                  <a:lnTo>
                    <a:pt x="88909" y="38617"/>
                  </a:lnTo>
                  <a:lnTo>
                    <a:pt x="88011" y="36971"/>
                  </a:lnTo>
                  <a:lnTo>
                    <a:pt x="87412" y="36073"/>
                  </a:lnTo>
                  <a:lnTo>
                    <a:pt x="82024" y="26343"/>
                  </a:lnTo>
                  <a:lnTo>
                    <a:pt x="85766" y="25296"/>
                  </a:lnTo>
                  <a:lnTo>
                    <a:pt x="89657" y="24398"/>
                  </a:lnTo>
                  <a:close/>
                  <a:moveTo>
                    <a:pt x="119743" y="24398"/>
                  </a:moveTo>
                  <a:lnTo>
                    <a:pt x="123634" y="25296"/>
                  </a:lnTo>
                  <a:lnTo>
                    <a:pt x="127526" y="26343"/>
                  </a:lnTo>
                  <a:lnTo>
                    <a:pt x="121988" y="36073"/>
                  </a:lnTo>
                  <a:lnTo>
                    <a:pt x="121389" y="36971"/>
                  </a:lnTo>
                  <a:lnTo>
                    <a:pt x="120491" y="38617"/>
                  </a:lnTo>
                  <a:lnTo>
                    <a:pt x="120042" y="38318"/>
                  </a:lnTo>
                  <a:lnTo>
                    <a:pt x="119892" y="38318"/>
                  </a:lnTo>
                  <a:lnTo>
                    <a:pt x="119892" y="37420"/>
                  </a:lnTo>
                  <a:lnTo>
                    <a:pt x="120491" y="37719"/>
                  </a:lnTo>
                  <a:lnTo>
                    <a:pt x="120641" y="37569"/>
                  </a:lnTo>
                  <a:lnTo>
                    <a:pt x="119892" y="37270"/>
                  </a:lnTo>
                  <a:lnTo>
                    <a:pt x="119892" y="37120"/>
                  </a:lnTo>
                  <a:lnTo>
                    <a:pt x="119892" y="36671"/>
                  </a:lnTo>
                  <a:lnTo>
                    <a:pt x="119892" y="36522"/>
                  </a:lnTo>
                  <a:lnTo>
                    <a:pt x="120042" y="36522"/>
                  </a:lnTo>
                  <a:lnTo>
                    <a:pt x="120491" y="36821"/>
                  </a:lnTo>
                  <a:lnTo>
                    <a:pt x="120940" y="36821"/>
                  </a:lnTo>
                  <a:lnTo>
                    <a:pt x="120491" y="36522"/>
                  </a:lnTo>
                  <a:lnTo>
                    <a:pt x="120042" y="36222"/>
                  </a:lnTo>
                  <a:lnTo>
                    <a:pt x="119892" y="36222"/>
                  </a:lnTo>
                  <a:lnTo>
                    <a:pt x="119892" y="35624"/>
                  </a:lnTo>
                  <a:lnTo>
                    <a:pt x="119892" y="35474"/>
                  </a:lnTo>
                  <a:lnTo>
                    <a:pt x="120491" y="35773"/>
                  </a:lnTo>
                  <a:lnTo>
                    <a:pt x="120940" y="35923"/>
                  </a:lnTo>
                  <a:lnTo>
                    <a:pt x="121090" y="35923"/>
                  </a:lnTo>
                  <a:lnTo>
                    <a:pt x="121090" y="35773"/>
                  </a:lnTo>
                  <a:lnTo>
                    <a:pt x="119892" y="35174"/>
                  </a:lnTo>
                  <a:lnTo>
                    <a:pt x="119892" y="34426"/>
                  </a:lnTo>
                  <a:lnTo>
                    <a:pt x="120042" y="34576"/>
                  </a:lnTo>
                  <a:lnTo>
                    <a:pt x="121239" y="34875"/>
                  </a:lnTo>
                  <a:lnTo>
                    <a:pt x="121239" y="34725"/>
                  </a:lnTo>
                  <a:lnTo>
                    <a:pt x="120790" y="34576"/>
                  </a:lnTo>
                  <a:lnTo>
                    <a:pt x="120192" y="34276"/>
                  </a:lnTo>
                  <a:lnTo>
                    <a:pt x="119892" y="34276"/>
                  </a:lnTo>
                  <a:lnTo>
                    <a:pt x="119892" y="33378"/>
                  </a:lnTo>
                  <a:lnTo>
                    <a:pt x="120641" y="33678"/>
                  </a:lnTo>
                  <a:lnTo>
                    <a:pt x="121539" y="33827"/>
                  </a:lnTo>
                  <a:lnTo>
                    <a:pt x="121539" y="33678"/>
                  </a:lnTo>
                  <a:lnTo>
                    <a:pt x="120790" y="33378"/>
                  </a:lnTo>
                  <a:lnTo>
                    <a:pt x="119892" y="33229"/>
                  </a:lnTo>
                  <a:lnTo>
                    <a:pt x="119892" y="32331"/>
                  </a:lnTo>
                  <a:lnTo>
                    <a:pt x="120491" y="32480"/>
                  </a:lnTo>
                  <a:lnTo>
                    <a:pt x="121838" y="32929"/>
                  </a:lnTo>
                  <a:lnTo>
                    <a:pt x="121838" y="32780"/>
                  </a:lnTo>
                  <a:lnTo>
                    <a:pt x="120341" y="32181"/>
                  </a:lnTo>
                  <a:lnTo>
                    <a:pt x="119892" y="32031"/>
                  </a:lnTo>
                  <a:lnTo>
                    <a:pt x="119892" y="31283"/>
                  </a:lnTo>
                  <a:lnTo>
                    <a:pt x="120192" y="31283"/>
                  </a:lnTo>
                  <a:lnTo>
                    <a:pt x="122138" y="31882"/>
                  </a:lnTo>
                  <a:lnTo>
                    <a:pt x="122138" y="31732"/>
                  </a:lnTo>
                  <a:lnTo>
                    <a:pt x="121539" y="31433"/>
                  </a:lnTo>
                  <a:lnTo>
                    <a:pt x="120641" y="31133"/>
                  </a:lnTo>
                  <a:lnTo>
                    <a:pt x="119892" y="30983"/>
                  </a:lnTo>
                  <a:lnTo>
                    <a:pt x="119892" y="30085"/>
                  </a:lnTo>
                  <a:lnTo>
                    <a:pt x="120790" y="30385"/>
                  </a:lnTo>
                  <a:lnTo>
                    <a:pt x="121688" y="30534"/>
                  </a:lnTo>
                  <a:lnTo>
                    <a:pt x="122437" y="30834"/>
                  </a:lnTo>
                  <a:lnTo>
                    <a:pt x="122437" y="30684"/>
                  </a:lnTo>
                  <a:lnTo>
                    <a:pt x="121688" y="30385"/>
                  </a:lnTo>
                  <a:lnTo>
                    <a:pt x="120940" y="30085"/>
                  </a:lnTo>
                  <a:lnTo>
                    <a:pt x="119892" y="29786"/>
                  </a:lnTo>
                  <a:lnTo>
                    <a:pt x="119743" y="28589"/>
                  </a:lnTo>
                  <a:lnTo>
                    <a:pt x="120790" y="28738"/>
                  </a:lnTo>
                  <a:lnTo>
                    <a:pt x="122437" y="29337"/>
                  </a:lnTo>
                  <a:lnTo>
                    <a:pt x="122437" y="29187"/>
                  </a:lnTo>
                  <a:lnTo>
                    <a:pt x="121838" y="28888"/>
                  </a:lnTo>
                  <a:lnTo>
                    <a:pt x="121239" y="28589"/>
                  </a:lnTo>
                  <a:lnTo>
                    <a:pt x="119743" y="28289"/>
                  </a:lnTo>
                  <a:lnTo>
                    <a:pt x="119743" y="27391"/>
                  </a:lnTo>
                  <a:lnTo>
                    <a:pt x="121090" y="27840"/>
                  </a:lnTo>
                  <a:lnTo>
                    <a:pt x="121988" y="27990"/>
                  </a:lnTo>
                  <a:lnTo>
                    <a:pt x="122886" y="28289"/>
                  </a:lnTo>
                  <a:lnTo>
                    <a:pt x="122886" y="28140"/>
                  </a:lnTo>
                  <a:lnTo>
                    <a:pt x="121988" y="27691"/>
                  </a:lnTo>
                  <a:lnTo>
                    <a:pt x="121090" y="27541"/>
                  </a:lnTo>
                  <a:lnTo>
                    <a:pt x="119743" y="27092"/>
                  </a:lnTo>
                  <a:lnTo>
                    <a:pt x="119743" y="26194"/>
                  </a:lnTo>
                  <a:lnTo>
                    <a:pt x="120940" y="26493"/>
                  </a:lnTo>
                  <a:lnTo>
                    <a:pt x="122886" y="26942"/>
                  </a:lnTo>
                  <a:lnTo>
                    <a:pt x="123036" y="26942"/>
                  </a:lnTo>
                  <a:lnTo>
                    <a:pt x="123036" y="26792"/>
                  </a:lnTo>
                  <a:lnTo>
                    <a:pt x="122138" y="26493"/>
                  </a:lnTo>
                  <a:lnTo>
                    <a:pt x="121239" y="26194"/>
                  </a:lnTo>
                  <a:lnTo>
                    <a:pt x="119743" y="25745"/>
                  </a:lnTo>
                  <a:lnTo>
                    <a:pt x="119743" y="24996"/>
                  </a:lnTo>
                  <a:lnTo>
                    <a:pt x="120641" y="25146"/>
                  </a:lnTo>
                  <a:lnTo>
                    <a:pt x="121539" y="25296"/>
                  </a:lnTo>
                  <a:lnTo>
                    <a:pt x="123185" y="25745"/>
                  </a:lnTo>
                  <a:lnTo>
                    <a:pt x="123335" y="25595"/>
                  </a:lnTo>
                  <a:lnTo>
                    <a:pt x="123185" y="25595"/>
                  </a:lnTo>
                  <a:lnTo>
                    <a:pt x="122287" y="25146"/>
                  </a:lnTo>
                  <a:lnTo>
                    <a:pt x="121090" y="24996"/>
                  </a:lnTo>
                  <a:lnTo>
                    <a:pt x="119743" y="24547"/>
                  </a:lnTo>
                  <a:lnTo>
                    <a:pt x="119743" y="24398"/>
                  </a:lnTo>
                  <a:close/>
                  <a:moveTo>
                    <a:pt x="89508" y="38467"/>
                  </a:moveTo>
                  <a:lnTo>
                    <a:pt x="89508" y="39665"/>
                  </a:lnTo>
                  <a:lnTo>
                    <a:pt x="89059" y="38767"/>
                  </a:lnTo>
                  <a:lnTo>
                    <a:pt x="89508" y="38467"/>
                  </a:lnTo>
                  <a:close/>
                  <a:moveTo>
                    <a:pt x="119892" y="38467"/>
                  </a:moveTo>
                  <a:lnTo>
                    <a:pt x="120491" y="38767"/>
                  </a:lnTo>
                  <a:lnTo>
                    <a:pt x="119892" y="39665"/>
                  </a:lnTo>
                  <a:lnTo>
                    <a:pt x="119892" y="38467"/>
                  </a:lnTo>
                  <a:close/>
                  <a:moveTo>
                    <a:pt x="80976" y="26643"/>
                  </a:moveTo>
                  <a:lnTo>
                    <a:pt x="86514" y="36372"/>
                  </a:lnTo>
                  <a:lnTo>
                    <a:pt x="81874" y="37719"/>
                  </a:lnTo>
                  <a:lnTo>
                    <a:pt x="77384" y="39515"/>
                  </a:lnTo>
                  <a:lnTo>
                    <a:pt x="73043" y="41461"/>
                  </a:lnTo>
                  <a:lnTo>
                    <a:pt x="68702" y="43706"/>
                  </a:lnTo>
                  <a:lnTo>
                    <a:pt x="65260" y="33229"/>
                  </a:lnTo>
                  <a:lnTo>
                    <a:pt x="69002" y="31283"/>
                  </a:lnTo>
                  <a:lnTo>
                    <a:pt x="72893" y="29487"/>
                  </a:lnTo>
                  <a:lnTo>
                    <a:pt x="76935" y="27990"/>
                  </a:lnTo>
                  <a:lnTo>
                    <a:pt x="80976" y="26643"/>
                  </a:lnTo>
                  <a:close/>
                  <a:moveTo>
                    <a:pt x="128424" y="26643"/>
                  </a:moveTo>
                  <a:lnTo>
                    <a:pt x="132465" y="27990"/>
                  </a:lnTo>
                  <a:lnTo>
                    <a:pt x="136507" y="29487"/>
                  </a:lnTo>
                  <a:lnTo>
                    <a:pt x="140398" y="31283"/>
                  </a:lnTo>
                  <a:lnTo>
                    <a:pt x="144140" y="33229"/>
                  </a:lnTo>
                  <a:lnTo>
                    <a:pt x="140698" y="43706"/>
                  </a:lnTo>
                  <a:lnTo>
                    <a:pt x="136507" y="41461"/>
                  </a:lnTo>
                  <a:lnTo>
                    <a:pt x="132166" y="39515"/>
                  </a:lnTo>
                  <a:lnTo>
                    <a:pt x="127526" y="37719"/>
                  </a:lnTo>
                  <a:lnTo>
                    <a:pt x="122886" y="36372"/>
                  </a:lnTo>
                  <a:lnTo>
                    <a:pt x="128424" y="26643"/>
                  </a:lnTo>
                  <a:close/>
                  <a:moveTo>
                    <a:pt x="64511" y="33678"/>
                  </a:moveTo>
                  <a:lnTo>
                    <a:pt x="64511" y="33827"/>
                  </a:lnTo>
                  <a:lnTo>
                    <a:pt x="63314" y="34576"/>
                  </a:lnTo>
                  <a:lnTo>
                    <a:pt x="62416" y="35174"/>
                  </a:lnTo>
                  <a:lnTo>
                    <a:pt x="61518" y="35923"/>
                  </a:lnTo>
                  <a:lnTo>
                    <a:pt x="61667" y="35923"/>
                  </a:lnTo>
                  <a:lnTo>
                    <a:pt x="63613" y="34725"/>
                  </a:lnTo>
                  <a:lnTo>
                    <a:pt x="64511" y="34127"/>
                  </a:lnTo>
                  <a:lnTo>
                    <a:pt x="64811" y="35025"/>
                  </a:lnTo>
                  <a:lnTo>
                    <a:pt x="63613" y="35923"/>
                  </a:lnTo>
                  <a:lnTo>
                    <a:pt x="62865" y="36372"/>
                  </a:lnTo>
                  <a:lnTo>
                    <a:pt x="62117" y="36971"/>
                  </a:lnTo>
                  <a:lnTo>
                    <a:pt x="62117" y="37120"/>
                  </a:lnTo>
                  <a:lnTo>
                    <a:pt x="62266" y="37120"/>
                  </a:lnTo>
                  <a:lnTo>
                    <a:pt x="63913" y="36073"/>
                  </a:lnTo>
                  <a:lnTo>
                    <a:pt x="64960" y="35324"/>
                  </a:lnTo>
                  <a:lnTo>
                    <a:pt x="65260" y="36222"/>
                  </a:lnTo>
                  <a:lnTo>
                    <a:pt x="64062" y="36971"/>
                  </a:lnTo>
                  <a:lnTo>
                    <a:pt x="63314" y="37569"/>
                  </a:lnTo>
                  <a:lnTo>
                    <a:pt x="62566" y="38168"/>
                  </a:lnTo>
                  <a:lnTo>
                    <a:pt x="62566" y="38318"/>
                  </a:lnTo>
                  <a:lnTo>
                    <a:pt x="62715" y="38318"/>
                  </a:lnTo>
                  <a:lnTo>
                    <a:pt x="63464" y="37869"/>
                  </a:lnTo>
                  <a:lnTo>
                    <a:pt x="64212" y="37270"/>
                  </a:lnTo>
                  <a:lnTo>
                    <a:pt x="65409" y="36372"/>
                  </a:lnTo>
                  <a:lnTo>
                    <a:pt x="65559" y="37270"/>
                  </a:lnTo>
                  <a:lnTo>
                    <a:pt x="64661" y="38018"/>
                  </a:lnTo>
                  <a:lnTo>
                    <a:pt x="63913" y="38467"/>
                  </a:lnTo>
                  <a:lnTo>
                    <a:pt x="63464" y="39066"/>
                  </a:lnTo>
                  <a:lnTo>
                    <a:pt x="63464" y="39216"/>
                  </a:lnTo>
                  <a:lnTo>
                    <a:pt x="63613" y="39216"/>
                  </a:lnTo>
                  <a:lnTo>
                    <a:pt x="64960" y="38168"/>
                  </a:lnTo>
                  <a:lnTo>
                    <a:pt x="65709" y="37569"/>
                  </a:lnTo>
                  <a:lnTo>
                    <a:pt x="66158" y="38767"/>
                  </a:lnTo>
                  <a:lnTo>
                    <a:pt x="65260" y="39365"/>
                  </a:lnTo>
                  <a:lnTo>
                    <a:pt x="64511" y="39815"/>
                  </a:lnTo>
                  <a:lnTo>
                    <a:pt x="63913" y="40413"/>
                  </a:lnTo>
                  <a:lnTo>
                    <a:pt x="63913" y="40563"/>
                  </a:lnTo>
                  <a:lnTo>
                    <a:pt x="64661" y="40114"/>
                  </a:lnTo>
                  <a:lnTo>
                    <a:pt x="65409" y="39515"/>
                  </a:lnTo>
                  <a:lnTo>
                    <a:pt x="66158" y="39066"/>
                  </a:lnTo>
                  <a:lnTo>
                    <a:pt x="66457" y="39964"/>
                  </a:lnTo>
                  <a:lnTo>
                    <a:pt x="65709" y="40264"/>
                  </a:lnTo>
                  <a:lnTo>
                    <a:pt x="65110" y="40862"/>
                  </a:lnTo>
                  <a:lnTo>
                    <a:pt x="64511" y="41461"/>
                  </a:lnTo>
                  <a:lnTo>
                    <a:pt x="64511" y="41461"/>
                  </a:lnTo>
                  <a:lnTo>
                    <a:pt x="66308" y="40264"/>
                  </a:lnTo>
                  <a:lnTo>
                    <a:pt x="66607" y="40114"/>
                  </a:lnTo>
                  <a:lnTo>
                    <a:pt x="66757" y="40862"/>
                  </a:lnTo>
                  <a:lnTo>
                    <a:pt x="66457" y="41162"/>
                  </a:lnTo>
                  <a:lnTo>
                    <a:pt x="65858" y="41611"/>
                  </a:lnTo>
                  <a:lnTo>
                    <a:pt x="65110" y="42209"/>
                  </a:lnTo>
                  <a:lnTo>
                    <a:pt x="65110" y="42359"/>
                  </a:lnTo>
                  <a:lnTo>
                    <a:pt x="65260" y="42359"/>
                  </a:lnTo>
                  <a:lnTo>
                    <a:pt x="66457" y="41461"/>
                  </a:lnTo>
                  <a:lnTo>
                    <a:pt x="66906" y="41162"/>
                  </a:lnTo>
                  <a:lnTo>
                    <a:pt x="67206" y="41910"/>
                  </a:lnTo>
                  <a:lnTo>
                    <a:pt x="66607" y="42359"/>
                  </a:lnTo>
                  <a:lnTo>
                    <a:pt x="65709" y="43107"/>
                  </a:lnTo>
                  <a:lnTo>
                    <a:pt x="65858" y="43107"/>
                  </a:lnTo>
                  <a:lnTo>
                    <a:pt x="66308" y="42808"/>
                  </a:lnTo>
                  <a:lnTo>
                    <a:pt x="66757" y="42509"/>
                  </a:lnTo>
                  <a:lnTo>
                    <a:pt x="67206" y="42209"/>
                  </a:lnTo>
                  <a:lnTo>
                    <a:pt x="67505" y="42958"/>
                  </a:lnTo>
                  <a:lnTo>
                    <a:pt x="67206" y="43257"/>
                  </a:lnTo>
                  <a:lnTo>
                    <a:pt x="66757" y="43556"/>
                  </a:lnTo>
                  <a:lnTo>
                    <a:pt x="66308" y="44006"/>
                  </a:lnTo>
                  <a:lnTo>
                    <a:pt x="66457" y="44006"/>
                  </a:lnTo>
                  <a:lnTo>
                    <a:pt x="67505" y="43257"/>
                  </a:lnTo>
                  <a:lnTo>
                    <a:pt x="67804" y="43856"/>
                  </a:lnTo>
                  <a:lnTo>
                    <a:pt x="66906" y="44754"/>
                  </a:lnTo>
                  <a:lnTo>
                    <a:pt x="66906" y="44904"/>
                  </a:lnTo>
                  <a:lnTo>
                    <a:pt x="67505" y="44455"/>
                  </a:lnTo>
                  <a:lnTo>
                    <a:pt x="67954" y="44155"/>
                  </a:lnTo>
                  <a:lnTo>
                    <a:pt x="67954" y="44305"/>
                  </a:lnTo>
                  <a:lnTo>
                    <a:pt x="68104" y="44754"/>
                  </a:lnTo>
                  <a:lnTo>
                    <a:pt x="67954" y="45053"/>
                  </a:lnTo>
                  <a:lnTo>
                    <a:pt x="67505" y="45353"/>
                  </a:lnTo>
                  <a:lnTo>
                    <a:pt x="67355" y="45652"/>
                  </a:lnTo>
                  <a:lnTo>
                    <a:pt x="67355" y="45802"/>
                  </a:lnTo>
                  <a:lnTo>
                    <a:pt x="67804" y="45502"/>
                  </a:lnTo>
                  <a:lnTo>
                    <a:pt x="68104" y="45203"/>
                  </a:lnTo>
                  <a:lnTo>
                    <a:pt x="68253" y="45053"/>
                  </a:lnTo>
                  <a:lnTo>
                    <a:pt x="68253" y="45203"/>
                  </a:lnTo>
                  <a:lnTo>
                    <a:pt x="68403" y="45802"/>
                  </a:lnTo>
                  <a:lnTo>
                    <a:pt x="67954" y="46400"/>
                  </a:lnTo>
                  <a:lnTo>
                    <a:pt x="68553" y="46101"/>
                  </a:lnTo>
                  <a:lnTo>
                    <a:pt x="68702" y="46849"/>
                  </a:lnTo>
                  <a:lnTo>
                    <a:pt x="68403" y="47298"/>
                  </a:lnTo>
                  <a:lnTo>
                    <a:pt x="66906" y="46101"/>
                  </a:lnTo>
                  <a:lnTo>
                    <a:pt x="66158" y="45353"/>
                  </a:lnTo>
                  <a:lnTo>
                    <a:pt x="57776" y="38018"/>
                  </a:lnTo>
                  <a:lnTo>
                    <a:pt x="61069" y="35773"/>
                  </a:lnTo>
                  <a:lnTo>
                    <a:pt x="64511" y="33678"/>
                  </a:lnTo>
                  <a:close/>
                  <a:moveTo>
                    <a:pt x="145038" y="33678"/>
                  </a:moveTo>
                  <a:lnTo>
                    <a:pt x="148331" y="35773"/>
                  </a:lnTo>
                  <a:lnTo>
                    <a:pt x="151624" y="38018"/>
                  </a:lnTo>
                  <a:lnTo>
                    <a:pt x="143242" y="45353"/>
                  </a:lnTo>
                  <a:lnTo>
                    <a:pt x="142494" y="46101"/>
                  </a:lnTo>
                  <a:lnTo>
                    <a:pt x="141147" y="47298"/>
                  </a:lnTo>
                  <a:lnTo>
                    <a:pt x="140698" y="46849"/>
                  </a:lnTo>
                  <a:lnTo>
                    <a:pt x="140997" y="46101"/>
                  </a:lnTo>
                  <a:lnTo>
                    <a:pt x="141446" y="46400"/>
                  </a:lnTo>
                  <a:lnTo>
                    <a:pt x="140997" y="45802"/>
                  </a:lnTo>
                  <a:lnTo>
                    <a:pt x="141147" y="45203"/>
                  </a:lnTo>
                  <a:lnTo>
                    <a:pt x="141296" y="45053"/>
                  </a:lnTo>
                  <a:lnTo>
                    <a:pt x="141296" y="45203"/>
                  </a:lnTo>
                  <a:lnTo>
                    <a:pt x="141895" y="45652"/>
                  </a:lnTo>
                  <a:lnTo>
                    <a:pt x="142045" y="45802"/>
                  </a:lnTo>
                  <a:lnTo>
                    <a:pt x="142194" y="45652"/>
                  </a:lnTo>
                  <a:lnTo>
                    <a:pt x="141895" y="45353"/>
                  </a:lnTo>
                  <a:lnTo>
                    <a:pt x="141446" y="45053"/>
                  </a:lnTo>
                  <a:lnTo>
                    <a:pt x="141296" y="44754"/>
                  </a:lnTo>
                  <a:lnTo>
                    <a:pt x="141596" y="44305"/>
                  </a:lnTo>
                  <a:lnTo>
                    <a:pt x="141596" y="44155"/>
                  </a:lnTo>
                  <a:lnTo>
                    <a:pt x="142194" y="44754"/>
                  </a:lnTo>
                  <a:lnTo>
                    <a:pt x="142494" y="44904"/>
                  </a:lnTo>
                  <a:lnTo>
                    <a:pt x="142643" y="44754"/>
                  </a:lnTo>
                  <a:lnTo>
                    <a:pt x="141596" y="43856"/>
                  </a:lnTo>
                  <a:lnTo>
                    <a:pt x="141895" y="43257"/>
                  </a:lnTo>
                  <a:lnTo>
                    <a:pt x="142045" y="43257"/>
                  </a:lnTo>
                  <a:lnTo>
                    <a:pt x="143093" y="44006"/>
                  </a:lnTo>
                  <a:lnTo>
                    <a:pt x="143093" y="44006"/>
                  </a:lnTo>
                  <a:lnTo>
                    <a:pt x="142643" y="43556"/>
                  </a:lnTo>
                  <a:lnTo>
                    <a:pt x="142344" y="43257"/>
                  </a:lnTo>
                  <a:lnTo>
                    <a:pt x="141895" y="42958"/>
                  </a:lnTo>
                  <a:lnTo>
                    <a:pt x="142194" y="42209"/>
                  </a:lnTo>
                  <a:lnTo>
                    <a:pt x="142643" y="42509"/>
                  </a:lnTo>
                  <a:lnTo>
                    <a:pt x="143093" y="42808"/>
                  </a:lnTo>
                  <a:lnTo>
                    <a:pt x="143691" y="43107"/>
                  </a:lnTo>
                  <a:lnTo>
                    <a:pt x="142793" y="42359"/>
                  </a:lnTo>
                  <a:lnTo>
                    <a:pt x="142344" y="41910"/>
                  </a:lnTo>
                  <a:lnTo>
                    <a:pt x="142494" y="41162"/>
                  </a:lnTo>
                  <a:lnTo>
                    <a:pt x="143093" y="41461"/>
                  </a:lnTo>
                  <a:lnTo>
                    <a:pt x="144140" y="42359"/>
                  </a:lnTo>
                  <a:lnTo>
                    <a:pt x="144290" y="42359"/>
                  </a:lnTo>
                  <a:lnTo>
                    <a:pt x="144290" y="42209"/>
                  </a:lnTo>
                  <a:lnTo>
                    <a:pt x="143691" y="41611"/>
                  </a:lnTo>
                  <a:lnTo>
                    <a:pt x="142943" y="41162"/>
                  </a:lnTo>
                  <a:lnTo>
                    <a:pt x="142643" y="40862"/>
                  </a:lnTo>
                  <a:lnTo>
                    <a:pt x="142943" y="40114"/>
                  </a:lnTo>
                  <a:lnTo>
                    <a:pt x="143093" y="40264"/>
                  </a:lnTo>
                  <a:lnTo>
                    <a:pt x="144889" y="41461"/>
                  </a:lnTo>
                  <a:lnTo>
                    <a:pt x="144290" y="40862"/>
                  </a:lnTo>
                  <a:lnTo>
                    <a:pt x="143691" y="40264"/>
                  </a:lnTo>
                  <a:lnTo>
                    <a:pt x="142943" y="39964"/>
                  </a:lnTo>
                  <a:lnTo>
                    <a:pt x="143242" y="39066"/>
                  </a:lnTo>
                  <a:lnTo>
                    <a:pt x="143991" y="39515"/>
                  </a:lnTo>
                  <a:lnTo>
                    <a:pt x="144739" y="40114"/>
                  </a:lnTo>
                  <a:lnTo>
                    <a:pt x="145487" y="40563"/>
                  </a:lnTo>
                  <a:lnTo>
                    <a:pt x="145487" y="40413"/>
                  </a:lnTo>
                  <a:lnTo>
                    <a:pt x="144889" y="39815"/>
                  </a:lnTo>
                  <a:lnTo>
                    <a:pt x="144290" y="39365"/>
                  </a:lnTo>
                  <a:lnTo>
                    <a:pt x="143392" y="38767"/>
                  </a:lnTo>
                  <a:lnTo>
                    <a:pt x="143691" y="37569"/>
                  </a:lnTo>
                  <a:lnTo>
                    <a:pt x="144589" y="38168"/>
                  </a:lnTo>
                  <a:lnTo>
                    <a:pt x="145936" y="39216"/>
                  </a:lnTo>
                  <a:lnTo>
                    <a:pt x="145936" y="39066"/>
                  </a:lnTo>
                  <a:lnTo>
                    <a:pt x="145487" y="38467"/>
                  </a:lnTo>
                  <a:lnTo>
                    <a:pt x="144889" y="38018"/>
                  </a:lnTo>
                  <a:lnTo>
                    <a:pt x="143841" y="37270"/>
                  </a:lnTo>
                  <a:lnTo>
                    <a:pt x="144140" y="36372"/>
                  </a:lnTo>
                  <a:lnTo>
                    <a:pt x="145188" y="37270"/>
                  </a:lnTo>
                  <a:lnTo>
                    <a:pt x="145936" y="37869"/>
                  </a:lnTo>
                  <a:lnTo>
                    <a:pt x="146834" y="38318"/>
                  </a:lnTo>
                  <a:lnTo>
                    <a:pt x="146834" y="38168"/>
                  </a:lnTo>
                  <a:lnTo>
                    <a:pt x="146086" y="37569"/>
                  </a:lnTo>
                  <a:lnTo>
                    <a:pt x="145338" y="36971"/>
                  </a:lnTo>
                  <a:lnTo>
                    <a:pt x="144140" y="36222"/>
                  </a:lnTo>
                  <a:lnTo>
                    <a:pt x="144440" y="35324"/>
                  </a:lnTo>
                  <a:lnTo>
                    <a:pt x="145487" y="36073"/>
                  </a:lnTo>
                  <a:lnTo>
                    <a:pt x="147134" y="37120"/>
                  </a:lnTo>
                  <a:lnTo>
                    <a:pt x="147283" y="37120"/>
                  </a:lnTo>
                  <a:lnTo>
                    <a:pt x="147283" y="36971"/>
                  </a:lnTo>
                  <a:lnTo>
                    <a:pt x="146535" y="36372"/>
                  </a:lnTo>
                  <a:lnTo>
                    <a:pt x="145936" y="35923"/>
                  </a:lnTo>
                  <a:lnTo>
                    <a:pt x="144589" y="35025"/>
                  </a:lnTo>
                  <a:lnTo>
                    <a:pt x="144889" y="34127"/>
                  </a:lnTo>
                  <a:lnTo>
                    <a:pt x="145787" y="34725"/>
                  </a:lnTo>
                  <a:lnTo>
                    <a:pt x="147882" y="35923"/>
                  </a:lnTo>
                  <a:lnTo>
                    <a:pt x="147134" y="35174"/>
                  </a:lnTo>
                  <a:lnTo>
                    <a:pt x="146236" y="34576"/>
                  </a:lnTo>
                  <a:lnTo>
                    <a:pt x="145038" y="33827"/>
                  </a:lnTo>
                  <a:lnTo>
                    <a:pt x="145038" y="33678"/>
                  </a:lnTo>
                  <a:close/>
                  <a:moveTo>
                    <a:pt x="140548" y="46999"/>
                  </a:moveTo>
                  <a:lnTo>
                    <a:pt x="140997" y="47448"/>
                  </a:lnTo>
                  <a:lnTo>
                    <a:pt x="140249" y="48047"/>
                  </a:lnTo>
                  <a:lnTo>
                    <a:pt x="140249" y="48047"/>
                  </a:lnTo>
                  <a:lnTo>
                    <a:pt x="140548" y="46999"/>
                  </a:lnTo>
                  <a:close/>
                  <a:moveTo>
                    <a:pt x="68852" y="46999"/>
                  </a:moveTo>
                  <a:lnTo>
                    <a:pt x="69151" y="48047"/>
                  </a:lnTo>
                  <a:lnTo>
                    <a:pt x="69151" y="48047"/>
                  </a:lnTo>
                  <a:lnTo>
                    <a:pt x="68403" y="47448"/>
                  </a:lnTo>
                  <a:lnTo>
                    <a:pt x="68852" y="46999"/>
                  </a:lnTo>
                  <a:close/>
                  <a:moveTo>
                    <a:pt x="96094" y="53286"/>
                  </a:moveTo>
                  <a:lnTo>
                    <a:pt x="95046" y="60620"/>
                  </a:lnTo>
                  <a:lnTo>
                    <a:pt x="94896" y="60620"/>
                  </a:lnTo>
                  <a:lnTo>
                    <a:pt x="93100" y="53884"/>
                  </a:lnTo>
                  <a:lnTo>
                    <a:pt x="96094" y="53286"/>
                  </a:lnTo>
                  <a:close/>
                  <a:moveTo>
                    <a:pt x="113007" y="53286"/>
                  </a:moveTo>
                  <a:lnTo>
                    <a:pt x="116150" y="53884"/>
                  </a:lnTo>
                  <a:lnTo>
                    <a:pt x="114803" y="60620"/>
                  </a:lnTo>
                  <a:lnTo>
                    <a:pt x="114055" y="60470"/>
                  </a:lnTo>
                  <a:lnTo>
                    <a:pt x="113007" y="53286"/>
                  </a:lnTo>
                  <a:close/>
                  <a:moveTo>
                    <a:pt x="110313" y="35174"/>
                  </a:moveTo>
                  <a:lnTo>
                    <a:pt x="114654" y="35624"/>
                  </a:lnTo>
                  <a:lnTo>
                    <a:pt x="118994" y="36372"/>
                  </a:lnTo>
                  <a:lnTo>
                    <a:pt x="118994" y="43257"/>
                  </a:lnTo>
                  <a:lnTo>
                    <a:pt x="122437" y="37270"/>
                  </a:lnTo>
                  <a:lnTo>
                    <a:pt x="127077" y="38617"/>
                  </a:lnTo>
                  <a:lnTo>
                    <a:pt x="131717" y="40413"/>
                  </a:lnTo>
                  <a:lnTo>
                    <a:pt x="136058" y="42359"/>
                  </a:lnTo>
                  <a:lnTo>
                    <a:pt x="140398" y="44754"/>
                  </a:lnTo>
                  <a:lnTo>
                    <a:pt x="138153" y="51190"/>
                  </a:lnTo>
                  <a:lnTo>
                    <a:pt x="138153" y="51190"/>
                  </a:lnTo>
                  <a:lnTo>
                    <a:pt x="143392" y="46700"/>
                  </a:lnTo>
                  <a:lnTo>
                    <a:pt x="145637" y="48197"/>
                  </a:lnTo>
                  <a:lnTo>
                    <a:pt x="147733" y="49843"/>
                  </a:lnTo>
                  <a:lnTo>
                    <a:pt x="149828" y="51489"/>
                  </a:lnTo>
                  <a:lnTo>
                    <a:pt x="151774" y="53286"/>
                  </a:lnTo>
                  <a:lnTo>
                    <a:pt x="138902" y="63164"/>
                  </a:lnTo>
                  <a:lnTo>
                    <a:pt x="136207" y="61069"/>
                  </a:lnTo>
                  <a:lnTo>
                    <a:pt x="133513" y="59273"/>
                  </a:lnTo>
                  <a:lnTo>
                    <a:pt x="135609" y="55980"/>
                  </a:lnTo>
                  <a:lnTo>
                    <a:pt x="136357" y="55980"/>
                  </a:lnTo>
                  <a:lnTo>
                    <a:pt x="137105" y="55830"/>
                  </a:lnTo>
                  <a:lnTo>
                    <a:pt x="137704" y="55231"/>
                  </a:lnTo>
                  <a:lnTo>
                    <a:pt x="138153" y="54483"/>
                  </a:lnTo>
                  <a:lnTo>
                    <a:pt x="138303" y="54034"/>
                  </a:lnTo>
                  <a:lnTo>
                    <a:pt x="138303" y="53735"/>
                  </a:lnTo>
                  <a:lnTo>
                    <a:pt x="138003" y="52837"/>
                  </a:lnTo>
                  <a:lnTo>
                    <a:pt x="137554" y="52238"/>
                  </a:lnTo>
                  <a:lnTo>
                    <a:pt x="137255" y="51938"/>
                  </a:lnTo>
                  <a:lnTo>
                    <a:pt x="136806" y="51789"/>
                  </a:lnTo>
                  <a:lnTo>
                    <a:pt x="136357" y="51639"/>
                  </a:lnTo>
                  <a:lnTo>
                    <a:pt x="135908" y="51639"/>
                  </a:lnTo>
                  <a:lnTo>
                    <a:pt x="135160" y="51789"/>
                  </a:lnTo>
                  <a:lnTo>
                    <a:pt x="134411" y="52388"/>
                  </a:lnTo>
                  <a:lnTo>
                    <a:pt x="134261" y="52687"/>
                  </a:lnTo>
                  <a:lnTo>
                    <a:pt x="133962" y="53136"/>
                  </a:lnTo>
                  <a:lnTo>
                    <a:pt x="133962" y="53735"/>
                  </a:lnTo>
                  <a:lnTo>
                    <a:pt x="133962" y="54483"/>
                  </a:lnTo>
                  <a:lnTo>
                    <a:pt x="134261" y="55082"/>
                  </a:lnTo>
                  <a:lnTo>
                    <a:pt x="134711" y="55531"/>
                  </a:lnTo>
                  <a:lnTo>
                    <a:pt x="132765" y="58824"/>
                  </a:lnTo>
                  <a:lnTo>
                    <a:pt x="129172" y="56728"/>
                  </a:lnTo>
                  <a:lnTo>
                    <a:pt x="125430" y="54932"/>
                  </a:lnTo>
                  <a:lnTo>
                    <a:pt x="121539" y="53585"/>
                  </a:lnTo>
                  <a:lnTo>
                    <a:pt x="117348" y="52388"/>
                  </a:lnTo>
                  <a:lnTo>
                    <a:pt x="118246" y="48346"/>
                  </a:lnTo>
                  <a:lnTo>
                    <a:pt x="118994" y="48047"/>
                  </a:lnTo>
                  <a:lnTo>
                    <a:pt x="119743" y="47598"/>
                  </a:lnTo>
                  <a:lnTo>
                    <a:pt x="120192" y="46999"/>
                  </a:lnTo>
                  <a:lnTo>
                    <a:pt x="120341" y="46101"/>
                  </a:lnTo>
                  <a:lnTo>
                    <a:pt x="120341" y="45652"/>
                  </a:lnTo>
                  <a:lnTo>
                    <a:pt x="120192" y="45203"/>
                  </a:lnTo>
                  <a:lnTo>
                    <a:pt x="119743" y="44604"/>
                  </a:lnTo>
                  <a:lnTo>
                    <a:pt x="118994" y="44155"/>
                  </a:lnTo>
                  <a:lnTo>
                    <a:pt x="118545" y="44006"/>
                  </a:lnTo>
                  <a:lnTo>
                    <a:pt x="118096" y="43856"/>
                  </a:lnTo>
                  <a:lnTo>
                    <a:pt x="117647" y="44006"/>
                  </a:lnTo>
                  <a:lnTo>
                    <a:pt x="117198" y="44155"/>
                  </a:lnTo>
                  <a:lnTo>
                    <a:pt x="116599" y="44604"/>
                  </a:lnTo>
                  <a:lnTo>
                    <a:pt x="116150" y="45203"/>
                  </a:lnTo>
                  <a:lnTo>
                    <a:pt x="116001" y="45652"/>
                  </a:lnTo>
                  <a:lnTo>
                    <a:pt x="115851" y="46101"/>
                  </a:lnTo>
                  <a:lnTo>
                    <a:pt x="116001" y="46849"/>
                  </a:lnTo>
                  <a:lnTo>
                    <a:pt x="116300" y="47298"/>
                  </a:lnTo>
                  <a:lnTo>
                    <a:pt x="116749" y="47897"/>
                  </a:lnTo>
                  <a:lnTo>
                    <a:pt x="117348" y="48197"/>
                  </a:lnTo>
                  <a:lnTo>
                    <a:pt x="116450" y="52238"/>
                  </a:lnTo>
                  <a:lnTo>
                    <a:pt x="112708" y="51489"/>
                  </a:lnTo>
                  <a:lnTo>
                    <a:pt x="110313" y="35174"/>
                  </a:lnTo>
                  <a:close/>
                  <a:moveTo>
                    <a:pt x="98488" y="35174"/>
                  </a:moveTo>
                  <a:lnTo>
                    <a:pt x="96243" y="51489"/>
                  </a:lnTo>
                  <a:lnTo>
                    <a:pt x="92651" y="52238"/>
                  </a:lnTo>
                  <a:lnTo>
                    <a:pt x="91453" y="48346"/>
                  </a:lnTo>
                  <a:lnTo>
                    <a:pt x="92052" y="47747"/>
                  </a:lnTo>
                  <a:lnTo>
                    <a:pt x="92501" y="46999"/>
                  </a:lnTo>
                  <a:lnTo>
                    <a:pt x="92501" y="46251"/>
                  </a:lnTo>
                  <a:lnTo>
                    <a:pt x="92352" y="45353"/>
                  </a:lnTo>
                  <a:lnTo>
                    <a:pt x="92052" y="45053"/>
                  </a:lnTo>
                  <a:lnTo>
                    <a:pt x="91753" y="44754"/>
                  </a:lnTo>
                  <a:lnTo>
                    <a:pt x="91004" y="44305"/>
                  </a:lnTo>
                  <a:lnTo>
                    <a:pt x="90256" y="44155"/>
                  </a:lnTo>
                  <a:lnTo>
                    <a:pt x="89807" y="44305"/>
                  </a:lnTo>
                  <a:lnTo>
                    <a:pt x="89358" y="44455"/>
                  </a:lnTo>
                  <a:lnTo>
                    <a:pt x="88909" y="44604"/>
                  </a:lnTo>
                  <a:lnTo>
                    <a:pt x="88610" y="44904"/>
                  </a:lnTo>
                  <a:lnTo>
                    <a:pt x="88310" y="45652"/>
                  </a:lnTo>
                  <a:lnTo>
                    <a:pt x="88161" y="46550"/>
                  </a:lnTo>
                  <a:lnTo>
                    <a:pt x="88161" y="46999"/>
                  </a:lnTo>
                  <a:lnTo>
                    <a:pt x="88310" y="47448"/>
                  </a:lnTo>
                  <a:lnTo>
                    <a:pt x="88759" y="47897"/>
                  </a:lnTo>
                  <a:lnTo>
                    <a:pt x="89208" y="48346"/>
                  </a:lnTo>
                  <a:lnTo>
                    <a:pt x="89807" y="48496"/>
                  </a:lnTo>
                  <a:lnTo>
                    <a:pt x="90555" y="48646"/>
                  </a:lnTo>
                  <a:lnTo>
                    <a:pt x="91603" y="52537"/>
                  </a:lnTo>
                  <a:lnTo>
                    <a:pt x="87412" y="53735"/>
                  </a:lnTo>
                  <a:lnTo>
                    <a:pt x="83521" y="55231"/>
                  </a:lnTo>
                  <a:lnTo>
                    <a:pt x="79629" y="57028"/>
                  </a:lnTo>
                  <a:lnTo>
                    <a:pt x="75887" y="59273"/>
                  </a:lnTo>
                  <a:lnTo>
                    <a:pt x="73941" y="55680"/>
                  </a:lnTo>
                  <a:lnTo>
                    <a:pt x="74390" y="54932"/>
                  </a:lnTo>
                  <a:lnTo>
                    <a:pt x="74540" y="54034"/>
                  </a:lnTo>
                  <a:lnTo>
                    <a:pt x="74240" y="53286"/>
                  </a:lnTo>
                  <a:lnTo>
                    <a:pt x="73791" y="52537"/>
                  </a:lnTo>
                  <a:lnTo>
                    <a:pt x="73492" y="52238"/>
                  </a:lnTo>
                  <a:lnTo>
                    <a:pt x="73043" y="52088"/>
                  </a:lnTo>
                  <a:lnTo>
                    <a:pt x="72295" y="51938"/>
                  </a:lnTo>
                  <a:lnTo>
                    <a:pt x="71397" y="52088"/>
                  </a:lnTo>
                  <a:lnTo>
                    <a:pt x="71097" y="52388"/>
                  </a:lnTo>
                  <a:lnTo>
                    <a:pt x="70648" y="52687"/>
                  </a:lnTo>
                  <a:lnTo>
                    <a:pt x="70499" y="52986"/>
                  </a:lnTo>
                  <a:lnTo>
                    <a:pt x="70199" y="53286"/>
                  </a:lnTo>
                  <a:lnTo>
                    <a:pt x="70049" y="54184"/>
                  </a:lnTo>
                  <a:lnTo>
                    <a:pt x="70199" y="55082"/>
                  </a:lnTo>
                  <a:lnTo>
                    <a:pt x="70499" y="55381"/>
                  </a:lnTo>
                  <a:lnTo>
                    <a:pt x="70798" y="55680"/>
                  </a:lnTo>
                  <a:lnTo>
                    <a:pt x="71247" y="56129"/>
                  </a:lnTo>
                  <a:lnTo>
                    <a:pt x="71846" y="56279"/>
                  </a:lnTo>
                  <a:lnTo>
                    <a:pt x="72444" y="56429"/>
                  </a:lnTo>
                  <a:lnTo>
                    <a:pt x="73043" y="56279"/>
                  </a:lnTo>
                  <a:lnTo>
                    <a:pt x="75139" y="59722"/>
                  </a:lnTo>
                  <a:lnTo>
                    <a:pt x="72444" y="61668"/>
                  </a:lnTo>
                  <a:lnTo>
                    <a:pt x="69750" y="63763"/>
                  </a:lnTo>
                  <a:lnTo>
                    <a:pt x="56728" y="54184"/>
                  </a:lnTo>
                  <a:lnTo>
                    <a:pt x="58824" y="52088"/>
                  </a:lnTo>
                  <a:lnTo>
                    <a:pt x="61218" y="50142"/>
                  </a:lnTo>
                  <a:lnTo>
                    <a:pt x="63613" y="48346"/>
                  </a:lnTo>
                  <a:lnTo>
                    <a:pt x="66008" y="46550"/>
                  </a:lnTo>
                  <a:lnTo>
                    <a:pt x="71247" y="51190"/>
                  </a:lnTo>
                  <a:lnTo>
                    <a:pt x="71247" y="51190"/>
                  </a:lnTo>
                  <a:lnTo>
                    <a:pt x="69151" y="44754"/>
                  </a:lnTo>
                  <a:lnTo>
                    <a:pt x="73342" y="42359"/>
                  </a:lnTo>
                  <a:lnTo>
                    <a:pt x="77683" y="40264"/>
                  </a:lnTo>
                  <a:lnTo>
                    <a:pt x="82323" y="38617"/>
                  </a:lnTo>
                  <a:lnTo>
                    <a:pt x="86963" y="37120"/>
                  </a:lnTo>
                  <a:lnTo>
                    <a:pt x="90406" y="43257"/>
                  </a:lnTo>
                  <a:lnTo>
                    <a:pt x="90555" y="36372"/>
                  </a:lnTo>
                  <a:lnTo>
                    <a:pt x="94447" y="35624"/>
                  </a:lnTo>
                  <a:lnTo>
                    <a:pt x="98488" y="35174"/>
                  </a:lnTo>
                  <a:close/>
                  <a:moveTo>
                    <a:pt x="56878" y="38467"/>
                  </a:moveTo>
                  <a:lnTo>
                    <a:pt x="65260" y="45951"/>
                  </a:lnTo>
                  <a:lnTo>
                    <a:pt x="62865" y="47747"/>
                  </a:lnTo>
                  <a:lnTo>
                    <a:pt x="60470" y="49544"/>
                  </a:lnTo>
                  <a:lnTo>
                    <a:pt x="58075" y="51489"/>
                  </a:lnTo>
                  <a:lnTo>
                    <a:pt x="55830" y="53585"/>
                  </a:lnTo>
                  <a:lnTo>
                    <a:pt x="48196" y="47897"/>
                  </a:lnTo>
                  <a:lnTo>
                    <a:pt x="47298" y="48646"/>
                  </a:lnTo>
                  <a:lnTo>
                    <a:pt x="53136" y="56279"/>
                  </a:lnTo>
                  <a:lnTo>
                    <a:pt x="51040" y="58524"/>
                  </a:lnTo>
                  <a:lnTo>
                    <a:pt x="49244" y="60770"/>
                  </a:lnTo>
                  <a:lnTo>
                    <a:pt x="47448" y="63164"/>
                  </a:lnTo>
                  <a:lnTo>
                    <a:pt x="45802" y="65559"/>
                  </a:lnTo>
                  <a:lnTo>
                    <a:pt x="38018" y="57477"/>
                  </a:lnTo>
                  <a:lnTo>
                    <a:pt x="40114" y="54782"/>
                  </a:lnTo>
                  <a:lnTo>
                    <a:pt x="42209" y="52238"/>
                  </a:lnTo>
                  <a:lnTo>
                    <a:pt x="44454" y="49693"/>
                  </a:lnTo>
                  <a:lnTo>
                    <a:pt x="46700" y="47298"/>
                  </a:lnTo>
                  <a:lnTo>
                    <a:pt x="49094" y="44904"/>
                  </a:lnTo>
                  <a:lnTo>
                    <a:pt x="51639" y="42658"/>
                  </a:lnTo>
                  <a:lnTo>
                    <a:pt x="54184" y="40563"/>
                  </a:lnTo>
                  <a:lnTo>
                    <a:pt x="56878" y="38467"/>
                  </a:lnTo>
                  <a:close/>
                  <a:moveTo>
                    <a:pt x="152522" y="38617"/>
                  </a:moveTo>
                  <a:lnTo>
                    <a:pt x="155216" y="40563"/>
                  </a:lnTo>
                  <a:lnTo>
                    <a:pt x="157761" y="42658"/>
                  </a:lnTo>
                  <a:lnTo>
                    <a:pt x="160306" y="44904"/>
                  </a:lnTo>
                  <a:lnTo>
                    <a:pt x="162700" y="47298"/>
                  </a:lnTo>
                  <a:lnTo>
                    <a:pt x="164946" y="49693"/>
                  </a:lnTo>
                  <a:lnTo>
                    <a:pt x="167191" y="52238"/>
                  </a:lnTo>
                  <a:lnTo>
                    <a:pt x="169286" y="54932"/>
                  </a:lnTo>
                  <a:lnTo>
                    <a:pt x="171382" y="57626"/>
                  </a:lnTo>
                  <a:lnTo>
                    <a:pt x="163748" y="65559"/>
                  </a:lnTo>
                  <a:lnTo>
                    <a:pt x="161802" y="62865"/>
                  </a:lnTo>
                  <a:lnTo>
                    <a:pt x="159707" y="60320"/>
                  </a:lnTo>
                  <a:lnTo>
                    <a:pt x="157611" y="57776"/>
                  </a:lnTo>
                  <a:lnTo>
                    <a:pt x="155366" y="55381"/>
                  </a:lnTo>
                  <a:lnTo>
                    <a:pt x="161054" y="47897"/>
                  </a:lnTo>
                  <a:lnTo>
                    <a:pt x="160156" y="46999"/>
                  </a:lnTo>
                  <a:lnTo>
                    <a:pt x="152672" y="52687"/>
                  </a:lnTo>
                  <a:lnTo>
                    <a:pt x="150576" y="50891"/>
                  </a:lnTo>
                  <a:lnTo>
                    <a:pt x="148481" y="49095"/>
                  </a:lnTo>
                  <a:lnTo>
                    <a:pt x="146385" y="47448"/>
                  </a:lnTo>
                  <a:lnTo>
                    <a:pt x="144140" y="45951"/>
                  </a:lnTo>
                  <a:lnTo>
                    <a:pt x="152522" y="38617"/>
                  </a:lnTo>
                  <a:close/>
                  <a:moveTo>
                    <a:pt x="117048" y="54184"/>
                  </a:moveTo>
                  <a:lnTo>
                    <a:pt x="120940" y="55231"/>
                  </a:lnTo>
                  <a:lnTo>
                    <a:pt x="124682" y="56579"/>
                  </a:lnTo>
                  <a:lnTo>
                    <a:pt x="128424" y="58375"/>
                  </a:lnTo>
                  <a:lnTo>
                    <a:pt x="131867" y="60320"/>
                  </a:lnTo>
                  <a:lnTo>
                    <a:pt x="128274" y="66158"/>
                  </a:lnTo>
                  <a:lnTo>
                    <a:pt x="125281" y="64511"/>
                  </a:lnTo>
                  <a:lnTo>
                    <a:pt x="122287" y="63015"/>
                  </a:lnTo>
                  <a:lnTo>
                    <a:pt x="118994" y="61817"/>
                  </a:lnTo>
                  <a:lnTo>
                    <a:pt x="115701" y="60919"/>
                  </a:lnTo>
                  <a:lnTo>
                    <a:pt x="117048" y="54184"/>
                  </a:lnTo>
                  <a:close/>
                  <a:moveTo>
                    <a:pt x="92052" y="54184"/>
                  </a:moveTo>
                  <a:lnTo>
                    <a:pt x="93998" y="60770"/>
                  </a:lnTo>
                  <a:lnTo>
                    <a:pt x="90406" y="61817"/>
                  </a:lnTo>
                  <a:lnTo>
                    <a:pt x="86813" y="63164"/>
                  </a:lnTo>
                  <a:lnTo>
                    <a:pt x="83521" y="64811"/>
                  </a:lnTo>
                  <a:lnTo>
                    <a:pt x="80228" y="66757"/>
                  </a:lnTo>
                  <a:lnTo>
                    <a:pt x="76785" y="60770"/>
                  </a:lnTo>
                  <a:lnTo>
                    <a:pt x="80377" y="58674"/>
                  </a:lnTo>
                  <a:lnTo>
                    <a:pt x="84119" y="56878"/>
                  </a:lnTo>
                  <a:lnTo>
                    <a:pt x="88011" y="55381"/>
                  </a:lnTo>
                  <a:lnTo>
                    <a:pt x="92052" y="54184"/>
                  </a:lnTo>
                  <a:close/>
                  <a:moveTo>
                    <a:pt x="132615" y="60770"/>
                  </a:moveTo>
                  <a:lnTo>
                    <a:pt x="135160" y="62416"/>
                  </a:lnTo>
                  <a:lnTo>
                    <a:pt x="137405" y="64212"/>
                  </a:lnTo>
                  <a:lnTo>
                    <a:pt x="131717" y="68553"/>
                  </a:lnTo>
                  <a:lnTo>
                    <a:pt x="129172" y="66607"/>
                  </a:lnTo>
                  <a:lnTo>
                    <a:pt x="132615" y="60770"/>
                  </a:lnTo>
                  <a:close/>
                  <a:moveTo>
                    <a:pt x="37569" y="58375"/>
                  </a:moveTo>
                  <a:lnTo>
                    <a:pt x="38168" y="59123"/>
                  </a:lnTo>
                  <a:lnTo>
                    <a:pt x="37420" y="60320"/>
                  </a:lnTo>
                  <a:lnTo>
                    <a:pt x="36971" y="61219"/>
                  </a:lnTo>
                  <a:lnTo>
                    <a:pt x="36671" y="62117"/>
                  </a:lnTo>
                  <a:lnTo>
                    <a:pt x="37719" y="60470"/>
                  </a:lnTo>
                  <a:lnTo>
                    <a:pt x="38467" y="59273"/>
                  </a:lnTo>
                  <a:lnTo>
                    <a:pt x="39066" y="60021"/>
                  </a:lnTo>
                  <a:lnTo>
                    <a:pt x="38318" y="61219"/>
                  </a:lnTo>
                  <a:lnTo>
                    <a:pt x="37869" y="62117"/>
                  </a:lnTo>
                  <a:lnTo>
                    <a:pt x="37569" y="63015"/>
                  </a:lnTo>
                  <a:lnTo>
                    <a:pt x="37569" y="63015"/>
                  </a:lnTo>
                  <a:lnTo>
                    <a:pt x="38168" y="62266"/>
                  </a:lnTo>
                  <a:lnTo>
                    <a:pt x="38617" y="61368"/>
                  </a:lnTo>
                  <a:lnTo>
                    <a:pt x="39216" y="60171"/>
                  </a:lnTo>
                  <a:lnTo>
                    <a:pt x="39814" y="60770"/>
                  </a:lnTo>
                  <a:lnTo>
                    <a:pt x="39066" y="62117"/>
                  </a:lnTo>
                  <a:lnTo>
                    <a:pt x="38916" y="62715"/>
                  </a:lnTo>
                  <a:lnTo>
                    <a:pt x="38617" y="63314"/>
                  </a:lnTo>
                  <a:lnTo>
                    <a:pt x="38767" y="63464"/>
                  </a:lnTo>
                  <a:lnTo>
                    <a:pt x="39665" y="61967"/>
                  </a:lnTo>
                  <a:lnTo>
                    <a:pt x="40114" y="61069"/>
                  </a:lnTo>
                  <a:lnTo>
                    <a:pt x="40862" y="61967"/>
                  </a:lnTo>
                  <a:lnTo>
                    <a:pt x="40413" y="62865"/>
                  </a:lnTo>
                  <a:lnTo>
                    <a:pt x="39964" y="63613"/>
                  </a:lnTo>
                  <a:lnTo>
                    <a:pt x="39665" y="64511"/>
                  </a:lnTo>
                  <a:lnTo>
                    <a:pt x="39814" y="64511"/>
                  </a:lnTo>
                  <a:lnTo>
                    <a:pt x="40263" y="63763"/>
                  </a:lnTo>
                  <a:lnTo>
                    <a:pt x="40563" y="63015"/>
                  </a:lnTo>
                  <a:lnTo>
                    <a:pt x="41162" y="62117"/>
                  </a:lnTo>
                  <a:lnTo>
                    <a:pt x="41760" y="62865"/>
                  </a:lnTo>
                  <a:lnTo>
                    <a:pt x="41311" y="63613"/>
                  </a:lnTo>
                  <a:lnTo>
                    <a:pt x="40862" y="64362"/>
                  </a:lnTo>
                  <a:lnTo>
                    <a:pt x="40563" y="65110"/>
                  </a:lnTo>
                  <a:lnTo>
                    <a:pt x="40713" y="65110"/>
                  </a:lnTo>
                  <a:lnTo>
                    <a:pt x="41760" y="63314"/>
                  </a:lnTo>
                  <a:lnTo>
                    <a:pt x="41910" y="63015"/>
                  </a:lnTo>
                  <a:lnTo>
                    <a:pt x="42509" y="63613"/>
                  </a:lnTo>
                  <a:lnTo>
                    <a:pt x="42209" y="64062"/>
                  </a:lnTo>
                  <a:lnTo>
                    <a:pt x="41611" y="65559"/>
                  </a:lnTo>
                  <a:lnTo>
                    <a:pt x="41760" y="65559"/>
                  </a:lnTo>
                  <a:lnTo>
                    <a:pt x="42359" y="64212"/>
                  </a:lnTo>
                  <a:lnTo>
                    <a:pt x="42658" y="63763"/>
                  </a:lnTo>
                  <a:lnTo>
                    <a:pt x="43257" y="64362"/>
                  </a:lnTo>
                  <a:lnTo>
                    <a:pt x="42958" y="64961"/>
                  </a:lnTo>
                  <a:lnTo>
                    <a:pt x="42509" y="66008"/>
                  </a:lnTo>
                  <a:lnTo>
                    <a:pt x="43107" y="65410"/>
                  </a:lnTo>
                  <a:lnTo>
                    <a:pt x="43407" y="64511"/>
                  </a:lnTo>
                  <a:lnTo>
                    <a:pt x="44005" y="65110"/>
                  </a:lnTo>
                  <a:lnTo>
                    <a:pt x="43856" y="65410"/>
                  </a:lnTo>
                  <a:lnTo>
                    <a:pt x="43556" y="66008"/>
                  </a:lnTo>
                  <a:lnTo>
                    <a:pt x="43407" y="66457"/>
                  </a:lnTo>
                  <a:lnTo>
                    <a:pt x="43556" y="66607"/>
                  </a:lnTo>
                  <a:lnTo>
                    <a:pt x="44005" y="65559"/>
                  </a:lnTo>
                  <a:lnTo>
                    <a:pt x="44155" y="65410"/>
                  </a:lnTo>
                  <a:lnTo>
                    <a:pt x="44754" y="65859"/>
                  </a:lnTo>
                  <a:lnTo>
                    <a:pt x="44155" y="67056"/>
                  </a:lnTo>
                  <a:lnTo>
                    <a:pt x="44305" y="67206"/>
                  </a:lnTo>
                  <a:lnTo>
                    <a:pt x="44904" y="66158"/>
                  </a:lnTo>
                  <a:lnTo>
                    <a:pt x="45203" y="66457"/>
                  </a:lnTo>
                  <a:lnTo>
                    <a:pt x="45353" y="66607"/>
                  </a:lnTo>
                  <a:lnTo>
                    <a:pt x="45203" y="66757"/>
                  </a:lnTo>
                  <a:lnTo>
                    <a:pt x="45053" y="67206"/>
                  </a:lnTo>
                  <a:lnTo>
                    <a:pt x="45053" y="67655"/>
                  </a:lnTo>
                  <a:lnTo>
                    <a:pt x="45053" y="67804"/>
                  </a:lnTo>
                  <a:lnTo>
                    <a:pt x="45203" y="67804"/>
                  </a:lnTo>
                  <a:lnTo>
                    <a:pt x="45502" y="66906"/>
                  </a:lnTo>
                  <a:lnTo>
                    <a:pt x="45502" y="66757"/>
                  </a:lnTo>
                  <a:lnTo>
                    <a:pt x="45951" y="67206"/>
                  </a:lnTo>
                  <a:lnTo>
                    <a:pt x="46101" y="67355"/>
                  </a:lnTo>
                  <a:lnTo>
                    <a:pt x="45802" y="68104"/>
                  </a:lnTo>
                  <a:lnTo>
                    <a:pt x="45951" y="68104"/>
                  </a:lnTo>
                  <a:lnTo>
                    <a:pt x="46251" y="67505"/>
                  </a:lnTo>
                  <a:lnTo>
                    <a:pt x="46849" y="68104"/>
                  </a:lnTo>
                  <a:lnTo>
                    <a:pt x="46700" y="68104"/>
                  </a:lnTo>
                  <a:lnTo>
                    <a:pt x="46700" y="68702"/>
                  </a:lnTo>
                  <a:lnTo>
                    <a:pt x="45203" y="68253"/>
                  </a:lnTo>
                  <a:lnTo>
                    <a:pt x="44155" y="68104"/>
                  </a:lnTo>
                  <a:lnTo>
                    <a:pt x="33378" y="64961"/>
                  </a:lnTo>
                  <a:lnTo>
                    <a:pt x="35534" y="61368"/>
                  </a:lnTo>
                  <a:lnTo>
                    <a:pt x="35623" y="61368"/>
                  </a:lnTo>
                  <a:lnTo>
                    <a:pt x="36971" y="59422"/>
                  </a:lnTo>
                  <a:lnTo>
                    <a:pt x="37569" y="58375"/>
                  </a:lnTo>
                  <a:close/>
                  <a:moveTo>
                    <a:pt x="171831" y="58375"/>
                  </a:moveTo>
                  <a:lnTo>
                    <a:pt x="172579" y="59422"/>
                  </a:lnTo>
                  <a:lnTo>
                    <a:pt x="173777" y="61368"/>
                  </a:lnTo>
                  <a:lnTo>
                    <a:pt x="173926" y="61368"/>
                  </a:lnTo>
                  <a:lnTo>
                    <a:pt x="176022" y="64961"/>
                  </a:lnTo>
                  <a:lnTo>
                    <a:pt x="165245" y="68104"/>
                  </a:lnTo>
                  <a:lnTo>
                    <a:pt x="164197" y="68403"/>
                  </a:lnTo>
                  <a:lnTo>
                    <a:pt x="162850" y="68702"/>
                  </a:lnTo>
                  <a:lnTo>
                    <a:pt x="162700" y="68104"/>
                  </a:lnTo>
                  <a:lnTo>
                    <a:pt x="163149" y="67505"/>
                  </a:lnTo>
                  <a:lnTo>
                    <a:pt x="163449" y="68104"/>
                  </a:lnTo>
                  <a:lnTo>
                    <a:pt x="163598" y="68104"/>
                  </a:lnTo>
                  <a:lnTo>
                    <a:pt x="163449" y="67355"/>
                  </a:lnTo>
                  <a:lnTo>
                    <a:pt x="163449" y="67206"/>
                  </a:lnTo>
                  <a:lnTo>
                    <a:pt x="163898" y="66757"/>
                  </a:lnTo>
                  <a:lnTo>
                    <a:pt x="163898" y="66906"/>
                  </a:lnTo>
                  <a:lnTo>
                    <a:pt x="164347" y="67804"/>
                  </a:lnTo>
                  <a:lnTo>
                    <a:pt x="164497" y="67655"/>
                  </a:lnTo>
                  <a:lnTo>
                    <a:pt x="164347" y="67206"/>
                  </a:lnTo>
                  <a:lnTo>
                    <a:pt x="164197" y="66757"/>
                  </a:lnTo>
                  <a:lnTo>
                    <a:pt x="164047" y="66607"/>
                  </a:lnTo>
                  <a:lnTo>
                    <a:pt x="164197" y="66457"/>
                  </a:lnTo>
                  <a:lnTo>
                    <a:pt x="164497" y="66158"/>
                  </a:lnTo>
                  <a:lnTo>
                    <a:pt x="165095" y="67206"/>
                  </a:lnTo>
                  <a:lnTo>
                    <a:pt x="165245" y="67206"/>
                  </a:lnTo>
                  <a:lnTo>
                    <a:pt x="165245" y="67056"/>
                  </a:lnTo>
                  <a:lnTo>
                    <a:pt x="164796" y="65859"/>
                  </a:lnTo>
                  <a:lnTo>
                    <a:pt x="165245" y="65410"/>
                  </a:lnTo>
                  <a:lnTo>
                    <a:pt x="165395" y="65559"/>
                  </a:lnTo>
                  <a:lnTo>
                    <a:pt x="165993" y="66607"/>
                  </a:lnTo>
                  <a:lnTo>
                    <a:pt x="165993" y="66457"/>
                  </a:lnTo>
                  <a:lnTo>
                    <a:pt x="165844" y="66008"/>
                  </a:lnTo>
                  <a:lnTo>
                    <a:pt x="165544" y="65410"/>
                  </a:lnTo>
                  <a:lnTo>
                    <a:pt x="165395" y="65110"/>
                  </a:lnTo>
                  <a:lnTo>
                    <a:pt x="165993" y="64511"/>
                  </a:lnTo>
                  <a:lnTo>
                    <a:pt x="166442" y="65410"/>
                  </a:lnTo>
                  <a:lnTo>
                    <a:pt x="166891" y="66008"/>
                  </a:lnTo>
                  <a:lnTo>
                    <a:pt x="167041" y="66008"/>
                  </a:lnTo>
                  <a:lnTo>
                    <a:pt x="166442" y="64961"/>
                  </a:lnTo>
                  <a:lnTo>
                    <a:pt x="166143" y="64362"/>
                  </a:lnTo>
                  <a:lnTo>
                    <a:pt x="166742" y="63763"/>
                  </a:lnTo>
                  <a:lnTo>
                    <a:pt x="167041" y="64212"/>
                  </a:lnTo>
                  <a:lnTo>
                    <a:pt x="167640" y="65559"/>
                  </a:lnTo>
                  <a:lnTo>
                    <a:pt x="167789" y="65559"/>
                  </a:lnTo>
                  <a:lnTo>
                    <a:pt x="167191" y="64062"/>
                  </a:lnTo>
                  <a:lnTo>
                    <a:pt x="166891" y="63613"/>
                  </a:lnTo>
                  <a:lnTo>
                    <a:pt x="167490" y="63015"/>
                  </a:lnTo>
                  <a:lnTo>
                    <a:pt x="167789" y="63314"/>
                  </a:lnTo>
                  <a:lnTo>
                    <a:pt x="168687" y="65110"/>
                  </a:lnTo>
                  <a:lnTo>
                    <a:pt x="168837" y="65110"/>
                  </a:lnTo>
                  <a:lnTo>
                    <a:pt x="168538" y="64362"/>
                  </a:lnTo>
                  <a:lnTo>
                    <a:pt x="168238" y="63613"/>
                  </a:lnTo>
                  <a:lnTo>
                    <a:pt x="167640" y="62865"/>
                  </a:lnTo>
                  <a:lnTo>
                    <a:pt x="168388" y="62117"/>
                  </a:lnTo>
                  <a:lnTo>
                    <a:pt x="168837" y="63015"/>
                  </a:lnTo>
                  <a:lnTo>
                    <a:pt x="169286" y="63763"/>
                  </a:lnTo>
                  <a:lnTo>
                    <a:pt x="169735" y="64511"/>
                  </a:lnTo>
                  <a:lnTo>
                    <a:pt x="169436" y="63613"/>
                  </a:lnTo>
                  <a:lnTo>
                    <a:pt x="168987" y="62865"/>
                  </a:lnTo>
                  <a:lnTo>
                    <a:pt x="168538" y="61967"/>
                  </a:lnTo>
                  <a:lnTo>
                    <a:pt x="169436" y="61069"/>
                  </a:lnTo>
                  <a:lnTo>
                    <a:pt x="169885" y="61967"/>
                  </a:lnTo>
                  <a:lnTo>
                    <a:pt x="170633" y="63464"/>
                  </a:lnTo>
                  <a:lnTo>
                    <a:pt x="170783" y="63464"/>
                  </a:lnTo>
                  <a:lnTo>
                    <a:pt x="170783" y="63314"/>
                  </a:lnTo>
                  <a:lnTo>
                    <a:pt x="170633" y="62715"/>
                  </a:lnTo>
                  <a:lnTo>
                    <a:pt x="170334" y="62117"/>
                  </a:lnTo>
                  <a:lnTo>
                    <a:pt x="169586" y="60770"/>
                  </a:lnTo>
                  <a:lnTo>
                    <a:pt x="170184" y="60171"/>
                  </a:lnTo>
                  <a:lnTo>
                    <a:pt x="170783" y="61368"/>
                  </a:lnTo>
                  <a:lnTo>
                    <a:pt x="171232" y="62266"/>
                  </a:lnTo>
                  <a:lnTo>
                    <a:pt x="171831" y="63015"/>
                  </a:lnTo>
                  <a:lnTo>
                    <a:pt x="171531" y="62117"/>
                  </a:lnTo>
                  <a:lnTo>
                    <a:pt x="171082" y="61219"/>
                  </a:lnTo>
                  <a:lnTo>
                    <a:pt x="170334" y="60021"/>
                  </a:lnTo>
                  <a:lnTo>
                    <a:pt x="171082" y="59273"/>
                  </a:lnTo>
                  <a:lnTo>
                    <a:pt x="171681" y="60470"/>
                  </a:lnTo>
                  <a:lnTo>
                    <a:pt x="172729" y="62117"/>
                  </a:lnTo>
                  <a:lnTo>
                    <a:pt x="172878" y="62117"/>
                  </a:lnTo>
                  <a:lnTo>
                    <a:pt x="172429" y="61219"/>
                  </a:lnTo>
                  <a:lnTo>
                    <a:pt x="171980" y="60320"/>
                  </a:lnTo>
                  <a:lnTo>
                    <a:pt x="171232" y="59123"/>
                  </a:lnTo>
                  <a:lnTo>
                    <a:pt x="171831" y="58375"/>
                  </a:lnTo>
                  <a:close/>
                  <a:moveTo>
                    <a:pt x="46999" y="68253"/>
                  </a:moveTo>
                  <a:lnTo>
                    <a:pt x="47747" y="69002"/>
                  </a:lnTo>
                  <a:lnTo>
                    <a:pt x="47747" y="69002"/>
                  </a:lnTo>
                  <a:lnTo>
                    <a:pt x="46849" y="68852"/>
                  </a:lnTo>
                  <a:lnTo>
                    <a:pt x="46999" y="68253"/>
                  </a:lnTo>
                  <a:close/>
                  <a:moveTo>
                    <a:pt x="162401" y="68253"/>
                  </a:moveTo>
                  <a:lnTo>
                    <a:pt x="162700" y="68852"/>
                  </a:lnTo>
                  <a:lnTo>
                    <a:pt x="161653" y="69002"/>
                  </a:lnTo>
                  <a:lnTo>
                    <a:pt x="161653" y="69002"/>
                  </a:lnTo>
                  <a:lnTo>
                    <a:pt x="162401" y="68253"/>
                  </a:lnTo>
                  <a:close/>
                  <a:moveTo>
                    <a:pt x="76037" y="61219"/>
                  </a:moveTo>
                  <a:lnTo>
                    <a:pt x="79479" y="67206"/>
                  </a:lnTo>
                  <a:lnTo>
                    <a:pt x="76935" y="69002"/>
                  </a:lnTo>
                  <a:lnTo>
                    <a:pt x="71247" y="64811"/>
                  </a:lnTo>
                  <a:lnTo>
                    <a:pt x="73492" y="63015"/>
                  </a:lnTo>
                  <a:lnTo>
                    <a:pt x="76037" y="61219"/>
                  </a:lnTo>
                  <a:close/>
                  <a:moveTo>
                    <a:pt x="114354" y="62117"/>
                  </a:moveTo>
                  <a:lnTo>
                    <a:pt x="116599" y="62566"/>
                  </a:lnTo>
                  <a:lnTo>
                    <a:pt x="118695" y="63314"/>
                  </a:lnTo>
                  <a:lnTo>
                    <a:pt x="120790" y="64062"/>
                  </a:lnTo>
                  <a:lnTo>
                    <a:pt x="122886" y="64961"/>
                  </a:lnTo>
                  <a:lnTo>
                    <a:pt x="124832" y="65859"/>
                  </a:lnTo>
                  <a:lnTo>
                    <a:pt x="126778" y="67056"/>
                  </a:lnTo>
                  <a:lnTo>
                    <a:pt x="128723" y="68104"/>
                  </a:lnTo>
                  <a:lnTo>
                    <a:pt x="130520" y="69451"/>
                  </a:lnTo>
                  <a:lnTo>
                    <a:pt x="117048" y="79629"/>
                  </a:lnTo>
                  <a:lnTo>
                    <a:pt x="114354" y="62117"/>
                  </a:lnTo>
                  <a:close/>
                  <a:moveTo>
                    <a:pt x="64511" y="71546"/>
                  </a:moveTo>
                  <a:lnTo>
                    <a:pt x="68852" y="77234"/>
                  </a:lnTo>
                  <a:lnTo>
                    <a:pt x="67056" y="79779"/>
                  </a:lnTo>
                  <a:lnTo>
                    <a:pt x="61218" y="76186"/>
                  </a:lnTo>
                  <a:lnTo>
                    <a:pt x="62865" y="73792"/>
                  </a:lnTo>
                  <a:lnTo>
                    <a:pt x="64511" y="71546"/>
                  </a:lnTo>
                  <a:close/>
                  <a:moveTo>
                    <a:pt x="94896" y="62117"/>
                  </a:moveTo>
                  <a:lnTo>
                    <a:pt x="92352" y="80377"/>
                  </a:lnTo>
                  <a:lnTo>
                    <a:pt x="78132" y="69900"/>
                  </a:lnTo>
                  <a:lnTo>
                    <a:pt x="80078" y="68553"/>
                  </a:lnTo>
                  <a:lnTo>
                    <a:pt x="81874" y="67355"/>
                  </a:lnTo>
                  <a:lnTo>
                    <a:pt x="83970" y="66158"/>
                  </a:lnTo>
                  <a:lnTo>
                    <a:pt x="86065" y="65110"/>
                  </a:lnTo>
                  <a:lnTo>
                    <a:pt x="88161" y="64212"/>
                  </a:lnTo>
                  <a:lnTo>
                    <a:pt x="90256" y="63464"/>
                  </a:lnTo>
                  <a:lnTo>
                    <a:pt x="92501" y="62715"/>
                  </a:lnTo>
                  <a:lnTo>
                    <a:pt x="94896" y="62117"/>
                  </a:lnTo>
                  <a:close/>
                  <a:moveTo>
                    <a:pt x="144140" y="70648"/>
                  </a:moveTo>
                  <a:lnTo>
                    <a:pt x="146535" y="73792"/>
                  </a:lnTo>
                  <a:lnTo>
                    <a:pt x="148780" y="77084"/>
                  </a:lnTo>
                  <a:lnTo>
                    <a:pt x="143093" y="80826"/>
                  </a:lnTo>
                  <a:lnTo>
                    <a:pt x="141596" y="78581"/>
                  </a:lnTo>
                  <a:lnTo>
                    <a:pt x="139949" y="76336"/>
                  </a:lnTo>
                  <a:lnTo>
                    <a:pt x="144140" y="70648"/>
                  </a:lnTo>
                  <a:close/>
                  <a:moveTo>
                    <a:pt x="32929" y="65859"/>
                  </a:moveTo>
                  <a:lnTo>
                    <a:pt x="43706" y="68852"/>
                  </a:lnTo>
                  <a:lnTo>
                    <a:pt x="41311" y="73193"/>
                  </a:lnTo>
                  <a:lnTo>
                    <a:pt x="39365" y="77534"/>
                  </a:lnTo>
                  <a:lnTo>
                    <a:pt x="37569" y="82024"/>
                  </a:lnTo>
                  <a:lnTo>
                    <a:pt x="36222" y="86664"/>
                  </a:lnTo>
                  <a:lnTo>
                    <a:pt x="26343" y="81575"/>
                  </a:lnTo>
                  <a:lnTo>
                    <a:pt x="26643" y="80527"/>
                  </a:lnTo>
                  <a:lnTo>
                    <a:pt x="27990" y="76635"/>
                  </a:lnTo>
                  <a:lnTo>
                    <a:pt x="29487" y="73043"/>
                  </a:lnTo>
                  <a:lnTo>
                    <a:pt x="31133" y="69301"/>
                  </a:lnTo>
                  <a:lnTo>
                    <a:pt x="32929" y="65859"/>
                  </a:lnTo>
                  <a:close/>
                  <a:moveTo>
                    <a:pt x="176471" y="65859"/>
                  </a:moveTo>
                  <a:lnTo>
                    <a:pt x="178417" y="69601"/>
                  </a:lnTo>
                  <a:lnTo>
                    <a:pt x="180213" y="73492"/>
                  </a:lnTo>
                  <a:lnTo>
                    <a:pt x="181710" y="77534"/>
                  </a:lnTo>
                  <a:lnTo>
                    <a:pt x="183057" y="81575"/>
                  </a:lnTo>
                  <a:lnTo>
                    <a:pt x="173178" y="86814"/>
                  </a:lnTo>
                  <a:lnTo>
                    <a:pt x="171831" y="82024"/>
                  </a:lnTo>
                  <a:lnTo>
                    <a:pt x="170035" y="77534"/>
                  </a:lnTo>
                  <a:lnTo>
                    <a:pt x="168089" y="73193"/>
                  </a:lnTo>
                  <a:lnTo>
                    <a:pt x="165694" y="68852"/>
                  </a:lnTo>
                  <a:lnTo>
                    <a:pt x="176471" y="65859"/>
                  </a:lnTo>
                  <a:close/>
                  <a:moveTo>
                    <a:pt x="38168" y="88909"/>
                  </a:moveTo>
                  <a:lnTo>
                    <a:pt x="39216" y="89358"/>
                  </a:lnTo>
                  <a:lnTo>
                    <a:pt x="38168" y="89358"/>
                  </a:lnTo>
                  <a:lnTo>
                    <a:pt x="38168" y="88909"/>
                  </a:lnTo>
                  <a:close/>
                  <a:moveTo>
                    <a:pt x="171232" y="88909"/>
                  </a:moveTo>
                  <a:lnTo>
                    <a:pt x="171232" y="89358"/>
                  </a:lnTo>
                  <a:lnTo>
                    <a:pt x="170334" y="89358"/>
                  </a:lnTo>
                  <a:lnTo>
                    <a:pt x="171232" y="88909"/>
                  </a:lnTo>
                  <a:close/>
                  <a:moveTo>
                    <a:pt x="26194" y="82623"/>
                  </a:moveTo>
                  <a:lnTo>
                    <a:pt x="26942" y="83072"/>
                  </a:lnTo>
                  <a:lnTo>
                    <a:pt x="26643" y="84568"/>
                  </a:lnTo>
                  <a:lnTo>
                    <a:pt x="26493" y="85466"/>
                  </a:lnTo>
                  <a:lnTo>
                    <a:pt x="26343" y="86365"/>
                  </a:lnTo>
                  <a:lnTo>
                    <a:pt x="26493" y="86365"/>
                  </a:lnTo>
                  <a:lnTo>
                    <a:pt x="26942" y="84419"/>
                  </a:lnTo>
                  <a:lnTo>
                    <a:pt x="27241" y="83221"/>
                  </a:lnTo>
                  <a:lnTo>
                    <a:pt x="27990" y="83670"/>
                  </a:lnTo>
                  <a:lnTo>
                    <a:pt x="27840" y="85017"/>
                  </a:lnTo>
                  <a:lnTo>
                    <a:pt x="27690" y="85916"/>
                  </a:lnTo>
                  <a:lnTo>
                    <a:pt x="27541" y="86814"/>
                  </a:lnTo>
                  <a:lnTo>
                    <a:pt x="27541" y="86963"/>
                  </a:lnTo>
                  <a:lnTo>
                    <a:pt x="27690" y="86963"/>
                  </a:lnTo>
                  <a:lnTo>
                    <a:pt x="27990" y="85916"/>
                  </a:lnTo>
                  <a:lnTo>
                    <a:pt x="28140" y="85017"/>
                  </a:lnTo>
                  <a:lnTo>
                    <a:pt x="28289" y="83670"/>
                  </a:lnTo>
                  <a:lnTo>
                    <a:pt x="29038" y="84119"/>
                  </a:lnTo>
                  <a:lnTo>
                    <a:pt x="28738" y="85466"/>
                  </a:lnTo>
                  <a:lnTo>
                    <a:pt x="28738" y="86215"/>
                  </a:lnTo>
                  <a:lnTo>
                    <a:pt x="28738" y="86963"/>
                  </a:lnTo>
                  <a:lnTo>
                    <a:pt x="28888" y="86963"/>
                  </a:lnTo>
                  <a:lnTo>
                    <a:pt x="29187" y="85167"/>
                  </a:lnTo>
                  <a:lnTo>
                    <a:pt x="29337" y="84269"/>
                  </a:lnTo>
                  <a:lnTo>
                    <a:pt x="30385" y="84868"/>
                  </a:lnTo>
                  <a:lnTo>
                    <a:pt x="30085" y="86215"/>
                  </a:lnTo>
                  <a:lnTo>
                    <a:pt x="30085" y="87562"/>
                  </a:lnTo>
                  <a:lnTo>
                    <a:pt x="30385" y="86814"/>
                  </a:lnTo>
                  <a:lnTo>
                    <a:pt x="30534" y="85766"/>
                  </a:lnTo>
                  <a:lnTo>
                    <a:pt x="30684" y="85017"/>
                  </a:lnTo>
                  <a:lnTo>
                    <a:pt x="31432" y="85317"/>
                  </a:lnTo>
                  <a:lnTo>
                    <a:pt x="31283" y="86365"/>
                  </a:lnTo>
                  <a:lnTo>
                    <a:pt x="31133" y="87113"/>
                  </a:lnTo>
                  <a:lnTo>
                    <a:pt x="31133" y="87861"/>
                  </a:lnTo>
                  <a:lnTo>
                    <a:pt x="31283" y="87861"/>
                  </a:lnTo>
                  <a:lnTo>
                    <a:pt x="31582" y="85916"/>
                  </a:lnTo>
                  <a:lnTo>
                    <a:pt x="31732" y="85466"/>
                  </a:lnTo>
                  <a:lnTo>
                    <a:pt x="32480" y="85916"/>
                  </a:lnTo>
                  <a:lnTo>
                    <a:pt x="32331" y="86215"/>
                  </a:lnTo>
                  <a:lnTo>
                    <a:pt x="32181" y="87113"/>
                  </a:lnTo>
                  <a:lnTo>
                    <a:pt x="32181" y="88011"/>
                  </a:lnTo>
                  <a:lnTo>
                    <a:pt x="32331" y="88011"/>
                  </a:lnTo>
                  <a:lnTo>
                    <a:pt x="32480" y="86814"/>
                  </a:lnTo>
                  <a:lnTo>
                    <a:pt x="32630" y="86065"/>
                  </a:lnTo>
                  <a:lnTo>
                    <a:pt x="33378" y="86365"/>
                  </a:lnTo>
                  <a:lnTo>
                    <a:pt x="33229" y="87263"/>
                  </a:lnTo>
                  <a:lnTo>
                    <a:pt x="33229" y="88161"/>
                  </a:lnTo>
                  <a:lnTo>
                    <a:pt x="33528" y="87412"/>
                  </a:lnTo>
                  <a:lnTo>
                    <a:pt x="33678" y="86514"/>
                  </a:lnTo>
                  <a:lnTo>
                    <a:pt x="34426" y="86814"/>
                  </a:lnTo>
                  <a:lnTo>
                    <a:pt x="34276" y="87263"/>
                  </a:lnTo>
                  <a:lnTo>
                    <a:pt x="34276" y="87712"/>
                  </a:lnTo>
                  <a:lnTo>
                    <a:pt x="34276" y="88310"/>
                  </a:lnTo>
                  <a:lnTo>
                    <a:pt x="34576" y="87263"/>
                  </a:lnTo>
                  <a:lnTo>
                    <a:pt x="34576" y="86963"/>
                  </a:lnTo>
                  <a:lnTo>
                    <a:pt x="35324" y="87263"/>
                  </a:lnTo>
                  <a:lnTo>
                    <a:pt x="35174" y="88610"/>
                  </a:lnTo>
                  <a:lnTo>
                    <a:pt x="35324" y="88759"/>
                  </a:lnTo>
                  <a:lnTo>
                    <a:pt x="35324" y="88610"/>
                  </a:lnTo>
                  <a:lnTo>
                    <a:pt x="35474" y="87412"/>
                  </a:lnTo>
                  <a:lnTo>
                    <a:pt x="35923" y="87712"/>
                  </a:lnTo>
                  <a:lnTo>
                    <a:pt x="36072" y="87712"/>
                  </a:lnTo>
                  <a:lnTo>
                    <a:pt x="36072" y="88011"/>
                  </a:lnTo>
                  <a:lnTo>
                    <a:pt x="36222" y="88909"/>
                  </a:lnTo>
                  <a:lnTo>
                    <a:pt x="36372" y="88161"/>
                  </a:lnTo>
                  <a:lnTo>
                    <a:pt x="36372" y="87861"/>
                  </a:lnTo>
                  <a:lnTo>
                    <a:pt x="36821" y="88161"/>
                  </a:lnTo>
                  <a:lnTo>
                    <a:pt x="36971" y="88310"/>
                  </a:lnTo>
                  <a:lnTo>
                    <a:pt x="37120" y="89059"/>
                  </a:lnTo>
                  <a:lnTo>
                    <a:pt x="37270" y="88310"/>
                  </a:lnTo>
                  <a:lnTo>
                    <a:pt x="38018" y="88759"/>
                  </a:lnTo>
                  <a:lnTo>
                    <a:pt x="38018" y="89358"/>
                  </a:lnTo>
                  <a:lnTo>
                    <a:pt x="36522" y="89508"/>
                  </a:lnTo>
                  <a:lnTo>
                    <a:pt x="35474" y="89508"/>
                  </a:lnTo>
                  <a:lnTo>
                    <a:pt x="24398" y="90107"/>
                  </a:lnTo>
                  <a:lnTo>
                    <a:pt x="24398" y="90107"/>
                  </a:lnTo>
                  <a:lnTo>
                    <a:pt x="25146" y="86065"/>
                  </a:lnTo>
                  <a:lnTo>
                    <a:pt x="25296" y="86065"/>
                  </a:lnTo>
                  <a:lnTo>
                    <a:pt x="25745" y="84269"/>
                  </a:lnTo>
                  <a:lnTo>
                    <a:pt x="26044" y="83521"/>
                  </a:lnTo>
                  <a:lnTo>
                    <a:pt x="26194" y="82623"/>
                  </a:lnTo>
                  <a:close/>
                  <a:moveTo>
                    <a:pt x="183356" y="82623"/>
                  </a:moveTo>
                  <a:lnTo>
                    <a:pt x="183506" y="83521"/>
                  </a:lnTo>
                  <a:lnTo>
                    <a:pt x="183655" y="84269"/>
                  </a:lnTo>
                  <a:lnTo>
                    <a:pt x="184104" y="86065"/>
                  </a:lnTo>
                  <a:lnTo>
                    <a:pt x="184254" y="86065"/>
                  </a:lnTo>
                  <a:lnTo>
                    <a:pt x="185002" y="90107"/>
                  </a:lnTo>
                  <a:lnTo>
                    <a:pt x="185002" y="90107"/>
                  </a:lnTo>
                  <a:lnTo>
                    <a:pt x="173926" y="89508"/>
                  </a:lnTo>
                  <a:lnTo>
                    <a:pt x="172878" y="89508"/>
                  </a:lnTo>
                  <a:lnTo>
                    <a:pt x="171382" y="89358"/>
                  </a:lnTo>
                  <a:lnTo>
                    <a:pt x="171531" y="88759"/>
                  </a:lnTo>
                  <a:lnTo>
                    <a:pt x="172130" y="88310"/>
                  </a:lnTo>
                  <a:lnTo>
                    <a:pt x="172280" y="89059"/>
                  </a:lnTo>
                  <a:lnTo>
                    <a:pt x="172429" y="89059"/>
                  </a:lnTo>
                  <a:lnTo>
                    <a:pt x="172429" y="88310"/>
                  </a:lnTo>
                  <a:lnTo>
                    <a:pt x="172579" y="88161"/>
                  </a:lnTo>
                  <a:lnTo>
                    <a:pt x="173028" y="87861"/>
                  </a:lnTo>
                  <a:lnTo>
                    <a:pt x="173028" y="88161"/>
                  </a:lnTo>
                  <a:lnTo>
                    <a:pt x="173178" y="88909"/>
                  </a:lnTo>
                  <a:lnTo>
                    <a:pt x="173178" y="89059"/>
                  </a:lnTo>
                  <a:lnTo>
                    <a:pt x="173328" y="88909"/>
                  </a:lnTo>
                  <a:lnTo>
                    <a:pt x="173328" y="88011"/>
                  </a:lnTo>
                  <a:lnTo>
                    <a:pt x="173328" y="87712"/>
                  </a:lnTo>
                  <a:lnTo>
                    <a:pt x="173477" y="87712"/>
                  </a:lnTo>
                  <a:lnTo>
                    <a:pt x="173926" y="87412"/>
                  </a:lnTo>
                  <a:lnTo>
                    <a:pt x="174076" y="88610"/>
                  </a:lnTo>
                  <a:lnTo>
                    <a:pt x="174226" y="88759"/>
                  </a:lnTo>
                  <a:lnTo>
                    <a:pt x="174226" y="88610"/>
                  </a:lnTo>
                  <a:lnTo>
                    <a:pt x="174226" y="87263"/>
                  </a:lnTo>
                  <a:lnTo>
                    <a:pt x="174824" y="86963"/>
                  </a:lnTo>
                  <a:lnTo>
                    <a:pt x="174824" y="87263"/>
                  </a:lnTo>
                  <a:lnTo>
                    <a:pt x="175124" y="88310"/>
                  </a:lnTo>
                  <a:lnTo>
                    <a:pt x="175273" y="87712"/>
                  </a:lnTo>
                  <a:lnTo>
                    <a:pt x="175124" y="87263"/>
                  </a:lnTo>
                  <a:lnTo>
                    <a:pt x="175124" y="86814"/>
                  </a:lnTo>
                  <a:lnTo>
                    <a:pt x="175722" y="86514"/>
                  </a:lnTo>
                  <a:lnTo>
                    <a:pt x="175872" y="87412"/>
                  </a:lnTo>
                  <a:lnTo>
                    <a:pt x="176171" y="88161"/>
                  </a:lnTo>
                  <a:lnTo>
                    <a:pt x="176171" y="87263"/>
                  </a:lnTo>
                  <a:lnTo>
                    <a:pt x="176022" y="86365"/>
                  </a:lnTo>
                  <a:lnTo>
                    <a:pt x="176770" y="86065"/>
                  </a:lnTo>
                  <a:lnTo>
                    <a:pt x="176920" y="86814"/>
                  </a:lnTo>
                  <a:lnTo>
                    <a:pt x="177069" y="88011"/>
                  </a:lnTo>
                  <a:lnTo>
                    <a:pt x="177219" y="88011"/>
                  </a:lnTo>
                  <a:lnTo>
                    <a:pt x="177219" y="87113"/>
                  </a:lnTo>
                  <a:lnTo>
                    <a:pt x="177069" y="86215"/>
                  </a:lnTo>
                  <a:lnTo>
                    <a:pt x="177069" y="85916"/>
                  </a:lnTo>
                  <a:lnTo>
                    <a:pt x="177668" y="85466"/>
                  </a:lnTo>
                  <a:lnTo>
                    <a:pt x="177818" y="85916"/>
                  </a:lnTo>
                  <a:lnTo>
                    <a:pt x="178267" y="87861"/>
                  </a:lnTo>
                  <a:lnTo>
                    <a:pt x="178267" y="87113"/>
                  </a:lnTo>
                  <a:lnTo>
                    <a:pt x="178117" y="86365"/>
                  </a:lnTo>
                  <a:lnTo>
                    <a:pt x="177968" y="85317"/>
                  </a:lnTo>
                  <a:lnTo>
                    <a:pt x="178716" y="85017"/>
                  </a:lnTo>
                  <a:lnTo>
                    <a:pt x="178866" y="85766"/>
                  </a:lnTo>
                  <a:lnTo>
                    <a:pt x="179015" y="86814"/>
                  </a:lnTo>
                  <a:lnTo>
                    <a:pt x="179315" y="87562"/>
                  </a:lnTo>
                  <a:lnTo>
                    <a:pt x="179315" y="86215"/>
                  </a:lnTo>
                  <a:lnTo>
                    <a:pt x="179015" y="84868"/>
                  </a:lnTo>
                  <a:lnTo>
                    <a:pt x="180063" y="84269"/>
                  </a:lnTo>
                  <a:lnTo>
                    <a:pt x="180362" y="85167"/>
                  </a:lnTo>
                  <a:lnTo>
                    <a:pt x="180512" y="86963"/>
                  </a:lnTo>
                  <a:lnTo>
                    <a:pt x="180662" y="86963"/>
                  </a:lnTo>
                  <a:lnTo>
                    <a:pt x="180662" y="86215"/>
                  </a:lnTo>
                  <a:lnTo>
                    <a:pt x="180662" y="85466"/>
                  </a:lnTo>
                  <a:lnTo>
                    <a:pt x="180362" y="84119"/>
                  </a:lnTo>
                  <a:lnTo>
                    <a:pt x="181111" y="83670"/>
                  </a:lnTo>
                  <a:lnTo>
                    <a:pt x="181410" y="85017"/>
                  </a:lnTo>
                  <a:lnTo>
                    <a:pt x="181560" y="85916"/>
                  </a:lnTo>
                  <a:lnTo>
                    <a:pt x="181859" y="86963"/>
                  </a:lnTo>
                  <a:lnTo>
                    <a:pt x="181859" y="86814"/>
                  </a:lnTo>
                  <a:lnTo>
                    <a:pt x="181859" y="85916"/>
                  </a:lnTo>
                  <a:lnTo>
                    <a:pt x="181710" y="85017"/>
                  </a:lnTo>
                  <a:lnTo>
                    <a:pt x="181410" y="83670"/>
                  </a:lnTo>
                  <a:lnTo>
                    <a:pt x="182308" y="83221"/>
                  </a:lnTo>
                  <a:lnTo>
                    <a:pt x="182458" y="84419"/>
                  </a:lnTo>
                  <a:lnTo>
                    <a:pt x="182907" y="86365"/>
                  </a:lnTo>
                  <a:lnTo>
                    <a:pt x="183057" y="86365"/>
                  </a:lnTo>
                  <a:lnTo>
                    <a:pt x="183057" y="85466"/>
                  </a:lnTo>
                  <a:lnTo>
                    <a:pt x="182907" y="84568"/>
                  </a:lnTo>
                  <a:lnTo>
                    <a:pt x="182608" y="83072"/>
                  </a:lnTo>
                  <a:lnTo>
                    <a:pt x="183356" y="82623"/>
                  </a:lnTo>
                  <a:close/>
                  <a:moveTo>
                    <a:pt x="50891" y="51340"/>
                  </a:moveTo>
                  <a:lnTo>
                    <a:pt x="54932" y="54333"/>
                  </a:lnTo>
                  <a:lnTo>
                    <a:pt x="55680" y="54932"/>
                  </a:lnTo>
                  <a:lnTo>
                    <a:pt x="68852" y="64661"/>
                  </a:lnTo>
                  <a:lnTo>
                    <a:pt x="70199" y="65709"/>
                  </a:lnTo>
                  <a:lnTo>
                    <a:pt x="75887" y="69900"/>
                  </a:lnTo>
                  <a:lnTo>
                    <a:pt x="77084" y="70798"/>
                  </a:lnTo>
                  <a:lnTo>
                    <a:pt x="92052" y="81874"/>
                  </a:lnTo>
                  <a:lnTo>
                    <a:pt x="90855" y="90705"/>
                  </a:lnTo>
                  <a:lnTo>
                    <a:pt x="88460" y="91154"/>
                  </a:lnTo>
                  <a:lnTo>
                    <a:pt x="89059" y="90406"/>
                  </a:lnTo>
                  <a:lnTo>
                    <a:pt x="89657" y="89807"/>
                  </a:lnTo>
                  <a:lnTo>
                    <a:pt x="89657" y="89657"/>
                  </a:lnTo>
                  <a:lnTo>
                    <a:pt x="89508" y="89657"/>
                  </a:lnTo>
                  <a:lnTo>
                    <a:pt x="88610" y="90406"/>
                  </a:lnTo>
                  <a:lnTo>
                    <a:pt x="87861" y="91154"/>
                  </a:lnTo>
                  <a:lnTo>
                    <a:pt x="84269" y="91753"/>
                  </a:lnTo>
                  <a:lnTo>
                    <a:pt x="85766" y="90406"/>
                  </a:lnTo>
                  <a:lnTo>
                    <a:pt x="86963" y="89059"/>
                  </a:lnTo>
                  <a:lnTo>
                    <a:pt x="87562" y="88460"/>
                  </a:lnTo>
                  <a:lnTo>
                    <a:pt x="88011" y="87861"/>
                  </a:lnTo>
                  <a:lnTo>
                    <a:pt x="88011" y="87712"/>
                  </a:lnTo>
                  <a:lnTo>
                    <a:pt x="87262" y="88310"/>
                  </a:lnTo>
                  <a:lnTo>
                    <a:pt x="86664" y="88909"/>
                  </a:lnTo>
                  <a:lnTo>
                    <a:pt x="85466" y="90107"/>
                  </a:lnTo>
                  <a:lnTo>
                    <a:pt x="83820" y="91753"/>
                  </a:lnTo>
                  <a:lnTo>
                    <a:pt x="81724" y="92052"/>
                  </a:lnTo>
                  <a:lnTo>
                    <a:pt x="70499" y="77384"/>
                  </a:lnTo>
                  <a:lnTo>
                    <a:pt x="69600" y="76186"/>
                  </a:lnTo>
                  <a:lnTo>
                    <a:pt x="65409" y="70499"/>
                  </a:lnTo>
                  <a:lnTo>
                    <a:pt x="64362" y="69152"/>
                  </a:lnTo>
                  <a:lnTo>
                    <a:pt x="54483" y="56279"/>
                  </a:lnTo>
                  <a:lnTo>
                    <a:pt x="53884" y="55381"/>
                  </a:lnTo>
                  <a:lnTo>
                    <a:pt x="50891" y="51340"/>
                  </a:lnTo>
                  <a:close/>
                  <a:moveTo>
                    <a:pt x="157462" y="50591"/>
                  </a:moveTo>
                  <a:lnTo>
                    <a:pt x="154468" y="54483"/>
                  </a:lnTo>
                  <a:lnTo>
                    <a:pt x="154019" y="55231"/>
                  </a:lnTo>
                  <a:lnTo>
                    <a:pt x="144290" y="68253"/>
                  </a:lnTo>
                  <a:lnTo>
                    <a:pt x="143242" y="69750"/>
                  </a:lnTo>
                  <a:lnTo>
                    <a:pt x="139051" y="75438"/>
                  </a:lnTo>
                  <a:lnTo>
                    <a:pt x="138153" y="76635"/>
                  </a:lnTo>
                  <a:lnTo>
                    <a:pt x="126778" y="92052"/>
                  </a:lnTo>
                  <a:lnTo>
                    <a:pt x="118695" y="91005"/>
                  </a:lnTo>
                  <a:lnTo>
                    <a:pt x="118396" y="88759"/>
                  </a:lnTo>
                  <a:lnTo>
                    <a:pt x="118396" y="88759"/>
                  </a:lnTo>
                  <a:lnTo>
                    <a:pt x="119144" y="89358"/>
                  </a:lnTo>
                  <a:lnTo>
                    <a:pt x="119144" y="89208"/>
                  </a:lnTo>
                  <a:lnTo>
                    <a:pt x="118246" y="88161"/>
                  </a:lnTo>
                  <a:lnTo>
                    <a:pt x="117797" y="84718"/>
                  </a:lnTo>
                  <a:lnTo>
                    <a:pt x="118545" y="85466"/>
                  </a:lnTo>
                  <a:lnTo>
                    <a:pt x="119743" y="86664"/>
                  </a:lnTo>
                  <a:lnTo>
                    <a:pt x="120341" y="87263"/>
                  </a:lnTo>
                  <a:lnTo>
                    <a:pt x="120940" y="87712"/>
                  </a:lnTo>
                  <a:lnTo>
                    <a:pt x="121090" y="87712"/>
                  </a:lnTo>
                  <a:lnTo>
                    <a:pt x="120641" y="86963"/>
                  </a:lnTo>
                  <a:lnTo>
                    <a:pt x="120042" y="86365"/>
                  </a:lnTo>
                  <a:lnTo>
                    <a:pt x="118695" y="85167"/>
                  </a:lnTo>
                  <a:lnTo>
                    <a:pt x="117647" y="84119"/>
                  </a:lnTo>
                  <a:lnTo>
                    <a:pt x="117198" y="80976"/>
                  </a:lnTo>
                  <a:lnTo>
                    <a:pt x="131567" y="70199"/>
                  </a:lnTo>
                  <a:lnTo>
                    <a:pt x="132765" y="69301"/>
                  </a:lnTo>
                  <a:lnTo>
                    <a:pt x="138452" y="64961"/>
                  </a:lnTo>
                  <a:lnTo>
                    <a:pt x="139800" y="63913"/>
                  </a:lnTo>
                  <a:lnTo>
                    <a:pt x="152672" y="54184"/>
                  </a:lnTo>
                  <a:lnTo>
                    <a:pt x="153570" y="53585"/>
                  </a:lnTo>
                  <a:lnTo>
                    <a:pt x="157462" y="50591"/>
                  </a:lnTo>
                  <a:close/>
                  <a:moveTo>
                    <a:pt x="149379" y="77833"/>
                  </a:moveTo>
                  <a:lnTo>
                    <a:pt x="151175" y="81275"/>
                  </a:lnTo>
                  <a:lnTo>
                    <a:pt x="152822" y="84868"/>
                  </a:lnTo>
                  <a:lnTo>
                    <a:pt x="154169" y="88460"/>
                  </a:lnTo>
                  <a:lnTo>
                    <a:pt x="155366" y="92352"/>
                  </a:lnTo>
                  <a:lnTo>
                    <a:pt x="148481" y="93100"/>
                  </a:lnTo>
                  <a:lnTo>
                    <a:pt x="147583" y="90107"/>
                  </a:lnTo>
                  <a:lnTo>
                    <a:pt x="146385" y="87263"/>
                  </a:lnTo>
                  <a:lnTo>
                    <a:pt x="145038" y="84419"/>
                  </a:lnTo>
                  <a:lnTo>
                    <a:pt x="143542" y="81575"/>
                  </a:lnTo>
                  <a:lnTo>
                    <a:pt x="149379" y="77833"/>
                  </a:lnTo>
                  <a:close/>
                  <a:moveTo>
                    <a:pt x="60620" y="76935"/>
                  </a:moveTo>
                  <a:lnTo>
                    <a:pt x="66457" y="80527"/>
                  </a:lnTo>
                  <a:lnTo>
                    <a:pt x="64661" y="83521"/>
                  </a:lnTo>
                  <a:lnTo>
                    <a:pt x="63164" y="86664"/>
                  </a:lnTo>
                  <a:lnTo>
                    <a:pt x="61967" y="89957"/>
                  </a:lnTo>
                  <a:lnTo>
                    <a:pt x="60919" y="93399"/>
                  </a:lnTo>
                  <a:lnTo>
                    <a:pt x="54184" y="91903"/>
                  </a:lnTo>
                  <a:lnTo>
                    <a:pt x="55381" y="88011"/>
                  </a:lnTo>
                  <a:lnTo>
                    <a:pt x="56878" y="84119"/>
                  </a:lnTo>
                  <a:lnTo>
                    <a:pt x="58524" y="80527"/>
                  </a:lnTo>
                  <a:lnTo>
                    <a:pt x="60620" y="76935"/>
                  </a:lnTo>
                  <a:close/>
                  <a:moveTo>
                    <a:pt x="139051" y="77683"/>
                  </a:moveTo>
                  <a:lnTo>
                    <a:pt x="140398" y="79479"/>
                  </a:lnTo>
                  <a:lnTo>
                    <a:pt x="141745" y="81575"/>
                  </a:lnTo>
                  <a:lnTo>
                    <a:pt x="142943" y="83521"/>
                  </a:lnTo>
                  <a:lnTo>
                    <a:pt x="144140" y="85766"/>
                  </a:lnTo>
                  <a:lnTo>
                    <a:pt x="145038" y="87861"/>
                  </a:lnTo>
                  <a:lnTo>
                    <a:pt x="145936" y="90256"/>
                  </a:lnTo>
                  <a:lnTo>
                    <a:pt x="146685" y="92501"/>
                  </a:lnTo>
                  <a:lnTo>
                    <a:pt x="147283" y="94896"/>
                  </a:lnTo>
                  <a:lnTo>
                    <a:pt x="128274" y="92202"/>
                  </a:lnTo>
                  <a:lnTo>
                    <a:pt x="139051" y="77683"/>
                  </a:lnTo>
                  <a:close/>
                  <a:moveTo>
                    <a:pt x="69750" y="78432"/>
                  </a:moveTo>
                  <a:lnTo>
                    <a:pt x="80377" y="92352"/>
                  </a:lnTo>
                  <a:lnTo>
                    <a:pt x="61967" y="95046"/>
                  </a:lnTo>
                  <a:lnTo>
                    <a:pt x="61967" y="95046"/>
                  </a:lnTo>
                  <a:lnTo>
                    <a:pt x="62566" y="92801"/>
                  </a:lnTo>
                  <a:lnTo>
                    <a:pt x="63314" y="90556"/>
                  </a:lnTo>
                  <a:lnTo>
                    <a:pt x="64062" y="88460"/>
                  </a:lnTo>
                  <a:lnTo>
                    <a:pt x="64960" y="86215"/>
                  </a:lnTo>
                  <a:lnTo>
                    <a:pt x="66008" y="84119"/>
                  </a:lnTo>
                  <a:lnTo>
                    <a:pt x="67206" y="82174"/>
                  </a:lnTo>
                  <a:lnTo>
                    <a:pt x="68403" y="80228"/>
                  </a:lnTo>
                  <a:lnTo>
                    <a:pt x="69750" y="78432"/>
                  </a:lnTo>
                  <a:close/>
                  <a:moveTo>
                    <a:pt x="155516" y="93250"/>
                  </a:moveTo>
                  <a:lnTo>
                    <a:pt x="156115" y="96094"/>
                  </a:lnTo>
                  <a:lnTo>
                    <a:pt x="148930" y="95046"/>
                  </a:lnTo>
                  <a:lnTo>
                    <a:pt x="148631" y="94148"/>
                  </a:lnTo>
                  <a:lnTo>
                    <a:pt x="155516" y="93250"/>
                  </a:lnTo>
                  <a:close/>
                  <a:moveTo>
                    <a:pt x="53884" y="92950"/>
                  </a:moveTo>
                  <a:lnTo>
                    <a:pt x="60620" y="94447"/>
                  </a:lnTo>
                  <a:lnTo>
                    <a:pt x="60470" y="95345"/>
                  </a:lnTo>
                  <a:lnTo>
                    <a:pt x="53285" y="96393"/>
                  </a:lnTo>
                  <a:lnTo>
                    <a:pt x="53884" y="92950"/>
                  </a:lnTo>
                  <a:close/>
                  <a:moveTo>
                    <a:pt x="154767" y="56129"/>
                  </a:moveTo>
                  <a:lnTo>
                    <a:pt x="157013" y="58524"/>
                  </a:lnTo>
                  <a:lnTo>
                    <a:pt x="159108" y="61069"/>
                  </a:lnTo>
                  <a:lnTo>
                    <a:pt x="161054" y="63613"/>
                  </a:lnTo>
                  <a:lnTo>
                    <a:pt x="163000" y="66308"/>
                  </a:lnTo>
                  <a:lnTo>
                    <a:pt x="158509" y="70948"/>
                  </a:lnTo>
                  <a:lnTo>
                    <a:pt x="164796" y="69152"/>
                  </a:lnTo>
                  <a:lnTo>
                    <a:pt x="167041" y="73492"/>
                  </a:lnTo>
                  <a:lnTo>
                    <a:pt x="169137" y="77833"/>
                  </a:lnTo>
                  <a:lnTo>
                    <a:pt x="170933" y="82473"/>
                  </a:lnTo>
                  <a:lnTo>
                    <a:pt x="172280" y="87263"/>
                  </a:lnTo>
                  <a:lnTo>
                    <a:pt x="166592" y="90107"/>
                  </a:lnTo>
                  <a:lnTo>
                    <a:pt x="173028" y="90406"/>
                  </a:lnTo>
                  <a:lnTo>
                    <a:pt x="173777" y="94447"/>
                  </a:lnTo>
                  <a:lnTo>
                    <a:pt x="174226" y="98638"/>
                  </a:lnTo>
                  <a:lnTo>
                    <a:pt x="157911" y="96393"/>
                  </a:lnTo>
                  <a:lnTo>
                    <a:pt x="157312" y="93100"/>
                  </a:lnTo>
                  <a:lnTo>
                    <a:pt x="161204" y="92651"/>
                  </a:lnTo>
                  <a:lnTo>
                    <a:pt x="161653" y="93250"/>
                  </a:lnTo>
                  <a:lnTo>
                    <a:pt x="162401" y="93699"/>
                  </a:lnTo>
                  <a:lnTo>
                    <a:pt x="163299" y="93848"/>
                  </a:lnTo>
                  <a:lnTo>
                    <a:pt x="164047" y="93549"/>
                  </a:lnTo>
                  <a:lnTo>
                    <a:pt x="164497" y="93399"/>
                  </a:lnTo>
                  <a:lnTo>
                    <a:pt x="164796" y="93100"/>
                  </a:lnTo>
                  <a:lnTo>
                    <a:pt x="165245" y="92352"/>
                  </a:lnTo>
                  <a:lnTo>
                    <a:pt x="165395" y="91603"/>
                  </a:lnTo>
                  <a:lnTo>
                    <a:pt x="165245" y="91154"/>
                  </a:lnTo>
                  <a:lnTo>
                    <a:pt x="165095" y="90705"/>
                  </a:lnTo>
                  <a:lnTo>
                    <a:pt x="164946" y="90256"/>
                  </a:lnTo>
                  <a:lnTo>
                    <a:pt x="164646" y="89957"/>
                  </a:lnTo>
                  <a:lnTo>
                    <a:pt x="163898" y="89508"/>
                  </a:lnTo>
                  <a:lnTo>
                    <a:pt x="163000" y="89358"/>
                  </a:lnTo>
                  <a:lnTo>
                    <a:pt x="162700" y="89508"/>
                  </a:lnTo>
                  <a:lnTo>
                    <a:pt x="162251" y="89657"/>
                  </a:lnTo>
                  <a:lnTo>
                    <a:pt x="161653" y="89957"/>
                  </a:lnTo>
                  <a:lnTo>
                    <a:pt x="161353" y="90406"/>
                  </a:lnTo>
                  <a:lnTo>
                    <a:pt x="161054" y="91005"/>
                  </a:lnTo>
                  <a:lnTo>
                    <a:pt x="160904" y="91603"/>
                  </a:lnTo>
                  <a:lnTo>
                    <a:pt x="157013" y="92052"/>
                  </a:lnTo>
                  <a:lnTo>
                    <a:pt x="155965" y="88161"/>
                  </a:lnTo>
                  <a:lnTo>
                    <a:pt x="154468" y="84269"/>
                  </a:lnTo>
                  <a:lnTo>
                    <a:pt x="152822" y="80527"/>
                  </a:lnTo>
                  <a:lnTo>
                    <a:pt x="150876" y="76935"/>
                  </a:lnTo>
                  <a:lnTo>
                    <a:pt x="154169" y="74690"/>
                  </a:lnTo>
                  <a:lnTo>
                    <a:pt x="154917" y="75139"/>
                  </a:lnTo>
                  <a:lnTo>
                    <a:pt x="155665" y="75288"/>
                  </a:lnTo>
                  <a:lnTo>
                    <a:pt x="156564" y="74989"/>
                  </a:lnTo>
                  <a:lnTo>
                    <a:pt x="157312" y="74540"/>
                  </a:lnTo>
                  <a:lnTo>
                    <a:pt x="157611" y="74241"/>
                  </a:lnTo>
                  <a:lnTo>
                    <a:pt x="157761" y="73941"/>
                  </a:lnTo>
                  <a:lnTo>
                    <a:pt x="157911" y="73043"/>
                  </a:lnTo>
                  <a:lnTo>
                    <a:pt x="157761" y="72295"/>
                  </a:lnTo>
                  <a:lnTo>
                    <a:pt x="157611" y="71846"/>
                  </a:lnTo>
                  <a:lnTo>
                    <a:pt x="157312" y="71546"/>
                  </a:lnTo>
                  <a:lnTo>
                    <a:pt x="157013" y="71247"/>
                  </a:lnTo>
                  <a:lnTo>
                    <a:pt x="156564" y="70948"/>
                  </a:lnTo>
                  <a:lnTo>
                    <a:pt x="155815" y="70798"/>
                  </a:lnTo>
                  <a:lnTo>
                    <a:pt x="154917" y="70948"/>
                  </a:lnTo>
                  <a:lnTo>
                    <a:pt x="154468" y="71097"/>
                  </a:lnTo>
                  <a:lnTo>
                    <a:pt x="154169" y="71397"/>
                  </a:lnTo>
                  <a:lnTo>
                    <a:pt x="153720" y="71995"/>
                  </a:lnTo>
                  <a:lnTo>
                    <a:pt x="153570" y="72594"/>
                  </a:lnTo>
                  <a:lnTo>
                    <a:pt x="153570" y="73193"/>
                  </a:lnTo>
                  <a:lnTo>
                    <a:pt x="153720" y="73792"/>
                  </a:lnTo>
                  <a:lnTo>
                    <a:pt x="150277" y="76037"/>
                  </a:lnTo>
                  <a:lnTo>
                    <a:pt x="147882" y="72594"/>
                  </a:lnTo>
                  <a:lnTo>
                    <a:pt x="145188" y="69301"/>
                  </a:lnTo>
                  <a:lnTo>
                    <a:pt x="154767" y="56129"/>
                  </a:lnTo>
                  <a:close/>
                  <a:moveTo>
                    <a:pt x="53735" y="57177"/>
                  </a:moveTo>
                  <a:lnTo>
                    <a:pt x="63464" y="70050"/>
                  </a:lnTo>
                  <a:lnTo>
                    <a:pt x="61518" y="72594"/>
                  </a:lnTo>
                  <a:lnTo>
                    <a:pt x="59722" y="75139"/>
                  </a:lnTo>
                  <a:lnTo>
                    <a:pt x="56429" y="73193"/>
                  </a:lnTo>
                  <a:lnTo>
                    <a:pt x="56578" y="72444"/>
                  </a:lnTo>
                  <a:lnTo>
                    <a:pt x="56279" y="71546"/>
                  </a:lnTo>
                  <a:lnTo>
                    <a:pt x="55830" y="70948"/>
                  </a:lnTo>
                  <a:lnTo>
                    <a:pt x="55082" y="70499"/>
                  </a:lnTo>
                  <a:lnTo>
                    <a:pt x="54633" y="70349"/>
                  </a:lnTo>
                  <a:lnTo>
                    <a:pt x="54184" y="70349"/>
                  </a:lnTo>
                  <a:lnTo>
                    <a:pt x="53435" y="70648"/>
                  </a:lnTo>
                  <a:lnTo>
                    <a:pt x="52687" y="71097"/>
                  </a:lnTo>
                  <a:lnTo>
                    <a:pt x="52537" y="71397"/>
                  </a:lnTo>
                  <a:lnTo>
                    <a:pt x="52238" y="71846"/>
                  </a:lnTo>
                  <a:lnTo>
                    <a:pt x="52238" y="72295"/>
                  </a:lnTo>
                  <a:lnTo>
                    <a:pt x="52238" y="72744"/>
                  </a:lnTo>
                  <a:lnTo>
                    <a:pt x="52387" y="73492"/>
                  </a:lnTo>
                  <a:lnTo>
                    <a:pt x="52836" y="74241"/>
                  </a:lnTo>
                  <a:lnTo>
                    <a:pt x="53285" y="74540"/>
                  </a:lnTo>
                  <a:lnTo>
                    <a:pt x="53585" y="74690"/>
                  </a:lnTo>
                  <a:lnTo>
                    <a:pt x="54333" y="74839"/>
                  </a:lnTo>
                  <a:lnTo>
                    <a:pt x="54932" y="74690"/>
                  </a:lnTo>
                  <a:lnTo>
                    <a:pt x="55531" y="74540"/>
                  </a:lnTo>
                  <a:lnTo>
                    <a:pt x="55980" y="74091"/>
                  </a:lnTo>
                  <a:lnTo>
                    <a:pt x="59123" y="76037"/>
                  </a:lnTo>
                  <a:lnTo>
                    <a:pt x="57027" y="79629"/>
                  </a:lnTo>
                  <a:lnTo>
                    <a:pt x="55231" y="83521"/>
                  </a:lnTo>
                  <a:lnTo>
                    <a:pt x="53585" y="87412"/>
                  </a:lnTo>
                  <a:lnTo>
                    <a:pt x="52387" y="91603"/>
                  </a:lnTo>
                  <a:lnTo>
                    <a:pt x="48645" y="90705"/>
                  </a:lnTo>
                  <a:lnTo>
                    <a:pt x="48496" y="89957"/>
                  </a:lnTo>
                  <a:lnTo>
                    <a:pt x="47897" y="89208"/>
                  </a:lnTo>
                  <a:lnTo>
                    <a:pt x="47298" y="88759"/>
                  </a:lnTo>
                  <a:lnTo>
                    <a:pt x="46400" y="88610"/>
                  </a:lnTo>
                  <a:lnTo>
                    <a:pt x="45951" y="88759"/>
                  </a:lnTo>
                  <a:lnTo>
                    <a:pt x="45652" y="88759"/>
                  </a:lnTo>
                  <a:lnTo>
                    <a:pt x="44904" y="89358"/>
                  </a:lnTo>
                  <a:lnTo>
                    <a:pt x="44454" y="89957"/>
                  </a:lnTo>
                  <a:lnTo>
                    <a:pt x="44305" y="90406"/>
                  </a:lnTo>
                  <a:lnTo>
                    <a:pt x="44155" y="90855"/>
                  </a:lnTo>
                  <a:lnTo>
                    <a:pt x="44305" y="91304"/>
                  </a:lnTo>
                  <a:lnTo>
                    <a:pt x="44454" y="91753"/>
                  </a:lnTo>
                  <a:lnTo>
                    <a:pt x="44904" y="92352"/>
                  </a:lnTo>
                  <a:lnTo>
                    <a:pt x="45502" y="92950"/>
                  </a:lnTo>
                  <a:lnTo>
                    <a:pt x="45951" y="92950"/>
                  </a:lnTo>
                  <a:lnTo>
                    <a:pt x="46400" y="93100"/>
                  </a:lnTo>
                  <a:lnTo>
                    <a:pt x="46999" y="92950"/>
                  </a:lnTo>
                  <a:lnTo>
                    <a:pt x="47598" y="92651"/>
                  </a:lnTo>
                  <a:lnTo>
                    <a:pt x="48047" y="92352"/>
                  </a:lnTo>
                  <a:lnTo>
                    <a:pt x="48496" y="91753"/>
                  </a:lnTo>
                  <a:lnTo>
                    <a:pt x="52238" y="92501"/>
                  </a:lnTo>
                  <a:lnTo>
                    <a:pt x="51789" y="94597"/>
                  </a:lnTo>
                  <a:lnTo>
                    <a:pt x="51340" y="96692"/>
                  </a:lnTo>
                  <a:lnTo>
                    <a:pt x="35025" y="99237"/>
                  </a:lnTo>
                  <a:lnTo>
                    <a:pt x="35623" y="94747"/>
                  </a:lnTo>
                  <a:lnTo>
                    <a:pt x="36372" y="90406"/>
                  </a:lnTo>
                  <a:lnTo>
                    <a:pt x="42808" y="90107"/>
                  </a:lnTo>
                  <a:lnTo>
                    <a:pt x="37120" y="87113"/>
                  </a:lnTo>
                  <a:lnTo>
                    <a:pt x="38467" y="82473"/>
                  </a:lnTo>
                  <a:lnTo>
                    <a:pt x="40263" y="77833"/>
                  </a:lnTo>
                  <a:lnTo>
                    <a:pt x="42359" y="73492"/>
                  </a:lnTo>
                  <a:lnTo>
                    <a:pt x="44604" y="69152"/>
                  </a:lnTo>
                  <a:lnTo>
                    <a:pt x="50891" y="70948"/>
                  </a:lnTo>
                  <a:lnTo>
                    <a:pt x="46400" y="66308"/>
                  </a:lnTo>
                  <a:lnTo>
                    <a:pt x="48047" y="63913"/>
                  </a:lnTo>
                  <a:lnTo>
                    <a:pt x="49843" y="61518"/>
                  </a:lnTo>
                  <a:lnTo>
                    <a:pt x="51789" y="59273"/>
                  </a:lnTo>
                  <a:lnTo>
                    <a:pt x="53735" y="57177"/>
                  </a:lnTo>
                  <a:close/>
                  <a:moveTo>
                    <a:pt x="174076" y="90556"/>
                  </a:moveTo>
                  <a:lnTo>
                    <a:pt x="185302" y="91005"/>
                  </a:lnTo>
                  <a:lnTo>
                    <a:pt x="185901" y="95645"/>
                  </a:lnTo>
                  <a:lnTo>
                    <a:pt x="186200" y="100285"/>
                  </a:lnTo>
                  <a:lnTo>
                    <a:pt x="175273" y="98638"/>
                  </a:lnTo>
                  <a:lnTo>
                    <a:pt x="174824" y="94597"/>
                  </a:lnTo>
                  <a:lnTo>
                    <a:pt x="174076" y="90556"/>
                  </a:lnTo>
                  <a:close/>
                  <a:moveTo>
                    <a:pt x="35324" y="90556"/>
                  </a:moveTo>
                  <a:lnTo>
                    <a:pt x="34576" y="94896"/>
                  </a:lnTo>
                  <a:lnTo>
                    <a:pt x="34127" y="99387"/>
                  </a:lnTo>
                  <a:lnTo>
                    <a:pt x="23050" y="101033"/>
                  </a:lnTo>
                  <a:lnTo>
                    <a:pt x="23500" y="95944"/>
                  </a:lnTo>
                  <a:lnTo>
                    <a:pt x="24098" y="91154"/>
                  </a:lnTo>
                  <a:lnTo>
                    <a:pt x="35324" y="90556"/>
                  </a:lnTo>
                  <a:close/>
                  <a:moveTo>
                    <a:pt x="107319" y="15716"/>
                  </a:moveTo>
                  <a:lnTo>
                    <a:pt x="111660" y="16016"/>
                  </a:lnTo>
                  <a:lnTo>
                    <a:pt x="116001" y="16465"/>
                  </a:lnTo>
                  <a:lnTo>
                    <a:pt x="120192" y="17063"/>
                  </a:lnTo>
                  <a:lnTo>
                    <a:pt x="124383" y="17961"/>
                  </a:lnTo>
                  <a:lnTo>
                    <a:pt x="128424" y="19009"/>
                  </a:lnTo>
                  <a:lnTo>
                    <a:pt x="132465" y="20207"/>
                  </a:lnTo>
                  <a:lnTo>
                    <a:pt x="136507" y="21554"/>
                  </a:lnTo>
                  <a:lnTo>
                    <a:pt x="140249" y="23200"/>
                  </a:lnTo>
                  <a:lnTo>
                    <a:pt x="143991" y="24847"/>
                  </a:lnTo>
                  <a:lnTo>
                    <a:pt x="147733" y="26792"/>
                  </a:lnTo>
                  <a:lnTo>
                    <a:pt x="151325" y="28888"/>
                  </a:lnTo>
                  <a:lnTo>
                    <a:pt x="154767" y="31133"/>
                  </a:lnTo>
                  <a:lnTo>
                    <a:pt x="158060" y="33528"/>
                  </a:lnTo>
                  <a:lnTo>
                    <a:pt x="161204" y="36073"/>
                  </a:lnTo>
                  <a:lnTo>
                    <a:pt x="164347" y="38767"/>
                  </a:lnTo>
                  <a:lnTo>
                    <a:pt x="167340" y="41611"/>
                  </a:lnTo>
                  <a:lnTo>
                    <a:pt x="170184" y="44455"/>
                  </a:lnTo>
                  <a:lnTo>
                    <a:pt x="172878" y="47598"/>
                  </a:lnTo>
                  <a:lnTo>
                    <a:pt x="175423" y="50741"/>
                  </a:lnTo>
                  <a:lnTo>
                    <a:pt x="177818" y="54034"/>
                  </a:lnTo>
                  <a:lnTo>
                    <a:pt x="180063" y="57477"/>
                  </a:lnTo>
                  <a:lnTo>
                    <a:pt x="182308" y="61069"/>
                  </a:lnTo>
                  <a:lnTo>
                    <a:pt x="184254" y="64661"/>
                  </a:lnTo>
                  <a:lnTo>
                    <a:pt x="186050" y="68403"/>
                  </a:lnTo>
                  <a:lnTo>
                    <a:pt x="187547" y="72295"/>
                  </a:lnTo>
                  <a:lnTo>
                    <a:pt x="189044" y="76186"/>
                  </a:lnTo>
                  <a:lnTo>
                    <a:pt x="190241" y="80228"/>
                  </a:lnTo>
                  <a:lnTo>
                    <a:pt x="191289" y="84269"/>
                  </a:lnTo>
                  <a:lnTo>
                    <a:pt x="192187" y="88460"/>
                  </a:lnTo>
                  <a:lnTo>
                    <a:pt x="192935" y="92651"/>
                  </a:lnTo>
                  <a:lnTo>
                    <a:pt x="193384" y="96842"/>
                  </a:lnTo>
                  <a:lnTo>
                    <a:pt x="193684" y="101183"/>
                  </a:lnTo>
                  <a:lnTo>
                    <a:pt x="189792" y="100734"/>
                  </a:lnTo>
                  <a:lnTo>
                    <a:pt x="189343" y="95944"/>
                  </a:lnTo>
                  <a:lnTo>
                    <a:pt x="188744" y="91454"/>
                  </a:lnTo>
                  <a:lnTo>
                    <a:pt x="187846" y="86814"/>
                  </a:lnTo>
                  <a:lnTo>
                    <a:pt x="186799" y="82323"/>
                  </a:lnTo>
                  <a:lnTo>
                    <a:pt x="185451" y="77983"/>
                  </a:lnTo>
                  <a:lnTo>
                    <a:pt x="183955" y="73792"/>
                  </a:lnTo>
                  <a:lnTo>
                    <a:pt x="182159" y="69601"/>
                  </a:lnTo>
                  <a:lnTo>
                    <a:pt x="180213" y="65559"/>
                  </a:lnTo>
                  <a:lnTo>
                    <a:pt x="178117" y="61668"/>
                  </a:lnTo>
                  <a:lnTo>
                    <a:pt x="175722" y="57926"/>
                  </a:lnTo>
                  <a:lnTo>
                    <a:pt x="173178" y="54184"/>
                  </a:lnTo>
                  <a:lnTo>
                    <a:pt x="170334" y="50741"/>
                  </a:lnTo>
                  <a:lnTo>
                    <a:pt x="167490" y="47298"/>
                  </a:lnTo>
                  <a:lnTo>
                    <a:pt x="164347" y="44155"/>
                  </a:lnTo>
                  <a:lnTo>
                    <a:pt x="161204" y="41162"/>
                  </a:lnTo>
                  <a:lnTo>
                    <a:pt x="157761" y="38318"/>
                  </a:lnTo>
                  <a:lnTo>
                    <a:pt x="156414" y="37120"/>
                  </a:lnTo>
                  <a:lnTo>
                    <a:pt x="152373" y="34276"/>
                  </a:lnTo>
                  <a:lnTo>
                    <a:pt x="148182" y="31582"/>
                  </a:lnTo>
                  <a:lnTo>
                    <a:pt x="146535" y="30684"/>
                  </a:lnTo>
                  <a:lnTo>
                    <a:pt x="143691" y="29038"/>
                  </a:lnTo>
                  <a:lnTo>
                    <a:pt x="143392" y="28888"/>
                  </a:lnTo>
                  <a:lnTo>
                    <a:pt x="140099" y="27391"/>
                  </a:lnTo>
                  <a:lnTo>
                    <a:pt x="138902" y="26792"/>
                  </a:lnTo>
                  <a:lnTo>
                    <a:pt x="135309" y="25296"/>
                  </a:lnTo>
                  <a:lnTo>
                    <a:pt x="131567" y="23949"/>
                  </a:lnTo>
                  <a:lnTo>
                    <a:pt x="127825" y="22751"/>
                  </a:lnTo>
                  <a:lnTo>
                    <a:pt x="123934" y="21853"/>
                  </a:lnTo>
                  <a:lnTo>
                    <a:pt x="120042" y="20955"/>
                  </a:lnTo>
                  <a:lnTo>
                    <a:pt x="116001" y="20356"/>
                  </a:lnTo>
                  <a:lnTo>
                    <a:pt x="111959" y="19907"/>
                  </a:lnTo>
                  <a:lnTo>
                    <a:pt x="107918" y="19758"/>
                  </a:lnTo>
                  <a:lnTo>
                    <a:pt x="107319" y="15716"/>
                  </a:lnTo>
                  <a:close/>
                  <a:moveTo>
                    <a:pt x="101183" y="15716"/>
                  </a:moveTo>
                  <a:lnTo>
                    <a:pt x="100584" y="19758"/>
                  </a:lnTo>
                  <a:lnTo>
                    <a:pt x="96543" y="20057"/>
                  </a:lnTo>
                  <a:lnTo>
                    <a:pt x="92501" y="20506"/>
                  </a:lnTo>
                  <a:lnTo>
                    <a:pt x="88460" y="21105"/>
                  </a:lnTo>
                  <a:lnTo>
                    <a:pt x="84568" y="22003"/>
                  </a:lnTo>
                  <a:lnTo>
                    <a:pt x="80826" y="23051"/>
                  </a:lnTo>
                  <a:lnTo>
                    <a:pt x="76935" y="24248"/>
                  </a:lnTo>
                  <a:lnTo>
                    <a:pt x="73342" y="25595"/>
                  </a:lnTo>
                  <a:lnTo>
                    <a:pt x="69600" y="27242"/>
                  </a:lnTo>
                  <a:lnTo>
                    <a:pt x="66158" y="28888"/>
                  </a:lnTo>
                  <a:lnTo>
                    <a:pt x="62715" y="30684"/>
                  </a:lnTo>
                  <a:lnTo>
                    <a:pt x="59422" y="32780"/>
                  </a:lnTo>
                  <a:lnTo>
                    <a:pt x="56129" y="34875"/>
                  </a:lnTo>
                  <a:lnTo>
                    <a:pt x="52986" y="37120"/>
                  </a:lnTo>
                  <a:lnTo>
                    <a:pt x="49993" y="39665"/>
                  </a:lnTo>
                  <a:lnTo>
                    <a:pt x="46999" y="42209"/>
                  </a:lnTo>
                  <a:lnTo>
                    <a:pt x="44305" y="44904"/>
                  </a:lnTo>
                  <a:lnTo>
                    <a:pt x="41611" y="47747"/>
                  </a:lnTo>
                  <a:lnTo>
                    <a:pt x="39066" y="50591"/>
                  </a:lnTo>
                  <a:lnTo>
                    <a:pt x="36671" y="53585"/>
                  </a:lnTo>
                  <a:lnTo>
                    <a:pt x="34426" y="56878"/>
                  </a:lnTo>
                  <a:lnTo>
                    <a:pt x="32331" y="60021"/>
                  </a:lnTo>
                  <a:lnTo>
                    <a:pt x="30235" y="63464"/>
                  </a:lnTo>
                  <a:lnTo>
                    <a:pt x="28439" y="66906"/>
                  </a:lnTo>
                  <a:lnTo>
                    <a:pt x="26792" y="70349"/>
                  </a:lnTo>
                  <a:lnTo>
                    <a:pt x="25296" y="74091"/>
                  </a:lnTo>
                  <a:lnTo>
                    <a:pt x="23949" y="77833"/>
                  </a:lnTo>
                  <a:lnTo>
                    <a:pt x="22751" y="81575"/>
                  </a:lnTo>
                  <a:lnTo>
                    <a:pt x="21853" y="85466"/>
                  </a:lnTo>
                  <a:lnTo>
                    <a:pt x="20955" y="89358"/>
                  </a:lnTo>
                  <a:lnTo>
                    <a:pt x="20356" y="93399"/>
                  </a:lnTo>
                  <a:lnTo>
                    <a:pt x="19907" y="97441"/>
                  </a:lnTo>
                  <a:lnTo>
                    <a:pt x="19608" y="101482"/>
                  </a:lnTo>
                  <a:lnTo>
                    <a:pt x="15716" y="102081"/>
                  </a:lnTo>
                  <a:lnTo>
                    <a:pt x="15866" y="97740"/>
                  </a:lnTo>
                  <a:lnTo>
                    <a:pt x="16315" y="93399"/>
                  </a:lnTo>
                  <a:lnTo>
                    <a:pt x="17063" y="89208"/>
                  </a:lnTo>
                  <a:lnTo>
                    <a:pt x="17812" y="85017"/>
                  </a:lnTo>
                  <a:lnTo>
                    <a:pt x="18859" y="80976"/>
                  </a:lnTo>
                  <a:lnTo>
                    <a:pt x="20057" y="76935"/>
                  </a:lnTo>
                  <a:lnTo>
                    <a:pt x="21554" y="73043"/>
                  </a:lnTo>
                  <a:lnTo>
                    <a:pt x="23050" y="69152"/>
                  </a:lnTo>
                  <a:lnTo>
                    <a:pt x="24847" y="65410"/>
                  </a:lnTo>
                  <a:lnTo>
                    <a:pt x="26792" y="61817"/>
                  </a:lnTo>
                  <a:lnTo>
                    <a:pt x="28888" y="58225"/>
                  </a:lnTo>
                  <a:lnTo>
                    <a:pt x="31133" y="54782"/>
                  </a:lnTo>
                  <a:lnTo>
                    <a:pt x="33378" y="51340"/>
                  </a:lnTo>
                  <a:lnTo>
                    <a:pt x="35923" y="48197"/>
                  </a:lnTo>
                  <a:lnTo>
                    <a:pt x="38617" y="45053"/>
                  </a:lnTo>
                  <a:lnTo>
                    <a:pt x="41461" y="42060"/>
                  </a:lnTo>
                  <a:lnTo>
                    <a:pt x="44454" y="39216"/>
                  </a:lnTo>
                  <a:lnTo>
                    <a:pt x="47448" y="36522"/>
                  </a:lnTo>
                  <a:lnTo>
                    <a:pt x="50741" y="33977"/>
                  </a:lnTo>
                  <a:lnTo>
                    <a:pt x="54034" y="31582"/>
                  </a:lnTo>
                  <a:lnTo>
                    <a:pt x="57476" y="29337"/>
                  </a:lnTo>
                  <a:lnTo>
                    <a:pt x="60919" y="27242"/>
                  </a:lnTo>
                  <a:lnTo>
                    <a:pt x="64661" y="25296"/>
                  </a:lnTo>
                  <a:lnTo>
                    <a:pt x="68403" y="23500"/>
                  </a:lnTo>
                  <a:lnTo>
                    <a:pt x="72145" y="21853"/>
                  </a:lnTo>
                  <a:lnTo>
                    <a:pt x="76186" y="20356"/>
                  </a:lnTo>
                  <a:lnTo>
                    <a:pt x="80078" y="19159"/>
                  </a:lnTo>
                  <a:lnTo>
                    <a:pt x="84119" y="18111"/>
                  </a:lnTo>
                  <a:lnTo>
                    <a:pt x="88310" y="17213"/>
                  </a:lnTo>
                  <a:lnTo>
                    <a:pt x="92501" y="16614"/>
                  </a:lnTo>
                  <a:lnTo>
                    <a:pt x="96842" y="16016"/>
                  </a:lnTo>
                  <a:lnTo>
                    <a:pt x="101183" y="15716"/>
                  </a:lnTo>
                  <a:close/>
                  <a:moveTo>
                    <a:pt x="104176" y="5837"/>
                  </a:moveTo>
                  <a:lnTo>
                    <a:pt x="105224" y="12274"/>
                  </a:lnTo>
                  <a:lnTo>
                    <a:pt x="105673" y="15716"/>
                  </a:lnTo>
                  <a:lnTo>
                    <a:pt x="106272" y="19608"/>
                  </a:lnTo>
                  <a:lnTo>
                    <a:pt x="106870" y="23051"/>
                  </a:lnTo>
                  <a:lnTo>
                    <a:pt x="108517" y="33977"/>
                  </a:lnTo>
                  <a:lnTo>
                    <a:pt x="108666" y="35025"/>
                  </a:lnTo>
                  <a:lnTo>
                    <a:pt x="111061" y="51190"/>
                  </a:lnTo>
                  <a:lnTo>
                    <a:pt x="111361" y="52986"/>
                  </a:lnTo>
                  <a:lnTo>
                    <a:pt x="112408" y="60171"/>
                  </a:lnTo>
                  <a:lnTo>
                    <a:pt x="112708" y="61668"/>
                  </a:lnTo>
                  <a:lnTo>
                    <a:pt x="115552" y="80826"/>
                  </a:lnTo>
                  <a:lnTo>
                    <a:pt x="115701" y="81425"/>
                  </a:lnTo>
                  <a:lnTo>
                    <a:pt x="115701" y="82174"/>
                  </a:lnTo>
                  <a:lnTo>
                    <a:pt x="116300" y="86215"/>
                  </a:lnTo>
                  <a:lnTo>
                    <a:pt x="116450" y="86814"/>
                  </a:lnTo>
                  <a:lnTo>
                    <a:pt x="117048" y="90556"/>
                  </a:lnTo>
                  <a:lnTo>
                    <a:pt x="117048" y="90705"/>
                  </a:lnTo>
                  <a:lnTo>
                    <a:pt x="116749" y="90705"/>
                  </a:lnTo>
                  <a:lnTo>
                    <a:pt x="115252" y="92352"/>
                  </a:lnTo>
                  <a:lnTo>
                    <a:pt x="113606" y="94148"/>
                  </a:lnTo>
                  <a:lnTo>
                    <a:pt x="113456" y="94148"/>
                  </a:lnTo>
                  <a:lnTo>
                    <a:pt x="111810" y="95944"/>
                  </a:lnTo>
                  <a:lnTo>
                    <a:pt x="110163" y="97740"/>
                  </a:lnTo>
                  <a:lnTo>
                    <a:pt x="110163" y="97590"/>
                  </a:lnTo>
                  <a:lnTo>
                    <a:pt x="110014" y="95794"/>
                  </a:lnTo>
                  <a:lnTo>
                    <a:pt x="109714" y="95794"/>
                  </a:lnTo>
                  <a:lnTo>
                    <a:pt x="109565" y="97141"/>
                  </a:lnTo>
                  <a:lnTo>
                    <a:pt x="109565" y="97291"/>
                  </a:lnTo>
                  <a:lnTo>
                    <a:pt x="109415" y="98489"/>
                  </a:lnTo>
                  <a:lnTo>
                    <a:pt x="108517" y="99536"/>
                  </a:lnTo>
                  <a:lnTo>
                    <a:pt x="108367" y="99686"/>
                  </a:lnTo>
                  <a:lnTo>
                    <a:pt x="106870" y="101332"/>
                  </a:lnTo>
                  <a:lnTo>
                    <a:pt x="106721" y="101482"/>
                  </a:lnTo>
                  <a:lnTo>
                    <a:pt x="105224" y="102979"/>
                  </a:lnTo>
                  <a:lnTo>
                    <a:pt x="104775" y="103428"/>
                  </a:lnTo>
                  <a:lnTo>
                    <a:pt x="104625" y="103578"/>
                  </a:lnTo>
                  <a:lnTo>
                    <a:pt x="104026" y="102979"/>
                  </a:lnTo>
                  <a:lnTo>
                    <a:pt x="103577" y="102530"/>
                  </a:lnTo>
                  <a:lnTo>
                    <a:pt x="102380" y="101482"/>
                  </a:lnTo>
                  <a:lnTo>
                    <a:pt x="102380" y="101332"/>
                  </a:lnTo>
                  <a:lnTo>
                    <a:pt x="101033" y="100135"/>
                  </a:lnTo>
                  <a:lnTo>
                    <a:pt x="103428" y="100135"/>
                  </a:lnTo>
                  <a:lnTo>
                    <a:pt x="103877" y="99985"/>
                  </a:lnTo>
                  <a:lnTo>
                    <a:pt x="105523" y="99985"/>
                  </a:lnTo>
                  <a:lnTo>
                    <a:pt x="106721" y="99836"/>
                  </a:lnTo>
                  <a:lnTo>
                    <a:pt x="106870" y="99686"/>
                  </a:lnTo>
                  <a:lnTo>
                    <a:pt x="106870" y="99536"/>
                  </a:lnTo>
                  <a:lnTo>
                    <a:pt x="106721" y="99387"/>
                  </a:lnTo>
                  <a:lnTo>
                    <a:pt x="105224" y="99237"/>
                  </a:lnTo>
                  <a:lnTo>
                    <a:pt x="100135" y="99237"/>
                  </a:lnTo>
                  <a:lnTo>
                    <a:pt x="98788" y="98039"/>
                  </a:lnTo>
                  <a:lnTo>
                    <a:pt x="98788" y="97890"/>
                  </a:lnTo>
                  <a:lnTo>
                    <a:pt x="97441" y="96692"/>
                  </a:lnTo>
                  <a:lnTo>
                    <a:pt x="99835" y="96842"/>
                  </a:lnTo>
                  <a:lnTo>
                    <a:pt x="105074" y="96842"/>
                  </a:lnTo>
                  <a:lnTo>
                    <a:pt x="105523" y="96692"/>
                  </a:lnTo>
                  <a:lnTo>
                    <a:pt x="105673" y="96692"/>
                  </a:lnTo>
                  <a:lnTo>
                    <a:pt x="107619" y="96543"/>
                  </a:lnTo>
                  <a:lnTo>
                    <a:pt x="107619" y="96393"/>
                  </a:lnTo>
                  <a:lnTo>
                    <a:pt x="107619" y="96243"/>
                  </a:lnTo>
                  <a:lnTo>
                    <a:pt x="105074" y="95944"/>
                  </a:lnTo>
                  <a:lnTo>
                    <a:pt x="100284" y="95944"/>
                  </a:lnTo>
                  <a:lnTo>
                    <a:pt x="97141" y="96243"/>
                  </a:lnTo>
                  <a:lnTo>
                    <a:pt x="96992" y="96243"/>
                  </a:lnTo>
                  <a:lnTo>
                    <a:pt x="92352" y="91753"/>
                  </a:lnTo>
                  <a:lnTo>
                    <a:pt x="92651" y="90107"/>
                  </a:lnTo>
                  <a:lnTo>
                    <a:pt x="95195" y="90406"/>
                  </a:lnTo>
                  <a:lnTo>
                    <a:pt x="97890" y="90406"/>
                  </a:lnTo>
                  <a:lnTo>
                    <a:pt x="103128" y="90256"/>
                  </a:lnTo>
                  <a:lnTo>
                    <a:pt x="104925" y="90256"/>
                  </a:lnTo>
                  <a:lnTo>
                    <a:pt x="105224" y="90107"/>
                  </a:lnTo>
                  <a:lnTo>
                    <a:pt x="105972" y="90107"/>
                  </a:lnTo>
                  <a:lnTo>
                    <a:pt x="105972" y="89957"/>
                  </a:lnTo>
                  <a:lnTo>
                    <a:pt x="105972" y="89807"/>
                  </a:lnTo>
                  <a:lnTo>
                    <a:pt x="105823" y="89657"/>
                  </a:lnTo>
                  <a:lnTo>
                    <a:pt x="102679" y="89657"/>
                  </a:lnTo>
                  <a:lnTo>
                    <a:pt x="97590" y="89508"/>
                  </a:lnTo>
                  <a:lnTo>
                    <a:pt x="95195" y="89508"/>
                  </a:lnTo>
                  <a:lnTo>
                    <a:pt x="92651" y="89807"/>
                  </a:lnTo>
                  <a:lnTo>
                    <a:pt x="93549" y="82922"/>
                  </a:lnTo>
                  <a:lnTo>
                    <a:pt x="93699" y="82174"/>
                  </a:lnTo>
                  <a:lnTo>
                    <a:pt x="93848" y="81425"/>
                  </a:lnTo>
                  <a:lnTo>
                    <a:pt x="96543" y="61817"/>
                  </a:lnTo>
                  <a:lnTo>
                    <a:pt x="96692" y="60171"/>
                  </a:lnTo>
                  <a:lnTo>
                    <a:pt x="97740" y="53136"/>
                  </a:lnTo>
                  <a:lnTo>
                    <a:pt x="97890" y="51340"/>
                  </a:lnTo>
                  <a:lnTo>
                    <a:pt x="100135" y="35025"/>
                  </a:lnTo>
                  <a:lnTo>
                    <a:pt x="100284" y="34127"/>
                  </a:lnTo>
                  <a:lnTo>
                    <a:pt x="101781" y="23051"/>
                  </a:lnTo>
                  <a:lnTo>
                    <a:pt x="102230" y="19608"/>
                  </a:lnTo>
                  <a:lnTo>
                    <a:pt x="102829" y="15716"/>
                  </a:lnTo>
                  <a:lnTo>
                    <a:pt x="103278" y="12274"/>
                  </a:lnTo>
                  <a:lnTo>
                    <a:pt x="104176" y="5837"/>
                  </a:lnTo>
                  <a:close/>
                  <a:moveTo>
                    <a:pt x="53285" y="113456"/>
                  </a:moveTo>
                  <a:lnTo>
                    <a:pt x="60021" y="114354"/>
                  </a:lnTo>
                  <a:lnTo>
                    <a:pt x="53884" y="116151"/>
                  </a:lnTo>
                  <a:lnTo>
                    <a:pt x="53285" y="113456"/>
                  </a:lnTo>
                  <a:close/>
                  <a:moveTo>
                    <a:pt x="90705" y="92352"/>
                  </a:moveTo>
                  <a:lnTo>
                    <a:pt x="90555" y="92651"/>
                  </a:lnTo>
                  <a:lnTo>
                    <a:pt x="92052" y="93998"/>
                  </a:lnTo>
                  <a:lnTo>
                    <a:pt x="92202" y="94148"/>
                  </a:lnTo>
                  <a:lnTo>
                    <a:pt x="93998" y="95794"/>
                  </a:lnTo>
                  <a:lnTo>
                    <a:pt x="95794" y="97441"/>
                  </a:lnTo>
                  <a:lnTo>
                    <a:pt x="95794" y="97590"/>
                  </a:lnTo>
                  <a:lnTo>
                    <a:pt x="97590" y="99087"/>
                  </a:lnTo>
                  <a:lnTo>
                    <a:pt x="97590" y="99237"/>
                  </a:lnTo>
                  <a:lnTo>
                    <a:pt x="97740" y="99387"/>
                  </a:lnTo>
                  <a:lnTo>
                    <a:pt x="97291" y="99387"/>
                  </a:lnTo>
                  <a:lnTo>
                    <a:pt x="95794" y="99536"/>
                  </a:lnTo>
                  <a:lnTo>
                    <a:pt x="95644" y="99686"/>
                  </a:lnTo>
                  <a:lnTo>
                    <a:pt x="95794" y="99686"/>
                  </a:lnTo>
                  <a:lnTo>
                    <a:pt x="96842" y="99836"/>
                  </a:lnTo>
                  <a:lnTo>
                    <a:pt x="96992" y="99836"/>
                  </a:lnTo>
                  <a:lnTo>
                    <a:pt x="98488" y="99985"/>
                  </a:lnTo>
                  <a:lnTo>
                    <a:pt x="99237" y="100734"/>
                  </a:lnTo>
                  <a:lnTo>
                    <a:pt x="99386" y="100883"/>
                  </a:lnTo>
                  <a:lnTo>
                    <a:pt x="101183" y="102530"/>
                  </a:lnTo>
                  <a:lnTo>
                    <a:pt x="101183" y="102680"/>
                  </a:lnTo>
                  <a:lnTo>
                    <a:pt x="102829" y="104027"/>
                  </a:lnTo>
                  <a:lnTo>
                    <a:pt x="103428" y="104625"/>
                  </a:lnTo>
                  <a:lnTo>
                    <a:pt x="103577" y="104775"/>
                  </a:lnTo>
                  <a:lnTo>
                    <a:pt x="103428" y="104775"/>
                  </a:lnTo>
                  <a:lnTo>
                    <a:pt x="102979" y="105374"/>
                  </a:lnTo>
                  <a:lnTo>
                    <a:pt x="102829" y="105523"/>
                  </a:lnTo>
                  <a:lnTo>
                    <a:pt x="102230" y="106122"/>
                  </a:lnTo>
                  <a:lnTo>
                    <a:pt x="101183" y="107320"/>
                  </a:lnTo>
                  <a:lnTo>
                    <a:pt x="101033" y="107320"/>
                  </a:lnTo>
                  <a:lnTo>
                    <a:pt x="99985" y="108517"/>
                  </a:lnTo>
                  <a:lnTo>
                    <a:pt x="99985" y="106122"/>
                  </a:lnTo>
                  <a:lnTo>
                    <a:pt x="99985" y="105523"/>
                  </a:lnTo>
                  <a:lnTo>
                    <a:pt x="99985" y="105374"/>
                  </a:lnTo>
                  <a:lnTo>
                    <a:pt x="99985" y="104925"/>
                  </a:lnTo>
                  <a:lnTo>
                    <a:pt x="99985" y="104775"/>
                  </a:lnTo>
                  <a:lnTo>
                    <a:pt x="99985" y="104176"/>
                  </a:lnTo>
                  <a:lnTo>
                    <a:pt x="99835" y="104027"/>
                  </a:lnTo>
                  <a:lnTo>
                    <a:pt x="99835" y="103727"/>
                  </a:lnTo>
                  <a:lnTo>
                    <a:pt x="99686" y="102680"/>
                  </a:lnTo>
                  <a:lnTo>
                    <a:pt x="99686" y="102530"/>
                  </a:lnTo>
                  <a:lnTo>
                    <a:pt x="99386" y="102530"/>
                  </a:lnTo>
                  <a:lnTo>
                    <a:pt x="99386" y="102680"/>
                  </a:lnTo>
                  <a:lnTo>
                    <a:pt x="99237" y="104176"/>
                  </a:lnTo>
                  <a:lnTo>
                    <a:pt x="99237" y="104476"/>
                  </a:lnTo>
                  <a:lnTo>
                    <a:pt x="99237" y="104625"/>
                  </a:lnTo>
                  <a:lnTo>
                    <a:pt x="99237" y="104775"/>
                  </a:lnTo>
                  <a:lnTo>
                    <a:pt x="99237" y="104925"/>
                  </a:lnTo>
                  <a:lnTo>
                    <a:pt x="99087" y="105374"/>
                  </a:lnTo>
                  <a:lnTo>
                    <a:pt x="99087" y="105523"/>
                  </a:lnTo>
                  <a:lnTo>
                    <a:pt x="99087" y="106122"/>
                  </a:lnTo>
                  <a:lnTo>
                    <a:pt x="99087" y="108667"/>
                  </a:lnTo>
                  <a:lnTo>
                    <a:pt x="99087" y="108816"/>
                  </a:lnTo>
                  <a:lnTo>
                    <a:pt x="99087" y="109415"/>
                  </a:lnTo>
                  <a:lnTo>
                    <a:pt x="96543" y="111960"/>
                  </a:lnTo>
                  <a:lnTo>
                    <a:pt x="96842" y="109116"/>
                  </a:lnTo>
                  <a:lnTo>
                    <a:pt x="96842" y="106272"/>
                  </a:lnTo>
                  <a:lnTo>
                    <a:pt x="96842" y="105523"/>
                  </a:lnTo>
                  <a:lnTo>
                    <a:pt x="96842" y="104925"/>
                  </a:lnTo>
                  <a:lnTo>
                    <a:pt x="96692" y="104326"/>
                  </a:lnTo>
                  <a:lnTo>
                    <a:pt x="96692" y="103727"/>
                  </a:lnTo>
                  <a:lnTo>
                    <a:pt x="96692" y="103428"/>
                  </a:lnTo>
                  <a:lnTo>
                    <a:pt x="96393" y="101931"/>
                  </a:lnTo>
                  <a:lnTo>
                    <a:pt x="96393" y="101781"/>
                  </a:lnTo>
                  <a:lnTo>
                    <a:pt x="96243" y="101931"/>
                  </a:lnTo>
                  <a:lnTo>
                    <a:pt x="95944" y="104176"/>
                  </a:lnTo>
                  <a:lnTo>
                    <a:pt x="95944" y="104326"/>
                  </a:lnTo>
                  <a:lnTo>
                    <a:pt x="95944" y="104925"/>
                  </a:lnTo>
                  <a:lnTo>
                    <a:pt x="95944" y="105523"/>
                  </a:lnTo>
                  <a:lnTo>
                    <a:pt x="95944" y="105673"/>
                  </a:lnTo>
                  <a:lnTo>
                    <a:pt x="95944" y="106272"/>
                  </a:lnTo>
                  <a:lnTo>
                    <a:pt x="95944" y="109415"/>
                  </a:lnTo>
                  <a:lnTo>
                    <a:pt x="96094" y="112558"/>
                  </a:lnTo>
                  <a:lnTo>
                    <a:pt x="91753" y="117049"/>
                  </a:lnTo>
                  <a:lnTo>
                    <a:pt x="90106" y="116899"/>
                  </a:lnTo>
                  <a:lnTo>
                    <a:pt x="90106" y="116749"/>
                  </a:lnTo>
                  <a:lnTo>
                    <a:pt x="90256" y="114354"/>
                  </a:lnTo>
                  <a:lnTo>
                    <a:pt x="90406" y="111810"/>
                  </a:lnTo>
                  <a:lnTo>
                    <a:pt x="90256" y="106721"/>
                  </a:lnTo>
                  <a:lnTo>
                    <a:pt x="90106" y="105823"/>
                  </a:lnTo>
                  <a:lnTo>
                    <a:pt x="90106" y="105224"/>
                  </a:lnTo>
                  <a:lnTo>
                    <a:pt x="90106" y="105074"/>
                  </a:lnTo>
                  <a:lnTo>
                    <a:pt x="90106" y="104176"/>
                  </a:lnTo>
                  <a:lnTo>
                    <a:pt x="90106" y="103727"/>
                  </a:lnTo>
                  <a:lnTo>
                    <a:pt x="90106" y="103578"/>
                  </a:lnTo>
                  <a:lnTo>
                    <a:pt x="89957" y="103428"/>
                  </a:lnTo>
                  <a:lnTo>
                    <a:pt x="89807" y="103578"/>
                  </a:lnTo>
                  <a:lnTo>
                    <a:pt x="89657" y="103578"/>
                  </a:lnTo>
                  <a:lnTo>
                    <a:pt x="89657" y="103727"/>
                  </a:lnTo>
                  <a:lnTo>
                    <a:pt x="89657" y="104625"/>
                  </a:lnTo>
                  <a:lnTo>
                    <a:pt x="89657" y="105523"/>
                  </a:lnTo>
                  <a:lnTo>
                    <a:pt x="89508" y="106571"/>
                  </a:lnTo>
                  <a:lnTo>
                    <a:pt x="89508" y="107769"/>
                  </a:lnTo>
                  <a:lnTo>
                    <a:pt x="89358" y="112259"/>
                  </a:lnTo>
                  <a:lnTo>
                    <a:pt x="89508" y="114504"/>
                  </a:lnTo>
                  <a:lnTo>
                    <a:pt x="89657" y="116749"/>
                  </a:lnTo>
                  <a:lnTo>
                    <a:pt x="89657" y="116749"/>
                  </a:lnTo>
                  <a:lnTo>
                    <a:pt x="83521" y="116001"/>
                  </a:lnTo>
                  <a:lnTo>
                    <a:pt x="82772" y="115851"/>
                  </a:lnTo>
                  <a:lnTo>
                    <a:pt x="82024" y="115702"/>
                  </a:lnTo>
                  <a:lnTo>
                    <a:pt x="61667" y="113007"/>
                  </a:lnTo>
                  <a:lnTo>
                    <a:pt x="60171" y="112708"/>
                  </a:lnTo>
                  <a:lnTo>
                    <a:pt x="52986" y="111810"/>
                  </a:lnTo>
                  <a:lnTo>
                    <a:pt x="51190" y="111511"/>
                  </a:lnTo>
                  <a:lnTo>
                    <a:pt x="35025" y="109265"/>
                  </a:lnTo>
                  <a:lnTo>
                    <a:pt x="33977" y="109116"/>
                  </a:lnTo>
                  <a:lnTo>
                    <a:pt x="23050" y="107619"/>
                  </a:lnTo>
                  <a:lnTo>
                    <a:pt x="19608" y="107170"/>
                  </a:lnTo>
                  <a:lnTo>
                    <a:pt x="15716" y="106571"/>
                  </a:lnTo>
                  <a:lnTo>
                    <a:pt x="12274" y="106122"/>
                  </a:lnTo>
                  <a:lnTo>
                    <a:pt x="5688" y="105224"/>
                  </a:lnTo>
                  <a:lnTo>
                    <a:pt x="12274" y="104326"/>
                  </a:lnTo>
                  <a:lnTo>
                    <a:pt x="15716" y="103727"/>
                  </a:lnTo>
                  <a:lnTo>
                    <a:pt x="19608" y="103129"/>
                  </a:lnTo>
                  <a:lnTo>
                    <a:pt x="23050" y="102680"/>
                  </a:lnTo>
                  <a:lnTo>
                    <a:pt x="33977" y="101033"/>
                  </a:lnTo>
                  <a:lnTo>
                    <a:pt x="35025" y="100883"/>
                  </a:lnTo>
                  <a:lnTo>
                    <a:pt x="51190" y="98339"/>
                  </a:lnTo>
                  <a:lnTo>
                    <a:pt x="52986" y="98039"/>
                  </a:lnTo>
                  <a:lnTo>
                    <a:pt x="60171" y="96992"/>
                  </a:lnTo>
                  <a:lnTo>
                    <a:pt x="61667" y="96842"/>
                  </a:lnTo>
                  <a:lnTo>
                    <a:pt x="81425" y="93848"/>
                  </a:lnTo>
                  <a:lnTo>
                    <a:pt x="82173" y="93699"/>
                  </a:lnTo>
                  <a:lnTo>
                    <a:pt x="82922" y="93549"/>
                  </a:lnTo>
                  <a:lnTo>
                    <a:pt x="85915" y="93100"/>
                  </a:lnTo>
                  <a:lnTo>
                    <a:pt x="86514" y="93100"/>
                  </a:lnTo>
                  <a:lnTo>
                    <a:pt x="90106" y="92501"/>
                  </a:lnTo>
                  <a:lnTo>
                    <a:pt x="90555" y="92352"/>
                  </a:lnTo>
                  <a:close/>
                  <a:moveTo>
                    <a:pt x="117647" y="92501"/>
                  </a:moveTo>
                  <a:lnTo>
                    <a:pt x="119294" y="92651"/>
                  </a:lnTo>
                  <a:lnTo>
                    <a:pt x="119144" y="95046"/>
                  </a:lnTo>
                  <a:lnTo>
                    <a:pt x="118994" y="97590"/>
                  </a:lnTo>
                  <a:lnTo>
                    <a:pt x="119144" y="102530"/>
                  </a:lnTo>
                  <a:lnTo>
                    <a:pt x="119144" y="103428"/>
                  </a:lnTo>
                  <a:lnTo>
                    <a:pt x="119294" y="104176"/>
                  </a:lnTo>
                  <a:lnTo>
                    <a:pt x="119294" y="104476"/>
                  </a:lnTo>
                  <a:lnTo>
                    <a:pt x="119294" y="105224"/>
                  </a:lnTo>
                  <a:lnTo>
                    <a:pt x="119294" y="105823"/>
                  </a:lnTo>
                  <a:lnTo>
                    <a:pt x="119294" y="105972"/>
                  </a:lnTo>
                  <a:lnTo>
                    <a:pt x="119593" y="105972"/>
                  </a:lnTo>
                  <a:lnTo>
                    <a:pt x="119743" y="105823"/>
                  </a:lnTo>
                  <a:lnTo>
                    <a:pt x="119743" y="104775"/>
                  </a:lnTo>
                  <a:lnTo>
                    <a:pt x="119743" y="103727"/>
                  </a:lnTo>
                  <a:lnTo>
                    <a:pt x="119892" y="102680"/>
                  </a:lnTo>
                  <a:lnTo>
                    <a:pt x="119892" y="101482"/>
                  </a:lnTo>
                  <a:lnTo>
                    <a:pt x="120042" y="97141"/>
                  </a:lnTo>
                  <a:lnTo>
                    <a:pt x="119892" y="94896"/>
                  </a:lnTo>
                  <a:lnTo>
                    <a:pt x="119743" y="92651"/>
                  </a:lnTo>
                  <a:lnTo>
                    <a:pt x="119743" y="92651"/>
                  </a:lnTo>
                  <a:lnTo>
                    <a:pt x="125730" y="93549"/>
                  </a:lnTo>
                  <a:lnTo>
                    <a:pt x="126478" y="93699"/>
                  </a:lnTo>
                  <a:lnTo>
                    <a:pt x="127077" y="93699"/>
                  </a:lnTo>
                  <a:lnTo>
                    <a:pt x="147733" y="96543"/>
                  </a:lnTo>
                  <a:lnTo>
                    <a:pt x="149229" y="96842"/>
                  </a:lnTo>
                  <a:lnTo>
                    <a:pt x="156414" y="97740"/>
                  </a:lnTo>
                  <a:lnTo>
                    <a:pt x="158210" y="98039"/>
                  </a:lnTo>
                  <a:lnTo>
                    <a:pt x="174375" y="100285"/>
                  </a:lnTo>
                  <a:lnTo>
                    <a:pt x="175423" y="100434"/>
                  </a:lnTo>
                  <a:lnTo>
                    <a:pt x="186350" y="101931"/>
                  </a:lnTo>
                  <a:lnTo>
                    <a:pt x="189792" y="102380"/>
                  </a:lnTo>
                  <a:lnTo>
                    <a:pt x="193684" y="102829"/>
                  </a:lnTo>
                  <a:lnTo>
                    <a:pt x="197126" y="103278"/>
                  </a:lnTo>
                  <a:lnTo>
                    <a:pt x="203712" y="104326"/>
                  </a:lnTo>
                  <a:lnTo>
                    <a:pt x="197126" y="105224"/>
                  </a:lnTo>
                  <a:lnTo>
                    <a:pt x="193684" y="105823"/>
                  </a:lnTo>
                  <a:lnTo>
                    <a:pt x="189792" y="106421"/>
                  </a:lnTo>
                  <a:lnTo>
                    <a:pt x="186350" y="106871"/>
                  </a:lnTo>
                  <a:lnTo>
                    <a:pt x="175423" y="108517"/>
                  </a:lnTo>
                  <a:lnTo>
                    <a:pt x="174375" y="108667"/>
                  </a:lnTo>
                  <a:lnTo>
                    <a:pt x="158210" y="111062"/>
                  </a:lnTo>
                  <a:lnTo>
                    <a:pt x="156414" y="111361"/>
                  </a:lnTo>
                  <a:lnTo>
                    <a:pt x="149229" y="112409"/>
                  </a:lnTo>
                  <a:lnTo>
                    <a:pt x="147733" y="112708"/>
                  </a:lnTo>
                  <a:lnTo>
                    <a:pt x="127975" y="115702"/>
                  </a:lnTo>
                  <a:lnTo>
                    <a:pt x="127376" y="115851"/>
                  </a:lnTo>
                  <a:lnTo>
                    <a:pt x="126628" y="115851"/>
                  </a:lnTo>
                  <a:lnTo>
                    <a:pt x="123634" y="116300"/>
                  </a:lnTo>
                  <a:lnTo>
                    <a:pt x="123036" y="116450"/>
                  </a:lnTo>
                  <a:lnTo>
                    <a:pt x="119443" y="117049"/>
                  </a:lnTo>
                  <a:lnTo>
                    <a:pt x="118695" y="117049"/>
                  </a:lnTo>
                  <a:lnTo>
                    <a:pt x="118695" y="116899"/>
                  </a:lnTo>
                  <a:lnTo>
                    <a:pt x="117348" y="115552"/>
                  </a:lnTo>
                  <a:lnTo>
                    <a:pt x="117198" y="115402"/>
                  </a:lnTo>
                  <a:lnTo>
                    <a:pt x="115552" y="113756"/>
                  </a:lnTo>
                  <a:lnTo>
                    <a:pt x="115402" y="113756"/>
                  </a:lnTo>
                  <a:lnTo>
                    <a:pt x="113756" y="112109"/>
                  </a:lnTo>
                  <a:lnTo>
                    <a:pt x="113606" y="111960"/>
                  </a:lnTo>
                  <a:lnTo>
                    <a:pt x="111959" y="110463"/>
                  </a:lnTo>
                  <a:lnTo>
                    <a:pt x="111810" y="110313"/>
                  </a:lnTo>
                  <a:lnTo>
                    <a:pt x="111660" y="110163"/>
                  </a:lnTo>
                  <a:lnTo>
                    <a:pt x="112259" y="110163"/>
                  </a:lnTo>
                  <a:lnTo>
                    <a:pt x="113606" y="110014"/>
                  </a:lnTo>
                  <a:lnTo>
                    <a:pt x="113756" y="109864"/>
                  </a:lnTo>
                  <a:lnTo>
                    <a:pt x="113606" y="109714"/>
                  </a:lnTo>
                  <a:lnTo>
                    <a:pt x="112558" y="109714"/>
                  </a:lnTo>
                  <a:lnTo>
                    <a:pt x="110912" y="109565"/>
                  </a:lnTo>
                  <a:lnTo>
                    <a:pt x="110912" y="109415"/>
                  </a:lnTo>
                  <a:lnTo>
                    <a:pt x="110762" y="109265"/>
                  </a:lnTo>
                  <a:lnTo>
                    <a:pt x="110163" y="108816"/>
                  </a:lnTo>
                  <a:lnTo>
                    <a:pt x="110014" y="108667"/>
                  </a:lnTo>
                  <a:lnTo>
                    <a:pt x="108367" y="107020"/>
                  </a:lnTo>
                  <a:lnTo>
                    <a:pt x="108217" y="106871"/>
                  </a:lnTo>
                  <a:lnTo>
                    <a:pt x="106571" y="105374"/>
                  </a:lnTo>
                  <a:lnTo>
                    <a:pt x="106122" y="104925"/>
                  </a:lnTo>
                  <a:lnTo>
                    <a:pt x="105972" y="104775"/>
                  </a:lnTo>
                  <a:lnTo>
                    <a:pt x="105823" y="104775"/>
                  </a:lnTo>
                  <a:lnTo>
                    <a:pt x="106272" y="104326"/>
                  </a:lnTo>
                  <a:lnTo>
                    <a:pt x="106272" y="104176"/>
                  </a:lnTo>
                  <a:lnTo>
                    <a:pt x="106870" y="103727"/>
                  </a:lnTo>
                  <a:lnTo>
                    <a:pt x="107918" y="102530"/>
                  </a:lnTo>
                  <a:lnTo>
                    <a:pt x="109415" y="101033"/>
                  </a:lnTo>
                  <a:lnTo>
                    <a:pt x="109415" y="103578"/>
                  </a:lnTo>
                  <a:lnTo>
                    <a:pt x="109415" y="104176"/>
                  </a:lnTo>
                  <a:lnTo>
                    <a:pt x="109415" y="104775"/>
                  </a:lnTo>
                  <a:lnTo>
                    <a:pt x="109415" y="104925"/>
                  </a:lnTo>
                  <a:lnTo>
                    <a:pt x="109415" y="105374"/>
                  </a:lnTo>
                  <a:lnTo>
                    <a:pt x="109565" y="105673"/>
                  </a:lnTo>
                  <a:lnTo>
                    <a:pt x="109565" y="105823"/>
                  </a:lnTo>
                  <a:lnTo>
                    <a:pt x="109714" y="106871"/>
                  </a:lnTo>
                  <a:lnTo>
                    <a:pt x="109864" y="107020"/>
                  </a:lnTo>
                  <a:lnTo>
                    <a:pt x="109864" y="106871"/>
                  </a:lnTo>
                  <a:lnTo>
                    <a:pt x="110014" y="106871"/>
                  </a:lnTo>
                  <a:lnTo>
                    <a:pt x="110163" y="105374"/>
                  </a:lnTo>
                  <a:lnTo>
                    <a:pt x="110163" y="105224"/>
                  </a:lnTo>
                  <a:lnTo>
                    <a:pt x="110163" y="104925"/>
                  </a:lnTo>
                  <a:lnTo>
                    <a:pt x="110163" y="104775"/>
                  </a:lnTo>
                  <a:lnTo>
                    <a:pt x="110163" y="104176"/>
                  </a:lnTo>
                  <a:lnTo>
                    <a:pt x="110313" y="104027"/>
                  </a:lnTo>
                  <a:lnTo>
                    <a:pt x="110313" y="103578"/>
                  </a:lnTo>
                  <a:lnTo>
                    <a:pt x="110313" y="100135"/>
                  </a:lnTo>
                  <a:lnTo>
                    <a:pt x="112857" y="97441"/>
                  </a:lnTo>
                  <a:lnTo>
                    <a:pt x="112558" y="100434"/>
                  </a:lnTo>
                  <a:lnTo>
                    <a:pt x="112558" y="103578"/>
                  </a:lnTo>
                  <a:lnTo>
                    <a:pt x="112558" y="104027"/>
                  </a:lnTo>
                  <a:lnTo>
                    <a:pt x="112558" y="104176"/>
                  </a:lnTo>
                  <a:lnTo>
                    <a:pt x="112558" y="104625"/>
                  </a:lnTo>
                  <a:lnTo>
                    <a:pt x="112558" y="104775"/>
                  </a:lnTo>
                  <a:lnTo>
                    <a:pt x="112708" y="105224"/>
                  </a:lnTo>
                  <a:lnTo>
                    <a:pt x="112708" y="105972"/>
                  </a:lnTo>
                  <a:lnTo>
                    <a:pt x="112708" y="106122"/>
                  </a:lnTo>
                  <a:lnTo>
                    <a:pt x="112857" y="107619"/>
                  </a:lnTo>
                  <a:lnTo>
                    <a:pt x="113007" y="107769"/>
                  </a:lnTo>
                  <a:lnTo>
                    <a:pt x="113157" y="107619"/>
                  </a:lnTo>
                  <a:lnTo>
                    <a:pt x="113456" y="105374"/>
                  </a:lnTo>
                  <a:lnTo>
                    <a:pt x="113456" y="105224"/>
                  </a:lnTo>
                  <a:lnTo>
                    <a:pt x="113456" y="104775"/>
                  </a:lnTo>
                  <a:lnTo>
                    <a:pt x="113456" y="104625"/>
                  </a:lnTo>
                  <a:lnTo>
                    <a:pt x="113456" y="104176"/>
                  </a:lnTo>
                  <a:lnTo>
                    <a:pt x="113456" y="104027"/>
                  </a:lnTo>
                  <a:lnTo>
                    <a:pt x="113456" y="103578"/>
                  </a:lnTo>
                  <a:lnTo>
                    <a:pt x="113456" y="100285"/>
                  </a:lnTo>
                  <a:lnTo>
                    <a:pt x="113307" y="96992"/>
                  </a:lnTo>
                  <a:lnTo>
                    <a:pt x="117647" y="92501"/>
                  </a:lnTo>
                  <a:close/>
                  <a:moveTo>
                    <a:pt x="156115" y="113007"/>
                  </a:moveTo>
                  <a:lnTo>
                    <a:pt x="155815" y="115253"/>
                  </a:lnTo>
                  <a:lnTo>
                    <a:pt x="155216" y="117348"/>
                  </a:lnTo>
                  <a:lnTo>
                    <a:pt x="148481" y="116001"/>
                  </a:lnTo>
                  <a:lnTo>
                    <a:pt x="148930" y="114205"/>
                  </a:lnTo>
                  <a:lnTo>
                    <a:pt x="156115" y="113007"/>
                  </a:lnTo>
                  <a:close/>
                  <a:moveTo>
                    <a:pt x="23200" y="109265"/>
                  </a:moveTo>
                  <a:lnTo>
                    <a:pt x="34127" y="110762"/>
                  </a:lnTo>
                  <a:lnTo>
                    <a:pt x="34725" y="115552"/>
                  </a:lnTo>
                  <a:lnTo>
                    <a:pt x="35623" y="120342"/>
                  </a:lnTo>
                  <a:lnTo>
                    <a:pt x="24547" y="120342"/>
                  </a:lnTo>
                  <a:lnTo>
                    <a:pt x="24098" y="117647"/>
                  </a:lnTo>
                  <a:lnTo>
                    <a:pt x="23649" y="114803"/>
                  </a:lnTo>
                  <a:lnTo>
                    <a:pt x="23350" y="112109"/>
                  </a:lnTo>
                  <a:lnTo>
                    <a:pt x="23200" y="109265"/>
                  </a:lnTo>
                  <a:close/>
                  <a:moveTo>
                    <a:pt x="186350" y="108517"/>
                  </a:moveTo>
                  <a:lnTo>
                    <a:pt x="186050" y="111511"/>
                  </a:lnTo>
                  <a:lnTo>
                    <a:pt x="185751" y="114504"/>
                  </a:lnTo>
                  <a:lnTo>
                    <a:pt x="185451" y="117348"/>
                  </a:lnTo>
                  <a:lnTo>
                    <a:pt x="184853" y="120342"/>
                  </a:lnTo>
                  <a:lnTo>
                    <a:pt x="173777" y="120342"/>
                  </a:lnTo>
                  <a:lnTo>
                    <a:pt x="174226" y="117797"/>
                  </a:lnTo>
                  <a:lnTo>
                    <a:pt x="174675" y="115253"/>
                  </a:lnTo>
                  <a:lnTo>
                    <a:pt x="174974" y="112708"/>
                  </a:lnTo>
                  <a:lnTo>
                    <a:pt x="175273" y="110163"/>
                  </a:lnTo>
                  <a:lnTo>
                    <a:pt x="186350" y="108517"/>
                  </a:lnTo>
                  <a:close/>
                  <a:moveTo>
                    <a:pt x="37869" y="121240"/>
                  </a:moveTo>
                  <a:lnTo>
                    <a:pt x="39066" y="121389"/>
                  </a:lnTo>
                  <a:lnTo>
                    <a:pt x="38168" y="121838"/>
                  </a:lnTo>
                  <a:lnTo>
                    <a:pt x="37869" y="121240"/>
                  </a:lnTo>
                  <a:close/>
                  <a:moveTo>
                    <a:pt x="171531" y="121240"/>
                  </a:moveTo>
                  <a:lnTo>
                    <a:pt x="171232" y="121838"/>
                  </a:lnTo>
                  <a:lnTo>
                    <a:pt x="170484" y="121389"/>
                  </a:lnTo>
                  <a:lnTo>
                    <a:pt x="171531" y="121240"/>
                  </a:lnTo>
                  <a:close/>
                  <a:moveTo>
                    <a:pt x="37569" y="121240"/>
                  </a:moveTo>
                  <a:lnTo>
                    <a:pt x="37719" y="121389"/>
                  </a:lnTo>
                  <a:lnTo>
                    <a:pt x="38018" y="121838"/>
                  </a:lnTo>
                  <a:lnTo>
                    <a:pt x="37120" y="122437"/>
                  </a:lnTo>
                  <a:lnTo>
                    <a:pt x="36222" y="122886"/>
                  </a:lnTo>
                  <a:lnTo>
                    <a:pt x="26493" y="128574"/>
                  </a:lnTo>
                  <a:lnTo>
                    <a:pt x="25595" y="124982"/>
                  </a:lnTo>
                  <a:lnTo>
                    <a:pt x="24697" y="121240"/>
                  </a:lnTo>
                  <a:lnTo>
                    <a:pt x="25146" y="121240"/>
                  </a:lnTo>
                  <a:lnTo>
                    <a:pt x="25595" y="122736"/>
                  </a:lnTo>
                  <a:lnTo>
                    <a:pt x="25894" y="123635"/>
                  </a:lnTo>
                  <a:lnTo>
                    <a:pt x="26194" y="124533"/>
                  </a:lnTo>
                  <a:lnTo>
                    <a:pt x="26343" y="124533"/>
                  </a:lnTo>
                  <a:lnTo>
                    <a:pt x="26343" y="124383"/>
                  </a:lnTo>
                  <a:lnTo>
                    <a:pt x="25894" y="122437"/>
                  </a:lnTo>
                  <a:lnTo>
                    <a:pt x="25445" y="121240"/>
                  </a:lnTo>
                  <a:lnTo>
                    <a:pt x="26493" y="121240"/>
                  </a:lnTo>
                  <a:lnTo>
                    <a:pt x="26942" y="122587"/>
                  </a:lnTo>
                  <a:lnTo>
                    <a:pt x="27092" y="123485"/>
                  </a:lnTo>
                  <a:lnTo>
                    <a:pt x="27541" y="124383"/>
                  </a:lnTo>
                  <a:lnTo>
                    <a:pt x="27690" y="124383"/>
                  </a:lnTo>
                  <a:lnTo>
                    <a:pt x="27391" y="123485"/>
                  </a:lnTo>
                  <a:lnTo>
                    <a:pt x="27241" y="122587"/>
                  </a:lnTo>
                  <a:lnTo>
                    <a:pt x="26792" y="121240"/>
                  </a:lnTo>
                  <a:lnTo>
                    <a:pt x="27541" y="121240"/>
                  </a:lnTo>
                  <a:lnTo>
                    <a:pt x="27990" y="122736"/>
                  </a:lnTo>
                  <a:lnTo>
                    <a:pt x="28289" y="123335"/>
                  </a:lnTo>
                  <a:lnTo>
                    <a:pt x="28589" y="123934"/>
                  </a:lnTo>
                  <a:lnTo>
                    <a:pt x="28738" y="123934"/>
                  </a:lnTo>
                  <a:lnTo>
                    <a:pt x="28738" y="123784"/>
                  </a:lnTo>
                  <a:lnTo>
                    <a:pt x="28140" y="122287"/>
                  </a:lnTo>
                  <a:lnTo>
                    <a:pt x="27840" y="121240"/>
                  </a:lnTo>
                  <a:lnTo>
                    <a:pt x="29187" y="121240"/>
                  </a:lnTo>
                  <a:lnTo>
                    <a:pt x="29487" y="122287"/>
                  </a:lnTo>
                  <a:lnTo>
                    <a:pt x="29786" y="123185"/>
                  </a:lnTo>
                  <a:lnTo>
                    <a:pt x="30085" y="123934"/>
                  </a:lnTo>
                  <a:lnTo>
                    <a:pt x="30235" y="123934"/>
                  </a:lnTo>
                  <a:lnTo>
                    <a:pt x="29936" y="123036"/>
                  </a:lnTo>
                  <a:lnTo>
                    <a:pt x="29786" y="122287"/>
                  </a:lnTo>
                  <a:lnTo>
                    <a:pt x="29337" y="121240"/>
                  </a:lnTo>
                  <a:lnTo>
                    <a:pt x="30385" y="121240"/>
                  </a:lnTo>
                  <a:lnTo>
                    <a:pt x="30534" y="122138"/>
                  </a:lnTo>
                  <a:lnTo>
                    <a:pt x="30834" y="122886"/>
                  </a:lnTo>
                  <a:lnTo>
                    <a:pt x="31133" y="123635"/>
                  </a:lnTo>
                  <a:lnTo>
                    <a:pt x="31283" y="123635"/>
                  </a:lnTo>
                  <a:lnTo>
                    <a:pt x="30684" y="121689"/>
                  </a:lnTo>
                  <a:lnTo>
                    <a:pt x="30684" y="121240"/>
                  </a:lnTo>
                  <a:lnTo>
                    <a:pt x="31432" y="121240"/>
                  </a:lnTo>
                  <a:lnTo>
                    <a:pt x="31582" y="121838"/>
                  </a:lnTo>
                  <a:lnTo>
                    <a:pt x="32181" y="123335"/>
                  </a:lnTo>
                  <a:lnTo>
                    <a:pt x="32331" y="123335"/>
                  </a:lnTo>
                  <a:lnTo>
                    <a:pt x="32331" y="123185"/>
                  </a:lnTo>
                  <a:lnTo>
                    <a:pt x="31881" y="121838"/>
                  </a:lnTo>
                  <a:lnTo>
                    <a:pt x="31732" y="121240"/>
                  </a:lnTo>
                  <a:lnTo>
                    <a:pt x="32480" y="121240"/>
                  </a:lnTo>
                  <a:lnTo>
                    <a:pt x="32780" y="122138"/>
                  </a:lnTo>
                  <a:lnTo>
                    <a:pt x="33079" y="123036"/>
                  </a:lnTo>
                  <a:lnTo>
                    <a:pt x="33229" y="123036"/>
                  </a:lnTo>
                  <a:lnTo>
                    <a:pt x="33079" y="122138"/>
                  </a:lnTo>
                  <a:lnTo>
                    <a:pt x="32780" y="121240"/>
                  </a:lnTo>
                  <a:lnTo>
                    <a:pt x="33528" y="121240"/>
                  </a:lnTo>
                  <a:lnTo>
                    <a:pt x="33678" y="121689"/>
                  </a:lnTo>
                  <a:lnTo>
                    <a:pt x="33827" y="122138"/>
                  </a:lnTo>
                  <a:lnTo>
                    <a:pt x="34127" y="122736"/>
                  </a:lnTo>
                  <a:lnTo>
                    <a:pt x="34276" y="122587"/>
                  </a:lnTo>
                  <a:lnTo>
                    <a:pt x="33977" y="121539"/>
                  </a:lnTo>
                  <a:lnTo>
                    <a:pt x="33827" y="121240"/>
                  </a:lnTo>
                  <a:lnTo>
                    <a:pt x="34576" y="121240"/>
                  </a:lnTo>
                  <a:lnTo>
                    <a:pt x="35174" y="122437"/>
                  </a:lnTo>
                  <a:lnTo>
                    <a:pt x="35324" y="122437"/>
                  </a:lnTo>
                  <a:lnTo>
                    <a:pt x="34875" y="121240"/>
                  </a:lnTo>
                  <a:lnTo>
                    <a:pt x="35623" y="121240"/>
                  </a:lnTo>
                  <a:lnTo>
                    <a:pt x="35623" y="121539"/>
                  </a:lnTo>
                  <a:lnTo>
                    <a:pt x="36072" y="122287"/>
                  </a:lnTo>
                  <a:lnTo>
                    <a:pt x="36222" y="122437"/>
                  </a:lnTo>
                  <a:lnTo>
                    <a:pt x="36222" y="122287"/>
                  </a:lnTo>
                  <a:lnTo>
                    <a:pt x="35923" y="121389"/>
                  </a:lnTo>
                  <a:lnTo>
                    <a:pt x="35923" y="121240"/>
                  </a:lnTo>
                  <a:lnTo>
                    <a:pt x="36522" y="121240"/>
                  </a:lnTo>
                  <a:lnTo>
                    <a:pt x="36522" y="121389"/>
                  </a:lnTo>
                  <a:lnTo>
                    <a:pt x="36971" y="121988"/>
                  </a:lnTo>
                  <a:lnTo>
                    <a:pt x="37120" y="121838"/>
                  </a:lnTo>
                  <a:lnTo>
                    <a:pt x="36821" y="121389"/>
                  </a:lnTo>
                  <a:lnTo>
                    <a:pt x="36821" y="121240"/>
                  </a:lnTo>
                  <a:close/>
                  <a:moveTo>
                    <a:pt x="184703" y="121240"/>
                  </a:moveTo>
                  <a:lnTo>
                    <a:pt x="183805" y="124982"/>
                  </a:lnTo>
                  <a:lnTo>
                    <a:pt x="182907" y="128574"/>
                  </a:lnTo>
                  <a:lnTo>
                    <a:pt x="173178" y="122886"/>
                  </a:lnTo>
                  <a:lnTo>
                    <a:pt x="172280" y="122437"/>
                  </a:lnTo>
                  <a:lnTo>
                    <a:pt x="171382" y="121838"/>
                  </a:lnTo>
                  <a:lnTo>
                    <a:pt x="171831" y="121389"/>
                  </a:lnTo>
                  <a:lnTo>
                    <a:pt x="171831" y="121240"/>
                  </a:lnTo>
                  <a:lnTo>
                    <a:pt x="172579" y="121240"/>
                  </a:lnTo>
                  <a:lnTo>
                    <a:pt x="172429" y="121539"/>
                  </a:lnTo>
                  <a:lnTo>
                    <a:pt x="172429" y="121838"/>
                  </a:lnTo>
                  <a:lnTo>
                    <a:pt x="172429" y="121988"/>
                  </a:lnTo>
                  <a:lnTo>
                    <a:pt x="172878" y="121389"/>
                  </a:lnTo>
                  <a:lnTo>
                    <a:pt x="172878" y="121240"/>
                  </a:lnTo>
                  <a:lnTo>
                    <a:pt x="173627" y="121240"/>
                  </a:lnTo>
                  <a:lnTo>
                    <a:pt x="173477" y="121389"/>
                  </a:lnTo>
                  <a:lnTo>
                    <a:pt x="173477" y="121539"/>
                  </a:lnTo>
                  <a:lnTo>
                    <a:pt x="173178" y="122287"/>
                  </a:lnTo>
                  <a:lnTo>
                    <a:pt x="173178" y="122437"/>
                  </a:lnTo>
                  <a:lnTo>
                    <a:pt x="173328" y="122287"/>
                  </a:lnTo>
                  <a:lnTo>
                    <a:pt x="173777" y="121539"/>
                  </a:lnTo>
                  <a:lnTo>
                    <a:pt x="173926" y="121240"/>
                  </a:lnTo>
                  <a:lnTo>
                    <a:pt x="174525" y="121240"/>
                  </a:lnTo>
                  <a:lnTo>
                    <a:pt x="174226" y="122437"/>
                  </a:lnTo>
                  <a:lnTo>
                    <a:pt x="174375" y="122437"/>
                  </a:lnTo>
                  <a:lnTo>
                    <a:pt x="174824" y="121240"/>
                  </a:lnTo>
                  <a:lnTo>
                    <a:pt x="175573" y="121240"/>
                  </a:lnTo>
                  <a:lnTo>
                    <a:pt x="175573" y="121539"/>
                  </a:lnTo>
                  <a:lnTo>
                    <a:pt x="175124" y="122587"/>
                  </a:lnTo>
                  <a:lnTo>
                    <a:pt x="175273" y="122736"/>
                  </a:lnTo>
                  <a:lnTo>
                    <a:pt x="175573" y="122138"/>
                  </a:lnTo>
                  <a:lnTo>
                    <a:pt x="175722" y="121689"/>
                  </a:lnTo>
                  <a:lnTo>
                    <a:pt x="175872" y="121240"/>
                  </a:lnTo>
                  <a:lnTo>
                    <a:pt x="176620" y="121240"/>
                  </a:lnTo>
                  <a:lnTo>
                    <a:pt x="176321" y="122138"/>
                  </a:lnTo>
                  <a:lnTo>
                    <a:pt x="176171" y="123036"/>
                  </a:lnTo>
                  <a:lnTo>
                    <a:pt x="176321" y="123036"/>
                  </a:lnTo>
                  <a:lnTo>
                    <a:pt x="176620" y="122138"/>
                  </a:lnTo>
                  <a:lnTo>
                    <a:pt x="176920" y="121240"/>
                  </a:lnTo>
                  <a:lnTo>
                    <a:pt x="177818" y="121240"/>
                  </a:lnTo>
                  <a:lnTo>
                    <a:pt x="177519" y="121838"/>
                  </a:lnTo>
                  <a:lnTo>
                    <a:pt x="177069" y="123185"/>
                  </a:lnTo>
                  <a:lnTo>
                    <a:pt x="177219" y="123335"/>
                  </a:lnTo>
                  <a:lnTo>
                    <a:pt x="177818" y="121838"/>
                  </a:lnTo>
                  <a:lnTo>
                    <a:pt x="177968" y="121240"/>
                  </a:lnTo>
                  <a:lnTo>
                    <a:pt x="178866" y="121240"/>
                  </a:lnTo>
                  <a:lnTo>
                    <a:pt x="178716" y="121689"/>
                  </a:lnTo>
                  <a:lnTo>
                    <a:pt x="178117" y="123635"/>
                  </a:lnTo>
                  <a:lnTo>
                    <a:pt x="178267" y="123635"/>
                  </a:lnTo>
                  <a:lnTo>
                    <a:pt x="178566" y="122886"/>
                  </a:lnTo>
                  <a:lnTo>
                    <a:pt x="178866" y="122138"/>
                  </a:lnTo>
                  <a:lnTo>
                    <a:pt x="179015" y="121240"/>
                  </a:lnTo>
                  <a:lnTo>
                    <a:pt x="180063" y="121240"/>
                  </a:lnTo>
                  <a:lnTo>
                    <a:pt x="179764" y="122287"/>
                  </a:lnTo>
                  <a:lnTo>
                    <a:pt x="179464" y="123036"/>
                  </a:lnTo>
                  <a:lnTo>
                    <a:pt x="179315" y="123934"/>
                  </a:lnTo>
                  <a:lnTo>
                    <a:pt x="179764" y="123185"/>
                  </a:lnTo>
                  <a:lnTo>
                    <a:pt x="180063" y="122287"/>
                  </a:lnTo>
                  <a:lnTo>
                    <a:pt x="180362" y="121240"/>
                  </a:lnTo>
                  <a:lnTo>
                    <a:pt x="181560" y="121240"/>
                  </a:lnTo>
                  <a:lnTo>
                    <a:pt x="181260" y="122287"/>
                  </a:lnTo>
                  <a:lnTo>
                    <a:pt x="180662" y="123784"/>
                  </a:lnTo>
                  <a:lnTo>
                    <a:pt x="180662" y="123934"/>
                  </a:lnTo>
                  <a:lnTo>
                    <a:pt x="180811" y="123934"/>
                  </a:lnTo>
                  <a:lnTo>
                    <a:pt x="181111" y="123335"/>
                  </a:lnTo>
                  <a:lnTo>
                    <a:pt x="181410" y="122736"/>
                  </a:lnTo>
                  <a:lnTo>
                    <a:pt x="181859" y="121240"/>
                  </a:lnTo>
                  <a:lnTo>
                    <a:pt x="182757" y="121240"/>
                  </a:lnTo>
                  <a:lnTo>
                    <a:pt x="182308" y="122587"/>
                  </a:lnTo>
                  <a:lnTo>
                    <a:pt x="182009" y="123485"/>
                  </a:lnTo>
                  <a:lnTo>
                    <a:pt x="181859" y="124383"/>
                  </a:lnTo>
                  <a:lnTo>
                    <a:pt x="182308" y="123485"/>
                  </a:lnTo>
                  <a:lnTo>
                    <a:pt x="182608" y="122587"/>
                  </a:lnTo>
                  <a:lnTo>
                    <a:pt x="182907" y="121240"/>
                  </a:lnTo>
                  <a:lnTo>
                    <a:pt x="183955" y="121240"/>
                  </a:lnTo>
                  <a:lnTo>
                    <a:pt x="183506" y="122437"/>
                  </a:lnTo>
                  <a:lnTo>
                    <a:pt x="183057" y="124383"/>
                  </a:lnTo>
                  <a:lnTo>
                    <a:pt x="183057" y="124533"/>
                  </a:lnTo>
                  <a:lnTo>
                    <a:pt x="183206" y="124533"/>
                  </a:lnTo>
                  <a:lnTo>
                    <a:pt x="183506" y="123635"/>
                  </a:lnTo>
                  <a:lnTo>
                    <a:pt x="183805" y="122736"/>
                  </a:lnTo>
                  <a:lnTo>
                    <a:pt x="184254" y="121240"/>
                  </a:lnTo>
                  <a:close/>
                  <a:moveTo>
                    <a:pt x="147433" y="114354"/>
                  </a:moveTo>
                  <a:lnTo>
                    <a:pt x="146834" y="116749"/>
                  </a:lnTo>
                  <a:lnTo>
                    <a:pt x="146086" y="118845"/>
                  </a:lnTo>
                  <a:lnTo>
                    <a:pt x="145338" y="121090"/>
                  </a:lnTo>
                  <a:lnTo>
                    <a:pt x="144440" y="123185"/>
                  </a:lnTo>
                  <a:lnTo>
                    <a:pt x="143392" y="125281"/>
                  </a:lnTo>
                  <a:lnTo>
                    <a:pt x="142194" y="127227"/>
                  </a:lnTo>
                  <a:lnTo>
                    <a:pt x="140997" y="129173"/>
                  </a:lnTo>
                  <a:lnTo>
                    <a:pt x="139650" y="131118"/>
                  </a:lnTo>
                  <a:lnTo>
                    <a:pt x="129172" y="117198"/>
                  </a:lnTo>
                  <a:lnTo>
                    <a:pt x="147433" y="114354"/>
                  </a:lnTo>
                  <a:close/>
                  <a:moveTo>
                    <a:pt x="62117" y="114654"/>
                  </a:moveTo>
                  <a:lnTo>
                    <a:pt x="80976" y="117198"/>
                  </a:lnTo>
                  <a:lnTo>
                    <a:pt x="70199" y="131717"/>
                  </a:lnTo>
                  <a:lnTo>
                    <a:pt x="68852" y="129921"/>
                  </a:lnTo>
                  <a:lnTo>
                    <a:pt x="67505" y="127826"/>
                  </a:lnTo>
                  <a:lnTo>
                    <a:pt x="66308" y="125880"/>
                  </a:lnTo>
                  <a:lnTo>
                    <a:pt x="65260" y="123635"/>
                  </a:lnTo>
                  <a:lnTo>
                    <a:pt x="64212" y="121539"/>
                  </a:lnTo>
                  <a:lnTo>
                    <a:pt x="63464" y="119294"/>
                  </a:lnTo>
                  <a:lnTo>
                    <a:pt x="62715" y="117049"/>
                  </a:lnTo>
                  <a:lnTo>
                    <a:pt x="62117" y="114654"/>
                  </a:lnTo>
                  <a:close/>
                  <a:moveTo>
                    <a:pt x="60620" y="115253"/>
                  </a:moveTo>
                  <a:lnTo>
                    <a:pt x="61667" y="118845"/>
                  </a:lnTo>
                  <a:lnTo>
                    <a:pt x="63015" y="122287"/>
                  </a:lnTo>
                  <a:lnTo>
                    <a:pt x="64511" y="125580"/>
                  </a:lnTo>
                  <a:lnTo>
                    <a:pt x="66308" y="128724"/>
                  </a:lnTo>
                  <a:lnTo>
                    <a:pt x="60470" y="132466"/>
                  </a:lnTo>
                  <a:lnTo>
                    <a:pt x="58524" y="128873"/>
                  </a:lnTo>
                  <a:lnTo>
                    <a:pt x="56728" y="125131"/>
                  </a:lnTo>
                  <a:lnTo>
                    <a:pt x="55231" y="121090"/>
                  </a:lnTo>
                  <a:lnTo>
                    <a:pt x="54034" y="117049"/>
                  </a:lnTo>
                  <a:lnTo>
                    <a:pt x="60620" y="115253"/>
                  </a:lnTo>
                  <a:close/>
                  <a:moveTo>
                    <a:pt x="148331" y="116899"/>
                  </a:moveTo>
                  <a:lnTo>
                    <a:pt x="155067" y="118396"/>
                  </a:lnTo>
                  <a:lnTo>
                    <a:pt x="153869" y="122287"/>
                  </a:lnTo>
                  <a:lnTo>
                    <a:pt x="152223" y="126029"/>
                  </a:lnTo>
                  <a:lnTo>
                    <a:pt x="150427" y="129622"/>
                  </a:lnTo>
                  <a:lnTo>
                    <a:pt x="148481" y="133064"/>
                  </a:lnTo>
                  <a:lnTo>
                    <a:pt x="142643" y="129322"/>
                  </a:lnTo>
                  <a:lnTo>
                    <a:pt x="144440" y="126329"/>
                  </a:lnTo>
                  <a:lnTo>
                    <a:pt x="145936" y="123335"/>
                  </a:lnTo>
                  <a:lnTo>
                    <a:pt x="147283" y="120192"/>
                  </a:lnTo>
                  <a:lnTo>
                    <a:pt x="148331" y="116899"/>
                  </a:lnTo>
                  <a:close/>
                  <a:moveTo>
                    <a:pt x="142194" y="130071"/>
                  </a:moveTo>
                  <a:lnTo>
                    <a:pt x="147882" y="133962"/>
                  </a:lnTo>
                  <a:lnTo>
                    <a:pt x="146385" y="135908"/>
                  </a:lnTo>
                  <a:lnTo>
                    <a:pt x="144889" y="138004"/>
                  </a:lnTo>
                  <a:lnTo>
                    <a:pt x="140548" y="132316"/>
                  </a:lnTo>
                  <a:lnTo>
                    <a:pt x="142194" y="130071"/>
                  </a:lnTo>
                  <a:close/>
                  <a:moveTo>
                    <a:pt x="66906" y="129472"/>
                  </a:moveTo>
                  <a:lnTo>
                    <a:pt x="68104" y="131268"/>
                  </a:lnTo>
                  <a:lnTo>
                    <a:pt x="69301" y="132915"/>
                  </a:lnTo>
                  <a:lnTo>
                    <a:pt x="65110" y="138752"/>
                  </a:lnTo>
                  <a:lnTo>
                    <a:pt x="63015" y="136058"/>
                  </a:lnTo>
                  <a:lnTo>
                    <a:pt x="61069" y="133214"/>
                  </a:lnTo>
                  <a:lnTo>
                    <a:pt x="66906" y="129472"/>
                  </a:lnTo>
                  <a:close/>
                  <a:moveTo>
                    <a:pt x="161802" y="141596"/>
                  </a:moveTo>
                  <a:lnTo>
                    <a:pt x="162700" y="141895"/>
                  </a:lnTo>
                  <a:lnTo>
                    <a:pt x="162401" y="142344"/>
                  </a:lnTo>
                  <a:lnTo>
                    <a:pt x="161802" y="141596"/>
                  </a:lnTo>
                  <a:close/>
                  <a:moveTo>
                    <a:pt x="36522" y="123934"/>
                  </a:moveTo>
                  <a:lnTo>
                    <a:pt x="38018" y="128574"/>
                  </a:lnTo>
                  <a:lnTo>
                    <a:pt x="39814" y="133064"/>
                  </a:lnTo>
                  <a:lnTo>
                    <a:pt x="41910" y="137405"/>
                  </a:lnTo>
                  <a:lnTo>
                    <a:pt x="44305" y="141596"/>
                  </a:lnTo>
                  <a:lnTo>
                    <a:pt x="33827" y="145188"/>
                  </a:lnTo>
                  <a:lnTo>
                    <a:pt x="31732" y="141446"/>
                  </a:lnTo>
                  <a:lnTo>
                    <a:pt x="29936" y="137555"/>
                  </a:lnTo>
                  <a:lnTo>
                    <a:pt x="28289" y="133663"/>
                  </a:lnTo>
                  <a:lnTo>
                    <a:pt x="26792" y="129472"/>
                  </a:lnTo>
                  <a:lnTo>
                    <a:pt x="36522" y="123934"/>
                  </a:lnTo>
                  <a:close/>
                  <a:moveTo>
                    <a:pt x="172878" y="123934"/>
                  </a:moveTo>
                  <a:lnTo>
                    <a:pt x="182608" y="129472"/>
                  </a:lnTo>
                  <a:lnTo>
                    <a:pt x="181111" y="133513"/>
                  </a:lnTo>
                  <a:lnTo>
                    <a:pt x="179464" y="137555"/>
                  </a:lnTo>
                  <a:lnTo>
                    <a:pt x="177668" y="141446"/>
                  </a:lnTo>
                  <a:lnTo>
                    <a:pt x="175573" y="145188"/>
                  </a:lnTo>
                  <a:lnTo>
                    <a:pt x="165095" y="141596"/>
                  </a:lnTo>
                  <a:lnTo>
                    <a:pt x="167490" y="137405"/>
                  </a:lnTo>
                  <a:lnTo>
                    <a:pt x="169586" y="133064"/>
                  </a:lnTo>
                  <a:lnTo>
                    <a:pt x="171382" y="128574"/>
                  </a:lnTo>
                  <a:lnTo>
                    <a:pt x="172878" y="123934"/>
                  </a:lnTo>
                  <a:close/>
                  <a:moveTo>
                    <a:pt x="92352" y="129771"/>
                  </a:moveTo>
                  <a:lnTo>
                    <a:pt x="95046" y="147433"/>
                  </a:lnTo>
                  <a:lnTo>
                    <a:pt x="92801" y="146835"/>
                  </a:lnTo>
                  <a:lnTo>
                    <a:pt x="90705" y="146236"/>
                  </a:lnTo>
                  <a:lnTo>
                    <a:pt x="88610" y="145488"/>
                  </a:lnTo>
                  <a:lnTo>
                    <a:pt x="86514" y="144590"/>
                  </a:lnTo>
                  <a:lnTo>
                    <a:pt x="84568" y="143542"/>
                  </a:lnTo>
                  <a:lnTo>
                    <a:pt x="82622" y="142494"/>
                  </a:lnTo>
                  <a:lnTo>
                    <a:pt x="80677" y="141297"/>
                  </a:lnTo>
                  <a:lnTo>
                    <a:pt x="78880" y="140099"/>
                  </a:lnTo>
                  <a:lnTo>
                    <a:pt x="92352" y="129771"/>
                  </a:lnTo>
                  <a:close/>
                  <a:moveTo>
                    <a:pt x="117048" y="129023"/>
                  </a:moveTo>
                  <a:lnTo>
                    <a:pt x="131268" y="139500"/>
                  </a:lnTo>
                  <a:lnTo>
                    <a:pt x="129472" y="140848"/>
                  </a:lnTo>
                  <a:lnTo>
                    <a:pt x="127526" y="142045"/>
                  </a:lnTo>
                  <a:lnTo>
                    <a:pt x="125430" y="143242"/>
                  </a:lnTo>
                  <a:lnTo>
                    <a:pt x="123485" y="144290"/>
                  </a:lnTo>
                  <a:lnTo>
                    <a:pt x="121239" y="145188"/>
                  </a:lnTo>
                  <a:lnTo>
                    <a:pt x="119144" y="146086"/>
                  </a:lnTo>
                  <a:lnTo>
                    <a:pt x="116899" y="146835"/>
                  </a:lnTo>
                  <a:lnTo>
                    <a:pt x="114504" y="147433"/>
                  </a:lnTo>
                  <a:lnTo>
                    <a:pt x="117048" y="129023"/>
                  </a:lnTo>
                  <a:close/>
                  <a:moveTo>
                    <a:pt x="77683" y="140997"/>
                  </a:moveTo>
                  <a:lnTo>
                    <a:pt x="79779" y="142494"/>
                  </a:lnTo>
                  <a:lnTo>
                    <a:pt x="76186" y="148331"/>
                  </a:lnTo>
                  <a:lnTo>
                    <a:pt x="73941" y="146835"/>
                  </a:lnTo>
                  <a:lnTo>
                    <a:pt x="71995" y="145338"/>
                  </a:lnTo>
                  <a:lnTo>
                    <a:pt x="77683" y="140997"/>
                  </a:lnTo>
                  <a:close/>
                  <a:moveTo>
                    <a:pt x="132465" y="140399"/>
                  </a:moveTo>
                  <a:lnTo>
                    <a:pt x="138303" y="144590"/>
                  </a:lnTo>
                  <a:lnTo>
                    <a:pt x="135459" y="146835"/>
                  </a:lnTo>
                  <a:lnTo>
                    <a:pt x="132465" y="148781"/>
                  </a:lnTo>
                  <a:lnTo>
                    <a:pt x="128873" y="142943"/>
                  </a:lnTo>
                  <a:lnTo>
                    <a:pt x="130669" y="141746"/>
                  </a:lnTo>
                  <a:lnTo>
                    <a:pt x="132465" y="140399"/>
                  </a:lnTo>
                  <a:close/>
                  <a:moveTo>
                    <a:pt x="47747" y="141596"/>
                  </a:moveTo>
                  <a:lnTo>
                    <a:pt x="46999" y="142344"/>
                  </a:lnTo>
                  <a:lnTo>
                    <a:pt x="46400" y="143093"/>
                  </a:lnTo>
                  <a:lnTo>
                    <a:pt x="45652" y="143841"/>
                  </a:lnTo>
                  <a:lnTo>
                    <a:pt x="38318" y="152373"/>
                  </a:lnTo>
                  <a:lnTo>
                    <a:pt x="36222" y="149230"/>
                  </a:lnTo>
                  <a:lnTo>
                    <a:pt x="34276" y="146086"/>
                  </a:lnTo>
                  <a:lnTo>
                    <a:pt x="34576" y="145937"/>
                  </a:lnTo>
                  <a:lnTo>
                    <a:pt x="35474" y="147284"/>
                  </a:lnTo>
                  <a:lnTo>
                    <a:pt x="36072" y="148032"/>
                  </a:lnTo>
                  <a:lnTo>
                    <a:pt x="36671" y="148631"/>
                  </a:lnTo>
                  <a:lnTo>
                    <a:pt x="36821" y="148631"/>
                  </a:lnTo>
                  <a:lnTo>
                    <a:pt x="35623" y="146984"/>
                  </a:lnTo>
                  <a:lnTo>
                    <a:pt x="34875" y="145937"/>
                  </a:lnTo>
                  <a:lnTo>
                    <a:pt x="35773" y="145637"/>
                  </a:lnTo>
                  <a:lnTo>
                    <a:pt x="36671" y="146685"/>
                  </a:lnTo>
                  <a:lnTo>
                    <a:pt x="37270" y="147433"/>
                  </a:lnTo>
                  <a:lnTo>
                    <a:pt x="37869" y="148182"/>
                  </a:lnTo>
                  <a:lnTo>
                    <a:pt x="38018" y="148182"/>
                  </a:lnTo>
                  <a:lnTo>
                    <a:pt x="37420" y="147284"/>
                  </a:lnTo>
                  <a:lnTo>
                    <a:pt x="36821" y="146535"/>
                  </a:lnTo>
                  <a:lnTo>
                    <a:pt x="36072" y="145488"/>
                  </a:lnTo>
                  <a:lnTo>
                    <a:pt x="36971" y="145188"/>
                  </a:lnTo>
                  <a:lnTo>
                    <a:pt x="37569" y="146236"/>
                  </a:lnTo>
                  <a:lnTo>
                    <a:pt x="38168" y="146835"/>
                  </a:lnTo>
                  <a:lnTo>
                    <a:pt x="38767" y="147284"/>
                  </a:lnTo>
                  <a:lnTo>
                    <a:pt x="37719" y="145937"/>
                  </a:lnTo>
                  <a:lnTo>
                    <a:pt x="37270" y="145188"/>
                  </a:lnTo>
                  <a:lnTo>
                    <a:pt x="38318" y="144739"/>
                  </a:lnTo>
                  <a:lnTo>
                    <a:pt x="39066" y="145637"/>
                  </a:lnTo>
                  <a:lnTo>
                    <a:pt x="39515" y="146236"/>
                  </a:lnTo>
                  <a:lnTo>
                    <a:pt x="40114" y="146835"/>
                  </a:lnTo>
                  <a:lnTo>
                    <a:pt x="40263" y="146835"/>
                  </a:lnTo>
                  <a:lnTo>
                    <a:pt x="39814" y="146086"/>
                  </a:lnTo>
                  <a:lnTo>
                    <a:pt x="39216" y="145338"/>
                  </a:lnTo>
                  <a:lnTo>
                    <a:pt x="38617" y="144590"/>
                  </a:lnTo>
                  <a:lnTo>
                    <a:pt x="39515" y="144290"/>
                  </a:lnTo>
                  <a:lnTo>
                    <a:pt x="39964" y="145039"/>
                  </a:lnTo>
                  <a:lnTo>
                    <a:pt x="40413" y="145637"/>
                  </a:lnTo>
                  <a:lnTo>
                    <a:pt x="41012" y="146236"/>
                  </a:lnTo>
                  <a:lnTo>
                    <a:pt x="41162" y="146236"/>
                  </a:lnTo>
                  <a:lnTo>
                    <a:pt x="39964" y="144440"/>
                  </a:lnTo>
                  <a:lnTo>
                    <a:pt x="39814" y="144290"/>
                  </a:lnTo>
                  <a:lnTo>
                    <a:pt x="40563" y="143991"/>
                  </a:lnTo>
                  <a:lnTo>
                    <a:pt x="40713" y="144290"/>
                  </a:lnTo>
                  <a:lnTo>
                    <a:pt x="41311" y="145039"/>
                  </a:lnTo>
                  <a:lnTo>
                    <a:pt x="41910" y="145637"/>
                  </a:lnTo>
                  <a:lnTo>
                    <a:pt x="42060" y="145637"/>
                  </a:lnTo>
                  <a:lnTo>
                    <a:pt x="42060" y="145488"/>
                  </a:lnTo>
                  <a:lnTo>
                    <a:pt x="41162" y="144440"/>
                  </a:lnTo>
                  <a:lnTo>
                    <a:pt x="40862" y="143841"/>
                  </a:lnTo>
                  <a:lnTo>
                    <a:pt x="41611" y="143691"/>
                  </a:lnTo>
                  <a:lnTo>
                    <a:pt x="42060" y="144140"/>
                  </a:lnTo>
                  <a:lnTo>
                    <a:pt x="42658" y="145039"/>
                  </a:lnTo>
                  <a:lnTo>
                    <a:pt x="42808" y="145039"/>
                  </a:lnTo>
                  <a:lnTo>
                    <a:pt x="42509" y="144440"/>
                  </a:lnTo>
                  <a:lnTo>
                    <a:pt x="42060" y="143991"/>
                  </a:lnTo>
                  <a:lnTo>
                    <a:pt x="41760" y="143542"/>
                  </a:lnTo>
                  <a:lnTo>
                    <a:pt x="42509" y="143242"/>
                  </a:lnTo>
                  <a:lnTo>
                    <a:pt x="42808" y="143542"/>
                  </a:lnTo>
                  <a:lnTo>
                    <a:pt x="43107" y="143991"/>
                  </a:lnTo>
                  <a:lnTo>
                    <a:pt x="43556" y="144440"/>
                  </a:lnTo>
                  <a:lnTo>
                    <a:pt x="43706" y="144290"/>
                  </a:lnTo>
                  <a:lnTo>
                    <a:pt x="42958" y="143392"/>
                  </a:lnTo>
                  <a:lnTo>
                    <a:pt x="42808" y="143242"/>
                  </a:lnTo>
                  <a:lnTo>
                    <a:pt x="43556" y="142943"/>
                  </a:lnTo>
                  <a:lnTo>
                    <a:pt x="44454" y="143841"/>
                  </a:lnTo>
                  <a:lnTo>
                    <a:pt x="44604" y="143841"/>
                  </a:lnTo>
                  <a:lnTo>
                    <a:pt x="43856" y="142793"/>
                  </a:lnTo>
                  <a:lnTo>
                    <a:pt x="44454" y="142644"/>
                  </a:lnTo>
                  <a:lnTo>
                    <a:pt x="44604" y="142793"/>
                  </a:lnTo>
                  <a:lnTo>
                    <a:pt x="44904" y="143093"/>
                  </a:lnTo>
                  <a:lnTo>
                    <a:pt x="45353" y="143392"/>
                  </a:lnTo>
                  <a:lnTo>
                    <a:pt x="45502" y="143392"/>
                  </a:lnTo>
                  <a:lnTo>
                    <a:pt x="45053" y="142943"/>
                  </a:lnTo>
                  <a:lnTo>
                    <a:pt x="44904" y="142644"/>
                  </a:lnTo>
                  <a:lnTo>
                    <a:pt x="44754" y="142494"/>
                  </a:lnTo>
                  <a:lnTo>
                    <a:pt x="45353" y="142344"/>
                  </a:lnTo>
                  <a:lnTo>
                    <a:pt x="45502" y="142344"/>
                  </a:lnTo>
                  <a:lnTo>
                    <a:pt x="45951" y="142793"/>
                  </a:lnTo>
                  <a:lnTo>
                    <a:pt x="46101" y="142793"/>
                  </a:lnTo>
                  <a:lnTo>
                    <a:pt x="45652" y="142195"/>
                  </a:lnTo>
                  <a:lnTo>
                    <a:pt x="45802" y="142195"/>
                  </a:lnTo>
                  <a:lnTo>
                    <a:pt x="46400" y="142045"/>
                  </a:lnTo>
                  <a:lnTo>
                    <a:pt x="46999" y="142344"/>
                  </a:lnTo>
                  <a:lnTo>
                    <a:pt x="46700" y="141895"/>
                  </a:lnTo>
                  <a:lnTo>
                    <a:pt x="47747" y="141596"/>
                  </a:lnTo>
                  <a:close/>
                  <a:moveTo>
                    <a:pt x="174226" y="110313"/>
                  </a:moveTo>
                  <a:lnTo>
                    <a:pt x="174076" y="112858"/>
                  </a:lnTo>
                  <a:lnTo>
                    <a:pt x="173777" y="115402"/>
                  </a:lnTo>
                  <a:lnTo>
                    <a:pt x="173328" y="117947"/>
                  </a:lnTo>
                  <a:lnTo>
                    <a:pt x="172729" y="120342"/>
                  </a:lnTo>
                  <a:lnTo>
                    <a:pt x="166742" y="120342"/>
                  </a:lnTo>
                  <a:lnTo>
                    <a:pt x="171980" y="123335"/>
                  </a:lnTo>
                  <a:lnTo>
                    <a:pt x="170484" y="128125"/>
                  </a:lnTo>
                  <a:lnTo>
                    <a:pt x="168687" y="132615"/>
                  </a:lnTo>
                  <a:lnTo>
                    <a:pt x="166592" y="137106"/>
                  </a:lnTo>
                  <a:lnTo>
                    <a:pt x="164197" y="141297"/>
                  </a:lnTo>
                  <a:lnTo>
                    <a:pt x="158659" y="139500"/>
                  </a:lnTo>
                  <a:lnTo>
                    <a:pt x="162551" y="143841"/>
                  </a:lnTo>
                  <a:lnTo>
                    <a:pt x="160904" y="146086"/>
                  </a:lnTo>
                  <a:lnTo>
                    <a:pt x="159258" y="148182"/>
                  </a:lnTo>
                  <a:lnTo>
                    <a:pt x="157611" y="150277"/>
                  </a:lnTo>
                  <a:lnTo>
                    <a:pt x="155815" y="152373"/>
                  </a:lnTo>
                  <a:lnTo>
                    <a:pt x="145936" y="139351"/>
                  </a:lnTo>
                  <a:lnTo>
                    <a:pt x="147733" y="137106"/>
                  </a:lnTo>
                  <a:lnTo>
                    <a:pt x="149379" y="134860"/>
                  </a:lnTo>
                  <a:lnTo>
                    <a:pt x="152522" y="136956"/>
                  </a:lnTo>
                  <a:lnTo>
                    <a:pt x="152373" y="137854"/>
                  </a:lnTo>
                  <a:lnTo>
                    <a:pt x="152522" y="138602"/>
                  </a:lnTo>
                  <a:lnTo>
                    <a:pt x="153121" y="139201"/>
                  </a:lnTo>
                  <a:lnTo>
                    <a:pt x="153869" y="139650"/>
                  </a:lnTo>
                  <a:lnTo>
                    <a:pt x="154169" y="139800"/>
                  </a:lnTo>
                  <a:lnTo>
                    <a:pt x="154618" y="139800"/>
                  </a:lnTo>
                  <a:lnTo>
                    <a:pt x="155516" y="139650"/>
                  </a:lnTo>
                  <a:lnTo>
                    <a:pt x="156115" y="139201"/>
                  </a:lnTo>
                  <a:lnTo>
                    <a:pt x="156414" y="138752"/>
                  </a:lnTo>
                  <a:lnTo>
                    <a:pt x="156564" y="138453"/>
                  </a:lnTo>
                  <a:lnTo>
                    <a:pt x="156713" y="138004"/>
                  </a:lnTo>
                  <a:lnTo>
                    <a:pt x="156713" y="137555"/>
                  </a:lnTo>
                  <a:lnTo>
                    <a:pt x="156564" y="136657"/>
                  </a:lnTo>
                  <a:lnTo>
                    <a:pt x="156115" y="136058"/>
                  </a:lnTo>
                  <a:lnTo>
                    <a:pt x="155665" y="135758"/>
                  </a:lnTo>
                  <a:lnTo>
                    <a:pt x="155366" y="135609"/>
                  </a:lnTo>
                  <a:lnTo>
                    <a:pt x="154618" y="135459"/>
                  </a:lnTo>
                  <a:lnTo>
                    <a:pt x="154019" y="135459"/>
                  </a:lnTo>
                  <a:lnTo>
                    <a:pt x="153420" y="135758"/>
                  </a:lnTo>
                  <a:lnTo>
                    <a:pt x="152971" y="136058"/>
                  </a:lnTo>
                  <a:lnTo>
                    <a:pt x="149828" y="134112"/>
                  </a:lnTo>
                  <a:lnTo>
                    <a:pt x="152073" y="130520"/>
                  </a:lnTo>
                  <a:lnTo>
                    <a:pt x="153869" y="126778"/>
                  </a:lnTo>
                  <a:lnTo>
                    <a:pt x="155516" y="122736"/>
                  </a:lnTo>
                  <a:lnTo>
                    <a:pt x="156713" y="118695"/>
                  </a:lnTo>
                  <a:lnTo>
                    <a:pt x="160605" y="119593"/>
                  </a:lnTo>
                  <a:lnTo>
                    <a:pt x="160755" y="120342"/>
                  </a:lnTo>
                  <a:lnTo>
                    <a:pt x="161204" y="121090"/>
                  </a:lnTo>
                  <a:lnTo>
                    <a:pt x="161952" y="121539"/>
                  </a:lnTo>
                  <a:lnTo>
                    <a:pt x="162700" y="121689"/>
                  </a:lnTo>
                  <a:lnTo>
                    <a:pt x="163149" y="121689"/>
                  </a:lnTo>
                  <a:lnTo>
                    <a:pt x="163598" y="121539"/>
                  </a:lnTo>
                  <a:lnTo>
                    <a:pt x="164347" y="121090"/>
                  </a:lnTo>
                  <a:lnTo>
                    <a:pt x="164796" y="120342"/>
                  </a:lnTo>
                  <a:lnTo>
                    <a:pt x="164946" y="120042"/>
                  </a:lnTo>
                  <a:lnTo>
                    <a:pt x="164946" y="119593"/>
                  </a:lnTo>
                  <a:lnTo>
                    <a:pt x="164946" y="119144"/>
                  </a:lnTo>
                  <a:lnTo>
                    <a:pt x="164796" y="118695"/>
                  </a:lnTo>
                  <a:lnTo>
                    <a:pt x="164347" y="117947"/>
                  </a:lnTo>
                  <a:lnTo>
                    <a:pt x="163748" y="117498"/>
                  </a:lnTo>
                  <a:lnTo>
                    <a:pt x="163299" y="117348"/>
                  </a:lnTo>
                  <a:lnTo>
                    <a:pt x="162102" y="117348"/>
                  </a:lnTo>
                  <a:lnTo>
                    <a:pt x="161653" y="117647"/>
                  </a:lnTo>
                  <a:lnTo>
                    <a:pt x="161054" y="118096"/>
                  </a:lnTo>
                  <a:lnTo>
                    <a:pt x="160755" y="118545"/>
                  </a:lnTo>
                  <a:lnTo>
                    <a:pt x="157013" y="117797"/>
                  </a:lnTo>
                  <a:lnTo>
                    <a:pt x="157611" y="115253"/>
                  </a:lnTo>
                  <a:lnTo>
                    <a:pt x="157911" y="112858"/>
                  </a:lnTo>
                  <a:lnTo>
                    <a:pt x="174226" y="110313"/>
                  </a:lnTo>
                  <a:close/>
                  <a:moveTo>
                    <a:pt x="163000" y="142045"/>
                  </a:moveTo>
                  <a:lnTo>
                    <a:pt x="163598" y="142195"/>
                  </a:lnTo>
                  <a:lnTo>
                    <a:pt x="163748" y="142195"/>
                  </a:lnTo>
                  <a:lnTo>
                    <a:pt x="163299" y="142793"/>
                  </a:lnTo>
                  <a:lnTo>
                    <a:pt x="163449" y="142793"/>
                  </a:lnTo>
                  <a:lnTo>
                    <a:pt x="164047" y="142344"/>
                  </a:lnTo>
                  <a:lnTo>
                    <a:pt x="164646" y="142494"/>
                  </a:lnTo>
                  <a:lnTo>
                    <a:pt x="164646" y="142644"/>
                  </a:lnTo>
                  <a:lnTo>
                    <a:pt x="164197" y="143242"/>
                  </a:lnTo>
                  <a:lnTo>
                    <a:pt x="164047" y="143392"/>
                  </a:lnTo>
                  <a:lnTo>
                    <a:pt x="164497" y="143093"/>
                  </a:lnTo>
                  <a:lnTo>
                    <a:pt x="164796" y="142793"/>
                  </a:lnTo>
                  <a:lnTo>
                    <a:pt x="164946" y="142644"/>
                  </a:lnTo>
                  <a:lnTo>
                    <a:pt x="165694" y="142793"/>
                  </a:lnTo>
                  <a:lnTo>
                    <a:pt x="164946" y="143841"/>
                  </a:lnTo>
                  <a:lnTo>
                    <a:pt x="165844" y="142943"/>
                  </a:lnTo>
                  <a:lnTo>
                    <a:pt x="166592" y="143242"/>
                  </a:lnTo>
                  <a:lnTo>
                    <a:pt x="166442" y="143392"/>
                  </a:lnTo>
                  <a:lnTo>
                    <a:pt x="165844" y="144290"/>
                  </a:lnTo>
                  <a:lnTo>
                    <a:pt x="165844" y="144440"/>
                  </a:lnTo>
                  <a:lnTo>
                    <a:pt x="166293" y="143991"/>
                  </a:lnTo>
                  <a:lnTo>
                    <a:pt x="166592" y="143542"/>
                  </a:lnTo>
                  <a:lnTo>
                    <a:pt x="166891" y="143242"/>
                  </a:lnTo>
                  <a:lnTo>
                    <a:pt x="167640" y="143542"/>
                  </a:lnTo>
                  <a:lnTo>
                    <a:pt x="167340" y="143991"/>
                  </a:lnTo>
                  <a:lnTo>
                    <a:pt x="166891" y="144440"/>
                  </a:lnTo>
                  <a:lnTo>
                    <a:pt x="166742" y="145039"/>
                  </a:lnTo>
                  <a:lnTo>
                    <a:pt x="167490" y="144140"/>
                  </a:lnTo>
                  <a:lnTo>
                    <a:pt x="167789" y="143691"/>
                  </a:lnTo>
                  <a:lnTo>
                    <a:pt x="168687" y="143841"/>
                  </a:lnTo>
                  <a:lnTo>
                    <a:pt x="168238" y="144440"/>
                  </a:lnTo>
                  <a:lnTo>
                    <a:pt x="167490" y="145488"/>
                  </a:lnTo>
                  <a:lnTo>
                    <a:pt x="167490" y="145637"/>
                  </a:lnTo>
                  <a:lnTo>
                    <a:pt x="168089" y="145039"/>
                  </a:lnTo>
                  <a:lnTo>
                    <a:pt x="168687" y="144290"/>
                  </a:lnTo>
                  <a:lnTo>
                    <a:pt x="168987" y="143991"/>
                  </a:lnTo>
                  <a:lnTo>
                    <a:pt x="169735" y="144290"/>
                  </a:lnTo>
                  <a:lnTo>
                    <a:pt x="169436" y="144440"/>
                  </a:lnTo>
                  <a:lnTo>
                    <a:pt x="168238" y="146236"/>
                  </a:lnTo>
                  <a:lnTo>
                    <a:pt x="168388" y="146236"/>
                  </a:lnTo>
                  <a:lnTo>
                    <a:pt x="168987" y="145637"/>
                  </a:lnTo>
                  <a:lnTo>
                    <a:pt x="169436" y="145039"/>
                  </a:lnTo>
                  <a:lnTo>
                    <a:pt x="169885" y="144290"/>
                  </a:lnTo>
                  <a:lnTo>
                    <a:pt x="170783" y="144590"/>
                  </a:lnTo>
                  <a:lnTo>
                    <a:pt x="170184" y="145338"/>
                  </a:lnTo>
                  <a:lnTo>
                    <a:pt x="169735" y="146086"/>
                  </a:lnTo>
                  <a:lnTo>
                    <a:pt x="169286" y="146835"/>
                  </a:lnTo>
                  <a:lnTo>
                    <a:pt x="169286" y="146835"/>
                  </a:lnTo>
                  <a:lnTo>
                    <a:pt x="169885" y="146236"/>
                  </a:lnTo>
                  <a:lnTo>
                    <a:pt x="170484" y="145637"/>
                  </a:lnTo>
                  <a:lnTo>
                    <a:pt x="171082" y="144739"/>
                  </a:lnTo>
                  <a:lnTo>
                    <a:pt x="172280" y="145188"/>
                  </a:lnTo>
                  <a:lnTo>
                    <a:pt x="171681" y="145937"/>
                  </a:lnTo>
                  <a:lnTo>
                    <a:pt x="170633" y="147284"/>
                  </a:lnTo>
                  <a:lnTo>
                    <a:pt x="171232" y="146835"/>
                  </a:lnTo>
                  <a:lnTo>
                    <a:pt x="171831" y="146236"/>
                  </a:lnTo>
                  <a:lnTo>
                    <a:pt x="172579" y="145188"/>
                  </a:lnTo>
                  <a:lnTo>
                    <a:pt x="173328" y="145488"/>
                  </a:lnTo>
                  <a:lnTo>
                    <a:pt x="172579" y="146535"/>
                  </a:lnTo>
                  <a:lnTo>
                    <a:pt x="171980" y="147284"/>
                  </a:lnTo>
                  <a:lnTo>
                    <a:pt x="171531" y="148182"/>
                  </a:lnTo>
                  <a:lnTo>
                    <a:pt x="171531" y="148182"/>
                  </a:lnTo>
                  <a:lnTo>
                    <a:pt x="172280" y="147433"/>
                  </a:lnTo>
                  <a:lnTo>
                    <a:pt x="172729" y="146685"/>
                  </a:lnTo>
                  <a:lnTo>
                    <a:pt x="173627" y="145637"/>
                  </a:lnTo>
                  <a:lnTo>
                    <a:pt x="174525" y="145937"/>
                  </a:lnTo>
                  <a:lnTo>
                    <a:pt x="173777" y="146984"/>
                  </a:lnTo>
                  <a:lnTo>
                    <a:pt x="172579" y="148631"/>
                  </a:lnTo>
                  <a:lnTo>
                    <a:pt x="172729" y="148631"/>
                  </a:lnTo>
                  <a:lnTo>
                    <a:pt x="173328" y="148032"/>
                  </a:lnTo>
                  <a:lnTo>
                    <a:pt x="173926" y="147284"/>
                  </a:lnTo>
                  <a:lnTo>
                    <a:pt x="174824" y="145937"/>
                  </a:lnTo>
                  <a:lnTo>
                    <a:pt x="175124" y="146086"/>
                  </a:lnTo>
                  <a:lnTo>
                    <a:pt x="173178" y="149230"/>
                  </a:lnTo>
                  <a:lnTo>
                    <a:pt x="171082" y="152373"/>
                  </a:lnTo>
                  <a:lnTo>
                    <a:pt x="163748" y="143841"/>
                  </a:lnTo>
                  <a:lnTo>
                    <a:pt x="163000" y="143093"/>
                  </a:lnTo>
                  <a:lnTo>
                    <a:pt x="162551" y="142344"/>
                  </a:lnTo>
                  <a:lnTo>
                    <a:pt x="163000" y="142045"/>
                  </a:lnTo>
                  <a:close/>
                  <a:moveTo>
                    <a:pt x="35174" y="110912"/>
                  </a:moveTo>
                  <a:lnTo>
                    <a:pt x="51489" y="113157"/>
                  </a:lnTo>
                  <a:lnTo>
                    <a:pt x="52088" y="116600"/>
                  </a:lnTo>
                  <a:lnTo>
                    <a:pt x="48346" y="117647"/>
                  </a:lnTo>
                  <a:lnTo>
                    <a:pt x="47747" y="117049"/>
                  </a:lnTo>
                  <a:lnTo>
                    <a:pt x="47149" y="116600"/>
                  </a:lnTo>
                  <a:lnTo>
                    <a:pt x="46251" y="116450"/>
                  </a:lnTo>
                  <a:lnTo>
                    <a:pt x="45502" y="116749"/>
                  </a:lnTo>
                  <a:lnTo>
                    <a:pt x="45053" y="116899"/>
                  </a:lnTo>
                  <a:lnTo>
                    <a:pt x="44754" y="117198"/>
                  </a:lnTo>
                  <a:lnTo>
                    <a:pt x="44305" y="117947"/>
                  </a:lnTo>
                  <a:lnTo>
                    <a:pt x="44305" y="118845"/>
                  </a:lnTo>
                  <a:lnTo>
                    <a:pt x="44305" y="119294"/>
                  </a:lnTo>
                  <a:lnTo>
                    <a:pt x="44454" y="119743"/>
                  </a:lnTo>
                  <a:lnTo>
                    <a:pt x="44754" y="120042"/>
                  </a:lnTo>
                  <a:lnTo>
                    <a:pt x="45053" y="120342"/>
                  </a:lnTo>
                  <a:lnTo>
                    <a:pt x="45652" y="120791"/>
                  </a:lnTo>
                  <a:lnTo>
                    <a:pt x="46550" y="120940"/>
                  </a:lnTo>
                  <a:lnTo>
                    <a:pt x="46999" y="120791"/>
                  </a:lnTo>
                  <a:lnTo>
                    <a:pt x="47448" y="120641"/>
                  </a:lnTo>
                  <a:lnTo>
                    <a:pt x="47897" y="120342"/>
                  </a:lnTo>
                  <a:lnTo>
                    <a:pt x="48346" y="119743"/>
                  </a:lnTo>
                  <a:lnTo>
                    <a:pt x="48645" y="119294"/>
                  </a:lnTo>
                  <a:lnTo>
                    <a:pt x="48645" y="118545"/>
                  </a:lnTo>
                  <a:lnTo>
                    <a:pt x="52387" y="117498"/>
                  </a:lnTo>
                  <a:lnTo>
                    <a:pt x="53585" y="121689"/>
                  </a:lnTo>
                  <a:lnTo>
                    <a:pt x="55082" y="125730"/>
                  </a:lnTo>
                  <a:lnTo>
                    <a:pt x="56878" y="129622"/>
                  </a:lnTo>
                  <a:lnTo>
                    <a:pt x="59123" y="133364"/>
                  </a:lnTo>
                  <a:lnTo>
                    <a:pt x="55680" y="135609"/>
                  </a:lnTo>
                  <a:lnTo>
                    <a:pt x="54932" y="135160"/>
                  </a:lnTo>
                  <a:lnTo>
                    <a:pt x="54034" y="135010"/>
                  </a:lnTo>
                  <a:lnTo>
                    <a:pt x="53285" y="135160"/>
                  </a:lnTo>
                  <a:lnTo>
                    <a:pt x="52537" y="135609"/>
                  </a:lnTo>
                  <a:lnTo>
                    <a:pt x="52238" y="136058"/>
                  </a:lnTo>
                  <a:lnTo>
                    <a:pt x="52088" y="136357"/>
                  </a:lnTo>
                  <a:lnTo>
                    <a:pt x="51938" y="137255"/>
                  </a:lnTo>
                  <a:lnTo>
                    <a:pt x="52088" y="138004"/>
                  </a:lnTo>
                  <a:lnTo>
                    <a:pt x="52238" y="138453"/>
                  </a:lnTo>
                  <a:lnTo>
                    <a:pt x="52537" y="138752"/>
                  </a:lnTo>
                  <a:lnTo>
                    <a:pt x="52986" y="139051"/>
                  </a:lnTo>
                  <a:lnTo>
                    <a:pt x="53285" y="139201"/>
                  </a:lnTo>
                  <a:lnTo>
                    <a:pt x="54184" y="139351"/>
                  </a:lnTo>
                  <a:lnTo>
                    <a:pt x="54932" y="139201"/>
                  </a:lnTo>
                  <a:lnTo>
                    <a:pt x="55381" y="139051"/>
                  </a:lnTo>
                  <a:lnTo>
                    <a:pt x="55680" y="138752"/>
                  </a:lnTo>
                  <a:lnTo>
                    <a:pt x="56129" y="138303"/>
                  </a:lnTo>
                  <a:lnTo>
                    <a:pt x="56279" y="137704"/>
                  </a:lnTo>
                  <a:lnTo>
                    <a:pt x="56279" y="136956"/>
                  </a:lnTo>
                  <a:lnTo>
                    <a:pt x="56129" y="136357"/>
                  </a:lnTo>
                  <a:lnTo>
                    <a:pt x="59572" y="134262"/>
                  </a:lnTo>
                  <a:lnTo>
                    <a:pt x="61817" y="137255"/>
                  </a:lnTo>
                  <a:lnTo>
                    <a:pt x="64062" y="140099"/>
                  </a:lnTo>
                  <a:lnTo>
                    <a:pt x="54483" y="153271"/>
                  </a:lnTo>
                  <a:lnTo>
                    <a:pt x="52387" y="151026"/>
                  </a:lnTo>
                  <a:lnTo>
                    <a:pt x="50442" y="148781"/>
                  </a:lnTo>
                  <a:lnTo>
                    <a:pt x="48645" y="146386"/>
                  </a:lnTo>
                  <a:lnTo>
                    <a:pt x="46849" y="143991"/>
                  </a:lnTo>
                  <a:lnTo>
                    <a:pt x="50891" y="139500"/>
                  </a:lnTo>
                  <a:lnTo>
                    <a:pt x="45203" y="141297"/>
                  </a:lnTo>
                  <a:lnTo>
                    <a:pt x="42808" y="137106"/>
                  </a:lnTo>
                  <a:lnTo>
                    <a:pt x="40713" y="132615"/>
                  </a:lnTo>
                  <a:lnTo>
                    <a:pt x="38916" y="128125"/>
                  </a:lnTo>
                  <a:lnTo>
                    <a:pt x="37420" y="123335"/>
                  </a:lnTo>
                  <a:lnTo>
                    <a:pt x="42658" y="120342"/>
                  </a:lnTo>
                  <a:lnTo>
                    <a:pt x="36671" y="120342"/>
                  </a:lnTo>
                  <a:lnTo>
                    <a:pt x="35773" y="115702"/>
                  </a:lnTo>
                  <a:lnTo>
                    <a:pt x="35174" y="110912"/>
                  </a:lnTo>
                  <a:close/>
                  <a:moveTo>
                    <a:pt x="80677" y="143093"/>
                  </a:moveTo>
                  <a:lnTo>
                    <a:pt x="83371" y="144739"/>
                  </a:lnTo>
                  <a:lnTo>
                    <a:pt x="86364" y="146086"/>
                  </a:lnTo>
                  <a:lnTo>
                    <a:pt x="89508" y="147284"/>
                  </a:lnTo>
                  <a:lnTo>
                    <a:pt x="92651" y="148331"/>
                  </a:lnTo>
                  <a:lnTo>
                    <a:pt x="91453" y="155217"/>
                  </a:lnTo>
                  <a:lnTo>
                    <a:pt x="87562" y="154019"/>
                  </a:lnTo>
                  <a:lnTo>
                    <a:pt x="83820" y="152522"/>
                  </a:lnTo>
                  <a:lnTo>
                    <a:pt x="80377" y="150876"/>
                  </a:lnTo>
                  <a:lnTo>
                    <a:pt x="76935" y="148930"/>
                  </a:lnTo>
                  <a:lnTo>
                    <a:pt x="80677" y="143093"/>
                  </a:lnTo>
                  <a:close/>
                  <a:moveTo>
                    <a:pt x="128125" y="143542"/>
                  </a:moveTo>
                  <a:lnTo>
                    <a:pt x="131717" y="149379"/>
                  </a:lnTo>
                  <a:lnTo>
                    <a:pt x="128274" y="151325"/>
                  </a:lnTo>
                  <a:lnTo>
                    <a:pt x="124532" y="152972"/>
                  </a:lnTo>
                  <a:lnTo>
                    <a:pt x="120790" y="154319"/>
                  </a:lnTo>
                  <a:lnTo>
                    <a:pt x="116899" y="155366"/>
                  </a:lnTo>
                  <a:lnTo>
                    <a:pt x="115552" y="148631"/>
                  </a:lnTo>
                  <a:lnTo>
                    <a:pt x="118845" y="147733"/>
                  </a:lnTo>
                  <a:lnTo>
                    <a:pt x="121988" y="146535"/>
                  </a:lnTo>
                  <a:lnTo>
                    <a:pt x="125131" y="145188"/>
                  </a:lnTo>
                  <a:lnTo>
                    <a:pt x="128125" y="143542"/>
                  </a:lnTo>
                  <a:close/>
                  <a:moveTo>
                    <a:pt x="114504" y="148930"/>
                  </a:moveTo>
                  <a:lnTo>
                    <a:pt x="116001" y="155666"/>
                  </a:lnTo>
                  <a:lnTo>
                    <a:pt x="113307" y="156115"/>
                  </a:lnTo>
                  <a:lnTo>
                    <a:pt x="114354" y="148930"/>
                  </a:lnTo>
                  <a:close/>
                  <a:moveTo>
                    <a:pt x="93549" y="148631"/>
                  </a:moveTo>
                  <a:lnTo>
                    <a:pt x="95345" y="149080"/>
                  </a:lnTo>
                  <a:lnTo>
                    <a:pt x="96393" y="156264"/>
                  </a:lnTo>
                  <a:lnTo>
                    <a:pt x="92352" y="155366"/>
                  </a:lnTo>
                  <a:lnTo>
                    <a:pt x="93549" y="148631"/>
                  </a:lnTo>
                  <a:close/>
                  <a:moveTo>
                    <a:pt x="127676" y="117348"/>
                  </a:moveTo>
                  <a:lnTo>
                    <a:pt x="138902" y="132017"/>
                  </a:lnTo>
                  <a:lnTo>
                    <a:pt x="139800" y="133364"/>
                  </a:lnTo>
                  <a:lnTo>
                    <a:pt x="143991" y="138902"/>
                  </a:lnTo>
                  <a:lnTo>
                    <a:pt x="145188" y="140399"/>
                  </a:lnTo>
                  <a:lnTo>
                    <a:pt x="154917" y="153271"/>
                  </a:lnTo>
                  <a:lnTo>
                    <a:pt x="155516" y="154019"/>
                  </a:lnTo>
                  <a:lnTo>
                    <a:pt x="158659" y="158210"/>
                  </a:lnTo>
                  <a:lnTo>
                    <a:pt x="154468" y="155067"/>
                  </a:lnTo>
                  <a:lnTo>
                    <a:pt x="153720" y="154468"/>
                  </a:lnTo>
                  <a:lnTo>
                    <a:pt x="140698" y="144889"/>
                  </a:lnTo>
                  <a:lnTo>
                    <a:pt x="139201" y="143841"/>
                  </a:lnTo>
                  <a:lnTo>
                    <a:pt x="133513" y="139650"/>
                  </a:lnTo>
                  <a:lnTo>
                    <a:pt x="132316" y="138752"/>
                  </a:lnTo>
                  <a:lnTo>
                    <a:pt x="117348" y="127676"/>
                  </a:lnTo>
                  <a:lnTo>
                    <a:pt x="118545" y="118845"/>
                  </a:lnTo>
                  <a:lnTo>
                    <a:pt x="121090" y="118396"/>
                  </a:lnTo>
                  <a:lnTo>
                    <a:pt x="120341" y="118994"/>
                  </a:lnTo>
                  <a:lnTo>
                    <a:pt x="119892" y="119743"/>
                  </a:lnTo>
                  <a:lnTo>
                    <a:pt x="119892" y="119893"/>
                  </a:lnTo>
                  <a:lnTo>
                    <a:pt x="120940" y="119144"/>
                  </a:lnTo>
                  <a:lnTo>
                    <a:pt x="121688" y="118246"/>
                  </a:lnTo>
                  <a:lnTo>
                    <a:pt x="125281" y="117797"/>
                  </a:lnTo>
                  <a:lnTo>
                    <a:pt x="123784" y="119144"/>
                  </a:lnTo>
                  <a:lnTo>
                    <a:pt x="122587" y="120342"/>
                  </a:lnTo>
                  <a:lnTo>
                    <a:pt x="121988" y="121090"/>
                  </a:lnTo>
                  <a:lnTo>
                    <a:pt x="121389" y="121689"/>
                  </a:lnTo>
                  <a:lnTo>
                    <a:pt x="121389" y="121838"/>
                  </a:lnTo>
                  <a:lnTo>
                    <a:pt x="121539" y="121838"/>
                  </a:lnTo>
                  <a:lnTo>
                    <a:pt x="122138" y="121240"/>
                  </a:lnTo>
                  <a:lnTo>
                    <a:pt x="122736" y="120641"/>
                  </a:lnTo>
                  <a:lnTo>
                    <a:pt x="123934" y="119444"/>
                  </a:lnTo>
                  <a:lnTo>
                    <a:pt x="125730" y="117647"/>
                  </a:lnTo>
                  <a:lnTo>
                    <a:pt x="127676" y="117348"/>
                  </a:lnTo>
                  <a:close/>
                  <a:moveTo>
                    <a:pt x="82323" y="117348"/>
                  </a:moveTo>
                  <a:lnTo>
                    <a:pt x="90705" y="118545"/>
                  </a:lnTo>
                  <a:lnTo>
                    <a:pt x="91154" y="121389"/>
                  </a:lnTo>
                  <a:lnTo>
                    <a:pt x="90555" y="120940"/>
                  </a:lnTo>
                  <a:lnTo>
                    <a:pt x="89957" y="120491"/>
                  </a:lnTo>
                  <a:lnTo>
                    <a:pt x="89807" y="120491"/>
                  </a:lnTo>
                  <a:lnTo>
                    <a:pt x="90406" y="121389"/>
                  </a:lnTo>
                  <a:lnTo>
                    <a:pt x="91154" y="122138"/>
                  </a:lnTo>
                  <a:lnTo>
                    <a:pt x="91753" y="125580"/>
                  </a:lnTo>
                  <a:lnTo>
                    <a:pt x="90555" y="124383"/>
                  </a:lnTo>
                  <a:lnTo>
                    <a:pt x="89358" y="123185"/>
                  </a:lnTo>
                  <a:lnTo>
                    <a:pt x="88610" y="122587"/>
                  </a:lnTo>
                  <a:lnTo>
                    <a:pt x="88011" y="121988"/>
                  </a:lnTo>
                  <a:lnTo>
                    <a:pt x="87861" y="121988"/>
                  </a:lnTo>
                  <a:lnTo>
                    <a:pt x="87861" y="122138"/>
                  </a:lnTo>
                  <a:lnTo>
                    <a:pt x="88460" y="122736"/>
                  </a:lnTo>
                  <a:lnTo>
                    <a:pt x="89059" y="123335"/>
                  </a:lnTo>
                  <a:lnTo>
                    <a:pt x="90256" y="124533"/>
                  </a:lnTo>
                  <a:lnTo>
                    <a:pt x="91753" y="126179"/>
                  </a:lnTo>
                  <a:lnTo>
                    <a:pt x="92202" y="128424"/>
                  </a:lnTo>
                  <a:lnTo>
                    <a:pt x="77833" y="139351"/>
                  </a:lnTo>
                  <a:lnTo>
                    <a:pt x="76635" y="140249"/>
                  </a:lnTo>
                  <a:lnTo>
                    <a:pt x="70948" y="144440"/>
                  </a:lnTo>
                  <a:lnTo>
                    <a:pt x="69600" y="145637"/>
                  </a:lnTo>
                  <a:lnTo>
                    <a:pt x="56578" y="155366"/>
                  </a:lnTo>
                  <a:lnTo>
                    <a:pt x="55830" y="155965"/>
                  </a:lnTo>
                  <a:lnTo>
                    <a:pt x="51489" y="159258"/>
                  </a:lnTo>
                  <a:lnTo>
                    <a:pt x="54782" y="154917"/>
                  </a:lnTo>
                  <a:lnTo>
                    <a:pt x="55381" y="154169"/>
                  </a:lnTo>
                  <a:lnTo>
                    <a:pt x="64960" y="141147"/>
                  </a:lnTo>
                  <a:lnTo>
                    <a:pt x="66008" y="139650"/>
                  </a:lnTo>
                  <a:lnTo>
                    <a:pt x="70199" y="133962"/>
                  </a:lnTo>
                  <a:lnTo>
                    <a:pt x="71097" y="132765"/>
                  </a:lnTo>
                  <a:lnTo>
                    <a:pt x="82323" y="117348"/>
                  </a:lnTo>
                  <a:close/>
                  <a:moveTo>
                    <a:pt x="68852" y="162701"/>
                  </a:moveTo>
                  <a:lnTo>
                    <a:pt x="68702" y="163748"/>
                  </a:lnTo>
                  <a:lnTo>
                    <a:pt x="68104" y="163449"/>
                  </a:lnTo>
                  <a:lnTo>
                    <a:pt x="68852" y="162701"/>
                  </a:lnTo>
                  <a:close/>
                  <a:moveTo>
                    <a:pt x="140548" y="162701"/>
                  </a:moveTo>
                  <a:lnTo>
                    <a:pt x="141296" y="163449"/>
                  </a:lnTo>
                  <a:lnTo>
                    <a:pt x="140847" y="163748"/>
                  </a:lnTo>
                  <a:lnTo>
                    <a:pt x="140548" y="162701"/>
                  </a:lnTo>
                  <a:close/>
                  <a:moveTo>
                    <a:pt x="46251" y="144739"/>
                  </a:moveTo>
                  <a:lnTo>
                    <a:pt x="48047" y="147134"/>
                  </a:lnTo>
                  <a:lnTo>
                    <a:pt x="49843" y="149529"/>
                  </a:lnTo>
                  <a:lnTo>
                    <a:pt x="51789" y="151774"/>
                  </a:lnTo>
                  <a:lnTo>
                    <a:pt x="53884" y="154019"/>
                  </a:lnTo>
                  <a:lnTo>
                    <a:pt x="48047" y="161952"/>
                  </a:lnTo>
                  <a:lnTo>
                    <a:pt x="48945" y="162850"/>
                  </a:lnTo>
                  <a:lnTo>
                    <a:pt x="56728" y="156863"/>
                  </a:lnTo>
                  <a:lnTo>
                    <a:pt x="58973" y="158809"/>
                  </a:lnTo>
                  <a:lnTo>
                    <a:pt x="61218" y="160605"/>
                  </a:lnTo>
                  <a:lnTo>
                    <a:pt x="63613" y="162401"/>
                  </a:lnTo>
                  <a:lnTo>
                    <a:pt x="66158" y="164048"/>
                  </a:lnTo>
                  <a:lnTo>
                    <a:pt x="58225" y="171831"/>
                  </a:lnTo>
                  <a:lnTo>
                    <a:pt x="55381" y="169885"/>
                  </a:lnTo>
                  <a:lnTo>
                    <a:pt x="52836" y="167790"/>
                  </a:lnTo>
                  <a:lnTo>
                    <a:pt x="50292" y="165545"/>
                  </a:lnTo>
                  <a:lnTo>
                    <a:pt x="47747" y="163299"/>
                  </a:lnTo>
                  <a:lnTo>
                    <a:pt x="45353" y="160904"/>
                  </a:lnTo>
                  <a:lnTo>
                    <a:pt x="43107" y="158360"/>
                  </a:lnTo>
                  <a:lnTo>
                    <a:pt x="41012" y="155815"/>
                  </a:lnTo>
                  <a:lnTo>
                    <a:pt x="38916" y="153121"/>
                  </a:lnTo>
                  <a:lnTo>
                    <a:pt x="46251" y="144739"/>
                  </a:lnTo>
                  <a:close/>
                  <a:moveTo>
                    <a:pt x="163149" y="144739"/>
                  </a:moveTo>
                  <a:lnTo>
                    <a:pt x="170484" y="153121"/>
                  </a:lnTo>
                  <a:lnTo>
                    <a:pt x="168388" y="155815"/>
                  </a:lnTo>
                  <a:lnTo>
                    <a:pt x="166293" y="158360"/>
                  </a:lnTo>
                  <a:lnTo>
                    <a:pt x="164047" y="160904"/>
                  </a:lnTo>
                  <a:lnTo>
                    <a:pt x="161653" y="163299"/>
                  </a:lnTo>
                  <a:lnTo>
                    <a:pt x="159108" y="165545"/>
                  </a:lnTo>
                  <a:lnTo>
                    <a:pt x="156564" y="167790"/>
                  </a:lnTo>
                  <a:lnTo>
                    <a:pt x="154019" y="169885"/>
                  </a:lnTo>
                  <a:lnTo>
                    <a:pt x="151175" y="171831"/>
                  </a:lnTo>
                  <a:lnTo>
                    <a:pt x="143242" y="164048"/>
                  </a:lnTo>
                  <a:lnTo>
                    <a:pt x="145936" y="162252"/>
                  </a:lnTo>
                  <a:lnTo>
                    <a:pt x="148631" y="160306"/>
                  </a:lnTo>
                  <a:lnTo>
                    <a:pt x="151175" y="158210"/>
                  </a:lnTo>
                  <a:lnTo>
                    <a:pt x="153570" y="155965"/>
                  </a:lnTo>
                  <a:lnTo>
                    <a:pt x="161353" y="161653"/>
                  </a:lnTo>
                  <a:lnTo>
                    <a:pt x="162251" y="160755"/>
                  </a:lnTo>
                  <a:lnTo>
                    <a:pt x="156414" y="153121"/>
                  </a:lnTo>
                  <a:lnTo>
                    <a:pt x="158210" y="151026"/>
                  </a:lnTo>
                  <a:lnTo>
                    <a:pt x="159856" y="149080"/>
                  </a:lnTo>
                  <a:lnTo>
                    <a:pt x="161653" y="146835"/>
                  </a:lnTo>
                  <a:lnTo>
                    <a:pt x="163149" y="144739"/>
                  </a:lnTo>
                  <a:close/>
                  <a:moveTo>
                    <a:pt x="89358" y="171083"/>
                  </a:moveTo>
                  <a:lnTo>
                    <a:pt x="89358" y="172130"/>
                  </a:lnTo>
                  <a:lnTo>
                    <a:pt x="88759" y="171981"/>
                  </a:lnTo>
                  <a:lnTo>
                    <a:pt x="89358" y="171083"/>
                  </a:lnTo>
                  <a:close/>
                  <a:moveTo>
                    <a:pt x="120192" y="171083"/>
                  </a:moveTo>
                  <a:lnTo>
                    <a:pt x="120641" y="171981"/>
                  </a:lnTo>
                  <a:lnTo>
                    <a:pt x="120042" y="172130"/>
                  </a:lnTo>
                  <a:lnTo>
                    <a:pt x="120192" y="171083"/>
                  </a:lnTo>
                  <a:close/>
                  <a:moveTo>
                    <a:pt x="70499" y="146386"/>
                  </a:moveTo>
                  <a:lnTo>
                    <a:pt x="72744" y="148182"/>
                  </a:lnTo>
                  <a:lnTo>
                    <a:pt x="75139" y="149828"/>
                  </a:lnTo>
                  <a:lnTo>
                    <a:pt x="73043" y="153421"/>
                  </a:lnTo>
                  <a:lnTo>
                    <a:pt x="72145" y="153271"/>
                  </a:lnTo>
                  <a:lnTo>
                    <a:pt x="71397" y="153570"/>
                  </a:lnTo>
                  <a:lnTo>
                    <a:pt x="70648" y="154019"/>
                  </a:lnTo>
                  <a:lnTo>
                    <a:pt x="70199" y="154768"/>
                  </a:lnTo>
                  <a:lnTo>
                    <a:pt x="70199" y="155217"/>
                  </a:lnTo>
                  <a:lnTo>
                    <a:pt x="70199" y="155666"/>
                  </a:lnTo>
                  <a:lnTo>
                    <a:pt x="70349" y="156414"/>
                  </a:lnTo>
                  <a:lnTo>
                    <a:pt x="70798" y="157163"/>
                  </a:lnTo>
                  <a:lnTo>
                    <a:pt x="71247" y="157312"/>
                  </a:lnTo>
                  <a:lnTo>
                    <a:pt x="71546" y="157612"/>
                  </a:lnTo>
                  <a:lnTo>
                    <a:pt x="72444" y="157612"/>
                  </a:lnTo>
                  <a:lnTo>
                    <a:pt x="73342" y="157462"/>
                  </a:lnTo>
                  <a:lnTo>
                    <a:pt x="73941" y="157013"/>
                  </a:lnTo>
                  <a:lnTo>
                    <a:pt x="74240" y="156564"/>
                  </a:lnTo>
                  <a:lnTo>
                    <a:pt x="74390" y="156264"/>
                  </a:lnTo>
                  <a:lnTo>
                    <a:pt x="74540" y="155516"/>
                  </a:lnTo>
                  <a:lnTo>
                    <a:pt x="74390" y="154917"/>
                  </a:lnTo>
                  <a:lnTo>
                    <a:pt x="74240" y="154319"/>
                  </a:lnTo>
                  <a:lnTo>
                    <a:pt x="73791" y="153870"/>
                  </a:lnTo>
                  <a:lnTo>
                    <a:pt x="76037" y="150277"/>
                  </a:lnTo>
                  <a:lnTo>
                    <a:pt x="79629" y="152373"/>
                  </a:lnTo>
                  <a:lnTo>
                    <a:pt x="83221" y="154169"/>
                  </a:lnTo>
                  <a:lnTo>
                    <a:pt x="87113" y="155666"/>
                  </a:lnTo>
                  <a:lnTo>
                    <a:pt x="91004" y="156863"/>
                  </a:lnTo>
                  <a:lnTo>
                    <a:pt x="90256" y="161054"/>
                  </a:lnTo>
                  <a:lnTo>
                    <a:pt x="89508" y="161204"/>
                  </a:lnTo>
                  <a:lnTo>
                    <a:pt x="88909" y="161653"/>
                  </a:lnTo>
                  <a:lnTo>
                    <a:pt x="88460" y="162252"/>
                  </a:lnTo>
                  <a:lnTo>
                    <a:pt x="88161" y="163150"/>
                  </a:lnTo>
                  <a:lnTo>
                    <a:pt x="88310" y="163599"/>
                  </a:lnTo>
                  <a:lnTo>
                    <a:pt x="88310" y="164048"/>
                  </a:lnTo>
                  <a:lnTo>
                    <a:pt x="88909" y="164646"/>
                  </a:lnTo>
                  <a:lnTo>
                    <a:pt x="89508" y="165245"/>
                  </a:lnTo>
                  <a:lnTo>
                    <a:pt x="89957" y="165395"/>
                  </a:lnTo>
                  <a:lnTo>
                    <a:pt x="90855" y="165395"/>
                  </a:lnTo>
                  <a:lnTo>
                    <a:pt x="91304" y="165245"/>
                  </a:lnTo>
                  <a:lnTo>
                    <a:pt x="91903" y="164796"/>
                  </a:lnTo>
                  <a:lnTo>
                    <a:pt x="92501" y="164048"/>
                  </a:lnTo>
                  <a:lnTo>
                    <a:pt x="92651" y="163599"/>
                  </a:lnTo>
                  <a:lnTo>
                    <a:pt x="92651" y="163150"/>
                  </a:lnTo>
                  <a:lnTo>
                    <a:pt x="92501" y="162551"/>
                  </a:lnTo>
                  <a:lnTo>
                    <a:pt x="92202" y="161952"/>
                  </a:lnTo>
                  <a:lnTo>
                    <a:pt x="91903" y="161503"/>
                  </a:lnTo>
                  <a:lnTo>
                    <a:pt x="91304" y="161204"/>
                  </a:lnTo>
                  <a:lnTo>
                    <a:pt x="92052" y="157163"/>
                  </a:lnTo>
                  <a:lnTo>
                    <a:pt x="94297" y="157612"/>
                  </a:lnTo>
                  <a:lnTo>
                    <a:pt x="96692" y="158061"/>
                  </a:lnTo>
                  <a:lnTo>
                    <a:pt x="99087" y="174376"/>
                  </a:lnTo>
                  <a:lnTo>
                    <a:pt x="94746" y="173927"/>
                  </a:lnTo>
                  <a:lnTo>
                    <a:pt x="90406" y="173178"/>
                  </a:lnTo>
                  <a:lnTo>
                    <a:pt x="90106" y="167341"/>
                  </a:lnTo>
                  <a:lnTo>
                    <a:pt x="87562" y="172430"/>
                  </a:lnTo>
                  <a:lnTo>
                    <a:pt x="85167" y="171831"/>
                  </a:lnTo>
                  <a:lnTo>
                    <a:pt x="82772" y="171083"/>
                  </a:lnTo>
                  <a:lnTo>
                    <a:pt x="78132" y="169286"/>
                  </a:lnTo>
                  <a:lnTo>
                    <a:pt x="73642" y="167341"/>
                  </a:lnTo>
                  <a:lnTo>
                    <a:pt x="69301" y="164946"/>
                  </a:lnTo>
                  <a:lnTo>
                    <a:pt x="70798" y="159557"/>
                  </a:lnTo>
                  <a:lnTo>
                    <a:pt x="66906" y="163449"/>
                  </a:lnTo>
                  <a:lnTo>
                    <a:pt x="64362" y="161803"/>
                  </a:lnTo>
                  <a:lnTo>
                    <a:pt x="61967" y="160006"/>
                  </a:lnTo>
                  <a:lnTo>
                    <a:pt x="59722" y="158210"/>
                  </a:lnTo>
                  <a:lnTo>
                    <a:pt x="57476" y="156264"/>
                  </a:lnTo>
                  <a:lnTo>
                    <a:pt x="70499" y="146386"/>
                  </a:lnTo>
                  <a:close/>
                  <a:moveTo>
                    <a:pt x="139650" y="145637"/>
                  </a:moveTo>
                  <a:lnTo>
                    <a:pt x="152822" y="155366"/>
                  </a:lnTo>
                  <a:lnTo>
                    <a:pt x="150427" y="157462"/>
                  </a:lnTo>
                  <a:lnTo>
                    <a:pt x="147882" y="159557"/>
                  </a:lnTo>
                  <a:lnTo>
                    <a:pt x="145338" y="161503"/>
                  </a:lnTo>
                  <a:lnTo>
                    <a:pt x="142643" y="163449"/>
                  </a:lnTo>
                  <a:lnTo>
                    <a:pt x="138602" y="159557"/>
                  </a:lnTo>
                  <a:lnTo>
                    <a:pt x="140099" y="164946"/>
                  </a:lnTo>
                  <a:lnTo>
                    <a:pt x="135758" y="167191"/>
                  </a:lnTo>
                  <a:lnTo>
                    <a:pt x="131418" y="169286"/>
                  </a:lnTo>
                  <a:lnTo>
                    <a:pt x="126778" y="171083"/>
                  </a:lnTo>
                  <a:lnTo>
                    <a:pt x="124383" y="171831"/>
                  </a:lnTo>
                  <a:lnTo>
                    <a:pt x="121988" y="172430"/>
                  </a:lnTo>
                  <a:lnTo>
                    <a:pt x="119443" y="167341"/>
                  </a:lnTo>
                  <a:lnTo>
                    <a:pt x="118994" y="173178"/>
                  </a:lnTo>
                  <a:lnTo>
                    <a:pt x="114953" y="173777"/>
                  </a:lnTo>
                  <a:lnTo>
                    <a:pt x="110912" y="174376"/>
                  </a:lnTo>
                  <a:lnTo>
                    <a:pt x="113157" y="157911"/>
                  </a:lnTo>
                  <a:lnTo>
                    <a:pt x="116300" y="157312"/>
                  </a:lnTo>
                  <a:lnTo>
                    <a:pt x="117198" y="161354"/>
                  </a:lnTo>
                  <a:lnTo>
                    <a:pt x="116450" y="161952"/>
                  </a:lnTo>
                  <a:lnTo>
                    <a:pt x="116150" y="162701"/>
                  </a:lnTo>
                  <a:lnTo>
                    <a:pt x="116001" y="163449"/>
                  </a:lnTo>
                  <a:lnTo>
                    <a:pt x="116150" y="164347"/>
                  </a:lnTo>
                  <a:lnTo>
                    <a:pt x="116450" y="164646"/>
                  </a:lnTo>
                  <a:lnTo>
                    <a:pt x="116749" y="164946"/>
                  </a:lnTo>
                  <a:lnTo>
                    <a:pt x="117498" y="165395"/>
                  </a:lnTo>
                  <a:lnTo>
                    <a:pt x="118396" y="165545"/>
                  </a:lnTo>
                  <a:lnTo>
                    <a:pt x="118695" y="165395"/>
                  </a:lnTo>
                  <a:lnTo>
                    <a:pt x="119144" y="165245"/>
                  </a:lnTo>
                  <a:lnTo>
                    <a:pt x="119593" y="165095"/>
                  </a:lnTo>
                  <a:lnTo>
                    <a:pt x="119892" y="164796"/>
                  </a:lnTo>
                  <a:lnTo>
                    <a:pt x="120341" y="164048"/>
                  </a:lnTo>
                  <a:lnTo>
                    <a:pt x="120341" y="163150"/>
                  </a:lnTo>
                  <a:lnTo>
                    <a:pt x="120341" y="162850"/>
                  </a:lnTo>
                  <a:lnTo>
                    <a:pt x="120192" y="162401"/>
                  </a:lnTo>
                  <a:lnTo>
                    <a:pt x="119743" y="161803"/>
                  </a:lnTo>
                  <a:lnTo>
                    <a:pt x="119294" y="161354"/>
                  </a:lnTo>
                  <a:lnTo>
                    <a:pt x="118695" y="161204"/>
                  </a:lnTo>
                  <a:lnTo>
                    <a:pt x="118096" y="161054"/>
                  </a:lnTo>
                  <a:lnTo>
                    <a:pt x="117348" y="157163"/>
                  </a:lnTo>
                  <a:lnTo>
                    <a:pt x="121389" y="155965"/>
                  </a:lnTo>
                  <a:lnTo>
                    <a:pt x="125281" y="154618"/>
                  </a:lnTo>
                  <a:lnTo>
                    <a:pt x="129023" y="152822"/>
                  </a:lnTo>
                  <a:lnTo>
                    <a:pt x="132615" y="150876"/>
                  </a:lnTo>
                  <a:lnTo>
                    <a:pt x="134711" y="154319"/>
                  </a:lnTo>
                  <a:lnTo>
                    <a:pt x="134261" y="155067"/>
                  </a:lnTo>
                  <a:lnTo>
                    <a:pt x="134112" y="155815"/>
                  </a:lnTo>
                  <a:lnTo>
                    <a:pt x="134411" y="156713"/>
                  </a:lnTo>
                  <a:lnTo>
                    <a:pt x="134860" y="157312"/>
                  </a:lnTo>
                  <a:lnTo>
                    <a:pt x="135160" y="157612"/>
                  </a:lnTo>
                  <a:lnTo>
                    <a:pt x="135609" y="157911"/>
                  </a:lnTo>
                  <a:lnTo>
                    <a:pt x="136357" y="158061"/>
                  </a:lnTo>
                  <a:lnTo>
                    <a:pt x="137255" y="157911"/>
                  </a:lnTo>
                  <a:lnTo>
                    <a:pt x="137554" y="157612"/>
                  </a:lnTo>
                  <a:lnTo>
                    <a:pt x="138003" y="157312"/>
                  </a:lnTo>
                  <a:lnTo>
                    <a:pt x="138153" y="157013"/>
                  </a:lnTo>
                  <a:lnTo>
                    <a:pt x="138452" y="156564"/>
                  </a:lnTo>
                  <a:lnTo>
                    <a:pt x="138602" y="155815"/>
                  </a:lnTo>
                  <a:lnTo>
                    <a:pt x="138452" y="154917"/>
                  </a:lnTo>
                  <a:lnTo>
                    <a:pt x="138303" y="154618"/>
                  </a:lnTo>
                  <a:lnTo>
                    <a:pt x="138003" y="154319"/>
                  </a:lnTo>
                  <a:lnTo>
                    <a:pt x="137405" y="153870"/>
                  </a:lnTo>
                  <a:lnTo>
                    <a:pt x="136806" y="153570"/>
                  </a:lnTo>
                  <a:lnTo>
                    <a:pt x="136207" y="153570"/>
                  </a:lnTo>
                  <a:lnTo>
                    <a:pt x="135609" y="153720"/>
                  </a:lnTo>
                  <a:lnTo>
                    <a:pt x="133513" y="150277"/>
                  </a:lnTo>
                  <a:lnTo>
                    <a:pt x="136656" y="148182"/>
                  </a:lnTo>
                  <a:lnTo>
                    <a:pt x="139650" y="145637"/>
                  </a:lnTo>
                  <a:close/>
                  <a:moveTo>
                    <a:pt x="67954" y="163748"/>
                  </a:moveTo>
                  <a:lnTo>
                    <a:pt x="68553" y="163898"/>
                  </a:lnTo>
                  <a:lnTo>
                    <a:pt x="68403" y="164497"/>
                  </a:lnTo>
                  <a:lnTo>
                    <a:pt x="68104" y="165395"/>
                  </a:lnTo>
                  <a:lnTo>
                    <a:pt x="65110" y="176172"/>
                  </a:lnTo>
                  <a:lnTo>
                    <a:pt x="62117" y="174376"/>
                  </a:lnTo>
                  <a:lnTo>
                    <a:pt x="58973" y="172430"/>
                  </a:lnTo>
                  <a:lnTo>
                    <a:pt x="58973" y="172430"/>
                  </a:lnTo>
                  <a:lnTo>
                    <a:pt x="60320" y="173178"/>
                  </a:lnTo>
                  <a:lnTo>
                    <a:pt x="61218" y="173627"/>
                  </a:lnTo>
                  <a:lnTo>
                    <a:pt x="62117" y="173927"/>
                  </a:lnTo>
                  <a:lnTo>
                    <a:pt x="62117" y="173777"/>
                  </a:lnTo>
                  <a:lnTo>
                    <a:pt x="60320" y="172729"/>
                  </a:lnTo>
                  <a:lnTo>
                    <a:pt x="59273" y="172130"/>
                  </a:lnTo>
                  <a:lnTo>
                    <a:pt x="60021" y="171532"/>
                  </a:lnTo>
                  <a:lnTo>
                    <a:pt x="61218" y="172130"/>
                  </a:lnTo>
                  <a:lnTo>
                    <a:pt x="61967" y="172579"/>
                  </a:lnTo>
                  <a:lnTo>
                    <a:pt x="62865" y="173028"/>
                  </a:lnTo>
                  <a:lnTo>
                    <a:pt x="63015" y="172879"/>
                  </a:lnTo>
                  <a:lnTo>
                    <a:pt x="62117" y="172280"/>
                  </a:lnTo>
                  <a:lnTo>
                    <a:pt x="61368" y="171981"/>
                  </a:lnTo>
                  <a:lnTo>
                    <a:pt x="60171" y="171382"/>
                  </a:lnTo>
                  <a:lnTo>
                    <a:pt x="60769" y="170634"/>
                  </a:lnTo>
                  <a:lnTo>
                    <a:pt x="61967" y="171382"/>
                  </a:lnTo>
                  <a:lnTo>
                    <a:pt x="62715" y="171681"/>
                  </a:lnTo>
                  <a:lnTo>
                    <a:pt x="63314" y="171831"/>
                  </a:lnTo>
                  <a:lnTo>
                    <a:pt x="63464" y="171831"/>
                  </a:lnTo>
                  <a:lnTo>
                    <a:pt x="63314" y="171681"/>
                  </a:lnTo>
                  <a:lnTo>
                    <a:pt x="61817" y="170933"/>
                  </a:lnTo>
                  <a:lnTo>
                    <a:pt x="60919" y="170484"/>
                  </a:lnTo>
                  <a:lnTo>
                    <a:pt x="61817" y="169586"/>
                  </a:lnTo>
                  <a:lnTo>
                    <a:pt x="62865" y="170185"/>
                  </a:lnTo>
                  <a:lnTo>
                    <a:pt x="63613" y="170634"/>
                  </a:lnTo>
                  <a:lnTo>
                    <a:pt x="64362" y="170783"/>
                  </a:lnTo>
                  <a:lnTo>
                    <a:pt x="64511" y="170783"/>
                  </a:lnTo>
                  <a:lnTo>
                    <a:pt x="63763" y="170334"/>
                  </a:lnTo>
                  <a:lnTo>
                    <a:pt x="63015" y="169885"/>
                  </a:lnTo>
                  <a:lnTo>
                    <a:pt x="62117" y="169436"/>
                  </a:lnTo>
                  <a:lnTo>
                    <a:pt x="62715" y="168837"/>
                  </a:lnTo>
                  <a:lnTo>
                    <a:pt x="63464" y="169286"/>
                  </a:lnTo>
                  <a:lnTo>
                    <a:pt x="64212" y="169586"/>
                  </a:lnTo>
                  <a:lnTo>
                    <a:pt x="64960" y="169885"/>
                  </a:lnTo>
                  <a:lnTo>
                    <a:pt x="64960" y="169736"/>
                  </a:lnTo>
                  <a:lnTo>
                    <a:pt x="63314" y="168837"/>
                  </a:lnTo>
                  <a:lnTo>
                    <a:pt x="62865" y="168538"/>
                  </a:lnTo>
                  <a:lnTo>
                    <a:pt x="63464" y="168089"/>
                  </a:lnTo>
                  <a:lnTo>
                    <a:pt x="63913" y="168239"/>
                  </a:lnTo>
                  <a:lnTo>
                    <a:pt x="65409" y="168987"/>
                  </a:lnTo>
                  <a:lnTo>
                    <a:pt x="65559" y="168837"/>
                  </a:lnTo>
                  <a:lnTo>
                    <a:pt x="65409" y="168837"/>
                  </a:lnTo>
                  <a:lnTo>
                    <a:pt x="64212" y="168089"/>
                  </a:lnTo>
                  <a:lnTo>
                    <a:pt x="63613" y="167790"/>
                  </a:lnTo>
                  <a:lnTo>
                    <a:pt x="64362" y="167191"/>
                  </a:lnTo>
                  <a:lnTo>
                    <a:pt x="64811" y="167490"/>
                  </a:lnTo>
                  <a:lnTo>
                    <a:pt x="65858" y="168089"/>
                  </a:lnTo>
                  <a:lnTo>
                    <a:pt x="66008" y="167939"/>
                  </a:lnTo>
                  <a:lnTo>
                    <a:pt x="65260" y="167490"/>
                  </a:lnTo>
                  <a:lnTo>
                    <a:pt x="64511" y="167041"/>
                  </a:lnTo>
                  <a:lnTo>
                    <a:pt x="65110" y="166592"/>
                  </a:lnTo>
                  <a:lnTo>
                    <a:pt x="65260" y="166592"/>
                  </a:lnTo>
                  <a:lnTo>
                    <a:pt x="65858" y="166892"/>
                  </a:lnTo>
                  <a:lnTo>
                    <a:pt x="66457" y="167041"/>
                  </a:lnTo>
                  <a:lnTo>
                    <a:pt x="65409" y="166443"/>
                  </a:lnTo>
                  <a:lnTo>
                    <a:pt x="65260" y="166293"/>
                  </a:lnTo>
                  <a:lnTo>
                    <a:pt x="65709" y="165844"/>
                  </a:lnTo>
                  <a:lnTo>
                    <a:pt x="66906" y="166293"/>
                  </a:lnTo>
                  <a:lnTo>
                    <a:pt x="67056" y="166293"/>
                  </a:lnTo>
                  <a:lnTo>
                    <a:pt x="67056" y="166143"/>
                  </a:lnTo>
                  <a:lnTo>
                    <a:pt x="66008" y="165694"/>
                  </a:lnTo>
                  <a:lnTo>
                    <a:pt x="66457" y="165095"/>
                  </a:lnTo>
                  <a:lnTo>
                    <a:pt x="66607" y="165245"/>
                  </a:lnTo>
                  <a:lnTo>
                    <a:pt x="67056" y="165395"/>
                  </a:lnTo>
                  <a:lnTo>
                    <a:pt x="67655" y="165545"/>
                  </a:lnTo>
                  <a:lnTo>
                    <a:pt x="67655" y="165395"/>
                  </a:lnTo>
                  <a:lnTo>
                    <a:pt x="66906" y="164946"/>
                  </a:lnTo>
                  <a:lnTo>
                    <a:pt x="66607" y="164946"/>
                  </a:lnTo>
                  <a:lnTo>
                    <a:pt x="66906" y="164646"/>
                  </a:lnTo>
                  <a:lnTo>
                    <a:pt x="67206" y="164497"/>
                  </a:lnTo>
                  <a:lnTo>
                    <a:pt x="67954" y="164646"/>
                  </a:lnTo>
                  <a:lnTo>
                    <a:pt x="67954" y="164497"/>
                  </a:lnTo>
                  <a:lnTo>
                    <a:pt x="67355" y="164197"/>
                  </a:lnTo>
                  <a:lnTo>
                    <a:pt x="67655" y="163898"/>
                  </a:lnTo>
                  <a:lnTo>
                    <a:pt x="67954" y="163748"/>
                  </a:lnTo>
                  <a:close/>
                  <a:moveTo>
                    <a:pt x="141446" y="163748"/>
                  </a:moveTo>
                  <a:lnTo>
                    <a:pt x="141745" y="163898"/>
                  </a:lnTo>
                  <a:lnTo>
                    <a:pt x="142045" y="164197"/>
                  </a:lnTo>
                  <a:lnTo>
                    <a:pt x="141446" y="164497"/>
                  </a:lnTo>
                  <a:lnTo>
                    <a:pt x="141446" y="164646"/>
                  </a:lnTo>
                  <a:lnTo>
                    <a:pt x="142194" y="164497"/>
                  </a:lnTo>
                  <a:lnTo>
                    <a:pt x="142494" y="164646"/>
                  </a:lnTo>
                  <a:lnTo>
                    <a:pt x="142793" y="164946"/>
                  </a:lnTo>
                  <a:lnTo>
                    <a:pt x="142643" y="164946"/>
                  </a:lnTo>
                  <a:lnTo>
                    <a:pt x="141745" y="165395"/>
                  </a:lnTo>
                  <a:lnTo>
                    <a:pt x="141895" y="165545"/>
                  </a:lnTo>
                  <a:lnTo>
                    <a:pt x="142344" y="165395"/>
                  </a:lnTo>
                  <a:lnTo>
                    <a:pt x="142793" y="165245"/>
                  </a:lnTo>
                  <a:lnTo>
                    <a:pt x="142943" y="165095"/>
                  </a:lnTo>
                  <a:lnTo>
                    <a:pt x="143542" y="165694"/>
                  </a:lnTo>
                  <a:lnTo>
                    <a:pt x="142344" y="166143"/>
                  </a:lnTo>
                  <a:lnTo>
                    <a:pt x="142344" y="166293"/>
                  </a:lnTo>
                  <a:lnTo>
                    <a:pt x="142494" y="166293"/>
                  </a:lnTo>
                  <a:lnTo>
                    <a:pt x="143691" y="165844"/>
                  </a:lnTo>
                  <a:lnTo>
                    <a:pt x="144140" y="166293"/>
                  </a:lnTo>
                  <a:lnTo>
                    <a:pt x="143991" y="166443"/>
                  </a:lnTo>
                  <a:lnTo>
                    <a:pt x="142943" y="167041"/>
                  </a:lnTo>
                  <a:lnTo>
                    <a:pt x="143093" y="167041"/>
                  </a:lnTo>
                  <a:lnTo>
                    <a:pt x="143542" y="166892"/>
                  </a:lnTo>
                  <a:lnTo>
                    <a:pt x="144140" y="166592"/>
                  </a:lnTo>
                  <a:lnTo>
                    <a:pt x="144440" y="166592"/>
                  </a:lnTo>
                  <a:lnTo>
                    <a:pt x="145038" y="167041"/>
                  </a:lnTo>
                  <a:lnTo>
                    <a:pt x="144140" y="167490"/>
                  </a:lnTo>
                  <a:lnTo>
                    <a:pt x="143542" y="167939"/>
                  </a:lnTo>
                  <a:lnTo>
                    <a:pt x="143542" y="168089"/>
                  </a:lnTo>
                  <a:lnTo>
                    <a:pt x="144589" y="167490"/>
                  </a:lnTo>
                  <a:lnTo>
                    <a:pt x="145188" y="167191"/>
                  </a:lnTo>
                  <a:lnTo>
                    <a:pt x="145787" y="167790"/>
                  </a:lnTo>
                  <a:lnTo>
                    <a:pt x="145338" y="168089"/>
                  </a:lnTo>
                  <a:lnTo>
                    <a:pt x="143991" y="168837"/>
                  </a:lnTo>
                  <a:lnTo>
                    <a:pt x="143991" y="168987"/>
                  </a:lnTo>
                  <a:lnTo>
                    <a:pt x="145487" y="168239"/>
                  </a:lnTo>
                  <a:lnTo>
                    <a:pt x="145936" y="168089"/>
                  </a:lnTo>
                  <a:lnTo>
                    <a:pt x="146535" y="168538"/>
                  </a:lnTo>
                  <a:lnTo>
                    <a:pt x="146236" y="168837"/>
                  </a:lnTo>
                  <a:lnTo>
                    <a:pt x="144440" y="169736"/>
                  </a:lnTo>
                  <a:lnTo>
                    <a:pt x="144440" y="169885"/>
                  </a:lnTo>
                  <a:lnTo>
                    <a:pt x="145188" y="169586"/>
                  </a:lnTo>
                  <a:lnTo>
                    <a:pt x="145936" y="169286"/>
                  </a:lnTo>
                  <a:lnTo>
                    <a:pt x="146685" y="168837"/>
                  </a:lnTo>
                  <a:lnTo>
                    <a:pt x="147433" y="169436"/>
                  </a:lnTo>
                  <a:lnTo>
                    <a:pt x="146535" y="169885"/>
                  </a:lnTo>
                  <a:lnTo>
                    <a:pt x="145787" y="170334"/>
                  </a:lnTo>
                  <a:lnTo>
                    <a:pt x="145038" y="170783"/>
                  </a:lnTo>
                  <a:lnTo>
                    <a:pt x="145787" y="170634"/>
                  </a:lnTo>
                  <a:lnTo>
                    <a:pt x="146685" y="170185"/>
                  </a:lnTo>
                  <a:lnTo>
                    <a:pt x="147583" y="169586"/>
                  </a:lnTo>
                  <a:lnTo>
                    <a:pt x="148481" y="170484"/>
                  </a:lnTo>
                  <a:lnTo>
                    <a:pt x="147583" y="170933"/>
                  </a:lnTo>
                  <a:lnTo>
                    <a:pt x="146086" y="171681"/>
                  </a:lnTo>
                  <a:lnTo>
                    <a:pt x="146086" y="171831"/>
                  </a:lnTo>
                  <a:lnTo>
                    <a:pt x="146834" y="171681"/>
                  </a:lnTo>
                  <a:lnTo>
                    <a:pt x="147433" y="171382"/>
                  </a:lnTo>
                  <a:lnTo>
                    <a:pt x="148631" y="170634"/>
                  </a:lnTo>
                  <a:lnTo>
                    <a:pt x="149379" y="171382"/>
                  </a:lnTo>
                  <a:lnTo>
                    <a:pt x="148032" y="171981"/>
                  </a:lnTo>
                  <a:lnTo>
                    <a:pt x="147283" y="172280"/>
                  </a:lnTo>
                  <a:lnTo>
                    <a:pt x="146535" y="172879"/>
                  </a:lnTo>
                  <a:lnTo>
                    <a:pt x="146535" y="173028"/>
                  </a:lnTo>
                  <a:lnTo>
                    <a:pt x="147433" y="172579"/>
                  </a:lnTo>
                  <a:lnTo>
                    <a:pt x="148182" y="172130"/>
                  </a:lnTo>
                  <a:lnTo>
                    <a:pt x="149529" y="171532"/>
                  </a:lnTo>
                  <a:lnTo>
                    <a:pt x="150127" y="172130"/>
                  </a:lnTo>
                  <a:lnTo>
                    <a:pt x="149080" y="172729"/>
                  </a:lnTo>
                  <a:lnTo>
                    <a:pt x="147283" y="173777"/>
                  </a:lnTo>
                  <a:lnTo>
                    <a:pt x="147283" y="173927"/>
                  </a:lnTo>
                  <a:lnTo>
                    <a:pt x="147433" y="173927"/>
                  </a:lnTo>
                  <a:lnTo>
                    <a:pt x="148331" y="173627"/>
                  </a:lnTo>
                  <a:lnTo>
                    <a:pt x="149080" y="173178"/>
                  </a:lnTo>
                  <a:lnTo>
                    <a:pt x="150277" y="172430"/>
                  </a:lnTo>
                  <a:lnTo>
                    <a:pt x="147283" y="174376"/>
                  </a:lnTo>
                  <a:lnTo>
                    <a:pt x="144290" y="176172"/>
                  </a:lnTo>
                  <a:lnTo>
                    <a:pt x="141296" y="165395"/>
                  </a:lnTo>
                  <a:lnTo>
                    <a:pt x="140997" y="164347"/>
                  </a:lnTo>
                  <a:lnTo>
                    <a:pt x="140847" y="163898"/>
                  </a:lnTo>
                  <a:lnTo>
                    <a:pt x="141446" y="163748"/>
                  </a:lnTo>
                  <a:close/>
                  <a:moveTo>
                    <a:pt x="69002" y="165844"/>
                  </a:moveTo>
                  <a:lnTo>
                    <a:pt x="73342" y="168239"/>
                  </a:lnTo>
                  <a:lnTo>
                    <a:pt x="77683" y="170185"/>
                  </a:lnTo>
                  <a:lnTo>
                    <a:pt x="82323" y="171981"/>
                  </a:lnTo>
                  <a:lnTo>
                    <a:pt x="87113" y="173328"/>
                  </a:lnTo>
                  <a:lnTo>
                    <a:pt x="82024" y="183207"/>
                  </a:lnTo>
                  <a:lnTo>
                    <a:pt x="77982" y="181859"/>
                  </a:lnTo>
                  <a:lnTo>
                    <a:pt x="73791" y="180363"/>
                  </a:lnTo>
                  <a:lnTo>
                    <a:pt x="69900" y="178716"/>
                  </a:lnTo>
                  <a:lnTo>
                    <a:pt x="66008" y="176770"/>
                  </a:lnTo>
                  <a:lnTo>
                    <a:pt x="69002" y="165844"/>
                  </a:lnTo>
                  <a:close/>
                  <a:moveTo>
                    <a:pt x="140398" y="165844"/>
                  </a:moveTo>
                  <a:lnTo>
                    <a:pt x="143392" y="176621"/>
                  </a:lnTo>
                  <a:lnTo>
                    <a:pt x="139500" y="178567"/>
                  </a:lnTo>
                  <a:lnTo>
                    <a:pt x="135609" y="180363"/>
                  </a:lnTo>
                  <a:lnTo>
                    <a:pt x="131567" y="181859"/>
                  </a:lnTo>
                  <a:lnTo>
                    <a:pt x="127376" y="183207"/>
                  </a:lnTo>
                  <a:lnTo>
                    <a:pt x="122437" y="173328"/>
                  </a:lnTo>
                  <a:lnTo>
                    <a:pt x="127077" y="171981"/>
                  </a:lnTo>
                  <a:lnTo>
                    <a:pt x="131717" y="170185"/>
                  </a:lnTo>
                  <a:lnTo>
                    <a:pt x="136058" y="168239"/>
                  </a:lnTo>
                  <a:lnTo>
                    <a:pt x="140398" y="165844"/>
                  </a:lnTo>
                  <a:close/>
                  <a:moveTo>
                    <a:pt x="89358" y="172280"/>
                  </a:moveTo>
                  <a:lnTo>
                    <a:pt x="89358" y="172879"/>
                  </a:lnTo>
                  <a:lnTo>
                    <a:pt x="89508" y="173927"/>
                  </a:lnTo>
                  <a:lnTo>
                    <a:pt x="90106" y="185152"/>
                  </a:lnTo>
                  <a:lnTo>
                    <a:pt x="86514" y="184404"/>
                  </a:lnTo>
                  <a:lnTo>
                    <a:pt x="83071" y="183506"/>
                  </a:lnTo>
                  <a:lnTo>
                    <a:pt x="84568" y="183656"/>
                  </a:lnTo>
                  <a:lnTo>
                    <a:pt x="85466" y="183805"/>
                  </a:lnTo>
                  <a:lnTo>
                    <a:pt x="86364" y="183955"/>
                  </a:lnTo>
                  <a:lnTo>
                    <a:pt x="86514" y="183805"/>
                  </a:lnTo>
                  <a:lnTo>
                    <a:pt x="84419" y="183356"/>
                  </a:lnTo>
                  <a:lnTo>
                    <a:pt x="83221" y="183207"/>
                  </a:lnTo>
                  <a:lnTo>
                    <a:pt x="83670" y="182309"/>
                  </a:lnTo>
                  <a:lnTo>
                    <a:pt x="85017" y="182458"/>
                  </a:lnTo>
                  <a:lnTo>
                    <a:pt x="85915" y="182608"/>
                  </a:lnTo>
                  <a:lnTo>
                    <a:pt x="86963" y="182758"/>
                  </a:lnTo>
                  <a:lnTo>
                    <a:pt x="86963" y="182608"/>
                  </a:lnTo>
                  <a:lnTo>
                    <a:pt x="85915" y="182309"/>
                  </a:lnTo>
                  <a:lnTo>
                    <a:pt x="85017" y="182159"/>
                  </a:lnTo>
                  <a:lnTo>
                    <a:pt x="83820" y="182009"/>
                  </a:lnTo>
                  <a:lnTo>
                    <a:pt x="84119" y="181261"/>
                  </a:lnTo>
                  <a:lnTo>
                    <a:pt x="85616" y="181560"/>
                  </a:lnTo>
                  <a:lnTo>
                    <a:pt x="86963" y="181560"/>
                  </a:lnTo>
                  <a:lnTo>
                    <a:pt x="86963" y="181410"/>
                  </a:lnTo>
                  <a:lnTo>
                    <a:pt x="85317" y="181111"/>
                  </a:lnTo>
                  <a:lnTo>
                    <a:pt x="84269" y="180961"/>
                  </a:lnTo>
                  <a:lnTo>
                    <a:pt x="84868" y="179914"/>
                  </a:lnTo>
                  <a:lnTo>
                    <a:pt x="86215" y="180213"/>
                  </a:lnTo>
                  <a:lnTo>
                    <a:pt x="87712" y="180213"/>
                  </a:lnTo>
                  <a:lnTo>
                    <a:pt x="87712" y="180063"/>
                  </a:lnTo>
                  <a:lnTo>
                    <a:pt x="86813" y="179914"/>
                  </a:lnTo>
                  <a:lnTo>
                    <a:pt x="85915" y="179764"/>
                  </a:lnTo>
                  <a:lnTo>
                    <a:pt x="85017" y="179614"/>
                  </a:lnTo>
                  <a:lnTo>
                    <a:pt x="85466" y="178716"/>
                  </a:lnTo>
                  <a:lnTo>
                    <a:pt x="86364" y="179016"/>
                  </a:lnTo>
                  <a:lnTo>
                    <a:pt x="87113" y="179165"/>
                  </a:lnTo>
                  <a:lnTo>
                    <a:pt x="87861" y="179165"/>
                  </a:lnTo>
                  <a:lnTo>
                    <a:pt x="87861" y="179016"/>
                  </a:lnTo>
                  <a:lnTo>
                    <a:pt x="85915" y="178716"/>
                  </a:lnTo>
                  <a:lnTo>
                    <a:pt x="85466" y="178567"/>
                  </a:lnTo>
                  <a:lnTo>
                    <a:pt x="85915" y="177818"/>
                  </a:lnTo>
                  <a:lnTo>
                    <a:pt x="86364" y="177968"/>
                  </a:lnTo>
                  <a:lnTo>
                    <a:pt x="87113" y="177968"/>
                  </a:lnTo>
                  <a:lnTo>
                    <a:pt x="88011" y="178118"/>
                  </a:lnTo>
                  <a:lnTo>
                    <a:pt x="88011" y="177968"/>
                  </a:lnTo>
                  <a:lnTo>
                    <a:pt x="86813" y="177668"/>
                  </a:lnTo>
                  <a:lnTo>
                    <a:pt x="86065" y="177668"/>
                  </a:lnTo>
                  <a:lnTo>
                    <a:pt x="86364" y="176920"/>
                  </a:lnTo>
                  <a:lnTo>
                    <a:pt x="87262" y="177070"/>
                  </a:lnTo>
                  <a:lnTo>
                    <a:pt x="88161" y="177070"/>
                  </a:lnTo>
                  <a:lnTo>
                    <a:pt x="88161" y="176920"/>
                  </a:lnTo>
                  <a:lnTo>
                    <a:pt x="87412" y="176770"/>
                  </a:lnTo>
                  <a:lnTo>
                    <a:pt x="86514" y="176621"/>
                  </a:lnTo>
                  <a:lnTo>
                    <a:pt x="86813" y="175872"/>
                  </a:lnTo>
                  <a:lnTo>
                    <a:pt x="87562" y="176022"/>
                  </a:lnTo>
                  <a:lnTo>
                    <a:pt x="88310" y="176022"/>
                  </a:lnTo>
                  <a:lnTo>
                    <a:pt x="88310" y="175872"/>
                  </a:lnTo>
                  <a:lnTo>
                    <a:pt x="87113" y="175723"/>
                  </a:lnTo>
                  <a:lnTo>
                    <a:pt x="86963" y="175723"/>
                  </a:lnTo>
                  <a:lnTo>
                    <a:pt x="87262" y="174974"/>
                  </a:lnTo>
                  <a:lnTo>
                    <a:pt x="88610" y="175124"/>
                  </a:lnTo>
                  <a:lnTo>
                    <a:pt x="88610" y="174974"/>
                  </a:lnTo>
                  <a:lnTo>
                    <a:pt x="87412" y="174825"/>
                  </a:lnTo>
                  <a:lnTo>
                    <a:pt x="87712" y="174226"/>
                  </a:lnTo>
                  <a:lnTo>
                    <a:pt x="88011" y="174226"/>
                  </a:lnTo>
                  <a:lnTo>
                    <a:pt x="88909" y="174076"/>
                  </a:lnTo>
                  <a:lnTo>
                    <a:pt x="89059" y="174076"/>
                  </a:lnTo>
                  <a:lnTo>
                    <a:pt x="88909" y="173927"/>
                  </a:lnTo>
                  <a:lnTo>
                    <a:pt x="87861" y="173927"/>
                  </a:lnTo>
                  <a:lnTo>
                    <a:pt x="88011" y="173627"/>
                  </a:lnTo>
                  <a:lnTo>
                    <a:pt x="88161" y="173178"/>
                  </a:lnTo>
                  <a:lnTo>
                    <a:pt x="88909" y="173178"/>
                  </a:lnTo>
                  <a:lnTo>
                    <a:pt x="88909" y="173028"/>
                  </a:lnTo>
                  <a:lnTo>
                    <a:pt x="88310" y="173028"/>
                  </a:lnTo>
                  <a:lnTo>
                    <a:pt x="88460" y="172729"/>
                  </a:lnTo>
                  <a:lnTo>
                    <a:pt x="88610" y="172280"/>
                  </a:lnTo>
                  <a:close/>
                  <a:moveTo>
                    <a:pt x="120790" y="172280"/>
                  </a:moveTo>
                  <a:lnTo>
                    <a:pt x="120940" y="172729"/>
                  </a:lnTo>
                  <a:lnTo>
                    <a:pt x="121090" y="173028"/>
                  </a:lnTo>
                  <a:lnTo>
                    <a:pt x="120491" y="173028"/>
                  </a:lnTo>
                  <a:lnTo>
                    <a:pt x="120491" y="173178"/>
                  </a:lnTo>
                  <a:lnTo>
                    <a:pt x="121239" y="173178"/>
                  </a:lnTo>
                  <a:lnTo>
                    <a:pt x="121389" y="173627"/>
                  </a:lnTo>
                  <a:lnTo>
                    <a:pt x="121539" y="173927"/>
                  </a:lnTo>
                  <a:lnTo>
                    <a:pt x="120491" y="173927"/>
                  </a:lnTo>
                  <a:lnTo>
                    <a:pt x="120491" y="174076"/>
                  </a:lnTo>
                  <a:lnTo>
                    <a:pt x="121389" y="174226"/>
                  </a:lnTo>
                  <a:lnTo>
                    <a:pt x="121688" y="174226"/>
                  </a:lnTo>
                  <a:lnTo>
                    <a:pt x="121988" y="174825"/>
                  </a:lnTo>
                  <a:lnTo>
                    <a:pt x="120790" y="174974"/>
                  </a:lnTo>
                  <a:lnTo>
                    <a:pt x="120790" y="175124"/>
                  </a:lnTo>
                  <a:lnTo>
                    <a:pt x="122138" y="174974"/>
                  </a:lnTo>
                  <a:lnTo>
                    <a:pt x="122437" y="175723"/>
                  </a:lnTo>
                  <a:lnTo>
                    <a:pt x="122287" y="175723"/>
                  </a:lnTo>
                  <a:lnTo>
                    <a:pt x="121090" y="175872"/>
                  </a:lnTo>
                  <a:lnTo>
                    <a:pt x="121090" y="176022"/>
                  </a:lnTo>
                  <a:lnTo>
                    <a:pt x="121838" y="176022"/>
                  </a:lnTo>
                  <a:lnTo>
                    <a:pt x="122587" y="175872"/>
                  </a:lnTo>
                  <a:lnTo>
                    <a:pt x="122886" y="176621"/>
                  </a:lnTo>
                  <a:lnTo>
                    <a:pt x="122138" y="176770"/>
                  </a:lnTo>
                  <a:lnTo>
                    <a:pt x="121239" y="176920"/>
                  </a:lnTo>
                  <a:lnTo>
                    <a:pt x="121239" y="177070"/>
                  </a:lnTo>
                  <a:lnTo>
                    <a:pt x="122138" y="177070"/>
                  </a:lnTo>
                  <a:lnTo>
                    <a:pt x="123036" y="176920"/>
                  </a:lnTo>
                  <a:lnTo>
                    <a:pt x="123485" y="177668"/>
                  </a:lnTo>
                  <a:lnTo>
                    <a:pt x="122736" y="177668"/>
                  </a:lnTo>
                  <a:lnTo>
                    <a:pt x="121389" y="177968"/>
                  </a:lnTo>
                  <a:lnTo>
                    <a:pt x="121389" y="178118"/>
                  </a:lnTo>
                  <a:lnTo>
                    <a:pt x="122287" y="177968"/>
                  </a:lnTo>
                  <a:lnTo>
                    <a:pt x="123185" y="177968"/>
                  </a:lnTo>
                  <a:lnTo>
                    <a:pt x="123634" y="177818"/>
                  </a:lnTo>
                  <a:lnTo>
                    <a:pt x="123934" y="178567"/>
                  </a:lnTo>
                  <a:lnTo>
                    <a:pt x="123485" y="178716"/>
                  </a:lnTo>
                  <a:lnTo>
                    <a:pt x="121539" y="179016"/>
                  </a:lnTo>
                  <a:lnTo>
                    <a:pt x="121539" y="179165"/>
                  </a:lnTo>
                  <a:lnTo>
                    <a:pt x="122287" y="179165"/>
                  </a:lnTo>
                  <a:lnTo>
                    <a:pt x="123036" y="179016"/>
                  </a:lnTo>
                  <a:lnTo>
                    <a:pt x="124083" y="178716"/>
                  </a:lnTo>
                  <a:lnTo>
                    <a:pt x="124532" y="179614"/>
                  </a:lnTo>
                  <a:lnTo>
                    <a:pt x="123634" y="179764"/>
                  </a:lnTo>
                  <a:lnTo>
                    <a:pt x="122736" y="179914"/>
                  </a:lnTo>
                  <a:lnTo>
                    <a:pt x="121838" y="180063"/>
                  </a:lnTo>
                  <a:lnTo>
                    <a:pt x="121838" y="180213"/>
                  </a:lnTo>
                  <a:lnTo>
                    <a:pt x="123185" y="180213"/>
                  </a:lnTo>
                  <a:lnTo>
                    <a:pt x="124532" y="179914"/>
                  </a:lnTo>
                  <a:lnTo>
                    <a:pt x="125131" y="180961"/>
                  </a:lnTo>
                  <a:lnTo>
                    <a:pt x="124233" y="181111"/>
                  </a:lnTo>
                  <a:lnTo>
                    <a:pt x="122437" y="181410"/>
                  </a:lnTo>
                  <a:lnTo>
                    <a:pt x="122437" y="181560"/>
                  </a:lnTo>
                  <a:lnTo>
                    <a:pt x="123784" y="181560"/>
                  </a:lnTo>
                  <a:lnTo>
                    <a:pt x="125281" y="181261"/>
                  </a:lnTo>
                  <a:lnTo>
                    <a:pt x="125730" y="182009"/>
                  </a:lnTo>
                  <a:lnTo>
                    <a:pt x="124383" y="182159"/>
                  </a:lnTo>
                  <a:lnTo>
                    <a:pt x="123485" y="182309"/>
                  </a:lnTo>
                  <a:lnTo>
                    <a:pt x="122437" y="182608"/>
                  </a:lnTo>
                  <a:lnTo>
                    <a:pt x="122437" y="182758"/>
                  </a:lnTo>
                  <a:lnTo>
                    <a:pt x="122587" y="182758"/>
                  </a:lnTo>
                  <a:lnTo>
                    <a:pt x="123485" y="182608"/>
                  </a:lnTo>
                  <a:lnTo>
                    <a:pt x="124383" y="182458"/>
                  </a:lnTo>
                  <a:lnTo>
                    <a:pt x="125730" y="182309"/>
                  </a:lnTo>
                  <a:lnTo>
                    <a:pt x="126179" y="183207"/>
                  </a:lnTo>
                  <a:lnTo>
                    <a:pt x="124981" y="183356"/>
                  </a:lnTo>
                  <a:lnTo>
                    <a:pt x="123036" y="183805"/>
                  </a:lnTo>
                  <a:lnTo>
                    <a:pt x="122886" y="183805"/>
                  </a:lnTo>
                  <a:lnTo>
                    <a:pt x="123036" y="183955"/>
                  </a:lnTo>
                  <a:lnTo>
                    <a:pt x="123934" y="183805"/>
                  </a:lnTo>
                  <a:lnTo>
                    <a:pt x="124832" y="183656"/>
                  </a:lnTo>
                  <a:lnTo>
                    <a:pt x="126329" y="183506"/>
                  </a:lnTo>
                  <a:lnTo>
                    <a:pt x="126478" y="183506"/>
                  </a:lnTo>
                  <a:lnTo>
                    <a:pt x="122886" y="184404"/>
                  </a:lnTo>
                  <a:lnTo>
                    <a:pt x="119294" y="185152"/>
                  </a:lnTo>
                  <a:lnTo>
                    <a:pt x="120042" y="173927"/>
                  </a:lnTo>
                  <a:lnTo>
                    <a:pt x="120042" y="172879"/>
                  </a:lnTo>
                  <a:lnTo>
                    <a:pt x="120042" y="172280"/>
                  </a:lnTo>
                  <a:close/>
                  <a:moveTo>
                    <a:pt x="90406" y="174076"/>
                  </a:moveTo>
                  <a:lnTo>
                    <a:pt x="94746" y="174825"/>
                  </a:lnTo>
                  <a:lnTo>
                    <a:pt x="99237" y="175274"/>
                  </a:lnTo>
                  <a:lnTo>
                    <a:pt x="100883" y="186350"/>
                  </a:lnTo>
                  <a:lnTo>
                    <a:pt x="95944" y="185901"/>
                  </a:lnTo>
                  <a:lnTo>
                    <a:pt x="91154" y="185302"/>
                  </a:lnTo>
                  <a:lnTo>
                    <a:pt x="90406" y="174076"/>
                  </a:lnTo>
                  <a:close/>
                  <a:moveTo>
                    <a:pt x="118994" y="174076"/>
                  </a:moveTo>
                  <a:lnTo>
                    <a:pt x="118246" y="185302"/>
                  </a:lnTo>
                  <a:lnTo>
                    <a:pt x="113756" y="185901"/>
                  </a:lnTo>
                  <a:lnTo>
                    <a:pt x="109265" y="186350"/>
                  </a:lnTo>
                  <a:lnTo>
                    <a:pt x="110762" y="175274"/>
                  </a:lnTo>
                  <a:lnTo>
                    <a:pt x="114953" y="174825"/>
                  </a:lnTo>
                  <a:lnTo>
                    <a:pt x="118994" y="174076"/>
                  </a:lnTo>
                  <a:close/>
                  <a:moveTo>
                    <a:pt x="15716" y="108218"/>
                  </a:moveTo>
                  <a:lnTo>
                    <a:pt x="19608" y="108816"/>
                  </a:lnTo>
                  <a:lnTo>
                    <a:pt x="20057" y="113905"/>
                  </a:lnTo>
                  <a:lnTo>
                    <a:pt x="20805" y="118845"/>
                  </a:lnTo>
                  <a:lnTo>
                    <a:pt x="21703" y="123635"/>
                  </a:lnTo>
                  <a:lnTo>
                    <a:pt x="22901" y="128424"/>
                  </a:lnTo>
                  <a:lnTo>
                    <a:pt x="24398" y="133064"/>
                  </a:lnTo>
                  <a:lnTo>
                    <a:pt x="26194" y="137555"/>
                  </a:lnTo>
                  <a:lnTo>
                    <a:pt x="28140" y="141895"/>
                  </a:lnTo>
                  <a:lnTo>
                    <a:pt x="30385" y="146236"/>
                  </a:lnTo>
                  <a:lnTo>
                    <a:pt x="32780" y="150277"/>
                  </a:lnTo>
                  <a:lnTo>
                    <a:pt x="35474" y="154319"/>
                  </a:lnTo>
                  <a:lnTo>
                    <a:pt x="38318" y="158061"/>
                  </a:lnTo>
                  <a:lnTo>
                    <a:pt x="41461" y="161653"/>
                  </a:lnTo>
                  <a:lnTo>
                    <a:pt x="44754" y="165095"/>
                  </a:lnTo>
                  <a:lnTo>
                    <a:pt x="48196" y="168388"/>
                  </a:lnTo>
                  <a:lnTo>
                    <a:pt x="51938" y="171382"/>
                  </a:lnTo>
                  <a:lnTo>
                    <a:pt x="55680" y="174376"/>
                  </a:lnTo>
                  <a:lnTo>
                    <a:pt x="56129" y="174675"/>
                  </a:lnTo>
                  <a:lnTo>
                    <a:pt x="57177" y="175573"/>
                  </a:lnTo>
                  <a:lnTo>
                    <a:pt x="58375" y="176321"/>
                  </a:lnTo>
                  <a:lnTo>
                    <a:pt x="61218" y="177968"/>
                  </a:lnTo>
                  <a:lnTo>
                    <a:pt x="64661" y="179764"/>
                  </a:lnTo>
                  <a:lnTo>
                    <a:pt x="64960" y="179914"/>
                  </a:lnTo>
                  <a:lnTo>
                    <a:pt x="64960" y="180063"/>
                  </a:lnTo>
                  <a:lnTo>
                    <a:pt x="65110" y="180063"/>
                  </a:lnTo>
                  <a:lnTo>
                    <a:pt x="68852" y="181859"/>
                  </a:lnTo>
                  <a:lnTo>
                    <a:pt x="72594" y="183656"/>
                  </a:lnTo>
                  <a:lnTo>
                    <a:pt x="76486" y="185003"/>
                  </a:lnTo>
                  <a:lnTo>
                    <a:pt x="80527" y="186350"/>
                  </a:lnTo>
                  <a:lnTo>
                    <a:pt x="80976" y="186500"/>
                  </a:lnTo>
                  <a:lnTo>
                    <a:pt x="82323" y="186949"/>
                  </a:lnTo>
                  <a:lnTo>
                    <a:pt x="83820" y="187398"/>
                  </a:lnTo>
                  <a:lnTo>
                    <a:pt x="86963" y="187996"/>
                  </a:lnTo>
                  <a:lnTo>
                    <a:pt x="90555" y="188745"/>
                  </a:lnTo>
                  <a:lnTo>
                    <a:pt x="94148" y="189194"/>
                  </a:lnTo>
                  <a:lnTo>
                    <a:pt x="97740" y="189643"/>
                  </a:lnTo>
                  <a:lnTo>
                    <a:pt x="101482" y="189792"/>
                  </a:lnTo>
                  <a:lnTo>
                    <a:pt x="102081" y="193684"/>
                  </a:lnTo>
                  <a:lnTo>
                    <a:pt x="97740" y="193534"/>
                  </a:lnTo>
                  <a:lnTo>
                    <a:pt x="93399" y="193085"/>
                  </a:lnTo>
                  <a:lnTo>
                    <a:pt x="89208" y="192487"/>
                  </a:lnTo>
                  <a:lnTo>
                    <a:pt x="85017" y="191589"/>
                  </a:lnTo>
                  <a:lnTo>
                    <a:pt x="80976" y="190541"/>
                  </a:lnTo>
                  <a:lnTo>
                    <a:pt x="76935" y="189343"/>
                  </a:lnTo>
                  <a:lnTo>
                    <a:pt x="72893" y="187996"/>
                  </a:lnTo>
                  <a:lnTo>
                    <a:pt x="69151" y="186350"/>
                  </a:lnTo>
                  <a:lnTo>
                    <a:pt x="65409" y="184554"/>
                  </a:lnTo>
                  <a:lnTo>
                    <a:pt x="61667" y="182758"/>
                  </a:lnTo>
                  <a:lnTo>
                    <a:pt x="58075" y="180662"/>
                  </a:lnTo>
                  <a:lnTo>
                    <a:pt x="54633" y="178417"/>
                  </a:lnTo>
                  <a:lnTo>
                    <a:pt x="51340" y="176022"/>
                  </a:lnTo>
                  <a:lnTo>
                    <a:pt x="48196" y="173477"/>
                  </a:lnTo>
                  <a:lnTo>
                    <a:pt x="45053" y="170783"/>
                  </a:lnTo>
                  <a:lnTo>
                    <a:pt x="42060" y="167939"/>
                  </a:lnTo>
                  <a:lnTo>
                    <a:pt x="39216" y="164946"/>
                  </a:lnTo>
                  <a:lnTo>
                    <a:pt x="36522" y="161952"/>
                  </a:lnTo>
                  <a:lnTo>
                    <a:pt x="33977" y="158809"/>
                  </a:lnTo>
                  <a:lnTo>
                    <a:pt x="31582" y="155366"/>
                  </a:lnTo>
                  <a:lnTo>
                    <a:pt x="29187" y="152073"/>
                  </a:lnTo>
                  <a:lnTo>
                    <a:pt x="27092" y="148481"/>
                  </a:lnTo>
                  <a:lnTo>
                    <a:pt x="25146" y="144889"/>
                  </a:lnTo>
                  <a:lnTo>
                    <a:pt x="23350" y="141147"/>
                  </a:lnTo>
                  <a:lnTo>
                    <a:pt x="21853" y="137255"/>
                  </a:lnTo>
                  <a:lnTo>
                    <a:pt x="20356" y="133364"/>
                  </a:lnTo>
                  <a:lnTo>
                    <a:pt x="19159" y="129322"/>
                  </a:lnTo>
                  <a:lnTo>
                    <a:pt x="18111" y="125281"/>
                  </a:lnTo>
                  <a:lnTo>
                    <a:pt x="17213" y="121090"/>
                  </a:lnTo>
                  <a:lnTo>
                    <a:pt x="16465" y="116899"/>
                  </a:lnTo>
                  <a:lnTo>
                    <a:pt x="16016" y="112558"/>
                  </a:lnTo>
                  <a:lnTo>
                    <a:pt x="15716" y="108218"/>
                  </a:lnTo>
                  <a:close/>
                  <a:moveTo>
                    <a:pt x="193684" y="107469"/>
                  </a:moveTo>
                  <a:lnTo>
                    <a:pt x="193534" y="111810"/>
                  </a:lnTo>
                  <a:lnTo>
                    <a:pt x="193085" y="116001"/>
                  </a:lnTo>
                  <a:lnTo>
                    <a:pt x="192337" y="120342"/>
                  </a:lnTo>
                  <a:lnTo>
                    <a:pt x="191588" y="124383"/>
                  </a:lnTo>
                  <a:lnTo>
                    <a:pt x="190541" y="128574"/>
                  </a:lnTo>
                  <a:lnTo>
                    <a:pt x="189343" y="132615"/>
                  </a:lnTo>
                  <a:lnTo>
                    <a:pt x="187846" y="136507"/>
                  </a:lnTo>
                  <a:lnTo>
                    <a:pt x="186350" y="140399"/>
                  </a:lnTo>
                  <a:lnTo>
                    <a:pt x="184553" y="144140"/>
                  </a:lnTo>
                  <a:lnTo>
                    <a:pt x="182608" y="147733"/>
                  </a:lnTo>
                  <a:lnTo>
                    <a:pt x="180512" y="151325"/>
                  </a:lnTo>
                  <a:lnTo>
                    <a:pt x="178267" y="154768"/>
                  </a:lnTo>
                  <a:lnTo>
                    <a:pt x="175872" y="158061"/>
                  </a:lnTo>
                  <a:lnTo>
                    <a:pt x="173477" y="161354"/>
                  </a:lnTo>
                  <a:lnTo>
                    <a:pt x="170783" y="164347"/>
                  </a:lnTo>
                  <a:lnTo>
                    <a:pt x="167939" y="167341"/>
                  </a:lnTo>
                  <a:lnTo>
                    <a:pt x="164946" y="170185"/>
                  </a:lnTo>
                  <a:lnTo>
                    <a:pt x="161952" y="172879"/>
                  </a:lnTo>
                  <a:lnTo>
                    <a:pt x="158659" y="175573"/>
                  </a:lnTo>
                  <a:lnTo>
                    <a:pt x="155366" y="177968"/>
                  </a:lnTo>
                  <a:lnTo>
                    <a:pt x="151924" y="180213"/>
                  </a:lnTo>
                  <a:lnTo>
                    <a:pt x="148481" y="182309"/>
                  </a:lnTo>
                  <a:lnTo>
                    <a:pt x="144739" y="184254"/>
                  </a:lnTo>
                  <a:lnTo>
                    <a:pt x="140997" y="186050"/>
                  </a:lnTo>
                  <a:lnTo>
                    <a:pt x="137255" y="187697"/>
                  </a:lnTo>
                  <a:lnTo>
                    <a:pt x="133214" y="189044"/>
                  </a:lnTo>
                  <a:lnTo>
                    <a:pt x="129322" y="190391"/>
                  </a:lnTo>
                  <a:lnTo>
                    <a:pt x="125131" y="191439"/>
                  </a:lnTo>
                  <a:lnTo>
                    <a:pt x="121090" y="192337"/>
                  </a:lnTo>
                  <a:lnTo>
                    <a:pt x="116899" y="192936"/>
                  </a:lnTo>
                  <a:lnTo>
                    <a:pt x="112558" y="193385"/>
                  </a:lnTo>
                  <a:lnTo>
                    <a:pt x="108217" y="193684"/>
                  </a:lnTo>
                  <a:lnTo>
                    <a:pt x="108816" y="189792"/>
                  </a:lnTo>
                  <a:lnTo>
                    <a:pt x="112109" y="189493"/>
                  </a:lnTo>
                  <a:lnTo>
                    <a:pt x="115552" y="189194"/>
                  </a:lnTo>
                  <a:lnTo>
                    <a:pt x="118845" y="188745"/>
                  </a:lnTo>
                  <a:lnTo>
                    <a:pt x="122138" y="187996"/>
                  </a:lnTo>
                  <a:lnTo>
                    <a:pt x="125430" y="187398"/>
                  </a:lnTo>
                  <a:lnTo>
                    <a:pt x="127077" y="186949"/>
                  </a:lnTo>
                  <a:lnTo>
                    <a:pt x="128424" y="186500"/>
                  </a:lnTo>
                  <a:lnTo>
                    <a:pt x="128873" y="186350"/>
                  </a:lnTo>
                  <a:lnTo>
                    <a:pt x="132615" y="185152"/>
                  </a:lnTo>
                  <a:lnTo>
                    <a:pt x="136357" y="183805"/>
                  </a:lnTo>
                  <a:lnTo>
                    <a:pt x="139949" y="182309"/>
                  </a:lnTo>
                  <a:lnTo>
                    <a:pt x="143392" y="180512"/>
                  </a:lnTo>
                  <a:lnTo>
                    <a:pt x="144290" y="180063"/>
                  </a:lnTo>
                  <a:lnTo>
                    <a:pt x="144889" y="179764"/>
                  </a:lnTo>
                  <a:lnTo>
                    <a:pt x="148182" y="177968"/>
                  </a:lnTo>
                  <a:lnTo>
                    <a:pt x="151025" y="176321"/>
                  </a:lnTo>
                  <a:lnTo>
                    <a:pt x="152223" y="175573"/>
                  </a:lnTo>
                  <a:lnTo>
                    <a:pt x="153420" y="174675"/>
                  </a:lnTo>
                  <a:lnTo>
                    <a:pt x="153869" y="174376"/>
                  </a:lnTo>
                  <a:lnTo>
                    <a:pt x="153720" y="174226"/>
                  </a:lnTo>
                  <a:lnTo>
                    <a:pt x="156863" y="171981"/>
                  </a:lnTo>
                  <a:lnTo>
                    <a:pt x="160006" y="169436"/>
                  </a:lnTo>
                  <a:lnTo>
                    <a:pt x="161952" y="167790"/>
                  </a:lnTo>
                  <a:lnTo>
                    <a:pt x="164047" y="165694"/>
                  </a:lnTo>
                  <a:lnTo>
                    <a:pt x="165993" y="163748"/>
                  </a:lnTo>
                  <a:lnTo>
                    <a:pt x="168089" y="161503"/>
                  </a:lnTo>
                  <a:lnTo>
                    <a:pt x="169885" y="159408"/>
                  </a:lnTo>
                  <a:lnTo>
                    <a:pt x="170633" y="158510"/>
                  </a:lnTo>
                  <a:lnTo>
                    <a:pt x="172579" y="156115"/>
                  </a:lnTo>
                  <a:lnTo>
                    <a:pt x="173777" y="154468"/>
                  </a:lnTo>
                  <a:lnTo>
                    <a:pt x="174226" y="153870"/>
                  </a:lnTo>
                  <a:lnTo>
                    <a:pt x="175872" y="151325"/>
                  </a:lnTo>
                  <a:lnTo>
                    <a:pt x="177519" y="148781"/>
                  </a:lnTo>
                  <a:lnTo>
                    <a:pt x="179015" y="146236"/>
                  </a:lnTo>
                  <a:lnTo>
                    <a:pt x="180362" y="143542"/>
                  </a:lnTo>
                  <a:lnTo>
                    <a:pt x="181710" y="140848"/>
                  </a:lnTo>
                  <a:lnTo>
                    <a:pt x="183057" y="138153"/>
                  </a:lnTo>
                  <a:lnTo>
                    <a:pt x="184104" y="135309"/>
                  </a:lnTo>
                  <a:lnTo>
                    <a:pt x="185152" y="132466"/>
                  </a:lnTo>
                  <a:lnTo>
                    <a:pt x="186200" y="129472"/>
                  </a:lnTo>
                  <a:lnTo>
                    <a:pt x="186948" y="126478"/>
                  </a:lnTo>
                  <a:lnTo>
                    <a:pt x="187697" y="123485"/>
                  </a:lnTo>
                  <a:lnTo>
                    <a:pt x="188295" y="120491"/>
                  </a:lnTo>
                  <a:lnTo>
                    <a:pt x="188894" y="117498"/>
                  </a:lnTo>
                  <a:lnTo>
                    <a:pt x="189343" y="114354"/>
                  </a:lnTo>
                  <a:lnTo>
                    <a:pt x="189642" y="111211"/>
                  </a:lnTo>
                  <a:lnTo>
                    <a:pt x="189792" y="108068"/>
                  </a:lnTo>
                  <a:lnTo>
                    <a:pt x="193684" y="107469"/>
                  </a:lnTo>
                  <a:close/>
                  <a:moveTo>
                    <a:pt x="104925" y="105972"/>
                  </a:moveTo>
                  <a:lnTo>
                    <a:pt x="105523" y="106571"/>
                  </a:lnTo>
                  <a:lnTo>
                    <a:pt x="107020" y="108068"/>
                  </a:lnTo>
                  <a:lnTo>
                    <a:pt x="107170" y="108218"/>
                  </a:lnTo>
                  <a:lnTo>
                    <a:pt x="108217" y="109265"/>
                  </a:lnTo>
                  <a:lnTo>
                    <a:pt x="108367" y="109415"/>
                  </a:lnTo>
                  <a:lnTo>
                    <a:pt x="104925" y="109415"/>
                  </a:lnTo>
                  <a:lnTo>
                    <a:pt x="104775" y="109565"/>
                  </a:lnTo>
                  <a:lnTo>
                    <a:pt x="103278" y="109565"/>
                  </a:lnTo>
                  <a:lnTo>
                    <a:pt x="102679" y="109714"/>
                  </a:lnTo>
                  <a:lnTo>
                    <a:pt x="102530" y="109714"/>
                  </a:lnTo>
                  <a:lnTo>
                    <a:pt x="102530" y="109864"/>
                  </a:lnTo>
                  <a:lnTo>
                    <a:pt x="102530" y="110014"/>
                  </a:lnTo>
                  <a:lnTo>
                    <a:pt x="102679" y="110014"/>
                  </a:lnTo>
                  <a:lnTo>
                    <a:pt x="103877" y="110163"/>
                  </a:lnTo>
                  <a:lnTo>
                    <a:pt x="104326" y="110163"/>
                  </a:lnTo>
                  <a:lnTo>
                    <a:pt x="105523" y="110313"/>
                  </a:lnTo>
                  <a:lnTo>
                    <a:pt x="109265" y="110313"/>
                  </a:lnTo>
                  <a:lnTo>
                    <a:pt x="110612" y="111511"/>
                  </a:lnTo>
                  <a:lnTo>
                    <a:pt x="110612" y="111660"/>
                  </a:lnTo>
                  <a:lnTo>
                    <a:pt x="111361" y="112259"/>
                  </a:lnTo>
                  <a:lnTo>
                    <a:pt x="111510" y="112409"/>
                  </a:lnTo>
                  <a:lnTo>
                    <a:pt x="111959" y="112858"/>
                  </a:lnTo>
                  <a:lnTo>
                    <a:pt x="109265" y="112708"/>
                  </a:lnTo>
                  <a:lnTo>
                    <a:pt x="106571" y="112558"/>
                  </a:lnTo>
                  <a:lnTo>
                    <a:pt x="106421" y="112558"/>
                  </a:lnTo>
                  <a:lnTo>
                    <a:pt x="105673" y="112708"/>
                  </a:lnTo>
                  <a:lnTo>
                    <a:pt x="104326" y="112708"/>
                  </a:lnTo>
                  <a:lnTo>
                    <a:pt x="103278" y="112858"/>
                  </a:lnTo>
                  <a:lnTo>
                    <a:pt x="102979" y="112858"/>
                  </a:lnTo>
                  <a:lnTo>
                    <a:pt x="101781" y="113007"/>
                  </a:lnTo>
                  <a:lnTo>
                    <a:pt x="101781" y="113157"/>
                  </a:lnTo>
                  <a:lnTo>
                    <a:pt x="103727" y="113456"/>
                  </a:lnTo>
                  <a:lnTo>
                    <a:pt x="104475" y="113456"/>
                  </a:lnTo>
                  <a:lnTo>
                    <a:pt x="105673" y="113606"/>
                  </a:lnTo>
                  <a:lnTo>
                    <a:pt x="109116" y="113456"/>
                  </a:lnTo>
                  <a:lnTo>
                    <a:pt x="112408" y="113307"/>
                  </a:lnTo>
                  <a:lnTo>
                    <a:pt x="115851" y="116600"/>
                  </a:lnTo>
                  <a:lnTo>
                    <a:pt x="116599" y="117198"/>
                  </a:lnTo>
                  <a:lnTo>
                    <a:pt x="117048" y="117647"/>
                  </a:lnTo>
                  <a:lnTo>
                    <a:pt x="116749" y="119444"/>
                  </a:lnTo>
                  <a:lnTo>
                    <a:pt x="116300" y="119294"/>
                  </a:lnTo>
                  <a:lnTo>
                    <a:pt x="115552" y="119294"/>
                  </a:lnTo>
                  <a:lnTo>
                    <a:pt x="113157" y="119144"/>
                  </a:lnTo>
                  <a:lnTo>
                    <a:pt x="110762" y="119144"/>
                  </a:lnTo>
                  <a:lnTo>
                    <a:pt x="105972" y="119294"/>
                  </a:lnTo>
                  <a:lnTo>
                    <a:pt x="103577" y="119294"/>
                  </a:lnTo>
                  <a:lnTo>
                    <a:pt x="103428" y="119444"/>
                  </a:lnTo>
                  <a:lnTo>
                    <a:pt x="103428" y="119593"/>
                  </a:lnTo>
                  <a:lnTo>
                    <a:pt x="103428" y="119743"/>
                  </a:lnTo>
                  <a:lnTo>
                    <a:pt x="104625" y="119743"/>
                  </a:lnTo>
                  <a:lnTo>
                    <a:pt x="105523" y="119893"/>
                  </a:lnTo>
                  <a:lnTo>
                    <a:pt x="106721" y="119893"/>
                  </a:lnTo>
                  <a:lnTo>
                    <a:pt x="111061" y="120042"/>
                  </a:lnTo>
                  <a:lnTo>
                    <a:pt x="113307" y="120042"/>
                  </a:lnTo>
                  <a:lnTo>
                    <a:pt x="115402" y="119893"/>
                  </a:lnTo>
                  <a:lnTo>
                    <a:pt x="116150" y="119743"/>
                  </a:lnTo>
                  <a:lnTo>
                    <a:pt x="116749" y="119743"/>
                  </a:lnTo>
                  <a:lnTo>
                    <a:pt x="115851" y="126628"/>
                  </a:lnTo>
                  <a:lnTo>
                    <a:pt x="115701" y="127227"/>
                  </a:lnTo>
                  <a:lnTo>
                    <a:pt x="115552" y="127975"/>
                  </a:lnTo>
                  <a:lnTo>
                    <a:pt x="112857" y="147733"/>
                  </a:lnTo>
                  <a:lnTo>
                    <a:pt x="112708" y="149230"/>
                  </a:lnTo>
                  <a:lnTo>
                    <a:pt x="111660" y="156414"/>
                  </a:lnTo>
                  <a:lnTo>
                    <a:pt x="111510" y="158210"/>
                  </a:lnTo>
                  <a:lnTo>
                    <a:pt x="109265" y="174376"/>
                  </a:lnTo>
                  <a:lnTo>
                    <a:pt x="109116" y="175423"/>
                  </a:lnTo>
                  <a:lnTo>
                    <a:pt x="107619" y="186350"/>
                  </a:lnTo>
                  <a:lnTo>
                    <a:pt x="107170" y="189792"/>
                  </a:lnTo>
                  <a:lnTo>
                    <a:pt x="106571" y="193834"/>
                  </a:lnTo>
                  <a:lnTo>
                    <a:pt x="106122" y="197127"/>
                  </a:lnTo>
                  <a:lnTo>
                    <a:pt x="105673" y="199971"/>
                  </a:lnTo>
                  <a:lnTo>
                    <a:pt x="105224" y="203713"/>
                  </a:lnTo>
                  <a:lnTo>
                    <a:pt x="104625" y="199971"/>
                  </a:lnTo>
                  <a:lnTo>
                    <a:pt x="104176" y="197127"/>
                  </a:lnTo>
                  <a:lnTo>
                    <a:pt x="103727" y="193834"/>
                  </a:lnTo>
                  <a:lnTo>
                    <a:pt x="103128" y="189792"/>
                  </a:lnTo>
                  <a:lnTo>
                    <a:pt x="102530" y="186350"/>
                  </a:lnTo>
                  <a:lnTo>
                    <a:pt x="100883" y="175423"/>
                  </a:lnTo>
                  <a:lnTo>
                    <a:pt x="100734" y="174525"/>
                  </a:lnTo>
                  <a:lnTo>
                    <a:pt x="98339" y="158210"/>
                  </a:lnTo>
                  <a:lnTo>
                    <a:pt x="98039" y="156414"/>
                  </a:lnTo>
                  <a:lnTo>
                    <a:pt x="96992" y="149379"/>
                  </a:lnTo>
                  <a:lnTo>
                    <a:pt x="96692" y="147733"/>
                  </a:lnTo>
                  <a:lnTo>
                    <a:pt x="93848" y="128724"/>
                  </a:lnTo>
                  <a:lnTo>
                    <a:pt x="93699" y="127975"/>
                  </a:lnTo>
                  <a:lnTo>
                    <a:pt x="93699" y="127376"/>
                  </a:lnTo>
                  <a:lnTo>
                    <a:pt x="93100" y="124084"/>
                  </a:lnTo>
                  <a:lnTo>
                    <a:pt x="93100" y="123485"/>
                  </a:lnTo>
                  <a:lnTo>
                    <a:pt x="92501" y="119743"/>
                  </a:lnTo>
                  <a:lnTo>
                    <a:pt x="92501" y="119444"/>
                  </a:lnTo>
                  <a:lnTo>
                    <a:pt x="92352" y="118845"/>
                  </a:lnTo>
                  <a:lnTo>
                    <a:pt x="92651" y="118845"/>
                  </a:lnTo>
                  <a:lnTo>
                    <a:pt x="92950" y="118545"/>
                  </a:lnTo>
                  <a:lnTo>
                    <a:pt x="93549" y="117797"/>
                  </a:lnTo>
                  <a:lnTo>
                    <a:pt x="93848" y="117498"/>
                  </a:lnTo>
                  <a:lnTo>
                    <a:pt x="95495" y="115702"/>
                  </a:lnTo>
                  <a:lnTo>
                    <a:pt x="95644" y="115702"/>
                  </a:lnTo>
                  <a:lnTo>
                    <a:pt x="97141" y="113905"/>
                  </a:lnTo>
                  <a:lnTo>
                    <a:pt x="97291" y="113905"/>
                  </a:lnTo>
                  <a:lnTo>
                    <a:pt x="98937" y="112109"/>
                  </a:lnTo>
                  <a:lnTo>
                    <a:pt x="99237" y="111660"/>
                  </a:lnTo>
                  <a:lnTo>
                    <a:pt x="99386" y="112409"/>
                  </a:lnTo>
                  <a:lnTo>
                    <a:pt x="99386" y="112558"/>
                  </a:lnTo>
                  <a:lnTo>
                    <a:pt x="99386" y="113606"/>
                  </a:lnTo>
                  <a:lnTo>
                    <a:pt x="99536" y="113756"/>
                  </a:lnTo>
                  <a:lnTo>
                    <a:pt x="99686" y="113606"/>
                  </a:lnTo>
                  <a:lnTo>
                    <a:pt x="99835" y="113007"/>
                  </a:lnTo>
                  <a:lnTo>
                    <a:pt x="99835" y="112858"/>
                  </a:lnTo>
                  <a:lnTo>
                    <a:pt x="99985" y="111062"/>
                  </a:lnTo>
                  <a:lnTo>
                    <a:pt x="100584" y="110313"/>
                  </a:lnTo>
                  <a:lnTo>
                    <a:pt x="100734" y="110163"/>
                  </a:lnTo>
                  <a:lnTo>
                    <a:pt x="102230" y="108517"/>
                  </a:lnTo>
                  <a:lnTo>
                    <a:pt x="102380" y="108367"/>
                  </a:lnTo>
                  <a:lnTo>
                    <a:pt x="104176" y="106421"/>
                  </a:lnTo>
                  <a:lnTo>
                    <a:pt x="104775" y="105972"/>
                  </a:lnTo>
                  <a:close/>
                  <a:moveTo>
                    <a:pt x="103428" y="0"/>
                  </a:moveTo>
                  <a:lnTo>
                    <a:pt x="101632" y="12423"/>
                  </a:lnTo>
                  <a:lnTo>
                    <a:pt x="97141" y="12573"/>
                  </a:lnTo>
                  <a:lnTo>
                    <a:pt x="92651" y="13172"/>
                  </a:lnTo>
                  <a:lnTo>
                    <a:pt x="88161" y="13770"/>
                  </a:lnTo>
                  <a:lnTo>
                    <a:pt x="83820" y="14669"/>
                  </a:lnTo>
                  <a:lnTo>
                    <a:pt x="79629" y="15866"/>
                  </a:lnTo>
                  <a:lnTo>
                    <a:pt x="75288" y="17063"/>
                  </a:lnTo>
                  <a:lnTo>
                    <a:pt x="71247" y="18560"/>
                  </a:lnTo>
                  <a:lnTo>
                    <a:pt x="67206" y="20207"/>
                  </a:lnTo>
                  <a:lnTo>
                    <a:pt x="63314" y="22152"/>
                  </a:lnTo>
                  <a:lnTo>
                    <a:pt x="59572" y="24098"/>
                  </a:lnTo>
                  <a:lnTo>
                    <a:pt x="55830" y="26343"/>
                  </a:lnTo>
                  <a:lnTo>
                    <a:pt x="52238" y="28738"/>
                  </a:lnTo>
                  <a:lnTo>
                    <a:pt x="48795" y="31283"/>
                  </a:lnTo>
                  <a:lnTo>
                    <a:pt x="45353" y="33977"/>
                  </a:lnTo>
                  <a:lnTo>
                    <a:pt x="42209" y="36821"/>
                  </a:lnTo>
                  <a:lnTo>
                    <a:pt x="39066" y="39665"/>
                  </a:lnTo>
                  <a:lnTo>
                    <a:pt x="36072" y="42808"/>
                  </a:lnTo>
                  <a:lnTo>
                    <a:pt x="33378" y="46101"/>
                  </a:lnTo>
                  <a:lnTo>
                    <a:pt x="30684" y="49394"/>
                  </a:lnTo>
                  <a:lnTo>
                    <a:pt x="28140" y="52986"/>
                  </a:lnTo>
                  <a:lnTo>
                    <a:pt x="25894" y="56579"/>
                  </a:lnTo>
                  <a:lnTo>
                    <a:pt x="23649" y="60320"/>
                  </a:lnTo>
                  <a:lnTo>
                    <a:pt x="21703" y="64212"/>
                  </a:lnTo>
                  <a:lnTo>
                    <a:pt x="19907" y="68104"/>
                  </a:lnTo>
                  <a:lnTo>
                    <a:pt x="18261" y="72145"/>
                  </a:lnTo>
                  <a:lnTo>
                    <a:pt x="16764" y="76186"/>
                  </a:lnTo>
                  <a:lnTo>
                    <a:pt x="15567" y="80527"/>
                  </a:lnTo>
                  <a:lnTo>
                    <a:pt x="14519" y="84718"/>
                  </a:lnTo>
                  <a:lnTo>
                    <a:pt x="13621" y="89059"/>
                  </a:lnTo>
                  <a:lnTo>
                    <a:pt x="12872" y="93549"/>
                  </a:lnTo>
                  <a:lnTo>
                    <a:pt x="12573" y="98039"/>
                  </a:lnTo>
                  <a:lnTo>
                    <a:pt x="12274" y="102680"/>
                  </a:lnTo>
                  <a:lnTo>
                    <a:pt x="0" y="104476"/>
                  </a:lnTo>
                  <a:lnTo>
                    <a:pt x="0" y="106122"/>
                  </a:lnTo>
                  <a:lnTo>
                    <a:pt x="12274" y="107769"/>
                  </a:lnTo>
                  <a:lnTo>
                    <a:pt x="12573" y="112409"/>
                  </a:lnTo>
                  <a:lnTo>
                    <a:pt x="13022" y="116899"/>
                  </a:lnTo>
                  <a:lnTo>
                    <a:pt x="13770" y="121240"/>
                  </a:lnTo>
                  <a:lnTo>
                    <a:pt x="14668" y="125580"/>
                  </a:lnTo>
                  <a:lnTo>
                    <a:pt x="15716" y="129921"/>
                  </a:lnTo>
                  <a:lnTo>
                    <a:pt x="17063" y="134112"/>
                  </a:lnTo>
                  <a:lnTo>
                    <a:pt x="18560" y="138153"/>
                  </a:lnTo>
                  <a:lnTo>
                    <a:pt x="20207" y="142195"/>
                  </a:lnTo>
                  <a:lnTo>
                    <a:pt x="22003" y="146086"/>
                  </a:lnTo>
                  <a:lnTo>
                    <a:pt x="24098" y="149978"/>
                  </a:lnTo>
                  <a:lnTo>
                    <a:pt x="26343" y="153720"/>
                  </a:lnTo>
                  <a:lnTo>
                    <a:pt x="28589" y="157312"/>
                  </a:lnTo>
                  <a:lnTo>
                    <a:pt x="31133" y="160755"/>
                  </a:lnTo>
                  <a:lnTo>
                    <a:pt x="33827" y="164048"/>
                  </a:lnTo>
                  <a:lnTo>
                    <a:pt x="36671" y="167341"/>
                  </a:lnTo>
                  <a:lnTo>
                    <a:pt x="39665" y="170334"/>
                  </a:lnTo>
                  <a:lnTo>
                    <a:pt x="42808" y="173328"/>
                  </a:lnTo>
                  <a:lnTo>
                    <a:pt x="46101" y="176172"/>
                  </a:lnTo>
                  <a:lnTo>
                    <a:pt x="49394" y="178716"/>
                  </a:lnTo>
                  <a:lnTo>
                    <a:pt x="52836" y="181261"/>
                  </a:lnTo>
                  <a:lnTo>
                    <a:pt x="56578" y="183656"/>
                  </a:lnTo>
                  <a:lnTo>
                    <a:pt x="60320" y="185751"/>
                  </a:lnTo>
                  <a:lnTo>
                    <a:pt x="64062" y="187847"/>
                  </a:lnTo>
                  <a:lnTo>
                    <a:pt x="68104" y="189643"/>
                  </a:lnTo>
                  <a:lnTo>
                    <a:pt x="71995" y="191289"/>
                  </a:lnTo>
                  <a:lnTo>
                    <a:pt x="76186" y="192636"/>
                  </a:lnTo>
                  <a:lnTo>
                    <a:pt x="80377" y="193983"/>
                  </a:lnTo>
                  <a:lnTo>
                    <a:pt x="84718" y="195031"/>
                  </a:lnTo>
                  <a:lnTo>
                    <a:pt x="89059" y="195929"/>
                  </a:lnTo>
                  <a:lnTo>
                    <a:pt x="93549" y="196528"/>
                  </a:lnTo>
                  <a:lnTo>
                    <a:pt x="98039" y="196977"/>
                  </a:lnTo>
                  <a:lnTo>
                    <a:pt x="102530" y="197127"/>
                  </a:lnTo>
                  <a:lnTo>
                    <a:pt x="104475" y="209550"/>
                  </a:lnTo>
                  <a:lnTo>
                    <a:pt x="105972" y="209550"/>
                  </a:lnTo>
                  <a:lnTo>
                    <a:pt x="107768" y="197127"/>
                  </a:lnTo>
                  <a:lnTo>
                    <a:pt x="112259" y="196827"/>
                  </a:lnTo>
                  <a:lnTo>
                    <a:pt x="116749" y="196378"/>
                  </a:lnTo>
                  <a:lnTo>
                    <a:pt x="121239" y="195630"/>
                  </a:lnTo>
                  <a:lnTo>
                    <a:pt x="125580" y="194732"/>
                  </a:lnTo>
                  <a:lnTo>
                    <a:pt x="129771" y="193684"/>
                  </a:lnTo>
                  <a:lnTo>
                    <a:pt x="133962" y="192337"/>
                  </a:lnTo>
                  <a:lnTo>
                    <a:pt x="138153" y="190990"/>
                  </a:lnTo>
                  <a:lnTo>
                    <a:pt x="142194" y="189194"/>
                  </a:lnTo>
                  <a:lnTo>
                    <a:pt x="146086" y="187398"/>
                  </a:lnTo>
                  <a:lnTo>
                    <a:pt x="149828" y="185302"/>
                  </a:lnTo>
                  <a:lnTo>
                    <a:pt x="153570" y="183207"/>
                  </a:lnTo>
                  <a:lnTo>
                    <a:pt x="157162" y="180812"/>
                  </a:lnTo>
                  <a:lnTo>
                    <a:pt x="160605" y="178267"/>
                  </a:lnTo>
                  <a:lnTo>
                    <a:pt x="164047" y="175573"/>
                  </a:lnTo>
                  <a:lnTo>
                    <a:pt x="167191" y="172729"/>
                  </a:lnTo>
                  <a:lnTo>
                    <a:pt x="170334" y="169736"/>
                  </a:lnTo>
                  <a:lnTo>
                    <a:pt x="173328" y="166592"/>
                  </a:lnTo>
                  <a:lnTo>
                    <a:pt x="176022" y="163449"/>
                  </a:lnTo>
                  <a:lnTo>
                    <a:pt x="178716" y="160006"/>
                  </a:lnTo>
                  <a:lnTo>
                    <a:pt x="181260" y="156564"/>
                  </a:lnTo>
                  <a:lnTo>
                    <a:pt x="183506" y="152972"/>
                  </a:lnTo>
                  <a:lnTo>
                    <a:pt x="185751" y="149230"/>
                  </a:lnTo>
                  <a:lnTo>
                    <a:pt x="187697" y="145338"/>
                  </a:lnTo>
                  <a:lnTo>
                    <a:pt x="189493" y="141446"/>
                  </a:lnTo>
                  <a:lnTo>
                    <a:pt x="191139" y="137405"/>
                  </a:lnTo>
                  <a:lnTo>
                    <a:pt x="192636" y="133214"/>
                  </a:lnTo>
                  <a:lnTo>
                    <a:pt x="193833" y="129023"/>
                  </a:lnTo>
                  <a:lnTo>
                    <a:pt x="194881" y="124682"/>
                  </a:lnTo>
                  <a:lnTo>
                    <a:pt x="195779" y="120342"/>
                  </a:lnTo>
                  <a:lnTo>
                    <a:pt x="196378" y="116001"/>
                  </a:lnTo>
                  <a:lnTo>
                    <a:pt x="196827" y="111511"/>
                  </a:lnTo>
                  <a:lnTo>
                    <a:pt x="197126" y="106871"/>
                  </a:lnTo>
                  <a:lnTo>
                    <a:pt x="209400" y="105074"/>
                  </a:lnTo>
                  <a:lnTo>
                    <a:pt x="209400" y="103428"/>
                  </a:lnTo>
                  <a:lnTo>
                    <a:pt x="197126" y="101781"/>
                  </a:lnTo>
                  <a:lnTo>
                    <a:pt x="196827" y="97141"/>
                  </a:lnTo>
                  <a:lnTo>
                    <a:pt x="196378" y="92651"/>
                  </a:lnTo>
                  <a:lnTo>
                    <a:pt x="195630" y="88310"/>
                  </a:lnTo>
                  <a:lnTo>
                    <a:pt x="194732" y="83820"/>
                  </a:lnTo>
                  <a:lnTo>
                    <a:pt x="193684" y="79629"/>
                  </a:lnTo>
                  <a:lnTo>
                    <a:pt x="192337" y="75438"/>
                  </a:lnTo>
                  <a:lnTo>
                    <a:pt x="190840" y="71247"/>
                  </a:lnTo>
                  <a:lnTo>
                    <a:pt x="189193" y="67355"/>
                  </a:lnTo>
                  <a:lnTo>
                    <a:pt x="187397" y="63314"/>
                  </a:lnTo>
                  <a:lnTo>
                    <a:pt x="185302" y="59572"/>
                  </a:lnTo>
                  <a:lnTo>
                    <a:pt x="183057" y="55830"/>
                  </a:lnTo>
                  <a:lnTo>
                    <a:pt x="180662" y="52238"/>
                  </a:lnTo>
                  <a:lnTo>
                    <a:pt x="178267" y="48795"/>
                  </a:lnTo>
                  <a:lnTo>
                    <a:pt x="175573" y="45502"/>
                  </a:lnTo>
                  <a:lnTo>
                    <a:pt x="172729" y="42209"/>
                  </a:lnTo>
                  <a:lnTo>
                    <a:pt x="169735" y="39066"/>
                  </a:lnTo>
                  <a:lnTo>
                    <a:pt x="166592" y="36222"/>
                  </a:lnTo>
                  <a:lnTo>
                    <a:pt x="163299" y="33378"/>
                  </a:lnTo>
                  <a:lnTo>
                    <a:pt x="160006" y="30684"/>
                  </a:lnTo>
                  <a:lnTo>
                    <a:pt x="156414" y="28289"/>
                  </a:lnTo>
                  <a:lnTo>
                    <a:pt x="152822" y="25894"/>
                  </a:lnTo>
                  <a:lnTo>
                    <a:pt x="149080" y="23799"/>
                  </a:lnTo>
                  <a:lnTo>
                    <a:pt x="145338" y="21703"/>
                  </a:lnTo>
                  <a:lnTo>
                    <a:pt x="141296" y="19907"/>
                  </a:lnTo>
                  <a:lnTo>
                    <a:pt x="137405" y="18261"/>
                  </a:lnTo>
                  <a:lnTo>
                    <a:pt x="133214" y="16764"/>
                  </a:lnTo>
                  <a:lnTo>
                    <a:pt x="129023" y="15567"/>
                  </a:lnTo>
                  <a:lnTo>
                    <a:pt x="124682" y="14519"/>
                  </a:lnTo>
                  <a:lnTo>
                    <a:pt x="120341" y="13621"/>
                  </a:lnTo>
                  <a:lnTo>
                    <a:pt x="115851" y="13022"/>
                  </a:lnTo>
                  <a:lnTo>
                    <a:pt x="111361" y="12573"/>
                  </a:lnTo>
                  <a:lnTo>
                    <a:pt x="106870" y="12423"/>
                  </a:lnTo>
                  <a:lnTo>
                    <a:pt x="10492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6" name="Google Shape;1826;p55"/>
            <p:cNvSpPr/>
            <p:nvPr/>
          </p:nvSpPr>
          <p:spPr>
            <a:xfrm>
              <a:off x="4088775" y="2591800"/>
              <a:ext cx="18725" cy="291900"/>
            </a:xfrm>
            <a:custGeom>
              <a:rect b="b" l="l" r="r" t="t"/>
              <a:pathLst>
                <a:path extrusionOk="0" h="11676" w="749">
                  <a:moveTo>
                    <a:pt x="299" y="1"/>
                  </a:moveTo>
                  <a:lnTo>
                    <a:pt x="299" y="151"/>
                  </a:lnTo>
                  <a:lnTo>
                    <a:pt x="0" y="4791"/>
                  </a:lnTo>
                  <a:lnTo>
                    <a:pt x="150" y="9281"/>
                  </a:lnTo>
                  <a:lnTo>
                    <a:pt x="150" y="9730"/>
                  </a:lnTo>
                  <a:lnTo>
                    <a:pt x="150" y="9880"/>
                  </a:lnTo>
                  <a:lnTo>
                    <a:pt x="150" y="10329"/>
                  </a:lnTo>
                  <a:lnTo>
                    <a:pt x="150" y="10628"/>
                  </a:lnTo>
                  <a:lnTo>
                    <a:pt x="150" y="11077"/>
                  </a:lnTo>
                  <a:lnTo>
                    <a:pt x="299" y="11526"/>
                  </a:lnTo>
                  <a:lnTo>
                    <a:pt x="299" y="11676"/>
                  </a:lnTo>
                  <a:lnTo>
                    <a:pt x="599" y="11676"/>
                  </a:lnTo>
                  <a:lnTo>
                    <a:pt x="599" y="11526"/>
                  </a:lnTo>
                  <a:lnTo>
                    <a:pt x="599" y="10927"/>
                  </a:lnTo>
                  <a:lnTo>
                    <a:pt x="599" y="10628"/>
                  </a:lnTo>
                  <a:lnTo>
                    <a:pt x="748" y="10329"/>
                  </a:lnTo>
                  <a:lnTo>
                    <a:pt x="748" y="9880"/>
                  </a:lnTo>
                  <a:lnTo>
                    <a:pt x="748" y="9730"/>
                  </a:lnTo>
                  <a:lnTo>
                    <a:pt x="748" y="9281"/>
                  </a:lnTo>
                  <a:lnTo>
                    <a:pt x="748" y="4791"/>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7" name="Google Shape;1827;p55"/>
            <p:cNvSpPr/>
            <p:nvPr/>
          </p:nvSpPr>
          <p:spPr>
            <a:xfrm>
              <a:off x="4253400" y="2584325"/>
              <a:ext cx="15000" cy="276925"/>
            </a:xfrm>
            <a:custGeom>
              <a:rect b="b" l="l" r="r" t="t"/>
              <a:pathLst>
                <a:path extrusionOk="0" h="11077" w="600">
                  <a:moveTo>
                    <a:pt x="151" y="0"/>
                  </a:moveTo>
                  <a:lnTo>
                    <a:pt x="1" y="2096"/>
                  </a:lnTo>
                  <a:lnTo>
                    <a:pt x="1" y="4341"/>
                  </a:lnTo>
                  <a:lnTo>
                    <a:pt x="1" y="5389"/>
                  </a:lnTo>
                  <a:lnTo>
                    <a:pt x="1" y="6287"/>
                  </a:lnTo>
                  <a:lnTo>
                    <a:pt x="151" y="10927"/>
                  </a:lnTo>
                  <a:lnTo>
                    <a:pt x="151" y="11077"/>
                  </a:lnTo>
                  <a:lnTo>
                    <a:pt x="450" y="11077"/>
                  </a:lnTo>
                  <a:lnTo>
                    <a:pt x="450" y="10927"/>
                  </a:lnTo>
                  <a:lnTo>
                    <a:pt x="600" y="5389"/>
                  </a:lnTo>
                  <a:lnTo>
                    <a:pt x="600" y="4341"/>
                  </a:lnTo>
                  <a:lnTo>
                    <a:pt x="600" y="3293"/>
                  </a:lnTo>
                  <a:lnTo>
                    <a:pt x="600" y="1647"/>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8" name="Google Shape;1828;p55"/>
            <p:cNvSpPr/>
            <p:nvPr/>
          </p:nvSpPr>
          <p:spPr>
            <a:xfrm>
              <a:off x="4328250" y="2595550"/>
              <a:ext cx="26225" cy="273200"/>
            </a:xfrm>
            <a:custGeom>
              <a:rect b="b" l="l" r="r" t="t"/>
              <a:pathLst>
                <a:path extrusionOk="0" h="10928" w="1049">
                  <a:moveTo>
                    <a:pt x="449" y="1"/>
                  </a:moveTo>
                  <a:lnTo>
                    <a:pt x="449" y="150"/>
                  </a:lnTo>
                  <a:lnTo>
                    <a:pt x="300" y="1348"/>
                  </a:lnTo>
                  <a:lnTo>
                    <a:pt x="0" y="3742"/>
                  </a:lnTo>
                  <a:lnTo>
                    <a:pt x="0" y="6137"/>
                  </a:lnTo>
                  <a:lnTo>
                    <a:pt x="150" y="8532"/>
                  </a:lnTo>
                  <a:lnTo>
                    <a:pt x="449" y="10777"/>
                  </a:lnTo>
                  <a:lnTo>
                    <a:pt x="599" y="10927"/>
                  </a:lnTo>
                  <a:lnTo>
                    <a:pt x="599" y="10777"/>
                  </a:lnTo>
                  <a:lnTo>
                    <a:pt x="899" y="8383"/>
                  </a:lnTo>
                  <a:lnTo>
                    <a:pt x="1048" y="5838"/>
                  </a:lnTo>
                  <a:lnTo>
                    <a:pt x="1048" y="3144"/>
                  </a:lnTo>
                  <a:lnTo>
                    <a:pt x="749" y="749"/>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9" name="Google Shape;1829;p55"/>
            <p:cNvSpPr/>
            <p:nvPr/>
          </p:nvSpPr>
          <p:spPr>
            <a:xfrm>
              <a:off x="4410575" y="2599300"/>
              <a:ext cx="22475" cy="258200"/>
            </a:xfrm>
            <a:custGeom>
              <a:rect b="b" l="l" r="r" t="t"/>
              <a:pathLst>
                <a:path extrusionOk="0" h="10328" w="899">
                  <a:moveTo>
                    <a:pt x="300" y="0"/>
                  </a:moveTo>
                  <a:lnTo>
                    <a:pt x="300" y="150"/>
                  </a:lnTo>
                  <a:lnTo>
                    <a:pt x="150" y="2844"/>
                  </a:lnTo>
                  <a:lnTo>
                    <a:pt x="0" y="5538"/>
                  </a:lnTo>
                  <a:lnTo>
                    <a:pt x="0" y="7933"/>
                  </a:lnTo>
                  <a:lnTo>
                    <a:pt x="150" y="9131"/>
                  </a:lnTo>
                  <a:lnTo>
                    <a:pt x="449" y="10328"/>
                  </a:lnTo>
                  <a:lnTo>
                    <a:pt x="599" y="10328"/>
                  </a:lnTo>
                  <a:lnTo>
                    <a:pt x="749" y="9131"/>
                  </a:lnTo>
                  <a:lnTo>
                    <a:pt x="898" y="7933"/>
                  </a:lnTo>
                  <a:lnTo>
                    <a:pt x="898" y="5538"/>
                  </a:lnTo>
                  <a:lnTo>
                    <a:pt x="898" y="2844"/>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0" name="Google Shape;1830;p55"/>
            <p:cNvSpPr/>
            <p:nvPr/>
          </p:nvSpPr>
          <p:spPr>
            <a:xfrm>
              <a:off x="4489150" y="2614250"/>
              <a:ext cx="29975" cy="243250"/>
            </a:xfrm>
            <a:custGeom>
              <a:rect b="b" l="l" r="r" t="t"/>
              <a:pathLst>
                <a:path extrusionOk="0" h="9730" w="1199">
                  <a:moveTo>
                    <a:pt x="450" y="1"/>
                  </a:moveTo>
                  <a:lnTo>
                    <a:pt x="300" y="2396"/>
                  </a:lnTo>
                  <a:lnTo>
                    <a:pt x="1" y="4940"/>
                  </a:lnTo>
                  <a:lnTo>
                    <a:pt x="1" y="7335"/>
                  </a:lnTo>
                  <a:lnTo>
                    <a:pt x="150" y="8533"/>
                  </a:lnTo>
                  <a:lnTo>
                    <a:pt x="450" y="9580"/>
                  </a:lnTo>
                  <a:lnTo>
                    <a:pt x="599" y="9730"/>
                  </a:lnTo>
                  <a:lnTo>
                    <a:pt x="749" y="9580"/>
                  </a:lnTo>
                  <a:lnTo>
                    <a:pt x="899" y="8533"/>
                  </a:lnTo>
                  <a:lnTo>
                    <a:pt x="1048" y="7335"/>
                  </a:lnTo>
                  <a:lnTo>
                    <a:pt x="1198" y="4940"/>
                  </a:lnTo>
                  <a:lnTo>
                    <a:pt x="899" y="2396"/>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1" name="Google Shape;1831;p55"/>
            <p:cNvSpPr/>
            <p:nvPr/>
          </p:nvSpPr>
          <p:spPr>
            <a:xfrm>
              <a:off x="4571475" y="2621750"/>
              <a:ext cx="22475" cy="243250"/>
            </a:xfrm>
            <a:custGeom>
              <a:rect b="b" l="l" r="r" t="t"/>
              <a:pathLst>
                <a:path extrusionOk="0" h="9730" w="899">
                  <a:moveTo>
                    <a:pt x="450" y="0"/>
                  </a:moveTo>
                  <a:lnTo>
                    <a:pt x="300" y="150"/>
                  </a:lnTo>
                  <a:lnTo>
                    <a:pt x="300" y="300"/>
                  </a:lnTo>
                  <a:lnTo>
                    <a:pt x="150" y="2694"/>
                  </a:lnTo>
                  <a:lnTo>
                    <a:pt x="150" y="5239"/>
                  </a:lnTo>
                  <a:lnTo>
                    <a:pt x="1" y="7484"/>
                  </a:lnTo>
                  <a:lnTo>
                    <a:pt x="150" y="8532"/>
                  </a:lnTo>
                  <a:lnTo>
                    <a:pt x="300" y="9580"/>
                  </a:lnTo>
                  <a:lnTo>
                    <a:pt x="450" y="9729"/>
                  </a:lnTo>
                  <a:lnTo>
                    <a:pt x="599" y="9580"/>
                  </a:lnTo>
                  <a:lnTo>
                    <a:pt x="899" y="8532"/>
                  </a:lnTo>
                  <a:lnTo>
                    <a:pt x="899" y="7484"/>
                  </a:lnTo>
                  <a:lnTo>
                    <a:pt x="899" y="5239"/>
                  </a:lnTo>
                  <a:lnTo>
                    <a:pt x="899" y="2694"/>
                  </a:lnTo>
                  <a:lnTo>
                    <a:pt x="599" y="300"/>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2" name="Google Shape;1832;p55"/>
            <p:cNvSpPr/>
            <p:nvPr/>
          </p:nvSpPr>
          <p:spPr>
            <a:xfrm>
              <a:off x="4653800" y="2636700"/>
              <a:ext cx="22475" cy="232050"/>
            </a:xfrm>
            <a:custGeom>
              <a:rect b="b" l="l" r="r" t="t"/>
              <a:pathLst>
                <a:path extrusionOk="0" h="9282" w="899">
                  <a:moveTo>
                    <a:pt x="150" y="1"/>
                  </a:moveTo>
                  <a:lnTo>
                    <a:pt x="0" y="2246"/>
                  </a:lnTo>
                  <a:lnTo>
                    <a:pt x="0" y="4641"/>
                  </a:lnTo>
                  <a:lnTo>
                    <a:pt x="150" y="9131"/>
                  </a:lnTo>
                  <a:lnTo>
                    <a:pt x="300" y="9281"/>
                  </a:lnTo>
                  <a:lnTo>
                    <a:pt x="599" y="9281"/>
                  </a:lnTo>
                  <a:lnTo>
                    <a:pt x="599" y="9131"/>
                  </a:lnTo>
                  <a:lnTo>
                    <a:pt x="899" y="4641"/>
                  </a:lnTo>
                  <a:lnTo>
                    <a:pt x="749" y="2246"/>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3" name="Google Shape;1833;p55"/>
            <p:cNvSpPr/>
            <p:nvPr/>
          </p:nvSpPr>
          <p:spPr>
            <a:xfrm>
              <a:off x="4736125" y="2640450"/>
              <a:ext cx="22475" cy="235775"/>
            </a:xfrm>
            <a:custGeom>
              <a:rect b="b" l="l" r="r" t="t"/>
              <a:pathLst>
                <a:path extrusionOk="0" h="9431" w="899">
                  <a:moveTo>
                    <a:pt x="449" y="1"/>
                  </a:moveTo>
                  <a:lnTo>
                    <a:pt x="300" y="150"/>
                  </a:lnTo>
                  <a:lnTo>
                    <a:pt x="150" y="1198"/>
                  </a:lnTo>
                  <a:lnTo>
                    <a:pt x="0" y="2246"/>
                  </a:lnTo>
                  <a:lnTo>
                    <a:pt x="0" y="4491"/>
                  </a:lnTo>
                  <a:lnTo>
                    <a:pt x="0" y="6886"/>
                  </a:lnTo>
                  <a:lnTo>
                    <a:pt x="150" y="9281"/>
                  </a:lnTo>
                  <a:lnTo>
                    <a:pt x="150" y="9430"/>
                  </a:lnTo>
                  <a:lnTo>
                    <a:pt x="449" y="9430"/>
                  </a:lnTo>
                  <a:lnTo>
                    <a:pt x="599" y="9281"/>
                  </a:lnTo>
                  <a:lnTo>
                    <a:pt x="749" y="6886"/>
                  </a:lnTo>
                  <a:lnTo>
                    <a:pt x="898" y="4491"/>
                  </a:lnTo>
                  <a:lnTo>
                    <a:pt x="898" y="2246"/>
                  </a:lnTo>
                  <a:lnTo>
                    <a:pt x="898" y="119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4" name="Google Shape;1834;p55"/>
            <p:cNvSpPr/>
            <p:nvPr/>
          </p:nvSpPr>
          <p:spPr>
            <a:xfrm>
              <a:off x="4814700" y="2659175"/>
              <a:ext cx="22475" cy="205825"/>
            </a:xfrm>
            <a:custGeom>
              <a:rect b="b" l="l" r="r" t="t"/>
              <a:pathLst>
                <a:path extrusionOk="0" h="8233" w="899">
                  <a:moveTo>
                    <a:pt x="599" y="0"/>
                  </a:moveTo>
                  <a:lnTo>
                    <a:pt x="450" y="150"/>
                  </a:lnTo>
                  <a:lnTo>
                    <a:pt x="1" y="4041"/>
                  </a:lnTo>
                  <a:lnTo>
                    <a:pt x="1" y="5987"/>
                  </a:lnTo>
                  <a:lnTo>
                    <a:pt x="150" y="7933"/>
                  </a:lnTo>
                  <a:lnTo>
                    <a:pt x="300" y="8083"/>
                  </a:lnTo>
                  <a:lnTo>
                    <a:pt x="450" y="8232"/>
                  </a:lnTo>
                  <a:lnTo>
                    <a:pt x="599" y="8083"/>
                  </a:lnTo>
                  <a:lnTo>
                    <a:pt x="749" y="7933"/>
                  </a:lnTo>
                  <a:lnTo>
                    <a:pt x="899" y="5987"/>
                  </a:lnTo>
                  <a:lnTo>
                    <a:pt x="899" y="4041"/>
                  </a:lnTo>
                  <a:lnTo>
                    <a:pt x="899" y="2096"/>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5" name="Google Shape;1835;p55"/>
            <p:cNvSpPr/>
            <p:nvPr/>
          </p:nvSpPr>
          <p:spPr>
            <a:xfrm>
              <a:off x="4893275" y="2670400"/>
              <a:ext cx="29975" cy="243250"/>
            </a:xfrm>
            <a:custGeom>
              <a:rect b="b" l="l" r="r" t="t"/>
              <a:pathLst>
                <a:path extrusionOk="0" h="9730" w="1199">
                  <a:moveTo>
                    <a:pt x="600" y="0"/>
                  </a:moveTo>
                  <a:lnTo>
                    <a:pt x="450" y="150"/>
                  </a:lnTo>
                  <a:lnTo>
                    <a:pt x="151" y="2245"/>
                  </a:lnTo>
                  <a:lnTo>
                    <a:pt x="1" y="4041"/>
                  </a:lnTo>
                  <a:lnTo>
                    <a:pt x="1" y="5987"/>
                  </a:lnTo>
                  <a:lnTo>
                    <a:pt x="151" y="7783"/>
                  </a:lnTo>
                  <a:lnTo>
                    <a:pt x="300" y="9580"/>
                  </a:lnTo>
                  <a:lnTo>
                    <a:pt x="450" y="9729"/>
                  </a:lnTo>
                  <a:lnTo>
                    <a:pt x="600" y="9729"/>
                  </a:lnTo>
                  <a:lnTo>
                    <a:pt x="749" y="9580"/>
                  </a:lnTo>
                  <a:lnTo>
                    <a:pt x="1049" y="7334"/>
                  </a:lnTo>
                  <a:lnTo>
                    <a:pt x="1198" y="4939"/>
                  </a:lnTo>
                  <a:lnTo>
                    <a:pt x="1049" y="2395"/>
                  </a:lnTo>
                  <a:lnTo>
                    <a:pt x="749" y="150"/>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6" name="Google Shape;1836;p55"/>
            <p:cNvSpPr/>
            <p:nvPr/>
          </p:nvSpPr>
          <p:spPr>
            <a:xfrm>
              <a:off x="4975600" y="2681625"/>
              <a:ext cx="22475" cy="194600"/>
            </a:xfrm>
            <a:custGeom>
              <a:rect b="b" l="l" r="r" t="t"/>
              <a:pathLst>
                <a:path extrusionOk="0" h="7784" w="899">
                  <a:moveTo>
                    <a:pt x="300" y="0"/>
                  </a:moveTo>
                  <a:lnTo>
                    <a:pt x="150" y="1946"/>
                  </a:lnTo>
                  <a:lnTo>
                    <a:pt x="1" y="3742"/>
                  </a:lnTo>
                  <a:lnTo>
                    <a:pt x="1" y="5688"/>
                  </a:lnTo>
                  <a:lnTo>
                    <a:pt x="300" y="7484"/>
                  </a:lnTo>
                  <a:lnTo>
                    <a:pt x="300" y="7783"/>
                  </a:lnTo>
                  <a:lnTo>
                    <a:pt x="600" y="7783"/>
                  </a:lnTo>
                  <a:lnTo>
                    <a:pt x="749" y="7484"/>
                  </a:lnTo>
                  <a:lnTo>
                    <a:pt x="899" y="5688"/>
                  </a:lnTo>
                  <a:lnTo>
                    <a:pt x="899" y="3742"/>
                  </a:lnTo>
                  <a:lnTo>
                    <a:pt x="899" y="1946"/>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7" name="Google Shape;1837;p55"/>
            <p:cNvSpPr/>
            <p:nvPr/>
          </p:nvSpPr>
          <p:spPr>
            <a:xfrm>
              <a:off x="5136500" y="2700325"/>
              <a:ext cx="22500" cy="164675"/>
            </a:xfrm>
            <a:custGeom>
              <a:rect b="b" l="l" r="r" t="t"/>
              <a:pathLst>
                <a:path extrusionOk="0" h="6587" w="900">
                  <a:moveTo>
                    <a:pt x="300" y="1"/>
                  </a:moveTo>
                  <a:lnTo>
                    <a:pt x="151" y="150"/>
                  </a:lnTo>
                  <a:lnTo>
                    <a:pt x="1" y="1647"/>
                  </a:lnTo>
                  <a:lnTo>
                    <a:pt x="1" y="3293"/>
                  </a:lnTo>
                  <a:lnTo>
                    <a:pt x="1" y="4940"/>
                  </a:lnTo>
                  <a:lnTo>
                    <a:pt x="300" y="6437"/>
                  </a:lnTo>
                  <a:lnTo>
                    <a:pt x="300" y="6586"/>
                  </a:lnTo>
                  <a:lnTo>
                    <a:pt x="600" y="6586"/>
                  </a:lnTo>
                  <a:lnTo>
                    <a:pt x="749" y="6437"/>
                  </a:lnTo>
                  <a:lnTo>
                    <a:pt x="749"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8" name="Google Shape;1838;p55"/>
            <p:cNvSpPr/>
            <p:nvPr/>
          </p:nvSpPr>
          <p:spPr>
            <a:xfrm>
              <a:off x="5057925" y="2692850"/>
              <a:ext cx="22475" cy="172150"/>
            </a:xfrm>
            <a:custGeom>
              <a:rect b="b" l="l" r="r" t="t"/>
              <a:pathLst>
                <a:path extrusionOk="0" h="6886" w="899">
                  <a:moveTo>
                    <a:pt x="300" y="0"/>
                  </a:moveTo>
                  <a:lnTo>
                    <a:pt x="300" y="150"/>
                  </a:lnTo>
                  <a:lnTo>
                    <a:pt x="1" y="1647"/>
                  </a:lnTo>
                  <a:lnTo>
                    <a:pt x="1" y="3293"/>
                  </a:lnTo>
                  <a:lnTo>
                    <a:pt x="1" y="4940"/>
                  </a:lnTo>
                  <a:lnTo>
                    <a:pt x="150" y="6586"/>
                  </a:lnTo>
                  <a:lnTo>
                    <a:pt x="300" y="6736"/>
                  </a:lnTo>
                  <a:lnTo>
                    <a:pt x="450" y="6885"/>
                  </a:lnTo>
                  <a:lnTo>
                    <a:pt x="599" y="6736"/>
                  </a:lnTo>
                  <a:lnTo>
                    <a:pt x="599" y="6586"/>
                  </a:lnTo>
                  <a:lnTo>
                    <a:pt x="899" y="4940"/>
                  </a:lnTo>
                  <a:lnTo>
                    <a:pt x="899" y="3293"/>
                  </a:lnTo>
                  <a:lnTo>
                    <a:pt x="749" y="1647"/>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39" name="Google Shape;1839;p55"/>
            <p:cNvSpPr/>
            <p:nvPr/>
          </p:nvSpPr>
          <p:spPr>
            <a:xfrm>
              <a:off x="5218825" y="2711550"/>
              <a:ext cx="22475" cy="149700"/>
            </a:xfrm>
            <a:custGeom>
              <a:rect b="b" l="l" r="r" t="t"/>
              <a:pathLst>
                <a:path extrusionOk="0" h="5988" w="899">
                  <a:moveTo>
                    <a:pt x="450" y="1"/>
                  </a:moveTo>
                  <a:lnTo>
                    <a:pt x="300" y="150"/>
                  </a:lnTo>
                  <a:lnTo>
                    <a:pt x="1" y="1497"/>
                  </a:lnTo>
                  <a:lnTo>
                    <a:pt x="1" y="2994"/>
                  </a:lnTo>
                  <a:lnTo>
                    <a:pt x="1" y="4491"/>
                  </a:lnTo>
                  <a:lnTo>
                    <a:pt x="151" y="5838"/>
                  </a:lnTo>
                  <a:lnTo>
                    <a:pt x="300" y="5988"/>
                  </a:lnTo>
                  <a:lnTo>
                    <a:pt x="600" y="5988"/>
                  </a:lnTo>
                  <a:lnTo>
                    <a:pt x="600"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0" name="Google Shape;1840;p55"/>
            <p:cNvSpPr/>
            <p:nvPr/>
          </p:nvSpPr>
          <p:spPr>
            <a:xfrm>
              <a:off x="5297425" y="2726525"/>
              <a:ext cx="26200" cy="134725"/>
            </a:xfrm>
            <a:custGeom>
              <a:rect b="b" l="l" r="r" t="t"/>
              <a:pathLst>
                <a:path extrusionOk="0" h="5389" w="1048">
                  <a:moveTo>
                    <a:pt x="300" y="0"/>
                  </a:moveTo>
                  <a:lnTo>
                    <a:pt x="300" y="150"/>
                  </a:lnTo>
                  <a:lnTo>
                    <a:pt x="0" y="1347"/>
                  </a:lnTo>
                  <a:lnTo>
                    <a:pt x="0" y="2694"/>
                  </a:lnTo>
                  <a:lnTo>
                    <a:pt x="0" y="3892"/>
                  </a:lnTo>
                  <a:lnTo>
                    <a:pt x="300" y="5089"/>
                  </a:lnTo>
                  <a:lnTo>
                    <a:pt x="300" y="5239"/>
                  </a:lnTo>
                  <a:lnTo>
                    <a:pt x="449" y="5389"/>
                  </a:lnTo>
                  <a:lnTo>
                    <a:pt x="599" y="5239"/>
                  </a:lnTo>
                  <a:lnTo>
                    <a:pt x="749" y="5089"/>
                  </a:lnTo>
                  <a:lnTo>
                    <a:pt x="898" y="3892"/>
                  </a:lnTo>
                  <a:lnTo>
                    <a:pt x="1048" y="269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1" name="Google Shape;1841;p55"/>
            <p:cNvSpPr/>
            <p:nvPr/>
          </p:nvSpPr>
          <p:spPr>
            <a:xfrm>
              <a:off x="5379750" y="2734000"/>
              <a:ext cx="22475" cy="142225"/>
            </a:xfrm>
            <a:custGeom>
              <a:rect b="b" l="l" r="r" t="t"/>
              <a:pathLst>
                <a:path extrusionOk="0" h="5689" w="899">
                  <a:moveTo>
                    <a:pt x="449" y="1"/>
                  </a:moveTo>
                  <a:lnTo>
                    <a:pt x="150" y="150"/>
                  </a:lnTo>
                  <a:lnTo>
                    <a:pt x="0" y="1497"/>
                  </a:lnTo>
                  <a:lnTo>
                    <a:pt x="0" y="2994"/>
                  </a:lnTo>
                  <a:lnTo>
                    <a:pt x="0" y="4341"/>
                  </a:lnTo>
                  <a:lnTo>
                    <a:pt x="150" y="4940"/>
                  </a:lnTo>
                  <a:lnTo>
                    <a:pt x="299" y="5539"/>
                  </a:lnTo>
                  <a:lnTo>
                    <a:pt x="449" y="5688"/>
                  </a:lnTo>
                  <a:lnTo>
                    <a:pt x="599" y="5539"/>
                  </a:lnTo>
                  <a:lnTo>
                    <a:pt x="748" y="4940"/>
                  </a:lnTo>
                  <a:lnTo>
                    <a:pt x="898" y="4341"/>
                  </a:lnTo>
                  <a:lnTo>
                    <a:pt x="898" y="2994"/>
                  </a:lnTo>
                  <a:lnTo>
                    <a:pt x="748" y="1497"/>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2" name="Google Shape;1842;p55"/>
            <p:cNvSpPr/>
            <p:nvPr/>
          </p:nvSpPr>
          <p:spPr>
            <a:xfrm>
              <a:off x="5458325" y="2748975"/>
              <a:ext cx="22475" cy="131000"/>
            </a:xfrm>
            <a:custGeom>
              <a:rect b="b" l="l" r="r" t="t"/>
              <a:pathLst>
                <a:path extrusionOk="0" h="5240" w="899">
                  <a:moveTo>
                    <a:pt x="300" y="0"/>
                  </a:moveTo>
                  <a:lnTo>
                    <a:pt x="300" y="150"/>
                  </a:lnTo>
                  <a:lnTo>
                    <a:pt x="150" y="1347"/>
                  </a:lnTo>
                  <a:lnTo>
                    <a:pt x="0" y="2844"/>
                  </a:lnTo>
                  <a:lnTo>
                    <a:pt x="150" y="4042"/>
                  </a:lnTo>
                  <a:lnTo>
                    <a:pt x="150" y="4640"/>
                  </a:lnTo>
                  <a:lnTo>
                    <a:pt x="449" y="5239"/>
                  </a:lnTo>
                  <a:lnTo>
                    <a:pt x="599" y="5239"/>
                  </a:lnTo>
                  <a:lnTo>
                    <a:pt x="898" y="4640"/>
                  </a:lnTo>
                  <a:lnTo>
                    <a:pt x="898" y="4042"/>
                  </a:lnTo>
                  <a:lnTo>
                    <a:pt x="898" y="284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3" name="Google Shape;1843;p55"/>
            <p:cNvSpPr/>
            <p:nvPr/>
          </p:nvSpPr>
          <p:spPr>
            <a:xfrm>
              <a:off x="5536900" y="2748975"/>
              <a:ext cx="29950" cy="134725"/>
            </a:xfrm>
            <a:custGeom>
              <a:rect b="b" l="l" r="r" t="t"/>
              <a:pathLst>
                <a:path extrusionOk="0" h="5389" w="1198">
                  <a:moveTo>
                    <a:pt x="450" y="0"/>
                  </a:moveTo>
                  <a:lnTo>
                    <a:pt x="450" y="150"/>
                  </a:lnTo>
                  <a:lnTo>
                    <a:pt x="150" y="1347"/>
                  </a:lnTo>
                  <a:lnTo>
                    <a:pt x="1" y="2695"/>
                  </a:lnTo>
                  <a:lnTo>
                    <a:pt x="150" y="4042"/>
                  </a:lnTo>
                  <a:lnTo>
                    <a:pt x="150" y="4790"/>
                  </a:lnTo>
                  <a:lnTo>
                    <a:pt x="450" y="5389"/>
                  </a:lnTo>
                  <a:lnTo>
                    <a:pt x="749" y="5389"/>
                  </a:lnTo>
                  <a:lnTo>
                    <a:pt x="1048" y="4790"/>
                  </a:lnTo>
                  <a:lnTo>
                    <a:pt x="1198" y="4042"/>
                  </a:lnTo>
                  <a:lnTo>
                    <a:pt x="1198" y="2695"/>
                  </a:lnTo>
                  <a:lnTo>
                    <a:pt x="1048" y="134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4" name="Google Shape;1844;p55"/>
            <p:cNvSpPr/>
            <p:nvPr/>
          </p:nvSpPr>
          <p:spPr>
            <a:xfrm>
              <a:off x="5619225" y="2767675"/>
              <a:ext cx="26225" cy="134750"/>
            </a:xfrm>
            <a:custGeom>
              <a:rect b="b" l="l" r="r" t="t"/>
              <a:pathLst>
                <a:path extrusionOk="0" h="5390" w="1049">
                  <a:moveTo>
                    <a:pt x="599" y="1"/>
                  </a:moveTo>
                  <a:lnTo>
                    <a:pt x="450" y="150"/>
                  </a:lnTo>
                  <a:lnTo>
                    <a:pt x="150" y="1348"/>
                  </a:lnTo>
                  <a:lnTo>
                    <a:pt x="0" y="2695"/>
                  </a:lnTo>
                  <a:lnTo>
                    <a:pt x="150" y="4042"/>
                  </a:lnTo>
                  <a:lnTo>
                    <a:pt x="300" y="5239"/>
                  </a:lnTo>
                  <a:lnTo>
                    <a:pt x="599" y="5389"/>
                  </a:lnTo>
                  <a:lnTo>
                    <a:pt x="749" y="5239"/>
                  </a:lnTo>
                  <a:lnTo>
                    <a:pt x="1048" y="4042"/>
                  </a:lnTo>
                  <a:lnTo>
                    <a:pt x="1048" y="2695"/>
                  </a:lnTo>
                  <a:lnTo>
                    <a:pt x="899" y="134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5" name="Google Shape;1845;p55"/>
            <p:cNvSpPr/>
            <p:nvPr/>
          </p:nvSpPr>
          <p:spPr>
            <a:xfrm>
              <a:off x="5701550" y="2778900"/>
              <a:ext cx="22475" cy="108550"/>
            </a:xfrm>
            <a:custGeom>
              <a:rect b="b" l="l" r="r" t="t"/>
              <a:pathLst>
                <a:path extrusionOk="0" h="4342" w="899">
                  <a:moveTo>
                    <a:pt x="300" y="1"/>
                  </a:moveTo>
                  <a:lnTo>
                    <a:pt x="0" y="1049"/>
                  </a:lnTo>
                  <a:lnTo>
                    <a:pt x="0" y="2096"/>
                  </a:lnTo>
                  <a:lnTo>
                    <a:pt x="0" y="3144"/>
                  </a:lnTo>
                  <a:lnTo>
                    <a:pt x="150" y="3743"/>
                  </a:lnTo>
                  <a:lnTo>
                    <a:pt x="300" y="4192"/>
                  </a:lnTo>
                  <a:lnTo>
                    <a:pt x="449" y="4341"/>
                  </a:lnTo>
                  <a:lnTo>
                    <a:pt x="749" y="4192"/>
                  </a:lnTo>
                  <a:lnTo>
                    <a:pt x="898" y="3743"/>
                  </a:lnTo>
                  <a:lnTo>
                    <a:pt x="898" y="3144"/>
                  </a:lnTo>
                  <a:lnTo>
                    <a:pt x="898" y="2096"/>
                  </a:lnTo>
                  <a:lnTo>
                    <a:pt x="898" y="1049"/>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6" name="Google Shape;1846;p55"/>
            <p:cNvSpPr/>
            <p:nvPr/>
          </p:nvSpPr>
          <p:spPr>
            <a:xfrm>
              <a:off x="5783875" y="2786400"/>
              <a:ext cx="22475" cy="82350"/>
            </a:xfrm>
            <a:custGeom>
              <a:rect b="b" l="l" r="r" t="t"/>
              <a:pathLst>
                <a:path extrusionOk="0" h="3294" w="899">
                  <a:moveTo>
                    <a:pt x="449" y="0"/>
                  </a:moveTo>
                  <a:lnTo>
                    <a:pt x="300" y="150"/>
                  </a:lnTo>
                  <a:lnTo>
                    <a:pt x="0" y="1647"/>
                  </a:lnTo>
                  <a:lnTo>
                    <a:pt x="0" y="2395"/>
                  </a:lnTo>
                  <a:lnTo>
                    <a:pt x="150" y="3143"/>
                  </a:lnTo>
                  <a:lnTo>
                    <a:pt x="300" y="3293"/>
                  </a:lnTo>
                  <a:lnTo>
                    <a:pt x="599" y="3293"/>
                  </a:lnTo>
                  <a:lnTo>
                    <a:pt x="749" y="3143"/>
                  </a:lnTo>
                  <a:lnTo>
                    <a:pt x="898" y="2395"/>
                  </a:lnTo>
                  <a:lnTo>
                    <a:pt x="749" y="1647"/>
                  </a:lnTo>
                  <a:lnTo>
                    <a:pt x="599" y="150"/>
                  </a:lnTo>
                  <a:lnTo>
                    <a:pt x="4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7" name="Google Shape;1847;p55"/>
            <p:cNvSpPr/>
            <p:nvPr/>
          </p:nvSpPr>
          <p:spPr>
            <a:xfrm>
              <a:off x="5862450" y="2793875"/>
              <a:ext cx="22475" cy="67375"/>
            </a:xfrm>
            <a:custGeom>
              <a:rect b="b" l="l" r="r" t="t"/>
              <a:pathLst>
                <a:path extrusionOk="0" h="2695" w="899">
                  <a:moveTo>
                    <a:pt x="300" y="0"/>
                  </a:moveTo>
                  <a:lnTo>
                    <a:pt x="150" y="599"/>
                  </a:lnTo>
                  <a:lnTo>
                    <a:pt x="1" y="1348"/>
                  </a:lnTo>
                  <a:lnTo>
                    <a:pt x="150" y="1946"/>
                  </a:lnTo>
                  <a:lnTo>
                    <a:pt x="300" y="2545"/>
                  </a:lnTo>
                  <a:lnTo>
                    <a:pt x="300" y="2695"/>
                  </a:lnTo>
                  <a:lnTo>
                    <a:pt x="599" y="2695"/>
                  </a:lnTo>
                  <a:lnTo>
                    <a:pt x="749" y="2545"/>
                  </a:lnTo>
                  <a:lnTo>
                    <a:pt x="899" y="1946"/>
                  </a:lnTo>
                  <a:lnTo>
                    <a:pt x="899" y="1348"/>
                  </a:lnTo>
                  <a:lnTo>
                    <a:pt x="899" y="599"/>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8" name="Google Shape;1848;p55"/>
            <p:cNvSpPr/>
            <p:nvPr/>
          </p:nvSpPr>
          <p:spPr>
            <a:xfrm>
              <a:off x="5944775" y="2808850"/>
              <a:ext cx="22475" cy="67375"/>
            </a:xfrm>
            <a:custGeom>
              <a:rect b="b" l="l" r="r" t="t"/>
              <a:pathLst>
                <a:path extrusionOk="0" h="2695" w="899">
                  <a:moveTo>
                    <a:pt x="300" y="0"/>
                  </a:moveTo>
                  <a:lnTo>
                    <a:pt x="150" y="599"/>
                  </a:lnTo>
                  <a:lnTo>
                    <a:pt x="1" y="1347"/>
                  </a:lnTo>
                  <a:lnTo>
                    <a:pt x="1" y="2096"/>
                  </a:lnTo>
                  <a:lnTo>
                    <a:pt x="150" y="2395"/>
                  </a:lnTo>
                  <a:lnTo>
                    <a:pt x="300" y="2545"/>
                  </a:lnTo>
                  <a:lnTo>
                    <a:pt x="450" y="2694"/>
                  </a:lnTo>
                  <a:lnTo>
                    <a:pt x="599" y="2545"/>
                  </a:lnTo>
                  <a:lnTo>
                    <a:pt x="749" y="2395"/>
                  </a:lnTo>
                  <a:lnTo>
                    <a:pt x="899" y="2096"/>
                  </a:lnTo>
                  <a:lnTo>
                    <a:pt x="899" y="1347"/>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9" name="Google Shape;1849;p55"/>
            <p:cNvSpPr/>
            <p:nvPr/>
          </p:nvSpPr>
          <p:spPr>
            <a:xfrm>
              <a:off x="6027100" y="2812575"/>
              <a:ext cx="18725" cy="59900"/>
            </a:xfrm>
            <a:custGeom>
              <a:rect b="b" l="l" r="r" t="t"/>
              <a:pathLst>
                <a:path extrusionOk="0" h="2396" w="749">
                  <a:moveTo>
                    <a:pt x="300" y="1"/>
                  </a:moveTo>
                  <a:lnTo>
                    <a:pt x="150" y="151"/>
                  </a:lnTo>
                  <a:lnTo>
                    <a:pt x="0" y="1198"/>
                  </a:lnTo>
                  <a:lnTo>
                    <a:pt x="150" y="2246"/>
                  </a:lnTo>
                  <a:lnTo>
                    <a:pt x="150" y="2396"/>
                  </a:lnTo>
                  <a:lnTo>
                    <a:pt x="449" y="2396"/>
                  </a:lnTo>
                  <a:lnTo>
                    <a:pt x="599" y="224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pic>
        <p:nvPicPr>
          <p:cNvPr id="1850" name="Google Shape;1850;p55"/>
          <p:cNvPicPr preferRelativeResize="0"/>
          <p:nvPr/>
        </p:nvPicPr>
        <p:blipFill rotWithShape="1">
          <a:blip r:embed="rId3">
            <a:alphaModFix amt="41000"/>
          </a:blip>
          <a:srcRect b="0" l="0" r="0" t="0"/>
          <a:stretch/>
        </p:blipFill>
        <p:spPr>
          <a:xfrm rot="385896">
            <a:off x="6121022" y="954127"/>
            <a:ext cx="6266355" cy="405902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1000" fill="hold"/>
                                        <p:tgtEl>
                                          <p:spTgt spid="1680"/>
                                        </p:tgtEl>
                                        <p:attrNameLst>
                                          <p:attrName>r</p:attrName>
                                        </p:attrNameLst>
                                      </p:cBhvr>
                                    </p:animRo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4" name="Shape 1854"/>
        <p:cNvGrpSpPr/>
        <p:nvPr/>
      </p:nvGrpSpPr>
      <p:grpSpPr>
        <a:xfrm>
          <a:off x="0" y="0"/>
          <a:ext cx="0" cy="0"/>
          <a:chOff x="0" y="0"/>
          <a:chExt cx="0" cy="0"/>
        </a:xfrm>
      </p:grpSpPr>
      <p:sp>
        <p:nvSpPr>
          <p:cNvPr id="1855" name="Google Shape;1855;p56"/>
          <p:cNvSpPr txBox="1"/>
          <p:nvPr>
            <p:ph type="title"/>
          </p:nvPr>
        </p:nvSpPr>
        <p:spPr>
          <a:xfrm>
            <a:off x="3842675" y="2428325"/>
            <a:ext cx="4530000" cy="9420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a:t>Parallelle Verwerkings</a:t>
            </a:r>
            <a:endParaRPr/>
          </a:p>
        </p:txBody>
      </p:sp>
      <p:sp>
        <p:nvSpPr>
          <p:cNvPr id="1856" name="Google Shape;1856;p56"/>
          <p:cNvSpPr txBox="1"/>
          <p:nvPr>
            <p:ph idx="2" type="title"/>
          </p:nvPr>
        </p:nvSpPr>
        <p:spPr>
          <a:xfrm>
            <a:off x="5342188" y="1291200"/>
            <a:ext cx="1530900" cy="7134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6000"/>
              <a:buNone/>
            </a:pPr>
            <a:r>
              <a:rPr lang="en"/>
              <a:t>06</a:t>
            </a:r>
            <a:endParaRPr/>
          </a:p>
        </p:txBody>
      </p:sp>
      <p:sp>
        <p:nvSpPr>
          <p:cNvPr id="1857" name="Google Shape;1857;p56"/>
          <p:cNvSpPr txBox="1"/>
          <p:nvPr>
            <p:ph idx="1" type="subTitle"/>
          </p:nvPr>
        </p:nvSpPr>
        <p:spPr>
          <a:xfrm>
            <a:off x="4567138" y="3370325"/>
            <a:ext cx="3081000" cy="7134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lang="en"/>
              <a:t>Gebruik van drade en gelyktydige versoeke in die backend en frontend</a:t>
            </a:r>
            <a:endParaRPr/>
          </a:p>
        </p:txBody>
      </p:sp>
      <p:cxnSp>
        <p:nvCxnSpPr>
          <p:cNvPr id="1858" name="Google Shape;1858;p56"/>
          <p:cNvCxnSpPr/>
          <p:nvPr/>
        </p:nvCxnSpPr>
        <p:spPr>
          <a:xfrm>
            <a:off x="5425288" y="2260978"/>
            <a:ext cx="1364700" cy="0"/>
          </a:xfrm>
          <a:prstGeom prst="straightConnector1">
            <a:avLst/>
          </a:prstGeom>
          <a:noFill/>
          <a:ln cap="flat" cmpd="sng" w="9525">
            <a:solidFill>
              <a:schemeClr val="dk1"/>
            </a:solidFill>
            <a:prstDash val="solid"/>
            <a:round/>
            <a:headEnd len="sm" w="sm" type="none"/>
            <a:tailEnd len="sm" w="sm" type="none"/>
          </a:ln>
        </p:spPr>
      </p:cxnSp>
      <p:grpSp>
        <p:nvGrpSpPr>
          <p:cNvPr id="1859" name="Google Shape;1859;p56"/>
          <p:cNvGrpSpPr/>
          <p:nvPr/>
        </p:nvGrpSpPr>
        <p:grpSpPr>
          <a:xfrm>
            <a:off x="1805872" y="734091"/>
            <a:ext cx="2287695" cy="2289334"/>
            <a:chOff x="1192500" y="238125"/>
            <a:chExt cx="5235000" cy="5238750"/>
          </a:xfrm>
        </p:grpSpPr>
        <p:sp>
          <p:nvSpPr>
            <p:cNvPr id="1860" name="Google Shape;1860;p56"/>
            <p:cNvSpPr/>
            <p:nvPr/>
          </p:nvSpPr>
          <p:spPr>
            <a:xfrm>
              <a:off x="4141150" y="2266250"/>
              <a:ext cx="123500" cy="123525"/>
            </a:xfrm>
            <a:custGeom>
              <a:rect b="b" l="l" r="r" t="t"/>
              <a:pathLst>
                <a:path extrusionOk="0" h="4941" w="4940">
                  <a:moveTo>
                    <a:pt x="1" y="1"/>
                  </a:moveTo>
                  <a:lnTo>
                    <a:pt x="1" y="150"/>
                  </a:lnTo>
                  <a:lnTo>
                    <a:pt x="1048" y="1348"/>
                  </a:lnTo>
                  <a:lnTo>
                    <a:pt x="2246" y="2545"/>
                  </a:lnTo>
                  <a:lnTo>
                    <a:pt x="4790" y="4940"/>
                  </a:lnTo>
                  <a:lnTo>
                    <a:pt x="4940" y="4940"/>
                  </a:lnTo>
                  <a:lnTo>
                    <a:pt x="4940" y="4791"/>
                  </a:lnTo>
                  <a:lnTo>
                    <a:pt x="2545" y="23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1" name="Google Shape;1861;p56"/>
            <p:cNvSpPr/>
            <p:nvPr/>
          </p:nvSpPr>
          <p:spPr>
            <a:xfrm>
              <a:off x="4189800" y="2221350"/>
              <a:ext cx="123500" cy="131000"/>
            </a:xfrm>
            <a:custGeom>
              <a:rect b="b" l="l" r="r" t="t"/>
              <a:pathLst>
                <a:path extrusionOk="0" h="5240" w="4940">
                  <a:moveTo>
                    <a:pt x="150" y="1"/>
                  </a:moveTo>
                  <a:lnTo>
                    <a:pt x="0" y="150"/>
                  </a:lnTo>
                  <a:lnTo>
                    <a:pt x="1048" y="1497"/>
                  </a:lnTo>
                  <a:lnTo>
                    <a:pt x="2246" y="2695"/>
                  </a:lnTo>
                  <a:lnTo>
                    <a:pt x="3443" y="3892"/>
                  </a:lnTo>
                  <a:lnTo>
                    <a:pt x="4790" y="5239"/>
                  </a:lnTo>
                  <a:lnTo>
                    <a:pt x="4940" y="5239"/>
                  </a:lnTo>
                  <a:lnTo>
                    <a:pt x="4940" y="5090"/>
                  </a:lnTo>
                  <a:lnTo>
                    <a:pt x="2545" y="2396"/>
                  </a:lnTo>
                  <a:lnTo>
                    <a:pt x="1347" y="1198"/>
                  </a:lnTo>
                  <a:lnTo>
                    <a:pt x="749" y="5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2" name="Google Shape;1862;p56"/>
            <p:cNvSpPr/>
            <p:nvPr/>
          </p:nvSpPr>
          <p:spPr>
            <a:xfrm>
              <a:off x="4242175" y="2187675"/>
              <a:ext cx="108550" cy="112275"/>
            </a:xfrm>
            <a:custGeom>
              <a:rect b="b" l="l" r="r" t="t"/>
              <a:pathLst>
                <a:path extrusionOk="0" h="4491" w="4342">
                  <a:moveTo>
                    <a:pt x="1" y="1"/>
                  </a:moveTo>
                  <a:lnTo>
                    <a:pt x="1" y="150"/>
                  </a:lnTo>
                  <a:lnTo>
                    <a:pt x="1947" y="2395"/>
                  </a:lnTo>
                  <a:lnTo>
                    <a:pt x="4042" y="4491"/>
                  </a:lnTo>
                  <a:lnTo>
                    <a:pt x="4342" y="4491"/>
                  </a:lnTo>
                  <a:lnTo>
                    <a:pt x="4342" y="4341"/>
                  </a:lnTo>
                  <a:lnTo>
                    <a:pt x="2246" y="20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3" name="Google Shape;1863;p56"/>
            <p:cNvSpPr/>
            <p:nvPr/>
          </p:nvSpPr>
          <p:spPr>
            <a:xfrm>
              <a:off x="4290825" y="2154000"/>
              <a:ext cx="131000" cy="131000"/>
            </a:xfrm>
            <a:custGeom>
              <a:rect b="b" l="l" r="r" t="t"/>
              <a:pathLst>
                <a:path extrusionOk="0" h="5240" w="5240">
                  <a:moveTo>
                    <a:pt x="1" y="0"/>
                  </a:moveTo>
                  <a:lnTo>
                    <a:pt x="1" y="150"/>
                  </a:lnTo>
                  <a:lnTo>
                    <a:pt x="1198" y="1348"/>
                  </a:lnTo>
                  <a:lnTo>
                    <a:pt x="2396" y="2695"/>
                  </a:lnTo>
                  <a:lnTo>
                    <a:pt x="3743" y="4042"/>
                  </a:lnTo>
                  <a:lnTo>
                    <a:pt x="5090" y="5239"/>
                  </a:lnTo>
                  <a:lnTo>
                    <a:pt x="5239" y="5239"/>
                  </a:lnTo>
                  <a:lnTo>
                    <a:pt x="5239" y="5090"/>
                  </a:lnTo>
                  <a:lnTo>
                    <a:pt x="4042" y="3742"/>
                  </a:lnTo>
                  <a:lnTo>
                    <a:pt x="2695" y="2395"/>
                  </a:lnTo>
                  <a:lnTo>
                    <a:pt x="149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4" name="Google Shape;1864;p56"/>
            <p:cNvSpPr/>
            <p:nvPr/>
          </p:nvSpPr>
          <p:spPr>
            <a:xfrm>
              <a:off x="4339475" y="2112825"/>
              <a:ext cx="104800" cy="104800"/>
            </a:xfrm>
            <a:custGeom>
              <a:rect b="b" l="l" r="r" t="t"/>
              <a:pathLst>
                <a:path extrusionOk="0" h="4192" w="4192">
                  <a:moveTo>
                    <a:pt x="0" y="1"/>
                  </a:moveTo>
                  <a:lnTo>
                    <a:pt x="0" y="151"/>
                  </a:lnTo>
                  <a:lnTo>
                    <a:pt x="899" y="1198"/>
                  </a:lnTo>
                  <a:lnTo>
                    <a:pt x="1946" y="2246"/>
                  </a:lnTo>
                  <a:lnTo>
                    <a:pt x="4042" y="4192"/>
                  </a:lnTo>
                  <a:lnTo>
                    <a:pt x="4191" y="4192"/>
                  </a:lnTo>
                  <a:lnTo>
                    <a:pt x="4191" y="4042"/>
                  </a:lnTo>
                  <a:lnTo>
                    <a:pt x="2246" y="1947"/>
                  </a:lnTo>
                  <a:lnTo>
                    <a:pt x="1198" y="10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5" name="Google Shape;1865;p56"/>
            <p:cNvSpPr/>
            <p:nvPr/>
          </p:nvSpPr>
          <p:spPr>
            <a:xfrm>
              <a:off x="4436775" y="2041750"/>
              <a:ext cx="89825" cy="86075"/>
            </a:xfrm>
            <a:custGeom>
              <a:rect b="b" l="l" r="r" t="t"/>
              <a:pathLst>
                <a:path extrusionOk="0" h="3443" w="3593">
                  <a:moveTo>
                    <a:pt x="0" y="0"/>
                  </a:moveTo>
                  <a:lnTo>
                    <a:pt x="1647" y="1796"/>
                  </a:lnTo>
                  <a:lnTo>
                    <a:pt x="3443" y="3443"/>
                  </a:lnTo>
                  <a:lnTo>
                    <a:pt x="3592" y="3443"/>
                  </a:lnTo>
                  <a:lnTo>
                    <a:pt x="3592" y="3293"/>
                  </a:lnTo>
                  <a:lnTo>
                    <a:pt x="2844" y="2395"/>
                  </a:lnTo>
                  <a:lnTo>
                    <a:pt x="1946"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6" name="Google Shape;1866;p56"/>
            <p:cNvSpPr/>
            <p:nvPr/>
          </p:nvSpPr>
          <p:spPr>
            <a:xfrm>
              <a:off x="4388125" y="2079150"/>
              <a:ext cx="93575" cy="89850"/>
            </a:xfrm>
            <a:custGeom>
              <a:rect b="b" l="l" r="r" t="t"/>
              <a:pathLst>
                <a:path extrusionOk="0" h="3594" w="3743">
                  <a:moveTo>
                    <a:pt x="0" y="1"/>
                  </a:moveTo>
                  <a:lnTo>
                    <a:pt x="1647" y="1947"/>
                  </a:lnTo>
                  <a:lnTo>
                    <a:pt x="3443" y="3593"/>
                  </a:lnTo>
                  <a:lnTo>
                    <a:pt x="3742" y="3593"/>
                  </a:lnTo>
                  <a:lnTo>
                    <a:pt x="3742" y="3443"/>
                  </a:lnTo>
                  <a:lnTo>
                    <a:pt x="1946" y="16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7" name="Google Shape;1867;p56"/>
            <p:cNvSpPr/>
            <p:nvPr/>
          </p:nvSpPr>
          <p:spPr>
            <a:xfrm>
              <a:off x="4485400" y="2000575"/>
              <a:ext cx="82350" cy="78600"/>
            </a:xfrm>
            <a:custGeom>
              <a:rect b="b" l="l" r="r" t="t"/>
              <a:pathLst>
                <a:path extrusionOk="0" h="3144" w="3294">
                  <a:moveTo>
                    <a:pt x="1" y="1"/>
                  </a:moveTo>
                  <a:lnTo>
                    <a:pt x="1" y="150"/>
                  </a:lnTo>
                  <a:lnTo>
                    <a:pt x="1498" y="1797"/>
                  </a:lnTo>
                  <a:lnTo>
                    <a:pt x="2246" y="2545"/>
                  </a:lnTo>
                  <a:lnTo>
                    <a:pt x="3144" y="3144"/>
                  </a:lnTo>
                  <a:lnTo>
                    <a:pt x="3294" y="3144"/>
                  </a:lnTo>
                  <a:lnTo>
                    <a:pt x="3294" y="2994"/>
                  </a:lnTo>
                  <a:lnTo>
                    <a:pt x="2545" y="2246"/>
                  </a:lnTo>
                  <a:lnTo>
                    <a:pt x="1797" y="1497"/>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8" name="Google Shape;1868;p56"/>
            <p:cNvSpPr/>
            <p:nvPr/>
          </p:nvSpPr>
          <p:spPr>
            <a:xfrm>
              <a:off x="4537800" y="1966900"/>
              <a:ext cx="71125" cy="67375"/>
            </a:xfrm>
            <a:custGeom>
              <a:rect b="b" l="l" r="r" t="t"/>
              <a:pathLst>
                <a:path extrusionOk="0" h="2695" w="2845">
                  <a:moveTo>
                    <a:pt x="0" y="1"/>
                  </a:moveTo>
                  <a:lnTo>
                    <a:pt x="0" y="150"/>
                  </a:lnTo>
                  <a:lnTo>
                    <a:pt x="1198" y="1497"/>
                  </a:lnTo>
                  <a:lnTo>
                    <a:pt x="2695" y="2695"/>
                  </a:lnTo>
                  <a:lnTo>
                    <a:pt x="2844" y="2695"/>
                  </a:lnTo>
                  <a:lnTo>
                    <a:pt x="2844" y="2545"/>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9" name="Google Shape;1869;p56"/>
            <p:cNvSpPr/>
            <p:nvPr/>
          </p:nvSpPr>
          <p:spPr>
            <a:xfrm>
              <a:off x="4586450" y="1925750"/>
              <a:ext cx="74850" cy="74850"/>
            </a:xfrm>
            <a:custGeom>
              <a:rect b="b" l="l" r="r" t="t"/>
              <a:pathLst>
                <a:path extrusionOk="0" h="2994" w="2994">
                  <a:moveTo>
                    <a:pt x="0" y="0"/>
                  </a:moveTo>
                  <a:lnTo>
                    <a:pt x="0" y="150"/>
                  </a:lnTo>
                  <a:lnTo>
                    <a:pt x="1347" y="1796"/>
                  </a:lnTo>
                  <a:lnTo>
                    <a:pt x="2096" y="2395"/>
                  </a:lnTo>
                  <a:lnTo>
                    <a:pt x="2994" y="2994"/>
                  </a:lnTo>
                  <a:lnTo>
                    <a:pt x="2994" y="2994"/>
                  </a:lnTo>
                  <a:lnTo>
                    <a:pt x="2395" y="2096"/>
                  </a:lnTo>
                  <a:lnTo>
                    <a:pt x="1647"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0" name="Google Shape;1870;p56"/>
            <p:cNvSpPr/>
            <p:nvPr/>
          </p:nvSpPr>
          <p:spPr>
            <a:xfrm>
              <a:off x="4635100" y="1888325"/>
              <a:ext cx="74850" cy="71125"/>
            </a:xfrm>
            <a:custGeom>
              <a:rect b="b" l="l" r="r" t="t"/>
              <a:pathLst>
                <a:path extrusionOk="0" h="2845" w="2994">
                  <a:moveTo>
                    <a:pt x="150" y="0"/>
                  </a:moveTo>
                  <a:lnTo>
                    <a:pt x="150" y="150"/>
                  </a:lnTo>
                  <a:lnTo>
                    <a:pt x="0" y="150"/>
                  </a:lnTo>
                  <a:lnTo>
                    <a:pt x="1347" y="1647"/>
                  </a:lnTo>
                  <a:lnTo>
                    <a:pt x="2096" y="2245"/>
                  </a:lnTo>
                  <a:lnTo>
                    <a:pt x="2844" y="2844"/>
                  </a:lnTo>
                  <a:lnTo>
                    <a:pt x="2994" y="2844"/>
                  </a:lnTo>
                  <a:lnTo>
                    <a:pt x="2395" y="1946"/>
                  </a:lnTo>
                  <a:lnTo>
                    <a:pt x="1647" y="13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1" name="Google Shape;1871;p56"/>
            <p:cNvSpPr/>
            <p:nvPr/>
          </p:nvSpPr>
          <p:spPr>
            <a:xfrm>
              <a:off x="4683725" y="1847150"/>
              <a:ext cx="71125" cy="71125"/>
            </a:xfrm>
            <a:custGeom>
              <a:rect b="b" l="l" r="r" t="t"/>
              <a:pathLst>
                <a:path extrusionOk="0" h="2845" w="2845">
                  <a:moveTo>
                    <a:pt x="1" y="1"/>
                  </a:moveTo>
                  <a:lnTo>
                    <a:pt x="1" y="150"/>
                  </a:lnTo>
                  <a:lnTo>
                    <a:pt x="1348" y="1647"/>
                  </a:lnTo>
                  <a:lnTo>
                    <a:pt x="1947" y="2246"/>
                  </a:lnTo>
                  <a:lnTo>
                    <a:pt x="2695" y="2845"/>
                  </a:lnTo>
                  <a:lnTo>
                    <a:pt x="2845" y="2845"/>
                  </a:lnTo>
                  <a:lnTo>
                    <a:pt x="2845" y="2695"/>
                  </a:lnTo>
                  <a:lnTo>
                    <a:pt x="2246" y="1947"/>
                  </a:lnTo>
                  <a:lnTo>
                    <a:pt x="1647" y="1348"/>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2" name="Google Shape;1872;p56"/>
            <p:cNvSpPr/>
            <p:nvPr/>
          </p:nvSpPr>
          <p:spPr>
            <a:xfrm>
              <a:off x="4736125" y="1813475"/>
              <a:ext cx="71125" cy="71125"/>
            </a:xfrm>
            <a:custGeom>
              <a:rect b="b" l="l" r="r" t="t"/>
              <a:pathLst>
                <a:path extrusionOk="0" h="2845" w="2845">
                  <a:moveTo>
                    <a:pt x="0" y="1"/>
                  </a:moveTo>
                  <a:lnTo>
                    <a:pt x="1348" y="1497"/>
                  </a:lnTo>
                  <a:lnTo>
                    <a:pt x="1946" y="2246"/>
                  </a:lnTo>
                  <a:lnTo>
                    <a:pt x="2695" y="2845"/>
                  </a:lnTo>
                  <a:lnTo>
                    <a:pt x="2844" y="2845"/>
                  </a:lnTo>
                  <a:lnTo>
                    <a:pt x="2844" y="2695"/>
                  </a:lnTo>
                  <a:lnTo>
                    <a:pt x="2246" y="1947"/>
                  </a:lnTo>
                  <a:lnTo>
                    <a:pt x="1647" y="134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3" name="Google Shape;1873;p56"/>
            <p:cNvSpPr/>
            <p:nvPr/>
          </p:nvSpPr>
          <p:spPr>
            <a:xfrm>
              <a:off x="4784775" y="1776050"/>
              <a:ext cx="56150" cy="56175"/>
            </a:xfrm>
            <a:custGeom>
              <a:rect b="b" l="l" r="r" t="t"/>
              <a:pathLst>
                <a:path extrusionOk="0" h="2247" w="2246">
                  <a:moveTo>
                    <a:pt x="0" y="1"/>
                  </a:moveTo>
                  <a:lnTo>
                    <a:pt x="898" y="1198"/>
                  </a:lnTo>
                  <a:lnTo>
                    <a:pt x="1497" y="1797"/>
                  </a:lnTo>
                  <a:lnTo>
                    <a:pt x="2096" y="2246"/>
                  </a:lnTo>
                  <a:lnTo>
                    <a:pt x="2245" y="2246"/>
                  </a:lnTo>
                  <a:lnTo>
                    <a:pt x="2245" y="2096"/>
                  </a:lnTo>
                  <a:lnTo>
                    <a:pt x="1796" y="1498"/>
                  </a:lnTo>
                  <a:lnTo>
                    <a:pt x="1198" y="8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4" name="Google Shape;1874;p56"/>
            <p:cNvSpPr/>
            <p:nvPr/>
          </p:nvSpPr>
          <p:spPr>
            <a:xfrm>
              <a:off x="4833425" y="1738650"/>
              <a:ext cx="41175" cy="41175"/>
            </a:xfrm>
            <a:custGeom>
              <a:rect b="b" l="l" r="r" t="t"/>
              <a:pathLst>
                <a:path extrusionOk="0" h="1647" w="1647">
                  <a:moveTo>
                    <a:pt x="0" y="0"/>
                  </a:moveTo>
                  <a:lnTo>
                    <a:pt x="748" y="898"/>
                  </a:lnTo>
                  <a:lnTo>
                    <a:pt x="1497" y="1647"/>
                  </a:lnTo>
                  <a:lnTo>
                    <a:pt x="1646" y="1647"/>
                  </a:lnTo>
                  <a:lnTo>
                    <a:pt x="1646" y="149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5" name="Google Shape;1875;p56"/>
            <p:cNvSpPr/>
            <p:nvPr/>
          </p:nvSpPr>
          <p:spPr>
            <a:xfrm>
              <a:off x="4882050" y="1697475"/>
              <a:ext cx="33700" cy="33700"/>
            </a:xfrm>
            <a:custGeom>
              <a:rect b="b" l="l" r="r" t="t"/>
              <a:pathLst>
                <a:path extrusionOk="0" h="1348" w="1348">
                  <a:moveTo>
                    <a:pt x="1" y="1"/>
                  </a:moveTo>
                  <a:lnTo>
                    <a:pt x="450" y="749"/>
                  </a:lnTo>
                  <a:lnTo>
                    <a:pt x="1198" y="1348"/>
                  </a:lnTo>
                  <a:lnTo>
                    <a:pt x="1348" y="1348"/>
                  </a:lnTo>
                  <a:lnTo>
                    <a:pt x="1348" y="1198"/>
                  </a:lnTo>
                  <a:lnTo>
                    <a:pt x="749" y="45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6" name="Google Shape;1876;p56"/>
            <p:cNvSpPr/>
            <p:nvPr/>
          </p:nvSpPr>
          <p:spPr>
            <a:xfrm>
              <a:off x="4930700" y="1660050"/>
              <a:ext cx="37450" cy="33700"/>
            </a:xfrm>
            <a:custGeom>
              <a:rect b="b" l="l" r="r" t="t"/>
              <a:pathLst>
                <a:path extrusionOk="0" h="1348" w="1498">
                  <a:moveTo>
                    <a:pt x="1" y="1"/>
                  </a:moveTo>
                  <a:lnTo>
                    <a:pt x="1" y="151"/>
                  </a:lnTo>
                  <a:lnTo>
                    <a:pt x="599" y="899"/>
                  </a:lnTo>
                  <a:lnTo>
                    <a:pt x="899" y="1198"/>
                  </a:lnTo>
                  <a:lnTo>
                    <a:pt x="1348" y="1348"/>
                  </a:lnTo>
                  <a:lnTo>
                    <a:pt x="1497" y="1348"/>
                  </a:lnTo>
                  <a:lnTo>
                    <a:pt x="1497" y="1198"/>
                  </a:lnTo>
                  <a:lnTo>
                    <a:pt x="1198" y="899"/>
                  </a:lnTo>
                  <a:lnTo>
                    <a:pt x="899"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7" name="Google Shape;1877;p56"/>
            <p:cNvSpPr/>
            <p:nvPr/>
          </p:nvSpPr>
          <p:spPr>
            <a:xfrm>
              <a:off x="4979350" y="1618900"/>
              <a:ext cx="29950" cy="29950"/>
            </a:xfrm>
            <a:custGeom>
              <a:rect b="b" l="l" r="r" t="t"/>
              <a:pathLst>
                <a:path extrusionOk="0" h="1198" w="1198">
                  <a:moveTo>
                    <a:pt x="0" y="0"/>
                  </a:moveTo>
                  <a:lnTo>
                    <a:pt x="0" y="150"/>
                  </a:lnTo>
                  <a:lnTo>
                    <a:pt x="450" y="749"/>
                  </a:lnTo>
                  <a:lnTo>
                    <a:pt x="1048" y="1198"/>
                  </a:lnTo>
                  <a:lnTo>
                    <a:pt x="1198" y="1198"/>
                  </a:lnTo>
                  <a:lnTo>
                    <a:pt x="1198" y="1048"/>
                  </a:lnTo>
                  <a:lnTo>
                    <a:pt x="599" y="449"/>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8" name="Google Shape;1878;p56"/>
            <p:cNvSpPr/>
            <p:nvPr/>
          </p:nvSpPr>
          <p:spPr>
            <a:xfrm>
              <a:off x="3228125" y="2386000"/>
              <a:ext cx="123500" cy="127250"/>
            </a:xfrm>
            <a:custGeom>
              <a:rect b="b" l="l" r="r" t="t"/>
              <a:pathLst>
                <a:path extrusionOk="0" h="5090" w="4940">
                  <a:moveTo>
                    <a:pt x="4790" y="1"/>
                  </a:moveTo>
                  <a:lnTo>
                    <a:pt x="2395" y="2395"/>
                  </a:lnTo>
                  <a:lnTo>
                    <a:pt x="0" y="4940"/>
                  </a:lnTo>
                  <a:lnTo>
                    <a:pt x="0" y="5090"/>
                  </a:lnTo>
                  <a:lnTo>
                    <a:pt x="150" y="5090"/>
                  </a:lnTo>
                  <a:lnTo>
                    <a:pt x="1347" y="3892"/>
                  </a:lnTo>
                  <a:lnTo>
                    <a:pt x="2545" y="2695"/>
                  </a:lnTo>
                  <a:lnTo>
                    <a:pt x="4939" y="150"/>
                  </a:lnTo>
                  <a:lnTo>
                    <a:pt x="49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9" name="Google Shape;1879;p56"/>
            <p:cNvSpPr/>
            <p:nvPr/>
          </p:nvSpPr>
          <p:spPr>
            <a:xfrm>
              <a:off x="3183200" y="2337350"/>
              <a:ext cx="131000" cy="123525"/>
            </a:xfrm>
            <a:custGeom>
              <a:rect b="b" l="l" r="r" t="t"/>
              <a:pathLst>
                <a:path extrusionOk="0" h="4941" w="5240">
                  <a:moveTo>
                    <a:pt x="5090" y="1"/>
                  </a:moveTo>
                  <a:lnTo>
                    <a:pt x="2396" y="2545"/>
                  </a:lnTo>
                  <a:lnTo>
                    <a:pt x="1198" y="3593"/>
                  </a:lnTo>
                  <a:lnTo>
                    <a:pt x="600" y="4192"/>
                  </a:lnTo>
                  <a:lnTo>
                    <a:pt x="1" y="4940"/>
                  </a:lnTo>
                  <a:lnTo>
                    <a:pt x="151" y="4940"/>
                  </a:lnTo>
                  <a:lnTo>
                    <a:pt x="1498" y="3892"/>
                  </a:lnTo>
                  <a:lnTo>
                    <a:pt x="2695" y="2845"/>
                  </a:lnTo>
                  <a:lnTo>
                    <a:pt x="3893" y="1497"/>
                  </a:lnTo>
                  <a:lnTo>
                    <a:pt x="5240" y="150"/>
                  </a:lnTo>
                  <a:lnTo>
                    <a:pt x="52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0" name="Google Shape;1880;p56"/>
            <p:cNvSpPr/>
            <p:nvPr/>
          </p:nvSpPr>
          <p:spPr>
            <a:xfrm>
              <a:off x="3149525" y="2303675"/>
              <a:ext cx="112300" cy="108550"/>
            </a:xfrm>
            <a:custGeom>
              <a:rect b="b" l="l" r="r" t="t"/>
              <a:pathLst>
                <a:path extrusionOk="0" h="4342" w="4492">
                  <a:moveTo>
                    <a:pt x="4341" y="1"/>
                  </a:moveTo>
                  <a:lnTo>
                    <a:pt x="2096" y="1946"/>
                  </a:lnTo>
                  <a:lnTo>
                    <a:pt x="1" y="4192"/>
                  </a:lnTo>
                  <a:lnTo>
                    <a:pt x="1" y="4341"/>
                  </a:lnTo>
                  <a:lnTo>
                    <a:pt x="150" y="4341"/>
                  </a:lnTo>
                  <a:lnTo>
                    <a:pt x="2396" y="2246"/>
                  </a:lnTo>
                  <a:lnTo>
                    <a:pt x="4491" y="150"/>
                  </a:lnTo>
                  <a:lnTo>
                    <a:pt x="44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1" name="Google Shape;1881;p56"/>
            <p:cNvSpPr/>
            <p:nvPr/>
          </p:nvSpPr>
          <p:spPr>
            <a:xfrm>
              <a:off x="3115850" y="2228850"/>
              <a:ext cx="131000" cy="130975"/>
            </a:xfrm>
            <a:custGeom>
              <a:rect b="b" l="l" r="r" t="t"/>
              <a:pathLst>
                <a:path extrusionOk="0" h="5239" w="5240">
                  <a:moveTo>
                    <a:pt x="5090" y="0"/>
                  </a:moveTo>
                  <a:lnTo>
                    <a:pt x="3743" y="1197"/>
                  </a:lnTo>
                  <a:lnTo>
                    <a:pt x="2396" y="2545"/>
                  </a:lnTo>
                  <a:lnTo>
                    <a:pt x="1198" y="3892"/>
                  </a:lnTo>
                  <a:lnTo>
                    <a:pt x="1" y="5089"/>
                  </a:lnTo>
                  <a:lnTo>
                    <a:pt x="1" y="5239"/>
                  </a:lnTo>
                  <a:lnTo>
                    <a:pt x="150" y="5239"/>
                  </a:lnTo>
                  <a:lnTo>
                    <a:pt x="1497" y="4041"/>
                  </a:lnTo>
                  <a:lnTo>
                    <a:pt x="2695" y="2844"/>
                  </a:lnTo>
                  <a:lnTo>
                    <a:pt x="4042" y="1497"/>
                  </a:lnTo>
                  <a:lnTo>
                    <a:pt x="5239" y="150"/>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2" name="Google Shape;1882;p56"/>
            <p:cNvSpPr/>
            <p:nvPr/>
          </p:nvSpPr>
          <p:spPr>
            <a:xfrm>
              <a:off x="3074700" y="2210125"/>
              <a:ext cx="104800" cy="101050"/>
            </a:xfrm>
            <a:custGeom>
              <a:rect b="b" l="l" r="r" t="t"/>
              <a:pathLst>
                <a:path extrusionOk="0" h="4042" w="4192">
                  <a:moveTo>
                    <a:pt x="4042" y="1"/>
                  </a:moveTo>
                  <a:lnTo>
                    <a:pt x="1946" y="1797"/>
                  </a:lnTo>
                  <a:lnTo>
                    <a:pt x="1048" y="2845"/>
                  </a:lnTo>
                  <a:lnTo>
                    <a:pt x="0" y="4042"/>
                  </a:lnTo>
                  <a:lnTo>
                    <a:pt x="150" y="4042"/>
                  </a:lnTo>
                  <a:lnTo>
                    <a:pt x="1198" y="3144"/>
                  </a:lnTo>
                  <a:lnTo>
                    <a:pt x="2245" y="2096"/>
                  </a:lnTo>
                  <a:lnTo>
                    <a:pt x="4191" y="150"/>
                  </a:lnTo>
                  <a:lnTo>
                    <a:pt x="41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3" name="Google Shape;1883;p56"/>
            <p:cNvSpPr/>
            <p:nvPr/>
          </p:nvSpPr>
          <p:spPr>
            <a:xfrm>
              <a:off x="3003600" y="2127800"/>
              <a:ext cx="86075" cy="86100"/>
            </a:xfrm>
            <a:custGeom>
              <a:rect b="b" l="l" r="r" t="t"/>
              <a:pathLst>
                <a:path extrusionOk="0" h="3444" w="3443">
                  <a:moveTo>
                    <a:pt x="3293" y="1"/>
                  </a:moveTo>
                  <a:lnTo>
                    <a:pt x="2395" y="749"/>
                  </a:lnTo>
                  <a:lnTo>
                    <a:pt x="1497" y="1497"/>
                  </a:lnTo>
                  <a:lnTo>
                    <a:pt x="0" y="3294"/>
                  </a:lnTo>
                  <a:lnTo>
                    <a:pt x="0" y="3443"/>
                  </a:lnTo>
                  <a:lnTo>
                    <a:pt x="1796"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4" name="Google Shape;1884;p56"/>
            <p:cNvSpPr/>
            <p:nvPr/>
          </p:nvSpPr>
          <p:spPr>
            <a:xfrm>
              <a:off x="3041025" y="2172700"/>
              <a:ext cx="89825" cy="89850"/>
            </a:xfrm>
            <a:custGeom>
              <a:rect b="b" l="l" r="r" t="t"/>
              <a:pathLst>
                <a:path extrusionOk="0" h="3594" w="3593">
                  <a:moveTo>
                    <a:pt x="3443" y="1"/>
                  </a:moveTo>
                  <a:lnTo>
                    <a:pt x="1647" y="1647"/>
                  </a:lnTo>
                  <a:lnTo>
                    <a:pt x="0" y="3443"/>
                  </a:lnTo>
                  <a:lnTo>
                    <a:pt x="0" y="3593"/>
                  </a:lnTo>
                  <a:lnTo>
                    <a:pt x="1946" y="1947"/>
                  </a:lnTo>
                  <a:lnTo>
                    <a:pt x="3592" y="151"/>
                  </a:lnTo>
                  <a:lnTo>
                    <a:pt x="35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5" name="Google Shape;1885;p56"/>
            <p:cNvSpPr/>
            <p:nvPr/>
          </p:nvSpPr>
          <p:spPr>
            <a:xfrm>
              <a:off x="2962425" y="2086650"/>
              <a:ext cx="78625" cy="78600"/>
            </a:xfrm>
            <a:custGeom>
              <a:rect b="b" l="l" r="r" t="t"/>
              <a:pathLst>
                <a:path extrusionOk="0" h="3144" w="3145">
                  <a:moveTo>
                    <a:pt x="2994" y="0"/>
                  </a:moveTo>
                  <a:lnTo>
                    <a:pt x="2246" y="599"/>
                  </a:lnTo>
                  <a:lnTo>
                    <a:pt x="1049" y="1796"/>
                  </a:lnTo>
                  <a:lnTo>
                    <a:pt x="1" y="2994"/>
                  </a:lnTo>
                  <a:lnTo>
                    <a:pt x="1" y="3143"/>
                  </a:lnTo>
                  <a:lnTo>
                    <a:pt x="151" y="3143"/>
                  </a:lnTo>
                  <a:lnTo>
                    <a:pt x="1797" y="1647"/>
                  </a:lnTo>
                  <a:lnTo>
                    <a:pt x="2545" y="898"/>
                  </a:lnTo>
                  <a:lnTo>
                    <a:pt x="3144" y="150"/>
                  </a:lnTo>
                  <a:lnTo>
                    <a:pt x="31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6" name="Google Shape;1886;p56"/>
            <p:cNvSpPr/>
            <p:nvPr/>
          </p:nvSpPr>
          <p:spPr>
            <a:xfrm>
              <a:off x="2928750" y="2041750"/>
              <a:ext cx="67375" cy="71100"/>
            </a:xfrm>
            <a:custGeom>
              <a:rect b="b" l="l" r="r" t="t"/>
              <a:pathLst>
                <a:path extrusionOk="0" h="2844" w="2695">
                  <a:moveTo>
                    <a:pt x="2545" y="0"/>
                  </a:moveTo>
                  <a:lnTo>
                    <a:pt x="1198" y="1347"/>
                  </a:lnTo>
                  <a:lnTo>
                    <a:pt x="1" y="2694"/>
                  </a:lnTo>
                  <a:lnTo>
                    <a:pt x="1" y="2844"/>
                  </a:lnTo>
                  <a:lnTo>
                    <a:pt x="150" y="2844"/>
                  </a:lnTo>
                  <a:lnTo>
                    <a:pt x="1498" y="1647"/>
                  </a:lnTo>
                  <a:lnTo>
                    <a:pt x="2695" y="150"/>
                  </a:lnTo>
                  <a:lnTo>
                    <a:pt x="269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7" name="Google Shape;1887;p56"/>
            <p:cNvSpPr/>
            <p:nvPr/>
          </p:nvSpPr>
          <p:spPr>
            <a:xfrm>
              <a:off x="2887600" y="1989350"/>
              <a:ext cx="74850" cy="74875"/>
            </a:xfrm>
            <a:custGeom>
              <a:rect b="b" l="l" r="r" t="t"/>
              <a:pathLst>
                <a:path extrusionOk="0" h="2995" w="2994">
                  <a:moveTo>
                    <a:pt x="2994" y="1"/>
                  </a:moveTo>
                  <a:lnTo>
                    <a:pt x="2096" y="599"/>
                  </a:lnTo>
                  <a:lnTo>
                    <a:pt x="1497" y="1348"/>
                  </a:lnTo>
                  <a:lnTo>
                    <a:pt x="0" y="2994"/>
                  </a:lnTo>
                  <a:lnTo>
                    <a:pt x="150" y="2994"/>
                  </a:lnTo>
                  <a:lnTo>
                    <a:pt x="1796" y="1647"/>
                  </a:lnTo>
                  <a:lnTo>
                    <a:pt x="2395" y="899"/>
                  </a:lnTo>
                  <a:lnTo>
                    <a:pt x="2994" y="150"/>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8" name="Google Shape;1888;p56"/>
            <p:cNvSpPr/>
            <p:nvPr/>
          </p:nvSpPr>
          <p:spPr>
            <a:xfrm>
              <a:off x="2853925" y="1944450"/>
              <a:ext cx="67375" cy="71125"/>
            </a:xfrm>
            <a:custGeom>
              <a:rect b="b" l="l" r="r" t="t"/>
              <a:pathLst>
                <a:path extrusionOk="0" h="2845" w="2695">
                  <a:moveTo>
                    <a:pt x="2694" y="0"/>
                  </a:moveTo>
                  <a:lnTo>
                    <a:pt x="1946" y="599"/>
                  </a:lnTo>
                  <a:lnTo>
                    <a:pt x="1198" y="1198"/>
                  </a:lnTo>
                  <a:lnTo>
                    <a:pt x="0" y="2695"/>
                  </a:lnTo>
                  <a:lnTo>
                    <a:pt x="0" y="2844"/>
                  </a:lnTo>
                  <a:lnTo>
                    <a:pt x="1497" y="1497"/>
                  </a:lnTo>
                  <a:lnTo>
                    <a:pt x="2245" y="749"/>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89" name="Google Shape;1889;p56"/>
            <p:cNvSpPr/>
            <p:nvPr/>
          </p:nvSpPr>
          <p:spPr>
            <a:xfrm>
              <a:off x="2809025" y="1899550"/>
              <a:ext cx="71100" cy="71125"/>
            </a:xfrm>
            <a:custGeom>
              <a:rect b="b" l="l" r="r" t="t"/>
              <a:pathLst>
                <a:path extrusionOk="0" h="2845" w="2844">
                  <a:moveTo>
                    <a:pt x="2694" y="0"/>
                  </a:moveTo>
                  <a:lnTo>
                    <a:pt x="1946" y="449"/>
                  </a:lnTo>
                  <a:lnTo>
                    <a:pt x="1347" y="1198"/>
                  </a:lnTo>
                  <a:lnTo>
                    <a:pt x="0" y="2695"/>
                  </a:lnTo>
                  <a:lnTo>
                    <a:pt x="0" y="2844"/>
                  </a:lnTo>
                  <a:lnTo>
                    <a:pt x="150" y="2844"/>
                  </a:lnTo>
                  <a:lnTo>
                    <a:pt x="1647" y="1497"/>
                  </a:lnTo>
                  <a:lnTo>
                    <a:pt x="2245" y="749"/>
                  </a:lnTo>
                  <a:lnTo>
                    <a:pt x="2844" y="150"/>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0" name="Google Shape;1890;p56"/>
            <p:cNvSpPr/>
            <p:nvPr/>
          </p:nvSpPr>
          <p:spPr>
            <a:xfrm>
              <a:off x="2775325" y="1847150"/>
              <a:ext cx="71125" cy="67375"/>
            </a:xfrm>
            <a:custGeom>
              <a:rect b="b" l="l" r="r" t="t"/>
              <a:pathLst>
                <a:path extrusionOk="0" h="2695" w="2845">
                  <a:moveTo>
                    <a:pt x="2695" y="1"/>
                  </a:moveTo>
                  <a:lnTo>
                    <a:pt x="1947" y="450"/>
                  </a:lnTo>
                  <a:lnTo>
                    <a:pt x="1348" y="1198"/>
                  </a:lnTo>
                  <a:lnTo>
                    <a:pt x="1" y="2695"/>
                  </a:lnTo>
                  <a:lnTo>
                    <a:pt x="151" y="2695"/>
                  </a:lnTo>
                  <a:lnTo>
                    <a:pt x="1647" y="1498"/>
                  </a:lnTo>
                  <a:lnTo>
                    <a:pt x="2246" y="749"/>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1" name="Google Shape;1891;p56"/>
            <p:cNvSpPr/>
            <p:nvPr/>
          </p:nvSpPr>
          <p:spPr>
            <a:xfrm>
              <a:off x="2737925" y="1809750"/>
              <a:ext cx="56150" cy="56150"/>
            </a:xfrm>
            <a:custGeom>
              <a:rect b="b" l="l" r="r" t="t"/>
              <a:pathLst>
                <a:path extrusionOk="0" h="2246" w="2246">
                  <a:moveTo>
                    <a:pt x="2096" y="0"/>
                  </a:moveTo>
                  <a:lnTo>
                    <a:pt x="1497" y="449"/>
                  </a:lnTo>
                  <a:lnTo>
                    <a:pt x="898" y="1048"/>
                  </a:lnTo>
                  <a:lnTo>
                    <a:pt x="0" y="2245"/>
                  </a:lnTo>
                  <a:lnTo>
                    <a:pt x="1198" y="1347"/>
                  </a:lnTo>
                  <a:lnTo>
                    <a:pt x="1796" y="748"/>
                  </a:lnTo>
                  <a:lnTo>
                    <a:pt x="2245" y="150"/>
                  </a:lnTo>
                  <a:lnTo>
                    <a:pt x="22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2" name="Google Shape;1892;p56"/>
            <p:cNvSpPr/>
            <p:nvPr/>
          </p:nvSpPr>
          <p:spPr>
            <a:xfrm>
              <a:off x="2700500" y="1776050"/>
              <a:ext cx="41175" cy="41200"/>
            </a:xfrm>
            <a:custGeom>
              <a:rect b="b" l="l" r="r" t="t"/>
              <a:pathLst>
                <a:path extrusionOk="0" h="1648" w="1647">
                  <a:moveTo>
                    <a:pt x="1497" y="1"/>
                  </a:moveTo>
                  <a:lnTo>
                    <a:pt x="599" y="749"/>
                  </a:lnTo>
                  <a:lnTo>
                    <a:pt x="0" y="1647"/>
                  </a:lnTo>
                  <a:lnTo>
                    <a:pt x="0" y="1647"/>
                  </a:lnTo>
                  <a:lnTo>
                    <a:pt x="898" y="1049"/>
                  </a:lnTo>
                  <a:lnTo>
                    <a:pt x="1647" y="151"/>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3" name="Google Shape;1893;p56"/>
            <p:cNvSpPr/>
            <p:nvPr/>
          </p:nvSpPr>
          <p:spPr>
            <a:xfrm>
              <a:off x="2659325" y="1734900"/>
              <a:ext cx="33725" cy="37450"/>
            </a:xfrm>
            <a:custGeom>
              <a:rect b="b" l="l" r="r" t="t"/>
              <a:pathLst>
                <a:path extrusionOk="0" h="1498" w="1349">
                  <a:moveTo>
                    <a:pt x="1198" y="0"/>
                  </a:moveTo>
                  <a:lnTo>
                    <a:pt x="450" y="599"/>
                  </a:lnTo>
                  <a:lnTo>
                    <a:pt x="1" y="1348"/>
                  </a:lnTo>
                  <a:lnTo>
                    <a:pt x="1" y="1497"/>
                  </a:lnTo>
                  <a:lnTo>
                    <a:pt x="151" y="1497"/>
                  </a:lnTo>
                  <a:lnTo>
                    <a:pt x="749" y="899"/>
                  </a:lnTo>
                  <a:lnTo>
                    <a:pt x="134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4" name="Google Shape;1894;p56"/>
            <p:cNvSpPr/>
            <p:nvPr/>
          </p:nvSpPr>
          <p:spPr>
            <a:xfrm>
              <a:off x="2621925" y="1686250"/>
              <a:ext cx="37425" cy="33700"/>
            </a:xfrm>
            <a:custGeom>
              <a:rect b="b" l="l" r="r" t="t"/>
              <a:pathLst>
                <a:path extrusionOk="0" h="1348" w="1497">
                  <a:moveTo>
                    <a:pt x="1347" y="1"/>
                  </a:moveTo>
                  <a:lnTo>
                    <a:pt x="898" y="150"/>
                  </a:lnTo>
                  <a:lnTo>
                    <a:pt x="599" y="450"/>
                  </a:lnTo>
                  <a:lnTo>
                    <a:pt x="0" y="1198"/>
                  </a:lnTo>
                  <a:lnTo>
                    <a:pt x="0" y="1348"/>
                  </a:lnTo>
                  <a:lnTo>
                    <a:pt x="150" y="1348"/>
                  </a:lnTo>
                  <a:lnTo>
                    <a:pt x="898" y="749"/>
                  </a:lnTo>
                  <a:lnTo>
                    <a:pt x="1198" y="450"/>
                  </a:lnTo>
                  <a:lnTo>
                    <a:pt x="14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5" name="Google Shape;1895;p56"/>
            <p:cNvSpPr/>
            <p:nvPr/>
          </p:nvSpPr>
          <p:spPr>
            <a:xfrm>
              <a:off x="2580750" y="1641350"/>
              <a:ext cx="29975" cy="33700"/>
            </a:xfrm>
            <a:custGeom>
              <a:rect b="b" l="l" r="r" t="t"/>
              <a:pathLst>
                <a:path extrusionOk="0" h="1348" w="1199">
                  <a:moveTo>
                    <a:pt x="1048" y="0"/>
                  </a:moveTo>
                  <a:lnTo>
                    <a:pt x="450" y="599"/>
                  </a:lnTo>
                  <a:lnTo>
                    <a:pt x="1" y="1198"/>
                  </a:lnTo>
                  <a:lnTo>
                    <a:pt x="1" y="1348"/>
                  </a:lnTo>
                  <a:lnTo>
                    <a:pt x="150" y="1348"/>
                  </a:lnTo>
                  <a:lnTo>
                    <a:pt x="749" y="749"/>
                  </a:lnTo>
                  <a:lnTo>
                    <a:pt x="119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6" name="Google Shape;1896;p56"/>
            <p:cNvSpPr/>
            <p:nvPr/>
          </p:nvSpPr>
          <p:spPr>
            <a:xfrm>
              <a:off x="4268375" y="3201750"/>
              <a:ext cx="123500" cy="127250"/>
            </a:xfrm>
            <a:custGeom>
              <a:rect b="b" l="l" r="r" t="t"/>
              <a:pathLst>
                <a:path extrusionOk="0" h="5090" w="4940">
                  <a:moveTo>
                    <a:pt x="4940" y="0"/>
                  </a:moveTo>
                  <a:lnTo>
                    <a:pt x="3593" y="1198"/>
                  </a:lnTo>
                  <a:lnTo>
                    <a:pt x="2395" y="2395"/>
                  </a:lnTo>
                  <a:lnTo>
                    <a:pt x="1" y="4940"/>
                  </a:lnTo>
                  <a:lnTo>
                    <a:pt x="1" y="5090"/>
                  </a:lnTo>
                  <a:lnTo>
                    <a:pt x="150" y="5090"/>
                  </a:lnTo>
                  <a:lnTo>
                    <a:pt x="2695" y="2695"/>
                  </a:lnTo>
                  <a:lnTo>
                    <a:pt x="4940" y="150"/>
                  </a:lnTo>
                  <a:lnTo>
                    <a:pt x="49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7" name="Google Shape;1897;p56"/>
            <p:cNvSpPr/>
            <p:nvPr/>
          </p:nvSpPr>
          <p:spPr>
            <a:xfrm>
              <a:off x="4309550" y="3250400"/>
              <a:ext cx="127250" cy="127250"/>
            </a:xfrm>
            <a:custGeom>
              <a:rect b="b" l="l" r="r" t="t"/>
              <a:pathLst>
                <a:path extrusionOk="0" h="5090" w="5090">
                  <a:moveTo>
                    <a:pt x="4939" y="0"/>
                  </a:moveTo>
                  <a:lnTo>
                    <a:pt x="3742" y="1048"/>
                  </a:lnTo>
                  <a:lnTo>
                    <a:pt x="2545" y="2245"/>
                  </a:lnTo>
                  <a:lnTo>
                    <a:pt x="1197" y="3593"/>
                  </a:lnTo>
                  <a:lnTo>
                    <a:pt x="0" y="4940"/>
                  </a:lnTo>
                  <a:lnTo>
                    <a:pt x="0" y="5089"/>
                  </a:lnTo>
                  <a:lnTo>
                    <a:pt x="150" y="5089"/>
                  </a:lnTo>
                  <a:lnTo>
                    <a:pt x="2844" y="2545"/>
                  </a:lnTo>
                  <a:lnTo>
                    <a:pt x="4041" y="1497"/>
                  </a:lnTo>
                  <a:lnTo>
                    <a:pt x="4640" y="898"/>
                  </a:lnTo>
                  <a:lnTo>
                    <a:pt x="5089" y="1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8" name="Google Shape;1898;p56"/>
            <p:cNvSpPr/>
            <p:nvPr/>
          </p:nvSpPr>
          <p:spPr>
            <a:xfrm>
              <a:off x="4361925" y="3302775"/>
              <a:ext cx="108550" cy="108550"/>
            </a:xfrm>
            <a:custGeom>
              <a:rect b="b" l="l" r="r" t="t"/>
              <a:pathLst>
                <a:path extrusionOk="0" h="4342" w="4342">
                  <a:moveTo>
                    <a:pt x="4341" y="1"/>
                  </a:moveTo>
                  <a:lnTo>
                    <a:pt x="2096" y="2096"/>
                  </a:lnTo>
                  <a:lnTo>
                    <a:pt x="1" y="4192"/>
                  </a:lnTo>
                  <a:lnTo>
                    <a:pt x="1" y="4341"/>
                  </a:lnTo>
                  <a:lnTo>
                    <a:pt x="150" y="4341"/>
                  </a:lnTo>
                  <a:lnTo>
                    <a:pt x="2246" y="2396"/>
                  </a:lnTo>
                  <a:lnTo>
                    <a:pt x="4341" y="150"/>
                  </a:lnTo>
                  <a:lnTo>
                    <a:pt x="434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9" name="Google Shape;1899;p56"/>
            <p:cNvSpPr/>
            <p:nvPr/>
          </p:nvSpPr>
          <p:spPr>
            <a:xfrm>
              <a:off x="4376900" y="3355175"/>
              <a:ext cx="131000" cy="127250"/>
            </a:xfrm>
            <a:custGeom>
              <a:rect b="b" l="l" r="r" t="t"/>
              <a:pathLst>
                <a:path extrusionOk="0" h="5090" w="5240">
                  <a:moveTo>
                    <a:pt x="5089" y="0"/>
                  </a:moveTo>
                  <a:lnTo>
                    <a:pt x="3742" y="1198"/>
                  </a:lnTo>
                  <a:lnTo>
                    <a:pt x="2395" y="2395"/>
                  </a:lnTo>
                  <a:lnTo>
                    <a:pt x="1198" y="3593"/>
                  </a:lnTo>
                  <a:lnTo>
                    <a:pt x="0" y="4940"/>
                  </a:lnTo>
                  <a:lnTo>
                    <a:pt x="0" y="5089"/>
                  </a:lnTo>
                  <a:lnTo>
                    <a:pt x="150" y="5089"/>
                  </a:lnTo>
                  <a:lnTo>
                    <a:pt x="1497" y="3892"/>
                  </a:lnTo>
                  <a:lnTo>
                    <a:pt x="2694" y="2694"/>
                  </a:lnTo>
                  <a:lnTo>
                    <a:pt x="4042" y="1347"/>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0" name="Google Shape;1900;p56"/>
            <p:cNvSpPr/>
            <p:nvPr/>
          </p:nvSpPr>
          <p:spPr>
            <a:xfrm>
              <a:off x="4440500" y="3403825"/>
              <a:ext cx="104800" cy="101050"/>
            </a:xfrm>
            <a:custGeom>
              <a:rect b="b" l="l" r="r" t="t"/>
              <a:pathLst>
                <a:path extrusionOk="0" h="4042" w="4192">
                  <a:moveTo>
                    <a:pt x="4042" y="0"/>
                  </a:moveTo>
                  <a:lnTo>
                    <a:pt x="2994" y="898"/>
                  </a:lnTo>
                  <a:lnTo>
                    <a:pt x="1947" y="1796"/>
                  </a:lnTo>
                  <a:lnTo>
                    <a:pt x="1" y="3892"/>
                  </a:lnTo>
                  <a:lnTo>
                    <a:pt x="1" y="4041"/>
                  </a:lnTo>
                  <a:lnTo>
                    <a:pt x="150" y="4041"/>
                  </a:lnTo>
                  <a:lnTo>
                    <a:pt x="2246" y="2096"/>
                  </a:lnTo>
                  <a:lnTo>
                    <a:pt x="3294" y="1048"/>
                  </a:lnTo>
                  <a:lnTo>
                    <a:pt x="41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1" name="Google Shape;1901;p56"/>
            <p:cNvSpPr/>
            <p:nvPr/>
          </p:nvSpPr>
          <p:spPr>
            <a:xfrm>
              <a:off x="4534050" y="3501100"/>
              <a:ext cx="86100" cy="86100"/>
            </a:xfrm>
            <a:custGeom>
              <a:rect b="b" l="l" r="r" t="t"/>
              <a:pathLst>
                <a:path extrusionOk="0" h="3444" w="3444">
                  <a:moveTo>
                    <a:pt x="3294" y="1"/>
                  </a:moveTo>
                  <a:lnTo>
                    <a:pt x="1498" y="1498"/>
                  </a:lnTo>
                  <a:lnTo>
                    <a:pt x="1" y="3294"/>
                  </a:lnTo>
                  <a:lnTo>
                    <a:pt x="1" y="3443"/>
                  </a:lnTo>
                  <a:lnTo>
                    <a:pt x="150" y="3443"/>
                  </a:lnTo>
                  <a:lnTo>
                    <a:pt x="1049" y="2695"/>
                  </a:lnTo>
                  <a:lnTo>
                    <a:pt x="1947"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2" name="Google Shape;1902;p56"/>
            <p:cNvSpPr/>
            <p:nvPr/>
          </p:nvSpPr>
          <p:spPr>
            <a:xfrm>
              <a:off x="4492900" y="3452450"/>
              <a:ext cx="89825" cy="89850"/>
            </a:xfrm>
            <a:custGeom>
              <a:rect b="b" l="l" r="r" t="t"/>
              <a:pathLst>
                <a:path extrusionOk="0" h="3594" w="3593">
                  <a:moveTo>
                    <a:pt x="3443" y="1"/>
                  </a:moveTo>
                  <a:lnTo>
                    <a:pt x="1647" y="1647"/>
                  </a:lnTo>
                  <a:lnTo>
                    <a:pt x="0" y="3444"/>
                  </a:lnTo>
                  <a:lnTo>
                    <a:pt x="0" y="3593"/>
                  </a:lnTo>
                  <a:lnTo>
                    <a:pt x="150" y="3593"/>
                  </a:lnTo>
                  <a:lnTo>
                    <a:pt x="1946" y="1947"/>
                  </a:lnTo>
                  <a:lnTo>
                    <a:pt x="3593" y="151"/>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3" name="Google Shape;1903;p56"/>
            <p:cNvSpPr/>
            <p:nvPr/>
          </p:nvSpPr>
          <p:spPr>
            <a:xfrm>
              <a:off x="4578950" y="3549750"/>
              <a:ext cx="78625" cy="78600"/>
            </a:xfrm>
            <a:custGeom>
              <a:rect b="b" l="l" r="r" t="t"/>
              <a:pathLst>
                <a:path extrusionOk="0" h="3144" w="3145">
                  <a:moveTo>
                    <a:pt x="3144" y="1"/>
                  </a:moveTo>
                  <a:lnTo>
                    <a:pt x="1498" y="1497"/>
                  </a:lnTo>
                  <a:lnTo>
                    <a:pt x="749" y="2246"/>
                  </a:lnTo>
                  <a:lnTo>
                    <a:pt x="1" y="2994"/>
                  </a:lnTo>
                  <a:lnTo>
                    <a:pt x="1" y="3144"/>
                  </a:lnTo>
                  <a:lnTo>
                    <a:pt x="151" y="3144"/>
                  </a:lnTo>
                  <a:lnTo>
                    <a:pt x="450" y="2994"/>
                  </a:lnTo>
                  <a:lnTo>
                    <a:pt x="1947" y="1647"/>
                  </a:lnTo>
                  <a:lnTo>
                    <a:pt x="3144" y="150"/>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4" name="Google Shape;1904;p56"/>
            <p:cNvSpPr/>
            <p:nvPr/>
          </p:nvSpPr>
          <p:spPr>
            <a:xfrm>
              <a:off x="4623875" y="3598400"/>
              <a:ext cx="71100" cy="74850"/>
            </a:xfrm>
            <a:custGeom>
              <a:rect b="b" l="l" r="r" t="t"/>
              <a:pathLst>
                <a:path extrusionOk="0" h="2994" w="2844">
                  <a:moveTo>
                    <a:pt x="2694" y="0"/>
                  </a:moveTo>
                  <a:lnTo>
                    <a:pt x="1197" y="1347"/>
                  </a:lnTo>
                  <a:lnTo>
                    <a:pt x="0" y="2695"/>
                  </a:lnTo>
                  <a:lnTo>
                    <a:pt x="0" y="2994"/>
                  </a:lnTo>
                  <a:lnTo>
                    <a:pt x="150" y="2994"/>
                  </a:lnTo>
                  <a:lnTo>
                    <a:pt x="1647" y="1647"/>
                  </a:lnTo>
                  <a:lnTo>
                    <a:pt x="2844"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5" name="Google Shape;1905;p56"/>
            <p:cNvSpPr/>
            <p:nvPr/>
          </p:nvSpPr>
          <p:spPr>
            <a:xfrm>
              <a:off x="4657550" y="3650775"/>
              <a:ext cx="74850" cy="74875"/>
            </a:xfrm>
            <a:custGeom>
              <a:rect b="b" l="l" r="r" t="t"/>
              <a:pathLst>
                <a:path extrusionOk="0" h="2995" w="2994">
                  <a:moveTo>
                    <a:pt x="2844" y="1"/>
                  </a:moveTo>
                  <a:lnTo>
                    <a:pt x="1347" y="1348"/>
                  </a:lnTo>
                  <a:lnTo>
                    <a:pt x="599" y="2096"/>
                  </a:lnTo>
                  <a:lnTo>
                    <a:pt x="0" y="2845"/>
                  </a:lnTo>
                  <a:lnTo>
                    <a:pt x="0" y="2994"/>
                  </a:lnTo>
                  <a:lnTo>
                    <a:pt x="150" y="2994"/>
                  </a:lnTo>
                  <a:lnTo>
                    <a:pt x="898" y="2396"/>
                  </a:lnTo>
                  <a:lnTo>
                    <a:pt x="1647" y="1647"/>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6" name="Google Shape;1906;p56"/>
            <p:cNvSpPr/>
            <p:nvPr/>
          </p:nvSpPr>
          <p:spPr>
            <a:xfrm>
              <a:off x="4698700" y="3699425"/>
              <a:ext cx="71125" cy="71125"/>
            </a:xfrm>
            <a:custGeom>
              <a:rect b="b" l="l" r="r" t="t"/>
              <a:pathLst>
                <a:path extrusionOk="0" h="2845" w="2845">
                  <a:moveTo>
                    <a:pt x="2695" y="1"/>
                  </a:moveTo>
                  <a:lnTo>
                    <a:pt x="1348" y="1348"/>
                  </a:lnTo>
                  <a:lnTo>
                    <a:pt x="599" y="1947"/>
                  </a:lnTo>
                  <a:lnTo>
                    <a:pt x="1" y="2845"/>
                  </a:lnTo>
                  <a:lnTo>
                    <a:pt x="150" y="2845"/>
                  </a:lnTo>
                  <a:lnTo>
                    <a:pt x="899" y="2246"/>
                  </a:lnTo>
                  <a:lnTo>
                    <a:pt x="1497" y="1647"/>
                  </a:lnTo>
                  <a:lnTo>
                    <a:pt x="2845" y="150"/>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7" name="Google Shape;1907;p56"/>
            <p:cNvSpPr/>
            <p:nvPr/>
          </p:nvSpPr>
          <p:spPr>
            <a:xfrm>
              <a:off x="4739875" y="3744325"/>
              <a:ext cx="74850" cy="71125"/>
            </a:xfrm>
            <a:custGeom>
              <a:rect b="b" l="l" r="r" t="t"/>
              <a:pathLst>
                <a:path extrusionOk="0" h="2845" w="2994">
                  <a:moveTo>
                    <a:pt x="2844" y="1"/>
                  </a:moveTo>
                  <a:lnTo>
                    <a:pt x="1347" y="1348"/>
                  </a:lnTo>
                  <a:lnTo>
                    <a:pt x="599" y="1947"/>
                  </a:lnTo>
                  <a:lnTo>
                    <a:pt x="0" y="2695"/>
                  </a:lnTo>
                  <a:lnTo>
                    <a:pt x="150" y="2845"/>
                  </a:lnTo>
                  <a:lnTo>
                    <a:pt x="898" y="2396"/>
                  </a:lnTo>
                  <a:lnTo>
                    <a:pt x="1647" y="1647"/>
                  </a:lnTo>
                  <a:lnTo>
                    <a:pt x="2994" y="151"/>
                  </a:lnTo>
                  <a:lnTo>
                    <a:pt x="28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8" name="Google Shape;1908;p56"/>
            <p:cNvSpPr/>
            <p:nvPr/>
          </p:nvSpPr>
          <p:spPr>
            <a:xfrm>
              <a:off x="4777275" y="3800475"/>
              <a:ext cx="71125" cy="67375"/>
            </a:xfrm>
            <a:custGeom>
              <a:rect b="b" l="l" r="r" t="t"/>
              <a:pathLst>
                <a:path extrusionOk="0" h="2695" w="2845">
                  <a:moveTo>
                    <a:pt x="2695" y="0"/>
                  </a:moveTo>
                  <a:lnTo>
                    <a:pt x="1198" y="1197"/>
                  </a:lnTo>
                  <a:lnTo>
                    <a:pt x="600" y="1946"/>
                  </a:lnTo>
                  <a:lnTo>
                    <a:pt x="1" y="2545"/>
                  </a:lnTo>
                  <a:lnTo>
                    <a:pt x="1" y="2694"/>
                  </a:lnTo>
                  <a:lnTo>
                    <a:pt x="151" y="2694"/>
                  </a:lnTo>
                  <a:lnTo>
                    <a:pt x="749" y="2245"/>
                  </a:lnTo>
                  <a:lnTo>
                    <a:pt x="1498" y="149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9" name="Google Shape;1909;p56"/>
            <p:cNvSpPr/>
            <p:nvPr/>
          </p:nvSpPr>
          <p:spPr>
            <a:xfrm>
              <a:off x="4829675" y="3845375"/>
              <a:ext cx="56150" cy="59875"/>
            </a:xfrm>
            <a:custGeom>
              <a:rect b="b" l="l" r="r" t="t"/>
              <a:pathLst>
                <a:path extrusionOk="0" h="2395" w="2246">
                  <a:moveTo>
                    <a:pt x="2096" y="0"/>
                  </a:moveTo>
                  <a:lnTo>
                    <a:pt x="898" y="1048"/>
                  </a:lnTo>
                  <a:lnTo>
                    <a:pt x="449" y="1647"/>
                  </a:lnTo>
                  <a:lnTo>
                    <a:pt x="0" y="2245"/>
                  </a:lnTo>
                  <a:lnTo>
                    <a:pt x="0" y="2395"/>
                  </a:lnTo>
                  <a:lnTo>
                    <a:pt x="749" y="1946"/>
                  </a:lnTo>
                  <a:lnTo>
                    <a:pt x="1198" y="1347"/>
                  </a:lnTo>
                  <a:lnTo>
                    <a:pt x="2246" y="150"/>
                  </a:lnTo>
                  <a:lnTo>
                    <a:pt x="22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0" name="Google Shape;1910;p56"/>
            <p:cNvSpPr/>
            <p:nvPr/>
          </p:nvSpPr>
          <p:spPr>
            <a:xfrm>
              <a:off x="4882050" y="3897750"/>
              <a:ext cx="41200" cy="41200"/>
            </a:xfrm>
            <a:custGeom>
              <a:rect b="b" l="l" r="r" t="t"/>
              <a:pathLst>
                <a:path extrusionOk="0" h="1648" w="1648">
                  <a:moveTo>
                    <a:pt x="1498" y="1"/>
                  </a:moveTo>
                  <a:lnTo>
                    <a:pt x="749" y="599"/>
                  </a:lnTo>
                  <a:lnTo>
                    <a:pt x="1" y="1497"/>
                  </a:lnTo>
                  <a:lnTo>
                    <a:pt x="1" y="1647"/>
                  </a:lnTo>
                  <a:lnTo>
                    <a:pt x="151" y="1647"/>
                  </a:lnTo>
                  <a:lnTo>
                    <a:pt x="899" y="899"/>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1" name="Google Shape;1911;p56"/>
            <p:cNvSpPr/>
            <p:nvPr/>
          </p:nvSpPr>
          <p:spPr>
            <a:xfrm>
              <a:off x="4926950" y="3942650"/>
              <a:ext cx="37450" cy="37450"/>
            </a:xfrm>
            <a:custGeom>
              <a:rect b="b" l="l" r="r" t="t"/>
              <a:pathLst>
                <a:path extrusionOk="0" h="1498" w="1498">
                  <a:moveTo>
                    <a:pt x="1348" y="1"/>
                  </a:moveTo>
                  <a:lnTo>
                    <a:pt x="600" y="600"/>
                  </a:lnTo>
                  <a:lnTo>
                    <a:pt x="1" y="1348"/>
                  </a:lnTo>
                  <a:lnTo>
                    <a:pt x="151" y="1348"/>
                  </a:lnTo>
                  <a:lnTo>
                    <a:pt x="300" y="1498"/>
                  </a:lnTo>
                  <a:lnTo>
                    <a:pt x="899" y="899"/>
                  </a:lnTo>
                  <a:lnTo>
                    <a:pt x="1498" y="150"/>
                  </a:lnTo>
                  <a:lnTo>
                    <a:pt x="149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2" name="Google Shape;1912;p56"/>
            <p:cNvSpPr/>
            <p:nvPr/>
          </p:nvSpPr>
          <p:spPr>
            <a:xfrm>
              <a:off x="4964375" y="3995050"/>
              <a:ext cx="37450" cy="33700"/>
            </a:xfrm>
            <a:custGeom>
              <a:rect b="b" l="l" r="r" t="t"/>
              <a:pathLst>
                <a:path extrusionOk="0" h="1348" w="1498">
                  <a:moveTo>
                    <a:pt x="1348" y="0"/>
                  </a:moveTo>
                  <a:lnTo>
                    <a:pt x="599" y="599"/>
                  </a:lnTo>
                  <a:lnTo>
                    <a:pt x="300" y="898"/>
                  </a:lnTo>
                  <a:lnTo>
                    <a:pt x="1" y="1198"/>
                  </a:lnTo>
                  <a:lnTo>
                    <a:pt x="1" y="1347"/>
                  </a:lnTo>
                  <a:lnTo>
                    <a:pt x="150" y="1347"/>
                  </a:lnTo>
                  <a:lnTo>
                    <a:pt x="599" y="1198"/>
                  </a:lnTo>
                  <a:lnTo>
                    <a:pt x="899" y="749"/>
                  </a:lnTo>
                  <a:lnTo>
                    <a:pt x="149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3" name="Google Shape;1913;p56"/>
            <p:cNvSpPr/>
            <p:nvPr/>
          </p:nvSpPr>
          <p:spPr>
            <a:xfrm>
              <a:off x="5009275" y="4039950"/>
              <a:ext cx="33725" cy="29950"/>
            </a:xfrm>
            <a:custGeom>
              <a:rect b="b" l="l" r="r" t="t"/>
              <a:pathLst>
                <a:path extrusionOk="0" h="1198" w="1349">
                  <a:moveTo>
                    <a:pt x="1198" y="0"/>
                  </a:moveTo>
                  <a:lnTo>
                    <a:pt x="600" y="599"/>
                  </a:lnTo>
                  <a:lnTo>
                    <a:pt x="1" y="1048"/>
                  </a:lnTo>
                  <a:lnTo>
                    <a:pt x="1" y="1198"/>
                  </a:lnTo>
                  <a:lnTo>
                    <a:pt x="151" y="1198"/>
                  </a:lnTo>
                  <a:lnTo>
                    <a:pt x="749" y="749"/>
                  </a:lnTo>
                  <a:lnTo>
                    <a:pt x="134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4" name="Google Shape;1914;p56"/>
            <p:cNvSpPr/>
            <p:nvPr/>
          </p:nvSpPr>
          <p:spPr>
            <a:xfrm>
              <a:off x="3344125" y="3328975"/>
              <a:ext cx="127250" cy="123500"/>
            </a:xfrm>
            <a:custGeom>
              <a:rect b="b" l="l" r="r" t="t"/>
              <a:pathLst>
                <a:path extrusionOk="0" h="4940" w="5090">
                  <a:moveTo>
                    <a:pt x="0" y="1"/>
                  </a:moveTo>
                  <a:lnTo>
                    <a:pt x="0" y="150"/>
                  </a:lnTo>
                  <a:lnTo>
                    <a:pt x="2395" y="2695"/>
                  </a:lnTo>
                  <a:lnTo>
                    <a:pt x="4939" y="4940"/>
                  </a:lnTo>
                  <a:lnTo>
                    <a:pt x="5089" y="4940"/>
                  </a:lnTo>
                  <a:lnTo>
                    <a:pt x="3892" y="3593"/>
                  </a:lnTo>
                  <a:lnTo>
                    <a:pt x="2694" y="2395"/>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5" name="Google Shape;1915;p56"/>
            <p:cNvSpPr/>
            <p:nvPr/>
          </p:nvSpPr>
          <p:spPr>
            <a:xfrm>
              <a:off x="3295475" y="3370125"/>
              <a:ext cx="123500" cy="127275"/>
            </a:xfrm>
            <a:custGeom>
              <a:rect b="b" l="l" r="r" t="t"/>
              <a:pathLst>
                <a:path extrusionOk="0" h="5091" w="4940">
                  <a:moveTo>
                    <a:pt x="0" y="1"/>
                  </a:moveTo>
                  <a:lnTo>
                    <a:pt x="0" y="151"/>
                  </a:lnTo>
                  <a:lnTo>
                    <a:pt x="2545" y="2845"/>
                  </a:lnTo>
                  <a:lnTo>
                    <a:pt x="3593" y="4042"/>
                  </a:lnTo>
                  <a:lnTo>
                    <a:pt x="4191" y="4641"/>
                  </a:lnTo>
                  <a:lnTo>
                    <a:pt x="4940" y="5090"/>
                  </a:lnTo>
                  <a:lnTo>
                    <a:pt x="4940" y="4940"/>
                  </a:lnTo>
                  <a:lnTo>
                    <a:pt x="3892" y="3743"/>
                  </a:lnTo>
                  <a:lnTo>
                    <a:pt x="2844" y="2546"/>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6" name="Google Shape;1916;p56"/>
            <p:cNvSpPr/>
            <p:nvPr/>
          </p:nvSpPr>
          <p:spPr>
            <a:xfrm>
              <a:off x="3261800" y="3422525"/>
              <a:ext cx="108525" cy="108550"/>
            </a:xfrm>
            <a:custGeom>
              <a:rect b="b" l="l" r="r" t="t"/>
              <a:pathLst>
                <a:path extrusionOk="0" h="4342" w="4341">
                  <a:moveTo>
                    <a:pt x="0" y="0"/>
                  </a:moveTo>
                  <a:lnTo>
                    <a:pt x="0" y="150"/>
                  </a:lnTo>
                  <a:lnTo>
                    <a:pt x="1946" y="2246"/>
                  </a:lnTo>
                  <a:lnTo>
                    <a:pt x="4191" y="4341"/>
                  </a:lnTo>
                  <a:lnTo>
                    <a:pt x="4341" y="4341"/>
                  </a:lnTo>
                  <a:lnTo>
                    <a:pt x="4341" y="4191"/>
                  </a:lnTo>
                  <a:lnTo>
                    <a:pt x="2245" y="2096"/>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7" name="Google Shape;1917;p56"/>
            <p:cNvSpPr/>
            <p:nvPr/>
          </p:nvSpPr>
          <p:spPr>
            <a:xfrm>
              <a:off x="3190700" y="3437500"/>
              <a:ext cx="127250" cy="130975"/>
            </a:xfrm>
            <a:custGeom>
              <a:rect b="b" l="l" r="r" t="t"/>
              <a:pathLst>
                <a:path extrusionOk="0" h="5239" w="5090">
                  <a:moveTo>
                    <a:pt x="0" y="0"/>
                  </a:moveTo>
                  <a:lnTo>
                    <a:pt x="0" y="150"/>
                  </a:lnTo>
                  <a:lnTo>
                    <a:pt x="1198" y="1497"/>
                  </a:lnTo>
                  <a:lnTo>
                    <a:pt x="2395" y="2694"/>
                  </a:lnTo>
                  <a:lnTo>
                    <a:pt x="3742" y="4042"/>
                  </a:lnTo>
                  <a:lnTo>
                    <a:pt x="5089" y="5239"/>
                  </a:lnTo>
                  <a:lnTo>
                    <a:pt x="5089" y="5089"/>
                  </a:lnTo>
                  <a:lnTo>
                    <a:pt x="3892" y="3742"/>
                  </a:lnTo>
                  <a:lnTo>
                    <a:pt x="2694" y="2395"/>
                  </a:lnTo>
                  <a:lnTo>
                    <a:pt x="134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8" name="Google Shape;1918;p56"/>
            <p:cNvSpPr/>
            <p:nvPr/>
          </p:nvSpPr>
          <p:spPr>
            <a:xfrm>
              <a:off x="3168250" y="3501100"/>
              <a:ext cx="101050" cy="104800"/>
            </a:xfrm>
            <a:custGeom>
              <a:rect b="b" l="l" r="r" t="t"/>
              <a:pathLst>
                <a:path extrusionOk="0" h="4192" w="4042">
                  <a:moveTo>
                    <a:pt x="0" y="1"/>
                  </a:moveTo>
                  <a:lnTo>
                    <a:pt x="0" y="150"/>
                  </a:lnTo>
                  <a:lnTo>
                    <a:pt x="1946" y="2246"/>
                  </a:lnTo>
                  <a:lnTo>
                    <a:pt x="2844" y="3294"/>
                  </a:lnTo>
                  <a:lnTo>
                    <a:pt x="4041" y="4192"/>
                  </a:lnTo>
                  <a:lnTo>
                    <a:pt x="4041" y="4042"/>
                  </a:lnTo>
                  <a:lnTo>
                    <a:pt x="3143" y="2994"/>
                  </a:lnTo>
                  <a:lnTo>
                    <a:pt x="2245" y="19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19" name="Google Shape;1919;p56"/>
            <p:cNvSpPr/>
            <p:nvPr/>
          </p:nvSpPr>
          <p:spPr>
            <a:xfrm>
              <a:off x="3085925" y="3594650"/>
              <a:ext cx="86075" cy="86100"/>
            </a:xfrm>
            <a:custGeom>
              <a:rect b="b" l="l" r="r" t="t"/>
              <a:pathLst>
                <a:path extrusionOk="0" h="3444" w="3443">
                  <a:moveTo>
                    <a:pt x="0" y="1"/>
                  </a:moveTo>
                  <a:lnTo>
                    <a:pt x="0" y="150"/>
                  </a:lnTo>
                  <a:lnTo>
                    <a:pt x="749" y="1048"/>
                  </a:lnTo>
                  <a:lnTo>
                    <a:pt x="1497" y="1947"/>
                  </a:lnTo>
                  <a:lnTo>
                    <a:pt x="3443" y="3443"/>
                  </a:lnTo>
                  <a:lnTo>
                    <a:pt x="3443" y="3294"/>
                  </a:lnTo>
                  <a:lnTo>
                    <a:pt x="1946" y="149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0" name="Google Shape;1920;p56"/>
            <p:cNvSpPr/>
            <p:nvPr/>
          </p:nvSpPr>
          <p:spPr>
            <a:xfrm>
              <a:off x="3130825" y="3553500"/>
              <a:ext cx="89825" cy="89825"/>
            </a:xfrm>
            <a:custGeom>
              <a:rect b="b" l="l" r="r" t="t"/>
              <a:pathLst>
                <a:path extrusionOk="0" h="3593" w="3593">
                  <a:moveTo>
                    <a:pt x="0" y="0"/>
                  </a:moveTo>
                  <a:lnTo>
                    <a:pt x="0" y="150"/>
                  </a:lnTo>
                  <a:lnTo>
                    <a:pt x="1647" y="1946"/>
                  </a:lnTo>
                  <a:lnTo>
                    <a:pt x="3443" y="3593"/>
                  </a:lnTo>
                  <a:lnTo>
                    <a:pt x="3593" y="3593"/>
                  </a:lnTo>
                  <a:lnTo>
                    <a:pt x="3593" y="3443"/>
                  </a:lnTo>
                  <a:lnTo>
                    <a:pt x="1946" y="16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1" name="Google Shape;1921;p56"/>
            <p:cNvSpPr/>
            <p:nvPr/>
          </p:nvSpPr>
          <p:spPr>
            <a:xfrm>
              <a:off x="3044750" y="3639550"/>
              <a:ext cx="78625" cy="78625"/>
            </a:xfrm>
            <a:custGeom>
              <a:rect b="b" l="l" r="r" t="t"/>
              <a:pathLst>
                <a:path extrusionOk="0" h="3145" w="3145">
                  <a:moveTo>
                    <a:pt x="1" y="1"/>
                  </a:moveTo>
                  <a:lnTo>
                    <a:pt x="1" y="151"/>
                  </a:lnTo>
                  <a:lnTo>
                    <a:pt x="599" y="1049"/>
                  </a:lnTo>
                  <a:lnTo>
                    <a:pt x="1348" y="1797"/>
                  </a:lnTo>
                  <a:lnTo>
                    <a:pt x="2994" y="3144"/>
                  </a:lnTo>
                  <a:lnTo>
                    <a:pt x="3144" y="3144"/>
                  </a:lnTo>
                  <a:lnTo>
                    <a:pt x="2096" y="1797"/>
                  </a:lnTo>
                  <a:lnTo>
                    <a:pt x="1049" y="8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2" name="Google Shape;1922;p56"/>
            <p:cNvSpPr/>
            <p:nvPr/>
          </p:nvSpPr>
          <p:spPr>
            <a:xfrm>
              <a:off x="2999850" y="3684450"/>
              <a:ext cx="71125" cy="71125"/>
            </a:xfrm>
            <a:custGeom>
              <a:rect b="b" l="l" r="r" t="t"/>
              <a:pathLst>
                <a:path extrusionOk="0" h="2845" w="2845">
                  <a:moveTo>
                    <a:pt x="1" y="1"/>
                  </a:moveTo>
                  <a:lnTo>
                    <a:pt x="1" y="151"/>
                  </a:lnTo>
                  <a:lnTo>
                    <a:pt x="1348" y="1647"/>
                  </a:lnTo>
                  <a:lnTo>
                    <a:pt x="2845" y="2845"/>
                  </a:lnTo>
                  <a:lnTo>
                    <a:pt x="2845" y="2695"/>
                  </a:lnTo>
                  <a:lnTo>
                    <a:pt x="164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3" name="Google Shape;1923;p56"/>
            <p:cNvSpPr/>
            <p:nvPr/>
          </p:nvSpPr>
          <p:spPr>
            <a:xfrm>
              <a:off x="2947475" y="3718150"/>
              <a:ext cx="74850" cy="74850"/>
            </a:xfrm>
            <a:custGeom>
              <a:rect b="b" l="l" r="r" t="t"/>
              <a:pathLst>
                <a:path extrusionOk="0" h="2994" w="2994">
                  <a:moveTo>
                    <a:pt x="0" y="0"/>
                  </a:moveTo>
                  <a:lnTo>
                    <a:pt x="0" y="150"/>
                  </a:lnTo>
                  <a:lnTo>
                    <a:pt x="599" y="898"/>
                  </a:lnTo>
                  <a:lnTo>
                    <a:pt x="1347" y="1647"/>
                  </a:lnTo>
                  <a:lnTo>
                    <a:pt x="2994" y="2994"/>
                  </a:lnTo>
                  <a:lnTo>
                    <a:pt x="2994" y="2844"/>
                  </a:lnTo>
                  <a:lnTo>
                    <a:pt x="1647" y="134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4" name="Google Shape;1924;p56"/>
            <p:cNvSpPr/>
            <p:nvPr/>
          </p:nvSpPr>
          <p:spPr>
            <a:xfrm>
              <a:off x="2902575" y="3759300"/>
              <a:ext cx="71100" cy="71125"/>
            </a:xfrm>
            <a:custGeom>
              <a:rect b="b" l="l" r="r" t="t"/>
              <a:pathLst>
                <a:path extrusionOk="0" h="2845" w="2844">
                  <a:moveTo>
                    <a:pt x="0" y="1"/>
                  </a:moveTo>
                  <a:lnTo>
                    <a:pt x="0" y="150"/>
                  </a:lnTo>
                  <a:lnTo>
                    <a:pt x="599" y="899"/>
                  </a:lnTo>
                  <a:lnTo>
                    <a:pt x="1197" y="1497"/>
                  </a:lnTo>
                  <a:lnTo>
                    <a:pt x="2694" y="2844"/>
                  </a:lnTo>
                  <a:lnTo>
                    <a:pt x="2844" y="2844"/>
                  </a:lnTo>
                  <a:lnTo>
                    <a:pt x="2844" y="2695"/>
                  </a:lnTo>
                  <a:lnTo>
                    <a:pt x="1497" y="1348"/>
                  </a:lnTo>
                  <a:lnTo>
                    <a:pt x="898" y="5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5" name="Google Shape;1925;p56"/>
            <p:cNvSpPr/>
            <p:nvPr/>
          </p:nvSpPr>
          <p:spPr>
            <a:xfrm>
              <a:off x="2857650" y="3800475"/>
              <a:ext cx="71125" cy="71100"/>
            </a:xfrm>
            <a:custGeom>
              <a:rect b="b" l="l" r="r" t="t"/>
              <a:pathLst>
                <a:path extrusionOk="0" h="2844" w="2845">
                  <a:moveTo>
                    <a:pt x="151" y="0"/>
                  </a:moveTo>
                  <a:lnTo>
                    <a:pt x="1" y="150"/>
                  </a:lnTo>
                  <a:lnTo>
                    <a:pt x="1" y="449"/>
                  </a:lnTo>
                  <a:lnTo>
                    <a:pt x="600" y="1048"/>
                  </a:lnTo>
                  <a:lnTo>
                    <a:pt x="1198" y="1646"/>
                  </a:lnTo>
                  <a:lnTo>
                    <a:pt x="2695" y="2844"/>
                  </a:lnTo>
                  <a:lnTo>
                    <a:pt x="2845" y="2844"/>
                  </a:lnTo>
                  <a:lnTo>
                    <a:pt x="1498" y="1347"/>
                  </a:lnTo>
                  <a:lnTo>
                    <a:pt x="749" y="599"/>
                  </a:lnTo>
                  <a:lnTo>
                    <a:pt x="15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6" name="Google Shape;1926;p56"/>
            <p:cNvSpPr/>
            <p:nvPr/>
          </p:nvSpPr>
          <p:spPr>
            <a:xfrm>
              <a:off x="2805275" y="3837875"/>
              <a:ext cx="67375" cy="71125"/>
            </a:xfrm>
            <a:custGeom>
              <a:rect b="b" l="l" r="r" t="t"/>
              <a:pathLst>
                <a:path extrusionOk="0" h="2845" w="2695">
                  <a:moveTo>
                    <a:pt x="0" y="1"/>
                  </a:moveTo>
                  <a:lnTo>
                    <a:pt x="0" y="150"/>
                  </a:lnTo>
                  <a:lnTo>
                    <a:pt x="449" y="749"/>
                  </a:lnTo>
                  <a:lnTo>
                    <a:pt x="1198" y="1498"/>
                  </a:lnTo>
                  <a:lnTo>
                    <a:pt x="2695" y="2845"/>
                  </a:lnTo>
                  <a:lnTo>
                    <a:pt x="2695" y="2695"/>
                  </a:lnTo>
                  <a:lnTo>
                    <a:pt x="1497" y="1198"/>
                  </a:lnTo>
                  <a:lnTo>
                    <a:pt x="749" y="600"/>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7" name="Google Shape;1927;p56"/>
            <p:cNvSpPr/>
            <p:nvPr/>
          </p:nvSpPr>
          <p:spPr>
            <a:xfrm>
              <a:off x="2767850" y="3890275"/>
              <a:ext cx="59900" cy="56150"/>
            </a:xfrm>
            <a:custGeom>
              <a:rect b="b" l="l" r="r" t="t"/>
              <a:pathLst>
                <a:path extrusionOk="0" h="2246" w="2396">
                  <a:moveTo>
                    <a:pt x="1" y="0"/>
                  </a:moveTo>
                  <a:lnTo>
                    <a:pt x="450" y="749"/>
                  </a:lnTo>
                  <a:lnTo>
                    <a:pt x="1048" y="1198"/>
                  </a:lnTo>
                  <a:lnTo>
                    <a:pt x="2246" y="2245"/>
                  </a:lnTo>
                  <a:lnTo>
                    <a:pt x="2395" y="2096"/>
                  </a:lnTo>
                  <a:lnTo>
                    <a:pt x="1348" y="898"/>
                  </a:lnTo>
                  <a:lnTo>
                    <a:pt x="749" y="44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8" name="Google Shape;1928;p56"/>
            <p:cNvSpPr/>
            <p:nvPr/>
          </p:nvSpPr>
          <p:spPr>
            <a:xfrm>
              <a:off x="2734175" y="3942650"/>
              <a:ext cx="41175" cy="41200"/>
            </a:xfrm>
            <a:custGeom>
              <a:rect b="b" l="l" r="r" t="t"/>
              <a:pathLst>
                <a:path extrusionOk="0" h="1648" w="1647">
                  <a:moveTo>
                    <a:pt x="0" y="1"/>
                  </a:moveTo>
                  <a:lnTo>
                    <a:pt x="0" y="150"/>
                  </a:lnTo>
                  <a:lnTo>
                    <a:pt x="749" y="899"/>
                  </a:lnTo>
                  <a:lnTo>
                    <a:pt x="1647" y="1647"/>
                  </a:lnTo>
                  <a:lnTo>
                    <a:pt x="1647" y="1498"/>
                  </a:lnTo>
                  <a:lnTo>
                    <a:pt x="1048" y="7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9" name="Google Shape;1929;p56"/>
            <p:cNvSpPr/>
            <p:nvPr/>
          </p:nvSpPr>
          <p:spPr>
            <a:xfrm>
              <a:off x="2693025" y="3987550"/>
              <a:ext cx="37425" cy="37450"/>
            </a:xfrm>
            <a:custGeom>
              <a:rect b="b" l="l" r="r" t="t"/>
              <a:pathLst>
                <a:path extrusionOk="0" h="1498" w="1497">
                  <a:moveTo>
                    <a:pt x="150" y="1"/>
                  </a:moveTo>
                  <a:lnTo>
                    <a:pt x="0" y="151"/>
                  </a:lnTo>
                  <a:lnTo>
                    <a:pt x="0" y="300"/>
                  </a:lnTo>
                  <a:lnTo>
                    <a:pt x="599" y="899"/>
                  </a:lnTo>
                  <a:lnTo>
                    <a:pt x="1347" y="1498"/>
                  </a:lnTo>
                  <a:lnTo>
                    <a:pt x="1497" y="1498"/>
                  </a:lnTo>
                  <a:lnTo>
                    <a:pt x="1497" y="1348"/>
                  </a:lnTo>
                  <a:lnTo>
                    <a:pt x="89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0" name="Google Shape;1930;p56"/>
            <p:cNvSpPr/>
            <p:nvPr/>
          </p:nvSpPr>
          <p:spPr>
            <a:xfrm>
              <a:off x="2644375" y="4024975"/>
              <a:ext cx="33700" cy="37450"/>
            </a:xfrm>
            <a:custGeom>
              <a:rect b="b" l="l" r="r" t="t"/>
              <a:pathLst>
                <a:path extrusionOk="0" h="1498" w="1348">
                  <a:moveTo>
                    <a:pt x="0" y="1"/>
                  </a:moveTo>
                  <a:lnTo>
                    <a:pt x="0" y="150"/>
                  </a:lnTo>
                  <a:lnTo>
                    <a:pt x="150" y="599"/>
                  </a:lnTo>
                  <a:lnTo>
                    <a:pt x="449" y="899"/>
                  </a:lnTo>
                  <a:lnTo>
                    <a:pt x="1198" y="1498"/>
                  </a:lnTo>
                  <a:lnTo>
                    <a:pt x="1347" y="1348"/>
                  </a:lnTo>
                  <a:lnTo>
                    <a:pt x="749" y="599"/>
                  </a:lnTo>
                  <a:lnTo>
                    <a:pt x="449" y="3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1" name="Google Shape;1931;p56"/>
            <p:cNvSpPr/>
            <p:nvPr/>
          </p:nvSpPr>
          <p:spPr>
            <a:xfrm>
              <a:off x="2599475" y="4069875"/>
              <a:ext cx="33700" cy="33700"/>
            </a:xfrm>
            <a:custGeom>
              <a:rect b="b" l="l" r="r" t="t"/>
              <a:pathLst>
                <a:path extrusionOk="0" h="1348" w="1348">
                  <a:moveTo>
                    <a:pt x="0" y="1"/>
                  </a:moveTo>
                  <a:lnTo>
                    <a:pt x="0" y="151"/>
                  </a:lnTo>
                  <a:lnTo>
                    <a:pt x="599" y="749"/>
                  </a:lnTo>
                  <a:lnTo>
                    <a:pt x="1197" y="1348"/>
                  </a:lnTo>
                  <a:lnTo>
                    <a:pt x="1347" y="1198"/>
                  </a:lnTo>
                  <a:lnTo>
                    <a:pt x="74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2" name="Google Shape;1932;p56"/>
            <p:cNvSpPr/>
            <p:nvPr/>
          </p:nvSpPr>
          <p:spPr>
            <a:xfrm>
              <a:off x="3546175" y="2558125"/>
              <a:ext cx="291900" cy="18750"/>
            </a:xfrm>
            <a:custGeom>
              <a:rect b="b" l="l" r="r" t="t"/>
              <a:pathLst>
                <a:path extrusionOk="0" h="750" w="11676">
                  <a:moveTo>
                    <a:pt x="4641" y="1"/>
                  </a:moveTo>
                  <a:lnTo>
                    <a:pt x="150" y="150"/>
                  </a:lnTo>
                  <a:lnTo>
                    <a:pt x="1" y="300"/>
                  </a:lnTo>
                  <a:lnTo>
                    <a:pt x="1" y="450"/>
                  </a:lnTo>
                  <a:lnTo>
                    <a:pt x="150" y="450"/>
                  </a:lnTo>
                  <a:lnTo>
                    <a:pt x="4641" y="749"/>
                  </a:lnTo>
                  <a:lnTo>
                    <a:pt x="9131" y="749"/>
                  </a:lnTo>
                  <a:lnTo>
                    <a:pt x="9730" y="599"/>
                  </a:lnTo>
                  <a:lnTo>
                    <a:pt x="11526" y="599"/>
                  </a:lnTo>
                  <a:lnTo>
                    <a:pt x="11676" y="450"/>
                  </a:lnTo>
                  <a:lnTo>
                    <a:pt x="11676" y="300"/>
                  </a:lnTo>
                  <a:lnTo>
                    <a:pt x="11526" y="150"/>
                  </a:lnTo>
                  <a:lnTo>
                    <a:pt x="9580" y="150"/>
                  </a:lnTo>
                  <a:lnTo>
                    <a:pt x="913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3" name="Google Shape;1933;p56"/>
            <p:cNvSpPr/>
            <p:nvPr/>
          </p:nvSpPr>
          <p:spPr>
            <a:xfrm>
              <a:off x="3534950" y="2397225"/>
              <a:ext cx="280675" cy="18725"/>
            </a:xfrm>
            <a:custGeom>
              <a:rect b="b" l="l" r="r" t="t"/>
              <a:pathLst>
                <a:path extrusionOk="0" h="749" w="11227">
                  <a:moveTo>
                    <a:pt x="2396" y="1"/>
                  </a:moveTo>
                  <a:lnTo>
                    <a:pt x="150" y="300"/>
                  </a:lnTo>
                  <a:lnTo>
                    <a:pt x="1" y="300"/>
                  </a:lnTo>
                  <a:lnTo>
                    <a:pt x="150" y="450"/>
                  </a:lnTo>
                  <a:lnTo>
                    <a:pt x="2845" y="749"/>
                  </a:lnTo>
                  <a:lnTo>
                    <a:pt x="6586" y="749"/>
                  </a:lnTo>
                  <a:lnTo>
                    <a:pt x="7634" y="599"/>
                  </a:lnTo>
                  <a:lnTo>
                    <a:pt x="11077" y="599"/>
                  </a:lnTo>
                  <a:lnTo>
                    <a:pt x="11227" y="450"/>
                  </a:lnTo>
                  <a:lnTo>
                    <a:pt x="11227" y="300"/>
                  </a:lnTo>
                  <a:lnTo>
                    <a:pt x="11077" y="150"/>
                  </a:lnTo>
                  <a:lnTo>
                    <a:pt x="673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4" name="Google Shape;1934;p56"/>
            <p:cNvSpPr/>
            <p:nvPr/>
          </p:nvSpPr>
          <p:spPr>
            <a:xfrm>
              <a:off x="3546175" y="2311150"/>
              <a:ext cx="273200" cy="26225"/>
            </a:xfrm>
            <a:custGeom>
              <a:rect b="b" l="l" r="r" t="t"/>
              <a:pathLst>
                <a:path extrusionOk="0" h="1049" w="10928">
                  <a:moveTo>
                    <a:pt x="4192" y="1"/>
                  </a:moveTo>
                  <a:lnTo>
                    <a:pt x="1797" y="151"/>
                  </a:lnTo>
                  <a:lnTo>
                    <a:pt x="899" y="300"/>
                  </a:lnTo>
                  <a:lnTo>
                    <a:pt x="150" y="450"/>
                  </a:lnTo>
                  <a:lnTo>
                    <a:pt x="1" y="600"/>
                  </a:lnTo>
                  <a:lnTo>
                    <a:pt x="150" y="600"/>
                  </a:lnTo>
                  <a:lnTo>
                    <a:pt x="450" y="749"/>
                  </a:lnTo>
                  <a:lnTo>
                    <a:pt x="1647" y="899"/>
                  </a:lnTo>
                  <a:lnTo>
                    <a:pt x="2845" y="899"/>
                  </a:lnTo>
                  <a:lnTo>
                    <a:pt x="4940" y="1049"/>
                  </a:lnTo>
                  <a:lnTo>
                    <a:pt x="7036" y="1049"/>
                  </a:lnTo>
                  <a:lnTo>
                    <a:pt x="8981" y="899"/>
                  </a:lnTo>
                  <a:lnTo>
                    <a:pt x="10927" y="600"/>
                  </a:lnTo>
                  <a:lnTo>
                    <a:pt x="10927" y="450"/>
                  </a:lnTo>
                  <a:lnTo>
                    <a:pt x="8682" y="151"/>
                  </a:lnTo>
                  <a:lnTo>
                    <a:pt x="643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5" name="Google Shape;1935;p56"/>
            <p:cNvSpPr/>
            <p:nvPr/>
          </p:nvSpPr>
          <p:spPr>
            <a:xfrm>
              <a:off x="3549925" y="2232575"/>
              <a:ext cx="261950" cy="22475"/>
            </a:xfrm>
            <a:custGeom>
              <a:rect b="b" l="l" r="r" t="t"/>
              <a:pathLst>
                <a:path extrusionOk="0" h="899" w="10478">
                  <a:moveTo>
                    <a:pt x="5688" y="1"/>
                  </a:moveTo>
                  <a:lnTo>
                    <a:pt x="2994" y="150"/>
                  </a:lnTo>
                  <a:lnTo>
                    <a:pt x="150" y="300"/>
                  </a:lnTo>
                  <a:lnTo>
                    <a:pt x="0" y="450"/>
                  </a:lnTo>
                  <a:lnTo>
                    <a:pt x="150" y="599"/>
                  </a:lnTo>
                  <a:lnTo>
                    <a:pt x="2994" y="899"/>
                  </a:lnTo>
                  <a:lnTo>
                    <a:pt x="8083" y="899"/>
                  </a:lnTo>
                  <a:lnTo>
                    <a:pt x="9280" y="749"/>
                  </a:lnTo>
                  <a:lnTo>
                    <a:pt x="10478" y="599"/>
                  </a:lnTo>
                  <a:lnTo>
                    <a:pt x="10478" y="450"/>
                  </a:lnTo>
                  <a:lnTo>
                    <a:pt x="9280" y="150"/>
                  </a:lnTo>
                  <a:lnTo>
                    <a:pt x="808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6" name="Google Shape;1936;p56"/>
            <p:cNvSpPr/>
            <p:nvPr/>
          </p:nvSpPr>
          <p:spPr>
            <a:xfrm>
              <a:off x="3564900" y="2150250"/>
              <a:ext cx="246975" cy="26225"/>
            </a:xfrm>
            <a:custGeom>
              <a:rect b="b" l="l" r="r" t="t"/>
              <a:pathLst>
                <a:path extrusionOk="0" h="1049" w="9879">
                  <a:moveTo>
                    <a:pt x="4939" y="1"/>
                  </a:moveTo>
                  <a:lnTo>
                    <a:pt x="2545" y="150"/>
                  </a:lnTo>
                  <a:lnTo>
                    <a:pt x="150" y="300"/>
                  </a:lnTo>
                  <a:lnTo>
                    <a:pt x="0" y="450"/>
                  </a:lnTo>
                  <a:lnTo>
                    <a:pt x="150" y="599"/>
                  </a:lnTo>
                  <a:lnTo>
                    <a:pt x="2545" y="899"/>
                  </a:lnTo>
                  <a:lnTo>
                    <a:pt x="4939" y="1049"/>
                  </a:lnTo>
                  <a:lnTo>
                    <a:pt x="7484" y="1049"/>
                  </a:lnTo>
                  <a:lnTo>
                    <a:pt x="8532" y="899"/>
                  </a:lnTo>
                  <a:lnTo>
                    <a:pt x="9729" y="749"/>
                  </a:lnTo>
                  <a:lnTo>
                    <a:pt x="9879" y="599"/>
                  </a:lnTo>
                  <a:lnTo>
                    <a:pt x="9729" y="450"/>
                  </a:lnTo>
                  <a:lnTo>
                    <a:pt x="8532" y="150"/>
                  </a:lnTo>
                  <a:lnTo>
                    <a:pt x="748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7" name="Google Shape;1937;p56"/>
            <p:cNvSpPr/>
            <p:nvPr/>
          </p:nvSpPr>
          <p:spPr>
            <a:xfrm>
              <a:off x="3576125" y="2071675"/>
              <a:ext cx="243250" cy="22475"/>
            </a:xfrm>
            <a:custGeom>
              <a:rect b="b" l="l" r="r" t="t"/>
              <a:pathLst>
                <a:path extrusionOk="0" h="899" w="9730">
                  <a:moveTo>
                    <a:pt x="5239" y="1"/>
                  </a:moveTo>
                  <a:lnTo>
                    <a:pt x="2694" y="150"/>
                  </a:lnTo>
                  <a:lnTo>
                    <a:pt x="150" y="300"/>
                  </a:lnTo>
                  <a:lnTo>
                    <a:pt x="0" y="300"/>
                  </a:lnTo>
                  <a:lnTo>
                    <a:pt x="0" y="450"/>
                  </a:lnTo>
                  <a:lnTo>
                    <a:pt x="0" y="599"/>
                  </a:lnTo>
                  <a:lnTo>
                    <a:pt x="150" y="599"/>
                  </a:lnTo>
                  <a:lnTo>
                    <a:pt x="2694" y="749"/>
                  </a:lnTo>
                  <a:lnTo>
                    <a:pt x="5239" y="899"/>
                  </a:lnTo>
                  <a:lnTo>
                    <a:pt x="8532" y="899"/>
                  </a:lnTo>
                  <a:lnTo>
                    <a:pt x="9580" y="599"/>
                  </a:lnTo>
                  <a:lnTo>
                    <a:pt x="9729" y="450"/>
                  </a:lnTo>
                  <a:lnTo>
                    <a:pt x="9580" y="300"/>
                  </a:lnTo>
                  <a:lnTo>
                    <a:pt x="8532" y="150"/>
                  </a:lnTo>
                  <a:lnTo>
                    <a:pt x="733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8" name="Google Shape;1938;p56"/>
            <p:cNvSpPr/>
            <p:nvPr/>
          </p:nvSpPr>
          <p:spPr>
            <a:xfrm>
              <a:off x="3587350" y="1993100"/>
              <a:ext cx="235750" cy="22475"/>
            </a:xfrm>
            <a:custGeom>
              <a:rect b="b" l="l" r="r" t="t"/>
              <a:pathLst>
                <a:path extrusionOk="0" h="899" w="9430">
                  <a:moveTo>
                    <a:pt x="2395" y="0"/>
                  </a:moveTo>
                  <a:lnTo>
                    <a:pt x="150" y="300"/>
                  </a:lnTo>
                  <a:lnTo>
                    <a:pt x="0" y="449"/>
                  </a:lnTo>
                  <a:lnTo>
                    <a:pt x="150" y="599"/>
                  </a:lnTo>
                  <a:lnTo>
                    <a:pt x="2395" y="749"/>
                  </a:lnTo>
                  <a:lnTo>
                    <a:pt x="4640" y="898"/>
                  </a:lnTo>
                  <a:lnTo>
                    <a:pt x="9131" y="599"/>
                  </a:lnTo>
                  <a:lnTo>
                    <a:pt x="9280" y="599"/>
                  </a:lnTo>
                  <a:lnTo>
                    <a:pt x="9430" y="449"/>
                  </a:lnTo>
                  <a:lnTo>
                    <a:pt x="9280" y="150"/>
                  </a:lnTo>
                  <a:lnTo>
                    <a:pt x="9131" y="150"/>
                  </a:lnTo>
                  <a:lnTo>
                    <a:pt x="46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9" name="Google Shape;1939;p56"/>
            <p:cNvSpPr/>
            <p:nvPr/>
          </p:nvSpPr>
          <p:spPr>
            <a:xfrm>
              <a:off x="3594825" y="1907025"/>
              <a:ext cx="235775" cy="22475"/>
            </a:xfrm>
            <a:custGeom>
              <a:rect b="b" l="l" r="r" t="t"/>
              <a:pathLst>
                <a:path extrusionOk="0" h="899" w="9431">
                  <a:moveTo>
                    <a:pt x="1198" y="1"/>
                  </a:moveTo>
                  <a:lnTo>
                    <a:pt x="150" y="300"/>
                  </a:lnTo>
                  <a:lnTo>
                    <a:pt x="1" y="300"/>
                  </a:lnTo>
                  <a:lnTo>
                    <a:pt x="1" y="450"/>
                  </a:lnTo>
                  <a:lnTo>
                    <a:pt x="1" y="599"/>
                  </a:lnTo>
                  <a:lnTo>
                    <a:pt x="150" y="599"/>
                  </a:lnTo>
                  <a:lnTo>
                    <a:pt x="1198" y="899"/>
                  </a:lnTo>
                  <a:lnTo>
                    <a:pt x="6736" y="899"/>
                  </a:lnTo>
                  <a:lnTo>
                    <a:pt x="9281" y="749"/>
                  </a:lnTo>
                  <a:lnTo>
                    <a:pt x="9430" y="749"/>
                  </a:lnTo>
                  <a:lnTo>
                    <a:pt x="9430" y="599"/>
                  </a:lnTo>
                  <a:lnTo>
                    <a:pt x="9430" y="450"/>
                  </a:lnTo>
                  <a:lnTo>
                    <a:pt x="9281" y="450"/>
                  </a:lnTo>
                  <a:lnTo>
                    <a:pt x="6736" y="150"/>
                  </a:lnTo>
                  <a:lnTo>
                    <a:pt x="4341" y="150"/>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0" name="Google Shape;1940;p56"/>
            <p:cNvSpPr/>
            <p:nvPr/>
          </p:nvSpPr>
          <p:spPr>
            <a:xfrm>
              <a:off x="3609800" y="1828450"/>
              <a:ext cx="205825" cy="22475"/>
            </a:xfrm>
            <a:custGeom>
              <a:rect b="b" l="l" r="r" t="t"/>
              <a:pathLst>
                <a:path extrusionOk="0" h="899" w="8233">
                  <a:moveTo>
                    <a:pt x="4042" y="0"/>
                  </a:moveTo>
                  <a:lnTo>
                    <a:pt x="2096" y="150"/>
                  </a:lnTo>
                  <a:lnTo>
                    <a:pt x="150" y="300"/>
                  </a:lnTo>
                  <a:lnTo>
                    <a:pt x="0" y="449"/>
                  </a:lnTo>
                  <a:lnTo>
                    <a:pt x="150" y="599"/>
                  </a:lnTo>
                  <a:lnTo>
                    <a:pt x="4042" y="898"/>
                  </a:lnTo>
                  <a:lnTo>
                    <a:pt x="5987" y="898"/>
                  </a:lnTo>
                  <a:lnTo>
                    <a:pt x="7933" y="749"/>
                  </a:lnTo>
                  <a:lnTo>
                    <a:pt x="8233" y="749"/>
                  </a:lnTo>
                  <a:lnTo>
                    <a:pt x="8233" y="449"/>
                  </a:lnTo>
                  <a:lnTo>
                    <a:pt x="8233" y="300"/>
                  </a:lnTo>
                  <a:lnTo>
                    <a:pt x="7933" y="300"/>
                  </a:lnTo>
                  <a:lnTo>
                    <a:pt x="598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1" name="Google Shape;1941;p56"/>
            <p:cNvSpPr/>
            <p:nvPr/>
          </p:nvSpPr>
          <p:spPr>
            <a:xfrm>
              <a:off x="3624750" y="1746125"/>
              <a:ext cx="243275" cy="26225"/>
            </a:xfrm>
            <a:custGeom>
              <a:rect b="b" l="l" r="r" t="t"/>
              <a:pathLst>
                <a:path extrusionOk="0" h="1049" w="9731">
                  <a:moveTo>
                    <a:pt x="4791" y="0"/>
                  </a:moveTo>
                  <a:lnTo>
                    <a:pt x="2396" y="150"/>
                  </a:lnTo>
                  <a:lnTo>
                    <a:pt x="151" y="450"/>
                  </a:lnTo>
                  <a:lnTo>
                    <a:pt x="1" y="599"/>
                  </a:lnTo>
                  <a:lnTo>
                    <a:pt x="151" y="749"/>
                  </a:lnTo>
                  <a:lnTo>
                    <a:pt x="2096" y="899"/>
                  </a:lnTo>
                  <a:lnTo>
                    <a:pt x="4042" y="1048"/>
                  </a:lnTo>
                  <a:lnTo>
                    <a:pt x="7784" y="1048"/>
                  </a:lnTo>
                  <a:lnTo>
                    <a:pt x="9580" y="749"/>
                  </a:lnTo>
                  <a:lnTo>
                    <a:pt x="9730" y="749"/>
                  </a:lnTo>
                  <a:lnTo>
                    <a:pt x="9730" y="450"/>
                  </a:lnTo>
                  <a:lnTo>
                    <a:pt x="9580" y="30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2" name="Google Shape;1942;p56"/>
            <p:cNvSpPr/>
            <p:nvPr/>
          </p:nvSpPr>
          <p:spPr>
            <a:xfrm>
              <a:off x="3632250" y="1667550"/>
              <a:ext cx="198350" cy="22475"/>
            </a:xfrm>
            <a:custGeom>
              <a:rect b="b" l="l" r="r" t="t"/>
              <a:pathLst>
                <a:path extrusionOk="0" h="899" w="7934">
                  <a:moveTo>
                    <a:pt x="1946" y="0"/>
                  </a:moveTo>
                  <a:lnTo>
                    <a:pt x="150" y="300"/>
                  </a:lnTo>
                  <a:lnTo>
                    <a:pt x="0" y="449"/>
                  </a:lnTo>
                  <a:lnTo>
                    <a:pt x="150" y="599"/>
                  </a:lnTo>
                  <a:lnTo>
                    <a:pt x="1946" y="898"/>
                  </a:lnTo>
                  <a:lnTo>
                    <a:pt x="5838" y="898"/>
                  </a:lnTo>
                  <a:lnTo>
                    <a:pt x="7634" y="749"/>
                  </a:lnTo>
                  <a:lnTo>
                    <a:pt x="7784" y="599"/>
                  </a:lnTo>
                  <a:lnTo>
                    <a:pt x="7933" y="449"/>
                  </a:lnTo>
                  <a:lnTo>
                    <a:pt x="7784" y="300"/>
                  </a:lnTo>
                  <a:lnTo>
                    <a:pt x="7634" y="300"/>
                  </a:lnTo>
                  <a:lnTo>
                    <a:pt x="5838"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3" name="Google Shape;1943;p56"/>
            <p:cNvSpPr/>
            <p:nvPr/>
          </p:nvSpPr>
          <p:spPr>
            <a:xfrm>
              <a:off x="3654700" y="1506650"/>
              <a:ext cx="164675" cy="26200"/>
            </a:xfrm>
            <a:custGeom>
              <a:rect b="b" l="l" r="r" t="t"/>
              <a:pathLst>
                <a:path extrusionOk="0" h="1048" w="6587">
                  <a:moveTo>
                    <a:pt x="2994" y="0"/>
                  </a:moveTo>
                  <a:lnTo>
                    <a:pt x="1497" y="150"/>
                  </a:lnTo>
                  <a:lnTo>
                    <a:pt x="150" y="449"/>
                  </a:lnTo>
                  <a:lnTo>
                    <a:pt x="0" y="449"/>
                  </a:lnTo>
                  <a:lnTo>
                    <a:pt x="0" y="599"/>
                  </a:lnTo>
                  <a:lnTo>
                    <a:pt x="150" y="748"/>
                  </a:lnTo>
                  <a:lnTo>
                    <a:pt x="1647" y="898"/>
                  </a:lnTo>
                  <a:lnTo>
                    <a:pt x="3293" y="1048"/>
                  </a:lnTo>
                  <a:lnTo>
                    <a:pt x="4790" y="898"/>
                  </a:lnTo>
                  <a:lnTo>
                    <a:pt x="6437" y="748"/>
                  </a:lnTo>
                  <a:lnTo>
                    <a:pt x="6586" y="599"/>
                  </a:lnTo>
                  <a:lnTo>
                    <a:pt x="6586" y="449"/>
                  </a:lnTo>
                  <a:lnTo>
                    <a:pt x="6586" y="299"/>
                  </a:lnTo>
                  <a:lnTo>
                    <a:pt x="6437" y="299"/>
                  </a:lnTo>
                  <a:lnTo>
                    <a:pt x="5838" y="150"/>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4" name="Google Shape;1944;p56"/>
            <p:cNvSpPr/>
            <p:nvPr/>
          </p:nvSpPr>
          <p:spPr>
            <a:xfrm>
              <a:off x="3643475" y="1588950"/>
              <a:ext cx="172150" cy="22500"/>
            </a:xfrm>
            <a:custGeom>
              <a:rect b="b" l="l" r="r" t="t"/>
              <a:pathLst>
                <a:path extrusionOk="0" h="900" w="6886">
                  <a:moveTo>
                    <a:pt x="1796" y="1"/>
                  </a:moveTo>
                  <a:lnTo>
                    <a:pt x="150" y="300"/>
                  </a:lnTo>
                  <a:lnTo>
                    <a:pt x="0" y="300"/>
                  </a:lnTo>
                  <a:lnTo>
                    <a:pt x="0" y="450"/>
                  </a:lnTo>
                  <a:lnTo>
                    <a:pt x="150" y="600"/>
                  </a:lnTo>
                  <a:lnTo>
                    <a:pt x="1796" y="749"/>
                  </a:lnTo>
                  <a:lnTo>
                    <a:pt x="3443" y="899"/>
                  </a:lnTo>
                  <a:lnTo>
                    <a:pt x="5089" y="899"/>
                  </a:lnTo>
                  <a:lnTo>
                    <a:pt x="6736" y="600"/>
                  </a:lnTo>
                  <a:lnTo>
                    <a:pt x="6886" y="600"/>
                  </a:lnTo>
                  <a:lnTo>
                    <a:pt x="6886" y="450"/>
                  </a:lnTo>
                  <a:lnTo>
                    <a:pt x="6886" y="300"/>
                  </a:lnTo>
                  <a:lnTo>
                    <a:pt x="6736" y="151"/>
                  </a:lnTo>
                  <a:lnTo>
                    <a:pt x="508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5" name="Google Shape;1945;p56"/>
            <p:cNvSpPr/>
            <p:nvPr/>
          </p:nvSpPr>
          <p:spPr>
            <a:xfrm>
              <a:off x="3665925" y="1424325"/>
              <a:ext cx="149700" cy="26200"/>
            </a:xfrm>
            <a:custGeom>
              <a:rect b="b" l="l" r="r" t="t"/>
              <a:pathLst>
                <a:path extrusionOk="0" h="1048" w="5988">
                  <a:moveTo>
                    <a:pt x="2844" y="0"/>
                  </a:moveTo>
                  <a:lnTo>
                    <a:pt x="1497" y="150"/>
                  </a:lnTo>
                  <a:lnTo>
                    <a:pt x="0" y="299"/>
                  </a:lnTo>
                  <a:lnTo>
                    <a:pt x="0" y="599"/>
                  </a:lnTo>
                  <a:lnTo>
                    <a:pt x="0" y="749"/>
                  </a:lnTo>
                  <a:lnTo>
                    <a:pt x="1497" y="898"/>
                  </a:lnTo>
                  <a:lnTo>
                    <a:pt x="2844" y="1048"/>
                  </a:lnTo>
                  <a:lnTo>
                    <a:pt x="4341" y="1048"/>
                  </a:lnTo>
                  <a:lnTo>
                    <a:pt x="5688" y="749"/>
                  </a:lnTo>
                  <a:lnTo>
                    <a:pt x="5838" y="599"/>
                  </a:lnTo>
                  <a:lnTo>
                    <a:pt x="5988" y="599"/>
                  </a:lnTo>
                  <a:lnTo>
                    <a:pt x="5838" y="449"/>
                  </a:lnTo>
                  <a:lnTo>
                    <a:pt x="5688" y="299"/>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6" name="Google Shape;1946;p56"/>
            <p:cNvSpPr/>
            <p:nvPr/>
          </p:nvSpPr>
          <p:spPr>
            <a:xfrm>
              <a:off x="3677150" y="1345725"/>
              <a:ext cx="134725" cy="26225"/>
            </a:xfrm>
            <a:custGeom>
              <a:rect b="b" l="l" r="r" t="t"/>
              <a:pathLst>
                <a:path extrusionOk="0" h="1049" w="5389">
                  <a:moveTo>
                    <a:pt x="1497" y="1"/>
                  </a:moveTo>
                  <a:lnTo>
                    <a:pt x="150" y="300"/>
                  </a:lnTo>
                  <a:lnTo>
                    <a:pt x="150" y="450"/>
                  </a:lnTo>
                  <a:lnTo>
                    <a:pt x="0" y="450"/>
                  </a:lnTo>
                  <a:lnTo>
                    <a:pt x="150" y="600"/>
                  </a:lnTo>
                  <a:lnTo>
                    <a:pt x="150" y="749"/>
                  </a:lnTo>
                  <a:lnTo>
                    <a:pt x="1497" y="899"/>
                  </a:lnTo>
                  <a:lnTo>
                    <a:pt x="2695" y="1049"/>
                  </a:lnTo>
                  <a:lnTo>
                    <a:pt x="4042" y="899"/>
                  </a:lnTo>
                  <a:lnTo>
                    <a:pt x="5239" y="749"/>
                  </a:lnTo>
                  <a:lnTo>
                    <a:pt x="5389" y="600"/>
                  </a:lnTo>
                  <a:lnTo>
                    <a:pt x="5389" y="450"/>
                  </a:lnTo>
                  <a:lnTo>
                    <a:pt x="5389" y="300"/>
                  </a:lnTo>
                  <a:lnTo>
                    <a:pt x="5239" y="151"/>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7" name="Google Shape;1947;p56"/>
            <p:cNvSpPr/>
            <p:nvPr/>
          </p:nvSpPr>
          <p:spPr>
            <a:xfrm>
              <a:off x="3688375" y="1267150"/>
              <a:ext cx="142225" cy="18725"/>
            </a:xfrm>
            <a:custGeom>
              <a:rect b="b" l="l" r="r" t="t"/>
              <a:pathLst>
                <a:path extrusionOk="0" h="749" w="5689">
                  <a:moveTo>
                    <a:pt x="1497" y="1"/>
                  </a:moveTo>
                  <a:lnTo>
                    <a:pt x="150" y="300"/>
                  </a:lnTo>
                  <a:lnTo>
                    <a:pt x="0" y="450"/>
                  </a:lnTo>
                  <a:lnTo>
                    <a:pt x="150" y="599"/>
                  </a:lnTo>
                  <a:lnTo>
                    <a:pt x="1497" y="749"/>
                  </a:lnTo>
                  <a:lnTo>
                    <a:pt x="4940" y="749"/>
                  </a:lnTo>
                  <a:lnTo>
                    <a:pt x="5539" y="450"/>
                  </a:lnTo>
                  <a:lnTo>
                    <a:pt x="5688" y="300"/>
                  </a:lnTo>
                  <a:lnTo>
                    <a:pt x="5539" y="150"/>
                  </a:lnTo>
                  <a:lnTo>
                    <a:pt x="49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8" name="Google Shape;1948;p56"/>
            <p:cNvSpPr/>
            <p:nvPr/>
          </p:nvSpPr>
          <p:spPr>
            <a:xfrm>
              <a:off x="3699600" y="1184825"/>
              <a:ext cx="134725" cy="22475"/>
            </a:xfrm>
            <a:custGeom>
              <a:rect b="b" l="l" r="r" t="t"/>
              <a:pathLst>
                <a:path extrusionOk="0" h="899" w="5389">
                  <a:moveTo>
                    <a:pt x="2844" y="1"/>
                  </a:moveTo>
                  <a:lnTo>
                    <a:pt x="1497" y="150"/>
                  </a:lnTo>
                  <a:lnTo>
                    <a:pt x="150" y="300"/>
                  </a:lnTo>
                  <a:lnTo>
                    <a:pt x="0" y="300"/>
                  </a:lnTo>
                  <a:lnTo>
                    <a:pt x="0" y="450"/>
                  </a:lnTo>
                  <a:lnTo>
                    <a:pt x="0" y="599"/>
                  </a:lnTo>
                  <a:lnTo>
                    <a:pt x="150" y="749"/>
                  </a:lnTo>
                  <a:lnTo>
                    <a:pt x="1497" y="899"/>
                  </a:lnTo>
                  <a:lnTo>
                    <a:pt x="4042" y="899"/>
                  </a:lnTo>
                  <a:lnTo>
                    <a:pt x="4790" y="749"/>
                  </a:lnTo>
                  <a:lnTo>
                    <a:pt x="5239" y="599"/>
                  </a:lnTo>
                  <a:lnTo>
                    <a:pt x="5389" y="450"/>
                  </a:lnTo>
                  <a:lnTo>
                    <a:pt x="5239" y="300"/>
                  </a:lnTo>
                  <a:lnTo>
                    <a:pt x="4790" y="15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9" name="Google Shape;1949;p56"/>
            <p:cNvSpPr/>
            <p:nvPr/>
          </p:nvSpPr>
          <p:spPr>
            <a:xfrm>
              <a:off x="3703350" y="1098775"/>
              <a:ext cx="134725" cy="29950"/>
            </a:xfrm>
            <a:custGeom>
              <a:rect b="b" l="l" r="r" t="t"/>
              <a:pathLst>
                <a:path extrusionOk="0" h="1198" w="5389">
                  <a:moveTo>
                    <a:pt x="2694" y="0"/>
                  </a:moveTo>
                  <a:lnTo>
                    <a:pt x="1347" y="150"/>
                  </a:lnTo>
                  <a:lnTo>
                    <a:pt x="150" y="449"/>
                  </a:lnTo>
                  <a:lnTo>
                    <a:pt x="0" y="449"/>
                  </a:lnTo>
                  <a:lnTo>
                    <a:pt x="0" y="599"/>
                  </a:lnTo>
                  <a:lnTo>
                    <a:pt x="0" y="748"/>
                  </a:lnTo>
                  <a:lnTo>
                    <a:pt x="150" y="898"/>
                  </a:lnTo>
                  <a:lnTo>
                    <a:pt x="1347" y="1048"/>
                  </a:lnTo>
                  <a:lnTo>
                    <a:pt x="2694" y="1198"/>
                  </a:lnTo>
                  <a:lnTo>
                    <a:pt x="4041" y="1198"/>
                  </a:lnTo>
                  <a:lnTo>
                    <a:pt x="4640" y="1048"/>
                  </a:lnTo>
                  <a:lnTo>
                    <a:pt x="5239" y="898"/>
                  </a:lnTo>
                  <a:lnTo>
                    <a:pt x="5389" y="748"/>
                  </a:lnTo>
                  <a:lnTo>
                    <a:pt x="5389" y="449"/>
                  </a:lnTo>
                  <a:lnTo>
                    <a:pt x="5239" y="449"/>
                  </a:lnTo>
                  <a:lnTo>
                    <a:pt x="4640" y="299"/>
                  </a:lnTo>
                  <a:lnTo>
                    <a:pt x="4041"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0" name="Google Shape;1950;p56"/>
            <p:cNvSpPr/>
            <p:nvPr/>
          </p:nvSpPr>
          <p:spPr>
            <a:xfrm>
              <a:off x="3718300" y="1020175"/>
              <a:ext cx="134750" cy="26225"/>
            </a:xfrm>
            <a:custGeom>
              <a:rect b="b" l="l" r="r" t="t"/>
              <a:pathLst>
                <a:path extrusionOk="0" h="1049" w="5390">
                  <a:moveTo>
                    <a:pt x="2695" y="1"/>
                  </a:moveTo>
                  <a:lnTo>
                    <a:pt x="1348" y="151"/>
                  </a:lnTo>
                  <a:lnTo>
                    <a:pt x="151" y="300"/>
                  </a:lnTo>
                  <a:lnTo>
                    <a:pt x="1" y="600"/>
                  </a:lnTo>
                  <a:lnTo>
                    <a:pt x="151" y="749"/>
                  </a:lnTo>
                  <a:lnTo>
                    <a:pt x="1348" y="899"/>
                  </a:lnTo>
                  <a:lnTo>
                    <a:pt x="2695" y="1049"/>
                  </a:lnTo>
                  <a:lnTo>
                    <a:pt x="4042" y="1049"/>
                  </a:lnTo>
                  <a:lnTo>
                    <a:pt x="5240" y="749"/>
                  </a:lnTo>
                  <a:lnTo>
                    <a:pt x="5389" y="600"/>
                  </a:lnTo>
                  <a:lnTo>
                    <a:pt x="5240" y="30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1" name="Google Shape;1951;p56"/>
            <p:cNvSpPr/>
            <p:nvPr/>
          </p:nvSpPr>
          <p:spPr>
            <a:xfrm>
              <a:off x="3729525" y="941600"/>
              <a:ext cx="108550" cy="22475"/>
            </a:xfrm>
            <a:custGeom>
              <a:rect b="b" l="l" r="r" t="t"/>
              <a:pathLst>
                <a:path extrusionOk="0" h="899" w="4342">
                  <a:moveTo>
                    <a:pt x="2246" y="1"/>
                  </a:moveTo>
                  <a:lnTo>
                    <a:pt x="1198" y="150"/>
                  </a:lnTo>
                  <a:lnTo>
                    <a:pt x="151" y="300"/>
                  </a:lnTo>
                  <a:lnTo>
                    <a:pt x="1" y="450"/>
                  </a:lnTo>
                  <a:lnTo>
                    <a:pt x="151" y="599"/>
                  </a:lnTo>
                  <a:lnTo>
                    <a:pt x="1198" y="899"/>
                  </a:lnTo>
                  <a:lnTo>
                    <a:pt x="3743" y="899"/>
                  </a:lnTo>
                  <a:lnTo>
                    <a:pt x="4342" y="599"/>
                  </a:lnTo>
                  <a:lnTo>
                    <a:pt x="4342" y="450"/>
                  </a:lnTo>
                  <a:lnTo>
                    <a:pt x="4342" y="300"/>
                  </a:lnTo>
                  <a:lnTo>
                    <a:pt x="3743" y="150"/>
                  </a:lnTo>
                  <a:lnTo>
                    <a:pt x="3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2" name="Google Shape;1952;p56"/>
            <p:cNvSpPr/>
            <p:nvPr/>
          </p:nvSpPr>
          <p:spPr>
            <a:xfrm>
              <a:off x="3740750" y="863025"/>
              <a:ext cx="82350" cy="18725"/>
            </a:xfrm>
            <a:custGeom>
              <a:rect b="b" l="l" r="r" t="t"/>
              <a:pathLst>
                <a:path extrusionOk="0" h="749" w="3294">
                  <a:moveTo>
                    <a:pt x="1498" y="0"/>
                  </a:moveTo>
                  <a:lnTo>
                    <a:pt x="151" y="300"/>
                  </a:lnTo>
                  <a:lnTo>
                    <a:pt x="1" y="449"/>
                  </a:lnTo>
                  <a:lnTo>
                    <a:pt x="151" y="599"/>
                  </a:lnTo>
                  <a:lnTo>
                    <a:pt x="1647" y="749"/>
                  </a:lnTo>
                  <a:lnTo>
                    <a:pt x="2396" y="749"/>
                  </a:lnTo>
                  <a:lnTo>
                    <a:pt x="2995" y="599"/>
                  </a:lnTo>
                  <a:lnTo>
                    <a:pt x="3144" y="599"/>
                  </a:lnTo>
                  <a:lnTo>
                    <a:pt x="3294" y="449"/>
                  </a:lnTo>
                  <a:lnTo>
                    <a:pt x="3144" y="150"/>
                  </a:lnTo>
                  <a:lnTo>
                    <a:pt x="2995" y="150"/>
                  </a:lnTo>
                  <a:lnTo>
                    <a:pt x="23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3" name="Google Shape;1953;p56"/>
            <p:cNvSpPr/>
            <p:nvPr/>
          </p:nvSpPr>
          <p:spPr>
            <a:xfrm>
              <a:off x="3744500" y="780700"/>
              <a:ext cx="71125" cy="22475"/>
            </a:xfrm>
            <a:custGeom>
              <a:rect b="b" l="l" r="r" t="t"/>
              <a:pathLst>
                <a:path extrusionOk="0" h="899" w="2845">
                  <a:moveTo>
                    <a:pt x="1348" y="0"/>
                  </a:moveTo>
                  <a:lnTo>
                    <a:pt x="749" y="150"/>
                  </a:lnTo>
                  <a:lnTo>
                    <a:pt x="150" y="300"/>
                  </a:lnTo>
                  <a:lnTo>
                    <a:pt x="1" y="449"/>
                  </a:lnTo>
                  <a:lnTo>
                    <a:pt x="150" y="599"/>
                  </a:lnTo>
                  <a:lnTo>
                    <a:pt x="749" y="898"/>
                  </a:lnTo>
                  <a:lnTo>
                    <a:pt x="1946" y="898"/>
                  </a:lnTo>
                  <a:lnTo>
                    <a:pt x="2545" y="749"/>
                  </a:lnTo>
                  <a:lnTo>
                    <a:pt x="2695" y="599"/>
                  </a:lnTo>
                  <a:lnTo>
                    <a:pt x="2845" y="449"/>
                  </a:lnTo>
                  <a:lnTo>
                    <a:pt x="2695" y="300"/>
                  </a:lnTo>
                  <a:lnTo>
                    <a:pt x="2545" y="150"/>
                  </a:lnTo>
                  <a:lnTo>
                    <a:pt x="19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4" name="Google Shape;1954;p56"/>
            <p:cNvSpPr/>
            <p:nvPr/>
          </p:nvSpPr>
          <p:spPr>
            <a:xfrm>
              <a:off x="3759475" y="698375"/>
              <a:ext cx="67375" cy="26225"/>
            </a:xfrm>
            <a:custGeom>
              <a:rect b="b" l="l" r="r" t="t"/>
              <a:pathLst>
                <a:path extrusionOk="0" h="1049" w="2695">
                  <a:moveTo>
                    <a:pt x="1497" y="0"/>
                  </a:moveTo>
                  <a:lnTo>
                    <a:pt x="150" y="300"/>
                  </a:lnTo>
                  <a:lnTo>
                    <a:pt x="0" y="450"/>
                  </a:lnTo>
                  <a:lnTo>
                    <a:pt x="150" y="749"/>
                  </a:lnTo>
                  <a:lnTo>
                    <a:pt x="749" y="899"/>
                  </a:lnTo>
                  <a:lnTo>
                    <a:pt x="1497" y="1048"/>
                  </a:lnTo>
                  <a:lnTo>
                    <a:pt x="2096" y="899"/>
                  </a:lnTo>
                  <a:lnTo>
                    <a:pt x="2395" y="899"/>
                  </a:lnTo>
                  <a:lnTo>
                    <a:pt x="2695" y="749"/>
                  </a:lnTo>
                  <a:lnTo>
                    <a:pt x="2695" y="450"/>
                  </a:lnTo>
                  <a:lnTo>
                    <a:pt x="26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5" name="Google Shape;1955;p56"/>
            <p:cNvSpPr/>
            <p:nvPr/>
          </p:nvSpPr>
          <p:spPr>
            <a:xfrm>
              <a:off x="3766950" y="623525"/>
              <a:ext cx="59900" cy="15000"/>
            </a:xfrm>
            <a:custGeom>
              <a:rect b="b" l="l" r="r" t="t"/>
              <a:pathLst>
                <a:path extrusionOk="0" h="600" w="2396">
                  <a:moveTo>
                    <a:pt x="1048" y="1"/>
                  </a:moveTo>
                  <a:lnTo>
                    <a:pt x="1" y="151"/>
                  </a:lnTo>
                  <a:lnTo>
                    <a:pt x="1" y="300"/>
                  </a:lnTo>
                  <a:lnTo>
                    <a:pt x="1" y="450"/>
                  </a:lnTo>
                  <a:lnTo>
                    <a:pt x="1048" y="600"/>
                  </a:lnTo>
                  <a:lnTo>
                    <a:pt x="2246" y="450"/>
                  </a:lnTo>
                  <a:lnTo>
                    <a:pt x="2396" y="300"/>
                  </a:lnTo>
                  <a:lnTo>
                    <a:pt x="2246" y="151"/>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6" name="Google Shape;1956;p56"/>
            <p:cNvSpPr/>
            <p:nvPr/>
          </p:nvSpPr>
          <p:spPr>
            <a:xfrm>
              <a:off x="3512500" y="2827550"/>
              <a:ext cx="18725" cy="295650"/>
            </a:xfrm>
            <a:custGeom>
              <a:rect b="b" l="l" r="r" t="t"/>
              <a:pathLst>
                <a:path extrusionOk="0" h="11826" w="749">
                  <a:moveTo>
                    <a:pt x="300" y="1"/>
                  </a:moveTo>
                  <a:lnTo>
                    <a:pt x="150" y="150"/>
                  </a:lnTo>
                  <a:lnTo>
                    <a:pt x="150" y="300"/>
                  </a:lnTo>
                  <a:lnTo>
                    <a:pt x="150" y="749"/>
                  </a:lnTo>
                  <a:lnTo>
                    <a:pt x="1" y="1497"/>
                  </a:lnTo>
                  <a:lnTo>
                    <a:pt x="1" y="2096"/>
                  </a:lnTo>
                  <a:lnTo>
                    <a:pt x="1" y="2695"/>
                  </a:lnTo>
                  <a:lnTo>
                    <a:pt x="1" y="7185"/>
                  </a:lnTo>
                  <a:lnTo>
                    <a:pt x="150" y="11676"/>
                  </a:lnTo>
                  <a:lnTo>
                    <a:pt x="300" y="11825"/>
                  </a:lnTo>
                  <a:lnTo>
                    <a:pt x="450" y="11676"/>
                  </a:lnTo>
                  <a:lnTo>
                    <a:pt x="749" y="7185"/>
                  </a:lnTo>
                  <a:lnTo>
                    <a:pt x="599" y="2695"/>
                  </a:lnTo>
                  <a:lnTo>
                    <a:pt x="599" y="2096"/>
                  </a:lnTo>
                  <a:lnTo>
                    <a:pt x="599" y="1497"/>
                  </a:lnTo>
                  <a:lnTo>
                    <a:pt x="599" y="1348"/>
                  </a:lnTo>
                  <a:lnTo>
                    <a:pt x="599" y="749"/>
                  </a:lnTo>
                  <a:lnTo>
                    <a:pt x="450" y="30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7" name="Google Shape;1957;p56"/>
            <p:cNvSpPr/>
            <p:nvPr/>
          </p:nvSpPr>
          <p:spPr>
            <a:xfrm>
              <a:off x="3351600" y="2850000"/>
              <a:ext cx="15000" cy="280675"/>
            </a:xfrm>
            <a:custGeom>
              <a:rect b="b" l="l" r="r" t="t"/>
              <a:pathLst>
                <a:path extrusionOk="0" h="11227" w="600">
                  <a:moveTo>
                    <a:pt x="300" y="1"/>
                  </a:moveTo>
                  <a:lnTo>
                    <a:pt x="150" y="150"/>
                  </a:lnTo>
                  <a:lnTo>
                    <a:pt x="0" y="5539"/>
                  </a:lnTo>
                  <a:lnTo>
                    <a:pt x="0" y="6587"/>
                  </a:lnTo>
                  <a:lnTo>
                    <a:pt x="0" y="7634"/>
                  </a:lnTo>
                  <a:lnTo>
                    <a:pt x="0" y="9430"/>
                  </a:lnTo>
                  <a:lnTo>
                    <a:pt x="150" y="11077"/>
                  </a:lnTo>
                  <a:lnTo>
                    <a:pt x="300" y="11227"/>
                  </a:lnTo>
                  <a:lnTo>
                    <a:pt x="449" y="11077"/>
                  </a:lnTo>
                  <a:lnTo>
                    <a:pt x="599" y="8832"/>
                  </a:lnTo>
                  <a:lnTo>
                    <a:pt x="599" y="6587"/>
                  </a:lnTo>
                  <a:lnTo>
                    <a:pt x="599" y="5539"/>
                  </a:lnTo>
                  <a:lnTo>
                    <a:pt x="599" y="4641"/>
                  </a:lnTo>
                  <a:lnTo>
                    <a:pt x="449" y="15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8" name="Google Shape;1958;p56"/>
            <p:cNvSpPr/>
            <p:nvPr/>
          </p:nvSpPr>
          <p:spPr>
            <a:xfrm>
              <a:off x="3265525" y="2846250"/>
              <a:ext cx="26225" cy="273200"/>
            </a:xfrm>
            <a:custGeom>
              <a:rect b="b" l="l" r="r" t="t"/>
              <a:pathLst>
                <a:path extrusionOk="0" h="10928" w="1049">
                  <a:moveTo>
                    <a:pt x="450" y="1"/>
                  </a:moveTo>
                  <a:lnTo>
                    <a:pt x="150" y="2396"/>
                  </a:lnTo>
                  <a:lnTo>
                    <a:pt x="1" y="4940"/>
                  </a:lnTo>
                  <a:lnTo>
                    <a:pt x="1" y="7485"/>
                  </a:lnTo>
                  <a:lnTo>
                    <a:pt x="300" y="9880"/>
                  </a:lnTo>
                  <a:lnTo>
                    <a:pt x="300" y="10778"/>
                  </a:lnTo>
                  <a:lnTo>
                    <a:pt x="450" y="10928"/>
                  </a:lnTo>
                  <a:lnTo>
                    <a:pt x="600" y="10778"/>
                  </a:lnTo>
                  <a:lnTo>
                    <a:pt x="600" y="10478"/>
                  </a:lnTo>
                  <a:lnTo>
                    <a:pt x="749" y="9131"/>
                  </a:lnTo>
                  <a:lnTo>
                    <a:pt x="1049" y="6886"/>
                  </a:lnTo>
                  <a:lnTo>
                    <a:pt x="1049" y="4491"/>
                  </a:lnTo>
                  <a:lnTo>
                    <a:pt x="899" y="2246"/>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9" name="Google Shape;1959;p56"/>
            <p:cNvSpPr/>
            <p:nvPr/>
          </p:nvSpPr>
          <p:spPr>
            <a:xfrm>
              <a:off x="3186950" y="2857500"/>
              <a:ext cx="22475" cy="258200"/>
            </a:xfrm>
            <a:custGeom>
              <a:rect b="b" l="l" r="r" t="t"/>
              <a:pathLst>
                <a:path extrusionOk="0" h="10328" w="899">
                  <a:moveTo>
                    <a:pt x="300" y="0"/>
                  </a:moveTo>
                  <a:lnTo>
                    <a:pt x="150" y="1048"/>
                  </a:lnTo>
                  <a:lnTo>
                    <a:pt x="1" y="2245"/>
                  </a:lnTo>
                  <a:lnTo>
                    <a:pt x="1" y="4640"/>
                  </a:lnTo>
                  <a:lnTo>
                    <a:pt x="1" y="7484"/>
                  </a:lnTo>
                  <a:lnTo>
                    <a:pt x="300" y="10178"/>
                  </a:lnTo>
                  <a:lnTo>
                    <a:pt x="300" y="10328"/>
                  </a:lnTo>
                  <a:lnTo>
                    <a:pt x="599" y="10328"/>
                  </a:lnTo>
                  <a:lnTo>
                    <a:pt x="599" y="10178"/>
                  </a:lnTo>
                  <a:lnTo>
                    <a:pt x="749" y="7484"/>
                  </a:lnTo>
                  <a:lnTo>
                    <a:pt x="899" y="4640"/>
                  </a:lnTo>
                  <a:lnTo>
                    <a:pt x="899" y="2245"/>
                  </a:lnTo>
                  <a:lnTo>
                    <a:pt x="749" y="1048"/>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0" name="Google Shape;1960;p56"/>
            <p:cNvSpPr/>
            <p:nvPr/>
          </p:nvSpPr>
          <p:spPr>
            <a:xfrm>
              <a:off x="3100875" y="2857500"/>
              <a:ext cx="29975" cy="243250"/>
            </a:xfrm>
            <a:custGeom>
              <a:rect b="b" l="l" r="r" t="t"/>
              <a:pathLst>
                <a:path extrusionOk="0" h="9730" w="1199">
                  <a:moveTo>
                    <a:pt x="450" y="0"/>
                  </a:moveTo>
                  <a:lnTo>
                    <a:pt x="300" y="1197"/>
                  </a:lnTo>
                  <a:lnTo>
                    <a:pt x="151" y="2395"/>
                  </a:lnTo>
                  <a:lnTo>
                    <a:pt x="1" y="4790"/>
                  </a:lnTo>
                  <a:lnTo>
                    <a:pt x="300" y="7334"/>
                  </a:lnTo>
                  <a:lnTo>
                    <a:pt x="450" y="9579"/>
                  </a:lnTo>
                  <a:lnTo>
                    <a:pt x="600" y="9729"/>
                  </a:lnTo>
                  <a:lnTo>
                    <a:pt x="749" y="9579"/>
                  </a:lnTo>
                  <a:lnTo>
                    <a:pt x="899" y="7334"/>
                  </a:lnTo>
                  <a:lnTo>
                    <a:pt x="1198" y="4790"/>
                  </a:lnTo>
                  <a:lnTo>
                    <a:pt x="1198" y="2395"/>
                  </a:lnTo>
                  <a:lnTo>
                    <a:pt x="1049" y="1197"/>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1" name="Google Shape;1961;p56"/>
            <p:cNvSpPr/>
            <p:nvPr/>
          </p:nvSpPr>
          <p:spPr>
            <a:xfrm>
              <a:off x="3026050" y="2846250"/>
              <a:ext cx="22475" cy="243275"/>
            </a:xfrm>
            <a:custGeom>
              <a:rect b="b" l="l" r="r" t="t"/>
              <a:pathLst>
                <a:path extrusionOk="0" h="9731" w="899">
                  <a:moveTo>
                    <a:pt x="449" y="1"/>
                  </a:moveTo>
                  <a:lnTo>
                    <a:pt x="300" y="151"/>
                  </a:lnTo>
                  <a:lnTo>
                    <a:pt x="0" y="1198"/>
                  </a:lnTo>
                  <a:lnTo>
                    <a:pt x="0" y="2396"/>
                  </a:lnTo>
                  <a:lnTo>
                    <a:pt x="0" y="4641"/>
                  </a:lnTo>
                  <a:lnTo>
                    <a:pt x="0" y="7036"/>
                  </a:lnTo>
                  <a:lnTo>
                    <a:pt x="300" y="9580"/>
                  </a:lnTo>
                  <a:lnTo>
                    <a:pt x="300" y="9730"/>
                  </a:lnTo>
                  <a:lnTo>
                    <a:pt x="599" y="9730"/>
                  </a:lnTo>
                  <a:lnTo>
                    <a:pt x="599" y="9580"/>
                  </a:lnTo>
                  <a:lnTo>
                    <a:pt x="749" y="7036"/>
                  </a:lnTo>
                  <a:lnTo>
                    <a:pt x="749" y="4641"/>
                  </a:lnTo>
                  <a:lnTo>
                    <a:pt x="898" y="239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2" name="Google Shape;1962;p56"/>
            <p:cNvSpPr/>
            <p:nvPr/>
          </p:nvSpPr>
          <p:spPr>
            <a:xfrm>
              <a:off x="2943725" y="2846250"/>
              <a:ext cx="22475" cy="232050"/>
            </a:xfrm>
            <a:custGeom>
              <a:rect b="b" l="l" r="r" t="t"/>
              <a:pathLst>
                <a:path extrusionOk="0" h="9282" w="899">
                  <a:moveTo>
                    <a:pt x="300" y="1"/>
                  </a:moveTo>
                  <a:lnTo>
                    <a:pt x="300" y="151"/>
                  </a:lnTo>
                  <a:lnTo>
                    <a:pt x="0" y="4641"/>
                  </a:lnTo>
                  <a:lnTo>
                    <a:pt x="150" y="6886"/>
                  </a:lnTo>
                  <a:lnTo>
                    <a:pt x="300" y="9131"/>
                  </a:lnTo>
                  <a:lnTo>
                    <a:pt x="599" y="9281"/>
                  </a:lnTo>
                  <a:lnTo>
                    <a:pt x="749" y="9131"/>
                  </a:lnTo>
                  <a:lnTo>
                    <a:pt x="899" y="6886"/>
                  </a:lnTo>
                  <a:lnTo>
                    <a:pt x="899" y="4641"/>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3" name="Google Shape;1963;p56"/>
            <p:cNvSpPr/>
            <p:nvPr/>
          </p:nvSpPr>
          <p:spPr>
            <a:xfrm>
              <a:off x="2861400" y="2835025"/>
              <a:ext cx="22475" cy="235775"/>
            </a:xfrm>
            <a:custGeom>
              <a:rect b="b" l="l" r="r" t="t"/>
              <a:pathLst>
                <a:path extrusionOk="0" h="9431" w="899">
                  <a:moveTo>
                    <a:pt x="599" y="1"/>
                  </a:moveTo>
                  <a:lnTo>
                    <a:pt x="450" y="151"/>
                  </a:lnTo>
                  <a:lnTo>
                    <a:pt x="300" y="300"/>
                  </a:lnTo>
                  <a:lnTo>
                    <a:pt x="150" y="2695"/>
                  </a:lnTo>
                  <a:lnTo>
                    <a:pt x="1" y="5090"/>
                  </a:lnTo>
                  <a:lnTo>
                    <a:pt x="1" y="7186"/>
                  </a:lnTo>
                  <a:lnTo>
                    <a:pt x="1" y="8383"/>
                  </a:lnTo>
                  <a:lnTo>
                    <a:pt x="150" y="9431"/>
                  </a:lnTo>
                  <a:lnTo>
                    <a:pt x="599" y="9431"/>
                  </a:lnTo>
                  <a:lnTo>
                    <a:pt x="749" y="8383"/>
                  </a:lnTo>
                  <a:lnTo>
                    <a:pt x="899" y="7186"/>
                  </a:lnTo>
                  <a:lnTo>
                    <a:pt x="899" y="5090"/>
                  </a:lnTo>
                  <a:lnTo>
                    <a:pt x="899" y="2695"/>
                  </a:lnTo>
                  <a:lnTo>
                    <a:pt x="749" y="300"/>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4" name="Google Shape;1964;p56"/>
            <p:cNvSpPr/>
            <p:nvPr/>
          </p:nvSpPr>
          <p:spPr>
            <a:xfrm>
              <a:off x="2782825" y="2850000"/>
              <a:ext cx="22475" cy="205825"/>
            </a:xfrm>
            <a:custGeom>
              <a:rect b="b" l="l" r="r" t="t"/>
              <a:pathLst>
                <a:path extrusionOk="0" h="8233" w="899">
                  <a:moveTo>
                    <a:pt x="449" y="1"/>
                  </a:moveTo>
                  <a:lnTo>
                    <a:pt x="300" y="150"/>
                  </a:lnTo>
                  <a:lnTo>
                    <a:pt x="150" y="300"/>
                  </a:lnTo>
                  <a:lnTo>
                    <a:pt x="0" y="2246"/>
                  </a:lnTo>
                  <a:lnTo>
                    <a:pt x="0" y="4192"/>
                  </a:lnTo>
                  <a:lnTo>
                    <a:pt x="0" y="6137"/>
                  </a:lnTo>
                  <a:lnTo>
                    <a:pt x="300" y="8083"/>
                  </a:lnTo>
                  <a:lnTo>
                    <a:pt x="300" y="8233"/>
                  </a:lnTo>
                  <a:lnTo>
                    <a:pt x="449" y="8083"/>
                  </a:lnTo>
                  <a:lnTo>
                    <a:pt x="898" y="4192"/>
                  </a:lnTo>
                  <a:lnTo>
                    <a:pt x="898" y="2246"/>
                  </a:lnTo>
                  <a:lnTo>
                    <a:pt x="749" y="300"/>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5" name="Google Shape;1965;p56"/>
            <p:cNvSpPr/>
            <p:nvPr/>
          </p:nvSpPr>
          <p:spPr>
            <a:xfrm>
              <a:off x="2696750" y="2797625"/>
              <a:ext cx="29975" cy="246975"/>
            </a:xfrm>
            <a:custGeom>
              <a:rect b="b" l="l" r="r" t="t"/>
              <a:pathLst>
                <a:path extrusionOk="0" h="9879" w="1199">
                  <a:moveTo>
                    <a:pt x="599" y="0"/>
                  </a:moveTo>
                  <a:lnTo>
                    <a:pt x="450" y="150"/>
                  </a:lnTo>
                  <a:lnTo>
                    <a:pt x="150" y="2545"/>
                  </a:lnTo>
                  <a:lnTo>
                    <a:pt x="1" y="4940"/>
                  </a:lnTo>
                  <a:lnTo>
                    <a:pt x="150" y="7334"/>
                  </a:lnTo>
                  <a:lnTo>
                    <a:pt x="450" y="9729"/>
                  </a:lnTo>
                  <a:lnTo>
                    <a:pt x="599" y="9879"/>
                  </a:lnTo>
                  <a:lnTo>
                    <a:pt x="749" y="9729"/>
                  </a:lnTo>
                  <a:lnTo>
                    <a:pt x="1048" y="7634"/>
                  </a:lnTo>
                  <a:lnTo>
                    <a:pt x="1198" y="5688"/>
                  </a:lnTo>
                  <a:lnTo>
                    <a:pt x="1198" y="3892"/>
                  </a:lnTo>
                  <a:lnTo>
                    <a:pt x="1048" y="1946"/>
                  </a:lnTo>
                  <a:lnTo>
                    <a:pt x="899" y="150"/>
                  </a:lnTo>
                  <a:lnTo>
                    <a:pt x="74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6" name="Google Shape;1966;p56"/>
            <p:cNvSpPr/>
            <p:nvPr/>
          </p:nvSpPr>
          <p:spPr>
            <a:xfrm>
              <a:off x="2621925" y="2838775"/>
              <a:ext cx="22475" cy="194600"/>
            </a:xfrm>
            <a:custGeom>
              <a:rect b="b" l="l" r="r" t="t"/>
              <a:pathLst>
                <a:path extrusionOk="0" h="7784" w="899">
                  <a:moveTo>
                    <a:pt x="299" y="1"/>
                  </a:moveTo>
                  <a:lnTo>
                    <a:pt x="150" y="150"/>
                  </a:lnTo>
                  <a:lnTo>
                    <a:pt x="0" y="2096"/>
                  </a:lnTo>
                  <a:lnTo>
                    <a:pt x="0" y="3892"/>
                  </a:lnTo>
                  <a:lnTo>
                    <a:pt x="0" y="5838"/>
                  </a:lnTo>
                  <a:lnTo>
                    <a:pt x="299" y="7634"/>
                  </a:lnTo>
                  <a:lnTo>
                    <a:pt x="449" y="7784"/>
                  </a:lnTo>
                  <a:lnTo>
                    <a:pt x="599" y="7634"/>
                  </a:lnTo>
                  <a:lnTo>
                    <a:pt x="749" y="5838"/>
                  </a:lnTo>
                  <a:lnTo>
                    <a:pt x="898" y="3892"/>
                  </a:lnTo>
                  <a:lnTo>
                    <a:pt x="749" y="2096"/>
                  </a:lnTo>
                  <a:lnTo>
                    <a:pt x="59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7" name="Google Shape;1967;p56"/>
            <p:cNvSpPr/>
            <p:nvPr/>
          </p:nvSpPr>
          <p:spPr>
            <a:xfrm>
              <a:off x="2461000" y="2846250"/>
              <a:ext cx="22500" cy="164675"/>
            </a:xfrm>
            <a:custGeom>
              <a:rect b="b" l="l" r="r" t="t"/>
              <a:pathLst>
                <a:path extrusionOk="0" h="6587" w="900">
                  <a:moveTo>
                    <a:pt x="450" y="1"/>
                  </a:moveTo>
                  <a:lnTo>
                    <a:pt x="300" y="151"/>
                  </a:lnTo>
                  <a:lnTo>
                    <a:pt x="151" y="300"/>
                  </a:lnTo>
                  <a:lnTo>
                    <a:pt x="151" y="899"/>
                  </a:lnTo>
                  <a:lnTo>
                    <a:pt x="1" y="2246"/>
                  </a:lnTo>
                  <a:lnTo>
                    <a:pt x="1" y="3743"/>
                  </a:lnTo>
                  <a:lnTo>
                    <a:pt x="151" y="5090"/>
                  </a:lnTo>
                  <a:lnTo>
                    <a:pt x="300" y="6587"/>
                  </a:lnTo>
                  <a:lnTo>
                    <a:pt x="600" y="6587"/>
                  </a:lnTo>
                  <a:lnTo>
                    <a:pt x="899" y="4940"/>
                  </a:lnTo>
                  <a:lnTo>
                    <a:pt x="899" y="3444"/>
                  </a:lnTo>
                  <a:lnTo>
                    <a:pt x="899" y="1797"/>
                  </a:lnTo>
                  <a:lnTo>
                    <a:pt x="600" y="300"/>
                  </a:lnTo>
                  <a:lnTo>
                    <a:pt x="600"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8" name="Google Shape;1968;p56"/>
            <p:cNvSpPr/>
            <p:nvPr/>
          </p:nvSpPr>
          <p:spPr>
            <a:xfrm>
              <a:off x="2539600" y="2850000"/>
              <a:ext cx="22475" cy="172150"/>
            </a:xfrm>
            <a:custGeom>
              <a:rect b="b" l="l" r="r" t="t"/>
              <a:pathLst>
                <a:path extrusionOk="0" h="6886" w="899">
                  <a:moveTo>
                    <a:pt x="300" y="1"/>
                  </a:moveTo>
                  <a:lnTo>
                    <a:pt x="300" y="150"/>
                  </a:lnTo>
                  <a:lnTo>
                    <a:pt x="0" y="1797"/>
                  </a:lnTo>
                  <a:lnTo>
                    <a:pt x="0" y="3443"/>
                  </a:lnTo>
                  <a:lnTo>
                    <a:pt x="150" y="5090"/>
                  </a:lnTo>
                  <a:lnTo>
                    <a:pt x="300" y="6736"/>
                  </a:lnTo>
                  <a:lnTo>
                    <a:pt x="449" y="6886"/>
                  </a:lnTo>
                  <a:lnTo>
                    <a:pt x="599" y="6886"/>
                  </a:lnTo>
                  <a:lnTo>
                    <a:pt x="599" y="6736"/>
                  </a:lnTo>
                  <a:lnTo>
                    <a:pt x="898" y="5090"/>
                  </a:lnTo>
                  <a:lnTo>
                    <a:pt x="898" y="3443"/>
                  </a:lnTo>
                  <a:lnTo>
                    <a:pt x="898" y="1797"/>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9" name="Google Shape;1969;p56"/>
            <p:cNvSpPr/>
            <p:nvPr/>
          </p:nvSpPr>
          <p:spPr>
            <a:xfrm>
              <a:off x="2378700" y="2853750"/>
              <a:ext cx="22475" cy="149700"/>
            </a:xfrm>
            <a:custGeom>
              <a:rect b="b" l="l" r="r" t="t"/>
              <a:pathLst>
                <a:path extrusionOk="0" h="5988" w="899">
                  <a:moveTo>
                    <a:pt x="299" y="0"/>
                  </a:moveTo>
                  <a:lnTo>
                    <a:pt x="299" y="150"/>
                  </a:lnTo>
                  <a:lnTo>
                    <a:pt x="0" y="1497"/>
                  </a:lnTo>
                  <a:lnTo>
                    <a:pt x="0" y="2994"/>
                  </a:lnTo>
                  <a:lnTo>
                    <a:pt x="150" y="4491"/>
                  </a:lnTo>
                  <a:lnTo>
                    <a:pt x="299" y="5838"/>
                  </a:lnTo>
                  <a:lnTo>
                    <a:pt x="449" y="5987"/>
                  </a:lnTo>
                  <a:lnTo>
                    <a:pt x="599" y="5838"/>
                  </a:lnTo>
                  <a:lnTo>
                    <a:pt x="898" y="4491"/>
                  </a:lnTo>
                  <a:lnTo>
                    <a:pt x="898" y="2994"/>
                  </a:lnTo>
                  <a:lnTo>
                    <a:pt x="898" y="1497"/>
                  </a:lnTo>
                  <a:lnTo>
                    <a:pt x="748"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0" name="Google Shape;1970;p56"/>
            <p:cNvSpPr/>
            <p:nvPr/>
          </p:nvSpPr>
          <p:spPr>
            <a:xfrm>
              <a:off x="2296375" y="2853750"/>
              <a:ext cx="26200" cy="134725"/>
            </a:xfrm>
            <a:custGeom>
              <a:rect b="b" l="l" r="r" t="t"/>
              <a:pathLst>
                <a:path extrusionOk="0" h="5389" w="1048">
                  <a:moveTo>
                    <a:pt x="449" y="0"/>
                  </a:moveTo>
                  <a:lnTo>
                    <a:pt x="299" y="150"/>
                  </a:lnTo>
                  <a:lnTo>
                    <a:pt x="150" y="1497"/>
                  </a:lnTo>
                  <a:lnTo>
                    <a:pt x="0" y="2695"/>
                  </a:lnTo>
                  <a:lnTo>
                    <a:pt x="150" y="4042"/>
                  </a:lnTo>
                  <a:lnTo>
                    <a:pt x="449" y="5239"/>
                  </a:lnTo>
                  <a:lnTo>
                    <a:pt x="449" y="5389"/>
                  </a:lnTo>
                  <a:lnTo>
                    <a:pt x="749" y="5389"/>
                  </a:lnTo>
                  <a:lnTo>
                    <a:pt x="749" y="5239"/>
                  </a:lnTo>
                  <a:lnTo>
                    <a:pt x="1048" y="4042"/>
                  </a:lnTo>
                  <a:lnTo>
                    <a:pt x="1048" y="2695"/>
                  </a:lnTo>
                  <a:lnTo>
                    <a:pt x="1048" y="149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1" name="Google Shape;1971;p56"/>
            <p:cNvSpPr/>
            <p:nvPr/>
          </p:nvSpPr>
          <p:spPr>
            <a:xfrm>
              <a:off x="2217775" y="2838775"/>
              <a:ext cx="22475" cy="142225"/>
            </a:xfrm>
            <a:custGeom>
              <a:rect b="b" l="l" r="r" t="t"/>
              <a:pathLst>
                <a:path extrusionOk="0" h="5689" w="899">
                  <a:moveTo>
                    <a:pt x="300" y="1"/>
                  </a:moveTo>
                  <a:lnTo>
                    <a:pt x="151" y="599"/>
                  </a:lnTo>
                  <a:lnTo>
                    <a:pt x="1" y="1348"/>
                  </a:lnTo>
                  <a:lnTo>
                    <a:pt x="1" y="2695"/>
                  </a:lnTo>
                  <a:lnTo>
                    <a:pt x="151" y="4042"/>
                  </a:lnTo>
                  <a:lnTo>
                    <a:pt x="300" y="5539"/>
                  </a:lnTo>
                  <a:lnTo>
                    <a:pt x="450" y="5688"/>
                  </a:lnTo>
                  <a:lnTo>
                    <a:pt x="749" y="5539"/>
                  </a:lnTo>
                  <a:lnTo>
                    <a:pt x="899" y="4042"/>
                  </a:lnTo>
                  <a:lnTo>
                    <a:pt x="899" y="2695"/>
                  </a:lnTo>
                  <a:lnTo>
                    <a:pt x="899" y="1348"/>
                  </a:lnTo>
                  <a:lnTo>
                    <a:pt x="749" y="599"/>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2" name="Google Shape;1972;p56"/>
            <p:cNvSpPr/>
            <p:nvPr/>
          </p:nvSpPr>
          <p:spPr>
            <a:xfrm>
              <a:off x="2139200" y="2831300"/>
              <a:ext cx="22475" cy="134725"/>
            </a:xfrm>
            <a:custGeom>
              <a:rect b="b" l="l" r="r" t="t"/>
              <a:pathLst>
                <a:path extrusionOk="0" h="5389" w="899">
                  <a:moveTo>
                    <a:pt x="300" y="0"/>
                  </a:moveTo>
                  <a:lnTo>
                    <a:pt x="150" y="150"/>
                  </a:lnTo>
                  <a:lnTo>
                    <a:pt x="1" y="749"/>
                  </a:lnTo>
                  <a:lnTo>
                    <a:pt x="1" y="1347"/>
                  </a:lnTo>
                  <a:lnTo>
                    <a:pt x="1" y="2545"/>
                  </a:lnTo>
                  <a:lnTo>
                    <a:pt x="1" y="3892"/>
                  </a:lnTo>
                  <a:lnTo>
                    <a:pt x="150" y="5239"/>
                  </a:lnTo>
                  <a:lnTo>
                    <a:pt x="300" y="5389"/>
                  </a:lnTo>
                  <a:lnTo>
                    <a:pt x="599" y="5389"/>
                  </a:lnTo>
                  <a:lnTo>
                    <a:pt x="599" y="5239"/>
                  </a:lnTo>
                  <a:lnTo>
                    <a:pt x="749" y="3892"/>
                  </a:lnTo>
                  <a:lnTo>
                    <a:pt x="899" y="2545"/>
                  </a:lnTo>
                  <a:lnTo>
                    <a:pt x="749" y="1347"/>
                  </a:lnTo>
                  <a:lnTo>
                    <a:pt x="749" y="749"/>
                  </a:lnTo>
                  <a:lnTo>
                    <a:pt x="450" y="150"/>
                  </a:lnTo>
                  <a:lnTo>
                    <a:pt x="3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3" name="Google Shape;1973;p56"/>
            <p:cNvSpPr/>
            <p:nvPr/>
          </p:nvSpPr>
          <p:spPr>
            <a:xfrm>
              <a:off x="2053150" y="2827550"/>
              <a:ext cx="29950" cy="138475"/>
            </a:xfrm>
            <a:custGeom>
              <a:rect b="b" l="l" r="r" t="t"/>
              <a:pathLst>
                <a:path extrusionOk="0" h="5539" w="1198">
                  <a:moveTo>
                    <a:pt x="599" y="1"/>
                  </a:moveTo>
                  <a:lnTo>
                    <a:pt x="449" y="150"/>
                  </a:lnTo>
                  <a:lnTo>
                    <a:pt x="150" y="749"/>
                  </a:lnTo>
                  <a:lnTo>
                    <a:pt x="0" y="1348"/>
                  </a:lnTo>
                  <a:lnTo>
                    <a:pt x="0" y="2695"/>
                  </a:lnTo>
                  <a:lnTo>
                    <a:pt x="150" y="4042"/>
                  </a:lnTo>
                  <a:lnTo>
                    <a:pt x="449" y="5389"/>
                  </a:lnTo>
                  <a:lnTo>
                    <a:pt x="599" y="5539"/>
                  </a:lnTo>
                  <a:lnTo>
                    <a:pt x="748" y="5389"/>
                  </a:lnTo>
                  <a:lnTo>
                    <a:pt x="1048" y="4042"/>
                  </a:lnTo>
                  <a:lnTo>
                    <a:pt x="1197" y="2695"/>
                  </a:lnTo>
                  <a:lnTo>
                    <a:pt x="1048" y="1348"/>
                  </a:lnTo>
                  <a:lnTo>
                    <a:pt x="1048" y="749"/>
                  </a:lnTo>
                  <a:lnTo>
                    <a:pt x="748"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4" name="Google Shape;1974;p56"/>
            <p:cNvSpPr/>
            <p:nvPr/>
          </p:nvSpPr>
          <p:spPr>
            <a:xfrm>
              <a:off x="1974550" y="2812575"/>
              <a:ext cx="26225" cy="134750"/>
            </a:xfrm>
            <a:custGeom>
              <a:rect b="b" l="l" r="r" t="t"/>
              <a:pathLst>
                <a:path extrusionOk="0" h="5390" w="1049">
                  <a:moveTo>
                    <a:pt x="450" y="1"/>
                  </a:moveTo>
                  <a:lnTo>
                    <a:pt x="300" y="151"/>
                  </a:lnTo>
                  <a:lnTo>
                    <a:pt x="1" y="1348"/>
                  </a:lnTo>
                  <a:lnTo>
                    <a:pt x="1" y="2695"/>
                  </a:lnTo>
                  <a:lnTo>
                    <a:pt x="150" y="4042"/>
                  </a:lnTo>
                  <a:lnTo>
                    <a:pt x="300" y="5240"/>
                  </a:lnTo>
                  <a:lnTo>
                    <a:pt x="450" y="5389"/>
                  </a:lnTo>
                  <a:lnTo>
                    <a:pt x="599" y="5240"/>
                  </a:lnTo>
                  <a:lnTo>
                    <a:pt x="899" y="4042"/>
                  </a:lnTo>
                  <a:lnTo>
                    <a:pt x="1049" y="2695"/>
                  </a:lnTo>
                  <a:lnTo>
                    <a:pt x="899" y="1348"/>
                  </a:lnTo>
                  <a:lnTo>
                    <a:pt x="749"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5" name="Google Shape;1975;p56"/>
            <p:cNvSpPr/>
            <p:nvPr/>
          </p:nvSpPr>
          <p:spPr>
            <a:xfrm>
              <a:off x="1895975" y="2827550"/>
              <a:ext cx="22475" cy="108550"/>
            </a:xfrm>
            <a:custGeom>
              <a:rect b="b" l="l" r="r" t="t"/>
              <a:pathLst>
                <a:path extrusionOk="0" h="4342" w="899">
                  <a:moveTo>
                    <a:pt x="450" y="1"/>
                  </a:moveTo>
                  <a:lnTo>
                    <a:pt x="150" y="150"/>
                  </a:lnTo>
                  <a:lnTo>
                    <a:pt x="1" y="599"/>
                  </a:lnTo>
                  <a:lnTo>
                    <a:pt x="1" y="1048"/>
                  </a:lnTo>
                  <a:lnTo>
                    <a:pt x="1" y="2096"/>
                  </a:lnTo>
                  <a:lnTo>
                    <a:pt x="1" y="3144"/>
                  </a:lnTo>
                  <a:lnTo>
                    <a:pt x="300" y="4192"/>
                  </a:lnTo>
                  <a:lnTo>
                    <a:pt x="450" y="4341"/>
                  </a:lnTo>
                  <a:lnTo>
                    <a:pt x="599" y="4192"/>
                  </a:lnTo>
                  <a:lnTo>
                    <a:pt x="899" y="3144"/>
                  </a:lnTo>
                  <a:lnTo>
                    <a:pt x="899" y="2096"/>
                  </a:lnTo>
                  <a:lnTo>
                    <a:pt x="899" y="1048"/>
                  </a:lnTo>
                  <a:lnTo>
                    <a:pt x="749" y="599"/>
                  </a:lnTo>
                  <a:lnTo>
                    <a:pt x="599"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6" name="Google Shape;1976;p56"/>
            <p:cNvSpPr/>
            <p:nvPr/>
          </p:nvSpPr>
          <p:spPr>
            <a:xfrm>
              <a:off x="1813650" y="2846250"/>
              <a:ext cx="22475" cy="78625"/>
            </a:xfrm>
            <a:custGeom>
              <a:rect b="b" l="l" r="r" t="t"/>
              <a:pathLst>
                <a:path extrusionOk="0" h="3145" w="899">
                  <a:moveTo>
                    <a:pt x="300" y="1"/>
                  </a:moveTo>
                  <a:lnTo>
                    <a:pt x="150" y="151"/>
                  </a:lnTo>
                  <a:lnTo>
                    <a:pt x="1" y="899"/>
                  </a:lnTo>
                  <a:lnTo>
                    <a:pt x="150" y="1647"/>
                  </a:lnTo>
                  <a:lnTo>
                    <a:pt x="300" y="3144"/>
                  </a:lnTo>
                  <a:lnTo>
                    <a:pt x="599" y="3144"/>
                  </a:lnTo>
                  <a:lnTo>
                    <a:pt x="899" y="1647"/>
                  </a:lnTo>
                  <a:lnTo>
                    <a:pt x="899" y="899"/>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7" name="Google Shape;1977;p56"/>
            <p:cNvSpPr/>
            <p:nvPr/>
          </p:nvSpPr>
          <p:spPr>
            <a:xfrm>
              <a:off x="1735075" y="2853750"/>
              <a:ext cx="22475" cy="67375"/>
            </a:xfrm>
            <a:custGeom>
              <a:rect b="b" l="l" r="r" t="t"/>
              <a:pathLst>
                <a:path extrusionOk="0" h="2695" w="899">
                  <a:moveTo>
                    <a:pt x="300" y="0"/>
                  </a:moveTo>
                  <a:lnTo>
                    <a:pt x="150" y="150"/>
                  </a:lnTo>
                  <a:lnTo>
                    <a:pt x="0" y="749"/>
                  </a:lnTo>
                  <a:lnTo>
                    <a:pt x="0" y="1347"/>
                  </a:lnTo>
                  <a:lnTo>
                    <a:pt x="0" y="1946"/>
                  </a:lnTo>
                  <a:lnTo>
                    <a:pt x="300" y="2545"/>
                  </a:lnTo>
                  <a:lnTo>
                    <a:pt x="449" y="2695"/>
                  </a:lnTo>
                  <a:lnTo>
                    <a:pt x="599" y="2545"/>
                  </a:lnTo>
                  <a:lnTo>
                    <a:pt x="749" y="1946"/>
                  </a:lnTo>
                  <a:lnTo>
                    <a:pt x="898" y="1347"/>
                  </a:lnTo>
                  <a:lnTo>
                    <a:pt x="749" y="749"/>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8" name="Google Shape;1978;p56"/>
            <p:cNvSpPr/>
            <p:nvPr/>
          </p:nvSpPr>
          <p:spPr>
            <a:xfrm>
              <a:off x="1652750" y="2838775"/>
              <a:ext cx="22475" cy="67375"/>
            </a:xfrm>
            <a:custGeom>
              <a:rect b="b" l="l" r="r" t="t"/>
              <a:pathLst>
                <a:path extrusionOk="0" h="2695" w="899">
                  <a:moveTo>
                    <a:pt x="300" y="1"/>
                  </a:moveTo>
                  <a:lnTo>
                    <a:pt x="150" y="300"/>
                  </a:lnTo>
                  <a:lnTo>
                    <a:pt x="0" y="599"/>
                  </a:lnTo>
                  <a:lnTo>
                    <a:pt x="0" y="1348"/>
                  </a:lnTo>
                  <a:lnTo>
                    <a:pt x="300" y="2545"/>
                  </a:lnTo>
                  <a:lnTo>
                    <a:pt x="449" y="2695"/>
                  </a:lnTo>
                  <a:lnTo>
                    <a:pt x="599" y="2545"/>
                  </a:lnTo>
                  <a:lnTo>
                    <a:pt x="749" y="1946"/>
                  </a:lnTo>
                  <a:lnTo>
                    <a:pt x="899" y="1348"/>
                  </a:lnTo>
                  <a:lnTo>
                    <a:pt x="899" y="599"/>
                  </a:lnTo>
                  <a:lnTo>
                    <a:pt x="749" y="30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9" name="Google Shape;1979;p56"/>
            <p:cNvSpPr/>
            <p:nvPr/>
          </p:nvSpPr>
          <p:spPr>
            <a:xfrm>
              <a:off x="1574175" y="2842525"/>
              <a:ext cx="18725" cy="59900"/>
            </a:xfrm>
            <a:custGeom>
              <a:rect b="b" l="l" r="r" t="t"/>
              <a:pathLst>
                <a:path extrusionOk="0" h="2396" w="749">
                  <a:moveTo>
                    <a:pt x="300" y="0"/>
                  </a:moveTo>
                  <a:lnTo>
                    <a:pt x="150" y="150"/>
                  </a:lnTo>
                  <a:lnTo>
                    <a:pt x="0" y="1198"/>
                  </a:lnTo>
                  <a:lnTo>
                    <a:pt x="150" y="2245"/>
                  </a:lnTo>
                  <a:lnTo>
                    <a:pt x="300" y="2395"/>
                  </a:lnTo>
                  <a:lnTo>
                    <a:pt x="449" y="2395"/>
                  </a:lnTo>
                  <a:lnTo>
                    <a:pt x="599" y="2245"/>
                  </a:lnTo>
                  <a:lnTo>
                    <a:pt x="749" y="1198"/>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0" name="Google Shape;1980;p56"/>
            <p:cNvSpPr/>
            <p:nvPr/>
          </p:nvSpPr>
          <p:spPr>
            <a:xfrm>
              <a:off x="3781925" y="3138125"/>
              <a:ext cx="291900" cy="18750"/>
            </a:xfrm>
            <a:custGeom>
              <a:rect b="b" l="l" r="r" t="t"/>
              <a:pathLst>
                <a:path extrusionOk="0" h="750" w="11676">
                  <a:moveTo>
                    <a:pt x="2096" y="1"/>
                  </a:moveTo>
                  <a:lnTo>
                    <a:pt x="898" y="151"/>
                  </a:lnTo>
                  <a:lnTo>
                    <a:pt x="0" y="151"/>
                  </a:lnTo>
                  <a:lnTo>
                    <a:pt x="0" y="300"/>
                  </a:lnTo>
                  <a:lnTo>
                    <a:pt x="0" y="450"/>
                  </a:lnTo>
                  <a:lnTo>
                    <a:pt x="150" y="450"/>
                  </a:lnTo>
                  <a:lnTo>
                    <a:pt x="898" y="600"/>
                  </a:lnTo>
                  <a:lnTo>
                    <a:pt x="2246" y="600"/>
                  </a:lnTo>
                  <a:lnTo>
                    <a:pt x="6886" y="749"/>
                  </a:lnTo>
                  <a:lnTo>
                    <a:pt x="9280" y="600"/>
                  </a:lnTo>
                  <a:lnTo>
                    <a:pt x="11526" y="450"/>
                  </a:lnTo>
                  <a:lnTo>
                    <a:pt x="11675" y="450"/>
                  </a:lnTo>
                  <a:lnTo>
                    <a:pt x="11675" y="300"/>
                  </a:lnTo>
                  <a:lnTo>
                    <a:pt x="11526" y="151"/>
                  </a:lnTo>
                  <a:lnTo>
                    <a:pt x="928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1" name="Google Shape;1981;p56"/>
            <p:cNvSpPr/>
            <p:nvPr/>
          </p:nvSpPr>
          <p:spPr>
            <a:xfrm>
              <a:off x="3804375" y="3299050"/>
              <a:ext cx="280675" cy="18725"/>
            </a:xfrm>
            <a:custGeom>
              <a:rect b="b" l="l" r="r" t="t"/>
              <a:pathLst>
                <a:path extrusionOk="0" h="749" w="11227">
                  <a:moveTo>
                    <a:pt x="3742" y="0"/>
                  </a:moveTo>
                  <a:lnTo>
                    <a:pt x="150" y="150"/>
                  </a:lnTo>
                  <a:lnTo>
                    <a:pt x="0" y="299"/>
                  </a:lnTo>
                  <a:lnTo>
                    <a:pt x="0" y="449"/>
                  </a:lnTo>
                  <a:lnTo>
                    <a:pt x="150" y="599"/>
                  </a:lnTo>
                  <a:lnTo>
                    <a:pt x="4491" y="748"/>
                  </a:lnTo>
                  <a:lnTo>
                    <a:pt x="8682" y="748"/>
                  </a:lnTo>
                  <a:lnTo>
                    <a:pt x="10478" y="599"/>
                  </a:lnTo>
                  <a:lnTo>
                    <a:pt x="11077" y="449"/>
                  </a:lnTo>
                  <a:lnTo>
                    <a:pt x="11226" y="299"/>
                  </a:lnTo>
                  <a:lnTo>
                    <a:pt x="11077" y="299"/>
                  </a:lnTo>
                  <a:lnTo>
                    <a:pt x="10628"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2" name="Google Shape;1982;p56"/>
            <p:cNvSpPr/>
            <p:nvPr/>
          </p:nvSpPr>
          <p:spPr>
            <a:xfrm>
              <a:off x="3800625" y="3377625"/>
              <a:ext cx="273200" cy="26225"/>
            </a:xfrm>
            <a:custGeom>
              <a:rect b="b" l="l" r="r" t="t"/>
              <a:pathLst>
                <a:path extrusionOk="0" h="1049" w="10928">
                  <a:moveTo>
                    <a:pt x="1947" y="0"/>
                  </a:moveTo>
                  <a:lnTo>
                    <a:pt x="1" y="300"/>
                  </a:lnTo>
                  <a:lnTo>
                    <a:pt x="1" y="449"/>
                  </a:lnTo>
                  <a:lnTo>
                    <a:pt x="2246" y="898"/>
                  </a:lnTo>
                  <a:lnTo>
                    <a:pt x="4491" y="1048"/>
                  </a:lnTo>
                  <a:lnTo>
                    <a:pt x="6886" y="898"/>
                  </a:lnTo>
                  <a:lnTo>
                    <a:pt x="9131" y="749"/>
                  </a:lnTo>
                  <a:lnTo>
                    <a:pt x="10029" y="749"/>
                  </a:lnTo>
                  <a:lnTo>
                    <a:pt x="10179" y="599"/>
                  </a:lnTo>
                  <a:lnTo>
                    <a:pt x="10927" y="599"/>
                  </a:lnTo>
                  <a:lnTo>
                    <a:pt x="10927" y="449"/>
                  </a:lnTo>
                  <a:lnTo>
                    <a:pt x="10778" y="300"/>
                  </a:lnTo>
                  <a:lnTo>
                    <a:pt x="10329" y="300"/>
                  </a:lnTo>
                  <a:lnTo>
                    <a:pt x="9281"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3" name="Google Shape;1983;p56"/>
            <p:cNvSpPr/>
            <p:nvPr/>
          </p:nvSpPr>
          <p:spPr>
            <a:xfrm>
              <a:off x="3808125" y="3459950"/>
              <a:ext cx="261950" cy="18725"/>
            </a:xfrm>
            <a:custGeom>
              <a:rect b="b" l="l" r="r" t="t"/>
              <a:pathLst>
                <a:path extrusionOk="0" h="749" w="10478">
                  <a:moveTo>
                    <a:pt x="1198" y="0"/>
                  </a:moveTo>
                  <a:lnTo>
                    <a:pt x="0" y="300"/>
                  </a:lnTo>
                  <a:lnTo>
                    <a:pt x="0" y="449"/>
                  </a:lnTo>
                  <a:lnTo>
                    <a:pt x="1198" y="749"/>
                  </a:lnTo>
                  <a:lnTo>
                    <a:pt x="7185" y="749"/>
                  </a:lnTo>
                  <a:lnTo>
                    <a:pt x="9430" y="599"/>
                  </a:lnTo>
                  <a:lnTo>
                    <a:pt x="10178" y="599"/>
                  </a:lnTo>
                  <a:lnTo>
                    <a:pt x="10328" y="449"/>
                  </a:lnTo>
                  <a:lnTo>
                    <a:pt x="10478" y="449"/>
                  </a:lnTo>
                  <a:lnTo>
                    <a:pt x="10328" y="150"/>
                  </a:lnTo>
                  <a:lnTo>
                    <a:pt x="9580" y="15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4" name="Google Shape;1984;p56"/>
            <p:cNvSpPr/>
            <p:nvPr/>
          </p:nvSpPr>
          <p:spPr>
            <a:xfrm>
              <a:off x="3808125" y="3534775"/>
              <a:ext cx="246975" cy="29975"/>
            </a:xfrm>
            <a:custGeom>
              <a:rect b="b" l="l" r="r" t="t"/>
              <a:pathLst>
                <a:path extrusionOk="0" h="1199" w="9879">
                  <a:moveTo>
                    <a:pt x="4640" y="1"/>
                  </a:moveTo>
                  <a:lnTo>
                    <a:pt x="2245" y="151"/>
                  </a:lnTo>
                  <a:lnTo>
                    <a:pt x="1198" y="300"/>
                  </a:lnTo>
                  <a:lnTo>
                    <a:pt x="150" y="450"/>
                  </a:lnTo>
                  <a:lnTo>
                    <a:pt x="0" y="600"/>
                  </a:lnTo>
                  <a:lnTo>
                    <a:pt x="150" y="749"/>
                  </a:lnTo>
                  <a:lnTo>
                    <a:pt x="898" y="899"/>
                  </a:lnTo>
                  <a:lnTo>
                    <a:pt x="2395" y="1198"/>
                  </a:lnTo>
                  <a:lnTo>
                    <a:pt x="4341" y="1198"/>
                  </a:lnTo>
                  <a:lnTo>
                    <a:pt x="6287" y="1049"/>
                  </a:lnTo>
                  <a:lnTo>
                    <a:pt x="7933" y="899"/>
                  </a:lnTo>
                  <a:lnTo>
                    <a:pt x="8981" y="899"/>
                  </a:lnTo>
                  <a:lnTo>
                    <a:pt x="9729" y="749"/>
                  </a:lnTo>
                  <a:lnTo>
                    <a:pt x="9879" y="600"/>
                  </a:lnTo>
                  <a:lnTo>
                    <a:pt x="9729" y="600"/>
                  </a:lnTo>
                  <a:lnTo>
                    <a:pt x="9131" y="450"/>
                  </a:lnTo>
                  <a:lnTo>
                    <a:pt x="6885" y="300"/>
                  </a:lnTo>
                  <a:lnTo>
                    <a:pt x="46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5" name="Google Shape;1985;p56"/>
            <p:cNvSpPr/>
            <p:nvPr/>
          </p:nvSpPr>
          <p:spPr>
            <a:xfrm>
              <a:off x="3800625" y="3620850"/>
              <a:ext cx="243250" cy="18725"/>
            </a:xfrm>
            <a:custGeom>
              <a:rect b="b" l="l" r="r" t="t"/>
              <a:pathLst>
                <a:path extrusionOk="0" h="749" w="9730">
                  <a:moveTo>
                    <a:pt x="1198" y="0"/>
                  </a:moveTo>
                  <a:lnTo>
                    <a:pt x="150" y="300"/>
                  </a:lnTo>
                  <a:lnTo>
                    <a:pt x="1" y="449"/>
                  </a:lnTo>
                  <a:lnTo>
                    <a:pt x="150" y="599"/>
                  </a:lnTo>
                  <a:lnTo>
                    <a:pt x="1198" y="749"/>
                  </a:lnTo>
                  <a:lnTo>
                    <a:pt x="4491" y="749"/>
                  </a:lnTo>
                  <a:lnTo>
                    <a:pt x="8832" y="599"/>
                  </a:lnTo>
                  <a:lnTo>
                    <a:pt x="9580" y="599"/>
                  </a:lnTo>
                  <a:lnTo>
                    <a:pt x="9730" y="449"/>
                  </a:lnTo>
                  <a:lnTo>
                    <a:pt x="9730" y="300"/>
                  </a:lnTo>
                  <a:lnTo>
                    <a:pt x="9580" y="150"/>
                  </a:lnTo>
                  <a:lnTo>
                    <a:pt x="8982" y="150"/>
                  </a:lnTo>
                  <a:lnTo>
                    <a:pt x="67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6" name="Google Shape;1986;p56"/>
            <p:cNvSpPr/>
            <p:nvPr/>
          </p:nvSpPr>
          <p:spPr>
            <a:xfrm>
              <a:off x="3796900" y="3699425"/>
              <a:ext cx="235750" cy="22475"/>
            </a:xfrm>
            <a:custGeom>
              <a:rect b="b" l="l" r="r" t="t"/>
              <a:pathLst>
                <a:path extrusionOk="0" h="899" w="9430">
                  <a:moveTo>
                    <a:pt x="4490" y="1"/>
                  </a:moveTo>
                  <a:lnTo>
                    <a:pt x="299" y="300"/>
                  </a:lnTo>
                  <a:lnTo>
                    <a:pt x="0" y="300"/>
                  </a:lnTo>
                  <a:lnTo>
                    <a:pt x="0" y="599"/>
                  </a:lnTo>
                  <a:lnTo>
                    <a:pt x="299" y="749"/>
                  </a:lnTo>
                  <a:lnTo>
                    <a:pt x="4490" y="899"/>
                  </a:lnTo>
                  <a:lnTo>
                    <a:pt x="6586" y="899"/>
                  </a:lnTo>
                  <a:lnTo>
                    <a:pt x="8681" y="599"/>
                  </a:lnTo>
                  <a:lnTo>
                    <a:pt x="9280" y="599"/>
                  </a:lnTo>
                  <a:lnTo>
                    <a:pt x="9430" y="450"/>
                  </a:lnTo>
                  <a:lnTo>
                    <a:pt x="9280" y="300"/>
                  </a:lnTo>
                  <a:lnTo>
                    <a:pt x="8681" y="150"/>
                  </a:lnTo>
                  <a:lnTo>
                    <a:pt x="658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7" name="Google Shape;1987;p56"/>
            <p:cNvSpPr/>
            <p:nvPr/>
          </p:nvSpPr>
          <p:spPr>
            <a:xfrm>
              <a:off x="3789400" y="3781750"/>
              <a:ext cx="235775" cy="26225"/>
            </a:xfrm>
            <a:custGeom>
              <a:rect b="b" l="l" r="r" t="t"/>
              <a:pathLst>
                <a:path extrusionOk="0" h="1049" w="9431">
                  <a:moveTo>
                    <a:pt x="3593" y="1"/>
                  </a:moveTo>
                  <a:lnTo>
                    <a:pt x="1947" y="150"/>
                  </a:lnTo>
                  <a:lnTo>
                    <a:pt x="150" y="150"/>
                  </a:lnTo>
                  <a:lnTo>
                    <a:pt x="1" y="300"/>
                  </a:lnTo>
                  <a:lnTo>
                    <a:pt x="1" y="450"/>
                  </a:lnTo>
                  <a:lnTo>
                    <a:pt x="1" y="599"/>
                  </a:lnTo>
                  <a:lnTo>
                    <a:pt x="150" y="599"/>
                  </a:lnTo>
                  <a:lnTo>
                    <a:pt x="2695" y="749"/>
                  </a:lnTo>
                  <a:lnTo>
                    <a:pt x="5090" y="899"/>
                  </a:lnTo>
                  <a:lnTo>
                    <a:pt x="6736" y="1048"/>
                  </a:lnTo>
                  <a:lnTo>
                    <a:pt x="8383" y="899"/>
                  </a:lnTo>
                  <a:lnTo>
                    <a:pt x="9131" y="749"/>
                  </a:lnTo>
                  <a:lnTo>
                    <a:pt x="9431" y="749"/>
                  </a:lnTo>
                  <a:lnTo>
                    <a:pt x="9431" y="599"/>
                  </a:lnTo>
                  <a:lnTo>
                    <a:pt x="9431" y="450"/>
                  </a:lnTo>
                  <a:lnTo>
                    <a:pt x="9281" y="300"/>
                  </a:lnTo>
                  <a:lnTo>
                    <a:pt x="8532" y="150"/>
                  </a:lnTo>
                  <a:lnTo>
                    <a:pt x="7185" y="150"/>
                  </a:lnTo>
                  <a:lnTo>
                    <a:pt x="59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8" name="Google Shape;1988;p56"/>
            <p:cNvSpPr/>
            <p:nvPr/>
          </p:nvSpPr>
          <p:spPr>
            <a:xfrm>
              <a:off x="3804375" y="3864075"/>
              <a:ext cx="205825" cy="22475"/>
            </a:xfrm>
            <a:custGeom>
              <a:rect b="b" l="l" r="r" t="t"/>
              <a:pathLst>
                <a:path extrusionOk="0" h="899" w="8233">
                  <a:moveTo>
                    <a:pt x="2096" y="1"/>
                  </a:moveTo>
                  <a:lnTo>
                    <a:pt x="150" y="150"/>
                  </a:lnTo>
                  <a:lnTo>
                    <a:pt x="0" y="150"/>
                  </a:lnTo>
                  <a:lnTo>
                    <a:pt x="0" y="300"/>
                  </a:lnTo>
                  <a:lnTo>
                    <a:pt x="0" y="599"/>
                  </a:lnTo>
                  <a:lnTo>
                    <a:pt x="150" y="599"/>
                  </a:lnTo>
                  <a:lnTo>
                    <a:pt x="2096" y="749"/>
                  </a:lnTo>
                  <a:lnTo>
                    <a:pt x="3892" y="899"/>
                  </a:lnTo>
                  <a:lnTo>
                    <a:pt x="7484" y="599"/>
                  </a:lnTo>
                  <a:lnTo>
                    <a:pt x="8083" y="599"/>
                  </a:lnTo>
                  <a:lnTo>
                    <a:pt x="8233" y="450"/>
                  </a:lnTo>
                  <a:lnTo>
                    <a:pt x="8083" y="300"/>
                  </a:lnTo>
                  <a:lnTo>
                    <a:pt x="7484" y="300"/>
                  </a:lnTo>
                  <a:lnTo>
                    <a:pt x="38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89" name="Google Shape;1989;p56"/>
            <p:cNvSpPr/>
            <p:nvPr/>
          </p:nvSpPr>
          <p:spPr>
            <a:xfrm>
              <a:off x="3751975" y="3938925"/>
              <a:ext cx="243275" cy="29950"/>
            </a:xfrm>
            <a:custGeom>
              <a:rect b="b" l="l" r="r" t="t"/>
              <a:pathLst>
                <a:path extrusionOk="0" h="1198" w="9731">
                  <a:moveTo>
                    <a:pt x="3743" y="0"/>
                  </a:moveTo>
                  <a:lnTo>
                    <a:pt x="1947" y="150"/>
                  </a:lnTo>
                  <a:lnTo>
                    <a:pt x="151" y="449"/>
                  </a:lnTo>
                  <a:lnTo>
                    <a:pt x="1" y="449"/>
                  </a:lnTo>
                  <a:lnTo>
                    <a:pt x="1" y="599"/>
                  </a:lnTo>
                  <a:lnTo>
                    <a:pt x="151" y="898"/>
                  </a:lnTo>
                  <a:lnTo>
                    <a:pt x="2246" y="1048"/>
                  </a:lnTo>
                  <a:lnTo>
                    <a:pt x="4641" y="1198"/>
                  </a:lnTo>
                  <a:lnTo>
                    <a:pt x="6886" y="1048"/>
                  </a:lnTo>
                  <a:lnTo>
                    <a:pt x="9131" y="898"/>
                  </a:lnTo>
                  <a:lnTo>
                    <a:pt x="9580" y="749"/>
                  </a:lnTo>
                  <a:lnTo>
                    <a:pt x="9730" y="599"/>
                  </a:lnTo>
                  <a:lnTo>
                    <a:pt x="9580" y="449"/>
                  </a:lnTo>
                  <a:lnTo>
                    <a:pt x="9131" y="299"/>
                  </a:lnTo>
                  <a:lnTo>
                    <a:pt x="7635" y="150"/>
                  </a:lnTo>
                  <a:lnTo>
                    <a:pt x="568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0" name="Google Shape;1990;p56"/>
            <p:cNvSpPr/>
            <p:nvPr/>
          </p:nvSpPr>
          <p:spPr>
            <a:xfrm>
              <a:off x="3789400" y="4021250"/>
              <a:ext cx="198350" cy="26200"/>
            </a:xfrm>
            <a:custGeom>
              <a:rect b="b" l="l" r="r" t="t"/>
              <a:pathLst>
                <a:path extrusionOk="0" h="1048" w="7934">
                  <a:moveTo>
                    <a:pt x="3743" y="0"/>
                  </a:moveTo>
                  <a:lnTo>
                    <a:pt x="1947" y="150"/>
                  </a:lnTo>
                  <a:lnTo>
                    <a:pt x="300" y="299"/>
                  </a:lnTo>
                  <a:lnTo>
                    <a:pt x="150" y="299"/>
                  </a:lnTo>
                  <a:lnTo>
                    <a:pt x="1" y="449"/>
                  </a:lnTo>
                  <a:lnTo>
                    <a:pt x="150" y="599"/>
                  </a:lnTo>
                  <a:lnTo>
                    <a:pt x="300" y="748"/>
                  </a:lnTo>
                  <a:lnTo>
                    <a:pt x="3743" y="1048"/>
                  </a:lnTo>
                  <a:lnTo>
                    <a:pt x="5389" y="1048"/>
                  </a:lnTo>
                  <a:lnTo>
                    <a:pt x="7185" y="748"/>
                  </a:lnTo>
                  <a:lnTo>
                    <a:pt x="7784" y="748"/>
                  </a:lnTo>
                  <a:lnTo>
                    <a:pt x="7934" y="599"/>
                  </a:lnTo>
                  <a:lnTo>
                    <a:pt x="7784" y="449"/>
                  </a:lnTo>
                  <a:lnTo>
                    <a:pt x="7185" y="299"/>
                  </a:lnTo>
                  <a:lnTo>
                    <a:pt x="5539" y="150"/>
                  </a:lnTo>
                  <a:lnTo>
                    <a:pt x="37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1" name="Google Shape;1991;p56"/>
            <p:cNvSpPr/>
            <p:nvPr/>
          </p:nvSpPr>
          <p:spPr>
            <a:xfrm>
              <a:off x="3800625" y="4182150"/>
              <a:ext cx="164675" cy="26200"/>
            </a:xfrm>
            <a:custGeom>
              <a:rect b="b" l="l" r="r" t="t"/>
              <a:pathLst>
                <a:path extrusionOk="0" h="1048" w="6587">
                  <a:moveTo>
                    <a:pt x="2994" y="0"/>
                  </a:moveTo>
                  <a:lnTo>
                    <a:pt x="1498" y="150"/>
                  </a:lnTo>
                  <a:lnTo>
                    <a:pt x="150" y="300"/>
                  </a:lnTo>
                  <a:lnTo>
                    <a:pt x="1" y="449"/>
                  </a:lnTo>
                  <a:lnTo>
                    <a:pt x="1" y="599"/>
                  </a:lnTo>
                  <a:lnTo>
                    <a:pt x="1" y="749"/>
                  </a:lnTo>
                  <a:lnTo>
                    <a:pt x="150" y="749"/>
                  </a:lnTo>
                  <a:lnTo>
                    <a:pt x="749" y="898"/>
                  </a:lnTo>
                  <a:lnTo>
                    <a:pt x="2096" y="1048"/>
                  </a:lnTo>
                  <a:lnTo>
                    <a:pt x="3294" y="1048"/>
                  </a:lnTo>
                  <a:lnTo>
                    <a:pt x="5838" y="749"/>
                  </a:lnTo>
                  <a:lnTo>
                    <a:pt x="6437" y="599"/>
                  </a:lnTo>
                  <a:lnTo>
                    <a:pt x="6587" y="599"/>
                  </a:lnTo>
                  <a:lnTo>
                    <a:pt x="6587" y="449"/>
                  </a:lnTo>
                  <a:lnTo>
                    <a:pt x="6587" y="300"/>
                  </a:lnTo>
                  <a:lnTo>
                    <a:pt x="6437" y="300"/>
                  </a:lnTo>
                  <a:lnTo>
                    <a:pt x="5838" y="150"/>
                  </a:lnTo>
                  <a:lnTo>
                    <a:pt x="449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2" name="Google Shape;1992;p56"/>
            <p:cNvSpPr/>
            <p:nvPr/>
          </p:nvSpPr>
          <p:spPr>
            <a:xfrm>
              <a:off x="3804375" y="4103550"/>
              <a:ext cx="172150" cy="22500"/>
            </a:xfrm>
            <a:custGeom>
              <a:rect b="b" l="l" r="r" t="t"/>
              <a:pathLst>
                <a:path extrusionOk="0" h="900" w="6886">
                  <a:moveTo>
                    <a:pt x="1647" y="1"/>
                  </a:moveTo>
                  <a:lnTo>
                    <a:pt x="150" y="151"/>
                  </a:lnTo>
                  <a:lnTo>
                    <a:pt x="0" y="300"/>
                  </a:lnTo>
                  <a:lnTo>
                    <a:pt x="0" y="450"/>
                  </a:lnTo>
                  <a:lnTo>
                    <a:pt x="0" y="600"/>
                  </a:lnTo>
                  <a:lnTo>
                    <a:pt x="150" y="749"/>
                  </a:lnTo>
                  <a:lnTo>
                    <a:pt x="1647" y="899"/>
                  </a:lnTo>
                  <a:lnTo>
                    <a:pt x="3144" y="899"/>
                  </a:lnTo>
                  <a:lnTo>
                    <a:pt x="6137" y="749"/>
                  </a:lnTo>
                  <a:lnTo>
                    <a:pt x="6736" y="600"/>
                  </a:lnTo>
                  <a:lnTo>
                    <a:pt x="6886" y="600"/>
                  </a:lnTo>
                  <a:lnTo>
                    <a:pt x="6886" y="450"/>
                  </a:lnTo>
                  <a:lnTo>
                    <a:pt x="6886" y="300"/>
                  </a:lnTo>
                  <a:lnTo>
                    <a:pt x="6736" y="300"/>
                  </a:lnTo>
                  <a:lnTo>
                    <a:pt x="6137" y="151"/>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3" name="Google Shape;1993;p56"/>
            <p:cNvSpPr/>
            <p:nvPr/>
          </p:nvSpPr>
          <p:spPr>
            <a:xfrm>
              <a:off x="3804375" y="4264475"/>
              <a:ext cx="149700" cy="22475"/>
            </a:xfrm>
            <a:custGeom>
              <a:rect b="b" l="l" r="r" t="t"/>
              <a:pathLst>
                <a:path extrusionOk="0" h="899" w="5988">
                  <a:moveTo>
                    <a:pt x="1497" y="0"/>
                  </a:moveTo>
                  <a:lnTo>
                    <a:pt x="150" y="300"/>
                  </a:lnTo>
                  <a:lnTo>
                    <a:pt x="0" y="449"/>
                  </a:lnTo>
                  <a:lnTo>
                    <a:pt x="150" y="599"/>
                  </a:lnTo>
                  <a:lnTo>
                    <a:pt x="150" y="749"/>
                  </a:lnTo>
                  <a:lnTo>
                    <a:pt x="1497" y="898"/>
                  </a:lnTo>
                  <a:lnTo>
                    <a:pt x="3892" y="898"/>
                  </a:lnTo>
                  <a:lnTo>
                    <a:pt x="5239" y="749"/>
                  </a:lnTo>
                  <a:lnTo>
                    <a:pt x="5988" y="599"/>
                  </a:lnTo>
                  <a:lnTo>
                    <a:pt x="5988" y="449"/>
                  </a:lnTo>
                  <a:lnTo>
                    <a:pt x="5988" y="300"/>
                  </a:lnTo>
                  <a:lnTo>
                    <a:pt x="5239" y="150"/>
                  </a:lnTo>
                  <a:lnTo>
                    <a:pt x="404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4" name="Google Shape;1994;p56"/>
            <p:cNvSpPr/>
            <p:nvPr/>
          </p:nvSpPr>
          <p:spPr>
            <a:xfrm>
              <a:off x="3808125" y="4343050"/>
              <a:ext cx="134725" cy="26225"/>
            </a:xfrm>
            <a:custGeom>
              <a:rect b="b" l="l" r="r" t="t"/>
              <a:pathLst>
                <a:path extrusionOk="0" h="1049" w="5389">
                  <a:moveTo>
                    <a:pt x="2395" y="0"/>
                  </a:moveTo>
                  <a:lnTo>
                    <a:pt x="1198" y="150"/>
                  </a:lnTo>
                  <a:lnTo>
                    <a:pt x="150" y="300"/>
                  </a:lnTo>
                  <a:lnTo>
                    <a:pt x="0" y="449"/>
                  </a:lnTo>
                  <a:lnTo>
                    <a:pt x="0" y="599"/>
                  </a:lnTo>
                  <a:lnTo>
                    <a:pt x="0" y="749"/>
                  </a:lnTo>
                  <a:lnTo>
                    <a:pt x="150" y="749"/>
                  </a:lnTo>
                  <a:lnTo>
                    <a:pt x="300" y="898"/>
                  </a:lnTo>
                  <a:lnTo>
                    <a:pt x="1347" y="1048"/>
                  </a:lnTo>
                  <a:lnTo>
                    <a:pt x="2395" y="1048"/>
                  </a:lnTo>
                  <a:lnTo>
                    <a:pt x="3892" y="898"/>
                  </a:lnTo>
                  <a:lnTo>
                    <a:pt x="4640" y="749"/>
                  </a:lnTo>
                  <a:lnTo>
                    <a:pt x="5239" y="749"/>
                  </a:lnTo>
                  <a:lnTo>
                    <a:pt x="5239" y="599"/>
                  </a:lnTo>
                  <a:lnTo>
                    <a:pt x="5389" y="449"/>
                  </a:lnTo>
                  <a:lnTo>
                    <a:pt x="5239" y="30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5" name="Google Shape;1995;p56"/>
            <p:cNvSpPr/>
            <p:nvPr/>
          </p:nvSpPr>
          <p:spPr>
            <a:xfrm>
              <a:off x="3789400" y="4425375"/>
              <a:ext cx="142225" cy="22475"/>
            </a:xfrm>
            <a:custGeom>
              <a:rect b="b" l="l" r="r" t="t"/>
              <a:pathLst>
                <a:path extrusionOk="0" h="899" w="5689">
                  <a:moveTo>
                    <a:pt x="1348" y="0"/>
                  </a:moveTo>
                  <a:lnTo>
                    <a:pt x="749" y="150"/>
                  </a:lnTo>
                  <a:lnTo>
                    <a:pt x="150" y="300"/>
                  </a:lnTo>
                  <a:lnTo>
                    <a:pt x="1" y="599"/>
                  </a:lnTo>
                  <a:lnTo>
                    <a:pt x="150" y="599"/>
                  </a:lnTo>
                  <a:lnTo>
                    <a:pt x="749" y="898"/>
                  </a:lnTo>
                  <a:lnTo>
                    <a:pt x="2695" y="898"/>
                  </a:lnTo>
                  <a:lnTo>
                    <a:pt x="4940" y="749"/>
                  </a:lnTo>
                  <a:lnTo>
                    <a:pt x="5539" y="599"/>
                  </a:lnTo>
                  <a:lnTo>
                    <a:pt x="5689" y="599"/>
                  </a:lnTo>
                  <a:lnTo>
                    <a:pt x="5689" y="449"/>
                  </a:lnTo>
                  <a:lnTo>
                    <a:pt x="5539" y="300"/>
                  </a:lnTo>
                  <a:lnTo>
                    <a:pt x="4940"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6" name="Google Shape;1996;p56"/>
            <p:cNvSpPr/>
            <p:nvPr/>
          </p:nvSpPr>
          <p:spPr>
            <a:xfrm>
              <a:off x="3785675" y="4507700"/>
              <a:ext cx="134725" cy="22475"/>
            </a:xfrm>
            <a:custGeom>
              <a:rect b="b" l="l" r="r" t="t"/>
              <a:pathLst>
                <a:path extrusionOk="0" h="899" w="5389">
                  <a:moveTo>
                    <a:pt x="1497" y="0"/>
                  </a:moveTo>
                  <a:lnTo>
                    <a:pt x="449" y="150"/>
                  </a:lnTo>
                  <a:lnTo>
                    <a:pt x="150" y="300"/>
                  </a:lnTo>
                  <a:lnTo>
                    <a:pt x="0" y="300"/>
                  </a:lnTo>
                  <a:lnTo>
                    <a:pt x="0" y="449"/>
                  </a:lnTo>
                  <a:lnTo>
                    <a:pt x="150" y="599"/>
                  </a:lnTo>
                  <a:lnTo>
                    <a:pt x="599" y="749"/>
                  </a:lnTo>
                  <a:lnTo>
                    <a:pt x="1198" y="898"/>
                  </a:lnTo>
                  <a:lnTo>
                    <a:pt x="2545" y="898"/>
                  </a:lnTo>
                  <a:lnTo>
                    <a:pt x="4640" y="749"/>
                  </a:lnTo>
                  <a:lnTo>
                    <a:pt x="5239" y="599"/>
                  </a:lnTo>
                  <a:lnTo>
                    <a:pt x="5389" y="449"/>
                  </a:lnTo>
                  <a:lnTo>
                    <a:pt x="5389" y="300"/>
                  </a:lnTo>
                  <a:lnTo>
                    <a:pt x="5239" y="15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7" name="Google Shape;1997;p56"/>
            <p:cNvSpPr/>
            <p:nvPr/>
          </p:nvSpPr>
          <p:spPr>
            <a:xfrm>
              <a:off x="3781925" y="4586275"/>
              <a:ext cx="134725" cy="26225"/>
            </a:xfrm>
            <a:custGeom>
              <a:rect b="b" l="l" r="r" t="t"/>
              <a:pathLst>
                <a:path extrusionOk="0" h="1049" w="5389">
                  <a:moveTo>
                    <a:pt x="1348" y="1"/>
                  </a:moveTo>
                  <a:lnTo>
                    <a:pt x="749" y="150"/>
                  </a:lnTo>
                  <a:lnTo>
                    <a:pt x="150" y="300"/>
                  </a:lnTo>
                  <a:lnTo>
                    <a:pt x="0" y="450"/>
                  </a:lnTo>
                  <a:lnTo>
                    <a:pt x="0" y="599"/>
                  </a:lnTo>
                  <a:lnTo>
                    <a:pt x="150" y="749"/>
                  </a:lnTo>
                  <a:lnTo>
                    <a:pt x="1048" y="1048"/>
                  </a:lnTo>
                  <a:lnTo>
                    <a:pt x="3293" y="1048"/>
                  </a:lnTo>
                  <a:lnTo>
                    <a:pt x="4341" y="899"/>
                  </a:lnTo>
                  <a:lnTo>
                    <a:pt x="5089" y="749"/>
                  </a:lnTo>
                  <a:lnTo>
                    <a:pt x="5239" y="749"/>
                  </a:lnTo>
                  <a:lnTo>
                    <a:pt x="5389" y="599"/>
                  </a:lnTo>
                  <a:lnTo>
                    <a:pt x="5389" y="450"/>
                  </a:lnTo>
                  <a:lnTo>
                    <a:pt x="5239" y="300"/>
                  </a:lnTo>
                  <a:lnTo>
                    <a:pt x="5089" y="300"/>
                  </a:lnTo>
                  <a:lnTo>
                    <a:pt x="4341" y="150"/>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8" name="Google Shape;1998;p56"/>
            <p:cNvSpPr/>
            <p:nvPr/>
          </p:nvSpPr>
          <p:spPr>
            <a:xfrm>
              <a:off x="3766950" y="4668600"/>
              <a:ext cx="134750" cy="26225"/>
            </a:xfrm>
            <a:custGeom>
              <a:rect b="b" l="l" r="r" t="t"/>
              <a:pathLst>
                <a:path extrusionOk="0" h="1049" w="5390">
                  <a:moveTo>
                    <a:pt x="1198" y="0"/>
                  </a:moveTo>
                  <a:lnTo>
                    <a:pt x="150" y="300"/>
                  </a:lnTo>
                  <a:lnTo>
                    <a:pt x="1" y="449"/>
                  </a:lnTo>
                  <a:lnTo>
                    <a:pt x="150" y="599"/>
                  </a:lnTo>
                  <a:lnTo>
                    <a:pt x="1198" y="899"/>
                  </a:lnTo>
                  <a:lnTo>
                    <a:pt x="2246" y="1048"/>
                  </a:lnTo>
                  <a:lnTo>
                    <a:pt x="3294" y="899"/>
                  </a:lnTo>
                  <a:lnTo>
                    <a:pt x="4491" y="749"/>
                  </a:lnTo>
                  <a:lnTo>
                    <a:pt x="5239" y="599"/>
                  </a:lnTo>
                  <a:lnTo>
                    <a:pt x="5389" y="449"/>
                  </a:lnTo>
                  <a:lnTo>
                    <a:pt x="5239" y="300"/>
                  </a:lnTo>
                  <a:lnTo>
                    <a:pt x="4491" y="150"/>
                  </a:lnTo>
                  <a:lnTo>
                    <a:pt x="34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9" name="Google Shape;1999;p56"/>
            <p:cNvSpPr/>
            <p:nvPr/>
          </p:nvSpPr>
          <p:spPr>
            <a:xfrm>
              <a:off x="3781925" y="4750925"/>
              <a:ext cx="108550" cy="18725"/>
            </a:xfrm>
            <a:custGeom>
              <a:rect b="b" l="l" r="r" t="t"/>
              <a:pathLst>
                <a:path extrusionOk="0" h="749" w="4342">
                  <a:moveTo>
                    <a:pt x="599" y="0"/>
                  </a:moveTo>
                  <a:lnTo>
                    <a:pt x="0" y="150"/>
                  </a:lnTo>
                  <a:lnTo>
                    <a:pt x="0" y="449"/>
                  </a:lnTo>
                  <a:lnTo>
                    <a:pt x="0" y="599"/>
                  </a:lnTo>
                  <a:lnTo>
                    <a:pt x="599" y="749"/>
                  </a:lnTo>
                  <a:lnTo>
                    <a:pt x="3443" y="749"/>
                  </a:lnTo>
                  <a:lnTo>
                    <a:pt x="4191" y="449"/>
                  </a:lnTo>
                  <a:lnTo>
                    <a:pt x="4341" y="449"/>
                  </a:lnTo>
                  <a:lnTo>
                    <a:pt x="4191" y="300"/>
                  </a:lnTo>
                  <a:lnTo>
                    <a:pt x="4191" y="150"/>
                  </a:lnTo>
                  <a:lnTo>
                    <a:pt x="35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0" name="Google Shape;2000;p56"/>
            <p:cNvSpPr/>
            <p:nvPr/>
          </p:nvSpPr>
          <p:spPr>
            <a:xfrm>
              <a:off x="3796900" y="4829500"/>
              <a:ext cx="82350" cy="22475"/>
            </a:xfrm>
            <a:custGeom>
              <a:rect b="b" l="l" r="r" t="t"/>
              <a:pathLst>
                <a:path extrusionOk="0" h="899" w="3294">
                  <a:moveTo>
                    <a:pt x="749" y="1"/>
                  </a:moveTo>
                  <a:lnTo>
                    <a:pt x="299" y="150"/>
                  </a:lnTo>
                  <a:lnTo>
                    <a:pt x="150" y="300"/>
                  </a:lnTo>
                  <a:lnTo>
                    <a:pt x="0" y="450"/>
                  </a:lnTo>
                  <a:lnTo>
                    <a:pt x="150" y="599"/>
                  </a:lnTo>
                  <a:lnTo>
                    <a:pt x="299" y="749"/>
                  </a:lnTo>
                  <a:lnTo>
                    <a:pt x="749" y="899"/>
                  </a:lnTo>
                  <a:lnTo>
                    <a:pt x="1347" y="899"/>
                  </a:lnTo>
                  <a:lnTo>
                    <a:pt x="2395" y="749"/>
                  </a:lnTo>
                  <a:lnTo>
                    <a:pt x="3143" y="599"/>
                  </a:lnTo>
                  <a:lnTo>
                    <a:pt x="3293" y="450"/>
                  </a:lnTo>
                  <a:lnTo>
                    <a:pt x="3143" y="300"/>
                  </a:lnTo>
                  <a:lnTo>
                    <a:pt x="2545" y="150"/>
                  </a:lnTo>
                  <a:lnTo>
                    <a:pt x="13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1" name="Google Shape;2001;p56"/>
            <p:cNvSpPr/>
            <p:nvPr/>
          </p:nvSpPr>
          <p:spPr>
            <a:xfrm>
              <a:off x="3804375" y="4911825"/>
              <a:ext cx="71125" cy="18725"/>
            </a:xfrm>
            <a:custGeom>
              <a:rect b="b" l="l" r="r" t="t"/>
              <a:pathLst>
                <a:path extrusionOk="0" h="749" w="2845">
                  <a:moveTo>
                    <a:pt x="899" y="1"/>
                  </a:moveTo>
                  <a:lnTo>
                    <a:pt x="150" y="150"/>
                  </a:lnTo>
                  <a:lnTo>
                    <a:pt x="150" y="300"/>
                  </a:lnTo>
                  <a:lnTo>
                    <a:pt x="0" y="450"/>
                  </a:lnTo>
                  <a:lnTo>
                    <a:pt x="150" y="599"/>
                  </a:lnTo>
                  <a:lnTo>
                    <a:pt x="899" y="749"/>
                  </a:lnTo>
                  <a:lnTo>
                    <a:pt x="1647" y="749"/>
                  </a:lnTo>
                  <a:lnTo>
                    <a:pt x="2395" y="599"/>
                  </a:lnTo>
                  <a:lnTo>
                    <a:pt x="2695" y="599"/>
                  </a:lnTo>
                  <a:lnTo>
                    <a:pt x="2844" y="450"/>
                  </a:lnTo>
                  <a:lnTo>
                    <a:pt x="2695" y="150"/>
                  </a:lnTo>
                  <a:lnTo>
                    <a:pt x="2395" y="150"/>
                  </a:lnTo>
                  <a:lnTo>
                    <a:pt x="17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2" name="Google Shape;2002;p56"/>
            <p:cNvSpPr/>
            <p:nvPr/>
          </p:nvSpPr>
          <p:spPr>
            <a:xfrm>
              <a:off x="3793150" y="4990400"/>
              <a:ext cx="67375" cy="22475"/>
            </a:xfrm>
            <a:custGeom>
              <a:rect b="b" l="l" r="r" t="t"/>
              <a:pathLst>
                <a:path extrusionOk="0" h="899" w="2695">
                  <a:moveTo>
                    <a:pt x="1048" y="1"/>
                  </a:moveTo>
                  <a:lnTo>
                    <a:pt x="449" y="150"/>
                  </a:lnTo>
                  <a:lnTo>
                    <a:pt x="0" y="300"/>
                  </a:lnTo>
                  <a:lnTo>
                    <a:pt x="0" y="450"/>
                  </a:lnTo>
                  <a:lnTo>
                    <a:pt x="0" y="749"/>
                  </a:lnTo>
                  <a:lnTo>
                    <a:pt x="300" y="899"/>
                  </a:lnTo>
                  <a:lnTo>
                    <a:pt x="1647" y="899"/>
                  </a:lnTo>
                  <a:lnTo>
                    <a:pt x="2395" y="749"/>
                  </a:lnTo>
                  <a:lnTo>
                    <a:pt x="2545" y="600"/>
                  </a:lnTo>
                  <a:lnTo>
                    <a:pt x="2695" y="450"/>
                  </a:lnTo>
                  <a:lnTo>
                    <a:pt x="2545" y="300"/>
                  </a:lnTo>
                  <a:lnTo>
                    <a:pt x="2395" y="300"/>
                  </a:lnTo>
                  <a:lnTo>
                    <a:pt x="1797" y="150"/>
                  </a:lnTo>
                  <a:lnTo>
                    <a:pt x="104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3" name="Google Shape;2003;p56"/>
            <p:cNvSpPr/>
            <p:nvPr/>
          </p:nvSpPr>
          <p:spPr>
            <a:xfrm>
              <a:off x="3793150" y="5076475"/>
              <a:ext cx="59900" cy="15000"/>
            </a:xfrm>
            <a:custGeom>
              <a:rect b="b" l="l" r="r" t="t"/>
              <a:pathLst>
                <a:path extrusionOk="0" h="600" w="2396">
                  <a:moveTo>
                    <a:pt x="150" y="0"/>
                  </a:moveTo>
                  <a:lnTo>
                    <a:pt x="150" y="150"/>
                  </a:lnTo>
                  <a:lnTo>
                    <a:pt x="0" y="300"/>
                  </a:lnTo>
                  <a:lnTo>
                    <a:pt x="0" y="449"/>
                  </a:lnTo>
                  <a:lnTo>
                    <a:pt x="300" y="449"/>
                  </a:lnTo>
                  <a:lnTo>
                    <a:pt x="1048" y="599"/>
                  </a:lnTo>
                  <a:lnTo>
                    <a:pt x="1946" y="599"/>
                  </a:lnTo>
                  <a:lnTo>
                    <a:pt x="2395" y="449"/>
                  </a:lnTo>
                  <a:lnTo>
                    <a:pt x="23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4" name="Google Shape;2004;p56"/>
            <p:cNvSpPr/>
            <p:nvPr/>
          </p:nvSpPr>
          <p:spPr>
            <a:xfrm>
              <a:off x="1192500" y="238125"/>
              <a:ext cx="5235000" cy="5238750"/>
            </a:xfrm>
            <a:custGeom>
              <a:rect b="b" l="l" r="r" t="t"/>
              <a:pathLst>
                <a:path extrusionOk="0" h="209550" w="209400">
                  <a:moveTo>
                    <a:pt x="100135" y="23200"/>
                  </a:moveTo>
                  <a:lnTo>
                    <a:pt x="98638" y="34276"/>
                  </a:lnTo>
                  <a:lnTo>
                    <a:pt x="94597" y="34725"/>
                  </a:lnTo>
                  <a:lnTo>
                    <a:pt x="90555" y="35324"/>
                  </a:lnTo>
                  <a:lnTo>
                    <a:pt x="90555" y="35324"/>
                  </a:lnTo>
                  <a:lnTo>
                    <a:pt x="90705" y="24248"/>
                  </a:lnTo>
                  <a:lnTo>
                    <a:pt x="95345" y="23649"/>
                  </a:lnTo>
                  <a:lnTo>
                    <a:pt x="100135" y="23200"/>
                  </a:lnTo>
                  <a:close/>
                  <a:moveTo>
                    <a:pt x="108517" y="23200"/>
                  </a:moveTo>
                  <a:lnTo>
                    <a:pt x="113606" y="23500"/>
                  </a:lnTo>
                  <a:lnTo>
                    <a:pt x="118845" y="24248"/>
                  </a:lnTo>
                  <a:lnTo>
                    <a:pt x="118845" y="35324"/>
                  </a:lnTo>
                  <a:lnTo>
                    <a:pt x="114504" y="34576"/>
                  </a:lnTo>
                  <a:lnTo>
                    <a:pt x="110163" y="34127"/>
                  </a:lnTo>
                  <a:lnTo>
                    <a:pt x="108517" y="23200"/>
                  </a:lnTo>
                  <a:close/>
                  <a:moveTo>
                    <a:pt x="89657" y="24398"/>
                  </a:moveTo>
                  <a:lnTo>
                    <a:pt x="89657" y="24547"/>
                  </a:lnTo>
                  <a:lnTo>
                    <a:pt x="88310" y="24996"/>
                  </a:lnTo>
                  <a:lnTo>
                    <a:pt x="87262" y="25146"/>
                  </a:lnTo>
                  <a:lnTo>
                    <a:pt x="86215" y="25595"/>
                  </a:lnTo>
                  <a:lnTo>
                    <a:pt x="86215" y="25745"/>
                  </a:lnTo>
                  <a:lnTo>
                    <a:pt x="88011" y="25296"/>
                  </a:lnTo>
                  <a:lnTo>
                    <a:pt x="88909" y="25146"/>
                  </a:lnTo>
                  <a:lnTo>
                    <a:pt x="89657" y="24996"/>
                  </a:lnTo>
                  <a:lnTo>
                    <a:pt x="89657" y="25745"/>
                  </a:lnTo>
                  <a:lnTo>
                    <a:pt x="88310" y="26194"/>
                  </a:lnTo>
                  <a:lnTo>
                    <a:pt x="87412" y="26493"/>
                  </a:lnTo>
                  <a:lnTo>
                    <a:pt x="86514" y="26792"/>
                  </a:lnTo>
                  <a:lnTo>
                    <a:pt x="86364" y="26942"/>
                  </a:lnTo>
                  <a:lnTo>
                    <a:pt x="86514" y="26942"/>
                  </a:lnTo>
                  <a:lnTo>
                    <a:pt x="88460" y="26493"/>
                  </a:lnTo>
                  <a:lnTo>
                    <a:pt x="89657" y="26194"/>
                  </a:lnTo>
                  <a:lnTo>
                    <a:pt x="89657" y="27092"/>
                  </a:lnTo>
                  <a:lnTo>
                    <a:pt x="88310" y="27541"/>
                  </a:lnTo>
                  <a:lnTo>
                    <a:pt x="87412" y="27691"/>
                  </a:lnTo>
                  <a:lnTo>
                    <a:pt x="86514" y="28140"/>
                  </a:lnTo>
                  <a:lnTo>
                    <a:pt x="86514" y="28289"/>
                  </a:lnTo>
                  <a:lnTo>
                    <a:pt x="87412" y="27990"/>
                  </a:lnTo>
                  <a:lnTo>
                    <a:pt x="88310" y="27840"/>
                  </a:lnTo>
                  <a:lnTo>
                    <a:pt x="89657" y="27391"/>
                  </a:lnTo>
                  <a:lnTo>
                    <a:pt x="89657" y="28289"/>
                  </a:lnTo>
                  <a:lnTo>
                    <a:pt x="88310" y="28589"/>
                  </a:lnTo>
                  <a:lnTo>
                    <a:pt x="87562" y="28888"/>
                  </a:lnTo>
                  <a:lnTo>
                    <a:pt x="86963" y="29187"/>
                  </a:lnTo>
                  <a:lnTo>
                    <a:pt x="86963" y="29337"/>
                  </a:lnTo>
                  <a:lnTo>
                    <a:pt x="87113" y="29337"/>
                  </a:lnTo>
                  <a:lnTo>
                    <a:pt x="88759" y="28738"/>
                  </a:lnTo>
                  <a:lnTo>
                    <a:pt x="89657" y="28589"/>
                  </a:lnTo>
                  <a:lnTo>
                    <a:pt x="89657" y="29786"/>
                  </a:lnTo>
                  <a:lnTo>
                    <a:pt x="88610" y="30085"/>
                  </a:lnTo>
                  <a:lnTo>
                    <a:pt x="87712" y="30385"/>
                  </a:lnTo>
                  <a:lnTo>
                    <a:pt x="86963" y="30684"/>
                  </a:lnTo>
                  <a:lnTo>
                    <a:pt x="86963" y="30834"/>
                  </a:lnTo>
                  <a:lnTo>
                    <a:pt x="87861" y="30534"/>
                  </a:lnTo>
                  <a:lnTo>
                    <a:pt x="88610" y="30385"/>
                  </a:lnTo>
                  <a:lnTo>
                    <a:pt x="89657" y="30085"/>
                  </a:lnTo>
                  <a:lnTo>
                    <a:pt x="89657" y="30983"/>
                  </a:lnTo>
                  <a:lnTo>
                    <a:pt x="88759" y="31133"/>
                  </a:lnTo>
                  <a:lnTo>
                    <a:pt x="88011" y="31433"/>
                  </a:lnTo>
                  <a:lnTo>
                    <a:pt x="87262" y="31732"/>
                  </a:lnTo>
                  <a:lnTo>
                    <a:pt x="87262" y="31882"/>
                  </a:lnTo>
                  <a:lnTo>
                    <a:pt x="89208" y="31283"/>
                  </a:lnTo>
                  <a:lnTo>
                    <a:pt x="89657" y="31283"/>
                  </a:lnTo>
                  <a:lnTo>
                    <a:pt x="89657" y="32031"/>
                  </a:lnTo>
                  <a:lnTo>
                    <a:pt x="89059" y="32181"/>
                  </a:lnTo>
                  <a:lnTo>
                    <a:pt x="87562" y="32780"/>
                  </a:lnTo>
                  <a:lnTo>
                    <a:pt x="87562" y="32929"/>
                  </a:lnTo>
                  <a:lnTo>
                    <a:pt x="87712" y="32929"/>
                  </a:lnTo>
                  <a:lnTo>
                    <a:pt x="89059" y="32480"/>
                  </a:lnTo>
                  <a:lnTo>
                    <a:pt x="89657" y="32331"/>
                  </a:lnTo>
                  <a:lnTo>
                    <a:pt x="89657" y="32331"/>
                  </a:lnTo>
                  <a:lnTo>
                    <a:pt x="89508" y="33229"/>
                  </a:lnTo>
                  <a:lnTo>
                    <a:pt x="88759" y="33378"/>
                  </a:lnTo>
                  <a:lnTo>
                    <a:pt x="87861" y="33678"/>
                  </a:lnTo>
                  <a:lnTo>
                    <a:pt x="87861" y="33827"/>
                  </a:lnTo>
                  <a:lnTo>
                    <a:pt x="88759" y="33678"/>
                  </a:lnTo>
                  <a:lnTo>
                    <a:pt x="89508" y="33378"/>
                  </a:lnTo>
                  <a:lnTo>
                    <a:pt x="89508" y="34276"/>
                  </a:lnTo>
                  <a:lnTo>
                    <a:pt x="89208" y="34276"/>
                  </a:lnTo>
                  <a:lnTo>
                    <a:pt x="88759" y="34576"/>
                  </a:lnTo>
                  <a:lnTo>
                    <a:pt x="88161" y="34725"/>
                  </a:lnTo>
                  <a:lnTo>
                    <a:pt x="88161" y="34875"/>
                  </a:lnTo>
                  <a:lnTo>
                    <a:pt x="89358" y="34576"/>
                  </a:lnTo>
                  <a:lnTo>
                    <a:pt x="89508" y="34426"/>
                  </a:lnTo>
                  <a:lnTo>
                    <a:pt x="89508" y="35174"/>
                  </a:lnTo>
                  <a:lnTo>
                    <a:pt x="88310" y="35773"/>
                  </a:lnTo>
                  <a:lnTo>
                    <a:pt x="88310" y="35923"/>
                  </a:lnTo>
                  <a:lnTo>
                    <a:pt x="88460" y="35923"/>
                  </a:lnTo>
                  <a:lnTo>
                    <a:pt x="89059" y="35624"/>
                  </a:lnTo>
                  <a:lnTo>
                    <a:pt x="89508" y="35474"/>
                  </a:lnTo>
                  <a:lnTo>
                    <a:pt x="89508" y="35624"/>
                  </a:lnTo>
                  <a:lnTo>
                    <a:pt x="89508" y="36222"/>
                  </a:lnTo>
                  <a:lnTo>
                    <a:pt x="89358" y="36222"/>
                  </a:lnTo>
                  <a:lnTo>
                    <a:pt x="88909" y="36522"/>
                  </a:lnTo>
                  <a:lnTo>
                    <a:pt x="88460" y="36821"/>
                  </a:lnTo>
                  <a:lnTo>
                    <a:pt x="88610" y="36821"/>
                  </a:lnTo>
                  <a:lnTo>
                    <a:pt x="88909" y="36671"/>
                  </a:lnTo>
                  <a:lnTo>
                    <a:pt x="89358" y="36522"/>
                  </a:lnTo>
                  <a:lnTo>
                    <a:pt x="89508" y="36522"/>
                  </a:lnTo>
                  <a:lnTo>
                    <a:pt x="89508" y="37120"/>
                  </a:lnTo>
                  <a:lnTo>
                    <a:pt x="89508" y="37270"/>
                  </a:lnTo>
                  <a:lnTo>
                    <a:pt x="88909" y="37569"/>
                  </a:lnTo>
                  <a:lnTo>
                    <a:pt x="88909" y="37719"/>
                  </a:lnTo>
                  <a:lnTo>
                    <a:pt x="89508" y="37420"/>
                  </a:lnTo>
                  <a:lnTo>
                    <a:pt x="89508" y="38318"/>
                  </a:lnTo>
                  <a:lnTo>
                    <a:pt x="88909" y="38617"/>
                  </a:lnTo>
                  <a:lnTo>
                    <a:pt x="88011" y="36971"/>
                  </a:lnTo>
                  <a:lnTo>
                    <a:pt x="87412" y="36073"/>
                  </a:lnTo>
                  <a:lnTo>
                    <a:pt x="82024" y="26343"/>
                  </a:lnTo>
                  <a:lnTo>
                    <a:pt x="85766" y="25296"/>
                  </a:lnTo>
                  <a:lnTo>
                    <a:pt x="89657" y="24398"/>
                  </a:lnTo>
                  <a:close/>
                  <a:moveTo>
                    <a:pt x="119743" y="24398"/>
                  </a:moveTo>
                  <a:lnTo>
                    <a:pt x="123634" y="25296"/>
                  </a:lnTo>
                  <a:lnTo>
                    <a:pt x="127526" y="26343"/>
                  </a:lnTo>
                  <a:lnTo>
                    <a:pt x="121988" y="36073"/>
                  </a:lnTo>
                  <a:lnTo>
                    <a:pt x="121389" y="36971"/>
                  </a:lnTo>
                  <a:lnTo>
                    <a:pt x="120491" y="38617"/>
                  </a:lnTo>
                  <a:lnTo>
                    <a:pt x="120042" y="38318"/>
                  </a:lnTo>
                  <a:lnTo>
                    <a:pt x="119892" y="38318"/>
                  </a:lnTo>
                  <a:lnTo>
                    <a:pt x="119892" y="37420"/>
                  </a:lnTo>
                  <a:lnTo>
                    <a:pt x="120491" y="37719"/>
                  </a:lnTo>
                  <a:lnTo>
                    <a:pt x="120641" y="37569"/>
                  </a:lnTo>
                  <a:lnTo>
                    <a:pt x="119892" y="37270"/>
                  </a:lnTo>
                  <a:lnTo>
                    <a:pt x="119892" y="37120"/>
                  </a:lnTo>
                  <a:lnTo>
                    <a:pt x="119892" y="36671"/>
                  </a:lnTo>
                  <a:lnTo>
                    <a:pt x="119892" y="36522"/>
                  </a:lnTo>
                  <a:lnTo>
                    <a:pt x="120042" y="36522"/>
                  </a:lnTo>
                  <a:lnTo>
                    <a:pt x="120491" y="36821"/>
                  </a:lnTo>
                  <a:lnTo>
                    <a:pt x="120940" y="36821"/>
                  </a:lnTo>
                  <a:lnTo>
                    <a:pt x="120491" y="36522"/>
                  </a:lnTo>
                  <a:lnTo>
                    <a:pt x="120042" y="36222"/>
                  </a:lnTo>
                  <a:lnTo>
                    <a:pt x="119892" y="36222"/>
                  </a:lnTo>
                  <a:lnTo>
                    <a:pt x="119892" y="35624"/>
                  </a:lnTo>
                  <a:lnTo>
                    <a:pt x="119892" y="35474"/>
                  </a:lnTo>
                  <a:lnTo>
                    <a:pt x="120491" y="35773"/>
                  </a:lnTo>
                  <a:lnTo>
                    <a:pt x="120940" y="35923"/>
                  </a:lnTo>
                  <a:lnTo>
                    <a:pt x="121090" y="35923"/>
                  </a:lnTo>
                  <a:lnTo>
                    <a:pt x="121090" y="35773"/>
                  </a:lnTo>
                  <a:lnTo>
                    <a:pt x="119892" y="35174"/>
                  </a:lnTo>
                  <a:lnTo>
                    <a:pt x="119892" y="34426"/>
                  </a:lnTo>
                  <a:lnTo>
                    <a:pt x="120042" y="34576"/>
                  </a:lnTo>
                  <a:lnTo>
                    <a:pt x="121239" y="34875"/>
                  </a:lnTo>
                  <a:lnTo>
                    <a:pt x="121239" y="34725"/>
                  </a:lnTo>
                  <a:lnTo>
                    <a:pt x="120790" y="34576"/>
                  </a:lnTo>
                  <a:lnTo>
                    <a:pt x="120192" y="34276"/>
                  </a:lnTo>
                  <a:lnTo>
                    <a:pt x="119892" y="34276"/>
                  </a:lnTo>
                  <a:lnTo>
                    <a:pt x="119892" y="33378"/>
                  </a:lnTo>
                  <a:lnTo>
                    <a:pt x="120641" y="33678"/>
                  </a:lnTo>
                  <a:lnTo>
                    <a:pt x="121539" y="33827"/>
                  </a:lnTo>
                  <a:lnTo>
                    <a:pt x="121539" y="33678"/>
                  </a:lnTo>
                  <a:lnTo>
                    <a:pt x="120790" y="33378"/>
                  </a:lnTo>
                  <a:lnTo>
                    <a:pt x="119892" y="33229"/>
                  </a:lnTo>
                  <a:lnTo>
                    <a:pt x="119892" y="32331"/>
                  </a:lnTo>
                  <a:lnTo>
                    <a:pt x="120491" y="32480"/>
                  </a:lnTo>
                  <a:lnTo>
                    <a:pt x="121838" y="32929"/>
                  </a:lnTo>
                  <a:lnTo>
                    <a:pt x="121838" y="32780"/>
                  </a:lnTo>
                  <a:lnTo>
                    <a:pt x="120341" y="32181"/>
                  </a:lnTo>
                  <a:lnTo>
                    <a:pt x="119892" y="32031"/>
                  </a:lnTo>
                  <a:lnTo>
                    <a:pt x="119892" y="31283"/>
                  </a:lnTo>
                  <a:lnTo>
                    <a:pt x="120192" y="31283"/>
                  </a:lnTo>
                  <a:lnTo>
                    <a:pt x="122138" y="31882"/>
                  </a:lnTo>
                  <a:lnTo>
                    <a:pt x="122138" y="31732"/>
                  </a:lnTo>
                  <a:lnTo>
                    <a:pt x="121539" y="31433"/>
                  </a:lnTo>
                  <a:lnTo>
                    <a:pt x="120641" y="31133"/>
                  </a:lnTo>
                  <a:lnTo>
                    <a:pt x="119892" y="30983"/>
                  </a:lnTo>
                  <a:lnTo>
                    <a:pt x="119892" y="30085"/>
                  </a:lnTo>
                  <a:lnTo>
                    <a:pt x="120790" y="30385"/>
                  </a:lnTo>
                  <a:lnTo>
                    <a:pt x="121688" y="30534"/>
                  </a:lnTo>
                  <a:lnTo>
                    <a:pt x="122437" y="30834"/>
                  </a:lnTo>
                  <a:lnTo>
                    <a:pt x="122437" y="30684"/>
                  </a:lnTo>
                  <a:lnTo>
                    <a:pt x="121688" y="30385"/>
                  </a:lnTo>
                  <a:lnTo>
                    <a:pt x="120940" y="30085"/>
                  </a:lnTo>
                  <a:lnTo>
                    <a:pt x="119892" y="29786"/>
                  </a:lnTo>
                  <a:lnTo>
                    <a:pt x="119743" y="28589"/>
                  </a:lnTo>
                  <a:lnTo>
                    <a:pt x="120790" y="28738"/>
                  </a:lnTo>
                  <a:lnTo>
                    <a:pt x="122437" y="29337"/>
                  </a:lnTo>
                  <a:lnTo>
                    <a:pt x="122437" y="29187"/>
                  </a:lnTo>
                  <a:lnTo>
                    <a:pt x="121838" y="28888"/>
                  </a:lnTo>
                  <a:lnTo>
                    <a:pt x="121239" y="28589"/>
                  </a:lnTo>
                  <a:lnTo>
                    <a:pt x="119743" y="28289"/>
                  </a:lnTo>
                  <a:lnTo>
                    <a:pt x="119743" y="27391"/>
                  </a:lnTo>
                  <a:lnTo>
                    <a:pt x="121090" y="27840"/>
                  </a:lnTo>
                  <a:lnTo>
                    <a:pt x="121988" y="27990"/>
                  </a:lnTo>
                  <a:lnTo>
                    <a:pt x="122886" y="28289"/>
                  </a:lnTo>
                  <a:lnTo>
                    <a:pt x="122886" y="28140"/>
                  </a:lnTo>
                  <a:lnTo>
                    <a:pt x="121988" y="27691"/>
                  </a:lnTo>
                  <a:lnTo>
                    <a:pt x="121090" y="27541"/>
                  </a:lnTo>
                  <a:lnTo>
                    <a:pt x="119743" y="27092"/>
                  </a:lnTo>
                  <a:lnTo>
                    <a:pt x="119743" y="26194"/>
                  </a:lnTo>
                  <a:lnTo>
                    <a:pt x="120940" y="26493"/>
                  </a:lnTo>
                  <a:lnTo>
                    <a:pt x="122886" y="26942"/>
                  </a:lnTo>
                  <a:lnTo>
                    <a:pt x="123036" y="26942"/>
                  </a:lnTo>
                  <a:lnTo>
                    <a:pt x="123036" y="26792"/>
                  </a:lnTo>
                  <a:lnTo>
                    <a:pt x="122138" y="26493"/>
                  </a:lnTo>
                  <a:lnTo>
                    <a:pt x="121239" y="26194"/>
                  </a:lnTo>
                  <a:lnTo>
                    <a:pt x="119743" y="25745"/>
                  </a:lnTo>
                  <a:lnTo>
                    <a:pt x="119743" y="24996"/>
                  </a:lnTo>
                  <a:lnTo>
                    <a:pt x="120641" y="25146"/>
                  </a:lnTo>
                  <a:lnTo>
                    <a:pt x="121539" y="25296"/>
                  </a:lnTo>
                  <a:lnTo>
                    <a:pt x="123185" y="25745"/>
                  </a:lnTo>
                  <a:lnTo>
                    <a:pt x="123335" y="25595"/>
                  </a:lnTo>
                  <a:lnTo>
                    <a:pt x="123185" y="25595"/>
                  </a:lnTo>
                  <a:lnTo>
                    <a:pt x="122287" y="25146"/>
                  </a:lnTo>
                  <a:lnTo>
                    <a:pt x="121090" y="24996"/>
                  </a:lnTo>
                  <a:lnTo>
                    <a:pt x="119743" y="24547"/>
                  </a:lnTo>
                  <a:lnTo>
                    <a:pt x="119743" y="24398"/>
                  </a:lnTo>
                  <a:close/>
                  <a:moveTo>
                    <a:pt x="89508" y="38467"/>
                  </a:moveTo>
                  <a:lnTo>
                    <a:pt x="89508" y="39665"/>
                  </a:lnTo>
                  <a:lnTo>
                    <a:pt x="89059" y="38767"/>
                  </a:lnTo>
                  <a:lnTo>
                    <a:pt x="89508" y="38467"/>
                  </a:lnTo>
                  <a:close/>
                  <a:moveTo>
                    <a:pt x="119892" y="38467"/>
                  </a:moveTo>
                  <a:lnTo>
                    <a:pt x="120491" y="38767"/>
                  </a:lnTo>
                  <a:lnTo>
                    <a:pt x="119892" y="39665"/>
                  </a:lnTo>
                  <a:lnTo>
                    <a:pt x="119892" y="38467"/>
                  </a:lnTo>
                  <a:close/>
                  <a:moveTo>
                    <a:pt x="80976" y="26643"/>
                  </a:moveTo>
                  <a:lnTo>
                    <a:pt x="86514" y="36372"/>
                  </a:lnTo>
                  <a:lnTo>
                    <a:pt x="81874" y="37719"/>
                  </a:lnTo>
                  <a:lnTo>
                    <a:pt x="77384" y="39515"/>
                  </a:lnTo>
                  <a:lnTo>
                    <a:pt x="73043" y="41461"/>
                  </a:lnTo>
                  <a:lnTo>
                    <a:pt x="68702" y="43706"/>
                  </a:lnTo>
                  <a:lnTo>
                    <a:pt x="65260" y="33229"/>
                  </a:lnTo>
                  <a:lnTo>
                    <a:pt x="69002" y="31283"/>
                  </a:lnTo>
                  <a:lnTo>
                    <a:pt x="72893" y="29487"/>
                  </a:lnTo>
                  <a:lnTo>
                    <a:pt x="76935" y="27990"/>
                  </a:lnTo>
                  <a:lnTo>
                    <a:pt x="80976" y="26643"/>
                  </a:lnTo>
                  <a:close/>
                  <a:moveTo>
                    <a:pt x="128424" y="26643"/>
                  </a:moveTo>
                  <a:lnTo>
                    <a:pt x="132465" y="27990"/>
                  </a:lnTo>
                  <a:lnTo>
                    <a:pt x="136507" y="29487"/>
                  </a:lnTo>
                  <a:lnTo>
                    <a:pt x="140398" y="31283"/>
                  </a:lnTo>
                  <a:lnTo>
                    <a:pt x="144140" y="33229"/>
                  </a:lnTo>
                  <a:lnTo>
                    <a:pt x="140698" y="43706"/>
                  </a:lnTo>
                  <a:lnTo>
                    <a:pt x="136507" y="41461"/>
                  </a:lnTo>
                  <a:lnTo>
                    <a:pt x="132166" y="39515"/>
                  </a:lnTo>
                  <a:lnTo>
                    <a:pt x="127526" y="37719"/>
                  </a:lnTo>
                  <a:lnTo>
                    <a:pt x="122886" y="36372"/>
                  </a:lnTo>
                  <a:lnTo>
                    <a:pt x="128424" y="26643"/>
                  </a:lnTo>
                  <a:close/>
                  <a:moveTo>
                    <a:pt x="64511" y="33678"/>
                  </a:moveTo>
                  <a:lnTo>
                    <a:pt x="64511" y="33827"/>
                  </a:lnTo>
                  <a:lnTo>
                    <a:pt x="63314" y="34576"/>
                  </a:lnTo>
                  <a:lnTo>
                    <a:pt x="62416" y="35174"/>
                  </a:lnTo>
                  <a:lnTo>
                    <a:pt x="61518" y="35923"/>
                  </a:lnTo>
                  <a:lnTo>
                    <a:pt x="61667" y="35923"/>
                  </a:lnTo>
                  <a:lnTo>
                    <a:pt x="63613" y="34725"/>
                  </a:lnTo>
                  <a:lnTo>
                    <a:pt x="64511" y="34127"/>
                  </a:lnTo>
                  <a:lnTo>
                    <a:pt x="64811" y="35025"/>
                  </a:lnTo>
                  <a:lnTo>
                    <a:pt x="63613" y="35923"/>
                  </a:lnTo>
                  <a:lnTo>
                    <a:pt x="62865" y="36372"/>
                  </a:lnTo>
                  <a:lnTo>
                    <a:pt x="62117" y="36971"/>
                  </a:lnTo>
                  <a:lnTo>
                    <a:pt x="62117" y="37120"/>
                  </a:lnTo>
                  <a:lnTo>
                    <a:pt x="62266" y="37120"/>
                  </a:lnTo>
                  <a:lnTo>
                    <a:pt x="63913" y="36073"/>
                  </a:lnTo>
                  <a:lnTo>
                    <a:pt x="64960" y="35324"/>
                  </a:lnTo>
                  <a:lnTo>
                    <a:pt x="65260" y="36222"/>
                  </a:lnTo>
                  <a:lnTo>
                    <a:pt x="64062" y="36971"/>
                  </a:lnTo>
                  <a:lnTo>
                    <a:pt x="63314" y="37569"/>
                  </a:lnTo>
                  <a:lnTo>
                    <a:pt x="62566" y="38168"/>
                  </a:lnTo>
                  <a:lnTo>
                    <a:pt x="62566" y="38318"/>
                  </a:lnTo>
                  <a:lnTo>
                    <a:pt x="62715" y="38318"/>
                  </a:lnTo>
                  <a:lnTo>
                    <a:pt x="63464" y="37869"/>
                  </a:lnTo>
                  <a:lnTo>
                    <a:pt x="64212" y="37270"/>
                  </a:lnTo>
                  <a:lnTo>
                    <a:pt x="65409" y="36372"/>
                  </a:lnTo>
                  <a:lnTo>
                    <a:pt x="65559" y="37270"/>
                  </a:lnTo>
                  <a:lnTo>
                    <a:pt x="64661" y="38018"/>
                  </a:lnTo>
                  <a:lnTo>
                    <a:pt x="63913" y="38467"/>
                  </a:lnTo>
                  <a:lnTo>
                    <a:pt x="63464" y="39066"/>
                  </a:lnTo>
                  <a:lnTo>
                    <a:pt x="63464" y="39216"/>
                  </a:lnTo>
                  <a:lnTo>
                    <a:pt x="63613" y="39216"/>
                  </a:lnTo>
                  <a:lnTo>
                    <a:pt x="64960" y="38168"/>
                  </a:lnTo>
                  <a:lnTo>
                    <a:pt x="65709" y="37569"/>
                  </a:lnTo>
                  <a:lnTo>
                    <a:pt x="66158" y="38767"/>
                  </a:lnTo>
                  <a:lnTo>
                    <a:pt x="65260" y="39365"/>
                  </a:lnTo>
                  <a:lnTo>
                    <a:pt x="64511" y="39815"/>
                  </a:lnTo>
                  <a:lnTo>
                    <a:pt x="63913" y="40413"/>
                  </a:lnTo>
                  <a:lnTo>
                    <a:pt x="63913" y="40563"/>
                  </a:lnTo>
                  <a:lnTo>
                    <a:pt x="64661" y="40114"/>
                  </a:lnTo>
                  <a:lnTo>
                    <a:pt x="65409" y="39515"/>
                  </a:lnTo>
                  <a:lnTo>
                    <a:pt x="66158" y="39066"/>
                  </a:lnTo>
                  <a:lnTo>
                    <a:pt x="66457" y="39964"/>
                  </a:lnTo>
                  <a:lnTo>
                    <a:pt x="65709" y="40264"/>
                  </a:lnTo>
                  <a:lnTo>
                    <a:pt x="65110" y="40862"/>
                  </a:lnTo>
                  <a:lnTo>
                    <a:pt x="64511" y="41461"/>
                  </a:lnTo>
                  <a:lnTo>
                    <a:pt x="64511" y="41461"/>
                  </a:lnTo>
                  <a:lnTo>
                    <a:pt x="66308" y="40264"/>
                  </a:lnTo>
                  <a:lnTo>
                    <a:pt x="66607" y="40114"/>
                  </a:lnTo>
                  <a:lnTo>
                    <a:pt x="66757" y="40862"/>
                  </a:lnTo>
                  <a:lnTo>
                    <a:pt x="66457" y="41162"/>
                  </a:lnTo>
                  <a:lnTo>
                    <a:pt x="65858" y="41611"/>
                  </a:lnTo>
                  <a:lnTo>
                    <a:pt x="65110" y="42209"/>
                  </a:lnTo>
                  <a:lnTo>
                    <a:pt x="65110" y="42359"/>
                  </a:lnTo>
                  <a:lnTo>
                    <a:pt x="65260" y="42359"/>
                  </a:lnTo>
                  <a:lnTo>
                    <a:pt x="66457" y="41461"/>
                  </a:lnTo>
                  <a:lnTo>
                    <a:pt x="66906" y="41162"/>
                  </a:lnTo>
                  <a:lnTo>
                    <a:pt x="67206" y="41910"/>
                  </a:lnTo>
                  <a:lnTo>
                    <a:pt x="66607" y="42359"/>
                  </a:lnTo>
                  <a:lnTo>
                    <a:pt x="65709" y="43107"/>
                  </a:lnTo>
                  <a:lnTo>
                    <a:pt x="65858" y="43107"/>
                  </a:lnTo>
                  <a:lnTo>
                    <a:pt x="66308" y="42808"/>
                  </a:lnTo>
                  <a:lnTo>
                    <a:pt x="66757" y="42509"/>
                  </a:lnTo>
                  <a:lnTo>
                    <a:pt x="67206" y="42209"/>
                  </a:lnTo>
                  <a:lnTo>
                    <a:pt x="67505" y="42958"/>
                  </a:lnTo>
                  <a:lnTo>
                    <a:pt x="67206" y="43257"/>
                  </a:lnTo>
                  <a:lnTo>
                    <a:pt x="66757" y="43556"/>
                  </a:lnTo>
                  <a:lnTo>
                    <a:pt x="66308" y="44006"/>
                  </a:lnTo>
                  <a:lnTo>
                    <a:pt x="66457" y="44006"/>
                  </a:lnTo>
                  <a:lnTo>
                    <a:pt x="67505" y="43257"/>
                  </a:lnTo>
                  <a:lnTo>
                    <a:pt x="67804" y="43856"/>
                  </a:lnTo>
                  <a:lnTo>
                    <a:pt x="66906" y="44754"/>
                  </a:lnTo>
                  <a:lnTo>
                    <a:pt x="66906" y="44904"/>
                  </a:lnTo>
                  <a:lnTo>
                    <a:pt x="67505" y="44455"/>
                  </a:lnTo>
                  <a:lnTo>
                    <a:pt x="67954" y="44155"/>
                  </a:lnTo>
                  <a:lnTo>
                    <a:pt x="67954" y="44305"/>
                  </a:lnTo>
                  <a:lnTo>
                    <a:pt x="68104" y="44754"/>
                  </a:lnTo>
                  <a:lnTo>
                    <a:pt x="67954" y="45053"/>
                  </a:lnTo>
                  <a:lnTo>
                    <a:pt x="67505" y="45353"/>
                  </a:lnTo>
                  <a:lnTo>
                    <a:pt x="67355" y="45652"/>
                  </a:lnTo>
                  <a:lnTo>
                    <a:pt x="67355" y="45802"/>
                  </a:lnTo>
                  <a:lnTo>
                    <a:pt x="67804" y="45502"/>
                  </a:lnTo>
                  <a:lnTo>
                    <a:pt x="68104" y="45203"/>
                  </a:lnTo>
                  <a:lnTo>
                    <a:pt x="68253" y="45053"/>
                  </a:lnTo>
                  <a:lnTo>
                    <a:pt x="68253" y="45203"/>
                  </a:lnTo>
                  <a:lnTo>
                    <a:pt x="68403" y="45802"/>
                  </a:lnTo>
                  <a:lnTo>
                    <a:pt x="67954" y="46400"/>
                  </a:lnTo>
                  <a:lnTo>
                    <a:pt x="68553" y="46101"/>
                  </a:lnTo>
                  <a:lnTo>
                    <a:pt x="68702" y="46849"/>
                  </a:lnTo>
                  <a:lnTo>
                    <a:pt x="68403" y="47298"/>
                  </a:lnTo>
                  <a:lnTo>
                    <a:pt x="66906" y="46101"/>
                  </a:lnTo>
                  <a:lnTo>
                    <a:pt x="66158" y="45353"/>
                  </a:lnTo>
                  <a:lnTo>
                    <a:pt x="57776" y="38018"/>
                  </a:lnTo>
                  <a:lnTo>
                    <a:pt x="61069" y="35773"/>
                  </a:lnTo>
                  <a:lnTo>
                    <a:pt x="64511" y="33678"/>
                  </a:lnTo>
                  <a:close/>
                  <a:moveTo>
                    <a:pt x="145038" y="33678"/>
                  </a:moveTo>
                  <a:lnTo>
                    <a:pt x="148331" y="35773"/>
                  </a:lnTo>
                  <a:lnTo>
                    <a:pt x="151624" y="38018"/>
                  </a:lnTo>
                  <a:lnTo>
                    <a:pt x="143242" y="45353"/>
                  </a:lnTo>
                  <a:lnTo>
                    <a:pt x="142494" y="46101"/>
                  </a:lnTo>
                  <a:lnTo>
                    <a:pt x="141147" y="47298"/>
                  </a:lnTo>
                  <a:lnTo>
                    <a:pt x="140698" y="46849"/>
                  </a:lnTo>
                  <a:lnTo>
                    <a:pt x="140997" y="46101"/>
                  </a:lnTo>
                  <a:lnTo>
                    <a:pt x="141446" y="46400"/>
                  </a:lnTo>
                  <a:lnTo>
                    <a:pt x="140997" y="45802"/>
                  </a:lnTo>
                  <a:lnTo>
                    <a:pt x="141147" y="45203"/>
                  </a:lnTo>
                  <a:lnTo>
                    <a:pt x="141296" y="45053"/>
                  </a:lnTo>
                  <a:lnTo>
                    <a:pt x="141296" y="45203"/>
                  </a:lnTo>
                  <a:lnTo>
                    <a:pt x="141895" y="45652"/>
                  </a:lnTo>
                  <a:lnTo>
                    <a:pt x="142045" y="45802"/>
                  </a:lnTo>
                  <a:lnTo>
                    <a:pt x="142194" y="45652"/>
                  </a:lnTo>
                  <a:lnTo>
                    <a:pt x="141895" y="45353"/>
                  </a:lnTo>
                  <a:lnTo>
                    <a:pt x="141446" y="45053"/>
                  </a:lnTo>
                  <a:lnTo>
                    <a:pt x="141296" y="44754"/>
                  </a:lnTo>
                  <a:lnTo>
                    <a:pt x="141596" y="44305"/>
                  </a:lnTo>
                  <a:lnTo>
                    <a:pt x="141596" y="44155"/>
                  </a:lnTo>
                  <a:lnTo>
                    <a:pt x="142194" y="44754"/>
                  </a:lnTo>
                  <a:lnTo>
                    <a:pt x="142494" y="44904"/>
                  </a:lnTo>
                  <a:lnTo>
                    <a:pt x="142643" y="44754"/>
                  </a:lnTo>
                  <a:lnTo>
                    <a:pt x="141596" y="43856"/>
                  </a:lnTo>
                  <a:lnTo>
                    <a:pt x="141895" y="43257"/>
                  </a:lnTo>
                  <a:lnTo>
                    <a:pt x="142045" y="43257"/>
                  </a:lnTo>
                  <a:lnTo>
                    <a:pt x="143093" y="44006"/>
                  </a:lnTo>
                  <a:lnTo>
                    <a:pt x="143093" y="44006"/>
                  </a:lnTo>
                  <a:lnTo>
                    <a:pt x="142643" y="43556"/>
                  </a:lnTo>
                  <a:lnTo>
                    <a:pt x="142344" y="43257"/>
                  </a:lnTo>
                  <a:lnTo>
                    <a:pt x="141895" y="42958"/>
                  </a:lnTo>
                  <a:lnTo>
                    <a:pt x="142194" y="42209"/>
                  </a:lnTo>
                  <a:lnTo>
                    <a:pt x="142643" y="42509"/>
                  </a:lnTo>
                  <a:lnTo>
                    <a:pt x="143093" y="42808"/>
                  </a:lnTo>
                  <a:lnTo>
                    <a:pt x="143691" y="43107"/>
                  </a:lnTo>
                  <a:lnTo>
                    <a:pt x="142793" y="42359"/>
                  </a:lnTo>
                  <a:lnTo>
                    <a:pt x="142344" y="41910"/>
                  </a:lnTo>
                  <a:lnTo>
                    <a:pt x="142494" y="41162"/>
                  </a:lnTo>
                  <a:lnTo>
                    <a:pt x="143093" y="41461"/>
                  </a:lnTo>
                  <a:lnTo>
                    <a:pt x="144140" y="42359"/>
                  </a:lnTo>
                  <a:lnTo>
                    <a:pt x="144290" y="42359"/>
                  </a:lnTo>
                  <a:lnTo>
                    <a:pt x="144290" y="42209"/>
                  </a:lnTo>
                  <a:lnTo>
                    <a:pt x="143691" y="41611"/>
                  </a:lnTo>
                  <a:lnTo>
                    <a:pt x="142943" y="41162"/>
                  </a:lnTo>
                  <a:lnTo>
                    <a:pt x="142643" y="40862"/>
                  </a:lnTo>
                  <a:lnTo>
                    <a:pt x="142943" y="40114"/>
                  </a:lnTo>
                  <a:lnTo>
                    <a:pt x="143093" y="40264"/>
                  </a:lnTo>
                  <a:lnTo>
                    <a:pt x="144889" y="41461"/>
                  </a:lnTo>
                  <a:lnTo>
                    <a:pt x="144290" y="40862"/>
                  </a:lnTo>
                  <a:lnTo>
                    <a:pt x="143691" y="40264"/>
                  </a:lnTo>
                  <a:lnTo>
                    <a:pt x="142943" y="39964"/>
                  </a:lnTo>
                  <a:lnTo>
                    <a:pt x="143242" y="39066"/>
                  </a:lnTo>
                  <a:lnTo>
                    <a:pt x="143991" y="39515"/>
                  </a:lnTo>
                  <a:lnTo>
                    <a:pt x="144739" y="40114"/>
                  </a:lnTo>
                  <a:lnTo>
                    <a:pt x="145487" y="40563"/>
                  </a:lnTo>
                  <a:lnTo>
                    <a:pt x="145487" y="40413"/>
                  </a:lnTo>
                  <a:lnTo>
                    <a:pt x="144889" y="39815"/>
                  </a:lnTo>
                  <a:lnTo>
                    <a:pt x="144290" y="39365"/>
                  </a:lnTo>
                  <a:lnTo>
                    <a:pt x="143392" y="38767"/>
                  </a:lnTo>
                  <a:lnTo>
                    <a:pt x="143691" y="37569"/>
                  </a:lnTo>
                  <a:lnTo>
                    <a:pt x="144589" y="38168"/>
                  </a:lnTo>
                  <a:lnTo>
                    <a:pt x="145936" y="39216"/>
                  </a:lnTo>
                  <a:lnTo>
                    <a:pt x="145936" y="39066"/>
                  </a:lnTo>
                  <a:lnTo>
                    <a:pt x="145487" y="38467"/>
                  </a:lnTo>
                  <a:lnTo>
                    <a:pt x="144889" y="38018"/>
                  </a:lnTo>
                  <a:lnTo>
                    <a:pt x="143841" y="37270"/>
                  </a:lnTo>
                  <a:lnTo>
                    <a:pt x="144140" y="36372"/>
                  </a:lnTo>
                  <a:lnTo>
                    <a:pt x="145188" y="37270"/>
                  </a:lnTo>
                  <a:lnTo>
                    <a:pt x="145936" y="37869"/>
                  </a:lnTo>
                  <a:lnTo>
                    <a:pt x="146834" y="38318"/>
                  </a:lnTo>
                  <a:lnTo>
                    <a:pt x="146834" y="38168"/>
                  </a:lnTo>
                  <a:lnTo>
                    <a:pt x="146086" y="37569"/>
                  </a:lnTo>
                  <a:lnTo>
                    <a:pt x="145338" y="36971"/>
                  </a:lnTo>
                  <a:lnTo>
                    <a:pt x="144140" y="36222"/>
                  </a:lnTo>
                  <a:lnTo>
                    <a:pt x="144440" y="35324"/>
                  </a:lnTo>
                  <a:lnTo>
                    <a:pt x="145487" y="36073"/>
                  </a:lnTo>
                  <a:lnTo>
                    <a:pt x="147134" y="37120"/>
                  </a:lnTo>
                  <a:lnTo>
                    <a:pt x="147283" y="37120"/>
                  </a:lnTo>
                  <a:lnTo>
                    <a:pt x="147283" y="36971"/>
                  </a:lnTo>
                  <a:lnTo>
                    <a:pt x="146535" y="36372"/>
                  </a:lnTo>
                  <a:lnTo>
                    <a:pt x="145936" y="35923"/>
                  </a:lnTo>
                  <a:lnTo>
                    <a:pt x="144589" y="35025"/>
                  </a:lnTo>
                  <a:lnTo>
                    <a:pt x="144889" y="34127"/>
                  </a:lnTo>
                  <a:lnTo>
                    <a:pt x="145787" y="34725"/>
                  </a:lnTo>
                  <a:lnTo>
                    <a:pt x="147882" y="35923"/>
                  </a:lnTo>
                  <a:lnTo>
                    <a:pt x="147134" y="35174"/>
                  </a:lnTo>
                  <a:lnTo>
                    <a:pt x="146236" y="34576"/>
                  </a:lnTo>
                  <a:lnTo>
                    <a:pt x="145038" y="33827"/>
                  </a:lnTo>
                  <a:lnTo>
                    <a:pt x="145038" y="33678"/>
                  </a:lnTo>
                  <a:close/>
                  <a:moveTo>
                    <a:pt x="140548" y="46999"/>
                  </a:moveTo>
                  <a:lnTo>
                    <a:pt x="140997" y="47448"/>
                  </a:lnTo>
                  <a:lnTo>
                    <a:pt x="140249" y="48047"/>
                  </a:lnTo>
                  <a:lnTo>
                    <a:pt x="140249" y="48047"/>
                  </a:lnTo>
                  <a:lnTo>
                    <a:pt x="140548" y="46999"/>
                  </a:lnTo>
                  <a:close/>
                  <a:moveTo>
                    <a:pt x="68852" y="46999"/>
                  </a:moveTo>
                  <a:lnTo>
                    <a:pt x="69151" y="48047"/>
                  </a:lnTo>
                  <a:lnTo>
                    <a:pt x="69151" y="48047"/>
                  </a:lnTo>
                  <a:lnTo>
                    <a:pt x="68403" y="47448"/>
                  </a:lnTo>
                  <a:lnTo>
                    <a:pt x="68852" y="46999"/>
                  </a:lnTo>
                  <a:close/>
                  <a:moveTo>
                    <a:pt x="96094" y="53286"/>
                  </a:moveTo>
                  <a:lnTo>
                    <a:pt x="95046" y="60620"/>
                  </a:lnTo>
                  <a:lnTo>
                    <a:pt x="94896" y="60620"/>
                  </a:lnTo>
                  <a:lnTo>
                    <a:pt x="93100" y="53884"/>
                  </a:lnTo>
                  <a:lnTo>
                    <a:pt x="96094" y="53286"/>
                  </a:lnTo>
                  <a:close/>
                  <a:moveTo>
                    <a:pt x="113007" y="53286"/>
                  </a:moveTo>
                  <a:lnTo>
                    <a:pt x="116150" y="53884"/>
                  </a:lnTo>
                  <a:lnTo>
                    <a:pt x="114803" y="60620"/>
                  </a:lnTo>
                  <a:lnTo>
                    <a:pt x="114055" y="60470"/>
                  </a:lnTo>
                  <a:lnTo>
                    <a:pt x="113007" y="53286"/>
                  </a:lnTo>
                  <a:close/>
                  <a:moveTo>
                    <a:pt x="110313" y="35174"/>
                  </a:moveTo>
                  <a:lnTo>
                    <a:pt x="114654" y="35624"/>
                  </a:lnTo>
                  <a:lnTo>
                    <a:pt x="118994" y="36372"/>
                  </a:lnTo>
                  <a:lnTo>
                    <a:pt x="118994" y="43257"/>
                  </a:lnTo>
                  <a:lnTo>
                    <a:pt x="122437" y="37270"/>
                  </a:lnTo>
                  <a:lnTo>
                    <a:pt x="127077" y="38617"/>
                  </a:lnTo>
                  <a:lnTo>
                    <a:pt x="131717" y="40413"/>
                  </a:lnTo>
                  <a:lnTo>
                    <a:pt x="136058" y="42359"/>
                  </a:lnTo>
                  <a:lnTo>
                    <a:pt x="140398" y="44754"/>
                  </a:lnTo>
                  <a:lnTo>
                    <a:pt x="138153" y="51190"/>
                  </a:lnTo>
                  <a:lnTo>
                    <a:pt x="138153" y="51190"/>
                  </a:lnTo>
                  <a:lnTo>
                    <a:pt x="143392" y="46700"/>
                  </a:lnTo>
                  <a:lnTo>
                    <a:pt x="145637" y="48197"/>
                  </a:lnTo>
                  <a:lnTo>
                    <a:pt x="147733" y="49843"/>
                  </a:lnTo>
                  <a:lnTo>
                    <a:pt x="149828" y="51489"/>
                  </a:lnTo>
                  <a:lnTo>
                    <a:pt x="151774" y="53286"/>
                  </a:lnTo>
                  <a:lnTo>
                    <a:pt x="138902" y="63164"/>
                  </a:lnTo>
                  <a:lnTo>
                    <a:pt x="136207" y="61069"/>
                  </a:lnTo>
                  <a:lnTo>
                    <a:pt x="133513" y="59273"/>
                  </a:lnTo>
                  <a:lnTo>
                    <a:pt x="135609" y="55980"/>
                  </a:lnTo>
                  <a:lnTo>
                    <a:pt x="136357" y="55980"/>
                  </a:lnTo>
                  <a:lnTo>
                    <a:pt x="137105" y="55830"/>
                  </a:lnTo>
                  <a:lnTo>
                    <a:pt x="137704" y="55231"/>
                  </a:lnTo>
                  <a:lnTo>
                    <a:pt x="138153" y="54483"/>
                  </a:lnTo>
                  <a:lnTo>
                    <a:pt x="138303" y="54034"/>
                  </a:lnTo>
                  <a:lnTo>
                    <a:pt x="138303" y="53735"/>
                  </a:lnTo>
                  <a:lnTo>
                    <a:pt x="138003" y="52837"/>
                  </a:lnTo>
                  <a:lnTo>
                    <a:pt x="137554" y="52238"/>
                  </a:lnTo>
                  <a:lnTo>
                    <a:pt x="137255" y="51938"/>
                  </a:lnTo>
                  <a:lnTo>
                    <a:pt x="136806" y="51789"/>
                  </a:lnTo>
                  <a:lnTo>
                    <a:pt x="136357" y="51639"/>
                  </a:lnTo>
                  <a:lnTo>
                    <a:pt x="135908" y="51639"/>
                  </a:lnTo>
                  <a:lnTo>
                    <a:pt x="135160" y="51789"/>
                  </a:lnTo>
                  <a:lnTo>
                    <a:pt x="134411" y="52388"/>
                  </a:lnTo>
                  <a:lnTo>
                    <a:pt x="134261" y="52687"/>
                  </a:lnTo>
                  <a:lnTo>
                    <a:pt x="133962" y="53136"/>
                  </a:lnTo>
                  <a:lnTo>
                    <a:pt x="133962" y="53735"/>
                  </a:lnTo>
                  <a:lnTo>
                    <a:pt x="133962" y="54483"/>
                  </a:lnTo>
                  <a:lnTo>
                    <a:pt x="134261" y="55082"/>
                  </a:lnTo>
                  <a:lnTo>
                    <a:pt x="134711" y="55531"/>
                  </a:lnTo>
                  <a:lnTo>
                    <a:pt x="132765" y="58824"/>
                  </a:lnTo>
                  <a:lnTo>
                    <a:pt x="129172" y="56728"/>
                  </a:lnTo>
                  <a:lnTo>
                    <a:pt x="125430" y="54932"/>
                  </a:lnTo>
                  <a:lnTo>
                    <a:pt x="121539" y="53585"/>
                  </a:lnTo>
                  <a:lnTo>
                    <a:pt x="117348" y="52388"/>
                  </a:lnTo>
                  <a:lnTo>
                    <a:pt x="118246" y="48346"/>
                  </a:lnTo>
                  <a:lnTo>
                    <a:pt x="118994" y="48047"/>
                  </a:lnTo>
                  <a:lnTo>
                    <a:pt x="119743" y="47598"/>
                  </a:lnTo>
                  <a:lnTo>
                    <a:pt x="120192" y="46999"/>
                  </a:lnTo>
                  <a:lnTo>
                    <a:pt x="120341" y="46101"/>
                  </a:lnTo>
                  <a:lnTo>
                    <a:pt x="120341" y="45652"/>
                  </a:lnTo>
                  <a:lnTo>
                    <a:pt x="120192" y="45203"/>
                  </a:lnTo>
                  <a:lnTo>
                    <a:pt x="119743" y="44604"/>
                  </a:lnTo>
                  <a:lnTo>
                    <a:pt x="118994" y="44155"/>
                  </a:lnTo>
                  <a:lnTo>
                    <a:pt x="118545" y="44006"/>
                  </a:lnTo>
                  <a:lnTo>
                    <a:pt x="118096" y="43856"/>
                  </a:lnTo>
                  <a:lnTo>
                    <a:pt x="117647" y="44006"/>
                  </a:lnTo>
                  <a:lnTo>
                    <a:pt x="117198" y="44155"/>
                  </a:lnTo>
                  <a:lnTo>
                    <a:pt x="116599" y="44604"/>
                  </a:lnTo>
                  <a:lnTo>
                    <a:pt x="116150" y="45203"/>
                  </a:lnTo>
                  <a:lnTo>
                    <a:pt x="116001" y="45652"/>
                  </a:lnTo>
                  <a:lnTo>
                    <a:pt x="115851" y="46101"/>
                  </a:lnTo>
                  <a:lnTo>
                    <a:pt x="116001" y="46849"/>
                  </a:lnTo>
                  <a:lnTo>
                    <a:pt x="116300" y="47298"/>
                  </a:lnTo>
                  <a:lnTo>
                    <a:pt x="116749" y="47897"/>
                  </a:lnTo>
                  <a:lnTo>
                    <a:pt x="117348" y="48197"/>
                  </a:lnTo>
                  <a:lnTo>
                    <a:pt x="116450" y="52238"/>
                  </a:lnTo>
                  <a:lnTo>
                    <a:pt x="112708" y="51489"/>
                  </a:lnTo>
                  <a:lnTo>
                    <a:pt x="110313" y="35174"/>
                  </a:lnTo>
                  <a:close/>
                  <a:moveTo>
                    <a:pt x="98488" y="35174"/>
                  </a:moveTo>
                  <a:lnTo>
                    <a:pt x="96243" y="51489"/>
                  </a:lnTo>
                  <a:lnTo>
                    <a:pt x="92651" y="52238"/>
                  </a:lnTo>
                  <a:lnTo>
                    <a:pt x="91453" y="48346"/>
                  </a:lnTo>
                  <a:lnTo>
                    <a:pt x="92052" y="47747"/>
                  </a:lnTo>
                  <a:lnTo>
                    <a:pt x="92501" y="46999"/>
                  </a:lnTo>
                  <a:lnTo>
                    <a:pt x="92501" y="46251"/>
                  </a:lnTo>
                  <a:lnTo>
                    <a:pt x="92352" y="45353"/>
                  </a:lnTo>
                  <a:lnTo>
                    <a:pt x="92052" y="45053"/>
                  </a:lnTo>
                  <a:lnTo>
                    <a:pt x="91753" y="44754"/>
                  </a:lnTo>
                  <a:lnTo>
                    <a:pt x="91004" y="44305"/>
                  </a:lnTo>
                  <a:lnTo>
                    <a:pt x="90256" y="44155"/>
                  </a:lnTo>
                  <a:lnTo>
                    <a:pt x="89807" y="44305"/>
                  </a:lnTo>
                  <a:lnTo>
                    <a:pt x="89358" y="44455"/>
                  </a:lnTo>
                  <a:lnTo>
                    <a:pt x="88909" y="44604"/>
                  </a:lnTo>
                  <a:lnTo>
                    <a:pt x="88610" y="44904"/>
                  </a:lnTo>
                  <a:lnTo>
                    <a:pt x="88310" y="45652"/>
                  </a:lnTo>
                  <a:lnTo>
                    <a:pt x="88161" y="46550"/>
                  </a:lnTo>
                  <a:lnTo>
                    <a:pt x="88161" y="46999"/>
                  </a:lnTo>
                  <a:lnTo>
                    <a:pt x="88310" y="47448"/>
                  </a:lnTo>
                  <a:lnTo>
                    <a:pt x="88759" y="47897"/>
                  </a:lnTo>
                  <a:lnTo>
                    <a:pt x="89208" y="48346"/>
                  </a:lnTo>
                  <a:lnTo>
                    <a:pt x="89807" y="48496"/>
                  </a:lnTo>
                  <a:lnTo>
                    <a:pt x="90555" y="48646"/>
                  </a:lnTo>
                  <a:lnTo>
                    <a:pt x="91603" y="52537"/>
                  </a:lnTo>
                  <a:lnTo>
                    <a:pt x="87412" y="53735"/>
                  </a:lnTo>
                  <a:lnTo>
                    <a:pt x="83521" y="55231"/>
                  </a:lnTo>
                  <a:lnTo>
                    <a:pt x="79629" y="57028"/>
                  </a:lnTo>
                  <a:lnTo>
                    <a:pt x="75887" y="59273"/>
                  </a:lnTo>
                  <a:lnTo>
                    <a:pt x="73941" y="55680"/>
                  </a:lnTo>
                  <a:lnTo>
                    <a:pt x="74390" y="54932"/>
                  </a:lnTo>
                  <a:lnTo>
                    <a:pt x="74540" y="54034"/>
                  </a:lnTo>
                  <a:lnTo>
                    <a:pt x="74240" y="53286"/>
                  </a:lnTo>
                  <a:lnTo>
                    <a:pt x="73791" y="52537"/>
                  </a:lnTo>
                  <a:lnTo>
                    <a:pt x="73492" y="52238"/>
                  </a:lnTo>
                  <a:lnTo>
                    <a:pt x="73043" y="52088"/>
                  </a:lnTo>
                  <a:lnTo>
                    <a:pt x="72295" y="51938"/>
                  </a:lnTo>
                  <a:lnTo>
                    <a:pt x="71397" y="52088"/>
                  </a:lnTo>
                  <a:lnTo>
                    <a:pt x="71097" y="52388"/>
                  </a:lnTo>
                  <a:lnTo>
                    <a:pt x="70648" y="52687"/>
                  </a:lnTo>
                  <a:lnTo>
                    <a:pt x="70499" y="52986"/>
                  </a:lnTo>
                  <a:lnTo>
                    <a:pt x="70199" y="53286"/>
                  </a:lnTo>
                  <a:lnTo>
                    <a:pt x="70049" y="54184"/>
                  </a:lnTo>
                  <a:lnTo>
                    <a:pt x="70199" y="55082"/>
                  </a:lnTo>
                  <a:lnTo>
                    <a:pt x="70499" y="55381"/>
                  </a:lnTo>
                  <a:lnTo>
                    <a:pt x="70798" y="55680"/>
                  </a:lnTo>
                  <a:lnTo>
                    <a:pt x="71247" y="56129"/>
                  </a:lnTo>
                  <a:lnTo>
                    <a:pt x="71846" y="56279"/>
                  </a:lnTo>
                  <a:lnTo>
                    <a:pt x="72444" y="56429"/>
                  </a:lnTo>
                  <a:lnTo>
                    <a:pt x="73043" y="56279"/>
                  </a:lnTo>
                  <a:lnTo>
                    <a:pt x="75139" y="59722"/>
                  </a:lnTo>
                  <a:lnTo>
                    <a:pt x="72444" y="61668"/>
                  </a:lnTo>
                  <a:lnTo>
                    <a:pt x="69750" y="63763"/>
                  </a:lnTo>
                  <a:lnTo>
                    <a:pt x="56728" y="54184"/>
                  </a:lnTo>
                  <a:lnTo>
                    <a:pt x="58824" y="52088"/>
                  </a:lnTo>
                  <a:lnTo>
                    <a:pt x="61218" y="50142"/>
                  </a:lnTo>
                  <a:lnTo>
                    <a:pt x="63613" y="48346"/>
                  </a:lnTo>
                  <a:lnTo>
                    <a:pt x="66008" y="46550"/>
                  </a:lnTo>
                  <a:lnTo>
                    <a:pt x="71247" y="51190"/>
                  </a:lnTo>
                  <a:lnTo>
                    <a:pt x="71247" y="51190"/>
                  </a:lnTo>
                  <a:lnTo>
                    <a:pt x="69151" y="44754"/>
                  </a:lnTo>
                  <a:lnTo>
                    <a:pt x="73342" y="42359"/>
                  </a:lnTo>
                  <a:lnTo>
                    <a:pt x="77683" y="40264"/>
                  </a:lnTo>
                  <a:lnTo>
                    <a:pt x="82323" y="38617"/>
                  </a:lnTo>
                  <a:lnTo>
                    <a:pt x="86963" y="37120"/>
                  </a:lnTo>
                  <a:lnTo>
                    <a:pt x="90406" y="43257"/>
                  </a:lnTo>
                  <a:lnTo>
                    <a:pt x="90555" y="36372"/>
                  </a:lnTo>
                  <a:lnTo>
                    <a:pt x="94447" y="35624"/>
                  </a:lnTo>
                  <a:lnTo>
                    <a:pt x="98488" y="35174"/>
                  </a:lnTo>
                  <a:close/>
                  <a:moveTo>
                    <a:pt x="56878" y="38467"/>
                  </a:moveTo>
                  <a:lnTo>
                    <a:pt x="65260" y="45951"/>
                  </a:lnTo>
                  <a:lnTo>
                    <a:pt x="62865" y="47747"/>
                  </a:lnTo>
                  <a:lnTo>
                    <a:pt x="60470" y="49544"/>
                  </a:lnTo>
                  <a:lnTo>
                    <a:pt x="58075" y="51489"/>
                  </a:lnTo>
                  <a:lnTo>
                    <a:pt x="55830" y="53585"/>
                  </a:lnTo>
                  <a:lnTo>
                    <a:pt x="48196" y="47897"/>
                  </a:lnTo>
                  <a:lnTo>
                    <a:pt x="47298" y="48646"/>
                  </a:lnTo>
                  <a:lnTo>
                    <a:pt x="53136" y="56279"/>
                  </a:lnTo>
                  <a:lnTo>
                    <a:pt x="51040" y="58524"/>
                  </a:lnTo>
                  <a:lnTo>
                    <a:pt x="49244" y="60770"/>
                  </a:lnTo>
                  <a:lnTo>
                    <a:pt x="47448" y="63164"/>
                  </a:lnTo>
                  <a:lnTo>
                    <a:pt x="45802" y="65559"/>
                  </a:lnTo>
                  <a:lnTo>
                    <a:pt x="38018" y="57477"/>
                  </a:lnTo>
                  <a:lnTo>
                    <a:pt x="40114" y="54782"/>
                  </a:lnTo>
                  <a:lnTo>
                    <a:pt x="42209" y="52238"/>
                  </a:lnTo>
                  <a:lnTo>
                    <a:pt x="44454" y="49693"/>
                  </a:lnTo>
                  <a:lnTo>
                    <a:pt x="46700" y="47298"/>
                  </a:lnTo>
                  <a:lnTo>
                    <a:pt x="49094" y="44904"/>
                  </a:lnTo>
                  <a:lnTo>
                    <a:pt x="51639" y="42658"/>
                  </a:lnTo>
                  <a:lnTo>
                    <a:pt x="54184" y="40563"/>
                  </a:lnTo>
                  <a:lnTo>
                    <a:pt x="56878" y="38467"/>
                  </a:lnTo>
                  <a:close/>
                  <a:moveTo>
                    <a:pt x="152522" y="38617"/>
                  </a:moveTo>
                  <a:lnTo>
                    <a:pt x="155216" y="40563"/>
                  </a:lnTo>
                  <a:lnTo>
                    <a:pt x="157761" y="42658"/>
                  </a:lnTo>
                  <a:lnTo>
                    <a:pt x="160306" y="44904"/>
                  </a:lnTo>
                  <a:lnTo>
                    <a:pt x="162700" y="47298"/>
                  </a:lnTo>
                  <a:lnTo>
                    <a:pt x="164946" y="49693"/>
                  </a:lnTo>
                  <a:lnTo>
                    <a:pt x="167191" y="52238"/>
                  </a:lnTo>
                  <a:lnTo>
                    <a:pt x="169286" y="54932"/>
                  </a:lnTo>
                  <a:lnTo>
                    <a:pt x="171382" y="57626"/>
                  </a:lnTo>
                  <a:lnTo>
                    <a:pt x="163748" y="65559"/>
                  </a:lnTo>
                  <a:lnTo>
                    <a:pt x="161802" y="62865"/>
                  </a:lnTo>
                  <a:lnTo>
                    <a:pt x="159707" y="60320"/>
                  </a:lnTo>
                  <a:lnTo>
                    <a:pt x="157611" y="57776"/>
                  </a:lnTo>
                  <a:lnTo>
                    <a:pt x="155366" y="55381"/>
                  </a:lnTo>
                  <a:lnTo>
                    <a:pt x="161054" y="47897"/>
                  </a:lnTo>
                  <a:lnTo>
                    <a:pt x="160156" y="46999"/>
                  </a:lnTo>
                  <a:lnTo>
                    <a:pt x="152672" y="52687"/>
                  </a:lnTo>
                  <a:lnTo>
                    <a:pt x="150576" y="50891"/>
                  </a:lnTo>
                  <a:lnTo>
                    <a:pt x="148481" y="49095"/>
                  </a:lnTo>
                  <a:lnTo>
                    <a:pt x="146385" y="47448"/>
                  </a:lnTo>
                  <a:lnTo>
                    <a:pt x="144140" y="45951"/>
                  </a:lnTo>
                  <a:lnTo>
                    <a:pt x="152522" y="38617"/>
                  </a:lnTo>
                  <a:close/>
                  <a:moveTo>
                    <a:pt x="117048" y="54184"/>
                  </a:moveTo>
                  <a:lnTo>
                    <a:pt x="120940" y="55231"/>
                  </a:lnTo>
                  <a:lnTo>
                    <a:pt x="124682" y="56579"/>
                  </a:lnTo>
                  <a:lnTo>
                    <a:pt x="128424" y="58375"/>
                  </a:lnTo>
                  <a:lnTo>
                    <a:pt x="131867" y="60320"/>
                  </a:lnTo>
                  <a:lnTo>
                    <a:pt x="128274" y="66158"/>
                  </a:lnTo>
                  <a:lnTo>
                    <a:pt x="125281" y="64511"/>
                  </a:lnTo>
                  <a:lnTo>
                    <a:pt x="122287" y="63015"/>
                  </a:lnTo>
                  <a:lnTo>
                    <a:pt x="118994" y="61817"/>
                  </a:lnTo>
                  <a:lnTo>
                    <a:pt x="115701" y="60919"/>
                  </a:lnTo>
                  <a:lnTo>
                    <a:pt x="117048" y="54184"/>
                  </a:lnTo>
                  <a:close/>
                  <a:moveTo>
                    <a:pt x="92052" y="54184"/>
                  </a:moveTo>
                  <a:lnTo>
                    <a:pt x="93998" y="60770"/>
                  </a:lnTo>
                  <a:lnTo>
                    <a:pt x="90406" y="61817"/>
                  </a:lnTo>
                  <a:lnTo>
                    <a:pt x="86813" y="63164"/>
                  </a:lnTo>
                  <a:lnTo>
                    <a:pt x="83521" y="64811"/>
                  </a:lnTo>
                  <a:lnTo>
                    <a:pt x="80228" y="66757"/>
                  </a:lnTo>
                  <a:lnTo>
                    <a:pt x="76785" y="60770"/>
                  </a:lnTo>
                  <a:lnTo>
                    <a:pt x="80377" y="58674"/>
                  </a:lnTo>
                  <a:lnTo>
                    <a:pt x="84119" y="56878"/>
                  </a:lnTo>
                  <a:lnTo>
                    <a:pt x="88011" y="55381"/>
                  </a:lnTo>
                  <a:lnTo>
                    <a:pt x="92052" y="54184"/>
                  </a:lnTo>
                  <a:close/>
                  <a:moveTo>
                    <a:pt x="132615" y="60770"/>
                  </a:moveTo>
                  <a:lnTo>
                    <a:pt x="135160" y="62416"/>
                  </a:lnTo>
                  <a:lnTo>
                    <a:pt x="137405" y="64212"/>
                  </a:lnTo>
                  <a:lnTo>
                    <a:pt x="131717" y="68553"/>
                  </a:lnTo>
                  <a:lnTo>
                    <a:pt x="129172" y="66607"/>
                  </a:lnTo>
                  <a:lnTo>
                    <a:pt x="132615" y="60770"/>
                  </a:lnTo>
                  <a:close/>
                  <a:moveTo>
                    <a:pt x="37569" y="58375"/>
                  </a:moveTo>
                  <a:lnTo>
                    <a:pt x="38168" y="59123"/>
                  </a:lnTo>
                  <a:lnTo>
                    <a:pt x="37420" y="60320"/>
                  </a:lnTo>
                  <a:lnTo>
                    <a:pt x="36971" y="61219"/>
                  </a:lnTo>
                  <a:lnTo>
                    <a:pt x="36671" y="62117"/>
                  </a:lnTo>
                  <a:lnTo>
                    <a:pt x="37719" y="60470"/>
                  </a:lnTo>
                  <a:lnTo>
                    <a:pt x="38467" y="59273"/>
                  </a:lnTo>
                  <a:lnTo>
                    <a:pt x="39066" y="60021"/>
                  </a:lnTo>
                  <a:lnTo>
                    <a:pt x="38318" y="61219"/>
                  </a:lnTo>
                  <a:lnTo>
                    <a:pt x="37869" y="62117"/>
                  </a:lnTo>
                  <a:lnTo>
                    <a:pt x="37569" y="63015"/>
                  </a:lnTo>
                  <a:lnTo>
                    <a:pt x="37569" y="63015"/>
                  </a:lnTo>
                  <a:lnTo>
                    <a:pt x="38168" y="62266"/>
                  </a:lnTo>
                  <a:lnTo>
                    <a:pt x="38617" y="61368"/>
                  </a:lnTo>
                  <a:lnTo>
                    <a:pt x="39216" y="60171"/>
                  </a:lnTo>
                  <a:lnTo>
                    <a:pt x="39814" y="60770"/>
                  </a:lnTo>
                  <a:lnTo>
                    <a:pt x="39066" y="62117"/>
                  </a:lnTo>
                  <a:lnTo>
                    <a:pt x="38916" y="62715"/>
                  </a:lnTo>
                  <a:lnTo>
                    <a:pt x="38617" y="63314"/>
                  </a:lnTo>
                  <a:lnTo>
                    <a:pt x="38767" y="63464"/>
                  </a:lnTo>
                  <a:lnTo>
                    <a:pt x="39665" y="61967"/>
                  </a:lnTo>
                  <a:lnTo>
                    <a:pt x="40114" y="61069"/>
                  </a:lnTo>
                  <a:lnTo>
                    <a:pt x="40862" y="61967"/>
                  </a:lnTo>
                  <a:lnTo>
                    <a:pt x="40413" y="62865"/>
                  </a:lnTo>
                  <a:lnTo>
                    <a:pt x="39964" y="63613"/>
                  </a:lnTo>
                  <a:lnTo>
                    <a:pt x="39665" y="64511"/>
                  </a:lnTo>
                  <a:lnTo>
                    <a:pt x="39814" y="64511"/>
                  </a:lnTo>
                  <a:lnTo>
                    <a:pt x="40263" y="63763"/>
                  </a:lnTo>
                  <a:lnTo>
                    <a:pt x="40563" y="63015"/>
                  </a:lnTo>
                  <a:lnTo>
                    <a:pt x="41162" y="62117"/>
                  </a:lnTo>
                  <a:lnTo>
                    <a:pt x="41760" y="62865"/>
                  </a:lnTo>
                  <a:lnTo>
                    <a:pt x="41311" y="63613"/>
                  </a:lnTo>
                  <a:lnTo>
                    <a:pt x="40862" y="64362"/>
                  </a:lnTo>
                  <a:lnTo>
                    <a:pt x="40563" y="65110"/>
                  </a:lnTo>
                  <a:lnTo>
                    <a:pt x="40713" y="65110"/>
                  </a:lnTo>
                  <a:lnTo>
                    <a:pt x="41760" y="63314"/>
                  </a:lnTo>
                  <a:lnTo>
                    <a:pt x="41910" y="63015"/>
                  </a:lnTo>
                  <a:lnTo>
                    <a:pt x="42509" y="63613"/>
                  </a:lnTo>
                  <a:lnTo>
                    <a:pt x="42209" y="64062"/>
                  </a:lnTo>
                  <a:lnTo>
                    <a:pt x="41611" y="65559"/>
                  </a:lnTo>
                  <a:lnTo>
                    <a:pt x="41760" y="65559"/>
                  </a:lnTo>
                  <a:lnTo>
                    <a:pt x="42359" y="64212"/>
                  </a:lnTo>
                  <a:lnTo>
                    <a:pt x="42658" y="63763"/>
                  </a:lnTo>
                  <a:lnTo>
                    <a:pt x="43257" y="64362"/>
                  </a:lnTo>
                  <a:lnTo>
                    <a:pt x="42958" y="64961"/>
                  </a:lnTo>
                  <a:lnTo>
                    <a:pt x="42509" y="66008"/>
                  </a:lnTo>
                  <a:lnTo>
                    <a:pt x="43107" y="65410"/>
                  </a:lnTo>
                  <a:lnTo>
                    <a:pt x="43407" y="64511"/>
                  </a:lnTo>
                  <a:lnTo>
                    <a:pt x="44005" y="65110"/>
                  </a:lnTo>
                  <a:lnTo>
                    <a:pt x="43856" y="65410"/>
                  </a:lnTo>
                  <a:lnTo>
                    <a:pt x="43556" y="66008"/>
                  </a:lnTo>
                  <a:lnTo>
                    <a:pt x="43407" y="66457"/>
                  </a:lnTo>
                  <a:lnTo>
                    <a:pt x="43556" y="66607"/>
                  </a:lnTo>
                  <a:lnTo>
                    <a:pt x="44005" y="65559"/>
                  </a:lnTo>
                  <a:lnTo>
                    <a:pt x="44155" y="65410"/>
                  </a:lnTo>
                  <a:lnTo>
                    <a:pt x="44754" y="65859"/>
                  </a:lnTo>
                  <a:lnTo>
                    <a:pt x="44155" y="67056"/>
                  </a:lnTo>
                  <a:lnTo>
                    <a:pt x="44305" y="67206"/>
                  </a:lnTo>
                  <a:lnTo>
                    <a:pt x="44904" y="66158"/>
                  </a:lnTo>
                  <a:lnTo>
                    <a:pt x="45203" y="66457"/>
                  </a:lnTo>
                  <a:lnTo>
                    <a:pt x="45353" y="66607"/>
                  </a:lnTo>
                  <a:lnTo>
                    <a:pt x="45203" y="66757"/>
                  </a:lnTo>
                  <a:lnTo>
                    <a:pt x="45053" y="67206"/>
                  </a:lnTo>
                  <a:lnTo>
                    <a:pt x="45053" y="67655"/>
                  </a:lnTo>
                  <a:lnTo>
                    <a:pt x="45053" y="67804"/>
                  </a:lnTo>
                  <a:lnTo>
                    <a:pt x="45203" y="67804"/>
                  </a:lnTo>
                  <a:lnTo>
                    <a:pt x="45502" y="66906"/>
                  </a:lnTo>
                  <a:lnTo>
                    <a:pt x="45502" y="66757"/>
                  </a:lnTo>
                  <a:lnTo>
                    <a:pt x="45951" y="67206"/>
                  </a:lnTo>
                  <a:lnTo>
                    <a:pt x="46101" y="67355"/>
                  </a:lnTo>
                  <a:lnTo>
                    <a:pt x="45802" y="68104"/>
                  </a:lnTo>
                  <a:lnTo>
                    <a:pt x="45951" y="68104"/>
                  </a:lnTo>
                  <a:lnTo>
                    <a:pt x="46251" y="67505"/>
                  </a:lnTo>
                  <a:lnTo>
                    <a:pt x="46849" y="68104"/>
                  </a:lnTo>
                  <a:lnTo>
                    <a:pt x="46700" y="68104"/>
                  </a:lnTo>
                  <a:lnTo>
                    <a:pt x="46700" y="68702"/>
                  </a:lnTo>
                  <a:lnTo>
                    <a:pt x="45203" y="68253"/>
                  </a:lnTo>
                  <a:lnTo>
                    <a:pt x="44155" y="68104"/>
                  </a:lnTo>
                  <a:lnTo>
                    <a:pt x="33378" y="64961"/>
                  </a:lnTo>
                  <a:lnTo>
                    <a:pt x="35534" y="61368"/>
                  </a:lnTo>
                  <a:lnTo>
                    <a:pt x="35623" y="61368"/>
                  </a:lnTo>
                  <a:lnTo>
                    <a:pt x="36971" y="59422"/>
                  </a:lnTo>
                  <a:lnTo>
                    <a:pt x="37569" y="58375"/>
                  </a:lnTo>
                  <a:close/>
                  <a:moveTo>
                    <a:pt x="171831" y="58375"/>
                  </a:moveTo>
                  <a:lnTo>
                    <a:pt x="172579" y="59422"/>
                  </a:lnTo>
                  <a:lnTo>
                    <a:pt x="173777" y="61368"/>
                  </a:lnTo>
                  <a:lnTo>
                    <a:pt x="173926" y="61368"/>
                  </a:lnTo>
                  <a:lnTo>
                    <a:pt x="176022" y="64961"/>
                  </a:lnTo>
                  <a:lnTo>
                    <a:pt x="165245" y="68104"/>
                  </a:lnTo>
                  <a:lnTo>
                    <a:pt x="164197" y="68403"/>
                  </a:lnTo>
                  <a:lnTo>
                    <a:pt x="162850" y="68702"/>
                  </a:lnTo>
                  <a:lnTo>
                    <a:pt x="162700" y="68104"/>
                  </a:lnTo>
                  <a:lnTo>
                    <a:pt x="163149" y="67505"/>
                  </a:lnTo>
                  <a:lnTo>
                    <a:pt x="163449" y="68104"/>
                  </a:lnTo>
                  <a:lnTo>
                    <a:pt x="163598" y="68104"/>
                  </a:lnTo>
                  <a:lnTo>
                    <a:pt x="163449" y="67355"/>
                  </a:lnTo>
                  <a:lnTo>
                    <a:pt x="163449" y="67206"/>
                  </a:lnTo>
                  <a:lnTo>
                    <a:pt x="163898" y="66757"/>
                  </a:lnTo>
                  <a:lnTo>
                    <a:pt x="163898" y="66906"/>
                  </a:lnTo>
                  <a:lnTo>
                    <a:pt x="164347" y="67804"/>
                  </a:lnTo>
                  <a:lnTo>
                    <a:pt x="164497" y="67655"/>
                  </a:lnTo>
                  <a:lnTo>
                    <a:pt x="164347" y="67206"/>
                  </a:lnTo>
                  <a:lnTo>
                    <a:pt x="164197" y="66757"/>
                  </a:lnTo>
                  <a:lnTo>
                    <a:pt x="164047" y="66607"/>
                  </a:lnTo>
                  <a:lnTo>
                    <a:pt x="164197" y="66457"/>
                  </a:lnTo>
                  <a:lnTo>
                    <a:pt x="164497" y="66158"/>
                  </a:lnTo>
                  <a:lnTo>
                    <a:pt x="165095" y="67206"/>
                  </a:lnTo>
                  <a:lnTo>
                    <a:pt x="165245" y="67206"/>
                  </a:lnTo>
                  <a:lnTo>
                    <a:pt x="165245" y="67056"/>
                  </a:lnTo>
                  <a:lnTo>
                    <a:pt x="164796" y="65859"/>
                  </a:lnTo>
                  <a:lnTo>
                    <a:pt x="165245" y="65410"/>
                  </a:lnTo>
                  <a:lnTo>
                    <a:pt x="165395" y="65559"/>
                  </a:lnTo>
                  <a:lnTo>
                    <a:pt x="165993" y="66607"/>
                  </a:lnTo>
                  <a:lnTo>
                    <a:pt x="165993" y="66457"/>
                  </a:lnTo>
                  <a:lnTo>
                    <a:pt x="165844" y="66008"/>
                  </a:lnTo>
                  <a:lnTo>
                    <a:pt x="165544" y="65410"/>
                  </a:lnTo>
                  <a:lnTo>
                    <a:pt x="165395" y="65110"/>
                  </a:lnTo>
                  <a:lnTo>
                    <a:pt x="165993" y="64511"/>
                  </a:lnTo>
                  <a:lnTo>
                    <a:pt x="166442" y="65410"/>
                  </a:lnTo>
                  <a:lnTo>
                    <a:pt x="166891" y="66008"/>
                  </a:lnTo>
                  <a:lnTo>
                    <a:pt x="167041" y="66008"/>
                  </a:lnTo>
                  <a:lnTo>
                    <a:pt x="166442" y="64961"/>
                  </a:lnTo>
                  <a:lnTo>
                    <a:pt x="166143" y="64362"/>
                  </a:lnTo>
                  <a:lnTo>
                    <a:pt x="166742" y="63763"/>
                  </a:lnTo>
                  <a:lnTo>
                    <a:pt x="167041" y="64212"/>
                  </a:lnTo>
                  <a:lnTo>
                    <a:pt x="167640" y="65559"/>
                  </a:lnTo>
                  <a:lnTo>
                    <a:pt x="167789" y="65559"/>
                  </a:lnTo>
                  <a:lnTo>
                    <a:pt x="167191" y="64062"/>
                  </a:lnTo>
                  <a:lnTo>
                    <a:pt x="166891" y="63613"/>
                  </a:lnTo>
                  <a:lnTo>
                    <a:pt x="167490" y="63015"/>
                  </a:lnTo>
                  <a:lnTo>
                    <a:pt x="167789" y="63314"/>
                  </a:lnTo>
                  <a:lnTo>
                    <a:pt x="168687" y="65110"/>
                  </a:lnTo>
                  <a:lnTo>
                    <a:pt x="168837" y="65110"/>
                  </a:lnTo>
                  <a:lnTo>
                    <a:pt x="168538" y="64362"/>
                  </a:lnTo>
                  <a:lnTo>
                    <a:pt x="168238" y="63613"/>
                  </a:lnTo>
                  <a:lnTo>
                    <a:pt x="167640" y="62865"/>
                  </a:lnTo>
                  <a:lnTo>
                    <a:pt x="168388" y="62117"/>
                  </a:lnTo>
                  <a:lnTo>
                    <a:pt x="168837" y="63015"/>
                  </a:lnTo>
                  <a:lnTo>
                    <a:pt x="169286" y="63763"/>
                  </a:lnTo>
                  <a:lnTo>
                    <a:pt x="169735" y="64511"/>
                  </a:lnTo>
                  <a:lnTo>
                    <a:pt x="169436" y="63613"/>
                  </a:lnTo>
                  <a:lnTo>
                    <a:pt x="168987" y="62865"/>
                  </a:lnTo>
                  <a:lnTo>
                    <a:pt x="168538" y="61967"/>
                  </a:lnTo>
                  <a:lnTo>
                    <a:pt x="169436" y="61069"/>
                  </a:lnTo>
                  <a:lnTo>
                    <a:pt x="169885" y="61967"/>
                  </a:lnTo>
                  <a:lnTo>
                    <a:pt x="170633" y="63464"/>
                  </a:lnTo>
                  <a:lnTo>
                    <a:pt x="170783" y="63464"/>
                  </a:lnTo>
                  <a:lnTo>
                    <a:pt x="170783" y="63314"/>
                  </a:lnTo>
                  <a:lnTo>
                    <a:pt x="170633" y="62715"/>
                  </a:lnTo>
                  <a:lnTo>
                    <a:pt x="170334" y="62117"/>
                  </a:lnTo>
                  <a:lnTo>
                    <a:pt x="169586" y="60770"/>
                  </a:lnTo>
                  <a:lnTo>
                    <a:pt x="170184" y="60171"/>
                  </a:lnTo>
                  <a:lnTo>
                    <a:pt x="170783" y="61368"/>
                  </a:lnTo>
                  <a:lnTo>
                    <a:pt x="171232" y="62266"/>
                  </a:lnTo>
                  <a:lnTo>
                    <a:pt x="171831" y="63015"/>
                  </a:lnTo>
                  <a:lnTo>
                    <a:pt x="171531" y="62117"/>
                  </a:lnTo>
                  <a:lnTo>
                    <a:pt x="171082" y="61219"/>
                  </a:lnTo>
                  <a:lnTo>
                    <a:pt x="170334" y="60021"/>
                  </a:lnTo>
                  <a:lnTo>
                    <a:pt x="171082" y="59273"/>
                  </a:lnTo>
                  <a:lnTo>
                    <a:pt x="171681" y="60470"/>
                  </a:lnTo>
                  <a:lnTo>
                    <a:pt x="172729" y="62117"/>
                  </a:lnTo>
                  <a:lnTo>
                    <a:pt x="172878" y="62117"/>
                  </a:lnTo>
                  <a:lnTo>
                    <a:pt x="172429" y="61219"/>
                  </a:lnTo>
                  <a:lnTo>
                    <a:pt x="171980" y="60320"/>
                  </a:lnTo>
                  <a:lnTo>
                    <a:pt x="171232" y="59123"/>
                  </a:lnTo>
                  <a:lnTo>
                    <a:pt x="171831" y="58375"/>
                  </a:lnTo>
                  <a:close/>
                  <a:moveTo>
                    <a:pt x="46999" y="68253"/>
                  </a:moveTo>
                  <a:lnTo>
                    <a:pt x="47747" y="69002"/>
                  </a:lnTo>
                  <a:lnTo>
                    <a:pt x="47747" y="69002"/>
                  </a:lnTo>
                  <a:lnTo>
                    <a:pt x="46849" y="68852"/>
                  </a:lnTo>
                  <a:lnTo>
                    <a:pt x="46999" y="68253"/>
                  </a:lnTo>
                  <a:close/>
                  <a:moveTo>
                    <a:pt x="162401" y="68253"/>
                  </a:moveTo>
                  <a:lnTo>
                    <a:pt x="162700" y="68852"/>
                  </a:lnTo>
                  <a:lnTo>
                    <a:pt x="161653" y="69002"/>
                  </a:lnTo>
                  <a:lnTo>
                    <a:pt x="161653" y="69002"/>
                  </a:lnTo>
                  <a:lnTo>
                    <a:pt x="162401" y="68253"/>
                  </a:lnTo>
                  <a:close/>
                  <a:moveTo>
                    <a:pt x="76037" y="61219"/>
                  </a:moveTo>
                  <a:lnTo>
                    <a:pt x="79479" y="67206"/>
                  </a:lnTo>
                  <a:lnTo>
                    <a:pt x="76935" y="69002"/>
                  </a:lnTo>
                  <a:lnTo>
                    <a:pt x="71247" y="64811"/>
                  </a:lnTo>
                  <a:lnTo>
                    <a:pt x="73492" y="63015"/>
                  </a:lnTo>
                  <a:lnTo>
                    <a:pt x="76037" y="61219"/>
                  </a:lnTo>
                  <a:close/>
                  <a:moveTo>
                    <a:pt x="114354" y="62117"/>
                  </a:moveTo>
                  <a:lnTo>
                    <a:pt x="116599" y="62566"/>
                  </a:lnTo>
                  <a:lnTo>
                    <a:pt x="118695" y="63314"/>
                  </a:lnTo>
                  <a:lnTo>
                    <a:pt x="120790" y="64062"/>
                  </a:lnTo>
                  <a:lnTo>
                    <a:pt x="122886" y="64961"/>
                  </a:lnTo>
                  <a:lnTo>
                    <a:pt x="124832" y="65859"/>
                  </a:lnTo>
                  <a:lnTo>
                    <a:pt x="126778" y="67056"/>
                  </a:lnTo>
                  <a:lnTo>
                    <a:pt x="128723" y="68104"/>
                  </a:lnTo>
                  <a:lnTo>
                    <a:pt x="130520" y="69451"/>
                  </a:lnTo>
                  <a:lnTo>
                    <a:pt x="117048" y="79629"/>
                  </a:lnTo>
                  <a:lnTo>
                    <a:pt x="114354" y="62117"/>
                  </a:lnTo>
                  <a:close/>
                  <a:moveTo>
                    <a:pt x="64511" y="71546"/>
                  </a:moveTo>
                  <a:lnTo>
                    <a:pt x="68852" y="77234"/>
                  </a:lnTo>
                  <a:lnTo>
                    <a:pt x="67056" y="79779"/>
                  </a:lnTo>
                  <a:lnTo>
                    <a:pt x="61218" y="76186"/>
                  </a:lnTo>
                  <a:lnTo>
                    <a:pt x="62865" y="73792"/>
                  </a:lnTo>
                  <a:lnTo>
                    <a:pt x="64511" y="71546"/>
                  </a:lnTo>
                  <a:close/>
                  <a:moveTo>
                    <a:pt x="94896" y="62117"/>
                  </a:moveTo>
                  <a:lnTo>
                    <a:pt x="92352" y="80377"/>
                  </a:lnTo>
                  <a:lnTo>
                    <a:pt x="78132" y="69900"/>
                  </a:lnTo>
                  <a:lnTo>
                    <a:pt x="80078" y="68553"/>
                  </a:lnTo>
                  <a:lnTo>
                    <a:pt x="81874" y="67355"/>
                  </a:lnTo>
                  <a:lnTo>
                    <a:pt x="83970" y="66158"/>
                  </a:lnTo>
                  <a:lnTo>
                    <a:pt x="86065" y="65110"/>
                  </a:lnTo>
                  <a:lnTo>
                    <a:pt x="88161" y="64212"/>
                  </a:lnTo>
                  <a:lnTo>
                    <a:pt x="90256" y="63464"/>
                  </a:lnTo>
                  <a:lnTo>
                    <a:pt x="92501" y="62715"/>
                  </a:lnTo>
                  <a:lnTo>
                    <a:pt x="94896" y="62117"/>
                  </a:lnTo>
                  <a:close/>
                  <a:moveTo>
                    <a:pt x="144140" y="70648"/>
                  </a:moveTo>
                  <a:lnTo>
                    <a:pt x="146535" y="73792"/>
                  </a:lnTo>
                  <a:lnTo>
                    <a:pt x="148780" y="77084"/>
                  </a:lnTo>
                  <a:lnTo>
                    <a:pt x="143093" y="80826"/>
                  </a:lnTo>
                  <a:lnTo>
                    <a:pt x="141596" y="78581"/>
                  </a:lnTo>
                  <a:lnTo>
                    <a:pt x="139949" y="76336"/>
                  </a:lnTo>
                  <a:lnTo>
                    <a:pt x="144140" y="70648"/>
                  </a:lnTo>
                  <a:close/>
                  <a:moveTo>
                    <a:pt x="32929" y="65859"/>
                  </a:moveTo>
                  <a:lnTo>
                    <a:pt x="43706" y="68852"/>
                  </a:lnTo>
                  <a:lnTo>
                    <a:pt x="41311" y="73193"/>
                  </a:lnTo>
                  <a:lnTo>
                    <a:pt x="39365" y="77534"/>
                  </a:lnTo>
                  <a:lnTo>
                    <a:pt x="37569" y="82024"/>
                  </a:lnTo>
                  <a:lnTo>
                    <a:pt x="36222" y="86664"/>
                  </a:lnTo>
                  <a:lnTo>
                    <a:pt x="26343" y="81575"/>
                  </a:lnTo>
                  <a:lnTo>
                    <a:pt x="26643" y="80527"/>
                  </a:lnTo>
                  <a:lnTo>
                    <a:pt x="27990" y="76635"/>
                  </a:lnTo>
                  <a:lnTo>
                    <a:pt x="29487" y="73043"/>
                  </a:lnTo>
                  <a:lnTo>
                    <a:pt x="31133" y="69301"/>
                  </a:lnTo>
                  <a:lnTo>
                    <a:pt x="32929" y="65859"/>
                  </a:lnTo>
                  <a:close/>
                  <a:moveTo>
                    <a:pt x="176471" y="65859"/>
                  </a:moveTo>
                  <a:lnTo>
                    <a:pt x="178417" y="69601"/>
                  </a:lnTo>
                  <a:lnTo>
                    <a:pt x="180213" y="73492"/>
                  </a:lnTo>
                  <a:lnTo>
                    <a:pt x="181710" y="77534"/>
                  </a:lnTo>
                  <a:lnTo>
                    <a:pt x="183057" y="81575"/>
                  </a:lnTo>
                  <a:lnTo>
                    <a:pt x="173178" y="86814"/>
                  </a:lnTo>
                  <a:lnTo>
                    <a:pt x="171831" y="82024"/>
                  </a:lnTo>
                  <a:lnTo>
                    <a:pt x="170035" y="77534"/>
                  </a:lnTo>
                  <a:lnTo>
                    <a:pt x="168089" y="73193"/>
                  </a:lnTo>
                  <a:lnTo>
                    <a:pt x="165694" y="68852"/>
                  </a:lnTo>
                  <a:lnTo>
                    <a:pt x="176471" y="65859"/>
                  </a:lnTo>
                  <a:close/>
                  <a:moveTo>
                    <a:pt x="38168" y="88909"/>
                  </a:moveTo>
                  <a:lnTo>
                    <a:pt x="39216" y="89358"/>
                  </a:lnTo>
                  <a:lnTo>
                    <a:pt x="38168" y="89358"/>
                  </a:lnTo>
                  <a:lnTo>
                    <a:pt x="38168" y="88909"/>
                  </a:lnTo>
                  <a:close/>
                  <a:moveTo>
                    <a:pt x="171232" y="88909"/>
                  </a:moveTo>
                  <a:lnTo>
                    <a:pt x="171232" y="89358"/>
                  </a:lnTo>
                  <a:lnTo>
                    <a:pt x="170334" y="89358"/>
                  </a:lnTo>
                  <a:lnTo>
                    <a:pt x="171232" y="88909"/>
                  </a:lnTo>
                  <a:close/>
                  <a:moveTo>
                    <a:pt x="26194" y="82623"/>
                  </a:moveTo>
                  <a:lnTo>
                    <a:pt x="26942" y="83072"/>
                  </a:lnTo>
                  <a:lnTo>
                    <a:pt x="26643" y="84568"/>
                  </a:lnTo>
                  <a:lnTo>
                    <a:pt x="26493" y="85466"/>
                  </a:lnTo>
                  <a:lnTo>
                    <a:pt x="26343" y="86365"/>
                  </a:lnTo>
                  <a:lnTo>
                    <a:pt x="26493" y="86365"/>
                  </a:lnTo>
                  <a:lnTo>
                    <a:pt x="26942" y="84419"/>
                  </a:lnTo>
                  <a:lnTo>
                    <a:pt x="27241" y="83221"/>
                  </a:lnTo>
                  <a:lnTo>
                    <a:pt x="27990" y="83670"/>
                  </a:lnTo>
                  <a:lnTo>
                    <a:pt x="27840" y="85017"/>
                  </a:lnTo>
                  <a:lnTo>
                    <a:pt x="27690" y="85916"/>
                  </a:lnTo>
                  <a:lnTo>
                    <a:pt x="27541" y="86814"/>
                  </a:lnTo>
                  <a:lnTo>
                    <a:pt x="27541" y="86963"/>
                  </a:lnTo>
                  <a:lnTo>
                    <a:pt x="27690" y="86963"/>
                  </a:lnTo>
                  <a:lnTo>
                    <a:pt x="27990" y="85916"/>
                  </a:lnTo>
                  <a:lnTo>
                    <a:pt x="28140" y="85017"/>
                  </a:lnTo>
                  <a:lnTo>
                    <a:pt x="28289" y="83670"/>
                  </a:lnTo>
                  <a:lnTo>
                    <a:pt x="29038" y="84119"/>
                  </a:lnTo>
                  <a:lnTo>
                    <a:pt x="28738" y="85466"/>
                  </a:lnTo>
                  <a:lnTo>
                    <a:pt x="28738" y="86215"/>
                  </a:lnTo>
                  <a:lnTo>
                    <a:pt x="28738" y="86963"/>
                  </a:lnTo>
                  <a:lnTo>
                    <a:pt x="28888" y="86963"/>
                  </a:lnTo>
                  <a:lnTo>
                    <a:pt x="29187" y="85167"/>
                  </a:lnTo>
                  <a:lnTo>
                    <a:pt x="29337" y="84269"/>
                  </a:lnTo>
                  <a:lnTo>
                    <a:pt x="30385" y="84868"/>
                  </a:lnTo>
                  <a:lnTo>
                    <a:pt x="30085" y="86215"/>
                  </a:lnTo>
                  <a:lnTo>
                    <a:pt x="30085" y="87562"/>
                  </a:lnTo>
                  <a:lnTo>
                    <a:pt x="30385" y="86814"/>
                  </a:lnTo>
                  <a:lnTo>
                    <a:pt x="30534" y="85766"/>
                  </a:lnTo>
                  <a:lnTo>
                    <a:pt x="30684" y="85017"/>
                  </a:lnTo>
                  <a:lnTo>
                    <a:pt x="31432" y="85317"/>
                  </a:lnTo>
                  <a:lnTo>
                    <a:pt x="31283" y="86365"/>
                  </a:lnTo>
                  <a:lnTo>
                    <a:pt x="31133" y="87113"/>
                  </a:lnTo>
                  <a:lnTo>
                    <a:pt x="31133" y="87861"/>
                  </a:lnTo>
                  <a:lnTo>
                    <a:pt x="31283" y="87861"/>
                  </a:lnTo>
                  <a:lnTo>
                    <a:pt x="31582" y="85916"/>
                  </a:lnTo>
                  <a:lnTo>
                    <a:pt x="31732" y="85466"/>
                  </a:lnTo>
                  <a:lnTo>
                    <a:pt x="32480" y="85916"/>
                  </a:lnTo>
                  <a:lnTo>
                    <a:pt x="32331" y="86215"/>
                  </a:lnTo>
                  <a:lnTo>
                    <a:pt x="32181" y="87113"/>
                  </a:lnTo>
                  <a:lnTo>
                    <a:pt x="32181" y="88011"/>
                  </a:lnTo>
                  <a:lnTo>
                    <a:pt x="32331" y="88011"/>
                  </a:lnTo>
                  <a:lnTo>
                    <a:pt x="32480" y="86814"/>
                  </a:lnTo>
                  <a:lnTo>
                    <a:pt x="32630" y="86065"/>
                  </a:lnTo>
                  <a:lnTo>
                    <a:pt x="33378" y="86365"/>
                  </a:lnTo>
                  <a:lnTo>
                    <a:pt x="33229" y="87263"/>
                  </a:lnTo>
                  <a:lnTo>
                    <a:pt x="33229" y="88161"/>
                  </a:lnTo>
                  <a:lnTo>
                    <a:pt x="33528" y="87412"/>
                  </a:lnTo>
                  <a:lnTo>
                    <a:pt x="33678" y="86514"/>
                  </a:lnTo>
                  <a:lnTo>
                    <a:pt x="34426" y="86814"/>
                  </a:lnTo>
                  <a:lnTo>
                    <a:pt x="34276" y="87263"/>
                  </a:lnTo>
                  <a:lnTo>
                    <a:pt x="34276" y="87712"/>
                  </a:lnTo>
                  <a:lnTo>
                    <a:pt x="34276" y="88310"/>
                  </a:lnTo>
                  <a:lnTo>
                    <a:pt x="34576" y="87263"/>
                  </a:lnTo>
                  <a:lnTo>
                    <a:pt x="34576" y="86963"/>
                  </a:lnTo>
                  <a:lnTo>
                    <a:pt x="35324" y="87263"/>
                  </a:lnTo>
                  <a:lnTo>
                    <a:pt x="35174" y="88610"/>
                  </a:lnTo>
                  <a:lnTo>
                    <a:pt x="35324" y="88759"/>
                  </a:lnTo>
                  <a:lnTo>
                    <a:pt x="35324" y="88610"/>
                  </a:lnTo>
                  <a:lnTo>
                    <a:pt x="35474" y="87412"/>
                  </a:lnTo>
                  <a:lnTo>
                    <a:pt x="35923" y="87712"/>
                  </a:lnTo>
                  <a:lnTo>
                    <a:pt x="36072" y="87712"/>
                  </a:lnTo>
                  <a:lnTo>
                    <a:pt x="36072" y="88011"/>
                  </a:lnTo>
                  <a:lnTo>
                    <a:pt x="36222" y="88909"/>
                  </a:lnTo>
                  <a:lnTo>
                    <a:pt x="36372" y="88161"/>
                  </a:lnTo>
                  <a:lnTo>
                    <a:pt x="36372" y="87861"/>
                  </a:lnTo>
                  <a:lnTo>
                    <a:pt x="36821" y="88161"/>
                  </a:lnTo>
                  <a:lnTo>
                    <a:pt x="36971" y="88310"/>
                  </a:lnTo>
                  <a:lnTo>
                    <a:pt x="37120" y="89059"/>
                  </a:lnTo>
                  <a:lnTo>
                    <a:pt x="37270" y="88310"/>
                  </a:lnTo>
                  <a:lnTo>
                    <a:pt x="38018" y="88759"/>
                  </a:lnTo>
                  <a:lnTo>
                    <a:pt x="38018" y="89358"/>
                  </a:lnTo>
                  <a:lnTo>
                    <a:pt x="36522" y="89508"/>
                  </a:lnTo>
                  <a:lnTo>
                    <a:pt x="35474" y="89508"/>
                  </a:lnTo>
                  <a:lnTo>
                    <a:pt x="24398" y="90107"/>
                  </a:lnTo>
                  <a:lnTo>
                    <a:pt x="24398" y="90107"/>
                  </a:lnTo>
                  <a:lnTo>
                    <a:pt x="25146" y="86065"/>
                  </a:lnTo>
                  <a:lnTo>
                    <a:pt x="25296" y="86065"/>
                  </a:lnTo>
                  <a:lnTo>
                    <a:pt x="25745" y="84269"/>
                  </a:lnTo>
                  <a:lnTo>
                    <a:pt x="26044" y="83521"/>
                  </a:lnTo>
                  <a:lnTo>
                    <a:pt x="26194" y="82623"/>
                  </a:lnTo>
                  <a:close/>
                  <a:moveTo>
                    <a:pt x="183356" y="82623"/>
                  </a:moveTo>
                  <a:lnTo>
                    <a:pt x="183506" y="83521"/>
                  </a:lnTo>
                  <a:lnTo>
                    <a:pt x="183655" y="84269"/>
                  </a:lnTo>
                  <a:lnTo>
                    <a:pt x="184104" y="86065"/>
                  </a:lnTo>
                  <a:lnTo>
                    <a:pt x="184254" y="86065"/>
                  </a:lnTo>
                  <a:lnTo>
                    <a:pt x="185002" y="90107"/>
                  </a:lnTo>
                  <a:lnTo>
                    <a:pt x="185002" y="90107"/>
                  </a:lnTo>
                  <a:lnTo>
                    <a:pt x="173926" y="89508"/>
                  </a:lnTo>
                  <a:lnTo>
                    <a:pt x="172878" y="89508"/>
                  </a:lnTo>
                  <a:lnTo>
                    <a:pt x="171382" y="89358"/>
                  </a:lnTo>
                  <a:lnTo>
                    <a:pt x="171531" y="88759"/>
                  </a:lnTo>
                  <a:lnTo>
                    <a:pt x="172130" y="88310"/>
                  </a:lnTo>
                  <a:lnTo>
                    <a:pt x="172280" y="89059"/>
                  </a:lnTo>
                  <a:lnTo>
                    <a:pt x="172429" y="89059"/>
                  </a:lnTo>
                  <a:lnTo>
                    <a:pt x="172429" y="88310"/>
                  </a:lnTo>
                  <a:lnTo>
                    <a:pt x="172579" y="88161"/>
                  </a:lnTo>
                  <a:lnTo>
                    <a:pt x="173028" y="87861"/>
                  </a:lnTo>
                  <a:lnTo>
                    <a:pt x="173028" y="88161"/>
                  </a:lnTo>
                  <a:lnTo>
                    <a:pt x="173178" y="88909"/>
                  </a:lnTo>
                  <a:lnTo>
                    <a:pt x="173178" y="89059"/>
                  </a:lnTo>
                  <a:lnTo>
                    <a:pt x="173328" y="88909"/>
                  </a:lnTo>
                  <a:lnTo>
                    <a:pt x="173328" y="88011"/>
                  </a:lnTo>
                  <a:lnTo>
                    <a:pt x="173328" y="87712"/>
                  </a:lnTo>
                  <a:lnTo>
                    <a:pt x="173477" y="87712"/>
                  </a:lnTo>
                  <a:lnTo>
                    <a:pt x="173926" y="87412"/>
                  </a:lnTo>
                  <a:lnTo>
                    <a:pt x="174076" y="88610"/>
                  </a:lnTo>
                  <a:lnTo>
                    <a:pt x="174226" y="88759"/>
                  </a:lnTo>
                  <a:lnTo>
                    <a:pt x="174226" y="88610"/>
                  </a:lnTo>
                  <a:lnTo>
                    <a:pt x="174226" y="87263"/>
                  </a:lnTo>
                  <a:lnTo>
                    <a:pt x="174824" y="86963"/>
                  </a:lnTo>
                  <a:lnTo>
                    <a:pt x="174824" y="87263"/>
                  </a:lnTo>
                  <a:lnTo>
                    <a:pt x="175124" y="88310"/>
                  </a:lnTo>
                  <a:lnTo>
                    <a:pt x="175273" y="87712"/>
                  </a:lnTo>
                  <a:lnTo>
                    <a:pt x="175124" y="87263"/>
                  </a:lnTo>
                  <a:lnTo>
                    <a:pt x="175124" y="86814"/>
                  </a:lnTo>
                  <a:lnTo>
                    <a:pt x="175722" y="86514"/>
                  </a:lnTo>
                  <a:lnTo>
                    <a:pt x="175872" y="87412"/>
                  </a:lnTo>
                  <a:lnTo>
                    <a:pt x="176171" y="88161"/>
                  </a:lnTo>
                  <a:lnTo>
                    <a:pt x="176171" y="87263"/>
                  </a:lnTo>
                  <a:lnTo>
                    <a:pt x="176022" y="86365"/>
                  </a:lnTo>
                  <a:lnTo>
                    <a:pt x="176770" y="86065"/>
                  </a:lnTo>
                  <a:lnTo>
                    <a:pt x="176920" y="86814"/>
                  </a:lnTo>
                  <a:lnTo>
                    <a:pt x="177069" y="88011"/>
                  </a:lnTo>
                  <a:lnTo>
                    <a:pt x="177219" y="88011"/>
                  </a:lnTo>
                  <a:lnTo>
                    <a:pt x="177219" y="87113"/>
                  </a:lnTo>
                  <a:lnTo>
                    <a:pt x="177069" y="86215"/>
                  </a:lnTo>
                  <a:lnTo>
                    <a:pt x="177069" y="85916"/>
                  </a:lnTo>
                  <a:lnTo>
                    <a:pt x="177668" y="85466"/>
                  </a:lnTo>
                  <a:lnTo>
                    <a:pt x="177818" y="85916"/>
                  </a:lnTo>
                  <a:lnTo>
                    <a:pt x="178267" y="87861"/>
                  </a:lnTo>
                  <a:lnTo>
                    <a:pt x="178267" y="87113"/>
                  </a:lnTo>
                  <a:lnTo>
                    <a:pt x="178117" y="86365"/>
                  </a:lnTo>
                  <a:lnTo>
                    <a:pt x="177968" y="85317"/>
                  </a:lnTo>
                  <a:lnTo>
                    <a:pt x="178716" y="85017"/>
                  </a:lnTo>
                  <a:lnTo>
                    <a:pt x="178866" y="85766"/>
                  </a:lnTo>
                  <a:lnTo>
                    <a:pt x="179015" y="86814"/>
                  </a:lnTo>
                  <a:lnTo>
                    <a:pt x="179315" y="87562"/>
                  </a:lnTo>
                  <a:lnTo>
                    <a:pt x="179315" y="86215"/>
                  </a:lnTo>
                  <a:lnTo>
                    <a:pt x="179015" y="84868"/>
                  </a:lnTo>
                  <a:lnTo>
                    <a:pt x="180063" y="84269"/>
                  </a:lnTo>
                  <a:lnTo>
                    <a:pt x="180362" y="85167"/>
                  </a:lnTo>
                  <a:lnTo>
                    <a:pt x="180512" y="86963"/>
                  </a:lnTo>
                  <a:lnTo>
                    <a:pt x="180662" y="86963"/>
                  </a:lnTo>
                  <a:lnTo>
                    <a:pt x="180662" y="86215"/>
                  </a:lnTo>
                  <a:lnTo>
                    <a:pt x="180662" y="85466"/>
                  </a:lnTo>
                  <a:lnTo>
                    <a:pt x="180362" y="84119"/>
                  </a:lnTo>
                  <a:lnTo>
                    <a:pt x="181111" y="83670"/>
                  </a:lnTo>
                  <a:lnTo>
                    <a:pt x="181410" y="85017"/>
                  </a:lnTo>
                  <a:lnTo>
                    <a:pt x="181560" y="85916"/>
                  </a:lnTo>
                  <a:lnTo>
                    <a:pt x="181859" y="86963"/>
                  </a:lnTo>
                  <a:lnTo>
                    <a:pt x="181859" y="86814"/>
                  </a:lnTo>
                  <a:lnTo>
                    <a:pt x="181859" y="85916"/>
                  </a:lnTo>
                  <a:lnTo>
                    <a:pt x="181710" y="85017"/>
                  </a:lnTo>
                  <a:lnTo>
                    <a:pt x="181410" y="83670"/>
                  </a:lnTo>
                  <a:lnTo>
                    <a:pt x="182308" y="83221"/>
                  </a:lnTo>
                  <a:lnTo>
                    <a:pt x="182458" y="84419"/>
                  </a:lnTo>
                  <a:lnTo>
                    <a:pt x="182907" y="86365"/>
                  </a:lnTo>
                  <a:lnTo>
                    <a:pt x="183057" y="86365"/>
                  </a:lnTo>
                  <a:lnTo>
                    <a:pt x="183057" y="85466"/>
                  </a:lnTo>
                  <a:lnTo>
                    <a:pt x="182907" y="84568"/>
                  </a:lnTo>
                  <a:lnTo>
                    <a:pt x="182608" y="83072"/>
                  </a:lnTo>
                  <a:lnTo>
                    <a:pt x="183356" y="82623"/>
                  </a:lnTo>
                  <a:close/>
                  <a:moveTo>
                    <a:pt x="50891" y="51340"/>
                  </a:moveTo>
                  <a:lnTo>
                    <a:pt x="54932" y="54333"/>
                  </a:lnTo>
                  <a:lnTo>
                    <a:pt x="55680" y="54932"/>
                  </a:lnTo>
                  <a:lnTo>
                    <a:pt x="68852" y="64661"/>
                  </a:lnTo>
                  <a:lnTo>
                    <a:pt x="70199" y="65709"/>
                  </a:lnTo>
                  <a:lnTo>
                    <a:pt x="75887" y="69900"/>
                  </a:lnTo>
                  <a:lnTo>
                    <a:pt x="77084" y="70798"/>
                  </a:lnTo>
                  <a:lnTo>
                    <a:pt x="92052" y="81874"/>
                  </a:lnTo>
                  <a:lnTo>
                    <a:pt x="90855" y="90705"/>
                  </a:lnTo>
                  <a:lnTo>
                    <a:pt x="88460" y="91154"/>
                  </a:lnTo>
                  <a:lnTo>
                    <a:pt x="89059" y="90406"/>
                  </a:lnTo>
                  <a:lnTo>
                    <a:pt x="89657" y="89807"/>
                  </a:lnTo>
                  <a:lnTo>
                    <a:pt x="89657" y="89657"/>
                  </a:lnTo>
                  <a:lnTo>
                    <a:pt x="89508" y="89657"/>
                  </a:lnTo>
                  <a:lnTo>
                    <a:pt x="88610" y="90406"/>
                  </a:lnTo>
                  <a:lnTo>
                    <a:pt x="87861" y="91154"/>
                  </a:lnTo>
                  <a:lnTo>
                    <a:pt x="84269" y="91753"/>
                  </a:lnTo>
                  <a:lnTo>
                    <a:pt x="85766" y="90406"/>
                  </a:lnTo>
                  <a:lnTo>
                    <a:pt x="86963" y="89059"/>
                  </a:lnTo>
                  <a:lnTo>
                    <a:pt x="87562" y="88460"/>
                  </a:lnTo>
                  <a:lnTo>
                    <a:pt x="88011" y="87861"/>
                  </a:lnTo>
                  <a:lnTo>
                    <a:pt x="88011" y="87712"/>
                  </a:lnTo>
                  <a:lnTo>
                    <a:pt x="87262" y="88310"/>
                  </a:lnTo>
                  <a:lnTo>
                    <a:pt x="86664" y="88909"/>
                  </a:lnTo>
                  <a:lnTo>
                    <a:pt x="85466" y="90107"/>
                  </a:lnTo>
                  <a:lnTo>
                    <a:pt x="83820" y="91753"/>
                  </a:lnTo>
                  <a:lnTo>
                    <a:pt x="81724" y="92052"/>
                  </a:lnTo>
                  <a:lnTo>
                    <a:pt x="70499" y="77384"/>
                  </a:lnTo>
                  <a:lnTo>
                    <a:pt x="69600" y="76186"/>
                  </a:lnTo>
                  <a:lnTo>
                    <a:pt x="65409" y="70499"/>
                  </a:lnTo>
                  <a:lnTo>
                    <a:pt x="64362" y="69152"/>
                  </a:lnTo>
                  <a:lnTo>
                    <a:pt x="54483" y="56279"/>
                  </a:lnTo>
                  <a:lnTo>
                    <a:pt x="53884" y="55381"/>
                  </a:lnTo>
                  <a:lnTo>
                    <a:pt x="50891" y="51340"/>
                  </a:lnTo>
                  <a:close/>
                  <a:moveTo>
                    <a:pt x="157462" y="50591"/>
                  </a:moveTo>
                  <a:lnTo>
                    <a:pt x="154468" y="54483"/>
                  </a:lnTo>
                  <a:lnTo>
                    <a:pt x="154019" y="55231"/>
                  </a:lnTo>
                  <a:lnTo>
                    <a:pt x="144290" y="68253"/>
                  </a:lnTo>
                  <a:lnTo>
                    <a:pt x="143242" y="69750"/>
                  </a:lnTo>
                  <a:lnTo>
                    <a:pt x="139051" y="75438"/>
                  </a:lnTo>
                  <a:lnTo>
                    <a:pt x="138153" y="76635"/>
                  </a:lnTo>
                  <a:lnTo>
                    <a:pt x="126778" y="92052"/>
                  </a:lnTo>
                  <a:lnTo>
                    <a:pt x="118695" y="91005"/>
                  </a:lnTo>
                  <a:lnTo>
                    <a:pt x="118396" y="88759"/>
                  </a:lnTo>
                  <a:lnTo>
                    <a:pt x="118396" y="88759"/>
                  </a:lnTo>
                  <a:lnTo>
                    <a:pt x="119144" y="89358"/>
                  </a:lnTo>
                  <a:lnTo>
                    <a:pt x="119144" y="89208"/>
                  </a:lnTo>
                  <a:lnTo>
                    <a:pt x="118246" y="88161"/>
                  </a:lnTo>
                  <a:lnTo>
                    <a:pt x="117797" y="84718"/>
                  </a:lnTo>
                  <a:lnTo>
                    <a:pt x="118545" y="85466"/>
                  </a:lnTo>
                  <a:lnTo>
                    <a:pt x="119743" y="86664"/>
                  </a:lnTo>
                  <a:lnTo>
                    <a:pt x="120341" y="87263"/>
                  </a:lnTo>
                  <a:lnTo>
                    <a:pt x="120940" y="87712"/>
                  </a:lnTo>
                  <a:lnTo>
                    <a:pt x="121090" y="87712"/>
                  </a:lnTo>
                  <a:lnTo>
                    <a:pt x="120641" y="86963"/>
                  </a:lnTo>
                  <a:lnTo>
                    <a:pt x="120042" y="86365"/>
                  </a:lnTo>
                  <a:lnTo>
                    <a:pt x="118695" y="85167"/>
                  </a:lnTo>
                  <a:lnTo>
                    <a:pt x="117647" y="84119"/>
                  </a:lnTo>
                  <a:lnTo>
                    <a:pt x="117198" y="80976"/>
                  </a:lnTo>
                  <a:lnTo>
                    <a:pt x="131567" y="70199"/>
                  </a:lnTo>
                  <a:lnTo>
                    <a:pt x="132765" y="69301"/>
                  </a:lnTo>
                  <a:lnTo>
                    <a:pt x="138452" y="64961"/>
                  </a:lnTo>
                  <a:lnTo>
                    <a:pt x="139800" y="63913"/>
                  </a:lnTo>
                  <a:lnTo>
                    <a:pt x="152672" y="54184"/>
                  </a:lnTo>
                  <a:lnTo>
                    <a:pt x="153570" y="53585"/>
                  </a:lnTo>
                  <a:lnTo>
                    <a:pt x="157462" y="50591"/>
                  </a:lnTo>
                  <a:close/>
                  <a:moveTo>
                    <a:pt x="149379" y="77833"/>
                  </a:moveTo>
                  <a:lnTo>
                    <a:pt x="151175" y="81275"/>
                  </a:lnTo>
                  <a:lnTo>
                    <a:pt x="152822" y="84868"/>
                  </a:lnTo>
                  <a:lnTo>
                    <a:pt x="154169" y="88460"/>
                  </a:lnTo>
                  <a:lnTo>
                    <a:pt x="155366" y="92352"/>
                  </a:lnTo>
                  <a:lnTo>
                    <a:pt x="148481" y="93100"/>
                  </a:lnTo>
                  <a:lnTo>
                    <a:pt x="147583" y="90107"/>
                  </a:lnTo>
                  <a:lnTo>
                    <a:pt x="146385" y="87263"/>
                  </a:lnTo>
                  <a:lnTo>
                    <a:pt x="145038" y="84419"/>
                  </a:lnTo>
                  <a:lnTo>
                    <a:pt x="143542" y="81575"/>
                  </a:lnTo>
                  <a:lnTo>
                    <a:pt x="149379" y="77833"/>
                  </a:lnTo>
                  <a:close/>
                  <a:moveTo>
                    <a:pt x="60620" y="76935"/>
                  </a:moveTo>
                  <a:lnTo>
                    <a:pt x="66457" y="80527"/>
                  </a:lnTo>
                  <a:lnTo>
                    <a:pt x="64661" y="83521"/>
                  </a:lnTo>
                  <a:lnTo>
                    <a:pt x="63164" y="86664"/>
                  </a:lnTo>
                  <a:lnTo>
                    <a:pt x="61967" y="89957"/>
                  </a:lnTo>
                  <a:lnTo>
                    <a:pt x="60919" y="93399"/>
                  </a:lnTo>
                  <a:lnTo>
                    <a:pt x="54184" y="91903"/>
                  </a:lnTo>
                  <a:lnTo>
                    <a:pt x="55381" y="88011"/>
                  </a:lnTo>
                  <a:lnTo>
                    <a:pt x="56878" y="84119"/>
                  </a:lnTo>
                  <a:lnTo>
                    <a:pt x="58524" y="80527"/>
                  </a:lnTo>
                  <a:lnTo>
                    <a:pt x="60620" y="76935"/>
                  </a:lnTo>
                  <a:close/>
                  <a:moveTo>
                    <a:pt x="139051" y="77683"/>
                  </a:moveTo>
                  <a:lnTo>
                    <a:pt x="140398" y="79479"/>
                  </a:lnTo>
                  <a:lnTo>
                    <a:pt x="141745" y="81575"/>
                  </a:lnTo>
                  <a:lnTo>
                    <a:pt x="142943" y="83521"/>
                  </a:lnTo>
                  <a:lnTo>
                    <a:pt x="144140" y="85766"/>
                  </a:lnTo>
                  <a:lnTo>
                    <a:pt x="145038" y="87861"/>
                  </a:lnTo>
                  <a:lnTo>
                    <a:pt x="145936" y="90256"/>
                  </a:lnTo>
                  <a:lnTo>
                    <a:pt x="146685" y="92501"/>
                  </a:lnTo>
                  <a:lnTo>
                    <a:pt x="147283" y="94896"/>
                  </a:lnTo>
                  <a:lnTo>
                    <a:pt x="128274" y="92202"/>
                  </a:lnTo>
                  <a:lnTo>
                    <a:pt x="139051" y="77683"/>
                  </a:lnTo>
                  <a:close/>
                  <a:moveTo>
                    <a:pt x="69750" y="78432"/>
                  </a:moveTo>
                  <a:lnTo>
                    <a:pt x="80377" y="92352"/>
                  </a:lnTo>
                  <a:lnTo>
                    <a:pt x="61967" y="95046"/>
                  </a:lnTo>
                  <a:lnTo>
                    <a:pt x="61967" y="95046"/>
                  </a:lnTo>
                  <a:lnTo>
                    <a:pt x="62566" y="92801"/>
                  </a:lnTo>
                  <a:lnTo>
                    <a:pt x="63314" y="90556"/>
                  </a:lnTo>
                  <a:lnTo>
                    <a:pt x="64062" y="88460"/>
                  </a:lnTo>
                  <a:lnTo>
                    <a:pt x="64960" y="86215"/>
                  </a:lnTo>
                  <a:lnTo>
                    <a:pt x="66008" y="84119"/>
                  </a:lnTo>
                  <a:lnTo>
                    <a:pt x="67206" y="82174"/>
                  </a:lnTo>
                  <a:lnTo>
                    <a:pt x="68403" y="80228"/>
                  </a:lnTo>
                  <a:lnTo>
                    <a:pt x="69750" y="78432"/>
                  </a:lnTo>
                  <a:close/>
                  <a:moveTo>
                    <a:pt x="155516" y="93250"/>
                  </a:moveTo>
                  <a:lnTo>
                    <a:pt x="156115" y="96094"/>
                  </a:lnTo>
                  <a:lnTo>
                    <a:pt x="148930" y="95046"/>
                  </a:lnTo>
                  <a:lnTo>
                    <a:pt x="148631" y="94148"/>
                  </a:lnTo>
                  <a:lnTo>
                    <a:pt x="155516" y="93250"/>
                  </a:lnTo>
                  <a:close/>
                  <a:moveTo>
                    <a:pt x="53884" y="92950"/>
                  </a:moveTo>
                  <a:lnTo>
                    <a:pt x="60620" y="94447"/>
                  </a:lnTo>
                  <a:lnTo>
                    <a:pt x="60470" y="95345"/>
                  </a:lnTo>
                  <a:lnTo>
                    <a:pt x="53285" y="96393"/>
                  </a:lnTo>
                  <a:lnTo>
                    <a:pt x="53884" y="92950"/>
                  </a:lnTo>
                  <a:close/>
                  <a:moveTo>
                    <a:pt x="154767" y="56129"/>
                  </a:moveTo>
                  <a:lnTo>
                    <a:pt x="157013" y="58524"/>
                  </a:lnTo>
                  <a:lnTo>
                    <a:pt x="159108" y="61069"/>
                  </a:lnTo>
                  <a:lnTo>
                    <a:pt x="161054" y="63613"/>
                  </a:lnTo>
                  <a:lnTo>
                    <a:pt x="163000" y="66308"/>
                  </a:lnTo>
                  <a:lnTo>
                    <a:pt x="158509" y="70948"/>
                  </a:lnTo>
                  <a:lnTo>
                    <a:pt x="164796" y="69152"/>
                  </a:lnTo>
                  <a:lnTo>
                    <a:pt x="167041" y="73492"/>
                  </a:lnTo>
                  <a:lnTo>
                    <a:pt x="169137" y="77833"/>
                  </a:lnTo>
                  <a:lnTo>
                    <a:pt x="170933" y="82473"/>
                  </a:lnTo>
                  <a:lnTo>
                    <a:pt x="172280" y="87263"/>
                  </a:lnTo>
                  <a:lnTo>
                    <a:pt x="166592" y="90107"/>
                  </a:lnTo>
                  <a:lnTo>
                    <a:pt x="173028" y="90406"/>
                  </a:lnTo>
                  <a:lnTo>
                    <a:pt x="173777" y="94447"/>
                  </a:lnTo>
                  <a:lnTo>
                    <a:pt x="174226" y="98638"/>
                  </a:lnTo>
                  <a:lnTo>
                    <a:pt x="157911" y="96393"/>
                  </a:lnTo>
                  <a:lnTo>
                    <a:pt x="157312" y="93100"/>
                  </a:lnTo>
                  <a:lnTo>
                    <a:pt x="161204" y="92651"/>
                  </a:lnTo>
                  <a:lnTo>
                    <a:pt x="161653" y="93250"/>
                  </a:lnTo>
                  <a:lnTo>
                    <a:pt x="162401" y="93699"/>
                  </a:lnTo>
                  <a:lnTo>
                    <a:pt x="163299" y="93848"/>
                  </a:lnTo>
                  <a:lnTo>
                    <a:pt x="164047" y="93549"/>
                  </a:lnTo>
                  <a:lnTo>
                    <a:pt x="164497" y="93399"/>
                  </a:lnTo>
                  <a:lnTo>
                    <a:pt x="164796" y="93100"/>
                  </a:lnTo>
                  <a:lnTo>
                    <a:pt x="165245" y="92352"/>
                  </a:lnTo>
                  <a:lnTo>
                    <a:pt x="165395" y="91603"/>
                  </a:lnTo>
                  <a:lnTo>
                    <a:pt x="165245" y="91154"/>
                  </a:lnTo>
                  <a:lnTo>
                    <a:pt x="165095" y="90705"/>
                  </a:lnTo>
                  <a:lnTo>
                    <a:pt x="164946" y="90256"/>
                  </a:lnTo>
                  <a:lnTo>
                    <a:pt x="164646" y="89957"/>
                  </a:lnTo>
                  <a:lnTo>
                    <a:pt x="163898" y="89508"/>
                  </a:lnTo>
                  <a:lnTo>
                    <a:pt x="163000" y="89358"/>
                  </a:lnTo>
                  <a:lnTo>
                    <a:pt x="162700" y="89508"/>
                  </a:lnTo>
                  <a:lnTo>
                    <a:pt x="162251" y="89657"/>
                  </a:lnTo>
                  <a:lnTo>
                    <a:pt x="161653" y="89957"/>
                  </a:lnTo>
                  <a:lnTo>
                    <a:pt x="161353" y="90406"/>
                  </a:lnTo>
                  <a:lnTo>
                    <a:pt x="161054" y="91005"/>
                  </a:lnTo>
                  <a:lnTo>
                    <a:pt x="160904" y="91603"/>
                  </a:lnTo>
                  <a:lnTo>
                    <a:pt x="157013" y="92052"/>
                  </a:lnTo>
                  <a:lnTo>
                    <a:pt x="155965" y="88161"/>
                  </a:lnTo>
                  <a:lnTo>
                    <a:pt x="154468" y="84269"/>
                  </a:lnTo>
                  <a:lnTo>
                    <a:pt x="152822" y="80527"/>
                  </a:lnTo>
                  <a:lnTo>
                    <a:pt x="150876" y="76935"/>
                  </a:lnTo>
                  <a:lnTo>
                    <a:pt x="154169" y="74690"/>
                  </a:lnTo>
                  <a:lnTo>
                    <a:pt x="154917" y="75139"/>
                  </a:lnTo>
                  <a:lnTo>
                    <a:pt x="155665" y="75288"/>
                  </a:lnTo>
                  <a:lnTo>
                    <a:pt x="156564" y="74989"/>
                  </a:lnTo>
                  <a:lnTo>
                    <a:pt x="157312" y="74540"/>
                  </a:lnTo>
                  <a:lnTo>
                    <a:pt x="157611" y="74241"/>
                  </a:lnTo>
                  <a:lnTo>
                    <a:pt x="157761" y="73941"/>
                  </a:lnTo>
                  <a:lnTo>
                    <a:pt x="157911" y="73043"/>
                  </a:lnTo>
                  <a:lnTo>
                    <a:pt x="157761" y="72295"/>
                  </a:lnTo>
                  <a:lnTo>
                    <a:pt x="157611" y="71846"/>
                  </a:lnTo>
                  <a:lnTo>
                    <a:pt x="157312" y="71546"/>
                  </a:lnTo>
                  <a:lnTo>
                    <a:pt x="157013" y="71247"/>
                  </a:lnTo>
                  <a:lnTo>
                    <a:pt x="156564" y="70948"/>
                  </a:lnTo>
                  <a:lnTo>
                    <a:pt x="155815" y="70798"/>
                  </a:lnTo>
                  <a:lnTo>
                    <a:pt x="154917" y="70948"/>
                  </a:lnTo>
                  <a:lnTo>
                    <a:pt x="154468" y="71097"/>
                  </a:lnTo>
                  <a:lnTo>
                    <a:pt x="154169" y="71397"/>
                  </a:lnTo>
                  <a:lnTo>
                    <a:pt x="153720" y="71995"/>
                  </a:lnTo>
                  <a:lnTo>
                    <a:pt x="153570" y="72594"/>
                  </a:lnTo>
                  <a:lnTo>
                    <a:pt x="153570" y="73193"/>
                  </a:lnTo>
                  <a:lnTo>
                    <a:pt x="153720" y="73792"/>
                  </a:lnTo>
                  <a:lnTo>
                    <a:pt x="150277" y="76037"/>
                  </a:lnTo>
                  <a:lnTo>
                    <a:pt x="147882" y="72594"/>
                  </a:lnTo>
                  <a:lnTo>
                    <a:pt x="145188" y="69301"/>
                  </a:lnTo>
                  <a:lnTo>
                    <a:pt x="154767" y="56129"/>
                  </a:lnTo>
                  <a:close/>
                  <a:moveTo>
                    <a:pt x="53735" y="57177"/>
                  </a:moveTo>
                  <a:lnTo>
                    <a:pt x="63464" y="70050"/>
                  </a:lnTo>
                  <a:lnTo>
                    <a:pt x="61518" y="72594"/>
                  </a:lnTo>
                  <a:lnTo>
                    <a:pt x="59722" y="75139"/>
                  </a:lnTo>
                  <a:lnTo>
                    <a:pt x="56429" y="73193"/>
                  </a:lnTo>
                  <a:lnTo>
                    <a:pt x="56578" y="72444"/>
                  </a:lnTo>
                  <a:lnTo>
                    <a:pt x="56279" y="71546"/>
                  </a:lnTo>
                  <a:lnTo>
                    <a:pt x="55830" y="70948"/>
                  </a:lnTo>
                  <a:lnTo>
                    <a:pt x="55082" y="70499"/>
                  </a:lnTo>
                  <a:lnTo>
                    <a:pt x="54633" y="70349"/>
                  </a:lnTo>
                  <a:lnTo>
                    <a:pt x="54184" y="70349"/>
                  </a:lnTo>
                  <a:lnTo>
                    <a:pt x="53435" y="70648"/>
                  </a:lnTo>
                  <a:lnTo>
                    <a:pt x="52687" y="71097"/>
                  </a:lnTo>
                  <a:lnTo>
                    <a:pt x="52537" y="71397"/>
                  </a:lnTo>
                  <a:lnTo>
                    <a:pt x="52238" y="71846"/>
                  </a:lnTo>
                  <a:lnTo>
                    <a:pt x="52238" y="72295"/>
                  </a:lnTo>
                  <a:lnTo>
                    <a:pt x="52238" y="72744"/>
                  </a:lnTo>
                  <a:lnTo>
                    <a:pt x="52387" y="73492"/>
                  </a:lnTo>
                  <a:lnTo>
                    <a:pt x="52836" y="74241"/>
                  </a:lnTo>
                  <a:lnTo>
                    <a:pt x="53285" y="74540"/>
                  </a:lnTo>
                  <a:lnTo>
                    <a:pt x="53585" y="74690"/>
                  </a:lnTo>
                  <a:lnTo>
                    <a:pt x="54333" y="74839"/>
                  </a:lnTo>
                  <a:lnTo>
                    <a:pt x="54932" y="74690"/>
                  </a:lnTo>
                  <a:lnTo>
                    <a:pt x="55531" y="74540"/>
                  </a:lnTo>
                  <a:lnTo>
                    <a:pt x="55980" y="74091"/>
                  </a:lnTo>
                  <a:lnTo>
                    <a:pt x="59123" y="76037"/>
                  </a:lnTo>
                  <a:lnTo>
                    <a:pt x="57027" y="79629"/>
                  </a:lnTo>
                  <a:lnTo>
                    <a:pt x="55231" y="83521"/>
                  </a:lnTo>
                  <a:lnTo>
                    <a:pt x="53585" y="87412"/>
                  </a:lnTo>
                  <a:lnTo>
                    <a:pt x="52387" y="91603"/>
                  </a:lnTo>
                  <a:lnTo>
                    <a:pt x="48645" y="90705"/>
                  </a:lnTo>
                  <a:lnTo>
                    <a:pt x="48496" y="89957"/>
                  </a:lnTo>
                  <a:lnTo>
                    <a:pt x="47897" y="89208"/>
                  </a:lnTo>
                  <a:lnTo>
                    <a:pt x="47298" y="88759"/>
                  </a:lnTo>
                  <a:lnTo>
                    <a:pt x="46400" y="88610"/>
                  </a:lnTo>
                  <a:lnTo>
                    <a:pt x="45951" y="88759"/>
                  </a:lnTo>
                  <a:lnTo>
                    <a:pt x="45652" y="88759"/>
                  </a:lnTo>
                  <a:lnTo>
                    <a:pt x="44904" y="89358"/>
                  </a:lnTo>
                  <a:lnTo>
                    <a:pt x="44454" y="89957"/>
                  </a:lnTo>
                  <a:lnTo>
                    <a:pt x="44305" y="90406"/>
                  </a:lnTo>
                  <a:lnTo>
                    <a:pt x="44155" y="90855"/>
                  </a:lnTo>
                  <a:lnTo>
                    <a:pt x="44305" y="91304"/>
                  </a:lnTo>
                  <a:lnTo>
                    <a:pt x="44454" y="91753"/>
                  </a:lnTo>
                  <a:lnTo>
                    <a:pt x="44904" y="92352"/>
                  </a:lnTo>
                  <a:lnTo>
                    <a:pt x="45502" y="92950"/>
                  </a:lnTo>
                  <a:lnTo>
                    <a:pt x="45951" y="92950"/>
                  </a:lnTo>
                  <a:lnTo>
                    <a:pt x="46400" y="93100"/>
                  </a:lnTo>
                  <a:lnTo>
                    <a:pt x="46999" y="92950"/>
                  </a:lnTo>
                  <a:lnTo>
                    <a:pt x="47598" y="92651"/>
                  </a:lnTo>
                  <a:lnTo>
                    <a:pt x="48047" y="92352"/>
                  </a:lnTo>
                  <a:lnTo>
                    <a:pt x="48496" y="91753"/>
                  </a:lnTo>
                  <a:lnTo>
                    <a:pt x="52238" y="92501"/>
                  </a:lnTo>
                  <a:lnTo>
                    <a:pt x="51789" y="94597"/>
                  </a:lnTo>
                  <a:lnTo>
                    <a:pt x="51340" y="96692"/>
                  </a:lnTo>
                  <a:lnTo>
                    <a:pt x="35025" y="99237"/>
                  </a:lnTo>
                  <a:lnTo>
                    <a:pt x="35623" y="94747"/>
                  </a:lnTo>
                  <a:lnTo>
                    <a:pt x="36372" y="90406"/>
                  </a:lnTo>
                  <a:lnTo>
                    <a:pt x="42808" y="90107"/>
                  </a:lnTo>
                  <a:lnTo>
                    <a:pt x="37120" y="87113"/>
                  </a:lnTo>
                  <a:lnTo>
                    <a:pt x="38467" y="82473"/>
                  </a:lnTo>
                  <a:lnTo>
                    <a:pt x="40263" y="77833"/>
                  </a:lnTo>
                  <a:lnTo>
                    <a:pt x="42359" y="73492"/>
                  </a:lnTo>
                  <a:lnTo>
                    <a:pt x="44604" y="69152"/>
                  </a:lnTo>
                  <a:lnTo>
                    <a:pt x="50891" y="70948"/>
                  </a:lnTo>
                  <a:lnTo>
                    <a:pt x="46400" y="66308"/>
                  </a:lnTo>
                  <a:lnTo>
                    <a:pt x="48047" y="63913"/>
                  </a:lnTo>
                  <a:lnTo>
                    <a:pt x="49843" y="61518"/>
                  </a:lnTo>
                  <a:lnTo>
                    <a:pt x="51789" y="59273"/>
                  </a:lnTo>
                  <a:lnTo>
                    <a:pt x="53735" y="57177"/>
                  </a:lnTo>
                  <a:close/>
                  <a:moveTo>
                    <a:pt x="174076" y="90556"/>
                  </a:moveTo>
                  <a:lnTo>
                    <a:pt x="185302" y="91005"/>
                  </a:lnTo>
                  <a:lnTo>
                    <a:pt x="185901" y="95645"/>
                  </a:lnTo>
                  <a:lnTo>
                    <a:pt x="186200" y="100285"/>
                  </a:lnTo>
                  <a:lnTo>
                    <a:pt x="175273" y="98638"/>
                  </a:lnTo>
                  <a:lnTo>
                    <a:pt x="174824" y="94597"/>
                  </a:lnTo>
                  <a:lnTo>
                    <a:pt x="174076" y="90556"/>
                  </a:lnTo>
                  <a:close/>
                  <a:moveTo>
                    <a:pt x="35324" y="90556"/>
                  </a:moveTo>
                  <a:lnTo>
                    <a:pt x="34576" y="94896"/>
                  </a:lnTo>
                  <a:lnTo>
                    <a:pt x="34127" y="99387"/>
                  </a:lnTo>
                  <a:lnTo>
                    <a:pt x="23050" y="101033"/>
                  </a:lnTo>
                  <a:lnTo>
                    <a:pt x="23500" y="95944"/>
                  </a:lnTo>
                  <a:lnTo>
                    <a:pt x="24098" y="91154"/>
                  </a:lnTo>
                  <a:lnTo>
                    <a:pt x="35324" y="90556"/>
                  </a:lnTo>
                  <a:close/>
                  <a:moveTo>
                    <a:pt x="107319" y="15716"/>
                  </a:moveTo>
                  <a:lnTo>
                    <a:pt x="111660" y="16016"/>
                  </a:lnTo>
                  <a:lnTo>
                    <a:pt x="116001" y="16465"/>
                  </a:lnTo>
                  <a:lnTo>
                    <a:pt x="120192" y="17063"/>
                  </a:lnTo>
                  <a:lnTo>
                    <a:pt x="124383" y="17961"/>
                  </a:lnTo>
                  <a:lnTo>
                    <a:pt x="128424" y="19009"/>
                  </a:lnTo>
                  <a:lnTo>
                    <a:pt x="132465" y="20207"/>
                  </a:lnTo>
                  <a:lnTo>
                    <a:pt x="136507" y="21554"/>
                  </a:lnTo>
                  <a:lnTo>
                    <a:pt x="140249" y="23200"/>
                  </a:lnTo>
                  <a:lnTo>
                    <a:pt x="143991" y="24847"/>
                  </a:lnTo>
                  <a:lnTo>
                    <a:pt x="147733" y="26792"/>
                  </a:lnTo>
                  <a:lnTo>
                    <a:pt x="151325" y="28888"/>
                  </a:lnTo>
                  <a:lnTo>
                    <a:pt x="154767" y="31133"/>
                  </a:lnTo>
                  <a:lnTo>
                    <a:pt x="158060" y="33528"/>
                  </a:lnTo>
                  <a:lnTo>
                    <a:pt x="161204" y="36073"/>
                  </a:lnTo>
                  <a:lnTo>
                    <a:pt x="164347" y="38767"/>
                  </a:lnTo>
                  <a:lnTo>
                    <a:pt x="167340" y="41611"/>
                  </a:lnTo>
                  <a:lnTo>
                    <a:pt x="170184" y="44455"/>
                  </a:lnTo>
                  <a:lnTo>
                    <a:pt x="172878" y="47598"/>
                  </a:lnTo>
                  <a:lnTo>
                    <a:pt x="175423" y="50741"/>
                  </a:lnTo>
                  <a:lnTo>
                    <a:pt x="177818" y="54034"/>
                  </a:lnTo>
                  <a:lnTo>
                    <a:pt x="180063" y="57477"/>
                  </a:lnTo>
                  <a:lnTo>
                    <a:pt x="182308" y="61069"/>
                  </a:lnTo>
                  <a:lnTo>
                    <a:pt x="184254" y="64661"/>
                  </a:lnTo>
                  <a:lnTo>
                    <a:pt x="186050" y="68403"/>
                  </a:lnTo>
                  <a:lnTo>
                    <a:pt x="187547" y="72295"/>
                  </a:lnTo>
                  <a:lnTo>
                    <a:pt x="189044" y="76186"/>
                  </a:lnTo>
                  <a:lnTo>
                    <a:pt x="190241" y="80228"/>
                  </a:lnTo>
                  <a:lnTo>
                    <a:pt x="191289" y="84269"/>
                  </a:lnTo>
                  <a:lnTo>
                    <a:pt x="192187" y="88460"/>
                  </a:lnTo>
                  <a:lnTo>
                    <a:pt x="192935" y="92651"/>
                  </a:lnTo>
                  <a:lnTo>
                    <a:pt x="193384" y="96842"/>
                  </a:lnTo>
                  <a:lnTo>
                    <a:pt x="193684" y="101183"/>
                  </a:lnTo>
                  <a:lnTo>
                    <a:pt x="189792" y="100734"/>
                  </a:lnTo>
                  <a:lnTo>
                    <a:pt x="189343" y="95944"/>
                  </a:lnTo>
                  <a:lnTo>
                    <a:pt x="188744" y="91454"/>
                  </a:lnTo>
                  <a:lnTo>
                    <a:pt x="187846" y="86814"/>
                  </a:lnTo>
                  <a:lnTo>
                    <a:pt x="186799" y="82323"/>
                  </a:lnTo>
                  <a:lnTo>
                    <a:pt x="185451" y="77983"/>
                  </a:lnTo>
                  <a:lnTo>
                    <a:pt x="183955" y="73792"/>
                  </a:lnTo>
                  <a:lnTo>
                    <a:pt x="182159" y="69601"/>
                  </a:lnTo>
                  <a:lnTo>
                    <a:pt x="180213" y="65559"/>
                  </a:lnTo>
                  <a:lnTo>
                    <a:pt x="178117" y="61668"/>
                  </a:lnTo>
                  <a:lnTo>
                    <a:pt x="175722" y="57926"/>
                  </a:lnTo>
                  <a:lnTo>
                    <a:pt x="173178" y="54184"/>
                  </a:lnTo>
                  <a:lnTo>
                    <a:pt x="170334" y="50741"/>
                  </a:lnTo>
                  <a:lnTo>
                    <a:pt x="167490" y="47298"/>
                  </a:lnTo>
                  <a:lnTo>
                    <a:pt x="164347" y="44155"/>
                  </a:lnTo>
                  <a:lnTo>
                    <a:pt x="161204" y="41162"/>
                  </a:lnTo>
                  <a:lnTo>
                    <a:pt x="157761" y="38318"/>
                  </a:lnTo>
                  <a:lnTo>
                    <a:pt x="156414" y="37120"/>
                  </a:lnTo>
                  <a:lnTo>
                    <a:pt x="152373" y="34276"/>
                  </a:lnTo>
                  <a:lnTo>
                    <a:pt x="148182" y="31582"/>
                  </a:lnTo>
                  <a:lnTo>
                    <a:pt x="146535" y="30684"/>
                  </a:lnTo>
                  <a:lnTo>
                    <a:pt x="143691" y="29038"/>
                  </a:lnTo>
                  <a:lnTo>
                    <a:pt x="143392" y="28888"/>
                  </a:lnTo>
                  <a:lnTo>
                    <a:pt x="140099" y="27391"/>
                  </a:lnTo>
                  <a:lnTo>
                    <a:pt x="138902" y="26792"/>
                  </a:lnTo>
                  <a:lnTo>
                    <a:pt x="135309" y="25296"/>
                  </a:lnTo>
                  <a:lnTo>
                    <a:pt x="131567" y="23949"/>
                  </a:lnTo>
                  <a:lnTo>
                    <a:pt x="127825" y="22751"/>
                  </a:lnTo>
                  <a:lnTo>
                    <a:pt x="123934" y="21853"/>
                  </a:lnTo>
                  <a:lnTo>
                    <a:pt x="120042" y="20955"/>
                  </a:lnTo>
                  <a:lnTo>
                    <a:pt x="116001" y="20356"/>
                  </a:lnTo>
                  <a:lnTo>
                    <a:pt x="111959" y="19907"/>
                  </a:lnTo>
                  <a:lnTo>
                    <a:pt x="107918" y="19758"/>
                  </a:lnTo>
                  <a:lnTo>
                    <a:pt x="107319" y="15716"/>
                  </a:lnTo>
                  <a:close/>
                  <a:moveTo>
                    <a:pt x="101183" y="15716"/>
                  </a:moveTo>
                  <a:lnTo>
                    <a:pt x="100584" y="19758"/>
                  </a:lnTo>
                  <a:lnTo>
                    <a:pt x="96543" y="20057"/>
                  </a:lnTo>
                  <a:lnTo>
                    <a:pt x="92501" y="20506"/>
                  </a:lnTo>
                  <a:lnTo>
                    <a:pt x="88460" y="21105"/>
                  </a:lnTo>
                  <a:lnTo>
                    <a:pt x="84568" y="22003"/>
                  </a:lnTo>
                  <a:lnTo>
                    <a:pt x="80826" y="23051"/>
                  </a:lnTo>
                  <a:lnTo>
                    <a:pt x="76935" y="24248"/>
                  </a:lnTo>
                  <a:lnTo>
                    <a:pt x="73342" y="25595"/>
                  </a:lnTo>
                  <a:lnTo>
                    <a:pt x="69600" y="27242"/>
                  </a:lnTo>
                  <a:lnTo>
                    <a:pt x="66158" y="28888"/>
                  </a:lnTo>
                  <a:lnTo>
                    <a:pt x="62715" y="30684"/>
                  </a:lnTo>
                  <a:lnTo>
                    <a:pt x="59422" y="32780"/>
                  </a:lnTo>
                  <a:lnTo>
                    <a:pt x="56129" y="34875"/>
                  </a:lnTo>
                  <a:lnTo>
                    <a:pt x="52986" y="37120"/>
                  </a:lnTo>
                  <a:lnTo>
                    <a:pt x="49993" y="39665"/>
                  </a:lnTo>
                  <a:lnTo>
                    <a:pt x="46999" y="42209"/>
                  </a:lnTo>
                  <a:lnTo>
                    <a:pt x="44305" y="44904"/>
                  </a:lnTo>
                  <a:lnTo>
                    <a:pt x="41611" y="47747"/>
                  </a:lnTo>
                  <a:lnTo>
                    <a:pt x="39066" y="50591"/>
                  </a:lnTo>
                  <a:lnTo>
                    <a:pt x="36671" y="53585"/>
                  </a:lnTo>
                  <a:lnTo>
                    <a:pt x="34426" y="56878"/>
                  </a:lnTo>
                  <a:lnTo>
                    <a:pt x="32331" y="60021"/>
                  </a:lnTo>
                  <a:lnTo>
                    <a:pt x="30235" y="63464"/>
                  </a:lnTo>
                  <a:lnTo>
                    <a:pt x="28439" y="66906"/>
                  </a:lnTo>
                  <a:lnTo>
                    <a:pt x="26792" y="70349"/>
                  </a:lnTo>
                  <a:lnTo>
                    <a:pt x="25296" y="74091"/>
                  </a:lnTo>
                  <a:lnTo>
                    <a:pt x="23949" y="77833"/>
                  </a:lnTo>
                  <a:lnTo>
                    <a:pt x="22751" y="81575"/>
                  </a:lnTo>
                  <a:lnTo>
                    <a:pt x="21853" y="85466"/>
                  </a:lnTo>
                  <a:lnTo>
                    <a:pt x="20955" y="89358"/>
                  </a:lnTo>
                  <a:lnTo>
                    <a:pt x="20356" y="93399"/>
                  </a:lnTo>
                  <a:lnTo>
                    <a:pt x="19907" y="97441"/>
                  </a:lnTo>
                  <a:lnTo>
                    <a:pt x="19608" y="101482"/>
                  </a:lnTo>
                  <a:lnTo>
                    <a:pt x="15716" y="102081"/>
                  </a:lnTo>
                  <a:lnTo>
                    <a:pt x="15866" y="97740"/>
                  </a:lnTo>
                  <a:lnTo>
                    <a:pt x="16315" y="93399"/>
                  </a:lnTo>
                  <a:lnTo>
                    <a:pt x="17063" y="89208"/>
                  </a:lnTo>
                  <a:lnTo>
                    <a:pt x="17812" y="85017"/>
                  </a:lnTo>
                  <a:lnTo>
                    <a:pt x="18859" y="80976"/>
                  </a:lnTo>
                  <a:lnTo>
                    <a:pt x="20057" y="76935"/>
                  </a:lnTo>
                  <a:lnTo>
                    <a:pt x="21554" y="73043"/>
                  </a:lnTo>
                  <a:lnTo>
                    <a:pt x="23050" y="69152"/>
                  </a:lnTo>
                  <a:lnTo>
                    <a:pt x="24847" y="65410"/>
                  </a:lnTo>
                  <a:lnTo>
                    <a:pt x="26792" y="61817"/>
                  </a:lnTo>
                  <a:lnTo>
                    <a:pt x="28888" y="58225"/>
                  </a:lnTo>
                  <a:lnTo>
                    <a:pt x="31133" y="54782"/>
                  </a:lnTo>
                  <a:lnTo>
                    <a:pt x="33378" y="51340"/>
                  </a:lnTo>
                  <a:lnTo>
                    <a:pt x="35923" y="48197"/>
                  </a:lnTo>
                  <a:lnTo>
                    <a:pt x="38617" y="45053"/>
                  </a:lnTo>
                  <a:lnTo>
                    <a:pt x="41461" y="42060"/>
                  </a:lnTo>
                  <a:lnTo>
                    <a:pt x="44454" y="39216"/>
                  </a:lnTo>
                  <a:lnTo>
                    <a:pt x="47448" y="36522"/>
                  </a:lnTo>
                  <a:lnTo>
                    <a:pt x="50741" y="33977"/>
                  </a:lnTo>
                  <a:lnTo>
                    <a:pt x="54034" y="31582"/>
                  </a:lnTo>
                  <a:lnTo>
                    <a:pt x="57476" y="29337"/>
                  </a:lnTo>
                  <a:lnTo>
                    <a:pt x="60919" y="27242"/>
                  </a:lnTo>
                  <a:lnTo>
                    <a:pt x="64661" y="25296"/>
                  </a:lnTo>
                  <a:lnTo>
                    <a:pt x="68403" y="23500"/>
                  </a:lnTo>
                  <a:lnTo>
                    <a:pt x="72145" y="21853"/>
                  </a:lnTo>
                  <a:lnTo>
                    <a:pt x="76186" y="20356"/>
                  </a:lnTo>
                  <a:lnTo>
                    <a:pt x="80078" y="19159"/>
                  </a:lnTo>
                  <a:lnTo>
                    <a:pt x="84119" y="18111"/>
                  </a:lnTo>
                  <a:lnTo>
                    <a:pt x="88310" y="17213"/>
                  </a:lnTo>
                  <a:lnTo>
                    <a:pt x="92501" y="16614"/>
                  </a:lnTo>
                  <a:lnTo>
                    <a:pt x="96842" y="16016"/>
                  </a:lnTo>
                  <a:lnTo>
                    <a:pt x="101183" y="15716"/>
                  </a:lnTo>
                  <a:close/>
                  <a:moveTo>
                    <a:pt x="104176" y="5837"/>
                  </a:moveTo>
                  <a:lnTo>
                    <a:pt x="105224" y="12274"/>
                  </a:lnTo>
                  <a:lnTo>
                    <a:pt x="105673" y="15716"/>
                  </a:lnTo>
                  <a:lnTo>
                    <a:pt x="106272" y="19608"/>
                  </a:lnTo>
                  <a:lnTo>
                    <a:pt x="106870" y="23051"/>
                  </a:lnTo>
                  <a:lnTo>
                    <a:pt x="108517" y="33977"/>
                  </a:lnTo>
                  <a:lnTo>
                    <a:pt x="108666" y="35025"/>
                  </a:lnTo>
                  <a:lnTo>
                    <a:pt x="111061" y="51190"/>
                  </a:lnTo>
                  <a:lnTo>
                    <a:pt x="111361" y="52986"/>
                  </a:lnTo>
                  <a:lnTo>
                    <a:pt x="112408" y="60171"/>
                  </a:lnTo>
                  <a:lnTo>
                    <a:pt x="112708" y="61668"/>
                  </a:lnTo>
                  <a:lnTo>
                    <a:pt x="115552" y="80826"/>
                  </a:lnTo>
                  <a:lnTo>
                    <a:pt x="115701" y="81425"/>
                  </a:lnTo>
                  <a:lnTo>
                    <a:pt x="115701" y="82174"/>
                  </a:lnTo>
                  <a:lnTo>
                    <a:pt x="116300" y="86215"/>
                  </a:lnTo>
                  <a:lnTo>
                    <a:pt x="116450" y="86814"/>
                  </a:lnTo>
                  <a:lnTo>
                    <a:pt x="117048" y="90556"/>
                  </a:lnTo>
                  <a:lnTo>
                    <a:pt x="117048" y="90705"/>
                  </a:lnTo>
                  <a:lnTo>
                    <a:pt x="116749" y="90705"/>
                  </a:lnTo>
                  <a:lnTo>
                    <a:pt x="115252" y="92352"/>
                  </a:lnTo>
                  <a:lnTo>
                    <a:pt x="113606" y="94148"/>
                  </a:lnTo>
                  <a:lnTo>
                    <a:pt x="113456" y="94148"/>
                  </a:lnTo>
                  <a:lnTo>
                    <a:pt x="111810" y="95944"/>
                  </a:lnTo>
                  <a:lnTo>
                    <a:pt x="110163" y="97740"/>
                  </a:lnTo>
                  <a:lnTo>
                    <a:pt x="110163" y="97590"/>
                  </a:lnTo>
                  <a:lnTo>
                    <a:pt x="110014" y="95794"/>
                  </a:lnTo>
                  <a:lnTo>
                    <a:pt x="109714" y="95794"/>
                  </a:lnTo>
                  <a:lnTo>
                    <a:pt x="109565" y="97141"/>
                  </a:lnTo>
                  <a:lnTo>
                    <a:pt x="109565" y="97291"/>
                  </a:lnTo>
                  <a:lnTo>
                    <a:pt x="109415" y="98489"/>
                  </a:lnTo>
                  <a:lnTo>
                    <a:pt x="108517" y="99536"/>
                  </a:lnTo>
                  <a:lnTo>
                    <a:pt x="108367" y="99686"/>
                  </a:lnTo>
                  <a:lnTo>
                    <a:pt x="106870" y="101332"/>
                  </a:lnTo>
                  <a:lnTo>
                    <a:pt x="106721" y="101482"/>
                  </a:lnTo>
                  <a:lnTo>
                    <a:pt x="105224" y="102979"/>
                  </a:lnTo>
                  <a:lnTo>
                    <a:pt x="104775" y="103428"/>
                  </a:lnTo>
                  <a:lnTo>
                    <a:pt x="104625" y="103578"/>
                  </a:lnTo>
                  <a:lnTo>
                    <a:pt x="104026" y="102979"/>
                  </a:lnTo>
                  <a:lnTo>
                    <a:pt x="103577" y="102530"/>
                  </a:lnTo>
                  <a:lnTo>
                    <a:pt x="102380" y="101482"/>
                  </a:lnTo>
                  <a:lnTo>
                    <a:pt x="102380" y="101332"/>
                  </a:lnTo>
                  <a:lnTo>
                    <a:pt x="101033" y="100135"/>
                  </a:lnTo>
                  <a:lnTo>
                    <a:pt x="103428" y="100135"/>
                  </a:lnTo>
                  <a:lnTo>
                    <a:pt x="103877" y="99985"/>
                  </a:lnTo>
                  <a:lnTo>
                    <a:pt x="105523" y="99985"/>
                  </a:lnTo>
                  <a:lnTo>
                    <a:pt x="106721" y="99836"/>
                  </a:lnTo>
                  <a:lnTo>
                    <a:pt x="106870" y="99686"/>
                  </a:lnTo>
                  <a:lnTo>
                    <a:pt x="106870" y="99536"/>
                  </a:lnTo>
                  <a:lnTo>
                    <a:pt x="106721" y="99387"/>
                  </a:lnTo>
                  <a:lnTo>
                    <a:pt x="105224" y="99237"/>
                  </a:lnTo>
                  <a:lnTo>
                    <a:pt x="100135" y="99237"/>
                  </a:lnTo>
                  <a:lnTo>
                    <a:pt x="98788" y="98039"/>
                  </a:lnTo>
                  <a:lnTo>
                    <a:pt x="98788" y="97890"/>
                  </a:lnTo>
                  <a:lnTo>
                    <a:pt x="97441" y="96692"/>
                  </a:lnTo>
                  <a:lnTo>
                    <a:pt x="99835" y="96842"/>
                  </a:lnTo>
                  <a:lnTo>
                    <a:pt x="105074" y="96842"/>
                  </a:lnTo>
                  <a:lnTo>
                    <a:pt x="105523" y="96692"/>
                  </a:lnTo>
                  <a:lnTo>
                    <a:pt x="105673" y="96692"/>
                  </a:lnTo>
                  <a:lnTo>
                    <a:pt x="107619" y="96543"/>
                  </a:lnTo>
                  <a:lnTo>
                    <a:pt x="107619" y="96393"/>
                  </a:lnTo>
                  <a:lnTo>
                    <a:pt x="107619" y="96243"/>
                  </a:lnTo>
                  <a:lnTo>
                    <a:pt x="105074" y="95944"/>
                  </a:lnTo>
                  <a:lnTo>
                    <a:pt x="100284" y="95944"/>
                  </a:lnTo>
                  <a:lnTo>
                    <a:pt x="97141" y="96243"/>
                  </a:lnTo>
                  <a:lnTo>
                    <a:pt x="96992" y="96243"/>
                  </a:lnTo>
                  <a:lnTo>
                    <a:pt x="92352" y="91753"/>
                  </a:lnTo>
                  <a:lnTo>
                    <a:pt x="92651" y="90107"/>
                  </a:lnTo>
                  <a:lnTo>
                    <a:pt x="95195" y="90406"/>
                  </a:lnTo>
                  <a:lnTo>
                    <a:pt x="97890" y="90406"/>
                  </a:lnTo>
                  <a:lnTo>
                    <a:pt x="103128" y="90256"/>
                  </a:lnTo>
                  <a:lnTo>
                    <a:pt x="104925" y="90256"/>
                  </a:lnTo>
                  <a:lnTo>
                    <a:pt x="105224" y="90107"/>
                  </a:lnTo>
                  <a:lnTo>
                    <a:pt x="105972" y="90107"/>
                  </a:lnTo>
                  <a:lnTo>
                    <a:pt x="105972" y="89957"/>
                  </a:lnTo>
                  <a:lnTo>
                    <a:pt x="105972" y="89807"/>
                  </a:lnTo>
                  <a:lnTo>
                    <a:pt x="105823" y="89657"/>
                  </a:lnTo>
                  <a:lnTo>
                    <a:pt x="102679" y="89657"/>
                  </a:lnTo>
                  <a:lnTo>
                    <a:pt x="97590" y="89508"/>
                  </a:lnTo>
                  <a:lnTo>
                    <a:pt x="95195" y="89508"/>
                  </a:lnTo>
                  <a:lnTo>
                    <a:pt x="92651" y="89807"/>
                  </a:lnTo>
                  <a:lnTo>
                    <a:pt x="93549" y="82922"/>
                  </a:lnTo>
                  <a:lnTo>
                    <a:pt x="93699" y="82174"/>
                  </a:lnTo>
                  <a:lnTo>
                    <a:pt x="93848" y="81425"/>
                  </a:lnTo>
                  <a:lnTo>
                    <a:pt x="96543" y="61817"/>
                  </a:lnTo>
                  <a:lnTo>
                    <a:pt x="96692" y="60171"/>
                  </a:lnTo>
                  <a:lnTo>
                    <a:pt x="97740" y="53136"/>
                  </a:lnTo>
                  <a:lnTo>
                    <a:pt x="97890" y="51340"/>
                  </a:lnTo>
                  <a:lnTo>
                    <a:pt x="100135" y="35025"/>
                  </a:lnTo>
                  <a:lnTo>
                    <a:pt x="100284" y="34127"/>
                  </a:lnTo>
                  <a:lnTo>
                    <a:pt x="101781" y="23051"/>
                  </a:lnTo>
                  <a:lnTo>
                    <a:pt x="102230" y="19608"/>
                  </a:lnTo>
                  <a:lnTo>
                    <a:pt x="102829" y="15716"/>
                  </a:lnTo>
                  <a:lnTo>
                    <a:pt x="103278" y="12274"/>
                  </a:lnTo>
                  <a:lnTo>
                    <a:pt x="104176" y="5837"/>
                  </a:lnTo>
                  <a:close/>
                  <a:moveTo>
                    <a:pt x="53285" y="113456"/>
                  </a:moveTo>
                  <a:lnTo>
                    <a:pt x="60021" y="114354"/>
                  </a:lnTo>
                  <a:lnTo>
                    <a:pt x="53884" y="116151"/>
                  </a:lnTo>
                  <a:lnTo>
                    <a:pt x="53285" y="113456"/>
                  </a:lnTo>
                  <a:close/>
                  <a:moveTo>
                    <a:pt x="90705" y="92352"/>
                  </a:moveTo>
                  <a:lnTo>
                    <a:pt x="90555" y="92651"/>
                  </a:lnTo>
                  <a:lnTo>
                    <a:pt x="92052" y="93998"/>
                  </a:lnTo>
                  <a:lnTo>
                    <a:pt x="92202" y="94148"/>
                  </a:lnTo>
                  <a:lnTo>
                    <a:pt x="93998" y="95794"/>
                  </a:lnTo>
                  <a:lnTo>
                    <a:pt x="95794" y="97441"/>
                  </a:lnTo>
                  <a:lnTo>
                    <a:pt x="95794" y="97590"/>
                  </a:lnTo>
                  <a:lnTo>
                    <a:pt x="97590" y="99087"/>
                  </a:lnTo>
                  <a:lnTo>
                    <a:pt x="97590" y="99237"/>
                  </a:lnTo>
                  <a:lnTo>
                    <a:pt x="97740" y="99387"/>
                  </a:lnTo>
                  <a:lnTo>
                    <a:pt x="97291" y="99387"/>
                  </a:lnTo>
                  <a:lnTo>
                    <a:pt x="95794" y="99536"/>
                  </a:lnTo>
                  <a:lnTo>
                    <a:pt x="95644" y="99686"/>
                  </a:lnTo>
                  <a:lnTo>
                    <a:pt x="95794" y="99686"/>
                  </a:lnTo>
                  <a:lnTo>
                    <a:pt x="96842" y="99836"/>
                  </a:lnTo>
                  <a:lnTo>
                    <a:pt x="96992" y="99836"/>
                  </a:lnTo>
                  <a:lnTo>
                    <a:pt x="98488" y="99985"/>
                  </a:lnTo>
                  <a:lnTo>
                    <a:pt x="99237" y="100734"/>
                  </a:lnTo>
                  <a:lnTo>
                    <a:pt x="99386" y="100883"/>
                  </a:lnTo>
                  <a:lnTo>
                    <a:pt x="101183" y="102530"/>
                  </a:lnTo>
                  <a:lnTo>
                    <a:pt x="101183" y="102680"/>
                  </a:lnTo>
                  <a:lnTo>
                    <a:pt x="102829" y="104027"/>
                  </a:lnTo>
                  <a:lnTo>
                    <a:pt x="103428" y="104625"/>
                  </a:lnTo>
                  <a:lnTo>
                    <a:pt x="103577" y="104775"/>
                  </a:lnTo>
                  <a:lnTo>
                    <a:pt x="103428" y="104775"/>
                  </a:lnTo>
                  <a:lnTo>
                    <a:pt x="102979" y="105374"/>
                  </a:lnTo>
                  <a:lnTo>
                    <a:pt x="102829" y="105523"/>
                  </a:lnTo>
                  <a:lnTo>
                    <a:pt x="102230" y="106122"/>
                  </a:lnTo>
                  <a:lnTo>
                    <a:pt x="101183" y="107320"/>
                  </a:lnTo>
                  <a:lnTo>
                    <a:pt x="101033" y="107320"/>
                  </a:lnTo>
                  <a:lnTo>
                    <a:pt x="99985" y="108517"/>
                  </a:lnTo>
                  <a:lnTo>
                    <a:pt x="99985" y="106122"/>
                  </a:lnTo>
                  <a:lnTo>
                    <a:pt x="99985" y="105523"/>
                  </a:lnTo>
                  <a:lnTo>
                    <a:pt x="99985" y="105374"/>
                  </a:lnTo>
                  <a:lnTo>
                    <a:pt x="99985" y="104925"/>
                  </a:lnTo>
                  <a:lnTo>
                    <a:pt x="99985" y="104775"/>
                  </a:lnTo>
                  <a:lnTo>
                    <a:pt x="99985" y="104176"/>
                  </a:lnTo>
                  <a:lnTo>
                    <a:pt x="99835" y="104027"/>
                  </a:lnTo>
                  <a:lnTo>
                    <a:pt x="99835" y="103727"/>
                  </a:lnTo>
                  <a:lnTo>
                    <a:pt x="99686" y="102680"/>
                  </a:lnTo>
                  <a:lnTo>
                    <a:pt x="99686" y="102530"/>
                  </a:lnTo>
                  <a:lnTo>
                    <a:pt x="99386" y="102530"/>
                  </a:lnTo>
                  <a:lnTo>
                    <a:pt x="99386" y="102680"/>
                  </a:lnTo>
                  <a:lnTo>
                    <a:pt x="99237" y="104176"/>
                  </a:lnTo>
                  <a:lnTo>
                    <a:pt x="99237" y="104476"/>
                  </a:lnTo>
                  <a:lnTo>
                    <a:pt x="99237" y="104625"/>
                  </a:lnTo>
                  <a:lnTo>
                    <a:pt x="99237" y="104775"/>
                  </a:lnTo>
                  <a:lnTo>
                    <a:pt x="99237" y="104925"/>
                  </a:lnTo>
                  <a:lnTo>
                    <a:pt x="99087" y="105374"/>
                  </a:lnTo>
                  <a:lnTo>
                    <a:pt x="99087" y="105523"/>
                  </a:lnTo>
                  <a:lnTo>
                    <a:pt x="99087" y="106122"/>
                  </a:lnTo>
                  <a:lnTo>
                    <a:pt x="99087" y="108667"/>
                  </a:lnTo>
                  <a:lnTo>
                    <a:pt x="99087" y="108816"/>
                  </a:lnTo>
                  <a:lnTo>
                    <a:pt x="99087" y="109415"/>
                  </a:lnTo>
                  <a:lnTo>
                    <a:pt x="96543" y="111960"/>
                  </a:lnTo>
                  <a:lnTo>
                    <a:pt x="96842" y="109116"/>
                  </a:lnTo>
                  <a:lnTo>
                    <a:pt x="96842" y="106272"/>
                  </a:lnTo>
                  <a:lnTo>
                    <a:pt x="96842" y="105523"/>
                  </a:lnTo>
                  <a:lnTo>
                    <a:pt x="96842" y="104925"/>
                  </a:lnTo>
                  <a:lnTo>
                    <a:pt x="96692" y="104326"/>
                  </a:lnTo>
                  <a:lnTo>
                    <a:pt x="96692" y="103727"/>
                  </a:lnTo>
                  <a:lnTo>
                    <a:pt x="96692" y="103428"/>
                  </a:lnTo>
                  <a:lnTo>
                    <a:pt x="96393" y="101931"/>
                  </a:lnTo>
                  <a:lnTo>
                    <a:pt x="96393" y="101781"/>
                  </a:lnTo>
                  <a:lnTo>
                    <a:pt x="96243" y="101931"/>
                  </a:lnTo>
                  <a:lnTo>
                    <a:pt x="95944" y="104176"/>
                  </a:lnTo>
                  <a:lnTo>
                    <a:pt x="95944" y="104326"/>
                  </a:lnTo>
                  <a:lnTo>
                    <a:pt x="95944" y="104925"/>
                  </a:lnTo>
                  <a:lnTo>
                    <a:pt x="95944" y="105523"/>
                  </a:lnTo>
                  <a:lnTo>
                    <a:pt x="95944" y="105673"/>
                  </a:lnTo>
                  <a:lnTo>
                    <a:pt x="95944" y="106272"/>
                  </a:lnTo>
                  <a:lnTo>
                    <a:pt x="95944" y="109415"/>
                  </a:lnTo>
                  <a:lnTo>
                    <a:pt x="96094" y="112558"/>
                  </a:lnTo>
                  <a:lnTo>
                    <a:pt x="91753" y="117049"/>
                  </a:lnTo>
                  <a:lnTo>
                    <a:pt x="90106" y="116899"/>
                  </a:lnTo>
                  <a:lnTo>
                    <a:pt x="90106" y="116749"/>
                  </a:lnTo>
                  <a:lnTo>
                    <a:pt x="90256" y="114354"/>
                  </a:lnTo>
                  <a:lnTo>
                    <a:pt x="90406" y="111810"/>
                  </a:lnTo>
                  <a:lnTo>
                    <a:pt x="90256" y="106721"/>
                  </a:lnTo>
                  <a:lnTo>
                    <a:pt x="90106" y="105823"/>
                  </a:lnTo>
                  <a:lnTo>
                    <a:pt x="90106" y="105224"/>
                  </a:lnTo>
                  <a:lnTo>
                    <a:pt x="90106" y="105074"/>
                  </a:lnTo>
                  <a:lnTo>
                    <a:pt x="90106" y="104176"/>
                  </a:lnTo>
                  <a:lnTo>
                    <a:pt x="90106" y="103727"/>
                  </a:lnTo>
                  <a:lnTo>
                    <a:pt x="90106" y="103578"/>
                  </a:lnTo>
                  <a:lnTo>
                    <a:pt x="89957" y="103428"/>
                  </a:lnTo>
                  <a:lnTo>
                    <a:pt x="89807" y="103578"/>
                  </a:lnTo>
                  <a:lnTo>
                    <a:pt x="89657" y="103578"/>
                  </a:lnTo>
                  <a:lnTo>
                    <a:pt x="89657" y="103727"/>
                  </a:lnTo>
                  <a:lnTo>
                    <a:pt x="89657" y="104625"/>
                  </a:lnTo>
                  <a:lnTo>
                    <a:pt x="89657" y="105523"/>
                  </a:lnTo>
                  <a:lnTo>
                    <a:pt x="89508" y="106571"/>
                  </a:lnTo>
                  <a:lnTo>
                    <a:pt x="89508" y="107769"/>
                  </a:lnTo>
                  <a:lnTo>
                    <a:pt x="89358" y="112259"/>
                  </a:lnTo>
                  <a:lnTo>
                    <a:pt x="89508" y="114504"/>
                  </a:lnTo>
                  <a:lnTo>
                    <a:pt x="89657" y="116749"/>
                  </a:lnTo>
                  <a:lnTo>
                    <a:pt x="89657" y="116749"/>
                  </a:lnTo>
                  <a:lnTo>
                    <a:pt x="83521" y="116001"/>
                  </a:lnTo>
                  <a:lnTo>
                    <a:pt x="82772" y="115851"/>
                  </a:lnTo>
                  <a:lnTo>
                    <a:pt x="82024" y="115702"/>
                  </a:lnTo>
                  <a:lnTo>
                    <a:pt x="61667" y="113007"/>
                  </a:lnTo>
                  <a:lnTo>
                    <a:pt x="60171" y="112708"/>
                  </a:lnTo>
                  <a:lnTo>
                    <a:pt x="52986" y="111810"/>
                  </a:lnTo>
                  <a:lnTo>
                    <a:pt x="51190" y="111511"/>
                  </a:lnTo>
                  <a:lnTo>
                    <a:pt x="35025" y="109265"/>
                  </a:lnTo>
                  <a:lnTo>
                    <a:pt x="33977" y="109116"/>
                  </a:lnTo>
                  <a:lnTo>
                    <a:pt x="23050" y="107619"/>
                  </a:lnTo>
                  <a:lnTo>
                    <a:pt x="19608" y="107170"/>
                  </a:lnTo>
                  <a:lnTo>
                    <a:pt x="15716" y="106571"/>
                  </a:lnTo>
                  <a:lnTo>
                    <a:pt x="12274" y="106122"/>
                  </a:lnTo>
                  <a:lnTo>
                    <a:pt x="5688" y="105224"/>
                  </a:lnTo>
                  <a:lnTo>
                    <a:pt x="12274" y="104326"/>
                  </a:lnTo>
                  <a:lnTo>
                    <a:pt x="15716" y="103727"/>
                  </a:lnTo>
                  <a:lnTo>
                    <a:pt x="19608" y="103129"/>
                  </a:lnTo>
                  <a:lnTo>
                    <a:pt x="23050" y="102680"/>
                  </a:lnTo>
                  <a:lnTo>
                    <a:pt x="33977" y="101033"/>
                  </a:lnTo>
                  <a:lnTo>
                    <a:pt x="35025" y="100883"/>
                  </a:lnTo>
                  <a:lnTo>
                    <a:pt x="51190" y="98339"/>
                  </a:lnTo>
                  <a:lnTo>
                    <a:pt x="52986" y="98039"/>
                  </a:lnTo>
                  <a:lnTo>
                    <a:pt x="60171" y="96992"/>
                  </a:lnTo>
                  <a:lnTo>
                    <a:pt x="61667" y="96842"/>
                  </a:lnTo>
                  <a:lnTo>
                    <a:pt x="81425" y="93848"/>
                  </a:lnTo>
                  <a:lnTo>
                    <a:pt x="82173" y="93699"/>
                  </a:lnTo>
                  <a:lnTo>
                    <a:pt x="82922" y="93549"/>
                  </a:lnTo>
                  <a:lnTo>
                    <a:pt x="85915" y="93100"/>
                  </a:lnTo>
                  <a:lnTo>
                    <a:pt x="86514" y="93100"/>
                  </a:lnTo>
                  <a:lnTo>
                    <a:pt x="90106" y="92501"/>
                  </a:lnTo>
                  <a:lnTo>
                    <a:pt x="90555" y="92352"/>
                  </a:lnTo>
                  <a:close/>
                  <a:moveTo>
                    <a:pt x="117647" y="92501"/>
                  </a:moveTo>
                  <a:lnTo>
                    <a:pt x="119294" y="92651"/>
                  </a:lnTo>
                  <a:lnTo>
                    <a:pt x="119144" y="95046"/>
                  </a:lnTo>
                  <a:lnTo>
                    <a:pt x="118994" y="97590"/>
                  </a:lnTo>
                  <a:lnTo>
                    <a:pt x="119144" y="102530"/>
                  </a:lnTo>
                  <a:lnTo>
                    <a:pt x="119144" y="103428"/>
                  </a:lnTo>
                  <a:lnTo>
                    <a:pt x="119294" y="104176"/>
                  </a:lnTo>
                  <a:lnTo>
                    <a:pt x="119294" y="104476"/>
                  </a:lnTo>
                  <a:lnTo>
                    <a:pt x="119294" y="105224"/>
                  </a:lnTo>
                  <a:lnTo>
                    <a:pt x="119294" y="105823"/>
                  </a:lnTo>
                  <a:lnTo>
                    <a:pt x="119294" y="105972"/>
                  </a:lnTo>
                  <a:lnTo>
                    <a:pt x="119593" y="105972"/>
                  </a:lnTo>
                  <a:lnTo>
                    <a:pt x="119743" y="105823"/>
                  </a:lnTo>
                  <a:lnTo>
                    <a:pt x="119743" y="104775"/>
                  </a:lnTo>
                  <a:lnTo>
                    <a:pt x="119743" y="103727"/>
                  </a:lnTo>
                  <a:lnTo>
                    <a:pt x="119892" y="102680"/>
                  </a:lnTo>
                  <a:lnTo>
                    <a:pt x="119892" y="101482"/>
                  </a:lnTo>
                  <a:lnTo>
                    <a:pt x="120042" y="97141"/>
                  </a:lnTo>
                  <a:lnTo>
                    <a:pt x="119892" y="94896"/>
                  </a:lnTo>
                  <a:lnTo>
                    <a:pt x="119743" y="92651"/>
                  </a:lnTo>
                  <a:lnTo>
                    <a:pt x="119743" y="92651"/>
                  </a:lnTo>
                  <a:lnTo>
                    <a:pt x="125730" y="93549"/>
                  </a:lnTo>
                  <a:lnTo>
                    <a:pt x="126478" y="93699"/>
                  </a:lnTo>
                  <a:lnTo>
                    <a:pt x="127077" y="93699"/>
                  </a:lnTo>
                  <a:lnTo>
                    <a:pt x="147733" y="96543"/>
                  </a:lnTo>
                  <a:lnTo>
                    <a:pt x="149229" y="96842"/>
                  </a:lnTo>
                  <a:lnTo>
                    <a:pt x="156414" y="97740"/>
                  </a:lnTo>
                  <a:lnTo>
                    <a:pt x="158210" y="98039"/>
                  </a:lnTo>
                  <a:lnTo>
                    <a:pt x="174375" y="100285"/>
                  </a:lnTo>
                  <a:lnTo>
                    <a:pt x="175423" y="100434"/>
                  </a:lnTo>
                  <a:lnTo>
                    <a:pt x="186350" y="101931"/>
                  </a:lnTo>
                  <a:lnTo>
                    <a:pt x="189792" y="102380"/>
                  </a:lnTo>
                  <a:lnTo>
                    <a:pt x="193684" y="102829"/>
                  </a:lnTo>
                  <a:lnTo>
                    <a:pt x="197126" y="103278"/>
                  </a:lnTo>
                  <a:lnTo>
                    <a:pt x="203712" y="104326"/>
                  </a:lnTo>
                  <a:lnTo>
                    <a:pt x="197126" y="105224"/>
                  </a:lnTo>
                  <a:lnTo>
                    <a:pt x="193684" y="105823"/>
                  </a:lnTo>
                  <a:lnTo>
                    <a:pt x="189792" y="106421"/>
                  </a:lnTo>
                  <a:lnTo>
                    <a:pt x="186350" y="106871"/>
                  </a:lnTo>
                  <a:lnTo>
                    <a:pt x="175423" y="108517"/>
                  </a:lnTo>
                  <a:lnTo>
                    <a:pt x="174375" y="108667"/>
                  </a:lnTo>
                  <a:lnTo>
                    <a:pt x="158210" y="111062"/>
                  </a:lnTo>
                  <a:lnTo>
                    <a:pt x="156414" y="111361"/>
                  </a:lnTo>
                  <a:lnTo>
                    <a:pt x="149229" y="112409"/>
                  </a:lnTo>
                  <a:lnTo>
                    <a:pt x="147733" y="112708"/>
                  </a:lnTo>
                  <a:lnTo>
                    <a:pt x="127975" y="115702"/>
                  </a:lnTo>
                  <a:lnTo>
                    <a:pt x="127376" y="115851"/>
                  </a:lnTo>
                  <a:lnTo>
                    <a:pt x="126628" y="115851"/>
                  </a:lnTo>
                  <a:lnTo>
                    <a:pt x="123634" y="116300"/>
                  </a:lnTo>
                  <a:lnTo>
                    <a:pt x="123036" y="116450"/>
                  </a:lnTo>
                  <a:lnTo>
                    <a:pt x="119443" y="117049"/>
                  </a:lnTo>
                  <a:lnTo>
                    <a:pt x="118695" y="117049"/>
                  </a:lnTo>
                  <a:lnTo>
                    <a:pt x="118695" y="116899"/>
                  </a:lnTo>
                  <a:lnTo>
                    <a:pt x="117348" y="115552"/>
                  </a:lnTo>
                  <a:lnTo>
                    <a:pt x="117198" y="115402"/>
                  </a:lnTo>
                  <a:lnTo>
                    <a:pt x="115552" y="113756"/>
                  </a:lnTo>
                  <a:lnTo>
                    <a:pt x="115402" y="113756"/>
                  </a:lnTo>
                  <a:lnTo>
                    <a:pt x="113756" y="112109"/>
                  </a:lnTo>
                  <a:lnTo>
                    <a:pt x="113606" y="111960"/>
                  </a:lnTo>
                  <a:lnTo>
                    <a:pt x="111959" y="110463"/>
                  </a:lnTo>
                  <a:lnTo>
                    <a:pt x="111810" y="110313"/>
                  </a:lnTo>
                  <a:lnTo>
                    <a:pt x="111660" y="110163"/>
                  </a:lnTo>
                  <a:lnTo>
                    <a:pt x="112259" y="110163"/>
                  </a:lnTo>
                  <a:lnTo>
                    <a:pt x="113606" y="110014"/>
                  </a:lnTo>
                  <a:lnTo>
                    <a:pt x="113756" y="109864"/>
                  </a:lnTo>
                  <a:lnTo>
                    <a:pt x="113606" y="109714"/>
                  </a:lnTo>
                  <a:lnTo>
                    <a:pt x="112558" y="109714"/>
                  </a:lnTo>
                  <a:lnTo>
                    <a:pt x="110912" y="109565"/>
                  </a:lnTo>
                  <a:lnTo>
                    <a:pt x="110912" y="109415"/>
                  </a:lnTo>
                  <a:lnTo>
                    <a:pt x="110762" y="109265"/>
                  </a:lnTo>
                  <a:lnTo>
                    <a:pt x="110163" y="108816"/>
                  </a:lnTo>
                  <a:lnTo>
                    <a:pt x="110014" y="108667"/>
                  </a:lnTo>
                  <a:lnTo>
                    <a:pt x="108367" y="107020"/>
                  </a:lnTo>
                  <a:lnTo>
                    <a:pt x="108217" y="106871"/>
                  </a:lnTo>
                  <a:lnTo>
                    <a:pt x="106571" y="105374"/>
                  </a:lnTo>
                  <a:lnTo>
                    <a:pt x="106122" y="104925"/>
                  </a:lnTo>
                  <a:lnTo>
                    <a:pt x="105972" y="104775"/>
                  </a:lnTo>
                  <a:lnTo>
                    <a:pt x="105823" y="104775"/>
                  </a:lnTo>
                  <a:lnTo>
                    <a:pt x="106272" y="104326"/>
                  </a:lnTo>
                  <a:lnTo>
                    <a:pt x="106272" y="104176"/>
                  </a:lnTo>
                  <a:lnTo>
                    <a:pt x="106870" y="103727"/>
                  </a:lnTo>
                  <a:lnTo>
                    <a:pt x="107918" y="102530"/>
                  </a:lnTo>
                  <a:lnTo>
                    <a:pt x="109415" y="101033"/>
                  </a:lnTo>
                  <a:lnTo>
                    <a:pt x="109415" y="103578"/>
                  </a:lnTo>
                  <a:lnTo>
                    <a:pt x="109415" y="104176"/>
                  </a:lnTo>
                  <a:lnTo>
                    <a:pt x="109415" y="104775"/>
                  </a:lnTo>
                  <a:lnTo>
                    <a:pt x="109415" y="104925"/>
                  </a:lnTo>
                  <a:lnTo>
                    <a:pt x="109415" y="105374"/>
                  </a:lnTo>
                  <a:lnTo>
                    <a:pt x="109565" y="105673"/>
                  </a:lnTo>
                  <a:lnTo>
                    <a:pt x="109565" y="105823"/>
                  </a:lnTo>
                  <a:lnTo>
                    <a:pt x="109714" y="106871"/>
                  </a:lnTo>
                  <a:lnTo>
                    <a:pt x="109864" y="107020"/>
                  </a:lnTo>
                  <a:lnTo>
                    <a:pt x="109864" y="106871"/>
                  </a:lnTo>
                  <a:lnTo>
                    <a:pt x="110014" y="106871"/>
                  </a:lnTo>
                  <a:lnTo>
                    <a:pt x="110163" y="105374"/>
                  </a:lnTo>
                  <a:lnTo>
                    <a:pt x="110163" y="105224"/>
                  </a:lnTo>
                  <a:lnTo>
                    <a:pt x="110163" y="104925"/>
                  </a:lnTo>
                  <a:lnTo>
                    <a:pt x="110163" y="104775"/>
                  </a:lnTo>
                  <a:lnTo>
                    <a:pt x="110163" y="104176"/>
                  </a:lnTo>
                  <a:lnTo>
                    <a:pt x="110313" y="104027"/>
                  </a:lnTo>
                  <a:lnTo>
                    <a:pt x="110313" y="103578"/>
                  </a:lnTo>
                  <a:lnTo>
                    <a:pt x="110313" y="100135"/>
                  </a:lnTo>
                  <a:lnTo>
                    <a:pt x="112857" y="97441"/>
                  </a:lnTo>
                  <a:lnTo>
                    <a:pt x="112558" y="100434"/>
                  </a:lnTo>
                  <a:lnTo>
                    <a:pt x="112558" y="103578"/>
                  </a:lnTo>
                  <a:lnTo>
                    <a:pt x="112558" y="104027"/>
                  </a:lnTo>
                  <a:lnTo>
                    <a:pt x="112558" y="104176"/>
                  </a:lnTo>
                  <a:lnTo>
                    <a:pt x="112558" y="104625"/>
                  </a:lnTo>
                  <a:lnTo>
                    <a:pt x="112558" y="104775"/>
                  </a:lnTo>
                  <a:lnTo>
                    <a:pt x="112708" y="105224"/>
                  </a:lnTo>
                  <a:lnTo>
                    <a:pt x="112708" y="105972"/>
                  </a:lnTo>
                  <a:lnTo>
                    <a:pt x="112708" y="106122"/>
                  </a:lnTo>
                  <a:lnTo>
                    <a:pt x="112857" y="107619"/>
                  </a:lnTo>
                  <a:lnTo>
                    <a:pt x="113007" y="107769"/>
                  </a:lnTo>
                  <a:lnTo>
                    <a:pt x="113157" y="107619"/>
                  </a:lnTo>
                  <a:lnTo>
                    <a:pt x="113456" y="105374"/>
                  </a:lnTo>
                  <a:lnTo>
                    <a:pt x="113456" y="105224"/>
                  </a:lnTo>
                  <a:lnTo>
                    <a:pt x="113456" y="104775"/>
                  </a:lnTo>
                  <a:lnTo>
                    <a:pt x="113456" y="104625"/>
                  </a:lnTo>
                  <a:lnTo>
                    <a:pt x="113456" y="104176"/>
                  </a:lnTo>
                  <a:lnTo>
                    <a:pt x="113456" y="104027"/>
                  </a:lnTo>
                  <a:lnTo>
                    <a:pt x="113456" y="103578"/>
                  </a:lnTo>
                  <a:lnTo>
                    <a:pt x="113456" y="100285"/>
                  </a:lnTo>
                  <a:lnTo>
                    <a:pt x="113307" y="96992"/>
                  </a:lnTo>
                  <a:lnTo>
                    <a:pt x="117647" y="92501"/>
                  </a:lnTo>
                  <a:close/>
                  <a:moveTo>
                    <a:pt x="156115" y="113007"/>
                  </a:moveTo>
                  <a:lnTo>
                    <a:pt x="155815" y="115253"/>
                  </a:lnTo>
                  <a:lnTo>
                    <a:pt x="155216" y="117348"/>
                  </a:lnTo>
                  <a:lnTo>
                    <a:pt x="148481" y="116001"/>
                  </a:lnTo>
                  <a:lnTo>
                    <a:pt x="148930" y="114205"/>
                  </a:lnTo>
                  <a:lnTo>
                    <a:pt x="156115" y="113007"/>
                  </a:lnTo>
                  <a:close/>
                  <a:moveTo>
                    <a:pt x="23200" y="109265"/>
                  </a:moveTo>
                  <a:lnTo>
                    <a:pt x="34127" y="110762"/>
                  </a:lnTo>
                  <a:lnTo>
                    <a:pt x="34725" y="115552"/>
                  </a:lnTo>
                  <a:lnTo>
                    <a:pt x="35623" y="120342"/>
                  </a:lnTo>
                  <a:lnTo>
                    <a:pt x="24547" y="120342"/>
                  </a:lnTo>
                  <a:lnTo>
                    <a:pt x="24098" y="117647"/>
                  </a:lnTo>
                  <a:lnTo>
                    <a:pt x="23649" y="114803"/>
                  </a:lnTo>
                  <a:lnTo>
                    <a:pt x="23350" y="112109"/>
                  </a:lnTo>
                  <a:lnTo>
                    <a:pt x="23200" y="109265"/>
                  </a:lnTo>
                  <a:close/>
                  <a:moveTo>
                    <a:pt x="186350" y="108517"/>
                  </a:moveTo>
                  <a:lnTo>
                    <a:pt x="186050" y="111511"/>
                  </a:lnTo>
                  <a:lnTo>
                    <a:pt x="185751" y="114504"/>
                  </a:lnTo>
                  <a:lnTo>
                    <a:pt x="185451" y="117348"/>
                  </a:lnTo>
                  <a:lnTo>
                    <a:pt x="184853" y="120342"/>
                  </a:lnTo>
                  <a:lnTo>
                    <a:pt x="173777" y="120342"/>
                  </a:lnTo>
                  <a:lnTo>
                    <a:pt x="174226" y="117797"/>
                  </a:lnTo>
                  <a:lnTo>
                    <a:pt x="174675" y="115253"/>
                  </a:lnTo>
                  <a:lnTo>
                    <a:pt x="174974" y="112708"/>
                  </a:lnTo>
                  <a:lnTo>
                    <a:pt x="175273" y="110163"/>
                  </a:lnTo>
                  <a:lnTo>
                    <a:pt x="186350" y="108517"/>
                  </a:lnTo>
                  <a:close/>
                  <a:moveTo>
                    <a:pt x="37869" y="121240"/>
                  </a:moveTo>
                  <a:lnTo>
                    <a:pt x="39066" y="121389"/>
                  </a:lnTo>
                  <a:lnTo>
                    <a:pt x="38168" y="121838"/>
                  </a:lnTo>
                  <a:lnTo>
                    <a:pt x="37869" y="121240"/>
                  </a:lnTo>
                  <a:close/>
                  <a:moveTo>
                    <a:pt x="171531" y="121240"/>
                  </a:moveTo>
                  <a:lnTo>
                    <a:pt x="171232" y="121838"/>
                  </a:lnTo>
                  <a:lnTo>
                    <a:pt x="170484" y="121389"/>
                  </a:lnTo>
                  <a:lnTo>
                    <a:pt x="171531" y="121240"/>
                  </a:lnTo>
                  <a:close/>
                  <a:moveTo>
                    <a:pt x="37569" y="121240"/>
                  </a:moveTo>
                  <a:lnTo>
                    <a:pt x="37719" y="121389"/>
                  </a:lnTo>
                  <a:lnTo>
                    <a:pt x="38018" y="121838"/>
                  </a:lnTo>
                  <a:lnTo>
                    <a:pt x="37120" y="122437"/>
                  </a:lnTo>
                  <a:lnTo>
                    <a:pt x="36222" y="122886"/>
                  </a:lnTo>
                  <a:lnTo>
                    <a:pt x="26493" y="128574"/>
                  </a:lnTo>
                  <a:lnTo>
                    <a:pt x="25595" y="124982"/>
                  </a:lnTo>
                  <a:lnTo>
                    <a:pt x="24697" y="121240"/>
                  </a:lnTo>
                  <a:lnTo>
                    <a:pt x="25146" y="121240"/>
                  </a:lnTo>
                  <a:lnTo>
                    <a:pt x="25595" y="122736"/>
                  </a:lnTo>
                  <a:lnTo>
                    <a:pt x="25894" y="123635"/>
                  </a:lnTo>
                  <a:lnTo>
                    <a:pt x="26194" y="124533"/>
                  </a:lnTo>
                  <a:lnTo>
                    <a:pt x="26343" y="124533"/>
                  </a:lnTo>
                  <a:lnTo>
                    <a:pt x="26343" y="124383"/>
                  </a:lnTo>
                  <a:lnTo>
                    <a:pt x="25894" y="122437"/>
                  </a:lnTo>
                  <a:lnTo>
                    <a:pt x="25445" y="121240"/>
                  </a:lnTo>
                  <a:lnTo>
                    <a:pt x="26493" y="121240"/>
                  </a:lnTo>
                  <a:lnTo>
                    <a:pt x="26942" y="122587"/>
                  </a:lnTo>
                  <a:lnTo>
                    <a:pt x="27092" y="123485"/>
                  </a:lnTo>
                  <a:lnTo>
                    <a:pt x="27541" y="124383"/>
                  </a:lnTo>
                  <a:lnTo>
                    <a:pt x="27690" y="124383"/>
                  </a:lnTo>
                  <a:lnTo>
                    <a:pt x="27391" y="123485"/>
                  </a:lnTo>
                  <a:lnTo>
                    <a:pt x="27241" y="122587"/>
                  </a:lnTo>
                  <a:lnTo>
                    <a:pt x="26792" y="121240"/>
                  </a:lnTo>
                  <a:lnTo>
                    <a:pt x="27541" y="121240"/>
                  </a:lnTo>
                  <a:lnTo>
                    <a:pt x="27990" y="122736"/>
                  </a:lnTo>
                  <a:lnTo>
                    <a:pt x="28289" y="123335"/>
                  </a:lnTo>
                  <a:lnTo>
                    <a:pt x="28589" y="123934"/>
                  </a:lnTo>
                  <a:lnTo>
                    <a:pt x="28738" y="123934"/>
                  </a:lnTo>
                  <a:lnTo>
                    <a:pt x="28738" y="123784"/>
                  </a:lnTo>
                  <a:lnTo>
                    <a:pt x="28140" y="122287"/>
                  </a:lnTo>
                  <a:lnTo>
                    <a:pt x="27840" y="121240"/>
                  </a:lnTo>
                  <a:lnTo>
                    <a:pt x="29187" y="121240"/>
                  </a:lnTo>
                  <a:lnTo>
                    <a:pt x="29487" y="122287"/>
                  </a:lnTo>
                  <a:lnTo>
                    <a:pt x="29786" y="123185"/>
                  </a:lnTo>
                  <a:lnTo>
                    <a:pt x="30085" y="123934"/>
                  </a:lnTo>
                  <a:lnTo>
                    <a:pt x="30235" y="123934"/>
                  </a:lnTo>
                  <a:lnTo>
                    <a:pt x="29936" y="123036"/>
                  </a:lnTo>
                  <a:lnTo>
                    <a:pt x="29786" y="122287"/>
                  </a:lnTo>
                  <a:lnTo>
                    <a:pt x="29337" y="121240"/>
                  </a:lnTo>
                  <a:lnTo>
                    <a:pt x="30385" y="121240"/>
                  </a:lnTo>
                  <a:lnTo>
                    <a:pt x="30534" y="122138"/>
                  </a:lnTo>
                  <a:lnTo>
                    <a:pt x="30834" y="122886"/>
                  </a:lnTo>
                  <a:lnTo>
                    <a:pt x="31133" y="123635"/>
                  </a:lnTo>
                  <a:lnTo>
                    <a:pt x="31283" y="123635"/>
                  </a:lnTo>
                  <a:lnTo>
                    <a:pt x="30684" y="121689"/>
                  </a:lnTo>
                  <a:lnTo>
                    <a:pt x="30684" y="121240"/>
                  </a:lnTo>
                  <a:lnTo>
                    <a:pt x="31432" y="121240"/>
                  </a:lnTo>
                  <a:lnTo>
                    <a:pt x="31582" y="121838"/>
                  </a:lnTo>
                  <a:lnTo>
                    <a:pt x="32181" y="123335"/>
                  </a:lnTo>
                  <a:lnTo>
                    <a:pt x="32331" y="123335"/>
                  </a:lnTo>
                  <a:lnTo>
                    <a:pt x="32331" y="123185"/>
                  </a:lnTo>
                  <a:lnTo>
                    <a:pt x="31881" y="121838"/>
                  </a:lnTo>
                  <a:lnTo>
                    <a:pt x="31732" y="121240"/>
                  </a:lnTo>
                  <a:lnTo>
                    <a:pt x="32480" y="121240"/>
                  </a:lnTo>
                  <a:lnTo>
                    <a:pt x="32780" y="122138"/>
                  </a:lnTo>
                  <a:lnTo>
                    <a:pt x="33079" y="123036"/>
                  </a:lnTo>
                  <a:lnTo>
                    <a:pt x="33229" y="123036"/>
                  </a:lnTo>
                  <a:lnTo>
                    <a:pt x="33079" y="122138"/>
                  </a:lnTo>
                  <a:lnTo>
                    <a:pt x="32780" y="121240"/>
                  </a:lnTo>
                  <a:lnTo>
                    <a:pt x="33528" y="121240"/>
                  </a:lnTo>
                  <a:lnTo>
                    <a:pt x="33678" y="121689"/>
                  </a:lnTo>
                  <a:lnTo>
                    <a:pt x="33827" y="122138"/>
                  </a:lnTo>
                  <a:lnTo>
                    <a:pt x="34127" y="122736"/>
                  </a:lnTo>
                  <a:lnTo>
                    <a:pt x="34276" y="122587"/>
                  </a:lnTo>
                  <a:lnTo>
                    <a:pt x="33977" y="121539"/>
                  </a:lnTo>
                  <a:lnTo>
                    <a:pt x="33827" y="121240"/>
                  </a:lnTo>
                  <a:lnTo>
                    <a:pt x="34576" y="121240"/>
                  </a:lnTo>
                  <a:lnTo>
                    <a:pt x="35174" y="122437"/>
                  </a:lnTo>
                  <a:lnTo>
                    <a:pt x="35324" y="122437"/>
                  </a:lnTo>
                  <a:lnTo>
                    <a:pt x="34875" y="121240"/>
                  </a:lnTo>
                  <a:lnTo>
                    <a:pt x="35623" y="121240"/>
                  </a:lnTo>
                  <a:lnTo>
                    <a:pt x="35623" y="121539"/>
                  </a:lnTo>
                  <a:lnTo>
                    <a:pt x="36072" y="122287"/>
                  </a:lnTo>
                  <a:lnTo>
                    <a:pt x="36222" y="122437"/>
                  </a:lnTo>
                  <a:lnTo>
                    <a:pt x="36222" y="122287"/>
                  </a:lnTo>
                  <a:lnTo>
                    <a:pt x="35923" y="121389"/>
                  </a:lnTo>
                  <a:lnTo>
                    <a:pt x="35923" y="121240"/>
                  </a:lnTo>
                  <a:lnTo>
                    <a:pt x="36522" y="121240"/>
                  </a:lnTo>
                  <a:lnTo>
                    <a:pt x="36522" y="121389"/>
                  </a:lnTo>
                  <a:lnTo>
                    <a:pt x="36971" y="121988"/>
                  </a:lnTo>
                  <a:lnTo>
                    <a:pt x="37120" y="121838"/>
                  </a:lnTo>
                  <a:lnTo>
                    <a:pt x="36821" y="121389"/>
                  </a:lnTo>
                  <a:lnTo>
                    <a:pt x="36821" y="121240"/>
                  </a:lnTo>
                  <a:close/>
                  <a:moveTo>
                    <a:pt x="184703" y="121240"/>
                  </a:moveTo>
                  <a:lnTo>
                    <a:pt x="183805" y="124982"/>
                  </a:lnTo>
                  <a:lnTo>
                    <a:pt x="182907" y="128574"/>
                  </a:lnTo>
                  <a:lnTo>
                    <a:pt x="173178" y="122886"/>
                  </a:lnTo>
                  <a:lnTo>
                    <a:pt x="172280" y="122437"/>
                  </a:lnTo>
                  <a:lnTo>
                    <a:pt x="171382" y="121838"/>
                  </a:lnTo>
                  <a:lnTo>
                    <a:pt x="171831" y="121389"/>
                  </a:lnTo>
                  <a:lnTo>
                    <a:pt x="171831" y="121240"/>
                  </a:lnTo>
                  <a:lnTo>
                    <a:pt x="172579" y="121240"/>
                  </a:lnTo>
                  <a:lnTo>
                    <a:pt x="172429" y="121539"/>
                  </a:lnTo>
                  <a:lnTo>
                    <a:pt x="172429" y="121838"/>
                  </a:lnTo>
                  <a:lnTo>
                    <a:pt x="172429" y="121988"/>
                  </a:lnTo>
                  <a:lnTo>
                    <a:pt x="172878" y="121389"/>
                  </a:lnTo>
                  <a:lnTo>
                    <a:pt x="172878" y="121240"/>
                  </a:lnTo>
                  <a:lnTo>
                    <a:pt x="173627" y="121240"/>
                  </a:lnTo>
                  <a:lnTo>
                    <a:pt x="173477" y="121389"/>
                  </a:lnTo>
                  <a:lnTo>
                    <a:pt x="173477" y="121539"/>
                  </a:lnTo>
                  <a:lnTo>
                    <a:pt x="173178" y="122287"/>
                  </a:lnTo>
                  <a:lnTo>
                    <a:pt x="173178" y="122437"/>
                  </a:lnTo>
                  <a:lnTo>
                    <a:pt x="173328" y="122287"/>
                  </a:lnTo>
                  <a:lnTo>
                    <a:pt x="173777" y="121539"/>
                  </a:lnTo>
                  <a:lnTo>
                    <a:pt x="173926" y="121240"/>
                  </a:lnTo>
                  <a:lnTo>
                    <a:pt x="174525" y="121240"/>
                  </a:lnTo>
                  <a:lnTo>
                    <a:pt x="174226" y="122437"/>
                  </a:lnTo>
                  <a:lnTo>
                    <a:pt x="174375" y="122437"/>
                  </a:lnTo>
                  <a:lnTo>
                    <a:pt x="174824" y="121240"/>
                  </a:lnTo>
                  <a:lnTo>
                    <a:pt x="175573" y="121240"/>
                  </a:lnTo>
                  <a:lnTo>
                    <a:pt x="175573" y="121539"/>
                  </a:lnTo>
                  <a:lnTo>
                    <a:pt x="175124" y="122587"/>
                  </a:lnTo>
                  <a:lnTo>
                    <a:pt x="175273" y="122736"/>
                  </a:lnTo>
                  <a:lnTo>
                    <a:pt x="175573" y="122138"/>
                  </a:lnTo>
                  <a:lnTo>
                    <a:pt x="175722" y="121689"/>
                  </a:lnTo>
                  <a:lnTo>
                    <a:pt x="175872" y="121240"/>
                  </a:lnTo>
                  <a:lnTo>
                    <a:pt x="176620" y="121240"/>
                  </a:lnTo>
                  <a:lnTo>
                    <a:pt x="176321" y="122138"/>
                  </a:lnTo>
                  <a:lnTo>
                    <a:pt x="176171" y="123036"/>
                  </a:lnTo>
                  <a:lnTo>
                    <a:pt x="176321" y="123036"/>
                  </a:lnTo>
                  <a:lnTo>
                    <a:pt x="176620" y="122138"/>
                  </a:lnTo>
                  <a:lnTo>
                    <a:pt x="176920" y="121240"/>
                  </a:lnTo>
                  <a:lnTo>
                    <a:pt x="177818" y="121240"/>
                  </a:lnTo>
                  <a:lnTo>
                    <a:pt x="177519" y="121838"/>
                  </a:lnTo>
                  <a:lnTo>
                    <a:pt x="177069" y="123185"/>
                  </a:lnTo>
                  <a:lnTo>
                    <a:pt x="177219" y="123335"/>
                  </a:lnTo>
                  <a:lnTo>
                    <a:pt x="177818" y="121838"/>
                  </a:lnTo>
                  <a:lnTo>
                    <a:pt x="177968" y="121240"/>
                  </a:lnTo>
                  <a:lnTo>
                    <a:pt x="178866" y="121240"/>
                  </a:lnTo>
                  <a:lnTo>
                    <a:pt x="178716" y="121689"/>
                  </a:lnTo>
                  <a:lnTo>
                    <a:pt x="178117" y="123635"/>
                  </a:lnTo>
                  <a:lnTo>
                    <a:pt x="178267" y="123635"/>
                  </a:lnTo>
                  <a:lnTo>
                    <a:pt x="178566" y="122886"/>
                  </a:lnTo>
                  <a:lnTo>
                    <a:pt x="178866" y="122138"/>
                  </a:lnTo>
                  <a:lnTo>
                    <a:pt x="179015" y="121240"/>
                  </a:lnTo>
                  <a:lnTo>
                    <a:pt x="180063" y="121240"/>
                  </a:lnTo>
                  <a:lnTo>
                    <a:pt x="179764" y="122287"/>
                  </a:lnTo>
                  <a:lnTo>
                    <a:pt x="179464" y="123036"/>
                  </a:lnTo>
                  <a:lnTo>
                    <a:pt x="179315" y="123934"/>
                  </a:lnTo>
                  <a:lnTo>
                    <a:pt x="179764" y="123185"/>
                  </a:lnTo>
                  <a:lnTo>
                    <a:pt x="180063" y="122287"/>
                  </a:lnTo>
                  <a:lnTo>
                    <a:pt x="180362" y="121240"/>
                  </a:lnTo>
                  <a:lnTo>
                    <a:pt x="181560" y="121240"/>
                  </a:lnTo>
                  <a:lnTo>
                    <a:pt x="181260" y="122287"/>
                  </a:lnTo>
                  <a:lnTo>
                    <a:pt x="180662" y="123784"/>
                  </a:lnTo>
                  <a:lnTo>
                    <a:pt x="180662" y="123934"/>
                  </a:lnTo>
                  <a:lnTo>
                    <a:pt x="180811" y="123934"/>
                  </a:lnTo>
                  <a:lnTo>
                    <a:pt x="181111" y="123335"/>
                  </a:lnTo>
                  <a:lnTo>
                    <a:pt x="181410" y="122736"/>
                  </a:lnTo>
                  <a:lnTo>
                    <a:pt x="181859" y="121240"/>
                  </a:lnTo>
                  <a:lnTo>
                    <a:pt x="182757" y="121240"/>
                  </a:lnTo>
                  <a:lnTo>
                    <a:pt x="182308" y="122587"/>
                  </a:lnTo>
                  <a:lnTo>
                    <a:pt x="182009" y="123485"/>
                  </a:lnTo>
                  <a:lnTo>
                    <a:pt x="181859" y="124383"/>
                  </a:lnTo>
                  <a:lnTo>
                    <a:pt x="182308" y="123485"/>
                  </a:lnTo>
                  <a:lnTo>
                    <a:pt x="182608" y="122587"/>
                  </a:lnTo>
                  <a:lnTo>
                    <a:pt x="182907" y="121240"/>
                  </a:lnTo>
                  <a:lnTo>
                    <a:pt x="183955" y="121240"/>
                  </a:lnTo>
                  <a:lnTo>
                    <a:pt x="183506" y="122437"/>
                  </a:lnTo>
                  <a:lnTo>
                    <a:pt x="183057" y="124383"/>
                  </a:lnTo>
                  <a:lnTo>
                    <a:pt x="183057" y="124533"/>
                  </a:lnTo>
                  <a:lnTo>
                    <a:pt x="183206" y="124533"/>
                  </a:lnTo>
                  <a:lnTo>
                    <a:pt x="183506" y="123635"/>
                  </a:lnTo>
                  <a:lnTo>
                    <a:pt x="183805" y="122736"/>
                  </a:lnTo>
                  <a:lnTo>
                    <a:pt x="184254" y="121240"/>
                  </a:lnTo>
                  <a:close/>
                  <a:moveTo>
                    <a:pt x="147433" y="114354"/>
                  </a:moveTo>
                  <a:lnTo>
                    <a:pt x="146834" y="116749"/>
                  </a:lnTo>
                  <a:lnTo>
                    <a:pt x="146086" y="118845"/>
                  </a:lnTo>
                  <a:lnTo>
                    <a:pt x="145338" y="121090"/>
                  </a:lnTo>
                  <a:lnTo>
                    <a:pt x="144440" y="123185"/>
                  </a:lnTo>
                  <a:lnTo>
                    <a:pt x="143392" y="125281"/>
                  </a:lnTo>
                  <a:lnTo>
                    <a:pt x="142194" y="127227"/>
                  </a:lnTo>
                  <a:lnTo>
                    <a:pt x="140997" y="129173"/>
                  </a:lnTo>
                  <a:lnTo>
                    <a:pt x="139650" y="131118"/>
                  </a:lnTo>
                  <a:lnTo>
                    <a:pt x="129172" y="117198"/>
                  </a:lnTo>
                  <a:lnTo>
                    <a:pt x="147433" y="114354"/>
                  </a:lnTo>
                  <a:close/>
                  <a:moveTo>
                    <a:pt x="62117" y="114654"/>
                  </a:moveTo>
                  <a:lnTo>
                    <a:pt x="80976" y="117198"/>
                  </a:lnTo>
                  <a:lnTo>
                    <a:pt x="70199" y="131717"/>
                  </a:lnTo>
                  <a:lnTo>
                    <a:pt x="68852" y="129921"/>
                  </a:lnTo>
                  <a:lnTo>
                    <a:pt x="67505" y="127826"/>
                  </a:lnTo>
                  <a:lnTo>
                    <a:pt x="66308" y="125880"/>
                  </a:lnTo>
                  <a:lnTo>
                    <a:pt x="65260" y="123635"/>
                  </a:lnTo>
                  <a:lnTo>
                    <a:pt x="64212" y="121539"/>
                  </a:lnTo>
                  <a:lnTo>
                    <a:pt x="63464" y="119294"/>
                  </a:lnTo>
                  <a:lnTo>
                    <a:pt x="62715" y="117049"/>
                  </a:lnTo>
                  <a:lnTo>
                    <a:pt x="62117" y="114654"/>
                  </a:lnTo>
                  <a:close/>
                  <a:moveTo>
                    <a:pt x="60620" y="115253"/>
                  </a:moveTo>
                  <a:lnTo>
                    <a:pt x="61667" y="118845"/>
                  </a:lnTo>
                  <a:lnTo>
                    <a:pt x="63015" y="122287"/>
                  </a:lnTo>
                  <a:lnTo>
                    <a:pt x="64511" y="125580"/>
                  </a:lnTo>
                  <a:lnTo>
                    <a:pt x="66308" y="128724"/>
                  </a:lnTo>
                  <a:lnTo>
                    <a:pt x="60470" y="132466"/>
                  </a:lnTo>
                  <a:lnTo>
                    <a:pt x="58524" y="128873"/>
                  </a:lnTo>
                  <a:lnTo>
                    <a:pt x="56728" y="125131"/>
                  </a:lnTo>
                  <a:lnTo>
                    <a:pt x="55231" y="121090"/>
                  </a:lnTo>
                  <a:lnTo>
                    <a:pt x="54034" y="117049"/>
                  </a:lnTo>
                  <a:lnTo>
                    <a:pt x="60620" y="115253"/>
                  </a:lnTo>
                  <a:close/>
                  <a:moveTo>
                    <a:pt x="148331" y="116899"/>
                  </a:moveTo>
                  <a:lnTo>
                    <a:pt x="155067" y="118396"/>
                  </a:lnTo>
                  <a:lnTo>
                    <a:pt x="153869" y="122287"/>
                  </a:lnTo>
                  <a:lnTo>
                    <a:pt x="152223" y="126029"/>
                  </a:lnTo>
                  <a:lnTo>
                    <a:pt x="150427" y="129622"/>
                  </a:lnTo>
                  <a:lnTo>
                    <a:pt x="148481" y="133064"/>
                  </a:lnTo>
                  <a:lnTo>
                    <a:pt x="142643" y="129322"/>
                  </a:lnTo>
                  <a:lnTo>
                    <a:pt x="144440" y="126329"/>
                  </a:lnTo>
                  <a:lnTo>
                    <a:pt x="145936" y="123335"/>
                  </a:lnTo>
                  <a:lnTo>
                    <a:pt x="147283" y="120192"/>
                  </a:lnTo>
                  <a:lnTo>
                    <a:pt x="148331" y="116899"/>
                  </a:lnTo>
                  <a:close/>
                  <a:moveTo>
                    <a:pt x="142194" y="130071"/>
                  </a:moveTo>
                  <a:lnTo>
                    <a:pt x="147882" y="133962"/>
                  </a:lnTo>
                  <a:lnTo>
                    <a:pt x="146385" y="135908"/>
                  </a:lnTo>
                  <a:lnTo>
                    <a:pt x="144889" y="138004"/>
                  </a:lnTo>
                  <a:lnTo>
                    <a:pt x="140548" y="132316"/>
                  </a:lnTo>
                  <a:lnTo>
                    <a:pt x="142194" y="130071"/>
                  </a:lnTo>
                  <a:close/>
                  <a:moveTo>
                    <a:pt x="66906" y="129472"/>
                  </a:moveTo>
                  <a:lnTo>
                    <a:pt x="68104" y="131268"/>
                  </a:lnTo>
                  <a:lnTo>
                    <a:pt x="69301" y="132915"/>
                  </a:lnTo>
                  <a:lnTo>
                    <a:pt x="65110" y="138752"/>
                  </a:lnTo>
                  <a:lnTo>
                    <a:pt x="63015" y="136058"/>
                  </a:lnTo>
                  <a:lnTo>
                    <a:pt x="61069" y="133214"/>
                  </a:lnTo>
                  <a:lnTo>
                    <a:pt x="66906" y="129472"/>
                  </a:lnTo>
                  <a:close/>
                  <a:moveTo>
                    <a:pt x="161802" y="141596"/>
                  </a:moveTo>
                  <a:lnTo>
                    <a:pt x="162700" y="141895"/>
                  </a:lnTo>
                  <a:lnTo>
                    <a:pt x="162401" y="142344"/>
                  </a:lnTo>
                  <a:lnTo>
                    <a:pt x="161802" y="141596"/>
                  </a:lnTo>
                  <a:close/>
                  <a:moveTo>
                    <a:pt x="36522" y="123934"/>
                  </a:moveTo>
                  <a:lnTo>
                    <a:pt x="38018" y="128574"/>
                  </a:lnTo>
                  <a:lnTo>
                    <a:pt x="39814" y="133064"/>
                  </a:lnTo>
                  <a:lnTo>
                    <a:pt x="41910" y="137405"/>
                  </a:lnTo>
                  <a:lnTo>
                    <a:pt x="44305" y="141596"/>
                  </a:lnTo>
                  <a:lnTo>
                    <a:pt x="33827" y="145188"/>
                  </a:lnTo>
                  <a:lnTo>
                    <a:pt x="31732" y="141446"/>
                  </a:lnTo>
                  <a:lnTo>
                    <a:pt x="29936" y="137555"/>
                  </a:lnTo>
                  <a:lnTo>
                    <a:pt x="28289" y="133663"/>
                  </a:lnTo>
                  <a:lnTo>
                    <a:pt x="26792" y="129472"/>
                  </a:lnTo>
                  <a:lnTo>
                    <a:pt x="36522" y="123934"/>
                  </a:lnTo>
                  <a:close/>
                  <a:moveTo>
                    <a:pt x="172878" y="123934"/>
                  </a:moveTo>
                  <a:lnTo>
                    <a:pt x="182608" y="129472"/>
                  </a:lnTo>
                  <a:lnTo>
                    <a:pt x="181111" y="133513"/>
                  </a:lnTo>
                  <a:lnTo>
                    <a:pt x="179464" y="137555"/>
                  </a:lnTo>
                  <a:lnTo>
                    <a:pt x="177668" y="141446"/>
                  </a:lnTo>
                  <a:lnTo>
                    <a:pt x="175573" y="145188"/>
                  </a:lnTo>
                  <a:lnTo>
                    <a:pt x="165095" y="141596"/>
                  </a:lnTo>
                  <a:lnTo>
                    <a:pt x="167490" y="137405"/>
                  </a:lnTo>
                  <a:lnTo>
                    <a:pt x="169586" y="133064"/>
                  </a:lnTo>
                  <a:lnTo>
                    <a:pt x="171382" y="128574"/>
                  </a:lnTo>
                  <a:lnTo>
                    <a:pt x="172878" y="123934"/>
                  </a:lnTo>
                  <a:close/>
                  <a:moveTo>
                    <a:pt x="92352" y="129771"/>
                  </a:moveTo>
                  <a:lnTo>
                    <a:pt x="95046" y="147433"/>
                  </a:lnTo>
                  <a:lnTo>
                    <a:pt x="92801" y="146835"/>
                  </a:lnTo>
                  <a:lnTo>
                    <a:pt x="90705" y="146236"/>
                  </a:lnTo>
                  <a:lnTo>
                    <a:pt x="88610" y="145488"/>
                  </a:lnTo>
                  <a:lnTo>
                    <a:pt x="86514" y="144590"/>
                  </a:lnTo>
                  <a:lnTo>
                    <a:pt x="84568" y="143542"/>
                  </a:lnTo>
                  <a:lnTo>
                    <a:pt x="82622" y="142494"/>
                  </a:lnTo>
                  <a:lnTo>
                    <a:pt x="80677" y="141297"/>
                  </a:lnTo>
                  <a:lnTo>
                    <a:pt x="78880" y="140099"/>
                  </a:lnTo>
                  <a:lnTo>
                    <a:pt x="92352" y="129771"/>
                  </a:lnTo>
                  <a:close/>
                  <a:moveTo>
                    <a:pt x="117048" y="129023"/>
                  </a:moveTo>
                  <a:lnTo>
                    <a:pt x="131268" y="139500"/>
                  </a:lnTo>
                  <a:lnTo>
                    <a:pt x="129472" y="140848"/>
                  </a:lnTo>
                  <a:lnTo>
                    <a:pt x="127526" y="142045"/>
                  </a:lnTo>
                  <a:lnTo>
                    <a:pt x="125430" y="143242"/>
                  </a:lnTo>
                  <a:lnTo>
                    <a:pt x="123485" y="144290"/>
                  </a:lnTo>
                  <a:lnTo>
                    <a:pt x="121239" y="145188"/>
                  </a:lnTo>
                  <a:lnTo>
                    <a:pt x="119144" y="146086"/>
                  </a:lnTo>
                  <a:lnTo>
                    <a:pt x="116899" y="146835"/>
                  </a:lnTo>
                  <a:lnTo>
                    <a:pt x="114504" y="147433"/>
                  </a:lnTo>
                  <a:lnTo>
                    <a:pt x="117048" y="129023"/>
                  </a:lnTo>
                  <a:close/>
                  <a:moveTo>
                    <a:pt x="77683" y="140997"/>
                  </a:moveTo>
                  <a:lnTo>
                    <a:pt x="79779" y="142494"/>
                  </a:lnTo>
                  <a:lnTo>
                    <a:pt x="76186" y="148331"/>
                  </a:lnTo>
                  <a:lnTo>
                    <a:pt x="73941" y="146835"/>
                  </a:lnTo>
                  <a:lnTo>
                    <a:pt x="71995" y="145338"/>
                  </a:lnTo>
                  <a:lnTo>
                    <a:pt x="77683" y="140997"/>
                  </a:lnTo>
                  <a:close/>
                  <a:moveTo>
                    <a:pt x="132465" y="140399"/>
                  </a:moveTo>
                  <a:lnTo>
                    <a:pt x="138303" y="144590"/>
                  </a:lnTo>
                  <a:lnTo>
                    <a:pt x="135459" y="146835"/>
                  </a:lnTo>
                  <a:lnTo>
                    <a:pt x="132465" y="148781"/>
                  </a:lnTo>
                  <a:lnTo>
                    <a:pt x="128873" y="142943"/>
                  </a:lnTo>
                  <a:lnTo>
                    <a:pt x="130669" y="141746"/>
                  </a:lnTo>
                  <a:lnTo>
                    <a:pt x="132465" y="140399"/>
                  </a:lnTo>
                  <a:close/>
                  <a:moveTo>
                    <a:pt x="47747" y="141596"/>
                  </a:moveTo>
                  <a:lnTo>
                    <a:pt x="46999" y="142344"/>
                  </a:lnTo>
                  <a:lnTo>
                    <a:pt x="46400" y="143093"/>
                  </a:lnTo>
                  <a:lnTo>
                    <a:pt x="45652" y="143841"/>
                  </a:lnTo>
                  <a:lnTo>
                    <a:pt x="38318" y="152373"/>
                  </a:lnTo>
                  <a:lnTo>
                    <a:pt x="36222" y="149230"/>
                  </a:lnTo>
                  <a:lnTo>
                    <a:pt x="34276" y="146086"/>
                  </a:lnTo>
                  <a:lnTo>
                    <a:pt x="34576" y="145937"/>
                  </a:lnTo>
                  <a:lnTo>
                    <a:pt x="35474" y="147284"/>
                  </a:lnTo>
                  <a:lnTo>
                    <a:pt x="36072" y="148032"/>
                  </a:lnTo>
                  <a:lnTo>
                    <a:pt x="36671" y="148631"/>
                  </a:lnTo>
                  <a:lnTo>
                    <a:pt x="36821" y="148631"/>
                  </a:lnTo>
                  <a:lnTo>
                    <a:pt x="35623" y="146984"/>
                  </a:lnTo>
                  <a:lnTo>
                    <a:pt x="34875" y="145937"/>
                  </a:lnTo>
                  <a:lnTo>
                    <a:pt x="35773" y="145637"/>
                  </a:lnTo>
                  <a:lnTo>
                    <a:pt x="36671" y="146685"/>
                  </a:lnTo>
                  <a:lnTo>
                    <a:pt x="37270" y="147433"/>
                  </a:lnTo>
                  <a:lnTo>
                    <a:pt x="37869" y="148182"/>
                  </a:lnTo>
                  <a:lnTo>
                    <a:pt x="38018" y="148182"/>
                  </a:lnTo>
                  <a:lnTo>
                    <a:pt x="37420" y="147284"/>
                  </a:lnTo>
                  <a:lnTo>
                    <a:pt x="36821" y="146535"/>
                  </a:lnTo>
                  <a:lnTo>
                    <a:pt x="36072" y="145488"/>
                  </a:lnTo>
                  <a:lnTo>
                    <a:pt x="36971" y="145188"/>
                  </a:lnTo>
                  <a:lnTo>
                    <a:pt x="37569" y="146236"/>
                  </a:lnTo>
                  <a:lnTo>
                    <a:pt x="38168" y="146835"/>
                  </a:lnTo>
                  <a:lnTo>
                    <a:pt x="38767" y="147284"/>
                  </a:lnTo>
                  <a:lnTo>
                    <a:pt x="37719" y="145937"/>
                  </a:lnTo>
                  <a:lnTo>
                    <a:pt x="37270" y="145188"/>
                  </a:lnTo>
                  <a:lnTo>
                    <a:pt x="38318" y="144739"/>
                  </a:lnTo>
                  <a:lnTo>
                    <a:pt x="39066" y="145637"/>
                  </a:lnTo>
                  <a:lnTo>
                    <a:pt x="39515" y="146236"/>
                  </a:lnTo>
                  <a:lnTo>
                    <a:pt x="40114" y="146835"/>
                  </a:lnTo>
                  <a:lnTo>
                    <a:pt x="40263" y="146835"/>
                  </a:lnTo>
                  <a:lnTo>
                    <a:pt x="39814" y="146086"/>
                  </a:lnTo>
                  <a:lnTo>
                    <a:pt x="39216" y="145338"/>
                  </a:lnTo>
                  <a:lnTo>
                    <a:pt x="38617" y="144590"/>
                  </a:lnTo>
                  <a:lnTo>
                    <a:pt x="39515" y="144290"/>
                  </a:lnTo>
                  <a:lnTo>
                    <a:pt x="39964" y="145039"/>
                  </a:lnTo>
                  <a:lnTo>
                    <a:pt x="40413" y="145637"/>
                  </a:lnTo>
                  <a:lnTo>
                    <a:pt x="41012" y="146236"/>
                  </a:lnTo>
                  <a:lnTo>
                    <a:pt x="41162" y="146236"/>
                  </a:lnTo>
                  <a:lnTo>
                    <a:pt x="39964" y="144440"/>
                  </a:lnTo>
                  <a:lnTo>
                    <a:pt x="39814" y="144290"/>
                  </a:lnTo>
                  <a:lnTo>
                    <a:pt x="40563" y="143991"/>
                  </a:lnTo>
                  <a:lnTo>
                    <a:pt x="40713" y="144290"/>
                  </a:lnTo>
                  <a:lnTo>
                    <a:pt x="41311" y="145039"/>
                  </a:lnTo>
                  <a:lnTo>
                    <a:pt x="41910" y="145637"/>
                  </a:lnTo>
                  <a:lnTo>
                    <a:pt x="42060" y="145637"/>
                  </a:lnTo>
                  <a:lnTo>
                    <a:pt x="42060" y="145488"/>
                  </a:lnTo>
                  <a:lnTo>
                    <a:pt x="41162" y="144440"/>
                  </a:lnTo>
                  <a:lnTo>
                    <a:pt x="40862" y="143841"/>
                  </a:lnTo>
                  <a:lnTo>
                    <a:pt x="41611" y="143691"/>
                  </a:lnTo>
                  <a:lnTo>
                    <a:pt x="42060" y="144140"/>
                  </a:lnTo>
                  <a:lnTo>
                    <a:pt x="42658" y="145039"/>
                  </a:lnTo>
                  <a:lnTo>
                    <a:pt x="42808" y="145039"/>
                  </a:lnTo>
                  <a:lnTo>
                    <a:pt x="42509" y="144440"/>
                  </a:lnTo>
                  <a:lnTo>
                    <a:pt x="42060" y="143991"/>
                  </a:lnTo>
                  <a:lnTo>
                    <a:pt x="41760" y="143542"/>
                  </a:lnTo>
                  <a:lnTo>
                    <a:pt x="42509" y="143242"/>
                  </a:lnTo>
                  <a:lnTo>
                    <a:pt x="42808" y="143542"/>
                  </a:lnTo>
                  <a:lnTo>
                    <a:pt x="43107" y="143991"/>
                  </a:lnTo>
                  <a:lnTo>
                    <a:pt x="43556" y="144440"/>
                  </a:lnTo>
                  <a:lnTo>
                    <a:pt x="43706" y="144290"/>
                  </a:lnTo>
                  <a:lnTo>
                    <a:pt x="42958" y="143392"/>
                  </a:lnTo>
                  <a:lnTo>
                    <a:pt x="42808" y="143242"/>
                  </a:lnTo>
                  <a:lnTo>
                    <a:pt x="43556" y="142943"/>
                  </a:lnTo>
                  <a:lnTo>
                    <a:pt x="44454" y="143841"/>
                  </a:lnTo>
                  <a:lnTo>
                    <a:pt x="44604" y="143841"/>
                  </a:lnTo>
                  <a:lnTo>
                    <a:pt x="43856" y="142793"/>
                  </a:lnTo>
                  <a:lnTo>
                    <a:pt x="44454" y="142644"/>
                  </a:lnTo>
                  <a:lnTo>
                    <a:pt x="44604" y="142793"/>
                  </a:lnTo>
                  <a:lnTo>
                    <a:pt x="44904" y="143093"/>
                  </a:lnTo>
                  <a:lnTo>
                    <a:pt x="45353" y="143392"/>
                  </a:lnTo>
                  <a:lnTo>
                    <a:pt x="45502" y="143392"/>
                  </a:lnTo>
                  <a:lnTo>
                    <a:pt x="45053" y="142943"/>
                  </a:lnTo>
                  <a:lnTo>
                    <a:pt x="44904" y="142644"/>
                  </a:lnTo>
                  <a:lnTo>
                    <a:pt x="44754" y="142494"/>
                  </a:lnTo>
                  <a:lnTo>
                    <a:pt x="45353" y="142344"/>
                  </a:lnTo>
                  <a:lnTo>
                    <a:pt x="45502" y="142344"/>
                  </a:lnTo>
                  <a:lnTo>
                    <a:pt x="45951" y="142793"/>
                  </a:lnTo>
                  <a:lnTo>
                    <a:pt x="46101" y="142793"/>
                  </a:lnTo>
                  <a:lnTo>
                    <a:pt x="45652" y="142195"/>
                  </a:lnTo>
                  <a:lnTo>
                    <a:pt x="45802" y="142195"/>
                  </a:lnTo>
                  <a:lnTo>
                    <a:pt x="46400" y="142045"/>
                  </a:lnTo>
                  <a:lnTo>
                    <a:pt x="46999" y="142344"/>
                  </a:lnTo>
                  <a:lnTo>
                    <a:pt x="46700" y="141895"/>
                  </a:lnTo>
                  <a:lnTo>
                    <a:pt x="47747" y="141596"/>
                  </a:lnTo>
                  <a:close/>
                  <a:moveTo>
                    <a:pt x="174226" y="110313"/>
                  </a:moveTo>
                  <a:lnTo>
                    <a:pt x="174076" y="112858"/>
                  </a:lnTo>
                  <a:lnTo>
                    <a:pt x="173777" y="115402"/>
                  </a:lnTo>
                  <a:lnTo>
                    <a:pt x="173328" y="117947"/>
                  </a:lnTo>
                  <a:lnTo>
                    <a:pt x="172729" y="120342"/>
                  </a:lnTo>
                  <a:lnTo>
                    <a:pt x="166742" y="120342"/>
                  </a:lnTo>
                  <a:lnTo>
                    <a:pt x="171980" y="123335"/>
                  </a:lnTo>
                  <a:lnTo>
                    <a:pt x="170484" y="128125"/>
                  </a:lnTo>
                  <a:lnTo>
                    <a:pt x="168687" y="132615"/>
                  </a:lnTo>
                  <a:lnTo>
                    <a:pt x="166592" y="137106"/>
                  </a:lnTo>
                  <a:lnTo>
                    <a:pt x="164197" y="141297"/>
                  </a:lnTo>
                  <a:lnTo>
                    <a:pt x="158659" y="139500"/>
                  </a:lnTo>
                  <a:lnTo>
                    <a:pt x="162551" y="143841"/>
                  </a:lnTo>
                  <a:lnTo>
                    <a:pt x="160904" y="146086"/>
                  </a:lnTo>
                  <a:lnTo>
                    <a:pt x="159258" y="148182"/>
                  </a:lnTo>
                  <a:lnTo>
                    <a:pt x="157611" y="150277"/>
                  </a:lnTo>
                  <a:lnTo>
                    <a:pt x="155815" y="152373"/>
                  </a:lnTo>
                  <a:lnTo>
                    <a:pt x="145936" y="139351"/>
                  </a:lnTo>
                  <a:lnTo>
                    <a:pt x="147733" y="137106"/>
                  </a:lnTo>
                  <a:lnTo>
                    <a:pt x="149379" y="134860"/>
                  </a:lnTo>
                  <a:lnTo>
                    <a:pt x="152522" y="136956"/>
                  </a:lnTo>
                  <a:lnTo>
                    <a:pt x="152373" y="137854"/>
                  </a:lnTo>
                  <a:lnTo>
                    <a:pt x="152522" y="138602"/>
                  </a:lnTo>
                  <a:lnTo>
                    <a:pt x="153121" y="139201"/>
                  </a:lnTo>
                  <a:lnTo>
                    <a:pt x="153869" y="139650"/>
                  </a:lnTo>
                  <a:lnTo>
                    <a:pt x="154169" y="139800"/>
                  </a:lnTo>
                  <a:lnTo>
                    <a:pt x="154618" y="139800"/>
                  </a:lnTo>
                  <a:lnTo>
                    <a:pt x="155516" y="139650"/>
                  </a:lnTo>
                  <a:lnTo>
                    <a:pt x="156115" y="139201"/>
                  </a:lnTo>
                  <a:lnTo>
                    <a:pt x="156414" y="138752"/>
                  </a:lnTo>
                  <a:lnTo>
                    <a:pt x="156564" y="138453"/>
                  </a:lnTo>
                  <a:lnTo>
                    <a:pt x="156713" y="138004"/>
                  </a:lnTo>
                  <a:lnTo>
                    <a:pt x="156713" y="137555"/>
                  </a:lnTo>
                  <a:lnTo>
                    <a:pt x="156564" y="136657"/>
                  </a:lnTo>
                  <a:lnTo>
                    <a:pt x="156115" y="136058"/>
                  </a:lnTo>
                  <a:lnTo>
                    <a:pt x="155665" y="135758"/>
                  </a:lnTo>
                  <a:lnTo>
                    <a:pt x="155366" y="135609"/>
                  </a:lnTo>
                  <a:lnTo>
                    <a:pt x="154618" y="135459"/>
                  </a:lnTo>
                  <a:lnTo>
                    <a:pt x="154019" y="135459"/>
                  </a:lnTo>
                  <a:lnTo>
                    <a:pt x="153420" y="135758"/>
                  </a:lnTo>
                  <a:lnTo>
                    <a:pt x="152971" y="136058"/>
                  </a:lnTo>
                  <a:lnTo>
                    <a:pt x="149828" y="134112"/>
                  </a:lnTo>
                  <a:lnTo>
                    <a:pt x="152073" y="130520"/>
                  </a:lnTo>
                  <a:lnTo>
                    <a:pt x="153869" y="126778"/>
                  </a:lnTo>
                  <a:lnTo>
                    <a:pt x="155516" y="122736"/>
                  </a:lnTo>
                  <a:lnTo>
                    <a:pt x="156713" y="118695"/>
                  </a:lnTo>
                  <a:lnTo>
                    <a:pt x="160605" y="119593"/>
                  </a:lnTo>
                  <a:lnTo>
                    <a:pt x="160755" y="120342"/>
                  </a:lnTo>
                  <a:lnTo>
                    <a:pt x="161204" y="121090"/>
                  </a:lnTo>
                  <a:lnTo>
                    <a:pt x="161952" y="121539"/>
                  </a:lnTo>
                  <a:lnTo>
                    <a:pt x="162700" y="121689"/>
                  </a:lnTo>
                  <a:lnTo>
                    <a:pt x="163149" y="121689"/>
                  </a:lnTo>
                  <a:lnTo>
                    <a:pt x="163598" y="121539"/>
                  </a:lnTo>
                  <a:lnTo>
                    <a:pt x="164347" y="121090"/>
                  </a:lnTo>
                  <a:lnTo>
                    <a:pt x="164796" y="120342"/>
                  </a:lnTo>
                  <a:lnTo>
                    <a:pt x="164946" y="120042"/>
                  </a:lnTo>
                  <a:lnTo>
                    <a:pt x="164946" y="119593"/>
                  </a:lnTo>
                  <a:lnTo>
                    <a:pt x="164946" y="119144"/>
                  </a:lnTo>
                  <a:lnTo>
                    <a:pt x="164796" y="118695"/>
                  </a:lnTo>
                  <a:lnTo>
                    <a:pt x="164347" y="117947"/>
                  </a:lnTo>
                  <a:lnTo>
                    <a:pt x="163748" y="117498"/>
                  </a:lnTo>
                  <a:lnTo>
                    <a:pt x="163299" y="117348"/>
                  </a:lnTo>
                  <a:lnTo>
                    <a:pt x="162102" y="117348"/>
                  </a:lnTo>
                  <a:lnTo>
                    <a:pt x="161653" y="117647"/>
                  </a:lnTo>
                  <a:lnTo>
                    <a:pt x="161054" y="118096"/>
                  </a:lnTo>
                  <a:lnTo>
                    <a:pt x="160755" y="118545"/>
                  </a:lnTo>
                  <a:lnTo>
                    <a:pt x="157013" y="117797"/>
                  </a:lnTo>
                  <a:lnTo>
                    <a:pt x="157611" y="115253"/>
                  </a:lnTo>
                  <a:lnTo>
                    <a:pt x="157911" y="112858"/>
                  </a:lnTo>
                  <a:lnTo>
                    <a:pt x="174226" y="110313"/>
                  </a:lnTo>
                  <a:close/>
                  <a:moveTo>
                    <a:pt x="163000" y="142045"/>
                  </a:moveTo>
                  <a:lnTo>
                    <a:pt x="163598" y="142195"/>
                  </a:lnTo>
                  <a:lnTo>
                    <a:pt x="163748" y="142195"/>
                  </a:lnTo>
                  <a:lnTo>
                    <a:pt x="163299" y="142793"/>
                  </a:lnTo>
                  <a:lnTo>
                    <a:pt x="163449" y="142793"/>
                  </a:lnTo>
                  <a:lnTo>
                    <a:pt x="164047" y="142344"/>
                  </a:lnTo>
                  <a:lnTo>
                    <a:pt x="164646" y="142494"/>
                  </a:lnTo>
                  <a:lnTo>
                    <a:pt x="164646" y="142644"/>
                  </a:lnTo>
                  <a:lnTo>
                    <a:pt x="164197" y="143242"/>
                  </a:lnTo>
                  <a:lnTo>
                    <a:pt x="164047" y="143392"/>
                  </a:lnTo>
                  <a:lnTo>
                    <a:pt x="164497" y="143093"/>
                  </a:lnTo>
                  <a:lnTo>
                    <a:pt x="164796" y="142793"/>
                  </a:lnTo>
                  <a:lnTo>
                    <a:pt x="164946" y="142644"/>
                  </a:lnTo>
                  <a:lnTo>
                    <a:pt x="165694" y="142793"/>
                  </a:lnTo>
                  <a:lnTo>
                    <a:pt x="164946" y="143841"/>
                  </a:lnTo>
                  <a:lnTo>
                    <a:pt x="165844" y="142943"/>
                  </a:lnTo>
                  <a:lnTo>
                    <a:pt x="166592" y="143242"/>
                  </a:lnTo>
                  <a:lnTo>
                    <a:pt x="166442" y="143392"/>
                  </a:lnTo>
                  <a:lnTo>
                    <a:pt x="165844" y="144290"/>
                  </a:lnTo>
                  <a:lnTo>
                    <a:pt x="165844" y="144440"/>
                  </a:lnTo>
                  <a:lnTo>
                    <a:pt x="166293" y="143991"/>
                  </a:lnTo>
                  <a:lnTo>
                    <a:pt x="166592" y="143542"/>
                  </a:lnTo>
                  <a:lnTo>
                    <a:pt x="166891" y="143242"/>
                  </a:lnTo>
                  <a:lnTo>
                    <a:pt x="167640" y="143542"/>
                  </a:lnTo>
                  <a:lnTo>
                    <a:pt x="167340" y="143991"/>
                  </a:lnTo>
                  <a:lnTo>
                    <a:pt x="166891" y="144440"/>
                  </a:lnTo>
                  <a:lnTo>
                    <a:pt x="166742" y="145039"/>
                  </a:lnTo>
                  <a:lnTo>
                    <a:pt x="167490" y="144140"/>
                  </a:lnTo>
                  <a:lnTo>
                    <a:pt x="167789" y="143691"/>
                  </a:lnTo>
                  <a:lnTo>
                    <a:pt x="168687" y="143841"/>
                  </a:lnTo>
                  <a:lnTo>
                    <a:pt x="168238" y="144440"/>
                  </a:lnTo>
                  <a:lnTo>
                    <a:pt x="167490" y="145488"/>
                  </a:lnTo>
                  <a:lnTo>
                    <a:pt x="167490" y="145637"/>
                  </a:lnTo>
                  <a:lnTo>
                    <a:pt x="168089" y="145039"/>
                  </a:lnTo>
                  <a:lnTo>
                    <a:pt x="168687" y="144290"/>
                  </a:lnTo>
                  <a:lnTo>
                    <a:pt x="168987" y="143991"/>
                  </a:lnTo>
                  <a:lnTo>
                    <a:pt x="169735" y="144290"/>
                  </a:lnTo>
                  <a:lnTo>
                    <a:pt x="169436" y="144440"/>
                  </a:lnTo>
                  <a:lnTo>
                    <a:pt x="168238" y="146236"/>
                  </a:lnTo>
                  <a:lnTo>
                    <a:pt x="168388" y="146236"/>
                  </a:lnTo>
                  <a:lnTo>
                    <a:pt x="168987" y="145637"/>
                  </a:lnTo>
                  <a:lnTo>
                    <a:pt x="169436" y="145039"/>
                  </a:lnTo>
                  <a:lnTo>
                    <a:pt x="169885" y="144290"/>
                  </a:lnTo>
                  <a:lnTo>
                    <a:pt x="170783" y="144590"/>
                  </a:lnTo>
                  <a:lnTo>
                    <a:pt x="170184" y="145338"/>
                  </a:lnTo>
                  <a:lnTo>
                    <a:pt x="169735" y="146086"/>
                  </a:lnTo>
                  <a:lnTo>
                    <a:pt x="169286" y="146835"/>
                  </a:lnTo>
                  <a:lnTo>
                    <a:pt x="169286" y="146835"/>
                  </a:lnTo>
                  <a:lnTo>
                    <a:pt x="169885" y="146236"/>
                  </a:lnTo>
                  <a:lnTo>
                    <a:pt x="170484" y="145637"/>
                  </a:lnTo>
                  <a:lnTo>
                    <a:pt x="171082" y="144739"/>
                  </a:lnTo>
                  <a:lnTo>
                    <a:pt x="172280" y="145188"/>
                  </a:lnTo>
                  <a:lnTo>
                    <a:pt x="171681" y="145937"/>
                  </a:lnTo>
                  <a:lnTo>
                    <a:pt x="170633" y="147284"/>
                  </a:lnTo>
                  <a:lnTo>
                    <a:pt x="171232" y="146835"/>
                  </a:lnTo>
                  <a:lnTo>
                    <a:pt x="171831" y="146236"/>
                  </a:lnTo>
                  <a:lnTo>
                    <a:pt x="172579" y="145188"/>
                  </a:lnTo>
                  <a:lnTo>
                    <a:pt x="173328" y="145488"/>
                  </a:lnTo>
                  <a:lnTo>
                    <a:pt x="172579" y="146535"/>
                  </a:lnTo>
                  <a:lnTo>
                    <a:pt x="171980" y="147284"/>
                  </a:lnTo>
                  <a:lnTo>
                    <a:pt x="171531" y="148182"/>
                  </a:lnTo>
                  <a:lnTo>
                    <a:pt x="171531" y="148182"/>
                  </a:lnTo>
                  <a:lnTo>
                    <a:pt x="172280" y="147433"/>
                  </a:lnTo>
                  <a:lnTo>
                    <a:pt x="172729" y="146685"/>
                  </a:lnTo>
                  <a:lnTo>
                    <a:pt x="173627" y="145637"/>
                  </a:lnTo>
                  <a:lnTo>
                    <a:pt x="174525" y="145937"/>
                  </a:lnTo>
                  <a:lnTo>
                    <a:pt x="173777" y="146984"/>
                  </a:lnTo>
                  <a:lnTo>
                    <a:pt x="172579" y="148631"/>
                  </a:lnTo>
                  <a:lnTo>
                    <a:pt x="172729" y="148631"/>
                  </a:lnTo>
                  <a:lnTo>
                    <a:pt x="173328" y="148032"/>
                  </a:lnTo>
                  <a:lnTo>
                    <a:pt x="173926" y="147284"/>
                  </a:lnTo>
                  <a:lnTo>
                    <a:pt x="174824" y="145937"/>
                  </a:lnTo>
                  <a:lnTo>
                    <a:pt x="175124" y="146086"/>
                  </a:lnTo>
                  <a:lnTo>
                    <a:pt x="173178" y="149230"/>
                  </a:lnTo>
                  <a:lnTo>
                    <a:pt x="171082" y="152373"/>
                  </a:lnTo>
                  <a:lnTo>
                    <a:pt x="163748" y="143841"/>
                  </a:lnTo>
                  <a:lnTo>
                    <a:pt x="163000" y="143093"/>
                  </a:lnTo>
                  <a:lnTo>
                    <a:pt x="162551" y="142344"/>
                  </a:lnTo>
                  <a:lnTo>
                    <a:pt x="163000" y="142045"/>
                  </a:lnTo>
                  <a:close/>
                  <a:moveTo>
                    <a:pt x="35174" y="110912"/>
                  </a:moveTo>
                  <a:lnTo>
                    <a:pt x="51489" y="113157"/>
                  </a:lnTo>
                  <a:lnTo>
                    <a:pt x="52088" y="116600"/>
                  </a:lnTo>
                  <a:lnTo>
                    <a:pt x="48346" y="117647"/>
                  </a:lnTo>
                  <a:lnTo>
                    <a:pt x="47747" y="117049"/>
                  </a:lnTo>
                  <a:lnTo>
                    <a:pt x="47149" y="116600"/>
                  </a:lnTo>
                  <a:lnTo>
                    <a:pt x="46251" y="116450"/>
                  </a:lnTo>
                  <a:lnTo>
                    <a:pt x="45502" y="116749"/>
                  </a:lnTo>
                  <a:lnTo>
                    <a:pt x="45053" y="116899"/>
                  </a:lnTo>
                  <a:lnTo>
                    <a:pt x="44754" y="117198"/>
                  </a:lnTo>
                  <a:lnTo>
                    <a:pt x="44305" y="117947"/>
                  </a:lnTo>
                  <a:lnTo>
                    <a:pt x="44305" y="118845"/>
                  </a:lnTo>
                  <a:lnTo>
                    <a:pt x="44305" y="119294"/>
                  </a:lnTo>
                  <a:lnTo>
                    <a:pt x="44454" y="119743"/>
                  </a:lnTo>
                  <a:lnTo>
                    <a:pt x="44754" y="120042"/>
                  </a:lnTo>
                  <a:lnTo>
                    <a:pt x="45053" y="120342"/>
                  </a:lnTo>
                  <a:lnTo>
                    <a:pt x="45652" y="120791"/>
                  </a:lnTo>
                  <a:lnTo>
                    <a:pt x="46550" y="120940"/>
                  </a:lnTo>
                  <a:lnTo>
                    <a:pt x="46999" y="120791"/>
                  </a:lnTo>
                  <a:lnTo>
                    <a:pt x="47448" y="120641"/>
                  </a:lnTo>
                  <a:lnTo>
                    <a:pt x="47897" y="120342"/>
                  </a:lnTo>
                  <a:lnTo>
                    <a:pt x="48346" y="119743"/>
                  </a:lnTo>
                  <a:lnTo>
                    <a:pt x="48645" y="119294"/>
                  </a:lnTo>
                  <a:lnTo>
                    <a:pt x="48645" y="118545"/>
                  </a:lnTo>
                  <a:lnTo>
                    <a:pt x="52387" y="117498"/>
                  </a:lnTo>
                  <a:lnTo>
                    <a:pt x="53585" y="121689"/>
                  </a:lnTo>
                  <a:lnTo>
                    <a:pt x="55082" y="125730"/>
                  </a:lnTo>
                  <a:lnTo>
                    <a:pt x="56878" y="129622"/>
                  </a:lnTo>
                  <a:lnTo>
                    <a:pt x="59123" y="133364"/>
                  </a:lnTo>
                  <a:lnTo>
                    <a:pt x="55680" y="135609"/>
                  </a:lnTo>
                  <a:lnTo>
                    <a:pt x="54932" y="135160"/>
                  </a:lnTo>
                  <a:lnTo>
                    <a:pt x="54034" y="135010"/>
                  </a:lnTo>
                  <a:lnTo>
                    <a:pt x="53285" y="135160"/>
                  </a:lnTo>
                  <a:lnTo>
                    <a:pt x="52537" y="135609"/>
                  </a:lnTo>
                  <a:lnTo>
                    <a:pt x="52238" y="136058"/>
                  </a:lnTo>
                  <a:lnTo>
                    <a:pt x="52088" y="136357"/>
                  </a:lnTo>
                  <a:lnTo>
                    <a:pt x="51938" y="137255"/>
                  </a:lnTo>
                  <a:lnTo>
                    <a:pt x="52088" y="138004"/>
                  </a:lnTo>
                  <a:lnTo>
                    <a:pt x="52238" y="138453"/>
                  </a:lnTo>
                  <a:lnTo>
                    <a:pt x="52537" y="138752"/>
                  </a:lnTo>
                  <a:lnTo>
                    <a:pt x="52986" y="139051"/>
                  </a:lnTo>
                  <a:lnTo>
                    <a:pt x="53285" y="139201"/>
                  </a:lnTo>
                  <a:lnTo>
                    <a:pt x="54184" y="139351"/>
                  </a:lnTo>
                  <a:lnTo>
                    <a:pt x="54932" y="139201"/>
                  </a:lnTo>
                  <a:lnTo>
                    <a:pt x="55381" y="139051"/>
                  </a:lnTo>
                  <a:lnTo>
                    <a:pt x="55680" y="138752"/>
                  </a:lnTo>
                  <a:lnTo>
                    <a:pt x="56129" y="138303"/>
                  </a:lnTo>
                  <a:lnTo>
                    <a:pt x="56279" y="137704"/>
                  </a:lnTo>
                  <a:lnTo>
                    <a:pt x="56279" y="136956"/>
                  </a:lnTo>
                  <a:lnTo>
                    <a:pt x="56129" y="136357"/>
                  </a:lnTo>
                  <a:lnTo>
                    <a:pt x="59572" y="134262"/>
                  </a:lnTo>
                  <a:lnTo>
                    <a:pt x="61817" y="137255"/>
                  </a:lnTo>
                  <a:lnTo>
                    <a:pt x="64062" y="140099"/>
                  </a:lnTo>
                  <a:lnTo>
                    <a:pt x="54483" y="153271"/>
                  </a:lnTo>
                  <a:lnTo>
                    <a:pt x="52387" y="151026"/>
                  </a:lnTo>
                  <a:lnTo>
                    <a:pt x="50442" y="148781"/>
                  </a:lnTo>
                  <a:lnTo>
                    <a:pt x="48645" y="146386"/>
                  </a:lnTo>
                  <a:lnTo>
                    <a:pt x="46849" y="143991"/>
                  </a:lnTo>
                  <a:lnTo>
                    <a:pt x="50891" y="139500"/>
                  </a:lnTo>
                  <a:lnTo>
                    <a:pt x="45203" y="141297"/>
                  </a:lnTo>
                  <a:lnTo>
                    <a:pt x="42808" y="137106"/>
                  </a:lnTo>
                  <a:lnTo>
                    <a:pt x="40713" y="132615"/>
                  </a:lnTo>
                  <a:lnTo>
                    <a:pt x="38916" y="128125"/>
                  </a:lnTo>
                  <a:lnTo>
                    <a:pt x="37420" y="123335"/>
                  </a:lnTo>
                  <a:lnTo>
                    <a:pt x="42658" y="120342"/>
                  </a:lnTo>
                  <a:lnTo>
                    <a:pt x="36671" y="120342"/>
                  </a:lnTo>
                  <a:lnTo>
                    <a:pt x="35773" y="115702"/>
                  </a:lnTo>
                  <a:lnTo>
                    <a:pt x="35174" y="110912"/>
                  </a:lnTo>
                  <a:close/>
                  <a:moveTo>
                    <a:pt x="80677" y="143093"/>
                  </a:moveTo>
                  <a:lnTo>
                    <a:pt x="83371" y="144739"/>
                  </a:lnTo>
                  <a:lnTo>
                    <a:pt x="86364" y="146086"/>
                  </a:lnTo>
                  <a:lnTo>
                    <a:pt x="89508" y="147284"/>
                  </a:lnTo>
                  <a:lnTo>
                    <a:pt x="92651" y="148331"/>
                  </a:lnTo>
                  <a:lnTo>
                    <a:pt x="91453" y="155217"/>
                  </a:lnTo>
                  <a:lnTo>
                    <a:pt x="87562" y="154019"/>
                  </a:lnTo>
                  <a:lnTo>
                    <a:pt x="83820" y="152522"/>
                  </a:lnTo>
                  <a:lnTo>
                    <a:pt x="80377" y="150876"/>
                  </a:lnTo>
                  <a:lnTo>
                    <a:pt x="76935" y="148930"/>
                  </a:lnTo>
                  <a:lnTo>
                    <a:pt x="80677" y="143093"/>
                  </a:lnTo>
                  <a:close/>
                  <a:moveTo>
                    <a:pt x="128125" y="143542"/>
                  </a:moveTo>
                  <a:lnTo>
                    <a:pt x="131717" y="149379"/>
                  </a:lnTo>
                  <a:lnTo>
                    <a:pt x="128274" y="151325"/>
                  </a:lnTo>
                  <a:lnTo>
                    <a:pt x="124532" y="152972"/>
                  </a:lnTo>
                  <a:lnTo>
                    <a:pt x="120790" y="154319"/>
                  </a:lnTo>
                  <a:lnTo>
                    <a:pt x="116899" y="155366"/>
                  </a:lnTo>
                  <a:lnTo>
                    <a:pt x="115552" y="148631"/>
                  </a:lnTo>
                  <a:lnTo>
                    <a:pt x="118845" y="147733"/>
                  </a:lnTo>
                  <a:lnTo>
                    <a:pt x="121988" y="146535"/>
                  </a:lnTo>
                  <a:lnTo>
                    <a:pt x="125131" y="145188"/>
                  </a:lnTo>
                  <a:lnTo>
                    <a:pt x="128125" y="143542"/>
                  </a:lnTo>
                  <a:close/>
                  <a:moveTo>
                    <a:pt x="114504" y="148930"/>
                  </a:moveTo>
                  <a:lnTo>
                    <a:pt x="116001" y="155666"/>
                  </a:lnTo>
                  <a:lnTo>
                    <a:pt x="113307" y="156115"/>
                  </a:lnTo>
                  <a:lnTo>
                    <a:pt x="114354" y="148930"/>
                  </a:lnTo>
                  <a:close/>
                  <a:moveTo>
                    <a:pt x="93549" y="148631"/>
                  </a:moveTo>
                  <a:lnTo>
                    <a:pt x="95345" y="149080"/>
                  </a:lnTo>
                  <a:lnTo>
                    <a:pt x="96393" y="156264"/>
                  </a:lnTo>
                  <a:lnTo>
                    <a:pt x="92352" y="155366"/>
                  </a:lnTo>
                  <a:lnTo>
                    <a:pt x="93549" y="148631"/>
                  </a:lnTo>
                  <a:close/>
                  <a:moveTo>
                    <a:pt x="127676" y="117348"/>
                  </a:moveTo>
                  <a:lnTo>
                    <a:pt x="138902" y="132017"/>
                  </a:lnTo>
                  <a:lnTo>
                    <a:pt x="139800" y="133364"/>
                  </a:lnTo>
                  <a:lnTo>
                    <a:pt x="143991" y="138902"/>
                  </a:lnTo>
                  <a:lnTo>
                    <a:pt x="145188" y="140399"/>
                  </a:lnTo>
                  <a:lnTo>
                    <a:pt x="154917" y="153271"/>
                  </a:lnTo>
                  <a:lnTo>
                    <a:pt x="155516" y="154019"/>
                  </a:lnTo>
                  <a:lnTo>
                    <a:pt x="158659" y="158210"/>
                  </a:lnTo>
                  <a:lnTo>
                    <a:pt x="154468" y="155067"/>
                  </a:lnTo>
                  <a:lnTo>
                    <a:pt x="153720" y="154468"/>
                  </a:lnTo>
                  <a:lnTo>
                    <a:pt x="140698" y="144889"/>
                  </a:lnTo>
                  <a:lnTo>
                    <a:pt x="139201" y="143841"/>
                  </a:lnTo>
                  <a:lnTo>
                    <a:pt x="133513" y="139650"/>
                  </a:lnTo>
                  <a:lnTo>
                    <a:pt x="132316" y="138752"/>
                  </a:lnTo>
                  <a:lnTo>
                    <a:pt x="117348" y="127676"/>
                  </a:lnTo>
                  <a:lnTo>
                    <a:pt x="118545" y="118845"/>
                  </a:lnTo>
                  <a:lnTo>
                    <a:pt x="121090" y="118396"/>
                  </a:lnTo>
                  <a:lnTo>
                    <a:pt x="120341" y="118994"/>
                  </a:lnTo>
                  <a:lnTo>
                    <a:pt x="119892" y="119743"/>
                  </a:lnTo>
                  <a:lnTo>
                    <a:pt x="119892" y="119893"/>
                  </a:lnTo>
                  <a:lnTo>
                    <a:pt x="120940" y="119144"/>
                  </a:lnTo>
                  <a:lnTo>
                    <a:pt x="121688" y="118246"/>
                  </a:lnTo>
                  <a:lnTo>
                    <a:pt x="125281" y="117797"/>
                  </a:lnTo>
                  <a:lnTo>
                    <a:pt x="123784" y="119144"/>
                  </a:lnTo>
                  <a:lnTo>
                    <a:pt x="122587" y="120342"/>
                  </a:lnTo>
                  <a:lnTo>
                    <a:pt x="121988" y="121090"/>
                  </a:lnTo>
                  <a:lnTo>
                    <a:pt x="121389" y="121689"/>
                  </a:lnTo>
                  <a:lnTo>
                    <a:pt x="121389" y="121838"/>
                  </a:lnTo>
                  <a:lnTo>
                    <a:pt x="121539" y="121838"/>
                  </a:lnTo>
                  <a:lnTo>
                    <a:pt x="122138" y="121240"/>
                  </a:lnTo>
                  <a:lnTo>
                    <a:pt x="122736" y="120641"/>
                  </a:lnTo>
                  <a:lnTo>
                    <a:pt x="123934" y="119444"/>
                  </a:lnTo>
                  <a:lnTo>
                    <a:pt x="125730" y="117647"/>
                  </a:lnTo>
                  <a:lnTo>
                    <a:pt x="127676" y="117348"/>
                  </a:lnTo>
                  <a:close/>
                  <a:moveTo>
                    <a:pt x="82323" y="117348"/>
                  </a:moveTo>
                  <a:lnTo>
                    <a:pt x="90705" y="118545"/>
                  </a:lnTo>
                  <a:lnTo>
                    <a:pt x="91154" y="121389"/>
                  </a:lnTo>
                  <a:lnTo>
                    <a:pt x="90555" y="120940"/>
                  </a:lnTo>
                  <a:lnTo>
                    <a:pt x="89957" y="120491"/>
                  </a:lnTo>
                  <a:lnTo>
                    <a:pt x="89807" y="120491"/>
                  </a:lnTo>
                  <a:lnTo>
                    <a:pt x="90406" y="121389"/>
                  </a:lnTo>
                  <a:lnTo>
                    <a:pt x="91154" y="122138"/>
                  </a:lnTo>
                  <a:lnTo>
                    <a:pt x="91753" y="125580"/>
                  </a:lnTo>
                  <a:lnTo>
                    <a:pt x="90555" y="124383"/>
                  </a:lnTo>
                  <a:lnTo>
                    <a:pt x="89358" y="123185"/>
                  </a:lnTo>
                  <a:lnTo>
                    <a:pt x="88610" y="122587"/>
                  </a:lnTo>
                  <a:lnTo>
                    <a:pt x="88011" y="121988"/>
                  </a:lnTo>
                  <a:lnTo>
                    <a:pt x="87861" y="121988"/>
                  </a:lnTo>
                  <a:lnTo>
                    <a:pt x="87861" y="122138"/>
                  </a:lnTo>
                  <a:lnTo>
                    <a:pt x="88460" y="122736"/>
                  </a:lnTo>
                  <a:lnTo>
                    <a:pt x="89059" y="123335"/>
                  </a:lnTo>
                  <a:lnTo>
                    <a:pt x="90256" y="124533"/>
                  </a:lnTo>
                  <a:lnTo>
                    <a:pt x="91753" y="126179"/>
                  </a:lnTo>
                  <a:lnTo>
                    <a:pt x="92202" y="128424"/>
                  </a:lnTo>
                  <a:lnTo>
                    <a:pt x="77833" y="139351"/>
                  </a:lnTo>
                  <a:lnTo>
                    <a:pt x="76635" y="140249"/>
                  </a:lnTo>
                  <a:lnTo>
                    <a:pt x="70948" y="144440"/>
                  </a:lnTo>
                  <a:lnTo>
                    <a:pt x="69600" y="145637"/>
                  </a:lnTo>
                  <a:lnTo>
                    <a:pt x="56578" y="155366"/>
                  </a:lnTo>
                  <a:lnTo>
                    <a:pt x="55830" y="155965"/>
                  </a:lnTo>
                  <a:lnTo>
                    <a:pt x="51489" y="159258"/>
                  </a:lnTo>
                  <a:lnTo>
                    <a:pt x="54782" y="154917"/>
                  </a:lnTo>
                  <a:lnTo>
                    <a:pt x="55381" y="154169"/>
                  </a:lnTo>
                  <a:lnTo>
                    <a:pt x="64960" y="141147"/>
                  </a:lnTo>
                  <a:lnTo>
                    <a:pt x="66008" y="139650"/>
                  </a:lnTo>
                  <a:lnTo>
                    <a:pt x="70199" y="133962"/>
                  </a:lnTo>
                  <a:lnTo>
                    <a:pt x="71097" y="132765"/>
                  </a:lnTo>
                  <a:lnTo>
                    <a:pt x="82323" y="117348"/>
                  </a:lnTo>
                  <a:close/>
                  <a:moveTo>
                    <a:pt x="68852" y="162701"/>
                  </a:moveTo>
                  <a:lnTo>
                    <a:pt x="68702" y="163748"/>
                  </a:lnTo>
                  <a:lnTo>
                    <a:pt x="68104" y="163449"/>
                  </a:lnTo>
                  <a:lnTo>
                    <a:pt x="68852" y="162701"/>
                  </a:lnTo>
                  <a:close/>
                  <a:moveTo>
                    <a:pt x="140548" y="162701"/>
                  </a:moveTo>
                  <a:lnTo>
                    <a:pt x="141296" y="163449"/>
                  </a:lnTo>
                  <a:lnTo>
                    <a:pt x="140847" y="163748"/>
                  </a:lnTo>
                  <a:lnTo>
                    <a:pt x="140548" y="162701"/>
                  </a:lnTo>
                  <a:close/>
                  <a:moveTo>
                    <a:pt x="46251" y="144739"/>
                  </a:moveTo>
                  <a:lnTo>
                    <a:pt x="48047" y="147134"/>
                  </a:lnTo>
                  <a:lnTo>
                    <a:pt x="49843" y="149529"/>
                  </a:lnTo>
                  <a:lnTo>
                    <a:pt x="51789" y="151774"/>
                  </a:lnTo>
                  <a:lnTo>
                    <a:pt x="53884" y="154019"/>
                  </a:lnTo>
                  <a:lnTo>
                    <a:pt x="48047" y="161952"/>
                  </a:lnTo>
                  <a:lnTo>
                    <a:pt x="48945" y="162850"/>
                  </a:lnTo>
                  <a:lnTo>
                    <a:pt x="56728" y="156863"/>
                  </a:lnTo>
                  <a:lnTo>
                    <a:pt x="58973" y="158809"/>
                  </a:lnTo>
                  <a:lnTo>
                    <a:pt x="61218" y="160605"/>
                  </a:lnTo>
                  <a:lnTo>
                    <a:pt x="63613" y="162401"/>
                  </a:lnTo>
                  <a:lnTo>
                    <a:pt x="66158" y="164048"/>
                  </a:lnTo>
                  <a:lnTo>
                    <a:pt x="58225" y="171831"/>
                  </a:lnTo>
                  <a:lnTo>
                    <a:pt x="55381" y="169885"/>
                  </a:lnTo>
                  <a:lnTo>
                    <a:pt x="52836" y="167790"/>
                  </a:lnTo>
                  <a:lnTo>
                    <a:pt x="50292" y="165545"/>
                  </a:lnTo>
                  <a:lnTo>
                    <a:pt x="47747" y="163299"/>
                  </a:lnTo>
                  <a:lnTo>
                    <a:pt x="45353" y="160904"/>
                  </a:lnTo>
                  <a:lnTo>
                    <a:pt x="43107" y="158360"/>
                  </a:lnTo>
                  <a:lnTo>
                    <a:pt x="41012" y="155815"/>
                  </a:lnTo>
                  <a:lnTo>
                    <a:pt x="38916" y="153121"/>
                  </a:lnTo>
                  <a:lnTo>
                    <a:pt x="46251" y="144739"/>
                  </a:lnTo>
                  <a:close/>
                  <a:moveTo>
                    <a:pt x="163149" y="144739"/>
                  </a:moveTo>
                  <a:lnTo>
                    <a:pt x="170484" y="153121"/>
                  </a:lnTo>
                  <a:lnTo>
                    <a:pt x="168388" y="155815"/>
                  </a:lnTo>
                  <a:lnTo>
                    <a:pt x="166293" y="158360"/>
                  </a:lnTo>
                  <a:lnTo>
                    <a:pt x="164047" y="160904"/>
                  </a:lnTo>
                  <a:lnTo>
                    <a:pt x="161653" y="163299"/>
                  </a:lnTo>
                  <a:lnTo>
                    <a:pt x="159108" y="165545"/>
                  </a:lnTo>
                  <a:lnTo>
                    <a:pt x="156564" y="167790"/>
                  </a:lnTo>
                  <a:lnTo>
                    <a:pt x="154019" y="169885"/>
                  </a:lnTo>
                  <a:lnTo>
                    <a:pt x="151175" y="171831"/>
                  </a:lnTo>
                  <a:lnTo>
                    <a:pt x="143242" y="164048"/>
                  </a:lnTo>
                  <a:lnTo>
                    <a:pt x="145936" y="162252"/>
                  </a:lnTo>
                  <a:lnTo>
                    <a:pt x="148631" y="160306"/>
                  </a:lnTo>
                  <a:lnTo>
                    <a:pt x="151175" y="158210"/>
                  </a:lnTo>
                  <a:lnTo>
                    <a:pt x="153570" y="155965"/>
                  </a:lnTo>
                  <a:lnTo>
                    <a:pt x="161353" y="161653"/>
                  </a:lnTo>
                  <a:lnTo>
                    <a:pt x="162251" y="160755"/>
                  </a:lnTo>
                  <a:lnTo>
                    <a:pt x="156414" y="153121"/>
                  </a:lnTo>
                  <a:lnTo>
                    <a:pt x="158210" y="151026"/>
                  </a:lnTo>
                  <a:lnTo>
                    <a:pt x="159856" y="149080"/>
                  </a:lnTo>
                  <a:lnTo>
                    <a:pt x="161653" y="146835"/>
                  </a:lnTo>
                  <a:lnTo>
                    <a:pt x="163149" y="144739"/>
                  </a:lnTo>
                  <a:close/>
                  <a:moveTo>
                    <a:pt x="89358" y="171083"/>
                  </a:moveTo>
                  <a:lnTo>
                    <a:pt x="89358" y="172130"/>
                  </a:lnTo>
                  <a:lnTo>
                    <a:pt x="88759" y="171981"/>
                  </a:lnTo>
                  <a:lnTo>
                    <a:pt x="89358" y="171083"/>
                  </a:lnTo>
                  <a:close/>
                  <a:moveTo>
                    <a:pt x="120192" y="171083"/>
                  </a:moveTo>
                  <a:lnTo>
                    <a:pt x="120641" y="171981"/>
                  </a:lnTo>
                  <a:lnTo>
                    <a:pt x="120042" y="172130"/>
                  </a:lnTo>
                  <a:lnTo>
                    <a:pt x="120192" y="171083"/>
                  </a:lnTo>
                  <a:close/>
                  <a:moveTo>
                    <a:pt x="70499" y="146386"/>
                  </a:moveTo>
                  <a:lnTo>
                    <a:pt x="72744" y="148182"/>
                  </a:lnTo>
                  <a:lnTo>
                    <a:pt x="75139" y="149828"/>
                  </a:lnTo>
                  <a:lnTo>
                    <a:pt x="73043" y="153421"/>
                  </a:lnTo>
                  <a:lnTo>
                    <a:pt x="72145" y="153271"/>
                  </a:lnTo>
                  <a:lnTo>
                    <a:pt x="71397" y="153570"/>
                  </a:lnTo>
                  <a:lnTo>
                    <a:pt x="70648" y="154019"/>
                  </a:lnTo>
                  <a:lnTo>
                    <a:pt x="70199" y="154768"/>
                  </a:lnTo>
                  <a:lnTo>
                    <a:pt x="70199" y="155217"/>
                  </a:lnTo>
                  <a:lnTo>
                    <a:pt x="70199" y="155666"/>
                  </a:lnTo>
                  <a:lnTo>
                    <a:pt x="70349" y="156414"/>
                  </a:lnTo>
                  <a:lnTo>
                    <a:pt x="70798" y="157163"/>
                  </a:lnTo>
                  <a:lnTo>
                    <a:pt x="71247" y="157312"/>
                  </a:lnTo>
                  <a:lnTo>
                    <a:pt x="71546" y="157612"/>
                  </a:lnTo>
                  <a:lnTo>
                    <a:pt x="72444" y="157612"/>
                  </a:lnTo>
                  <a:lnTo>
                    <a:pt x="73342" y="157462"/>
                  </a:lnTo>
                  <a:lnTo>
                    <a:pt x="73941" y="157013"/>
                  </a:lnTo>
                  <a:lnTo>
                    <a:pt x="74240" y="156564"/>
                  </a:lnTo>
                  <a:lnTo>
                    <a:pt x="74390" y="156264"/>
                  </a:lnTo>
                  <a:lnTo>
                    <a:pt x="74540" y="155516"/>
                  </a:lnTo>
                  <a:lnTo>
                    <a:pt x="74390" y="154917"/>
                  </a:lnTo>
                  <a:lnTo>
                    <a:pt x="74240" y="154319"/>
                  </a:lnTo>
                  <a:lnTo>
                    <a:pt x="73791" y="153870"/>
                  </a:lnTo>
                  <a:lnTo>
                    <a:pt x="76037" y="150277"/>
                  </a:lnTo>
                  <a:lnTo>
                    <a:pt x="79629" y="152373"/>
                  </a:lnTo>
                  <a:lnTo>
                    <a:pt x="83221" y="154169"/>
                  </a:lnTo>
                  <a:lnTo>
                    <a:pt x="87113" y="155666"/>
                  </a:lnTo>
                  <a:lnTo>
                    <a:pt x="91004" y="156863"/>
                  </a:lnTo>
                  <a:lnTo>
                    <a:pt x="90256" y="161054"/>
                  </a:lnTo>
                  <a:lnTo>
                    <a:pt x="89508" y="161204"/>
                  </a:lnTo>
                  <a:lnTo>
                    <a:pt x="88909" y="161653"/>
                  </a:lnTo>
                  <a:lnTo>
                    <a:pt x="88460" y="162252"/>
                  </a:lnTo>
                  <a:lnTo>
                    <a:pt x="88161" y="163150"/>
                  </a:lnTo>
                  <a:lnTo>
                    <a:pt x="88310" y="163599"/>
                  </a:lnTo>
                  <a:lnTo>
                    <a:pt x="88310" y="164048"/>
                  </a:lnTo>
                  <a:lnTo>
                    <a:pt x="88909" y="164646"/>
                  </a:lnTo>
                  <a:lnTo>
                    <a:pt x="89508" y="165245"/>
                  </a:lnTo>
                  <a:lnTo>
                    <a:pt x="89957" y="165395"/>
                  </a:lnTo>
                  <a:lnTo>
                    <a:pt x="90855" y="165395"/>
                  </a:lnTo>
                  <a:lnTo>
                    <a:pt x="91304" y="165245"/>
                  </a:lnTo>
                  <a:lnTo>
                    <a:pt x="91903" y="164796"/>
                  </a:lnTo>
                  <a:lnTo>
                    <a:pt x="92501" y="164048"/>
                  </a:lnTo>
                  <a:lnTo>
                    <a:pt x="92651" y="163599"/>
                  </a:lnTo>
                  <a:lnTo>
                    <a:pt x="92651" y="163150"/>
                  </a:lnTo>
                  <a:lnTo>
                    <a:pt x="92501" y="162551"/>
                  </a:lnTo>
                  <a:lnTo>
                    <a:pt x="92202" y="161952"/>
                  </a:lnTo>
                  <a:lnTo>
                    <a:pt x="91903" y="161503"/>
                  </a:lnTo>
                  <a:lnTo>
                    <a:pt x="91304" y="161204"/>
                  </a:lnTo>
                  <a:lnTo>
                    <a:pt x="92052" y="157163"/>
                  </a:lnTo>
                  <a:lnTo>
                    <a:pt x="94297" y="157612"/>
                  </a:lnTo>
                  <a:lnTo>
                    <a:pt x="96692" y="158061"/>
                  </a:lnTo>
                  <a:lnTo>
                    <a:pt x="99087" y="174376"/>
                  </a:lnTo>
                  <a:lnTo>
                    <a:pt x="94746" y="173927"/>
                  </a:lnTo>
                  <a:lnTo>
                    <a:pt x="90406" y="173178"/>
                  </a:lnTo>
                  <a:lnTo>
                    <a:pt x="90106" y="167341"/>
                  </a:lnTo>
                  <a:lnTo>
                    <a:pt x="87562" y="172430"/>
                  </a:lnTo>
                  <a:lnTo>
                    <a:pt x="85167" y="171831"/>
                  </a:lnTo>
                  <a:lnTo>
                    <a:pt x="82772" y="171083"/>
                  </a:lnTo>
                  <a:lnTo>
                    <a:pt x="78132" y="169286"/>
                  </a:lnTo>
                  <a:lnTo>
                    <a:pt x="73642" y="167341"/>
                  </a:lnTo>
                  <a:lnTo>
                    <a:pt x="69301" y="164946"/>
                  </a:lnTo>
                  <a:lnTo>
                    <a:pt x="70798" y="159557"/>
                  </a:lnTo>
                  <a:lnTo>
                    <a:pt x="66906" y="163449"/>
                  </a:lnTo>
                  <a:lnTo>
                    <a:pt x="64362" y="161803"/>
                  </a:lnTo>
                  <a:lnTo>
                    <a:pt x="61967" y="160006"/>
                  </a:lnTo>
                  <a:lnTo>
                    <a:pt x="59722" y="158210"/>
                  </a:lnTo>
                  <a:lnTo>
                    <a:pt x="57476" y="156264"/>
                  </a:lnTo>
                  <a:lnTo>
                    <a:pt x="70499" y="146386"/>
                  </a:lnTo>
                  <a:close/>
                  <a:moveTo>
                    <a:pt x="139650" y="145637"/>
                  </a:moveTo>
                  <a:lnTo>
                    <a:pt x="152822" y="155366"/>
                  </a:lnTo>
                  <a:lnTo>
                    <a:pt x="150427" y="157462"/>
                  </a:lnTo>
                  <a:lnTo>
                    <a:pt x="147882" y="159557"/>
                  </a:lnTo>
                  <a:lnTo>
                    <a:pt x="145338" y="161503"/>
                  </a:lnTo>
                  <a:lnTo>
                    <a:pt x="142643" y="163449"/>
                  </a:lnTo>
                  <a:lnTo>
                    <a:pt x="138602" y="159557"/>
                  </a:lnTo>
                  <a:lnTo>
                    <a:pt x="140099" y="164946"/>
                  </a:lnTo>
                  <a:lnTo>
                    <a:pt x="135758" y="167191"/>
                  </a:lnTo>
                  <a:lnTo>
                    <a:pt x="131418" y="169286"/>
                  </a:lnTo>
                  <a:lnTo>
                    <a:pt x="126778" y="171083"/>
                  </a:lnTo>
                  <a:lnTo>
                    <a:pt x="124383" y="171831"/>
                  </a:lnTo>
                  <a:lnTo>
                    <a:pt x="121988" y="172430"/>
                  </a:lnTo>
                  <a:lnTo>
                    <a:pt x="119443" y="167341"/>
                  </a:lnTo>
                  <a:lnTo>
                    <a:pt x="118994" y="173178"/>
                  </a:lnTo>
                  <a:lnTo>
                    <a:pt x="114953" y="173777"/>
                  </a:lnTo>
                  <a:lnTo>
                    <a:pt x="110912" y="174376"/>
                  </a:lnTo>
                  <a:lnTo>
                    <a:pt x="113157" y="157911"/>
                  </a:lnTo>
                  <a:lnTo>
                    <a:pt x="116300" y="157312"/>
                  </a:lnTo>
                  <a:lnTo>
                    <a:pt x="117198" y="161354"/>
                  </a:lnTo>
                  <a:lnTo>
                    <a:pt x="116450" y="161952"/>
                  </a:lnTo>
                  <a:lnTo>
                    <a:pt x="116150" y="162701"/>
                  </a:lnTo>
                  <a:lnTo>
                    <a:pt x="116001" y="163449"/>
                  </a:lnTo>
                  <a:lnTo>
                    <a:pt x="116150" y="164347"/>
                  </a:lnTo>
                  <a:lnTo>
                    <a:pt x="116450" y="164646"/>
                  </a:lnTo>
                  <a:lnTo>
                    <a:pt x="116749" y="164946"/>
                  </a:lnTo>
                  <a:lnTo>
                    <a:pt x="117498" y="165395"/>
                  </a:lnTo>
                  <a:lnTo>
                    <a:pt x="118396" y="165545"/>
                  </a:lnTo>
                  <a:lnTo>
                    <a:pt x="118695" y="165395"/>
                  </a:lnTo>
                  <a:lnTo>
                    <a:pt x="119144" y="165245"/>
                  </a:lnTo>
                  <a:lnTo>
                    <a:pt x="119593" y="165095"/>
                  </a:lnTo>
                  <a:lnTo>
                    <a:pt x="119892" y="164796"/>
                  </a:lnTo>
                  <a:lnTo>
                    <a:pt x="120341" y="164048"/>
                  </a:lnTo>
                  <a:lnTo>
                    <a:pt x="120341" y="163150"/>
                  </a:lnTo>
                  <a:lnTo>
                    <a:pt x="120341" y="162850"/>
                  </a:lnTo>
                  <a:lnTo>
                    <a:pt x="120192" y="162401"/>
                  </a:lnTo>
                  <a:lnTo>
                    <a:pt x="119743" y="161803"/>
                  </a:lnTo>
                  <a:lnTo>
                    <a:pt x="119294" y="161354"/>
                  </a:lnTo>
                  <a:lnTo>
                    <a:pt x="118695" y="161204"/>
                  </a:lnTo>
                  <a:lnTo>
                    <a:pt x="118096" y="161054"/>
                  </a:lnTo>
                  <a:lnTo>
                    <a:pt x="117348" y="157163"/>
                  </a:lnTo>
                  <a:lnTo>
                    <a:pt x="121389" y="155965"/>
                  </a:lnTo>
                  <a:lnTo>
                    <a:pt x="125281" y="154618"/>
                  </a:lnTo>
                  <a:lnTo>
                    <a:pt x="129023" y="152822"/>
                  </a:lnTo>
                  <a:lnTo>
                    <a:pt x="132615" y="150876"/>
                  </a:lnTo>
                  <a:lnTo>
                    <a:pt x="134711" y="154319"/>
                  </a:lnTo>
                  <a:lnTo>
                    <a:pt x="134261" y="155067"/>
                  </a:lnTo>
                  <a:lnTo>
                    <a:pt x="134112" y="155815"/>
                  </a:lnTo>
                  <a:lnTo>
                    <a:pt x="134411" y="156713"/>
                  </a:lnTo>
                  <a:lnTo>
                    <a:pt x="134860" y="157312"/>
                  </a:lnTo>
                  <a:lnTo>
                    <a:pt x="135160" y="157612"/>
                  </a:lnTo>
                  <a:lnTo>
                    <a:pt x="135609" y="157911"/>
                  </a:lnTo>
                  <a:lnTo>
                    <a:pt x="136357" y="158061"/>
                  </a:lnTo>
                  <a:lnTo>
                    <a:pt x="137255" y="157911"/>
                  </a:lnTo>
                  <a:lnTo>
                    <a:pt x="137554" y="157612"/>
                  </a:lnTo>
                  <a:lnTo>
                    <a:pt x="138003" y="157312"/>
                  </a:lnTo>
                  <a:lnTo>
                    <a:pt x="138153" y="157013"/>
                  </a:lnTo>
                  <a:lnTo>
                    <a:pt x="138452" y="156564"/>
                  </a:lnTo>
                  <a:lnTo>
                    <a:pt x="138602" y="155815"/>
                  </a:lnTo>
                  <a:lnTo>
                    <a:pt x="138452" y="154917"/>
                  </a:lnTo>
                  <a:lnTo>
                    <a:pt x="138303" y="154618"/>
                  </a:lnTo>
                  <a:lnTo>
                    <a:pt x="138003" y="154319"/>
                  </a:lnTo>
                  <a:lnTo>
                    <a:pt x="137405" y="153870"/>
                  </a:lnTo>
                  <a:lnTo>
                    <a:pt x="136806" y="153570"/>
                  </a:lnTo>
                  <a:lnTo>
                    <a:pt x="136207" y="153570"/>
                  </a:lnTo>
                  <a:lnTo>
                    <a:pt x="135609" y="153720"/>
                  </a:lnTo>
                  <a:lnTo>
                    <a:pt x="133513" y="150277"/>
                  </a:lnTo>
                  <a:lnTo>
                    <a:pt x="136656" y="148182"/>
                  </a:lnTo>
                  <a:lnTo>
                    <a:pt x="139650" y="145637"/>
                  </a:lnTo>
                  <a:close/>
                  <a:moveTo>
                    <a:pt x="67954" y="163748"/>
                  </a:moveTo>
                  <a:lnTo>
                    <a:pt x="68553" y="163898"/>
                  </a:lnTo>
                  <a:lnTo>
                    <a:pt x="68403" y="164497"/>
                  </a:lnTo>
                  <a:lnTo>
                    <a:pt x="68104" y="165395"/>
                  </a:lnTo>
                  <a:lnTo>
                    <a:pt x="65110" y="176172"/>
                  </a:lnTo>
                  <a:lnTo>
                    <a:pt x="62117" y="174376"/>
                  </a:lnTo>
                  <a:lnTo>
                    <a:pt x="58973" y="172430"/>
                  </a:lnTo>
                  <a:lnTo>
                    <a:pt x="58973" y="172430"/>
                  </a:lnTo>
                  <a:lnTo>
                    <a:pt x="60320" y="173178"/>
                  </a:lnTo>
                  <a:lnTo>
                    <a:pt x="61218" y="173627"/>
                  </a:lnTo>
                  <a:lnTo>
                    <a:pt x="62117" y="173927"/>
                  </a:lnTo>
                  <a:lnTo>
                    <a:pt x="62117" y="173777"/>
                  </a:lnTo>
                  <a:lnTo>
                    <a:pt x="60320" y="172729"/>
                  </a:lnTo>
                  <a:lnTo>
                    <a:pt x="59273" y="172130"/>
                  </a:lnTo>
                  <a:lnTo>
                    <a:pt x="60021" y="171532"/>
                  </a:lnTo>
                  <a:lnTo>
                    <a:pt x="61218" y="172130"/>
                  </a:lnTo>
                  <a:lnTo>
                    <a:pt x="61967" y="172579"/>
                  </a:lnTo>
                  <a:lnTo>
                    <a:pt x="62865" y="173028"/>
                  </a:lnTo>
                  <a:lnTo>
                    <a:pt x="63015" y="172879"/>
                  </a:lnTo>
                  <a:lnTo>
                    <a:pt x="62117" y="172280"/>
                  </a:lnTo>
                  <a:lnTo>
                    <a:pt x="61368" y="171981"/>
                  </a:lnTo>
                  <a:lnTo>
                    <a:pt x="60171" y="171382"/>
                  </a:lnTo>
                  <a:lnTo>
                    <a:pt x="60769" y="170634"/>
                  </a:lnTo>
                  <a:lnTo>
                    <a:pt x="61967" y="171382"/>
                  </a:lnTo>
                  <a:lnTo>
                    <a:pt x="62715" y="171681"/>
                  </a:lnTo>
                  <a:lnTo>
                    <a:pt x="63314" y="171831"/>
                  </a:lnTo>
                  <a:lnTo>
                    <a:pt x="63464" y="171831"/>
                  </a:lnTo>
                  <a:lnTo>
                    <a:pt x="63314" y="171681"/>
                  </a:lnTo>
                  <a:lnTo>
                    <a:pt x="61817" y="170933"/>
                  </a:lnTo>
                  <a:lnTo>
                    <a:pt x="60919" y="170484"/>
                  </a:lnTo>
                  <a:lnTo>
                    <a:pt x="61817" y="169586"/>
                  </a:lnTo>
                  <a:lnTo>
                    <a:pt x="62865" y="170185"/>
                  </a:lnTo>
                  <a:lnTo>
                    <a:pt x="63613" y="170634"/>
                  </a:lnTo>
                  <a:lnTo>
                    <a:pt x="64362" y="170783"/>
                  </a:lnTo>
                  <a:lnTo>
                    <a:pt x="64511" y="170783"/>
                  </a:lnTo>
                  <a:lnTo>
                    <a:pt x="63763" y="170334"/>
                  </a:lnTo>
                  <a:lnTo>
                    <a:pt x="63015" y="169885"/>
                  </a:lnTo>
                  <a:lnTo>
                    <a:pt x="62117" y="169436"/>
                  </a:lnTo>
                  <a:lnTo>
                    <a:pt x="62715" y="168837"/>
                  </a:lnTo>
                  <a:lnTo>
                    <a:pt x="63464" y="169286"/>
                  </a:lnTo>
                  <a:lnTo>
                    <a:pt x="64212" y="169586"/>
                  </a:lnTo>
                  <a:lnTo>
                    <a:pt x="64960" y="169885"/>
                  </a:lnTo>
                  <a:lnTo>
                    <a:pt x="64960" y="169736"/>
                  </a:lnTo>
                  <a:lnTo>
                    <a:pt x="63314" y="168837"/>
                  </a:lnTo>
                  <a:lnTo>
                    <a:pt x="62865" y="168538"/>
                  </a:lnTo>
                  <a:lnTo>
                    <a:pt x="63464" y="168089"/>
                  </a:lnTo>
                  <a:lnTo>
                    <a:pt x="63913" y="168239"/>
                  </a:lnTo>
                  <a:lnTo>
                    <a:pt x="65409" y="168987"/>
                  </a:lnTo>
                  <a:lnTo>
                    <a:pt x="65559" y="168837"/>
                  </a:lnTo>
                  <a:lnTo>
                    <a:pt x="65409" y="168837"/>
                  </a:lnTo>
                  <a:lnTo>
                    <a:pt x="64212" y="168089"/>
                  </a:lnTo>
                  <a:lnTo>
                    <a:pt x="63613" y="167790"/>
                  </a:lnTo>
                  <a:lnTo>
                    <a:pt x="64362" y="167191"/>
                  </a:lnTo>
                  <a:lnTo>
                    <a:pt x="64811" y="167490"/>
                  </a:lnTo>
                  <a:lnTo>
                    <a:pt x="65858" y="168089"/>
                  </a:lnTo>
                  <a:lnTo>
                    <a:pt x="66008" y="167939"/>
                  </a:lnTo>
                  <a:lnTo>
                    <a:pt x="65260" y="167490"/>
                  </a:lnTo>
                  <a:lnTo>
                    <a:pt x="64511" y="167041"/>
                  </a:lnTo>
                  <a:lnTo>
                    <a:pt x="65110" y="166592"/>
                  </a:lnTo>
                  <a:lnTo>
                    <a:pt x="65260" y="166592"/>
                  </a:lnTo>
                  <a:lnTo>
                    <a:pt x="65858" y="166892"/>
                  </a:lnTo>
                  <a:lnTo>
                    <a:pt x="66457" y="167041"/>
                  </a:lnTo>
                  <a:lnTo>
                    <a:pt x="65409" y="166443"/>
                  </a:lnTo>
                  <a:lnTo>
                    <a:pt x="65260" y="166293"/>
                  </a:lnTo>
                  <a:lnTo>
                    <a:pt x="65709" y="165844"/>
                  </a:lnTo>
                  <a:lnTo>
                    <a:pt x="66906" y="166293"/>
                  </a:lnTo>
                  <a:lnTo>
                    <a:pt x="67056" y="166293"/>
                  </a:lnTo>
                  <a:lnTo>
                    <a:pt x="67056" y="166143"/>
                  </a:lnTo>
                  <a:lnTo>
                    <a:pt x="66008" y="165694"/>
                  </a:lnTo>
                  <a:lnTo>
                    <a:pt x="66457" y="165095"/>
                  </a:lnTo>
                  <a:lnTo>
                    <a:pt x="66607" y="165245"/>
                  </a:lnTo>
                  <a:lnTo>
                    <a:pt x="67056" y="165395"/>
                  </a:lnTo>
                  <a:lnTo>
                    <a:pt x="67655" y="165545"/>
                  </a:lnTo>
                  <a:lnTo>
                    <a:pt x="67655" y="165395"/>
                  </a:lnTo>
                  <a:lnTo>
                    <a:pt x="66906" y="164946"/>
                  </a:lnTo>
                  <a:lnTo>
                    <a:pt x="66607" y="164946"/>
                  </a:lnTo>
                  <a:lnTo>
                    <a:pt x="66906" y="164646"/>
                  </a:lnTo>
                  <a:lnTo>
                    <a:pt x="67206" y="164497"/>
                  </a:lnTo>
                  <a:lnTo>
                    <a:pt x="67954" y="164646"/>
                  </a:lnTo>
                  <a:lnTo>
                    <a:pt x="67954" y="164497"/>
                  </a:lnTo>
                  <a:lnTo>
                    <a:pt x="67355" y="164197"/>
                  </a:lnTo>
                  <a:lnTo>
                    <a:pt x="67655" y="163898"/>
                  </a:lnTo>
                  <a:lnTo>
                    <a:pt x="67954" y="163748"/>
                  </a:lnTo>
                  <a:close/>
                  <a:moveTo>
                    <a:pt x="141446" y="163748"/>
                  </a:moveTo>
                  <a:lnTo>
                    <a:pt x="141745" y="163898"/>
                  </a:lnTo>
                  <a:lnTo>
                    <a:pt x="142045" y="164197"/>
                  </a:lnTo>
                  <a:lnTo>
                    <a:pt x="141446" y="164497"/>
                  </a:lnTo>
                  <a:lnTo>
                    <a:pt x="141446" y="164646"/>
                  </a:lnTo>
                  <a:lnTo>
                    <a:pt x="142194" y="164497"/>
                  </a:lnTo>
                  <a:lnTo>
                    <a:pt x="142494" y="164646"/>
                  </a:lnTo>
                  <a:lnTo>
                    <a:pt x="142793" y="164946"/>
                  </a:lnTo>
                  <a:lnTo>
                    <a:pt x="142643" y="164946"/>
                  </a:lnTo>
                  <a:lnTo>
                    <a:pt x="141745" y="165395"/>
                  </a:lnTo>
                  <a:lnTo>
                    <a:pt x="141895" y="165545"/>
                  </a:lnTo>
                  <a:lnTo>
                    <a:pt x="142344" y="165395"/>
                  </a:lnTo>
                  <a:lnTo>
                    <a:pt x="142793" y="165245"/>
                  </a:lnTo>
                  <a:lnTo>
                    <a:pt x="142943" y="165095"/>
                  </a:lnTo>
                  <a:lnTo>
                    <a:pt x="143542" y="165694"/>
                  </a:lnTo>
                  <a:lnTo>
                    <a:pt x="142344" y="166143"/>
                  </a:lnTo>
                  <a:lnTo>
                    <a:pt x="142344" y="166293"/>
                  </a:lnTo>
                  <a:lnTo>
                    <a:pt x="142494" y="166293"/>
                  </a:lnTo>
                  <a:lnTo>
                    <a:pt x="143691" y="165844"/>
                  </a:lnTo>
                  <a:lnTo>
                    <a:pt x="144140" y="166293"/>
                  </a:lnTo>
                  <a:lnTo>
                    <a:pt x="143991" y="166443"/>
                  </a:lnTo>
                  <a:lnTo>
                    <a:pt x="142943" y="167041"/>
                  </a:lnTo>
                  <a:lnTo>
                    <a:pt x="143093" y="167041"/>
                  </a:lnTo>
                  <a:lnTo>
                    <a:pt x="143542" y="166892"/>
                  </a:lnTo>
                  <a:lnTo>
                    <a:pt x="144140" y="166592"/>
                  </a:lnTo>
                  <a:lnTo>
                    <a:pt x="144440" y="166592"/>
                  </a:lnTo>
                  <a:lnTo>
                    <a:pt x="145038" y="167041"/>
                  </a:lnTo>
                  <a:lnTo>
                    <a:pt x="144140" y="167490"/>
                  </a:lnTo>
                  <a:lnTo>
                    <a:pt x="143542" y="167939"/>
                  </a:lnTo>
                  <a:lnTo>
                    <a:pt x="143542" y="168089"/>
                  </a:lnTo>
                  <a:lnTo>
                    <a:pt x="144589" y="167490"/>
                  </a:lnTo>
                  <a:lnTo>
                    <a:pt x="145188" y="167191"/>
                  </a:lnTo>
                  <a:lnTo>
                    <a:pt x="145787" y="167790"/>
                  </a:lnTo>
                  <a:lnTo>
                    <a:pt x="145338" y="168089"/>
                  </a:lnTo>
                  <a:lnTo>
                    <a:pt x="143991" y="168837"/>
                  </a:lnTo>
                  <a:lnTo>
                    <a:pt x="143991" y="168987"/>
                  </a:lnTo>
                  <a:lnTo>
                    <a:pt x="145487" y="168239"/>
                  </a:lnTo>
                  <a:lnTo>
                    <a:pt x="145936" y="168089"/>
                  </a:lnTo>
                  <a:lnTo>
                    <a:pt x="146535" y="168538"/>
                  </a:lnTo>
                  <a:lnTo>
                    <a:pt x="146236" y="168837"/>
                  </a:lnTo>
                  <a:lnTo>
                    <a:pt x="144440" y="169736"/>
                  </a:lnTo>
                  <a:lnTo>
                    <a:pt x="144440" y="169885"/>
                  </a:lnTo>
                  <a:lnTo>
                    <a:pt x="145188" y="169586"/>
                  </a:lnTo>
                  <a:lnTo>
                    <a:pt x="145936" y="169286"/>
                  </a:lnTo>
                  <a:lnTo>
                    <a:pt x="146685" y="168837"/>
                  </a:lnTo>
                  <a:lnTo>
                    <a:pt x="147433" y="169436"/>
                  </a:lnTo>
                  <a:lnTo>
                    <a:pt x="146535" y="169885"/>
                  </a:lnTo>
                  <a:lnTo>
                    <a:pt x="145787" y="170334"/>
                  </a:lnTo>
                  <a:lnTo>
                    <a:pt x="145038" y="170783"/>
                  </a:lnTo>
                  <a:lnTo>
                    <a:pt x="145787" y="170634"/>
                  </a:lnTo>
                  <a:lnTo>
                    <a:pt x="146685" y="170185"/>
                  </a:lnTo>
                  <a:lnTo>
                    <a:pt x="147583" y="169586"/>
                  </a:lnTo>
                  <a:lnTo>
                    <a:pt x="148481" y="170484"/>
                  </a:lnTo>
                  <a:lnTo>
                    <a:pt x="147583" y="170933"/>
                  </a:lnTo>
                  <a:lnTo>
                    <a:pt x="146086" y="171681"/>
                  </a:lnTo>
                  <a:lnTo>
                    <a:pt x="146086" y="171831"/>
                  </a:lnTo>
                  <a:lnTo>
                    <a:pt x="146834" y="171681"/>
                  </a:lnTo>
                  <a:lnTo>
                    <a:pt x="147433" y="171382"/>
                  </a:lnTo>
                  <a:lnTo>
                    <a:pt x="148631" y="170634"/>
                  </a:lnTo>
                  <a:lnTo>
                    <a:pt x="149379" y="171382"/>
                  </a:lnTo>
                  <a:lnTo>
                    <a:pt x="148032" y="171981"/>
                  </a:lnTo>
                  <a:lnTo>
                    <a:pt x="147283" y="172280"/>
                  </a:lnTo>
                  <a:lnTo>
                    <a:pt x="146535" y="172879"/>
                  </a:lnTo>
                  <a:lnTo>
                    <a:pt x="146535" y="173028"/>
                  </a:lnTo>
                  <a:lnTo>
                    <a:pt x="147433" y="172579"/>
                  </a:lnTo>
                  <a:lnTo>
                    <a:pt x="148182" y="172130"/>
                  </a:lnTo>
                  <a:lnTo>
                    <a:pt x="149529" y="171532"/>
                  </a:lnTo>
                  <a:lnTo>
                    <a:pt x="150127" y="172130"/>
                  </a:lnTo>
                  <a:lnTo>
                    <a:pt x="149080" y="172729"/>
                  </a:lnTo>
                  <a:lnTo>
                    <a:pt x="147283" y="173777"/>
                  </a:lnTo>
                  <a:lnTo>
                    <a:pt x="147283" y="173927"/>
                  </a:lnTo>
                  <a:lnTo>
                    <a:pt x="147433" y="173927"/>
                  </a:lnTo>
                  <a:lnTo>
                    <a:pt x="148331" y="173627"/>
                  </a:lnTo>
                  <a:lnTo>
                    <a:pt x="149080" y="173178"/>
                  </a:lnTo>
                  <a:lnTo>
                    <a:pt x="150277" y="172430"/>
                  </a:lnTo>
                  <a:lnTo>
                    <a:pt x="147283" y="174376"/>
                  </a:lnTo>
                  <a:lnTo>
                    <a:pt x="144290" y="176172"/>
                  </a:lnTo>
                  <a:lnTo>
                    <a:pt x="141296" y="165395"/>
                  </a:lnTo>
                  <a:lnTo>
                    <a:pt x="140997" y="164347"/>
                  </a:lnTo>
                  <a:lnTo>
                    <a:pt x="140847" y="163898"/>
                  </a:lnTo>
                  <a:lnTo>
                    <a:pt x="141446" y="163748"/>
                  </a:lnTo>
                  <a:close/>
                  <a:moveTo>
                    <a:pt x="69002" y="165844"/>
                  </a:moveTo>
                  <a:lnTo>
                    <a:pt x="73342" y="168239"/>
                  </a:lnTo>
                  <a:lnTo>
                    <a:pt x="77683" y="170185"/>
                  </a:lnTo>
                  <a:lnTo>
                    <a:pt x="82323" y="171981"/>
                  </a:lnTo>
                  <a:lnTo>
                    <a:pt x="87113" y="173328"/>
                  </a:lnTo>
                  <a:lnTo>
                    <a:pt x="82024" y="183207"/>
                  </a:lnTo>
                  <a:lnTo>
                    <a:pt x="77982" y="181859"/>
                  </a:lnTo>
                  <a:lnTo>
                    <a:pt x="73791" y="180363"/>
                  </a:lnTo>
                  <a:lnTo>
                    <a:pt x="69900" y="178716"/>
                  </a:lnTo>
                  <a:lnTo>
                    <a:pt x="66008" y="176770"/>
                  </a:lnTo>
                  <a:lnTo>
                    <a:pt x="69002" y="165844"/>
                  </a:lnTo>
                  <a:close/>
                  <a:moveTo>
                    <a:pt x="140398" y="165844"/>
                  </a:moveTo>
                  <a:lnTo>
                    <a:pt x="143392" y="176621"/>
                  </a:lnTo>
                  <a:lnTo>
                    <a:pt x="139500" y="178567"/>
                  </a:lnTo>
                  <a:lnTo>
                    <a:pt x="135609" y="180363"/>
                  </a:lnTo>
                  <a:lnTo>
                    <a:pt x="131567" y="181859"/>
                  </a:lnTo>
                  <a:lnTo>
                    <a:pt x="127376" y="183207"/>
                  </a:lnTo>
                  <a:lnTo>
                    <a:pt x="122437" y="173328"/>
                  </a:lnTo>
                  <a:lnTo>
                    <a:pt x="127077" y="171981"/>
                  </a:lnTo>
                  <a:lnTo>
                    <a:pt x="131717" y="170185"/>
                  </a:lnTo>
                  <a:lnTo>
                    <a:pt x="136058" y="168239"/>
                  </a:lnTo>
                  <a:lnTo>
                    <a:pt x="140398" y="165844"/>
                  </a:lnTo>
                  <a:close/>
                  <a:moveTo>
                    <a:pt x="89358" y="172280"/>
                  </a:moveTo>
                  <a:lnTo>
                    <a:pt x="89358" y="172879"/>
                  </a:lnTo>
                  <a:lnTo>
                    <a:pt x="89508" y="173927"/>
                  </a:lnTo>
                  <a:lnTo>
                    <a:pt x="90106" y="185152"/>
                  </a:lnTo>
                  <a:lnTo>
                    <a:pt x="86514" y="184404"/>
                  </a:lnTo>
                  <a:lnTo>
                    <a:pt x="83071" y="183506"/>
                  </a:lnTo>
                  <a:lnTo>
                    <a:pt x="84568" y="183656"/>
                  </a:lnTo>
                  <a:lnTo>
                    <a:pt x="85466" y="183805"/>
                  </a:lnTo>
                  <a:lnTo>
                    <a:pt x="86364" y="183955"/>
                  </a:lnTo>
                  <a:lnTo>
                    <a:pt x="86514" y="183805"/>
                  </a:lnTo>
                  <a:lnTo>
                    <a:pt x="84419" y="183356"/>
                  </a:lnTo>
                  <a:lnTo>
                    <a:pt x="83221" y="183207"/>
                  </a:lnTo>
                  <a:lnTo>
                    <a:pt x="83670" y="182309"/>
                  </a:lnTo>
                  <a:lnTo>
                    <a:pt x="85017" y="182458"/>
                  </a:lnTo>
                  <a:lnTo>
                    <a:pt x="85915" y="182608"/>
                  </a:lnTo>
                  <a:lnTo>
                    <a:pt x="86963" y="182758"/>
                  </a:lnTo>
                  <a:lnTo>
                    <a:pt x="86963" y="182608"/>
                  </a:lnTo>
                  <a:lnTo>
                    <a:pt x="85915" y="182309"/>
                  </a:lnTo>
                  <a:lnTo>
                    <a:pt x="85017" y="182159"/>
                  </a:lnTo>
                  <a:lnTo>
                    <a:pt x="83820" y="182009"/>
                  </a:lnTo>
                  <a:lnTo>
                    <a:pt x="84119" y="181261"/>
                  </a:lnTo>
                  <a:lnTo>
                    <a:pt x="85616" y="181560"/>
                  </a:lnTo>
                  <a:lnTo>
                    <a:pt x="86963" y="181560"/>
                  </a:lnTo>
                  <a:lnTo>
                    <a:pt x="86963" y="181410"/>
                  </a:lnTo>
                  <a:lnTo>
                    <a:pt x="85317" y="181111"/>
                  </a:lnTo>
                  <a:lnTo>
                    <a:pt x="84269" y="180961"/>
                  </a:lnTo>
                  <a:lnTo>
                    <a:pt x="84868" y="179914"/>
                  </a:lnTo>
                  <a:lnTo>
                    <a:pt x="86215" y="180213"/>
                  </a:lnTo>
                  <a:lnTo>
                    <a:pt x="87712" y="180213"/>
                  </a:lnTo>
                  <a:lnTo>
                    <a:pt x="87712" y="180063"/>
                  </a:lnTo>
                  <a:lnTo>
                    <a:pt x="86813" y="179914"/>
                  </a:lnTo>
                  <a:lnTo>
                    <a:pt x="85915" y="179764"/>
                  </a:lnTo>
                  <a:lnTo>
                    <a:pt x="85017" y="179614"/>
                  </a:lnTo>
                  <a:lnTo>
                    <a:pt x="85466" y="178716"/>
                  </a:lnTo>
                  <a:lnTo>
                    <a:pt x="86364" y="179016"/>
                  </a:lnTo>
                  <a:lnTo>
                    <a:pt x="87113" y="179165"/>
                  </a:lnTo>
                  <a:lnTo>
                    <a:pt x="87861" y="179165"/>
                  </a:lnTo>
                  <a:lnTo>
                    <a:pt x="87861" y="179016"/>
                  </a:lnTo>
                  <a:lnTo>
                    <a:pt x="85915" y="178716"/>
                  </a:lnTo>
                  <a:lnTo>
                    <a:pt x="85466" y="178567"/>
                  </a:lnTo>
                  <a:lnTo>
                    <a:pt x="85915" y="177818"/>
                  </a:lnTo>
                  <a:lnTo>
                    <a:pt x="86364" y="177968"/>
                  </a:lnTo>
                  <a:lnTo>
                    <a:pt x="87113" y="177968"/>
                  </a:lnTo>
                  <a:lnTo>
                    <a:pt x="88011" y="178118"/>
                  </a:lnTo>
                  <a:lnTo>
                    <a:pt x="88011" y="177968"/>
                  </a:lnTo>
                  <a:lnTo>
                    <a:pt x="86813" y="177668"/>
                  </a:lnTo>
                  <a:lnTo>
                    <a:pt x="86065" y="177668"/>
                  </a:lnTo>
                  <a:lnTo>
                    <a:pt x="86364" y="176920"/>
                  </a:lnTo>
                  <a:lnTo>
                    <a:pt x="87262" y="177070"/>
                  </a:lnTo>
                  <a:lnTo>
                    <a:pt x="88161" y="177070"/>
                  </a:lnTo>
                  <a:lnTo>
                    <a:pt x="88161" y="176920"/>
                  </a:lnTo>
                  <a:lnTo>
                    <a:pt x="87412" y="176770"/>
                  </a:lnTo>
                  <a:lnTo>
                    <a:pt x="86514" y="176621"/>
                  </a:lnTo>
                  <a:lnTo>
                    <a:pt x="86813" y="175872"/>
                  </a:lnTo>
                  <a:lnTo>
                    <a:pt x="87562" y="176022"/>
                  </a:lnTo>
                  <a:lnTo>
                    <a:pt x="88310" y="176022"/>
                  </a:lnTo>
                  <a:lnTo>
                    <a:pt x="88310" y="175872"/>
                  </a:lnTo>
                  <a:lnTo>
                    <a:pt x="87113" y="175723"/>
                  </a:lnTo>
                  <a:lnTo>
                    <a:pt x="86963" y="175723"/>
                  </a:lnTo>
                  <a:lnTo>
                    <a:pt x="87262" y="174974"/>
                  </a:lnTo>
                  <a:lnTo>
                    <a:pt x="88610" y="175124"/>
                  </a:lnTo>
                  <a:lnTo>
                    <a:pt x="88610" y="174974"/>
                  </a:lnTo>
                  <a:lnTo>
                    <a:pt x="87412" y="174825"/>
                  </a:lnTo>
                  <a:lnTo>
                    <a:pt x="87712" y="174226"/>
                  </a:lnTo>
                  <a:lnTo>
                    <a:pt x="88011" y="174226"/>
                  </a:lnTo>
                  <a:lnTo>
                    <a:pt x="88909" y="174076"/>
                  </a:lnTo>
                  <a:lnTo>
                    <a:pt x="89059" y="174076"/>
                  </a:lnTo>
                  <a:lnTo>
                    <a:pt x="88909" y="173927"/>
                  </a:lnTo>
                  <a:lnTo>
                    <a:pt x="87861" y="173927"/>
                  </a:lnTo>
                  <a:lnTo>
                    <a:pt x="88011" y="173627"/>
                  </a:lnTo>
                  <a:lnTo>
                    <a:pt x="88161" y="173178"/>
                  </a:lnTo>
                  <a:lnTo>
                    <a:pt x="88909" y="173178"/>
                  </a:lnTo>
                  <a:lnTo>
                    <a:pt x="88909" y="173028"/>
                  </a:lnTo>
                  <a:lnTo>
                    <a:pt x="88310" y="173028"/>
                  </a:lnTo>
                  <a:lnTo>
                    <a:pt x="88460" y="172729"/>
                  </a:lnTo>
                  <a:lnTo>
                    <a:pt x="88610" y="172280"/>
                  </a:lnTo>
                  <a:close/>
                  <a:moveTo>
                    <a:pt x="120790" y="172280"/>
                  </a:moveTo>
                  <a:lnTo>
                    <a:pt x="120940" y="172729"/>
                  </a:lnTo>
                  <a:lnTo>
                    <a:pt x="121090" y="173028"/>
                  </a:lnTo>
                  <a:lnTo>
                    <a:pt x="120491" y="173028"/>
                  </a:lnTo>
                  <a:lnTo>
                    <a:pt x="120491" y="173178"/>
                  </a:lnTo>
                  <a:lnTo>
                    <a:pt x="121239" y="173178"/>
                  </a:lnTo>
                  <a:lnTo>
                    <a:pt x="121389" y="173627"/>
                  </a:lnTo>
                  <a:lnTo>
                    <a:pt x="121539" y="173927"/>
                  </a:lnTo>
                  <a:lnTo>
                    <a:pt x="120491" y="173927"/>
                  </a:lnTo>
                  <a:lnTo>
                    <a:pt x="120491" y="174076"/>
                  </a:lnTo>
                  <a:lnTo>
                    <a:pt x="121389" y="174226"/>
                  </a:lnTo>
                  <a:lnTo>
                    <a:pt x="121688" y="174226"/>
                  </a:lnTo>
                  <a:lnTo>
                    <a:pt x="121988" y="174825"/>
                  </a:lnTo>
                  <a:lnTo>
                    <a:pt x="120790" y="174974"/>
                  </a:lnTo>
                  <a:lnTo>
                    <a:pt x="120790" y="175124"/>
                  </a:lnTo>
                  <a:lnTo>
                    <a:pt x="122138" y="174974"/>
                  </a:lnTo>
                  <a:lnTo>
                    <a:pt x="122437" y="175723"/>
                  </a:lnTo>
                  <a:lnTo>
                    <a:pt x="122287" y="175723"/>
                  </a:lnTo>
                  <a:lnTo>
                    <a:pt x="121090" y="175872"/>
                  </a:lnTo>
                  <a:lnTo>
                    <a:pt x="121090" y="176022"/>
                  </a:lnTo>
                  <a:lnTo>
                    <a:pt x="121838" y="176022"/>
                  </a:lnTo>
                  <a:lnTo>
                    <a:pt x="122587" y="175872"/>
                  </a:lnTo>
                  <a:lnTo>
                    <a:pt x="122886" y="176621"/>
                  </a:lnTo>
                  <a:lnTo>
                    <a:pt x="122138" y="176770"/>
                  </a:lnTo>
                  <a:lnTo>
                    <a:pt x="121239" y="176920"/>
                  </a:lnTo>
                  <a:lnTo>
                    <a:pt x="121239" y="177070"/>
                  </a:lnTo>
                  <a:lnTo>
                    <a:pt x="122138" y="177070"/>
                  </a:lnTo>
                  <a:lnTo>
                    <a:pt x="123036" y="176920"/>
                  </a:lnTo>
                  <a:lnTo>
                    <a:pt x="123485" y="177668"/>
                  </a:lnTo>
                  <a:lnTo>
                    <a:pt x="122736" y="177668"/>
                  </a:lnTo>
                  <a:lnTo>
                    <a:pt x="121389" y="177968"/>
                  </a:lnTo>
                  <a:lnTo>
                    <a:pt x="121389" y="178118"/>
                  </a:lnTo>
                  <a:lnTo>
                    <a:pt x="122287" y="177968"/>
                  </a:lnTo>
                  <a:lnTo>
                    <a:pt x="123185" y="177968"/>
                  </a:lnTo>
                  <a:lnTo>
                    <a:pt x="123634" y="177818"/>
                  </a:lnTo>
                  <a:lnTo>
                    <a:pt x="123934" y="178567"/>
                  </a:lnTo>
                  <a:lnTo>
                    <a:pt x="123485" y="178716"/>
                  </a:lnTo>
                  <a:lnTo>
                    <a:pt x="121539" y="179016"/>
                  </a:lnTo>
                  <a:lnTo>
                    <a:pt x="121539" y="179165"/>
                  </a:lnTo>
                  <a:lnTo>
                    <a:pt x="122287" y="179165"/>
                  </a:lnTo>
                  <a:lnTo>
                    <a:pt x="123036" y="179016"/>
                  </a:lnTo>
                  <a:lnTo>
                    <a:pt x="124083" y="178716"/>
                  </a:lnTo>
                  <a:lnTo>
                    <a:pt x="124532" y="179614"/>
                  </a:lnTo>
                  <a:lnTo>
                    <a:pt x="123634" y="179764"/>
                  </a:lnTo>
                  <a:lnTo>
                    <a:pt x="122736" y="179914"/>
                  </a:lnTo>
                  <a:lnTo>
                    <a:pt x="121838" y="180063"/>
                  </a:lnTo>
                  <a:lnTo>
                    <a:pt x="121838" y="180213"/>
                  </a:lnTo>
                  <a:lnTo>
                    <a:pt x="123185" y="180213"/>
                  </a:lnTo>
                  <a:lnTo>
                    <a:pt x="124532" y="179914"/>
                  </a:lnTo>
                  <a:lnTo>
                    <a:pt x="125131" y="180961"/>
                  </a:lnTo>
                  <a:lnTo>
                    <a:pt x="124233" y="181111"/>
                  </a:lnTo>
                  <a:lnTo>
                    <a:pt x="122437" y="181410"/>
                  </a:lnTo>
                  <a:lnTo>
                    <a:pt x="122437" y="181560"/>
                  </a:lnTo>
                  <a:lnTo>
                    <a:pt x="123784" y="181560"/>
                  </a:lnTo>
                  <a:lnTo>
                    <a:pt x="125281" y="181261"/>
                  </a:lnTo>
                  <a:lnTo>
                    <a:pt x="125730" y="182009"/>
                  </a:lnTo>
                  <a:lnTo>
                    <a:pt x="124383" y="182159"/>
                  </a:lnTo>
                  <a:lnTo>
                    <a:pt x="123485" y="182309"/>
                  </a:lnTo>
                  <a:lnTo>
                    <a:pt x="122437" y="182608"/>
                  </a:lnTo>
                  <a:lnTo>
                    <a:pt x="122437" y="182758"/>
                  </a:lnTo>
                  <a:lnTo>
                    <a:pt x="122587" y="182758"/>
                  </a:lnTo>
                  <a:lnTo>
                    <a:pt x="123485" y="182608"/>
                  </a:lnTo>
                  <a:lnTo>
                    <a:pt x="124383" y="182458"/>
                  </a:lnTo>
                  <a:lnTo>
                    <a:pt x="125730" y="182309"/>
                  </a:lnTo>
                  <a:lnTo>
                    <a:pt x="126179" y="183207"/>
                  </a:lnTo>
                  <a:lnTo>
                    <a:pt x="124981" y="183356"/>
                  </a:lnTo>
                  <a:lnTo>
                    <a:pt x="123036" y="183805"/>
                  </a:lnTo>
                  <a:lnTo>
                    <a:pt x="122886" y="183805"/>
                  </a:lnTo>
                  <a:lnTo>
                    <a:pt x="123036" y="183955"/>
                  </a:lnTo>
                  <a:lnTo>
                    <a:pt x="123934" y="183805"/>
                  </a:lnTo>
                  <a:lnTo>
                    <a:pt x="124832" y="183656"/>
                  </a:lnTo>
                  <a:lnTo>
                    <a:pt x="126329" y="183506"/>
                  </a:lnTo>
                  <a:lnTo>
                    <a:pt x="126478" y="183506"/>
                  </a:lnTo>
                  <a:lnTo>
                    <a:pt x="122886" y="184404"/>
                  </a:lnTo>
                  <a:lnTo>
                    <a:pt x="119294" y="185152"/>
                  </a:lnTo>
                  <a:lnTo>
                    <a:pt x="120042" y="173927"/>
                  </a:lnTo>
                  <a:lnTo>
                    <a:pt x="120042" y="172879"/>
                  </a:lnTo>
                  <a:lnTo>
                    <a:pt x="120042" y="172280"/>
                  </a:lnTo>
                  <a:close/>
                  <a:moveTo>
                    <a:pt x="90406" y="174076"/>
                  </a:moveTo>
                  <a:lnTo>
                    <a:pt x="94746" y="174825"/>
                  </a:lnTo>
                  <a:lnTo>
                    <a:pt x="99237" y="175274"/>
                  </a:lnTo>
                  <a:lnTo>
                    <a:pt x="100883" y="186350"/>
                  </a:lnTo>
                  <a:lnTo>
                    <a:pt x="95944" y="185901"/>
                  </a:lnTo>
                  <a:lnTo>
                    <a:pt x="91154" y="185302"/>
                  </a:lnTo>
                  <a:lnTo>
                    <a:pt x="90406" y="174076"/>
                  </a:lnTo>
                  <a:close/>
                  <a:moveTo>
                    <a:pt x="118994" y="174076"/>
                  </a:moveTo>
                  <a:lnTo>
                    <a:pt x="118246" y="185302"/>
                  </a:lnTo>
                  <a:lnTo>
                    <a:pt x="113756" y="185901"/>
                  </a:lnTo>
                  <a:lnTo>
                    <a:pt x="109265" y="186350"/>
                  </a:lnTo>
                  <a:lnTo>
                    <a:pt x="110762" y="175274"/>
                  </a:lnTo>
                  <a:lnTo>
                    <a:pt x="114953" y="174825"/>
                  </a:lnTo>
                  <a:lnTo>
                    <a:pt x="118994" y="174076"/>
                  </a:lnTo>
                  <a:close/>
                  <a:moveTo>
                    <a:pt x="15716" y="108218"/>
                  </a:moveTo>
                  <a:lnTo>
                    <a:pt x="19608" y="108816"/>
                  </a:lnTo>
                  <a:lnTo>
                    <a:pt x="20057" y="113905"/>
                  </a:lnTo>
                  <a:lnTo>
                    <a:pt x="20805" y="118845"/>
                  </a:lnTo>
                  <a:lnTo>
                    <a:pt x="21703" y="123635"/>
                  </a:lnTo>
                  <a:lnTo>
                    <a:pt x="22901" y="128424"/>
                  </a:lnTo>
                  <a:lnTo>
                    <a:pt x="24398" y="133064"/>
                  </a:lnTo>
                  <a:lnTo>
                    <a:pt x="26194" y="137555"/>
                  </a:lnTo>
                  <a:lnTo>
                    <a:pt x="28140" y="141895"/>
                  </a:lnTo>
                  <a:lnTo>
                    <a:pt x="30385" y="146236"/>
                  </a:lnTo>
                  <a:lnTo>
                    <a:pt x="32780" y="150277"/>
                  </a:lnTo>
                  <a:lnTo>
                    <a:pt x="35474" y="154319"/>
                  </a:lnTo>
                  <a:lnTo>
                    <a:pt x="38318" y="158061"/>
                  </a:lnTo>
                  <a:lnTo>
                    <a:pt x="41461" y="161653"/>
                  </a:lnTo>
                  <a:lnTo>
                    <a:pt x="44754" y="165095"/>
                  </a:lnTo>
                  <a:lnTo>
                    <a:pt x="48196" y="168388"/>
                  </a:lnTo>
                  <a:lnTo>
                    <a:pt x="51938" y="171382"/>
                  </a:lnTo>
                  <a:lnTo>
                    <a:pt x="55680" y="174376"/>
                  </a:lnTo>
                  <a:lnTo>
                    <a:pt x="56129" y="174675"/>
                  </a:lnTo>
                  <a:lnTo>
                    <a:pt x="57177" y="175573"/>
                  </a:lnTo>
                  <a:lnTo>
                    <a:pt x="58375" y="176321"/>
                  </a:lnTo>
                  <a:lnTo>
                    <a:pt x="61218" y="177968"/>
                  </a:lnTo>
                  <a:lnTo>
                    <a:pt x="64661" y="179764"/>
                  </a:lnTo>
                  <a:lnTo>
                    <a:pt x="64960" y="179914"/>
                  </a:lnTo>
                  <a:lnTo>
                    <a:pt x="64960" y="180063"/>
                  </a:lnTo>
                  <a:lnTo>
                    <a:pt x="65110" y="180063"/>
                  </a:lnTo>
                  <a:lnTo>
                    <a:pt x="68852" y="181859"/>
                  </a:lnTo>
                  <a:lnTo>
                    <a:pt x="72594" y="183656"/>
                  </a:lnTo>
                  <a:lnTo>
                    <a:pt x="76486" y="185003"/>
                  </a:lnTo>
                  <a:lnTo>
                    <a:pt x="80527" y="186350"/>
                  </a:lnTo>
                  <a:lnTo>
                    <a:pt x="80976" y="186500"/>
                  </a:lnTo>
                  <a:lnTo>
                    <a:pt x="82323" y="186949"/>
                  </a:lnTo>
                  <a:lnTo>
                    <a:pt x="83820" y="187398"/>
                  </a:lnTo>
                  <a:lnTo>
                    <a:pt x="86963" y="187996"/>
                  </a:lnTo>
                  <a:lnTo>
                    <a:pt x="90555" y="188745"/>
                  </a:lnTo>
                  <a:lnTo>
                    <a:pt x="94148" y="189194"/>
                  </a:lnTo>
                  <a:lnTo>
                    <a:pt x="97740" y="189643"/>
                  </a:lnTo>
                  <a:lnTo>
                    <a:pt x="101482" y="189792"/>
                  </a:lnTo>
                  <a:lnTo>
                    <a:pt x="102081" y="193684"/>
                  </a:lnTo>
                  <a:lnTo>
                    <a:pt x="97740" y="193534"/>
                  </a:lnTo>
                  <a:lnTo>
                    <a:pt x="93399" y="193085"/>
                  </a:lnTo>
                  <a:lnTo>
                    <a:pt x="89208" y="192487"/>
                  </a:lnTo>
                  <a:lnTo>
                    <a:pt x="85017" y="191589"/>
                  </a:lnTo>
                  <a:lnTo>
                    <a:pt x="80976" y="190541"/>
                  </a:lnTo>
                  <a:lnTo>
                    <a:pt x="76935" y="189343"/>
                  </a:lnTo>
                  <a:lnTo>
                    <a:pt x="72893" y="187996"/>
                  </a:lnTo>
                  <a:lnTo>
                    <a:pt x="69151" y="186350"/>
                  </a:lnTo>
                  <a:lnTo>
                    <a:pt x="65409" y="184554"/>
                  </a:lnTo>
                  <a:lnTo>
                    <a:pt x="61667" y="182758"/>
                  </a:lnTo>
                  <a:lnTo>
                    <a:pt x="58075" y="180662"/>
                  </a:lnTo>
                  <a:lnTo>
                    <a:pt x="54633" y="178417"/>
                  </a:lnTo>
                  <a:lnTo>
                    <a:pt x="51340" y="176022"/>
                  </a:lnTo>
                  <a:lnTo>
                    <a:pt x="48196" y="173477"/>
                  </a:lnTo>
                  <a:lnTo>
                    <a:pt x="45053" y="170783"/>
                  </a:lnTo>
                  <a:lnTo>
                    <a:pt x="42060" y="167939"/>
                  </a:lnTo>
                  <a:lnTo>
                    <a:pt x="39216" y="164946"/>
                  </a:lnTo>
                  <a:lnTo>
                    <a:pt x="36522" y="161952"/>
                  </a:lnTo>
                  <a:lnTo>
                    <a:pt x="33977" y="158809"/>
                  </a:lnTo>
                  <a:lnTo>
                    <a:pt x="31582" y="155366"/>
                  </a:lnTo>
                  <a:lnTo>
                    <a:pt x="29187" y="152073"/>
                  </a:lnTo>
                  <a:lnTo>
                    <a:pt x="27092" y="148481"/>
                  </a:lnTo>
                  <a:lnTo>
                    <a:pt x="25146" y="144889"/>
                  </a:lnTo>
                  <a:lnTo>
                    <a:pt x="23350" y="141147"/>
                  </a:lnTo>
                  <a:lnTo>
                    <a:pt x="21853" y="137255"/>
                  </a:lnTo>
                  <a:lnTo>
                    <a:pt x="20356" y="133364"/>
                  </a:lnTo>
                  <a:lnTo>
                    <a:pt x="19159" y="129322"/>
                  </a:lnTo>
                  <a:lnTo>
                    <a:pt x="18111" y="125281"/>
                  </a:lnTo>
                  <a:lnTo>
                    <a:pt x="17213" y="121090"/>
                  </a:lnTo>
                  <a:lnTo>
                    <a:pt x="16465" y="116899"/>
                  </a:lnTo>
                  <a:lnTo>
                    <a:pt x="16016" y="112558"/>
                  </a:lnTo>
                  <a:lnTo>
                    <a:pt x="15716" y="108218"/>
                  </a:lnTo>
                  <a:close/>
                  <a:moveTo>
                    <a:pt x="193684" y="107469"/>
                  </a:moveTo>
                  <a:lnTo>
                    <a:pt x="193534" y="111810"/>
                  </a:lnTo>
                  <a:lnTo>
                    <a:pt x="193085" y="116001"/>
                  </a:lnTo>
                  <a:lnTo>
                    <a:pt x="192337" y="120342"/>
                  </a:lnTo>
                  <a:lnTo>
                    <a:pt x="191588" y="124383"/>
                  </a:lnTo>
                  <a:lnTo>
                    <a:pt x="190541" y="128574"/>
                  </a:lnTo>
                  <a:lnTo>
                    <a:pt x="189343" y="132615"/>
                  </a:lnTo>
                  <a:lnTo>
                    <a:pt x="187846" y="136507"/>
                  </a:lnTo>
                  <a:lnTo>
                    <a:pt x="186350" y="140399"/>
                  </a:lnTo>
                  <a:lnTo>
                    <a:pt x="184553" y="144140"/>
                  </a:lnTo>
                  <a:lnTo>
                    <a:pt x="182608" y="147733"/>
                  </a:lnTo>
                  <a:lnTo>
                    <a:pt x="180512" y="151325"/>
                  </a:lnTo>
                  <a:lnTo>
                    <a:pt x="178267" y="154768"/>
                  </a:lnTo>
                  <a:lnTo>
                    <a:pt x="175872" y="158061"/>
                  </a:lnTo>
                  <a:lnTo>
                    <a:pt x="173477" y="161354"/>
                  </a:lnTo>
                  <a:lnTo>
                    <a:pt x="170783" y="164347"/>
                  </a:lnTo>
                  <a:lnTo>
                    <a:pt x="167939" y="167341"/>
                  </a:lnTo>
                  <a:lnTo>
                    <a:pt x="164946" y="170185"/>
                  </a:lnTo>
                  <a:lnTo>
                    <a:pt x="161952" y="172879"/>
                  </a:lnTo>
                  <a:lnTo>
                    <a:pt x="158659" y="175573"/>
                  </a:lnTo>
                  <a:lnTo>
                    <a:pt x="155366" y="177968"/>
                  </a:lnTo>
                  <a:lnTo>
                    <a:pt x="151924" y="180213"/>
                  </a:lnTo>
                  <a:lnTo>
                    <a:pt x="148481" y="182309"/>
                  </a:lnTo>
                  <a:lnTo>
                    <a:pt x="144739" y="184254"/>
                  </a:lnTo>
                  <a:lnTo>
                    <a:pt x="140997" y="186050"/>
                  </a:lnTo>
                  <a:lnTo>
                    <a:pt x="137255" y="187697"/>
                  </a:lnTo>
                  <a:lnTo>
                    <a:pt x="133214" y="189044"/>
                  </a:lnTo>
                  <a:lnTo>
                    <a:pt x="129322" y="190391"/>
                  </a:lnTo>
                  <a:lnTo>
                    <a:pt x="125131" y="191439"/>
                  </a:lnTo>
                  <a:lnTo>
                    <a:pt x="121090" y="192337"/>
                  </a:lnTo>
                  <a:lnTo>
                    <a:pt x="116899" y="192936"/>
                  </a:lnTo>
                  <a:lnTo>
                    <a:pt x="112558" y="193385"/>
                  </a:lnTo>
                  <a:lnTo>
                    <a:pt x="108217" y="193684"/>
                  </a:lnTo>
                  <a:lnTo>
                    <a:pt x="108816" y="189792"/>
                  </a:lnTo>
                  <a:lnTo>
                    <a:pt x="112109" y="189493"/>
                  </a:lnTo>
                  <a:lnTo>
                    <a:pt x="115552" y="189194"/>
                  </a:lnTo>
                  <a:lnTo>
                    <a:pt x="118845" y="188745"/>
                  </a:lnTo>
                  <a:lnTo>
                    <a:pt x="122138" y="187996"/>
                  </a:lnTo>
                  <a:lnTo>
                    <a:pt x="125430" y="187398"/>
                  </a:lnTo>
                  <a:lnTo>
                    <a:pt x="127077" y="186949"/>
                  </a:lnTo>
                  <a:lnTo>
                    <a:pt x="128424" y="186500"/>
                  </a:lnTo>
                  <a:lnTo>
                    <a:pt x="128873" y="186350"/>
                  </a:lnTo>
                  <a:lnTo>
                    <a:pt x="132615" y="185152"/>
                  </a:lnTo>
                  <a:lnTo>
                    <a:pt x="136357" y="183805"/>
                  </a:lnTo>
                  <a:lnTo>
                    <a:pt x="139949" y="182309"/>
                  </a:lnTo>
                  <a:lnTo>
                    <a:pt x="143392" y="180512"/>
                  </a:lnTo>
                  <a:lnTo>
                    <a:pt x="144290" y="180063"/>
                  </a:lnTo>
                  <a:lnTo>
                    <a:pt x="144889" y="179764"/>
                  </a:lnTo>
                  <a:lnTo>
                    <a:pt x="148182" y="177968"/>
                  </a:lnTo>
                  <a:lnTo>
                    <a:pt x="151025" y="176321"/>
                  </a:lnTo>
                  <a:lnTo>
                    <a:pt x="152223" y="175573"/>
                  </a:lnTo>
                  <a:lnTo>
                    <a:pt x="153420" y="174675"/>
                  </a:lnTo>
                  <a:lnTo>
                    <a:pt x="153869" y="174376"/>
                  </a:lnTo>
                  <a:lnTo>
                    <a:pt x="153720" y="174226"/>
                  </a:lnTo>
                  <a:lnTo>
                    <a:pt x="156863" y="171981"/>
                  </a:lnTo>
                  <a:lnTo>
                    <a:pt x="160006" y="169436"/>
                  </a:lnTo>
                  <a:lnTo>
                    <a:pt x="161952" y="167790"/>
                  </a:lnTo>
                  <a:lnTo>
                    <a:pt x="164047" y="165694"/>
                  </a:lnTo>
                  <a:lnTo>
                    <a:pt x="165993" y="163748"/>
                  </a:lnTo>
                  <a:lnTo>
                    <a:pt x="168089" y="161503"/>
                  </a:lnTo>
                  <a:lnTo>
                    <a:pt x="169885" y="159408"/>
                  </a:lnTo>
                  <a:lnTo>
                    <a:pt x="170633" y="158510"/>
                  </a:lnTo>
                  <a:lnTo>
                    <a:pt x="172579" y="156115"/>
                  </a:lnTo>
                  <a:lnTo>
                    <a:pt x="173777" y="154468"/>
                  </a:lnTo>
                  <a:lnTo>
                    <a:pt x="174226" y="153870"/>
                  </a:lnTo>
                  <a:lnTo>
                    <a:pt x="175872" y="151325"/>
                  </a:lnTo>
                  <a:lnTo>
                    <a:pt x="177519" y="148781"/>
                  </a:lnTo>
                  <a:lnTo>
                    <a:pt x="179015" y="146236"/>
                  </a:lnTo>
                  <a:lnTo>
                    <a:pt x="180362" y="143542"/>
                  </a:lnTo>
                  <a:lnTo>
                    <a:pt x="181710" y="140848"/>
                  </a:lnTo>
                  <a:lnTo>
                    <a:pt x="183057" y="138153"/>
                  </a:lnTo>
                  <a:lnTo>
                    <a:pt x="184104" y="135309"/>
                  </a:lnTo>
                  <a:lnTo>
                    <a:pt x="185152" y="132466"/>
                  </a:lnTo>
                  <a:lnTo>
                    <a:pt x="186200" y="129472"/>
                  </a:lnTo>
                  <a:lnTo>
                    <a:pt x="186948" y="126478"/>
                  </a:lnTo>
                  <a:lnTo>
                    <a:pt x="187697" y="123485"/>
                  </a:lnTo>
                  <a:lnTo>
                    <a:pt x="188295" y="120491"/>
                  </a:lnTo>
                  <a:lnTo>
                    <a:pt x="188894" y="117498"/>
                  </a:lnTo>
                  <a:lnTo>
                    <a:pt x="189343" y="114354"/>
                  </a:lnTo>
                  <a:lnTo>
                    <a:pt x="189642" y="111211"/>
                  </a:lnTo>
                  <a:lnTo>
                    <a:pt x="189792" y="108068"/>
                  </a:lnTo>
                  <a:lnTo>
                    <a:pt x="193684" y="107469"/>
                  </a:lnTo>
                  <a:close/>
                  <a:moveTo>
                    <a:pt x="104925" y="105972"/>
                  </a:moveTo>
                  <a:lnTo>
                    <a:pt x="105523" y="106571"/>
                  </a:lnTo>
                  <a:lnTo>
                    <a:pt x="107020" y="108068"/>
                  </a:lnTo>
                  <a:lnTo>
                    <a:pt x="107170" y="108218"/>
                  </a:lnTo>
                  <a:lnTo>
                    <a:pt x="108217" y="109265"/>
                  </a:lnTo>
                  <a:lnTo>
                    <a:pt x="108367" y="109415"/>
                  </a:lnTo>
                  <a:lnTo>
                    <a:pt x="104925" y="109415"/>
                  </a:lnTo>
                  <a:lnTo>
                    <a:pt x="104775" y="109565"/>
                  </a:lnTo>
                  <a:lnTo>
                    <a:pt x="103278" y="109565"/>
                  </a:lnTo>
                  <a:lnTo>
                    <a:pt x="102679" y="109714"/>
                  </a:lnTo>
                  <a:lnTo>
                    <a:pt x="102530" y="109714"/>
                  </a:lnTo>
                  <a:lnTo>
                    <a:pt x="102530" y="109864"/>
                  </a:lnTo>
                  <a:lnTo>
                    <a:pt x="102530" y="110014"/>
                  </a:lnTo>
                  <a:lnTo>
                    <a:pt x="102679" y="110014"/>
                  </a:lnTo>
                  <a:lnTo>
                    <a:pt x="103877" y="110163"/>
                  </a:lnTo>
                  <a:lnTo>
                    <a:pt x="104326" y="110163"/>
                  </a:lnTo>
                  <a:lnTo>
                    <a:pt x="105523" y="110313"/>
                  </a:lnTo>
                  <a:lnTo>
                    <a:pt x="109265" y="110313"/>
                  </a:lnTo>
                  <a:lnTo>
                    <a:pt x="110612" y="111511"/>
                  </a:lnTo>
                  <a:lnTo>
                    <a:pt x="110612" y="111660"/>
                  </a:lnTo>
                  <a:lnTo>
                    <a:pt x="111361" y="112259"/>
                  </a:lnTo>
                  <a:lnTo>
                    <a:pt x="111510" y="112409"/>
                  </a:lnTo>
                  <a:lnTo>
                    <a:pt x="111959" y="112858"/>
                  </a:lnTo>
                  <a:lnTo>
                    <a:pt x="109265" y="112708"/>
                  </a:lnTo>
                  <a:lnTo>
                    <a:pt x="106571" y="112558"/>
                  </a:lnTo>
                  <a:lnTo>
                    <a:pt x="106421" y="112558"/>
                  </a:lnTo>
                  <a:lnTo>
                    <a:pt x="105673" y="112708"/>
                  </a:lnTo>
                  <a:lnTo>
                    <a:pt x="104326" y="112708"/>
                  </a:lnTo>
                  <a:lnTo>
                    <a:pt x="103278" y="112858"/>
                  </a:lnTo>
                  <a:lnTo>
                    <a:pt x="102979" y="112858"/>
                  </a:lnTo>
                  <a:lnTo>
                    <a:pt x="101781" y="113007"/>
                  </a:lnTo>
                  <a:lnTo>
                    <a:pt x="101781" y="113157"/>
                  </a:lnTo>
                  <a:lnTo>
                    <a:pt x="103727" y="113456"/>
                  </a:lnTo>
                  <a:lnTo>
                    <a:pt x="104475" y="113456"/>
                  </a:lnTo>
                  <a:lnTo>
                    <a:pt x="105673" y="113606"/>
                  </a:lnTo>
                  <a:lnTo>
                    <a:pt x="109116" y="113456"/>
                  </a:lnTo>
                  <a:lnTo>
                    <a:pt x="112408" y="113307"/>
                  </a:lnTo>
                  <a:lnTo>
                    <a:pt x="115851" y="116600"/>
                  </a:lnTo>
                  <a:lnTo>
                    <a:pt x="116599" y="117198"/>
                  </a:lnTo>
                  <a:lnTo>
                    <a:pt x="117048" y="117647"/>
                  </a:lnTo>
                  <a:lnTo>
                    <a:pt x="116749" y="119444"/>
                  </a:lnTo>
                  <a:lnTo>
                    <a:pt x="116300" y="119294"/>
                  </a:lnTo>
                  <a:lnTo>
                    <a:pt x="115552" y="119294"/>
                  </a:lnTo>
                  <a:lnTo>
                    <a:pt x="113157" y="119144"/>
                  </a:lnTo>
                  <a:lnTo>
                    <a:pt x="110762" y="119144"/>
                  </a:lnTo>
                  <a:lnTo>
                    <a:pt x="105972" y="119294"/>
                  </a:lnTo>
                  <a:lnTo>
                    <a:pt x="103577" y="119294"/>
                  </a:lnTo>
                  <a:lnTo>
                    <a:pt x="103428" y="119444"/>
                  </a:lnTo>
                  <a:lnTo>
                    <a:pt x="103428" y="119593"/>
                  </a:lnTo>
                  <a:lnTo>
                    <a:pt x="103428" y="119743"/>
                  </a:lnTo>
                  <a:lnTo>
                    <a:pt x="104625" y="119743"/>
                  </a:lnTo>
                  <a:lnTo>
                    <a:pt x="105523" y="119893"/>
                  </a:lnTo>
                  <a:lnTo>
                    <a:pt x="106721" y="119893"/>
                  </a:lnTo>
                  <a:lnTo>
                    <a:pt x="111061" y="120042"/>
                  </a:lnTo>
                  <a:lnTo>
                    <a:pt x="113307" y="120042"/>
                  </a:lnTo>
                  <a:lnTo>
                    <a:pt x="115402" y="119893"/>
                  </a:lnTo>
                  <a:lnTo>
                    <a:pt x="116150" y="119743"/>
                  </a:lnTo>
                  <a:lnTo>
                    <a:pt x="116749" y="119743"/>
                  </a:lnTo>
                  <a:lnTo>
                    <a:pt x="115851" y="126628"/>
                  </a:lnTo>
                  <a:lnTo>
                    <a:pt x="115701" y="127227"/>
                  </a:lnTo>
                  <a:lnTo>
                    <a:pt x="115552" y="127975"/>
                  </a:lnTo>
                  <a:lnTo>
                    <a:pt x="112857" y="147733"/>
                  </a:lnTo>
                  <a:lnTo>
                    <a:pt x="112708" y="149230"/>
                  </a:lnTo>
                  <a:lnTo>
                    <a:pt x="111660" y="156414"/>
                  </a:lnTo>
                  <a:lnTo>
                    <a:pt x="111510" y="158210"/>
                  </a:lnTo>
                  <a:lnTo>
                    <a:pt x="109265" y="174376"/>
                  </a:lnTo>
                  <a:lnTo>
                    <a:pt x="109116" y="175423"/>
                  </a:lnTo>
                  <a:lnTo>
                    <a:pt x="107619" y="186350"/>
                  </a:lnTo>
                  <a:lnTo>
                    <a:pt x="107170" y="189792"/>
                  </a:lnTo>
                  <a:lnTo>
                    <a:pt x="106571" y="193834"/>
                  </a:lnTo>
                  <a:lnTo>
                    <a:pt x="106122" y="197127"/>
                  </a:lnTo>
                  <a:lnTo>
                    <a:pt x="105673" y="199971"/>
                  </a:lnTo>
                  <a:lnTo>
                    <a:pt x="105224" y="203713"/>
                  </a:lnTo>
                  <a:lnTo>
                    <a:pt x="104625" y="199971"/>
                  </a:lnTo>
                  <a:lnTo>
                    <a:pt x="104176" y="197127"/>
                  </a:lnTo>
                  <a:lnTo>
                    <a:pt x="103727" y="193834"/>
                  </a:lnTo>
                  <a:lnTo>
                    <a:pt x="103128" y="189792"/>
                  </a:lnTo>
                  <a:lnTo>
                    <a:pt x="102530" y="186350"/>
                  </a:lnTo>
                  <a:lnTo>
                    <a:pt x="100883" y="175423"/>
                  </a:lnTo>
                  <a:lnTo>
                    <a:pt x="100734" y="174525"/>
                  </a:lnTo>
                  <a:lnTo>
                    <a:pt x="98339" y="158210"/>
                  </a:lnTo>
                  <a:lnTo>
                    <a:pt x="98039" y="156414"/>
                  </a:lnTo>
                  <a:lnTo>
                    <a:pt x="96992" y="149379"/>
                  </a:lnTo>
                  <a:lnTo>
                    <a:pt x="96692" y="147733"/>
                  </a:lnTo>
                  <a:lnTo>
                    <a:pt x="93848" y="128724"/>
                  </a:lnTo>
                  <a:lnTo>
                    <a:pt x="93699" y="127975"/>
                  </a:lnTo>
                  <a:lnTo>
                    <a:pt x="93699" y="127376"/>
                  </a:lnTo>
                  <a:lnTo>
                    <a:pt x="93100" y="124084"/>
                  </a:lnTo>
                  <a:lnTo>
                    <a:pt x="93100" y="123485"/>
                  </a:lnTo>
                  <a:lnTo>
                    <a:pt x="92501" y="119743"/>
                  </a:lnTo>
                  <a:lnTo>
                    <a:pt x="92501" y="119444"/>
                  </a:lnTo>
                  <a:lnTo>
                    <a:pt x="92352" y="118845"/>
                  </a:lnTo>
                  <a:lnTo>
                    <a:pt x="92651" y="118845"/>
                  </a:lnTo>
                  <a:lnTo>
                    <a:pt x="92950" y="118545"/>
                  </a:lnTo>
                  <a:lnTo>
                    <a:pt x="93549" y="117797"/>
                  </a:lnTo>
                  <a:lnTo>
                    <a:pt x="93848" y="117498"/>
                  </a:lnTo>
                  <a:lnTo>
                    <a:pt x="95495" y="115702"/>
                  </a:lnTo>
                  <a:lnTo>
                    <a:pt x="95644" y="115702"/>
                  </a:lnTo>
                  <a:lnTo>
                    <a:pt x="97141" y="113905"/>
                  </a:lnTo>
                  <a:lnTo>
                    <a:pt x="97291" y="113905"/>
                  </a:lnTo>
                  <a:lnTo>
                    <a:pt x="98937" y="112109"/>
                  </a:lnTo>
                  <a:lnTo>
                    <a:pt x="99237" y="111660"/>
                  </a:lnTo>
                  <a:lnTo>
                    <a:pt x="99386" y="112409"/>
                  </a:lnTo>
                  <a:lnTo>
                    <a:pt x="99386" y="112558"/>
                  </a:lnTo>
                  <a:lnTo>
                    <a:pt x="99386" y="113606"/>
                  </a:lnTo>
                  <a:lnTo>
                    <a:pt x="99536" y="113756"/>
                  </a:lnTo>
                  <a:lnTo>
                    <a:pt x="99686" y="113606"/>
                  </a:lnTo>
                  <a:lnTo>
                    <a:pt x="99835" y="113007"/>
                  </a:lnTo>
                  <a:lnTo>
                    <a:pt x="99835" y="112858"/>
                  </a:lnTo>
                  <a:lnTo>
                    <a:pt x="99985" y="111062"/>
                  </a:lnTo>
                  <a:lnTo>
                    <a:pt x="100584" y="110313"/>
                  </a:lnTo>
                  <a:lnTo>
                    <a:pt x="100734" y="110163"/>
                  </a:lnTo>
                  <a:lnTo>
                    <a:pt x="102230" y="108517"/>
                  </a:lnTo>
                  <a:lnTo>
                    <a:pt x="102380" y="108367"/>
                  </a:lnTo>
                  <a:lnTo>
                    <a:pt x="104176" y="106421"/>
                  </a:lnTo>
                  <a:lnTo>
                    <a:pt x="104775" y="105972"/>
                  </a:lnTo>
                  <a:close/>
                  <a:moveTo>
                    <a:pt x="103428" y="0"/>
                  </a:moveTo>
                  <a:lnTo>
                    <a:pt x="101632" y="12423"/>
                  </a:lnTo>
                  <a:lnTo>
                    <a:pt x="97141" y="12573"/>
                  </a:lnTo>
                  <a:lnTo>
                    <a:pt x="92651" y="13172"/>
                  </a:lnTo>
                  <a:lnTo>
                    <a:pt x="88161" y="13770"/>
                  </a:lnTo>
                  <a:lnTo>
                    <a:pt x="83820" y="14669"/>
                  </a:lnTo>
                  <a:lnTo>
                    <a:pt x="79629" y="15866"/>
                  </a:lnTo>
                  <a:lnTo>
                    <a:pt x="75288" y="17063"/>
                  </a:lnTo>
                  <a:lnTo>
                    <a:pt x="71247" y="18560"/>
                  </a:lnTo>
                  <a:lnTo>
                    <a:pt x="67206" y="20207"/>
                  </a:lnTo>
                  <a:lnTo>
                    <a:pt x="63314" y="22152"/>
                  </a:lnTo>
                  <a:lnTo>
                    <a:pt x="59572" y="24098"/>
                  </a:lnTo>
                  <a:lnTo>
                    <a:pt x="55830" y="26343"/>
                  </a:lnTo>
                  <a:lnTo>
                    <a:pt x="52238" y="28738"/>
                  </a:lnTo>
                  <a:lnTo>
                    <a:pt x="48795" y="31283"/>
                  </a:lnTo>
                  <a:lnTo>
                    <a:pt x="45353" y="33977"/>
                  </a:lnTo>
                  <a:lnTo>
                    <a:pt x="42209" y="36821"/>
                  </a:lnTo>
                  <a:lnTo>
                    <a:pt x="39066" y="39665"/>
                  </a:lnTo>
                  <a:lnTo>
                    <a:pt x="36072" y="42808"/>
                  </a:lnTo>
                  <a:lnTo>
                    <a:pt x="33378" y="46101"/>
                  </a:lnTo>
                  <a:lnTo>
                    <a:pt x="30684" y="49394"/>
                  </a:lnTo>
                  <a:lnTo>
                    <a:pt x="28140" y="52986"/>
                  </a:lnTo>
                  <a:lnTo>
                    <a:pt x="25894" y="56579"/>
                  </a:lnTo>
                  <a:lnTo>
                    <a:pt x="23649" y="60320"/>
                  </a:lnTo>
                  <a:lnTo>
                    <a:pt x="21703" y="64212"/>
                  </a:lnTo>
                  <a:lnTo>
                    <a:pt x="19907" y="68104"/>
                  </a:lnTo>
                  <a:lnTo>
                    <a:pt x="18261" y="72145"/>
                  </a:lnTo>
                  <a:lnTo>
                    <a:pt x="16764" y="76186"/>
                  </a:lnTo>
                  <a:lnTo>
                    <a:pt x="15567" y="80527"/>
                  </a:lnTo>
                  <a:lnTo>
                    <a:pt x="14519" y="84718"/>
                  </a:lnTo>
                  <a:lnTo>
                    <a:pt x="13621" y="89059"/>
                  </a:lnTo>
                  <a:lnTo>
                    <a:pt x="12872" y="93549"/>
                  </a:lnTo>
                  <a:lnTo>
                    <a:pt x="12573" y="98039"/>
                  </a:lnTo>
                  <a:lnTo>
                    <a:pt x="12274" y="102680"/>
                  </a:lnTo>
                  <a:lnTo>
                    <a:pt x="0" y="104476"/>
                  </a:lnTo>
                  <a:lnTo>
                    <a:pt x="0" y="106122"/>
                  </a:lnTo>
                  <a:lnTo>
                    <a:pt x="12274" y="107769"/>
                  </a:lnTo>
                  <a:lnTo>
                    <a:pt x="12573" y="112409"/>
                  </a:lnTo>
                  <a:lnTo>
                    <a:pt x="13022" y="116899"/>
                  </a:lnTo>
                  <a:lnTo>
                    <a:pt x="13770" y="121240"/>
                  </a:lnTo>
                  <a:lnTo>
                    <a:pt x="14668" y="125580"/>
                  </a:lnTo>
                  <a:lnTo>
                    <a:pt x="15716" y="129921"/>
                  </a:lnTo>
                  <a:lnTo>
                    <a:pt x="17063" y="134112"/>
                  </a:lnTo>
                  <a:lnTo>
                    <a:pt x="18560" y="138153"/>
                  </a:lnTo>
                  <a:lnTo>
                    <a:pt x="20207" y="142195"/>
                  </a:lnTo>
                  <a:lnTo>
                    <a:pt x="22003" y="146086"/>
                  </a:lnTo>
                  <a:lnTo>
                    <a:pt x="24098" y="149978"/>
                  </a:lnTo>
                  <a:lnTo>
                    <a:pt x="26343" y="153720"/>
                  </a:lnTo>
                  <a:lnTo>
                    <a:pt x="28589" y="157312"/>
                  </a:lnTo>
                  <a:lnTo>
                    <a:pt x="31133" y="160755"/>
                  </a:lnTo>
                  <a:lnTo>
                    <a:pt x="33827" y="164048"/>
                  </a:lnTo>
                  <a:lnTo>
                    <a:pt x="36671" y="167341"/>
                  </a:lnTo>
                  <a:lnTo>
                    <a:pt x="39665" y="170334"/>
                  </a:lnTo>
                  <a:lnTo>
                    <a:pt x="42808" y="173328"/>
                  </a:lnTo>
                  <a:lnTo>
                    <a:pt x="46101" y="176172"/>
                  </a:lnTo>
                  <a:lnTo>
                    <a:pt x="49394" y="178716"/>
                  </a:lnTo>
                  <a:lnTo>
                    <a:pt x="52836" y="181261"/>
                  </a:lnTo>
                  <a:lnTo>
                    <a:pt x="56578" y="183656"/>
                  </a:lnTo>
                  <a:lnTo>
                    <a:pt x="60320" y="185751"/>
                  </a:lnTo>
                  <a:lnTo>
                    <a:pt x="64062" y="187847"/>
                  </a:lnTo>
                  <a:lnTo>
                    <a:pt x="68104" y="189643"/>
                  </a:lnTo>
                  <a:lnTo>
                    <a:pt x="71995" y="191289"/>
                  </a:lnTo>
                  <a:lnTo>
                    <a:pt x="76186" y="192636"/>
                  </a:lnTo>
                  <a:lnTo>
                    <a:pt x="80377" y="193983"/>
                  </a:lnTo>
                  <a:lnTo>
                    <a:pt x="84718" y="195031"/>
                  </a:lnTo>
                  <a:lnTo>
                    <a:pt x="89059" y="195929"/>
                  </a:lnTo>
                  <a:lnTo>
                    <a:pt x="93549" y="196528"/>
                  </a:lnTo>
                  <a:lnTo>
                    <a:pt x="98039" y="196977"/>
                  </a:lnTo>
                  <a:lnTo>
                    <a:pt x="102530" y="197127"/>
                  </a:lnTo>
                  <a:lnTo>
                    <a:pt x="104475" y="209550"/>
                  </a:lnTo>
                  <a:lnTo>
                    <a:pt x="105972" y="209550"/>
                  </a:lnTo>
                  <a:lnTo>
                    <a:pt x="107768" y="197127"/>
                  </a:lnTo>
                  <a:lnTo>
                    <a:pt x="112259" y="196827"/>
                  </a:lnTo>
                  <a:lnTo>
                    <a:pt x="116749" y="196378"/>
                  </a:lnTo>
                  <a:lnTo>
                    <a:pt x="121239" y="195630"/>
                  </a:lnTo>
                  <a:lnTo>
                    <a:pt x="125580" y="194732"/>
                  </a:lnTo>
                  <a:lnTo>
                    <a:pt x="129771" y="193684"/>
                  </a:lnTo>
                  <a:lnTo>
                    <a:pt x="133962" y="192337"/>
                  </a:lnTo>
                  <a:lnTo>
                    <a:pt x="138153" y="190990"/>
                  </a:lnTo>
                  <a:lnTo>
                    <a:pt x="142194" y="189194"/>
                  </a:lnTo>
                  <a:lnTo>
                    <a:pt x="146086" y="187398"/>
                  </a:lnTo>
                  <a:lnTo>
                    <a:pt x="149828" y="185302"/>
                  </a:lnTo>
                  <a:lnTo>
                    <a:pt x="153570" y="183207"/>
                  </a:lnTo>
                  <a:lnTo>
                    <a:pt x="157162" y="180812"/>
                  </a:lnTo>
                  <a:lnTo>
                    <a:pt x="160605" y="178267"/>
                  </a:lnTo>
                  <a:lnTo>
                    <a:pt x="164047" y="175573"/>
                  </a:lnTo>
                  <a:lnTo>
                    <a:pt x="167191" y="172729"/>
                  </a:lnTo>
                  <a:lnTo>
                    <a:pt x="170334" y="169736"/>
                  </a:lnTo>
                  <a:lnTo>
                    <a:pt x="173328" y="166592"/>
                  </a:lnTo>
                  <a:lnTo>
                    <a:pt x="176022" y="163449"/>
                  </a:lnTo>
                  <a:lnTo>
                    <a:pt x="178716" y="160006"/>
                  </a:lnTo>
                  <a:lnTo>
                    <a:pt x="181260" y="156564"/>
                  </a:lnTo>
                  <a:lnTo>
                    <a:pt x="183506" y="152972"/>
                  </a:lnTo>
                  <a:lnTo>
                    <a:pt x="185751" y="149230"/>
                  </a:lnTo>
                  <a:lnTo>
                    <a:pt x="187697" y="145338"/>
                  </a:lnTo>
                  <a:lnTo>
                    <a:pt x="189493" y="141446"/>
                  </a:lnTo>
                  <a:lnTo>
                    <a:pt x="191139" y="137405"/>
                  </a:lnTo>
                  <a:lnTo>
                    <a:pt x="192636" y="133214"/>
                  </a:lnTo>
                  <a:lnTo>
                    <a:pt x="193833" y="129023"/>
                  </a:lnTo>
                  <a:lnTo>
                    <a:pt x="194881" y="124682"/>
                  </a:lnTo>
                  <a:lnTo>
                    <a:pt x="195779" y="120342"/>
                  </a:lnTo>
                  <a:lnTo>
                    <a:pt x="196378" y="116001"/>
                  </a:lnTo>
                  <a:lnTo>
                    <a:pt x="196827" y="111511"/>
                  </a:lnTo>
                  <a:lnTo>
                    <a:pt x="197126" y="106871"/>
                  </a:lnTo>
                  <a:lnTo>
                    <a:pt x="209400" y="105074"/>
                  </a:lnTo>
                  <a:lnTo>
                    <a:pt x="209400" y="103428"/>
                  </a:lnTo>
                  <a:lnTo>
                    <a:pt x="197126" y="101781"/>
                  </a:lnTo>
                  <a:lnTo>
                    <a:pt x="196827" y="97141"/>
                  </a:lnTo>
                  <a:lnTo>
                    <a:pt x="196378" y="92651"/>
                  </a:lnTo>
                  <a:lnTo>
                    <a:pt x="195630" y="88310"/>
                  </a:lnTo>
                  <a:lnTo>
                    <a:pt x="194732" y="83820"/>
                  </a:lnTo>
                  <a:lnTo>
                    <a:pt x="193684" y="79629"/>
                  </a:lnTo>
                  <a:lnTo>
                    <a:pt x="192337" y="75438"/>
                  </a:lnTo>
                  <a:lnTo>
                    <a:pt x="190840" y="71247"/>
                  </a:lnTo>
                  <a:lnTo>
                    <a:pt x="189193" y="67355"/>
                  </a:lnTo>
                  <a:lnTo>
                    <a:pt x="187397" y="63314"/>
                  </a:lnTo>
                  <a:lnTo>
                    <a:pt x="185302" y="59572"/>
                  </a:lnTo>
                  <a:lnTo>
                    <a:pt x="183057" y="55830"/>
                  </a:lnTo>
                  <a:lnTo>
                    <a:pt x="180662" y="52238"/>
                  </a:lnTo>
                  <a:lnTo>
                    <a:pt x="178267" y="48795"/>
                  </a:lnTo>
                  <a:lnTo>
                    <a:pt x="175573" y="45502"/>
                  </a:lnTo>
                  <a:lnTo>
                    <a:pt x="172729" y="42209"/>
                  </a:lnTo>
                  <a:lnTo>
                    <a:pt x="169735" y="39066"/>
                  </a:lnTo>
                  <a:lnTo>
                    <a:pt x="166592" y="36222"/>
                  </a:lnTo>
                  <a:lnTo>
                    <a:pt x="163299" y="33378"/>
                  </a:lnTo>
                  <a:lnTo>
                    <a:pt x="160006" y="30684"/>
                  </a:lnTo>
                  <a:lnTo>
                    <a:pt x="156414" y="28289"/>
                  </a:lnTo>
                  <a:lnTo>
                    <a:pt x="152822" y="25894"/>
                  </a:lnTo>
                  <a:lnTo>
                    <a:pt x="149080" y="23799"/>
                  </a:lnTo>
                  <a:lnTo>
                    <a:pt x="145338" y="21703"/>
                  </a:lnTo>
                  <a:lnTo>
                    <a:pt x="141296" y="19907"/>
                  </a:lnTo>
                  <a:lnTo>
                    <a:pt x="137405" y="18261"/>
                  </a:lnTo>
                  <a:lnTo>
                    <a:pt x="133214" y="16764"/>
                  </a:lnTo>
                  <a:lnTo>
                    <a:pt x="129023" y="15567"/>
                  </a:lnTo>
                  <a:lnTo>
                    <a:pt x="124682" y="14519"/>
                  </a:lnTo>
                  <a:lnTo>
                    <a:pt x="120341" y="13621"/>
                  </a:lnTo>
                  <a:lnTo>
                    <a:pt x="115851" y="13022"/>
                  </a:lnTo>
                  <a:lnTo>
                    <a:pt x="111361" y="12573"/>
                  </a:lnTo>
                  <a:lnTo>
                    <a:pt x="106870" y="12423"/>
                  </a:lnTo>
                  <a:lnTo>
                    <a:pt x="10492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5" name="Google Shape;2005;p56"/>
            <p:cNvSpPr/>
            <p:nvPr/>
          </p:nvSpPr>
          <p:spPr>
            <a:xfrm>
              <a:off x="4088775" y="2591800"/>
              <a:ext cx="18725" cy="291900"/>
            </a:xfrm>
            <a:custGeom>
              <a:rect b="b" l="l" r="r" t="t"/>
              <a:pathLst>
                <a:path extrusionOk="0" h="11676" w="749">
                  <a:moveTo>
                    <a:pt x="299" y="1"/>
                  </a:moveTo>
                  <a:lnTo>
                    <a:pt x="299" y="151"/>
                  </a:lnTo>
                  <a:lnTo>
                    <a:pt x="0" y="4791"/>
                  </a:lnTo>
                  <a:lnTo>
                    <a:pt x="150" y="9281"/>
                  </a:lnTo>
                  <a:lnTo>
                    <a:pt x="150" y="9730"/>
                  </a:lnTo>
                  <a:lnTo>
                    <a:pt x="150" y="9880"/>
                  </a:lnTo>
                  <a:lnTo>
                    <a:pt x="150" y="10329"/>
                  </a:lnTo>
                  <a:lnTo>
                    <a:pt x="150" y="10628"/>
                  </a:lnTo>
                  <a:lnTo>
                    <a:pt x="150" y="11077"/>
                  </a:lnTo>
                  <a:lnTo>
                    <a:pt x="299" y="11526"/>
                  </a:lnTo>
                  <a:lnTo>
                    <a:pt x="299" y="11676"/>
                  </a:lnTo>
                  <a:lnTo>
                    <a:pt x="599" y="11676"/>
                  </a:lnTo>
                  <a:lnTo>
                    <a:pt x="599" y="11526"/>
                  </a:lnTo>
                  <a:lnTo>
                    <a:pt x="599" y="10927"/>
                  </a:lnTo>
                  <a:lnTo>
                    <a:pt x="599" y="10628"/>
                  </a:lnTo>
                  <a:lnTo>
                    <a:pt x="748" y="10329"/>
                  </a:lnTo>
                  <a:lnTo>
                    <a:pt x="748" y="9880"/>
                  </a:lnTo>
                  <a:lnTo>
                    <a:pt x="748" y="9730"/>
                  </a:lnTo>
                  <a:lnTo>
                    <a:pt x="748" y="9281"/>
                  </a:lnTo>
                  <a:lnTo>
                    <a:pt x="748" y="4791"/>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6" name="Google Shape;2006;p56"/>
            <p:cNvSpPr/>
            <p:nvPr/>
          </p:nvSpPr>
          <p:spPr>
            <a:xfrm>
              <a:off x="4253400" y="2584325"/>
              <a:ext cx="15000" cy="276925"/>
            </a:xfrm>
            <a:custGeom>
              <a:rect b="b" l="l" r="r" t="t"/>
              <a:pathLst>
                <a:path extrusionOk="0" h="11077" w="600">
                  <a:moveTo>
                    <a:pt x="151" y="0"/>
                  </a:moveTo>
                  <a:lnTo>
                    <a:pt x="1" y="2096"/>
                  </a:lnTo>
                  <a:lnTo>
                    <a:pt x="1" y="4341"/>
                  </a:lnTo>
                  <a:lnTo>
                    <a:pt x="1" y="5389"/>
                  </a:lnTo>
                  <a:lnTo>
                    <a:pt x="1" y="6287"/>
                  </a:lnTo>
                  <a:lnTo>
                    <a:pt x="151" y="10927"/>
                  </a:lnTo>
                  <a:lnTo>
                    <a:pt x="151" y="11077"/>
                  </a:lnTo>
                  <a:lnTo>
                    <a:pt x="450" y="11077"/>
                  </a:lnTo>
                  <a:lnTo>
                    <a:pt x="450" y="10927"/>
                  </a:lnTo>
                  <a:lnTo>
                    <a:pt x="600" y="5389"/>
                  </a:lnTo>
                  <a:lnTo>
                    <a:pt x="600" y="4341"/>
                  </a:lnTo>
                  <a:lnTo>
                    <a:pt x="600" y="3293"/>
                  </a:lnTo>
                  <a:lnTo>
                    <a:pt x="600" y="1647"/>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7" name="Google Shape;2007;p56"/>
            <p:cNvSpPr/>
            <p:nvPr/>
          </p:nvSpPr>
          <p:spPr>
            <a:xfrm>
              <a:off x="4328250" y="2595550"/>
              <a:ext cx="26225" cy="273200"/>
            </a:xfrm>
            <a:custGeom>
              <a:rect b="b" l="l" r="r" t="t"/>
              <a:pathLst>
                <a:path extrusionOk="0" h="10928" w="1049">
                  <a:moveTo>
                    <a:pt x="449" y="1"/>
                  </a:moveTo>
                  <a:lnTo>
                    <a:pt x="449" y="150"/>
                  </a:lnTo>
                  <a:lnTo>
                    <a:pt x="300" y="1348"/>
                  </a:lnTo>
                  <a:lnTo>
                    <a:pt x="0" y="3742"/>
                  </a:lnTo>
                  <a:lnTo>
                    <a:pt x="0" y="6137"/>
                  </a:lnTo>
                  <a:lnTo>
                    <a:pt x="150" y="8532"/>
                  </a:lnTo>
                  <a:lnTo>
                    <a:pt x="449" y="10777"/>
                  </a:lnTo>
                  <a:lnTo>
                    <a:pt x="599" y="10927"/>
                  </a:lnTo>
                  <a:lnTo>
                    <a:pt x="599" y="10777"/>
                  </a:lnTo>
                  <a:lnTo>
                    <a:pt x="899" y="8383"/>
                  </a:lnTo>
                  <a:lnTo>
                    <a:pt x="1048" y="5838"/>
                  </a:lnTo>
                  <a:lnTo>
                    <a:pt x="1048" y="3144"/>
                  </a:lnTo>
                  <a:lnTo>
                    <a:pt x="749" y="749"/>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8" name="Google Shape;2008;p56"/>
            <p:cNvSpPr/>
            <p:nvPr/>
          </p:nvSpPr>
          <p:spPr>
            <a:xfrm>
              <a:off x="4410575" y="2599300"/>
              <a:ext cx="22475" cy="258200"/>
            </a:xfrm>
            <a:custGeom>
              <a:rect b="b" l="l" r="r" t="t"/>
              <a:pathLst>
                <a:path extrusionOk="0" h="10328" w="899">
                  <a:moveTo>
                    <a:pt x="300" y="0"/>
                  </a:moveTo>
                  <a:lnTo>
                    <a:pt x="300" y="150"/>
                  </a:lnTo>
                  <a:lnTo>
                    <a:pt x="150" y="2844"/>
                  </a:lnTo>
                  <a:lnTo>
                    <a:pt x="0" y="5538"/>
                  </a:lnTo>
                  <a:lnTo>
                    <a:pt x="0" y="7933"/>
                  </a:lnTo>
                  <a:lnTo>
                    <a:pt x="150" y="9131"/>
                  </a:lnTo>
                  <a:lnTo>
                    <a:pt x="449" y="10328"/>
                  </a:lnTo>
                  <a:lnTo>
                    <a:pt x="599" y="10328"/>
                  </a:lnTo>
                  <a:lnTo>
                    <a:pt x="749" y="9131"/>
                  </a:lnTo>
                  <a:lnTo>
                    <a:pt x="898" y="7933"/>
                  </a:lnTo>
                  <a:lnTo>
                    <a:pt x="898" y="5538"/>
                  </a:lnTo>
                  <a:lnTo>
                    <a:pt x="898" y="2844"/>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9" name="Google Shape;2009;p56"/>
            <p:cNvSpPr/>
            <p:nvPr/>
          </p:nvSpPr>
          <p:spPr>
            <a:xfrm>
              <a:off x="4489150" y="2614250"/>
              <a:ext cx="29975" cy="243250"/>
            </a:xfrm>
            <a:custGeom>
              <a:rect b="b" l="l" r="r" t="t"/>
              <a:pathLst>
                <a:path extrusionOk="0" h="9730" w="1199">
                  <a:moveTo>
                    <a:pt x="450" y="1"/>
                  </a:moveTo>
                  <a:lnTo>
                    <a:pt x="300" y="2396"/>
                  </a:lnTo>
                  <a:lnTo>
                    <a:pt x="1" y="4940"/>
                  </a:lnTo>
                  <a:lnTo>
                    <a:pt x="1" y="7335"/>
                  </a:lnTo>
                  <a:lnTo>
                    <a:pt x="150" y="8533"/>
                  </a:lnTo>
                  <a:lnTo>
                    <a:pt x="450" y="9580"/>
                  </a:lnTo>
                  <a:lnTo>
                    <a:pt x="599" y="9730"/>
                  </a:lnTo>
                  <a:lnTo>
                    <a:pt x="749" y="9580"/>
                  </a:lnTo>
                  <a:lnTo>
                    <a:pt x="899" y="8533"/>
                  </a:lnTo>
                  <a:lnTo>
                    <a:pt x="1048" y="7335"/>
                  </a:lnTo>
                  <a:lnTo>
                    <a:pt x="1198" y="4940"/>
                  </a:lnTo>
                  <a:lnTo>
                    <a:pt x="899" y="2396"/>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0" name="Google Shape;2010;p56"/>
            <p:cNvSpPr/>
            <p:nvPr/>
          </p:nvSpPr>
          <p:spPr>
            <a:xfrm>
              <a:off x="4571475" y="2621750"/>
              <a:ext cx="22475" cy="243250"/>
            </a:xfrm>
            <a:custGeom>
              <a:rect b="b" l="l" r="r" t="t"/>
              <a:pathLst>
                <a:path extrusionOk="0" h="9730" w="899">
                  <a:moveTo>
                    <a:pt x="450" y="0"/>
                  </a:moveTo>
                  <a:lnTo>
                    <a:pt x="300" y="150"/>
                  </a:lnTo>
                  <a:lnTo>
                    <a:pt x="300" y="300"/>
                  </a:lnTo>
                  <a:lnTo>
                    <a:pt x="150" y="2694"/>
                  </a:lnTo>
                  <a:lnTo>
                    <a:pt x="150" y="5239"/>
                  </a:lnTo>
                  <a:lnTo>
                    <a:pt x="1" y="7484"/>
                  </a:lnTo>
                  <a:lnTo>
                    <a:pt x="150" y="8532"/>
                  </a:lnTo>
                  <a:lnTo>
                    <a:pt x="300" y="9580"/>
                  </a:lnTo>
                  <a:lnTo>
                    <a:pt x="450" y="9729"/>
                  </a:lnTo>
                  <a:lnTo>
                    <a:pt x="599" y="9580"/>
                  </a:lnTo>
                  <a:lnTo>
                    <a:pt x="899" y="8532"/>
                  </a:lnTo>
                  <a:lnTo>
                    <a:pt x="899" y="7484"/>
                  </a:lnTo>
                  <a:lnTo>
                    <a:pt x="899" y="5239"/>
                  </a:lnTo>
                  <a:lnTo>
                    <a:pt x="899" y="2694"/>
                  </a:lnTo>
                  <a:lnTo>
                    <a:pt x="599" y="300"/>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1" name="Google Shape;2011;p56"/>
            <p:cNvSpPr/>
            <p:nvPr/>
          </p:nvSpPr>
          <p:spPr>
            <a:xfrm>
              <a:off x="4653800" y="2636700"/>
              <a:ext cx="22475" cy="232050"/>
            </a:xfrm>
            <a:custGeom>
              <a:rect b="b" l="l" r="r" t="t"/>
              <a:pathLst>
                <a:path extrusionOk="0" h="9282" w="899">
                  <a:moveTo>
                    <a:pt x="150" y="1"/>
                  </a:moveTo>
                  <a:lnTo>
                    <a:pt x="0" y="2246"/>
                  </a:lnTo>
                  <a:lnTo>
                    <a:pt x="0" y="4641"/>
                  </a:lnTo>
                  <a:lnTo>
                    <a:pt x="150" y="9131"/>
                  </a:lnTo>
                  <a:lnTo>
                    <a:pt x="300" y="9281"/>
                  </a:lnTo>
                  <a:lnTo>
                    <a:pt x="599" y="9281"/>
                  </a:lnTo>
                  <a:lnTo>
                    <a:pt x="599" y="9131"/>
                  </a:lnTo>
                  <a:lnTo>
                    <a:pt x="899" y="4641"/>
                  </a:lnTo>
                  <a:lnTo>
                    <a:pt x="749" y="2246"/>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2" name="Google Shape;2012;p56"/>
            <p:cNvSpPr/>
            <p:nvPr/>
          </p:nvSpPr>
          <p:spPr>
            <a:xfrm>
              <a:off x="4736125" y="2640450"/>
              <a:ext cx="22475" cy="235775"/>
            </a:xfrm>
            <a:custGeom>
              <a:rect b="b" l="l" r="r" t="t"/>
              <a:pathLst>
                <a:path extrusionOk="0" h="9431" w="899">
                  <a:moveTo>
                    <a:pt x="449" y="1"/>
                  </a:moveTo>
                  <a:lnTo>
                    <a:pt x="300" y="150"/>
                  </a:lnTo>
                  <a:lnTo>
                    <a:pt x="150" y="1198"/>
                  </a:lnTo>
                  <a:lnTo>
                    <a:pt x="0" y="2246"/>
                  </a:lnTo>
                  <a:lnTo>
                    <a:pt x="0" y="4491"/>
                  </a:lnTo>
                  <a:lnTo>
                    <a:pt x="0" y="6886"/>
                  </a:lnTo>
                  <a:lnTo>
                    <a:pt x="150" y="9281"/>
                  </a:lnTo>
                  <a:lnTo>
                    <a:pt x="150" y="9430"/>
                  </a:lnTo>
                  <a:lnTo>
                    <a:pt x="449" y="9430"/>
                  </a:lnTo>
                  <a:lnTo>
                    <a:pt x="599" y="9281"/>
                  </a:lnTo>
                  <a:lnTo>
                    <a:pt x="749" y="6886"/>
                  </a:lnTo>
                  <a:lnTo>
                    <a:pt x="898" y="4491"/>
                  </a:lnTo>
                  <a:lnTo>
                    <a:pt x="898" y="2246"/>
                  </a:lnTo>
                  <a:lnTo>
                    <a:pt x="898" y="119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3" name="Google Shape;2013;p56"/>
            <p:cNvSpPr/>
            <p:nvPr/>
          </p:nvSpPr>
          <p:spPr>
            <a:xfrm>
              <a:off x="4814700" y="2659175"/>
              <a:ext cx="22475" cy="205825"/>
            </a:xfrm>
            <a:custGeom>
              <a:rect b="b" l="l" r="r" t="t"/>
              <a:pathLst>
                <a:path extrusionOk="0" h="8233" w="899">
                  <a:moveTo>
                    <a:pt x="599" y="0"/>
                  </a:moveTo>
                  <a:lnTo>
                    <a:pt x="450" y="150"/>
                  </a:lnTo>
                  <a:lnTo>
                    <a:pt x="1" y="4041"/>
                  </a:lnTo>
                  <a:lnTo>
                    <a:pt x="1" y="5987"/>
                  </a:lnTo>
                  <a:lnTo>
                    <a:pt x="150" y="7933"/>
                  </a:lnTo>
                  <a:lnTo>
                    <a:pt x="300" y="8083"/>
                  </a:lnTo>
                  <a:lnTo>
                    <a:pt x="450" y="8232"/>
                  </a:lnTo>
                  <a:lnTo>
                    <a:pt x="599" y="8083"/>
                  </a:lnTo>
                  <a:lnTo>
                    <a:pt x="749" y="7933"/>
                  </a:lnTo>
                  <a:lnTo>
                    <a:pt x="899" y="5987"/>
                  </a:lnTo>
                  <a:lnTo>
                    <a:pt x="899" y="4041"/>
                  </a:lnTo>
                  <a:lnTo>
                    <a:pt x="899" y="2096"/>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4" name="Google Shape;2014;p56"/>
            <p:cNvSpPr/>
            <p:nvPr/>
          </p:nvSpPr>
          <p:spPr>
            <a:xfrm>
              <a:off x="4893275" y="2670400"/>
              <a:ext cx="29975" cy="243250"/>
            </a:xfrm>
            <a:custGeom>
              <a:rect b="b" l="l" r="r" t="t"/>
              <a:pathLst>
                <a:path extrusionOk="0" h="9730" w="1199">
                  <a:moveTo>
                    <a:pt x="600" y="0"/>
                  </a:moveTo>
                  <a:lnTo>
                    <a:pt x="450" y="150"/>
                  </a:lnTo>
                  <a:lnTo>
                    <a:pt x="151" y="2245"/>
                  </a:lnTo>
                  <a:lnTo>
                    <a:pt x="1" y="4041"/>
                  </a:lnTo>
                  <a:lnTo>
                    <a:pt x="1" y="5987"/>
                  </a:lnTo>
                  <a:lnTo>
                    <a:pt x="151" y="7783"/>
                  </a:lnTo>
                  <a:lnTo>
                    <a:pt x="300" y="9580"/>
                  </a:lnTo>
                  <a:lnTo>
                    <a:pt x="450" y="9729"/>
                  </a:lnTo>
                  <a:lnTo>
                    <a:pt x="600" y="9729"/>
                  </a:lnTo>
                  <a:lnTo>
                    <a:pt x="749" y="9580"/>
                  </a:lnTo>
                  <a:lnTo>
                    <a:pt x="1049" y="7334"/>
                  </a:lnTo>
                  <a:lnTo>
                    <a:pt x="1198" y="4939"/>
                  </a:lnTo>
                  <a:lnTo>
                    <a:pt x="1049" y="2395"/>
                  </a:lnTo>
                  <a:lnTo>
                    <a:pt x="749" y="150"/>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5" name="Google Shape;2015;p56"/>
            <p:cNvSpPr/>
            <p:nvPr/>
          </p:nvSpPr>
          <p:spPr>
            <a:xfrm>
              <a:off x="4975600" y="2681625"/>
              <a:ext cx="22475" cy="194600"/>
            </a:xfrm>
            <a:custGeom>
              <a:rect b="b" l="l" r="r" t="t"/>
              <a:pathLst>
                <a:path extrusionOk="0" h="7784" w="899">
                  <a:moveTo>
                    <a:pt x="300" y="0"/>
                  </a:moveTo>
                  <a:lnTo>
                    <a:pt x="150" y="1946"/>
                  </a:lnTo>
                  <a:lnTo>
                    <a:pt x="1" y="3742"/>
                  </a:lnTo>
                  <a:lnTo>
                    <a:pt x="1" y="5688"/>
                  </a:lnTo>
                  <a:lnTo>
                    <a:pt x="300" y="7484"/>
                  </a:lnTo>
                  <a:lnTo>
                    <a:pt x="300" y="7783"/>
                  </a:lnTo>
                  <a:lnTo>
                    <a:pt x="600" y="7783"/>
                  </a:lnTo>
                  <a:lnTo>
                    <a:pt x="749" y="7484"/>
                  </a:lnTo>
                  <a:lnTo>
                    <a:pt x="899" y="5688"/>
                  </a:lnTo>
                  <a:lnTo>
                    <a:pt x="899" y="3742"/>
                  </a:lnTo>
                  <a:lnTo>
                    <a:pt x="899" y="1946"/>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6" name="Google Shape;2016;p56"/>
            <p:cNvSpPr/>
            <p:nvPr/>
          </p:nvSpPr>
          <p:spPr>
            <a:xfrm>
              <a:off x="5136500" y="2700325"/>
              <a:ext cx="22500" cy="164675"/>
            </a:xfrm>
            <a:custGeom>
              <a:rect b="b" l="l" r="r" t="t"/>
              <a:pathLst>
                <a:path extrusionOk="0" h="6587" w="900">
                  <a:moveTo>
                    <a:pt x="300" y="1"/>
                  </a:moveTo>
                  <a:lnTo>
                    <a:pt x="151" y="150"/>
                  </a:lnTo>
                  <a:lnTo>
                    <a:pt x="1" y="1647"/>
                  </a:lnTo>
                  <a:lnTo>
                    <a:pt x="1" y="3293"/>
                  </a:lnTo>
                  <a:lnTo>
                    <a:pt x="1" y="4940"/>
                  </a:lnTo>
                  <a:lnTo>
                    <a:pt x="300" y="6437"/>
                  </a:lnTo>
                  <a:lnTo>
                    <a:pt x="300" y="6586"/>
                  </a:lnTo>
                  <a:lnTo>
                    <a:pt x="600" y="6586"/>
                  </a:lnTo>
                  <a:lnTo>
                    <a:pt x="749" y="6437"/>
                  </a:lnTo>
                  <a:lnTo>
                    <a:pt x="749"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7" name="Google Shape;2017;p56"/>
            <p:cNvSpPr/>
            <p:nvPr/>
          </p:nvSpPr>
          <p:spPr>
            <a:xfrm>
              <a:off x="5057925" y="2692850"/>
              <a:ext cx="22475" cy="172150"/>
            </a:xfrm>
            <a:custGeom>
              <a:rect b="b" l="l" r="r" t="t"/>
              <a:pathLst>
                <a:path extrusionOk="0" h="6886" w="899">
                  <a:moveTo>
                    <a:pt x="300" y="0"/>
                  </a:moveTo>
                  <a:lnTo>
                    <a:pt x="300" y="150"/>
                  </a:lnTo>
                  <a:lnTo>
                    <a:pt x="1" y="1647"/>
                  </a:lnTo>
                  <a:lnTo>
                    <a:pt x="1" y="3293"/>
                  </a:lnTo>
                  <a:lnTo>
                    <a:pt x="1" y="4940"/>
                  </a:lnTo>
                  <a:lnTo>
                    <a:pt x="150" y="6586"/>
                  </a:lnTo>
                  <a:lnTo>
                    <a:pt x="300" y="6736"/>
                  </a:lnTo>
                  <a:lnTo>
                    <a:pt x="450" y="6885"/>
                  </a:lnTo>
                  <a:lnTo>
                    <a:pt x="599" y="6736"/>
                  </a:lnTo>
                  <a:lnTo>
                    <a:pt x="599" y="6586"/>
                  </a:lnTo>
                  <a:lnTo>
                    <a:pt x="899" y="4940"/>
                  </a:lnTo>
                  <a:lnTo>
                    <a:pt x="899" y="3293"/>
                  </a:lnTo>
                  <a:lnTo>
                    <a:pt x="749" y="1647"/>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8" name="Google Shape;2018;p56"/>
            <p:cNvSpPr/>
            <p:nvPr/>
          </p:nvSpPr>
          <p:spPr>
            <a:xfrm>
              <a:off x="5218825" y="2711550"/>
              <a:ext cx="22475" cy="149700"/>
            </a:xfrm>
            <a:custGeom>
              <a:rect b="b" l="l" r="r" t="t"/>
              <a:pathLst>
                <a:path extrusionOk="0" h="5988" w="899">
                  <a:moveTo>
                    <a:pt x="450" y="1"/>
                  </a:moveTo>
                  <a:lnTo>
                    <a:pt x="300" y="150"/>
                  </a:lnTo>
                  <a:lnTo>
                    <a:pt x="1" y="1497"/>
                  </a:lnTo>
                  <a:lnTo>
                    <a:pt x="1" y="2994"/>
                  </a:lnTo>
                  <a:lnTo>
                    <a:pt x="1" y="4491"/>
                  </a:lnTo>
                  <a:lnTo>
                    <a:pt x="151" y="5838"/>
                  </a:lnTo>
                  <a:lnTo>
                    <a:pt x="300" y="5988"/>
                  </a:lnTo>
                  <a:lnTo>
                    <a:pt x="600" y="5988"/>
                  </a:lnTo>
                  <a:lnTo>
                    <a:pt x="600"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9" name="Google Shape;2019;p56"/>
            <p:cNvSpPr/>
            <p:nvPr/>
          </p:nvSpPr>
          <p:spPr>
            <a:xfrm>
              <a:off x="5297425" y="2726525"/>
              <a:ext cx="26200" cy="134725"/>
            </a:xfrm>
            <a:custGeom>
              <a:rect b="b" l="l" r="r" t="t"/>
              <a:pathLst>
                <a:path extrusionOk="0" h="5389" w="1048">
                  <a:moveTo>
                    <a:pt x="300" y="0"/>
                  </a:moveTo>
                  <a:lnTo>
                    <a:pt x="300" y="150"/>
                  </a:lnTo>
                  <a:lnTo>
                    <a:pt x="0" y="1347"/>
                  </a:lnTo>
                  <a:lnTo>
                    <a:pt x="0" y="2694"/>
                  </a:lnTo>
                  <a:lnTo>
                    <a:pt x="0" y="3892"/>
                  </a:lnTo>
                  <a:lnTo>
                    <a:pt x="300" y="5089"/>
                  </a:lnTo>
                  <a:lnTo>
                    <a:pt x="300" y="5239"/>
                  </a:lnTo>
                  <a:lnTo>
                    <a:pt x="449" y="5389"/>
                  </a:lnTo>
                  <a:lnTo>
                    <a:pt x="599" y="5239"/>
                  </a:lnTo>
                  <a:lnTo>
                    <a:pt x="749" y="5089"/>
                  </a:lnTo>
                  <a:lnTo>
                    <a:pt x="898" y="3892"/>
                  </a:lnTo>
                  <a:lnTo>
                    <a:pt x="1048" y="269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0" name="Google Shape;2020;p56"/>
            <p:cNvSpPr/>
            <p:nvPr/>
          </p:nvSpPr>
          <p:spPr>
            <a:xfrm>
              <a:off x="5379750" y="2734000"/>
              <a:ext cx="22475" cy="142225"/>
            </a:xfrm>
            <a:custGeom>
              <a:rect b="b" l="l" r="r" t="t"/>
              <a:pathLst>
                <a:path extrusionOk="0" h="5689" w="899">
                  <a:moveTo>
                    <a:pt x="449" y="1"/>
                  </a:moveTo>
                  <a:lnTo>
                    <a:pt x="150" y="150"/>
                  </a:lnTo>
                  <a:lnTo>
                    <a:pt x="0" y="1497"/>
                  </a:lnTo>
                  <a:lnTo>
                    <a:pt x="0" y="2994"/>
                  </a:lnTo>
                  <a:lnTo>
                    <a:pt x="0" y="4341"/>
                  </a:lnTo>
                  <a:lnTo>
                    <a:pt x="150" y="4940"/>
                  </a:lnTo>
                  <a:lnTo>
                    <a:pt x="299" y="5539"/>
                  </a:lnTo>
                  <a:lnTo>
                    <a:pt x="449" y="5688"/>
                  </a:lnTo>
                  <a:lnTo>
                    <a:pt x="599" y="5539"/>
                  </a:lnTo>
                  <a:lnTo>
                    <a:pt x="748" y="4940"/>
                  </a:lnTo>
                  <a:lnTo>
                    <a:pt x="898" y="4341"/>
                  </a:lnTo>
                  <a:lnTo>
                    <a:pt x="898" y="2994"/>
                  </a:lnTo>
                  <a:lnTo>
                    <a:pt x="748" y="1497"/>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1" name="Google Shape;2021;p56"/>
            <p:cNvSpPr/>
            <p:nvPr/>
          </p:nvSpPr>
          <p:spPr>
            <a:xfrm>
              <a:off x="5458325" y="2748975"/>
              <a:ext cx="22475" cy="131000"/>
            </a:xfrm>
            <a:custGeom>
              <a:rect b="b" l="l" r="r" t="t"/>
              <a:pathLst>
                <a:path extrusionOk="0" h="5240" w="899">
                  <a:moveTo>
                    <a:pt x="300" y="0"/>
                  </a:moveTo>
                  <a:lnTo>
                    <a:pt x="300" y="150"/>
                  </a:lnTo>
                  <a:lnTo>
                    <a:pt x="150" y="1347"/>
                  </a:lnTo>
                  <a:lnTo>
                    <a:pt x="0" y="2844"/>
                  </a:lnTo>
                  <a:lnTo>
                    <a:pt x="150" y="4042"/>
                  </a:lnTo>
                  <a:lnTo>
                    <a:pt x="150" y="4640"/>
                  </a:lnTo>
                  <a:lnTo>
                    <a:pt x="449" y="5239"/>
                  </a:lnTo>
                  <a:lnTo>
                    <a:pt x="599" y="5239"/>
                  </a:lnTo>
                  <a:lnTo>
                    <a:pt x="898" y="4640"/>
                  </a:lnTo>
                  <a:lnTo>
                    <a:pt x="898" y="4042"/>
                  </a:lnTo>
                  <a:lnTo>
                    <a:pt x="898" y="284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2" name="Google Shape;2022;p56"/>
            <p:cNvSpPr/>
            <p:nvPr/>
          </p:nvSpPr>
          <p:spPr>
            <a:xfrm>
              <a:off x="5536900" y="2748975"/>
              <a:ext cx="29950" cy="134725"/>
            </a:xfrm>
            <a:custGeom>
              <a:rect b="b" l="l" r="r" t="t"/>
              <a:pathLst>
                <a:path extrusionOk="0" h="5389" w="1198">
                  <a:moveTo>
                    <a:pt x="450" y="0"/>
                  </a:moveTo>
                  <a:lnTo>
                    <a:pt x="450" y="150"/>
                  </a:lnTo>
                  <a:lnTo>
                    <a:pt x="150" y="1347"/>
                  </a:lnTo>
                  <a:lnTo>
                    <a:pt x="1" y="2695"/>
                  </a:lnTo>
                  <a:lnTo>
                    <a:pt x="150" y="4042"/>
                  </a:lnTo>
                  <a:lnTo>
                    <a:pt x="150" y="4790"/>
                  </a:lnTo>
                  <a:lnTo>
                    <a:pt x="450" y="5389"/>
                  </a:lnTo>
                  <a:lnTo>
                    <a:pt x="749" y="5389"/>
                  </a:lnTo>
                  <a:lnTo>
                    <a:pt x="1048" y="4790"/>
                  </a:lnTo>
                  <a:lnTo>
                    <a:pt x="1198" y="4042"/>
                  </a:lnTo>
                  <a:lnTo>
                    <a:pt x="1198" y="2695"/>
                  </a:lnTo>
                  <a:lnTo>
                    <a:pt x="1048" y="134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3" name="Google Shape;2023;p56"/>
            <p:cNvSpPr/>
            <p:nvPr/>
          </p:nvSpPr>
          <p:spPr>
            <a:xfrm>
              <a:off x="5619225" y="2767675"/>
              <a:ext cx="26225" cy="134750"/>
            </a:xfrm>
            <a:custGeom>
              <a:rect b="b" l="l" r="r" t="t"/>
              <a:pathLst>
                <a:path extrusionOk="0" h="5390" w="1049">
                  <a:moveTo>
                    <a:pt x="599" y="1"/>
                  </a:moveTo>
                  <a:lnTo>
                    <a:pt x="450" y="150"/>
                  </a:lnTo>
                  <a:lnTo>
                    <a:pt x="150" y="1348"/>
                  </a:lnTo>
                  <a:lnTo>
                    <a:pt x="0" y="2695"/>
                  </a:lnTo>
                  <a:lnTo>
                    <a:pt x="150" y="4042"/>
                  </a:lnTo>
                  <a:lnTo>
                    <a:pt x="300" y="5239"/>
                  </a:lnTo>
                  <a:lnTo>
                    <a:pt x="599" y="5389"/>
                  </a:lnTo>
                  <a:lnTo>
                    <a:pt x="749" y="5239"/>
                  </a:lnTo>
                  <a:lnTo>
                    <a:pt x="1048" y="4042"/>
                  </a:lnTo>
                  <a:lnTo>
                    <a:pt x="1048" y="2695"/>
                  </a:lnTo>
                  <a:lnTo>
                    <a:pt x="899" y="134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4" name="Google Shape;2024;p56"/>
            <p:cNvSpPr/>
            <p:nvPr/>
          </p:nvSpPr>
          <p:spPr>
            <a:xfrm>
              <a:off x="5701550" y="2778900"/>
              <a:ext cx="22475" cy="108550"/>
            </a:xfrm>
            <a:custGeom>
              <a:rect b="b" l="l" r="r" t="t"/>
              <a:pathLst>
                <a:path extrusionOk="0" h="4342" w="899">
                  <a:moveTo>
                    <a:pt x="300" y="1"/>
                  </a:moveTo>
                  <a:lnTo>
                    <a:pt x="0" y="1049"/>
                  </a:lnTo>
                  <a:lnTo>
                    <a:pt x="0" y="2096"/>
                  </a:lnTo>
                  <a:lnTo>
                    <a:pt x="0" y="3144"/>
                  </a:lnTo>
                  <a:lnTo>
                    <a:pt x="150" y="3743"/>
                  </a:lnTo>
                  <a:lnTo>
                    <a:pt x="300" y="4192"/>
                  </a:lnTo>
                  <a:lnTo>
                    <a:pt x="449" y="4341"/>
                  </a:lnTo>
                  <a:lnTo>
                    <a:pt x="749" y="4192"/>
                  </a:lnTo>
                  <a:lnTo>
                    <a:pt x="898" y="3743"/>
                  </a:lnTo>
                  <a:lnTo>
                    <a:pt x="898" y="3144"/>
                  </a:lnTo>
                  <a:lnTo>
                    <a:pt x="898" y="2096"/>
                  </a:lnTo>
                  <a:lnTo>
                    <a:pt x="898" y="1049"/>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5" name="Google Shape;2025;p56"/>
            <p:cNvSpPr/>
            <p:nvPr/>
          </p:nvSpPr>
          <p:spPr>
            <a:xfrm>
              <a:off x="5783875" y="2786400"/>
              <a:ext cx="22475" cy="82350"/>
            </a:xfrm>
            <a:custGeom>
              <a:rect b="b" l="l" r="r" t="t"/>
              <a:pathLst>
                <a:path extrusionOk="0" h="3294" w="899">
                  <a:moveTo>
                    <a:pt x="449" y="0"/>
                  </a:moveTo>
                  <a:lnTo>
                    <a:pt x="300" y="150"/>
                  </a:lnTo>
                  <a:lnTo>
                    <a:pt x="0" y="1647"/>
                  </a:lnTo>
                  <a:lnTo>
                    <a:pt x="0" y="2395"/>
                  </a:lnTo>
                  <a:lnTo>
                    <a:pt x="150" y="3143"/>
                  </a:lnTo>
                  <a:lnTo>
                    <a:pt x="300" y="3293"/>
                  </a:lnTo>
                  <a:lnTo>
                    <a:pt x="599" y="3293"/>
                  </a:lnTo>
                  <a:lnTo>
                    <a:pt x="749" y="3143"/>
                  </a:lnTo>
                  <a:lnTo>
                    <a:pt x="898" y="2395"/>
                  </a:lnTo>
                  <a:lnTo>
                    <a:pt x="749" y="1647"/>
                  </a:lnTo>
                  <a:lnTo>
                    <a:pt x="599" y="150"/>
                  </a:lnTo>
                  <a:lnTo>
                    <a:pt x="4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6" name="Google Shape;2026;p56"/>
            <p:cNvSpPr/>
            <p:nvPr/>
          </p:nvSpPr>
          <p:spPr>
            <a:xfrm>
              <a:off x="5862450" y="2793875"/>
              <a:ext cx="22475" cy="67375"/>
            </a:xfrm>
            <a:custGeom>
              <a:rect b="b" l="l" r="r" t="t"/>
              <a:pathLst>
                <a:path extrusionOk="0" h="2695" w="899">
                  <a:moveTo>
                    <a:pt x="300" y="0"/>
                  </a:moveTo>
                  <a:lnTo>
                    <a:pt x="150" y="599"/>
                  </a:lnTo>
                  <a:lnTo>
                    <a:pt x="1" y="1348"/>
                  </a:lnTo>
                  <a:lnTo>
                    <a:pt x="150" y="1946"/>
                  </a:lnTo>
                  <a:lnTo>
                    <a:pt x="300" y="2545"/>
                  </a:lnTo>
                  <a:lnTo>
                    <a:pt x="300" y="2695"/>
                  </a:lnTo>
                  <a:lnTo>
                    <a:pt x="599" y="2695"/>
                  </a:lnTo>
                  <a:lnTo>
                    <a:pt x="749" y="2545"/>
                  </a:lnTo>
                  <a:lnTo>
                    <a:pt x="899" y="1946"/>
                  </a:lnTo>
                  <a:lnTo>
                    <a:pt x="899" y="1348"/>
                  </a:lnTo>
                  <a:lnTo>
                    <a:pt x="899" y="599"/>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7" name="Google Shape;2027;p56"/>
            <p:cNvSpPr/>
            <p:nvPr/>
          </p:nvSpPr>
          <p:spPr>
            <a:xfrm>
              <a:off x="5944775" y="2808850"/>
              <a:ext cx="22475" cy="67375"/>
            </a:xfrm>
            <a:custGeom>
              <a:rect b="b" l="l" r="r" t="t"/>
              <a:pathLst>
                <a:path extrusionOk="0" h="2695" w="899">
                  <a:moveTo>
                    <a:pt x="300" y="0"/>
                  </a:moveTo>
                  <a:lnTo>
                    <a:pt x="150" y="599"/>
                  </a:lnTo>
                  <a:lnTo>
                    <a:pt x="1" y="1347"/>
                  </a:lnTo>
                  <a:lnTo>
                    <a:pt x="1" y="2096"/>
                  </a:lnTo>
                  <a:lnTo>
                    <a:pt x="150" y="2395"/>
                  </a:lnTo>
                  <a:lnTo>
                    <a:pt x="300" y="2545"/>
                  </a:lnTo>
                  <a:lnTo>
                    <a:pt x="450" y="2694"/>
                  </a:lnTo>
                  <a:lnTo>
                    <a:pt x="599" y="2545"/>
                  </a:lnTo>
                  <a:lnTo>
                    <a:pt x="749" y="2395"/>
                  </a:lnTo>
                  <a:lnTo>
                    <a:pt x="899" y="2096"/>
                  </a:lnTo>
                  <a:lnTo>
                    <a:pt x="899" y="1347"/>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8" name="Google Shape;2028;p56"/>
            <p:cNvSpPr/>
            <p:nvPr/>
          </p:nvSpPr>
          <p:spPr>
            <a:xfrm>
              <a:off x="6027100" y="2812575"/>
              <a:ext cx="18725" cy="59900"/>
            </a:xfrm>
            <a:custGeom>
              <a:rect b="b" l="l" r="r" t="t"/>
              <a:pathLst>
                <a:path extrusionOk="0" h="2396" w="749">
                  <a:moveTo>
                    <a:pt x="300" y="1"/>
                  </a:moveTo>
                  <a:lnTo>
                    <a:pt x="150" y="151"/>
                  </a:lnTo>
                  <a:lnTo>
                    <a:pt x="0" y="1198"/>
                  </a:lnTo>
                  <a:lnTo>
                    <a:pt x="150" y="2246"/>
                  </a:lnTo>
                  <a:lnTo>
                    <a:pt x="150" y="2396"/>
                  </a:lnTo>
                  <a:lnTo>
                    <a:pt x="449" y="2396"/>
                  </a:lnTo>
                  <a:lnTo>
                    <a:pt x="599" y="224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pic>
        <p:nvPicPr>
          <p:cNvPr id="2029" name="Google Shape;2029;p56"/>
          <p:cNvPicPr preferRelativeResize="0"/>
          <p:nvPr/>
        </p:nvPicPr>
        <p:blipFill rotWithShape="1">
          <a:blip r:embed="rId3">
            <a:alphaModFix amt="41000"/>
          </a:blip>
          <a:srcRect b="0" l="0" r="0" t="0"/>
          <a:stretch/>
        </p:blipFill>
        <p:spPr>
          <a:xfrm rot="1076215">
            <a:off x="-1616015" y="2704203"/>
            <a:ext cx="6266355" cy="405902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1000" fill="hold"/>
                                        <p:tgtEl>
                                          <p:spTgt spid="1859"/>
                                        </p:tgtEl>
                                        <p:attrNameLst>
                                          <p:attrName>r</p:attrName>
                                        </p:attrNameLst>
                                      </p:cBhvr>
                                    </p:animRo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3" name="Shape 2033"/>
        <p:cNvGrpSpPr/>
        <p:nvPr/>
      </p:nvGrpSpPr>
      <p:grpSpPr>
        <a:xfrm>
          <a:off x="0" y="0"/>
          <a:ext cx="0" cy="0"/>
          <a:chOff x="0" y="0"/>
          <a:chExt cx="0" cy="0"/>
        </a:xfrm>
      </p:grpSpPr>
      <p:sp>
        <p:nvSpPr>
          <p:cNvPr id="2034" name="Google Shape;2034;p57"/>
          <p:cNvSpPr txBox="1"/>
          <p:nvPr>
            <p:ph idx="1" type="body"/>
          </p:nvPr>
        </p:nvSpPr>
        <p:spPr>
          <a:xfrm>
            <a:off x="868101" y="1469423"/>
            <a:ext cx="3303000" cy="1503300"/>
          </a:xfrm>
          <a:prstGeom prst="rect">
            <a:avLst/>
          </a:prstGeom>
          <a:noFill/>
          <a:ln>
            <a:noFill/>
          </a:ln>
        </p:spPr>
        <p:txBody>
          <a:bodyPr anchorCtr="0" anchor="t" bIns="91425" lIns="91425" spcFirstLastPara="1" rIns="91425" wrap="square" tIns="91425">
            <a:noAutofit/>
          </a:bodyPr>
          <a:lstStyle/>
          <a:p>
            <a:pPr indent="-317500" lvl="0" marL="457200" rtl="0" algn="l">
              <a:lnSpc>
                <a:spcPct val="150000"/>
              </a:lnSpc>
              <a:spcBef>
                <a:spcPts val="0"/>
              </a:spcBef>
              <a:spcAft>
                <a:spcPts val="0"/>
              </a:spcAft>
              <a:buSzPts val="1400"/>
              <a:buChar char="●"/>
            </a:pPr>
            <a:r>
              <a:rPr lang="en" sz="1200"/>
              <a:t>Wagwoord-hashing (bcrypt) loop in ‘n aparte draad</a:t>
            </a:r>
            <a:endParaRPr/>
          </a:p>
          <a:p>
            <a:pPr indent="-317500" lvl="0" marL="457200" rtl="0" algn="l">
              <a:lnSpc>
                <a:spcPct val="150000"/>
              </a:lnSpc>
              <a:spcBef>
                <a:spcPts val="0"/>
              </a:spcBef>
              <a:spcAft>
                <a:spcPts val="0"/>
              </a:spcAft>
              <a:buSzPts val="1400"/>
              <a:buChar char="●"/>
            </a:pPr>
            <a:r>
              <a:rPr lang="en" sz="1200"/>
              <a:t>Intussen voeg die hoofdraad die gebruiker in die databasis in</a:t>
            </a:r>
            <a:endParaRPr/>
          </a:p>
          <a:p>
            <a:pPr indent="-317500" lvl="0" marL="457200" rtl="0" algn="l">
              <a:lnSpc>
                <a:spcPct val="150000"/>
              </a:lnSpc>
              <a:spcBef>
                <a:spcPts val="0"/>
              </a:spcBef>
              <a:spcAft>
                <a:spcPts val="0"/>
              </a:spcAft>
              <a:buSzPts val="1400"/>
              <a:buChar char="●"/>
            </a:pPr>
            <a:r>
              <a:rPr lang="en" sz="1200"/>
              <a:t>Wagwoordverifikasie by inteken gebruik ook ‘n aparte draad</a:t>
            </a:r>
            <a:endParaRPr/>
          </a:p>
          <a:p>
            <a:pPr indent="-317500" lvl="0" marL="457200" rtl="0" algn="l">
              <a:lnSpc>
                <a:spcPct val="150000"/>
              </a:lnSpc>
              <a:spcBef>
                <a:spcPts val="0"/>
              </a:spcBef>
              <a:spcAft>
                <a:spcPts val="0"/>
              </a:spcAft>
              <a:buSzPts val="1400"/>
              <a:buChar char="●"/>
            </a:pPr>
            <a:r>
              <a:rPr lang="en" sz="1200"/>
              <a:t>Wagtyd: O(2</a:t>
            </a:r>
            <a:r>
              <a:rPr baseline="30000" lang="en" sz="1200"/>
              <a:t>c</a:t>
            </a:r>
            <a:r>
              <a:rPr lang="en" sz="1200"/>
              <a:t>) in plaas van O(2</a:t>
            </a:r>
            <a:r>
              <a:rPr baseline="30000" lang="en" sz="1200">
                <a:latin typeface="Arial"/>
                <a:ea typeface="Arial"/>
                <a:cs typeface="Arial"/>
                <a:sym typeface="Arial"/>
              </a:rPr>
              <a:t>c</a:t>
            </a:r>
            <a:r>
              <a:rPr lang="en" sz="1200"/>
              <a:t> + log n)</a:t>
            </a:r>
            <a:endParaRPr/>
          </a:p>
          <a:p>
            <a:pPr indent="-317500" lvl="0" marL="457200" rtl="0" algn="l">
              <a:lnSpc>
                <a:spcPct val="150000"/>
              </a:lnSpc>
              <a:spcBef>
                <a:spcPts val="0"/>
              </a:spcBef>
              <a:spcAft>
                <a:spcPts val="0"/>
              </a:spcAft>
              <a:buSzPts val="1400"/>
              <a:buChar char="●"/>
            </a:pPr>
            <a:r>
              <a:rPr lang="en" sz="1200"/>
              <a:t>Beperking: beperkte drade, dus moet gebruikers in ‘n tou wag</a:t>
            </a:r>
            <a:endParaRPr/>
          </a:p>
        </p:txBody>
      </p:sp>
      <p:sp>
        <p:nvSpPr>
          <p:cNvPr id="2035" name="Google Shape;2035;p57"/>
          <p:cNvSpPr txBox="1"/>
          <p:nvPr>
            <p:ph idx="2" type="body"/>
          </p:nvPr>
        </p:nvSpPr>
        <p:spPr>
          <a:xfrm>
            <a:off x="4572000" y="1468861"/>
            <a:ext cx="3303000" cy="1503300"/>
          </a:xfrm>
          <a:prstGeom prst="rect">
            <a:avLst/>
          </a:prstGeom>
          <a:noFill/>
          <a:ln>
            <a:noFill/>
          </a:ln>
        </p:spPr>
        <p:txBody>
          <a:bodyPr anchorCtr="0" anchor="t" bIns="91425" lIns="91425" spcFirstLastPara="1" rIns="91425" wrap="square" tIns="91425">
            <a:noAutofit/>
          </a:bodyPr>
          <a:lstStyle/>
          <a:p>
            <a:pPr indent="-317500" lvl="0" marL="457200" rtl="0" algn="l">
              <a:lnSpc>
                <a:spcPct val="150000"/>
              </a:lnSpc>
              <a:spcBef>
                <a:spcPts val="0"/>
              </a:spcBef>
              <a:spcAft>
                <a:spcPts val="0"/>
              </a:spcAft>
              <a:buSzPts val="1400"/>
              <a:buChar char="●"/>
            </a:pPr>
            <a:r>
              <a:rPr lang="en" sz="1200"/>
              <a:t>Roosters en besprekings van alle lokale word gelyktydig gelaai</a:t>
            </a:r>
            <a:endParaRPr/>
          </a:p>
          <a:p>
            <a:pPr indent="-317500" lvl="0" marL="457200" rtl="0" algn="l">
              <a:lnSpc>
                <a:spcPct val="150000"/>
              </a:lnSpc>
              <a:spcBef>
                <a:spcPts val="0"/>
              </a:spcBef>
              <a:spcAft>
                <a:spcPts val="0"/>
              </a:spcAft>
              <a:buSzPts val="1400"/>
              <a:buChar char="●"/>
            </a:pPr>
            <a:r>
              <a:rPr lang="en" sz="1200"/>
              <a:t>Roete-kaarte: net die relevante geboue en verdiepings word gelaai</a:t>
            </a:r>
            <a:endParaRPr/>
          </a:p>
          <a:p>
            <a:pPr indent="-317500" lvl="0" marL="457200" rtl="0" algn="l">
              <a:lnSpc>
                <a:spcPct val="150000"/>
              </a:lnSpc>
              <a:spcBef>
                <a:spcPts val="0"/>
              </a:spcBef>
              <a:spcAft>
                <a:spcPts val="0"/>
              </a:spcAft>
              <a:buSzPts val="1400"/>
              <a:buChar char="●"/>
            </a:pPr>
            <a:r>
              <a:rPr lang="en" sz="1200"/>
              <a:t>Admin sorteer: twee algoritmes hardloop langs mekaar met setInterval en setTimeout</a:t>
            </a:r>
            <a:endParaRPr sz="1200"/>
          </a:p>
          <a:p>
            <a:pPr indent="-317500" lvl="0" marL="457200" rtl="0" algn="l">
              <a:lnSpc>
                <a:spcPct val="150000"/>
              </a:lnSpc>
              <a:spcBef>
                <a:spcPts val="0"/>
              </a:spcBef>
              <a:spcAft>
                <a:spcPts val="0"/>
              </a:spcAft>
              <a:buSzPts val="1400"/>
              <a:buChar char="●"/>
            </a:pPr>
            <a:r>
              <a:rPr lang="en" sz="1200"/>
              <a:t>Wagtyd: O(Ti), die stadigste taak, in plaas van O(T1 + T2 + … + Tk)</a:t>
            </a:r>
            <a:endParaRPr/>
          </a:p>
          <a:p>
            <a:pPr indent="-317500" lvl="0" marL="457200" rtl="0" algn="l">
              <a:lnSpc>
                <a:spcPct val="150000"/>
              </a:lnSpc>
              <a:spcBef>
                <a:spcPts val="0"/>
              </a:spcBef>
              <a:spcAft>
                <a:spcPts val="0"/>
              </a:spcAft>
              <a:buSzPts val="1400"/>
              <a:buChar char="●"/>
            </a:pPr>
            <a:r>
              <a:rPr lang="en" sz="1200"/>
              <a:t>Beperking: Promise.all misluk as een versoek misluk, en blaaiers het ‘n verbindingslimiet</a:t>
            </a:r>
            <a:endParaRPr sz="1200"/>
          </a:p>
        </p:txBody>
      </p:sp>
      <p:sp>
        <p:nvSpPr>
          <p:cNvPr id="2036" name="Google Shape;2036;p57"/>
          <p:cNvSpPr txBox="1"/>
          <p:nvPr>
            <p:ph idx="3" type="title"/>
          </p:nvPr>
        </p:nvSpPr>
        <p:spPr>
          <a:xfrm>
            <a:off x="868101" y="516738"/>
            <a:ext cx="3609349" cy="5589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400"/>
              <a:buNone/>
            </a:pPr>
            <a:r>
              <a:rPr lang="en"/>
              <a:t>Backend ~ ThreadPoolExecutor</a:t>
            </a:r>
            <a:endParaRPr/>
          </a:p>
        </p:txBody>
      </p:sp>
      <p:sp>
        <p:nvSpPr>
          <p:cNvPr id="2037" name="Google Shape;2037;p57"/>
          <p:cNvSpPr txBox="1"/>
          <p:nvPr>
            <p:ph idx="4" type="title"/>
          </p:nvPr>
        </p:nvSpPr>
        <p:spPr>
          <a:xfrm>
            <a:off x="4572000" y="490677"/>
            <a:ext cx="3303300" cy="5589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3400"/>
              <a:buNone/>
            </a:pPr>
            <a:r>
              <a:rPr lang="en"/>
              <a:t>Frontend ~ Promise.all en tydhouers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1" name="Shape 2041"/>
        <p:cNvGrpSpPr/>
        <p:nvPr/>
      </p:nvGrpSpPr>
      <p:grpSpPr>
        <a:xfrm>
          <a:off x="0" y="0"/>
          <a:ext cx="0" cy="0"/>
          <a:chOff x="0" y="0"/>
          <a:chExt cx="0" cy="0"/>
        </a:xfrm>
      </p:grpSpPr>
      <p:sp>
        <p:nvSpPr>
          <p:cNvPr id="2042" name="Google Shape;2042;p58"/>
          <p:cNvSpPr txBox="1"/>
          <p:nvPr>
            <p:ph type="title"/>
          </p:nvPr>
        </p:nvSpPr>
        <p:spPr>
          <a:xfrm>
            <a:off x="994913" y="2302100"/>
            <a:ext cx="4530000" cy="12957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a:t>Sorteer Algoritmes</a:t>
            </a:r>
            <a:endParaRPr/>
          </a:p>
        </p:txBody>
      </p:sp>
      <p:sp>
        <p:nvSpPr>
          <p:cNvPr id="2043" name="Google Shape;2043;p58"/>
          <p:cNvSpPr txBox="1"/>
          <p:nvPr>
            <p:ph idx="2" type="title"/>
          </p:nvPr>
        </p:nvSpPr>
        <p:spPr>
          <a:xfrm>
            <a:off x="2494438" y="1164975"/>
            <a:ext cx="1530900" cy="7134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6000"/>
              <a:buNone/>
            </a:pPr>
            <a:r>
              <a:rPr lang="en"/>
              <a:t>07</a:t>
            </a:r>
            <a:endParaRPr/>
          </a:p>
        </p:txBody>
      </p:sp>
      <p:sp>
        <p:nvSpPr>
          <p:cNvPr id="2044" name="Google Shape;2044;p58"/>
          <p:cNvSpPr txBox="1"/>
          <p:nvPr>
            <p:ph idx="1" type="subTitle"/>
          </p:nvPr>
        </p:nvSpPr>
        <p:spPr>
          <a:xfrm>
            <a:off x="1719388" y="3679125"/>
            <a:ext cx="3081000" cy="7134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lang="en"/>
              <a:t>Vergelyking van vyf sorteeralgoritmes</a:t>
            </a:r>
            <a:endParaRPr/>
          </a:p>
        </p:txBody>
      </p:sp>
      <p:cxnSp>
        <p:nvCxnSpPr>
          <p:cNvPr id="2045" name="Google Shape;2045;p58"/>
          <p:cNvCxnSpPr/>
          <p:nvPr/>
        </p:nvCxnSpPr>
        <p:spPr>
          <a:xfrm>
            <a:off x="2577538" y="2134753"/>
            <a:ext cx="1364700" cy="0"/>
          </a:xfrm>
          <a:prstGeom prst="straightConnector1">
            <a:avLst/>
          </a:prstGeom>
          <a:noFill/>
          <a:ln cap="flat" cmpd="sng" w="9525">
            <a:solidFill>
              <a:schemeClr val="dk1"/>
            </a:solidFill>
            <a:prstDash val="solid"/>
            <a:round/>
            <a:headEnd len="sm" w="sm" type="none"/>
            <a:tailEnd len="sm" w="sm" type="none"/>
          </a:ln>
        </p:spPr>
      </p:cxnSp>
      <p:grpSp>
        <p:nvGrpSpPr>
          <p:cNvPr id="2046" name="Google Shape;2046;p58"/>
          <p:cNvGrpSpPr/>
          <p:nvPr/>
        </p:nvGrpSpPr>
        <p:grpSpPr>
          <a:xfrm>
            <a:off x="5861384" y="1427078"/>
            <a:ext cx="2287695" cy="2289334"/>
            <a:chOff x="1192500" y="238125"/>
            <a:chExt cx="5235000" cy="5238750"/>
          </a:xfrm>
        </p:grpSpPr>
        <p:sp>
          <p:nvSpPr>
            <p:cNvPr id="2047" name="Google Shape;2047;p58"/>
            <p:cNvSpPr/>
            <p:nvPr/>
          </p:nvSpPr>
          <p:spPr>
            <a:xfrm>
              <a:off x="4141150" y="2266250"/>
              <a:ext cx="123500" cy="123525"/>
            </a:xfrm>
            <a:custGeom>
              <a:rect b="b" l="l" r="r" t="t"/>
              <a:pathLst>
                <a:path extrusionOk="0" h="4941" w="4940">
                  <a:moveTo>
                    <a:pt x="1" y="1"/>
                  </a:moveTo>
                  <a:lnTo>
                    <a:pt x="1" y="150"/>
                  </a:lnTo>
                  <a:lnTo>
                    <a:pt x="1048" y="1348"/>
                  </a:lnTo>
                  <a:lnTo>
                    <a:pt x="2246" y="2545"/>
                  </a:lnTo>
                  <a:lnTo>
                    <a:pt x="4790" y="4940"/>
                  </a:lnTo>
                  <a:lnTo>
                    <a:pt x="4940" y="4940"/>
                  </a:lnTo>
                  <a:lnTo>
                    <a:pt x="4940" y="4791"/>
                  </a:lnTo>
                  <a:lnTo>
                    <a:pt x="2545" y="23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8" name="Google Shape;2048;p58"/>
            <p:cNvSpPr/>
            <p:nvPr/>
          </p:nvSpPr>
          <p:spPr>
            <a:xfrm>
              <a:off x="4189800" y="2221350"/>
              <a:ext cx="123500" cy="131000"/>
            </a:xfrm>
            <a:custGeom>
              <a:rect b="b" l="l" r="r" t="t"/>
              <a:pathLst>
                <a:path extrusionOk="0" h="5240" w="4940">
                  <a:moveTo>
                    <a:pt x="150" y="1"/>
                  </a:moveTo>
                  <a:lnTo>
                    <a:pt x="0" y="150"/>
                  </a:lnTo>
                  <a:lnTo>
                    <a:pt x="1048" y="1497"/>
                  </a:lnTo>
                  <a:lnTo>
                    <a:pt x="2246" y="2695"/>
                  </a:lnTo>
                  <a:lnTo>
                    <a:pt x="3443" y="3892"/>
                  </a:lnTo>
                  <a:lnTo>
                    <a:pt x="4790" y="5239"/>
                  </a:lnTo>
                  <a:lnTo>
                    <a:pt x="4940" y="5239"/>
                  </a:lnTo>
                  <a:lnTo>
                    <a:pt x="4940" y="5090"/>
                  </a:lnTo>
                  <a:lnTo>
                    <a:pt x="2545" y="2396"/>
                  </a:lnTo>
                  <a:lnTo>
                    <a:pt x="1347" y="1198"/>
                  </a:lnTo>
                  <a:lnTo>
                    <a:pt x="749" y="5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9" name="Google Shape;2049;p58"/>
            <p:cNvSpPr/>
            <p:nvPr/>
          </p:nvSpPr>
          <p:spPr>
            <a:xfrm>
              <a:off x="4242175" y="2187675"/>
              <a:ext cx="108550" cy="112275"/>
            </a:xfrm>
            <a:custGeom>
              <a:rect b="b" l="l" r="r" t="t"/>
              <a:pathLst>
                <a:path extrusionOk="0" h="4491" w="4342">
                  <a:moveTo>
                    <a:pt x="1" y="1"/>
                  </a:moveTo>
                  <a:lnTo>
                    <a:pt x="1" y="150"/>
                  </a:lnTo>
                  <a:lnTo>
                    <a:pt x="1947" y="2395"/>
                  </a:lnTo>
                  <a:lnTo>
                    <a:pt x="4042" y="4491"/>
                  </a:lnTo>
                  <a:lnTo>
                    <a:pt x="4342" y="4491"/>
                  </a:lnTo>
                  <a:lnTo>
                    <a:pt x="4342" y="4341"/>
                  </a:lnTo>
                  <a:lnTo>
                    <a:pt x="2246" y="20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0" name="Google Shape;2050;p58"/>
            <p:cNvSpPr/>
            <p:nvPr/>
          </p:nvSpPr>
          <p:spPr>
            <a:xfrm>
              <a:off x="4290825" y="2154000"/>
              <a:ext cx="131000" cy="131000"/>
            </a:xfrm>
            <a:custGeom>
              <a:rect b="b" l="l" r="r" t="t"/>
              <a:pathLst>
                <a:path extrusionOk="0" h="5240" w="5240">
                  <a:moveTo>
                    <a:pt x="1" y="0"/>
                  </a:moveTo>
                  <a:lnTo>
                    <a:pt x="1" y="150"/>
                  </a:lnTo>
                  <a:lnTo>
                    <a:pt x="1198" y="1348"/>
                  </a:lnTo>
                  <a:lnTo>
                    <a:pt x="2396" y="2695"/>
                  </a:lnTo>
                  <a:lnTo>
                    <a:pt x="3743" y="4042"/>
                  </a:lnTo>
                  <a:lnTo>
                    <a:pt x="5090" y="5239"/>
                  </a:lnTo>
                  <a:lnTo>
                    <a:pt x="5239" y="5239"/>
                  </a:lnTo>
                  <a:lnTo>
                    <a:pt x="5239" y="5090"/>
                  </a:lnTo>
                  <a:lnTo>
                    <a:pt x="4042" y="3742"/>
                  </a:lnTo>
                  <a:lnTo>
                    <a:pt x="2695" y="2395"/>
                  </a:lnTo>
                  <a:lnTo>
                    <a:pt x="149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1" name="Google Shape;2051;p58"/>
            <p:cNvSpPr/>
            <p:nvPr/>
          </p:nvSpPr>
          <p:spPr>
            <a:xfrm>
              <a:off x="4339475" y="2112825"/>
              <a:ext cx="104800" cy="104800"/>
            </a:xfrm>
            <a:custGeom>
              <a:rect b="b" l="l" r="r" t="t"/>
              <a:pathLst>
                <a:path extrusionOk="0" h="4192" w="4192">
                  <a:moveTo>
                    <a:pt x="0" y="1"/>
                  </a:moveTo>
                  <a:lnTo>
                    <a:pt x="0" y="151"/>
                  </a:lnTo>
                  <a:lnTo>
                    <a:pt x="899" y="1198"/>
                  </a:lnTo>
                  <a:lnTo>
                    <a:pt x="1946" y="2246"/>
                  </a:lnTo>
                  <a:lnTo>
                    <a:pt x="4042" y="4192"/>
                  </a:lnTo>
                  <a:lnTo>
                    <a:pt x="4191" y="4192"/>
                  </a:lnTo>
                  <a:lnTo>
                    <a:pt x="4191" y="4042"/>
                  </a:lnTo>
                  <a:lnTo>
                    <a:pt x="2246" y="1947"/>
                  </a:lnTo>
                  <a:lnTo>
                    <a:pt x="1198" y="10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2" name="Google Shape;2052;p58"/>
            <p:cNvSpPr/>
            <p:nvPr/>
          </p:nvSpPr>
          <p:spPr>
            <a:xfrm>
              <a:off x="4436775" y="2041750"/>
              <a:ext cx="89825" cy="86075"/>
            </a:xfrm>
            <a:custGeom>
              <a:rect b="b" l="l" r="r" t="t"/>
              <a:pathLst>
                <a:path extrusionOk="0" h="3443" w="3593">
                  <a:moveTo>
                    <a:pt x="0" y="0"/>
                  </a:moveTo>
                  <a:lnTo>
                    <a:pt x="1647" y="1796"/>
                  </a:lnTo>
                  <a:lnTo>
                    <a:pt x="3443" y="3443"/>
                  </a:lnTo>
                  <a:lnTo>
                    <a:pt x="3592" y="3443"/>
                  </a:lnTo>
                  <a:lnTo>
                    <a:pt x="3592" y="3293"/>
                  </a:lnTo>
                  <a:lnTo>
                    <a:pt x="2844" y="2395"/>
                  </a:lnTo>
                  <a:lnTo>
                    <a:pt x="1946"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3" name="Google Shape;2053;p58"/>
            <p:cNvSpPr/>
            <p:nvPr/>
          </p:nvSpPr>
          <p:spPr>
            <a:xfrm>
              <a:off x="4388125" y="2079150"/>
              <a:ext cx="93575" cy="89850"/>
            </a:xfrm>
            <a:custGeom>
              <a:rect b="b" l="l" r="r" t="t"/>
              <a:pathLst>
                <a:path extrusionOk="0" h="3594" w="3743">
                  <a:moveTo>
                    <a:pt x="0" y="1"/>
                  </a:moveTo>
                  <a:lnTo>
                    <a:pt x="1647" y="1947"/>
                  </a:lnTo>
                  <a:lnTo>
                    <a:pt x="3443" y="3593"/>
                  </a:lnTo>
                  <a:lnTo>
                    <a:pt x="3742" y="3593"/>
                  </a:lnTo>
                  <a:lnTo>
                    <a:pt x="3742" y="3443"/>
                  </a:lnTo>
                  <a:lnTo>
                    <a:pt x="1946" y="16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4" name="Google Shape;2054;p58"/>
            <p:cNvSpPr/>
            <p:nvPr/>
          </p:nvSpPr>
          <p:spPr>
            <a:xfrm>
              <a:off x="4485400" y="2000575"/>
              <a:ext cx="82350" cy="78600"/>
            </a:xfrm>
            <a:custGeom>
              <a:rect b="b" l="l" r="r" t="t"/>
              <a:pathLst>
                <a:path extrusionOk="0" h="3144" w="3294">
                  <a:moveTo>
                    <a:pt x="1" y="1"/>
                  </a:moveTo>
                  <a:lnTo>
                    <a:pt x="1" y="150"/>
                  </a:lnTo>
                  <a:lnTo>
                    <a:pt x="1498" y="1797"/>
                  </a:lnTo>
                  <a:lnTo>
                    <a:pt x="2246" y="2545"/>
                  </a:lnTo>
                  <a:lnTo>
                    <a:pt x="3144" y="3144"/>
                  </a:lnTo>
                  <a:lnTo>
                    <a:pt x="3294" y="3144"/>
                  </a:lnTo>
                  <a:lnTo>
                    <a:pt x="3294" y="2994"/>
                  </a:lnTo>
                  <a:lnTo>
                    <a:pt x="2545" y="2246"/>
                  </a:lnTo>
                  <a:lnTo>
                    <a:pt x="1797" y="1497"/>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5" name="Google Shape;2055;p58"/>
            <p:cNvSpPr/>
            <p:nvPr/>
          </p:nvSpPr>
          <p:spPr>
            <a:xfrm>
              <a:off x="4537800" y="1966900"/>
              <a:ext cx="71125" cy="67375"/>
            </a:xfrm>
            <a:custGeom>
              <a:rect b="b" l="l" r="r" t="t"/>
              <a:pathLst>
                <a:path extrusionOk="0" h="2695" w="2845">
                  <a:moveTo>
                    <a:pt x="0" y="1"/>
                  </a:moveTo>
                  <a:lnTo>
                    <a:pt x="0" y="150"/>
                  </a:lnTo>
                  <a:lnTo>
                    <a:pt x="1198" y="1497"/>
                  </a:lnTo>
                  <a:lnTo>
                    <a:pt x="2695" y="2695"/>
                  </a:lnTo>
                  <a:lnTo>
                    <a:pt x="2844" y="2695"/>
                  </a:lnTo>
                  <a:lnTo>
                    <a:pt x="2844" y="2545"/>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6" name="Google Shape;2056;p58"/>
            <p:cNvSpPr/>
            <p:nvPr/>
          </p:nvSpPr>
          <p:spPr>
            <a:xfrm>
              <a:off x="4586450" y="1925750"/>
              <a:ext cx="74850" cy="74850"/>
            </a:xfrm>
            <a:custGeom>
              <a:rect b="b" l="l" r="r" t="t"/>
              <a:pathLst>
                <a:path extrusionOk="0" h="2994" w="2994">
                  <a:moveTo>
                    <a:pt x="0" y="0"/>
                  </a:moveTo>
                  <a:lnTo>
                    <a:pt x="0" y="150"/>
                  </a:lnTo>
                  <a:lnTo>
                    <a:pt x="1347" y="1796"/>
                  </a:lnTo>
                  <a:lnTo>
                    <a:pt x="2096" y="2395"/>
                  </a:lnTo>
                  <a:lnTo>
                    <a:pt x="2994" y="2994"/>
                  </a:lnTo>
                  <a:lnTo>
                    <a:pt x="2994" y="2994"/>
                  </a:lnTo>
                  <a:lnTo>
                    <a:pt x="2395" y="2096"/>
                  </a:lnTo>
                  <a:lnTo>
                    <a:pt x="1647"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7" name="Google Shape;2057;p58"/>
            <p:cNvSpPr/>
            <p:nvPr/>
          </p:nvSpPr>
          <p:spPr>
            <a:xfrm>
              <a:off x="4635100" y="1888325"/>
              <a:ext cx="74850" cy="71125"/>
            </a:xfrm>
            <a:custGeom>
              <a:rect b="b" l="l" r="r" t="t"/>
              <a:pathLst>
                <a:path extrusionOk="0" h="2845" w="2994">
                  <a:moveTo>
                    <a:pt x="150" y="0"/>
                  </a:moveTo>
                  <a:lnTo>
                    <a:pt x="150" y="150"/>
                  </a:lnTo>
                  <a:lnTo>
                    <a:pt x="0" y="150"/>
                  </a:lnTo>
                  <a:lnTo>
                    <a:pt x="1347" y="1647"/>
                  </a:lnTo>
                  <a:lnTo>
                    <a:pt x="2096" y="2245"/>
                  </a:lnTo>
                  <a:lnTo>
                    <a:pt x="2844" y="2844"/>
                  </a:lnTo>
                  <a:lnTo>
                    <a:pt x="2994" y="2844"/>
                  </a:lnTo>
                  <a:lnTo>
                    <a:pt x="2395" y="1946"/>
                  </a:lnTo>
                  <a:lnTo>
                    <a:pt x="1647" y="13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8" name="Google Shape;2058;p58"/>
            <p:cNvSpPr/>
            <p:nvPr/>
          </p:nvSpPr>
          <p:spPr>
            <a:xfrm>
              <a:off x="4683725" y="1847150"/>
              <a:ext cx="71125" cy="71125"/>
            </a:xfrm>
            <a:custGeom>
              <a:rect b="b" l="l" r="r" t="t"/>
              <a:pathLst>
                <a:path extrusionOk="0" h="2845" w="2845">
                  <a:moveTo>
                    <a:pt x="1" y="1"/>
                  </a:moveTo>
                  <a:lnTo>
                    <a:pt x="1" y="150"/>
                  </a:lnTo>
                  <a:lnTo>
                    <a:pt x="1348" y="1647"/>
                  </a:lnTo>
                  <a:lnTo>
                    <a:pt x="1947" y="2246"/>
                  </a:lnTo>
                  <a:lnTo>
                    <a:pt x="2695" y="2845"/>
                  </a:lnTo>
                  <a:lnTo>
                    <a:pt x="2845" y="2845"/>
                  </a:lnTo>
                  <a:lnTo>
                    <a:pt x="2845" y="2695"/>
                  </a:lnTo>
                  <a:lnTo>
                    <a:pt x="2246" y="1947"/>
                  </a:lnTo>
                  <a:lnTo>
                    <a:pt x="1647" y="1348"/>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9" name="Google Shape;2059;p58"/>
            <p:cNvSpPr/>
            <p:nvPr/>
          </p:nvSpPr>
          <p:spPr>
            <a:xfrm>
              <a:off x="4736125" y="1813475"/>
              <a:ext cx="71125" cy="71125"/>
            </a:xfrm>
            <a:custGeom>
              <a:rect b="b" l="l" r="r" t="t"/>
              <a:pathLst>
                <a:path extrusionOk="0" h="2845" w="2845">
                  <a:moveTo>
                    <a:pt x="0" y="1"/>
                  </a:moveTo>
                  <a:lnTo>
                    <a:pt x="1348" y="1497"/>
                  </a:lnTo>
                  <a:lnTo>
                    <a:pt x="1946" y="2246"/>
                  </a:lnTo>
                  <a:lnTo>
                    <a:pt x="2695" y="2845"/>
                  </a:lnTo>
                  <a:lnTo>
                    <a:pt x="2844" y="2845"/>
                  </a:lnTo>
                  <a:lnTo>
                    <a:pt x="2844" y="2695"/>
                  </a:lnTo>
                  <a:lnTo>
                    <a:pt x="2246" y="1947"/>
                  </a:lnTo>
                  <a:lnTo>
                    <a:pt x="1647" y="134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0" name="Google Shape;2060;p58"/>
            <p:cNvSpPr/>
            <p:nvPr/>
          </p:nvSpPr>
          <p:spPr>
            <a:xfrm>
              <a:off x="4784775" y="1776050"/>
              <a:ext cx="56150" cy="56175"/>
            </a:xfrm>
            <a:custGeom>
              <a:rect b="b" l="l" r="r" t="t"/>
              <a:pathLst>
                <a:path extrusionOk="0" h="2247" w="2246">
                  <a:moveTo>
                    <a:pt x="0" y="1"/>
                  </a:moveTo>
                  <a:lnTo>
                    <a:pt x="898" y="1198"/>
                  </a:lnTo>
                  <a:lnTo>
                    <a:pt x="1497" y="1797"/>
                  </a:lnTo>
                  <a:lnTo>
                    <a:pt x="2096" y="2246"/>
                  </a:lnTo>
                  <a:lnTo>
                    <a:pt x="2245" y="2246"/>
                  </a:lnTo>
                  <a:lnTo>
                    <a:pt x="2245" y="2096"/>
                  </a:lnTo>
                  <a:lnTo>
                    <a:pt x="1796" y="1498"/>
                  </a:lnTo>
                  <a:lnTo>
                    <a:pt x="1198" y="8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1" name="Google Shape;2061;p58"/>
            <p:cNvSpPr/>
            <p:nvPr/>
          </p:nvSpPr>
          <p:spPr>
            <a:xfrm>
              <a:off x="4833425" y="1738650"/>
              <a:ext cx="41175" cy="41175"/>
            </a:xfrm>
            <a:custGeom>
              <a:rect b="b" l="l" r="r" t="t"/>
              <a:pathLst>
                <a:path extrusionOk="0" h="1647" w="1647">
                  <a:moveTo>
                    <a:pt x="0" y="0"/>
                  </a:moveTo>
                  <a:lnTo>
                    <a:pt x="748" y="898"/>
                  </a:lnTo>
                  <a:lnTo>
                    <a:pt x="1497" y="1647"/>
                  </a:lnTo>
                  <a:lnTo>
                    <a:pt x="1646" y="1647"/>
                  </a:lnTo>
                  <a:lnTo>
                    <a:pt x="1646" y="149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2" name="Google Shape;2062;p58"/>
            <p:cNvSpPr/>
            <p:nvPr/>
          </p:nvSpPr>
          <p:spPr>
            <a:xfrm>
              <a:off x="4882050" y="1697475"/>
              <a:ext cx="33700" cy="33700"/>
            </a:xfrm>
            <a:custGeom>
              <a:rect b="b" l="l" r="r" t="t"/>
              <a:pathLst>
                <a:path extrusionOk="0" h="1348" w="1348">
                  <a:moveTo>
                    <a:pt x="1" y="1"/>
                  </a:moveTo>
                  <a:lnTo>
                    <a:pt x="450" y="749"/>
                  </a:lnTo>
                  <a:lnTo>
                    <a:pt x="1198" y="1348"/>
                  </a:lnTo>
                  <a:lnTo>
                    <a:pt x="1348" y="1348"/>
                  </a:lnTo>
                  <a:lnTo>
                    <a:pt x="1348" y="1198"/>
                  </a:lnTo>
                  <a:lnTo>
                    <a:pt x="749" y="45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3" name="Google Shape;2063;p58"/>
            <p:cNvSpPr/>
            <p:nvPr/>
          </p:nvSpPr>
          <p:spPr>
            <a:xfrm>
              <a:off x="4930700" y="1660050"/>
              <a:ext cx="37450" cy="33700"/>
            </a:xfrm>
            <a:custGeom>
              <a:rect b="b" l="l" r="r" t="t"/>
              <a:pathLst>
                <a:path extrusionOk="0" h="1348" w="1498">
                  <a:moveTo>
                    <a:pt x="1" y="1"/>
                  </a:moveTo>
                  <a:lnTo>
                    <a:pt x="1" y="151"/>
                  </a:lnTo>
                  <a:lnTo>
                    <a:pt x="599" y="899"/>
                  </a:lnTo>
                  <a:lnTo>
                    <a:pt x="899" y="1198"/>
                  </a:lnTo>
                  <a:lnTo>
                    <a:pt x="1348" y="1348"/>
                  </a:lnTo>
                  <a:lnTo>
                    <a:pt x="1497" y="1348"/>
                  </a:lnTo>
                  <a:lnTo>
                    <a:pt x="1497" y="1198"/>
                  </a:lnTo>
                  <a:lnTo>
                    <a:pt x="1198" y="899"/>
                  </a:lnTo>
                  <a:lnTo>
                    <a:pt x="899"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4" name="Google Shape;2064;p58"/>
            <p:cNvSpPr/>
            <p:nvPr/>
          </p:nvSpPr>
          <p:spPr>
            <a:xfrm>
              <a:off x="4979350" y="1618900"/>
              <a:ext cx="29950" cy="29950"/>
            </a:xfrm>
            <a:custGeom>
              <a:rect b="b" l="l" r="r" t="t"/>
              <a:pathLst>
                <a:path extrusionOk="0" h="1198" w="1198">
                  <a:moveTo>
                    <a:pt x="0" y="0"/>
                  </a:moveTo>
                  <a:lnTo>
                    <a:pt x="0" y="150"/>
                  </a:lnTo>
                  <a:lnTo>
                    <a:pt x="450" y="749"/>
                  </a:lnTo>
                  <a:lnTo>
                    <a:pt x="1048" y="1198"/>
                  </a:lnTo>
                  <a:lnTo>
                    <a:pt x="1198" y="1198"/>
                  </a:lnTo>
                  <a:lnTo>
                    <a:pt x="1198" y="1048"/>
                  </a:lnTo>
                  <a:lnTo>
                    <a:pt x="599" y="449"/>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5" name="Google Shape;2065;p58"/>
            <p:cNvSpPr/>
            <p:nvPr/>
          </p:nvSpPr>
          <p:spPr>
            <a:xfrm>
              <a:off x="3228125" y="2386000"/>
              <a:ext cx="123500" cy="127250"/>
            </a:xfrm>
            <a:custGeom>
              <a:rect b="b" l="l" r="r" t="t"/>
              <a:pathLst>
                <a:path extrusionOk="0" h="5090" w="4940">
                  <a:moveTo>
                    <a:pt x="4790" y="1"/>
                  </a:moveTo>
                  <a:lnTo>
                    <a:pt x="2395" y="2395"/>
                  </a:lnTo>
                  <a:lnTo>
                    <a:pt x="0" y="4940"/>
                  </a:lnTo>
                  <a:lnTo>
                    <a:pt x="0" y="5090"/>
                  </a:lnTo>
                  <a:lnTo>
                    <a:pt x="150" y="5090"/>
                  </a:lnTo>
                  <a:lnTo>
                    <a:pt x="1347" y="3892"/>
                  </a:lnTo>
                  <a:lnTo>
                    <a:pt x="2545" y="2695"/>
                  </a:lnTo>
                  <a:lnTo>
                    <a:pt x="4939" y="150"/>
                  </a:lnTo>
                  <a:lnTo>
                    <a:pt x="49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6" name="Google Shape;2066;p58"/>
            <p:cNvSpPr/>
            <p:nvPr/>
          </p:nvSpPr>
          <p:spPr>
            <a:xfrm>
              <a:off x="3183200" y="2337350"/>
              <a:ext cx="131000" cy="123525"/>
            </a:xfrm>
            <a:custGeom>
              <a:rect b="b" l="l" r="r" t="t"/>
              <a:pathLst>
                <a:path extrusionOk="0" h="4941" w="5240">
                  <a:moveTo>
                    <a:pt x="5090" y="1"/>
                  </a:moveTo>
                  <a:lnTo>
                    <a:pt x="2396" y="2545"/>
                  </a:lnTo>
                  <a:lnTo>
                    <a:pt x="1198" y="3593"/>
                  </a:lnTo>
                  <a:lnTo>
                    <a:pt x="600" y="4192"/>
                  </a:lnTo>
                  <a:lnTo>
                    <a:pt x="1" y="4940"/>
                  </a:lnTo>
                  <a:lnTo>
                    <a:pt x="151" y="4940"/>
                  </a:lnTo>
                  <a:lnTo>
                    <a:pt x="1498" y="3892"/>
                  </a:lnTo>
                  <a:lnTo>
                    <a:pt x="2695" y="2845"/>
                  </a:lnTo>
                  <a:lnTo>
                    <a:pt x="3893" y="1497"/>
                  </a:lnTo>
                  <a:lnTo>
                    <a:pt x="5240" y="150"/>
                  </a:lnTo>
                  <a:lnTo>
                    <a:pt x="52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7" name="Google Shape;2067;p58"/>
            <p:cNvSpPr/>
            <p:nvPr/>
          </p:nvSpPr>
          <p:spPr>
            <a:xfrm>
              <a:off x="3149525" y="2303675"/>
              <a:ext cx="112300" cy="108550"/>
            </a:xfrm>
            <a:custGeom>
              <a:rect b="b" l="l" r="r" t="t"/>
              <a:pathLst>
                <a:path extrusionOk="0" h="4342" w="4492">
                  <a:moveTo>
                    <a:pt x="4341" y="1"/>
                  </a:moveTo>
                  <a:lnTo>
                    <a:pt x="2096" y="1946"/>
                  </a:lnTo>
                  <a:lnTo>
                    <a:pt x="1" y="4192"/>
                  </a:lnTo>
                  <a:lnTo>
                    <a:pt x="1" y="4341"/>
                  </a:lnTo>
                  <a:lnTo>
                    <a:pt x="150" y="4341"/>
                  </a:lnTo>
                  <a:lnTo>
                    <a:pt x="2396" y="2246"/>
                  </a:lnTo>
                  <a:lnTo>
                    <a:pt x="4491" y="150"/>
                  </a:lnTo>
                  <a:lnTo>
                    <a:pt x="44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8" name="Google Shape;2068;p58"/>
            <p:cNvSpPr/>
            <p:nvPr/>
          </p:nvSpPr>
          <p:spPr>
            <a:xfrm>
              <a:off x="3115850" y="2228850"/>
              <a:ext cx="131000" cy="130975"/>
            </a:xfrm>
            <a:custGeom>
              <a:rect b="b" l="l" r="r" t="t"/>
              <a:pathLst>
                <a:path extrusionOk="0" h="5239" w="5240">
                  <a:moveTo>
                    <a:pt x="5090" y="0"/>
                  </a:moveTo>
                  <a:lnTo>
                    <a:pt x="3743" y="1197"/>
                  </a:lnTo>
                  <a:lnTo>
                    <a:pt x="2396" y="2545"/>
                  </a:lnTo>
                  <a:lnTo>
                    <a:pt x="1198" y="3892"/>
                  </a:lnTo>
                  <a:lnTo>
                    <a:pt x="1" y="5089"/>
                  </a:lnTo>
                  <a:lnTo>
                    <a:pt x="1" y="5239"/>
                  </a:lnTo>
                  <a:lnTo>
                    <a:pt x="150" y="5239"/>
                  </a:lnTo>
                  <a:lnTo>
                    <a:pt x="1497" y="4041"/>
                  </a:lnTo>
                  <a:lnTo>
                    <a:pt x="2695" y="2844"/>
                  </a:lnTo>
                  <a:lnTo>
                    <a:pt x="4042" y="1497"/>
                  </a:lnTo>
                  <a:lnTo>
                    <a:pt x="5239" y="150"/>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9" name="Google Shape;2069;p58"/>
            <p:cNvSpPr/>
            <p:nvPr/>
          </p:nvSpPr>
          <p:spPr>
            <a:xfrm>
              <a:off x="3074700" y="2210125"/>
              <a:ext cx="104800" cy="101050"/>
            </a:xfrm>
            <a:custGeom>
              <a:rect b="b" l="l" r="r" t="t"/>
              <a:pathLst>
                <a:path extrusionOk="0" h="4042" w="4192">
                  <a:moveTo>
                    <a:pt x="4042" y="1"/>
                  </a:moveTo>
                  <a:lnTo>
                    <a:pt x="1946" y="1797"/>
                  </a:lnTo>
                  <a:lnTo>
                    <a:pt x="1048" y="2845"/>
                  </a:lnTo>
                  <a:lnTo>
                    <a:pt x="0" y="4042"/>
                  </a:lnTo>
                  <a:lnTo>
                    <a:pt x="150" y="4042"/>
                  </a:lnTo>
                  <a:lnTo>
                    <a:pt x="1198" y="3144"/>
                  </a:lnTo>
                  <a:lnTo>
                    <a:pt x="2245" y="2096"/>
                  </a:lnTo>
                  <a:lnTo>
                    <a:pt x="4191" y="150"/>
                  </a:lnTo>
                  <a:lnTo>
                    <a:pt x="41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0" name="Google Shape;2070;p58"/>
            <p:cNvSpPr/>
            <p:nvPr/>
          </p:nvSpPr>
          <p:spPr>
            <a:xfrm>
              <a:off x="3003600" y="2127800"/>
              <a:ext cx="86075" cy="86100"/>
            </a:xfrm>
            <a:custGeom>
              <a:rect b="b" l="l" r="r" t="t"/>
              <a:pathLst>
                <a:path extrusionOk="0" h="3444" w="3443">
                  <a:moveTo>
                    <a:pt x="3293" y="1"/>
                  </a:moveTo>
                  <a:lnTo>
                    <a:pt x="2395" y="749"/>
                  </a:lnTo>
                  <a:lnTo>
                    <a:pt x="1497" y="1497"/>
                  </a:lnTo>
                  <a:lnTo>
                    <a:pt x="0" y="3294"/>
                  </a:lnTo>
                  <a:lnTo>
                    <a:pt x="0" y="3443"/>
                  </a:lnTo>
                  <a:lnTo>
                    <a:pt x="1796"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1" name="Google Shape;2071;p58"/>
            <p:cNvSpPr/>
            <p:nvPr/>
          </p:nvSpPr>
          <p:spPr>
            <a:xfrm>
              <a:off x="3041025" y="2172700"/>
              <a:ext cx="89825" cy="89850"/>
            </a:xfrm>
            <a:custGeom>
              <a:rect b="b" l="l" r="r" t="t"/>
              <a:pathLst>
                <a:path extrusionOk="0" h="3594" w="3593">
                  <a:moveTo>
                    <a:pt x="3443" y="1"/>
                  </a:moveTo>
                  <a:lnTo>
                    <a:pt x="1647" y="1647"/>
                  </a:lnTo>
                  <a:lnTo>
                    <a:pt x="0" y="3443"/>
                  </a:lnTo>
                  <a:lnTo>
                    <a:pt x="0" y="3593"/>
                  </a:lnTo>
                  <a:lnTo>
                    <a:pt x="1946" y="1947"/>
                  </a:lnTo>
                  <a:lnTo>
                    <a:pt x="3592" y="151"/>
                  </a:lnTo>
                  <a:lnTo>
                    <a:pt x="35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2" name="Google Shape;2072;p58"/>
            <p:cNvSpPr/>
            <p:nvPr/>
          </p:nvSpPr>
          <p:spPr>
            <a:xfrm>
              <a:off x="2962425" y="2086650"/>
              <a:ext cx="78625" cy="78600"/>
            </a:xfrm>
            <a:custGeom>
              <a:rect b="b" l="l" r="r" t="t"/>
              <a:pathLst>
                <a:path extrusionOk="0" h="3144" w="3145">
                  <a:moveTo>
                    <a:pt x="2994" y="0"/>
                  </a:moveTo>
                  <a:lnTo>
                    <a:pt x="2246" y="599"/>
                  </a:lnTo>
                  <a:lnTo>
                    <a:pt x="1049" y="1796"/>
                  </a:lnTo>
                  <a:lnTo>
                    <a:pt x="1" y="2994"/>
                  </a:lnTo>
                  <a:lnTo>
                    <a:pt x="1" y="3143"/>
                  </a:lnTo>
                  <a:lnTo>
                    <a:pt x="151" y="3143"/>
                  </a:lnTo>
                  <a:lnTo>
                    <a:pt x="1797" y="1647"/>
                  </a:lnTo>
                  <a:lnTo>
                    <a:pt x="2545" y="898"/>
                  </a:lnTo>
                  <a:lnTo>
                    <a:pt x="3144" y="150"/>
                  </a:lnTo>
                  <a:lnTo>
                    <a:pt x="31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3" name="Google Shape;2073;p58"/>
            <p:cNvSpPr/>
            <p:nvPr/>
          </p:nvSpPr>
          <p:spPr>
            <a:xfrm>
              <a:off x="2928750" y="2041750"/>
              <a:ext cx="67375" cy="71100"/>
            </a:xfrm>
            <a:custGeom>
              <a:rect b="b" l="l" r="r" t="t"/>
              <a:pathLst>
                <a:path extrusionOk="0" h="2844" w="2695">
                  <a:moveTo>
                    <a:pt x="2545" y="0"/>
                  </a:moveTo>
                  <a:lnTo>
                    <a:pt x="1198" y="1347"/>
                  </a:lnTo>
                  <a:lnTo>
                    <a:pt x="1" y="2694"/>
                  </a:lnTo>
                  <a:lnTo>
                    <a:pt x="1" y="2844"/>
                  </a:lnTo>
                  <a:lnTo>
                    <a:pt x="150" y="2844"/>
                  </a:lnTo>
                  <a:lnTo>
                    <a:pt x="1498" y="1647"/>
                  </a:lnTo>
                  <a:lnTo>
                    <a:pt x="2695" y="150"/>
                  </a:lnTo>
                  <a:lnTo>
                    <a:pt x="269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4" name="Google Shape;2074;p58"/>
            <p:cNvSpPr/>
            <p:nvPr/>
          </p:nvSpPr>
          <p:spPr>
            <a:xfrm>
              <a:off x="2887600" y="1989350"/>
              <a:ext cx="74850" cy="74875"/>
            </a:xfrm>
            <a:custGeom>
              <a:rect b="b" l="l" r="r" t="t"/>
              <a:pathLst>
                <a:path extrusionOk="0" h="2995" w="2994">
                  <a:moveTo>
                    <a:pt x="2994" y="1"/>
                  </a:moveTo>
                  <a:lnTo>
                    <a:pt x="2096" y="599"/>
                  </a:lnTo>
                  <a:lnTo>
                    <a:pt x="1497" y="1348"/>
                  </a:lnTo>
                  <a:lnTo>
                    <a:pt x="0" y="2994"/>
                  </a:lnTo>
                  <a:lnTo>
                    <a:pt x="150" y="2994"/>
                  </a:lnTo>
                  <a:lnTo>
                    <a:pt x="1796" y="1647"/>
                  </a:lnTo>
                  <a:lnTo>
                    <a:pt x="2395" y="899"/>
                  </a:lnTo>
                  <a:lnTo>
                    <a:pt x="2994" y="150"/>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5" name="Google Shape;2075;p58"/>
            <p:cNvSpPr/>
            <p:nvPr/>
          </p:nvSpPr>
          <p:spPr>
            <a:xfrm>
              <a:off x="2853925" y="1944450"/>
              <a:ext cx="67375" cy="71125"/>
            </a:xfrm>
            <a:custGeom>
              <a:rect b="b" l="l" r="r" t="t"/>
              <a:pathLst>
                <a:path extrusionOk="0" h="2845" w="2695">
                  <a:moveTo>
                    <a:pt x="2694" y="0"/>
                  </a:moveTo>
                  <a:lnTo>
                    <a:pt x="1946" y="599"/>
                  </a:lnTo>
                  <a:lnTo>
                    <a:pt x="1198" y="1198"/>
                  </a:lnTo>
                  <a:lnTo>
                    <a:pt x="0" y="2695"/>
                  </a:lnTo>
                  <a:lnTo>
                    <a:pt x="0" y="2844"/>
                  </a:lnTo>
                  <a:lnTo>
                    <a:pt x="1497" y="1497"/>
                  </a:lnTo>
                  <a:lnTo>
                    <a:pt x="2245" y="749"/>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6" name="Google Shape;2076;p58"/>
            <p:cNvSpPr/>
            <p:nvPr/>
          </p:nvSpPr>
          <p:spPr>
            <a:xfrm>
              <a:off x="2809025" y="1899550"/>
              <a:ext cx="71100" cy="71125"/>
            </a:xfrm>
            <a:custGeom>
              <a:rect b="b" l="l" r="r" t="t"/>
              <a:pathLst>
                <a:path extrusionOk="0" h="2845" w="2844">
                  <a:moveTo>
                    <a:pt x="2694" y="0"/>
                  </a:moveTo>
                  <a:lnTo>
                    <a:pt x="1946" y="449"/>
                  </a:lnTo>
                  <a:lnTo>
                    <a:pt x="1347" y="1198"/>
                  </a:lnTo>
                  <a:lnTo>
                    <a:pt x="0" y="2695"/>
                  </a:lnTo>
                  <a:lnTo>
                    <a:pt x="0" y="2844"/>
                  </a:lnTo>
                  <a:lnTo>
                    <a:pt x="150" y="2844"/>
                  </a:lnTo>
                  <a:lnTo>
                    <a:pt x="1647" y="1497"/>
                  </a:lnTo>
                  <a:lnTo>
                    <a:pt x="2245" y="749"/>
                  </a:lnTo>
                  <a:lnTo>
                    <a:pt x="2844" y="150"/>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7" name="Google Shape;2077;p58"/>
            <p:cNvSpPr/>
            <p:nvPr/>
          </p:nvSpPr>
          <p:spPr>
            <a:xfrm>
              <a:off x="2775325" y="1847150"/>
              <a:ext cx="71125" cy="67375"/>
            </a:xfrm>
            <a:custGeom>
              <a:rect b="b" l="l" r="r" t="t"/>
              <a:pathLst>
                <a:path extrusionOk="0" h="2695" w="2845">
                  <a:moveTo>
                    <a:pt x="2695" y="1"/>
                  </a:moveTo>
                  <a:lnTo>
                    <a:pt x="1947" y="450"/>
                  </a:lnTo>
                  <a:lnTo>
                    <a:pt x="1348" y="1198"/>
                  </a:lnTo>
                  <a:lnTo>
                    <a:pt x="1" y="2695"/>
                  </a:lnTo>
                  <a:lnTo>
                    <a:pt x="151" y="2695"/>
                  </a:lnTo>
                  <a:lnTo>
                    <a:pt x="1647" y="1498"/>
                  </a:lnTo>
                  <a:lnTo>
                    <a:pt x="2246" y="749"/>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8" name="Google Shape;2078;p58"/>
            <p:cNvSpPr/>
            <p:nvPr/>
          </p:nvSpPr>
          <p:spPr>
            <a:xfrm>
              <a:off x="2737925" y="1809750"/>
              <a:ext cx="56150" cy="56150"/>
            </a:xfrm>
            <a:custGeom>
              <a:rect b="b" l="l" r="r" t="t"/>
              <a:pathLst>
                <a:path extrusionOk="0" h="2246" w="2246">
                  <a:moveTo>
                    <a:pt x="2096" y="0"/>
                  </a:moveTo>
                  <a:lnTo>
                    <a:pt x="1497" y="449"/>
                  </a:lnTo>
                  <a:lnTo>
                    <a:pt x="898" y="1048"/>
                  </a:lnTo>
                  <a:lnTo>
                    <a:pt x="0" y="2245"/>
                  </a:lnTo>
                  <a:lnTo>
                    <a:pt x="1198" y="1347"/>
                  </a:lnTo>
                  <a:lnTo>
                    <a:pt x="1796" y="748"/>
                  </a:lnTo>
                  <a:lnTo>
                    <a:pt x="2245" y="150"/>
                  </a:lnTo>
                  <a:lnTo>
                    <a:pt x="22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79" name="Google Shape;2079;p58"/>
            <p:cNvSpPr/>
            <p:nvPr/>
          </p:nvSpPr>
          <p:spPr>
            <a:xfrm>
              <a:off x="2700500" y="1776050"/>
              <a:ext cx="41175" cy="41200"/>
            </a:xfrm>
            <a:custGeom>
              <a:rect b="b" l="l" r="r" t="t"/>
              <a:pathLst>
                <a:path extrusionOk="0" h="1648" w="1647">
                  <a:moveTo>
                    <a:pt x="1497" y="1"/>
                  </a:moveTo>
                  <a:lnTo>
                    <a:pt x="599" y="749"/>
                  </a:lnTo>
                  <a:lnTo>
                    <a:pt x="0" y="1647"/>
                  </a:lnTo>
                  <a:lnTo>
                    <a:pt x="0" y="1647"/>
                  </a:lnTo>
                  <a:lnTo>
                    <a:pt x="898" y="1049"/>
                  </a:lnTo>
                  <a:lnTo>
                    <a:pt x="1647" y="151"/>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0" name="Google Shape;2080;p58"/>
            <p:cNvSpPr/>
            <p:nvPr/>
          </p:nvSpPr>
          <p:spPr>
            <a:xfrm>
              <a:off x="2659325" y="1734900"/>
              <a:ext cx="33725" cy="37450"/>
            </a:xfrm>
            <a:custGeom>
              <a:rect b="b" l="l" r="r" t="t"/>
              <a:pathLst>
                <a:path extrusionOk="0" h="1498" w="1349">
                  <a:moveTo>
                    <a:pt x="1198" y="0"/>
                  </a:moveTo>
                  <a:lnTo>
                    <a:pt x="450" y="599"/>
                  </a:lnTo>
                  <a:lnTo>
                    <a:pt x="1" y="1348"/>
                  </a:lnTo>
                  <a:lnTo>
                    <a:pt x="1" y="1497"/>
                  </a:lnTo>
                  <a:lnTo>
                    <a:pt x="151" y="1497"/>
                  </a:lnTo>
                  <a:lnTo>
                    <a:pt x="749" y="899"/>
                  </a:lnTo>
                  <a:lnTo>
                    <a:pt x="134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1" name="Google Shape;2081;p58"/>
            <p:cNvSpPr/>
            <p:nvPr/>
          </p:nvSpPr>
          <p:spPr>
            <a:xfrm>
              <a:off x="2621925" y="1686250"/>
              <a:ext cx="37425" cy="33700"/>
            </a:xfrm>
            <a:custGeom>
              <a:rect b="b" l="l" r="r" t="t"/>
              <a:pathLst>
                <a:path extrusionOk="0" h="1348" w="1497">
                  <a:moveTo>
                    <a:pt x="1347" y="1"/>
                  </a:moveTo>
                  <a:lnTo>
                    <a:pt x="898" y="150"/>
                  </a:lnTo>
                  <a:lnTo>
                    <a:pt x="599" y="450"/>
                  </a:lnTo>
                  <a:lnTo>
                    <a:pt x="0" y="1198"/>
                  </a:lnTo>
                  <a:lnTo>
                    <a:pt x="0" y="1348"/>
                  </a:lnTo>
                  <a:lnTo>
                    <a:pt x="150" y="1348"/>
                  </a:lnTo>
                  <a:lnTo>
                    <a:pt x="898" y="749"/>
                  </a:lnTo>
                  <a:lnTo>
                    <a:pt x="1198" y="450"/>
                  </a:lnTo>
                  <a:lnTo>
                    <a:pt x="14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2" name="Google Shape;2082;p58"/>
            <p:cNvSpPr/>
            <p:nvPr/>
          </p:nvSpPr>
          <p:spPr>
            <a:xfrm>
              <a:off x="2580750" y="1641350"/>
              <a:ext cx="29975" cy="33700"/>
            </a:xfrm>
            <a:custGeom>
              <a:rect b="b" l="l" r="r" t="t"/>
              <a:pathLst>
                <a:path extrusionOk="0" h="1348" w="1199">
                  <a:moveTo>
                    <a:pt x="1048" y="0"/>
                  </a:moveTo>
                  <a:lnTo>
                    <a:pt x="450" y="599"/>
                  </a:lnTo>
                  <a:lnTo>
                    <a:pt x="1" y="1198"/>
                  </a:lnTo>
                  <a:lnTo>
                    <a:pt x="1" y="1348"/>
                  </a:lnTo>
                  <a:lnTo>
                    <a:pt x="150" y="1348"/>
                  </a:lnTo>
                  <a:lnTo>
                    <a:pt x="749" y="749"/>
                  </a:lnTo>
                  <a:lnTo>
                    <a:pt x="119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3" name="Google Shape;2083;p58"/>
            <p:cNvSpPr/>
            <p:nvPr/>
          </p:nvSpPr>
          <p:spPr>
            <a:xfrm>
              <a:off x="4268375" y="3201750"/>
              <a:ext cx="123500" cy="127250"/>
            </a:xfrm>
            <a:custGeom>
              <a:rect b="b" l="l" r="r" t="t"/>
              <a:pathLst>
                <a:path extrusionOk="0" h="5090" w="4940">
                  <a:moveTo>
                    <a:pt x="4940" y="0"/>
                  </a:moveTo>
                  <a:lnTo>
                    <a:pt x="3593" y="1198"/>
                  </a:lnTo>
                  <a:lnTo>
                    <a:pt x="2395" y="2395"/>
                  </a:lnTo>
                  <a:lnTo>
                    <a:pt x="1" y="4940"/>
                  </a:lnTo>
                  <a:lnTo>
                    <a:pt x="1" y="5090"/>
                  </a:lnTo>
                  <a:lnTo>
                    <a:pt x="150" y="5090"/>
                  </a:lnTo>
                  <a:lnTo>
                    <a:pt x="2695" y="2695"/>
                  </a:lnTo>
                  <a:lnTo>
                    <a:pt x="4940" y="150"/>
                  </a:lnTo>
                  <a:lnTo>
                    <a:pt x="49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4" name="Google Shape;2084;p58"/>
            <p:cNvSpPr/>
            <p:nvPr/>
          </p:nvSpPr>
          <p:spPr>
            <a:xfrm>
              <a:off x="4309550" y="3250400"/>
              <a:ext cx="127250" cy="127250"/>
            </a:xfrm>
            <a:custGeom>
              <a:rect b="b" l="l" r="r" t="t"/>
              <a:pathLst>
                <a:path extrusionOk="0" h="5090" w="5090">
                  <a:moveTo>
                    <a:pt x="4939" y="0"/>
                  </a:moveTo>
                  <a:lnTo>
                    <a:pt x="3742" y="1048"/>
                  </a:lnTo>
                  <a:lnTo>
                    <a:pt x="2545" y="2245"/>
                  </a:lnTo>
                  <a:lnTo>
                    <a:pt x="1197" y="3593"/>
                  </a:lnTo>
                  <a:lnTo>
                    <a:pt x="0" y="4940"/>
                  </a:lnTo>
                  <a:lnTo>
                    <a:pt x="0" y="5089"/>
                  </a:lnTo>
                  <a:lnTo>
                    <a:pt x="150" y="5089"/>
                  </a:lnTo>
                  <a:lnTo>
                    <a:pt x="2844" y="2545"/>
                  </a:lnTo>
                  <a:lnTo>
                    <a:pt x="4041" y="1497"/>
                  </a:lnTo>
                  <a:lnTo>
                    <a:pt x="4640" y="898"/>
                  </a:lnTo>
                  <a:lnTo>
                    <a:pt x="5089" y="1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5" name="Google Shape;2085;p58"/>
            <p:cNvSpPr/>
            <p:nvPr/>
          </p:nvSpPr>
          <p:spPr>
            <a:xfrm>
              <a:off x="4361925" y="3302775"/>
              <a:ext cx="108550" cy="108550"/>
            </a:xfrm>
            <a:custGeom>
              <a:rect b="b" l="l" r="r" t="t"/>
              <a:pathLst>
                <a:path extrusionOk="0" h="4342" w="4342">
                  <a:moveTo>
                    <a:pt x="4341" y="1"/>
                  </a:moveTo>
                  <a:lnTo>
                    <a:pt x="2096" y="2096"/>
                  </a:lnTo>
                  <a:lnTo>
                    <a:pt x="1" y="4192"/>
                  </a:lnTo>
                  <a:lnTo>
                    <a:pt x="1" y="4341"/>
                  </a:lnTo>
                  <a:lnTo>
                    <a:pt x="150" y="4341"/>
                  </a:lnTo>
                  <a:lnTo>
                    <a:pt x="2246" y="2396"/>
                  </a:lnTo>
                  <a:lnTo>
                    <a:pt x="4341" y="150"/>
                  </a:lnTo>
                  <a:lnTo>
                    <a:pt x="434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6" name="Google Shape;2086;p58"/>
            <p:cNvSpPr/>
            <p:nvPr/>
          </p:nvSpPr>
          <p:spPr>
            <a:xfrm>
              <a:off x="4376900" y="3355175"/>
              <a:ext cx="131000" cy="127250"/>
            </a:xfrm>
            <a:custGeom>
              <a:rect b="b" l="l" r="r" t="t"/>
              <a:pathLst>
                <a:path extrusionOk="0" h="5090" w="5240">
                  <a:moveTo>
                    <a:pt x="5089" y="0"/>
                  </a:moveTo>
                  <a:lnTo>
                    <a:pt x="3742" y="1198"/>
                  </a:lnTo>
                  <a:lnTo>
                    <a:pt x="2395" y="2395"/>
                  </a:lnTo>
                  <a:lnTo>
                    <a:pt x="1198" y="3593"/>
                  </a:lnTo>
                  <a:lnTo>
                    <a:pt x="0" y="4940"/>
                  </a:lnTo>
                  <a:lnTo>
                    <a:pt x="0" y="5089"/>
                  </a:lnTo>
                  <a:lnTo>
                    <a:pt x="150" y="5089"/>
                  </a:lnTo>
                  <a:lnTo>
                    <a:pt x="1497" y="3892"/>
                  </a:lnTo>
                  <a:lnTo>
                    <a:pt x="2694" y="2694"/>
                  </a:lnTo>
                  <a:lnTo>
                    <a:pt x="4042" y="1347"/>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7" name="Google Shape;2087;p58"/>
            <p:cNvSpPr/>
            <p:nvPr/>
          </p:nvSpPr>
          <p:spPr>
            <a:xfrm>
              <a:off x="4440500" y="3403825"/>
              <a:ext cx="104800" cy="101050"/>
            </a:xfrm>
            <a:custGeom>
              <a:rect b="b" l="l" r="r" t="t"/>
              <a:pathLst>
                <a:path extrusionOk="0" h="4042" w="4192">
                  <a:moveTo>
                    <a:pt x="4042" y="0"/>
                  </a:moveTo>
                  <a:lnTo>
                    <a:pt x="2994" y="898"/>
                  </a:lnTo>
                  <a:lnTo>
                    <a:pt x="1947" y="1796"/>
                  </a:lnTo>
                  <a:lnTo>
                    <a:pt x="1" y="3892"/>
                  </a:lnTo>
                  <a:lnTo>
                    <a:pt x="1" y="4041"/>
                  </a:lnTo>
                  <a:lnTo>
                    <a:pt x="150" y="4041"/>
                  </a:lnTo>
                  <a:lnTo>
                    <a:pt x="2246" y="2096"/>
                  </a:lnTo>
                  <a:lnTo>
                    <a:pt x="3294" y="1048"/>
                  </a:lnTo>
                  <a:lnTo>
                    <a:pt x="41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8" name="Google Shape;2088;p58"/>
            <p:cNvSpPr/>
            <p:nvPr/>
          </p:nvSpPr>
          <p:spPr>
            <a:xfrm>
              <a:off x="4534050" y="3501100"/>
              <a:ext cx="86100" cy="86100"/>
            </a:xfrm>
            <a:custGeom>
              <a:rect b="b" l="l" r="r" t="t"/>
              <a:pathLst>
                <a:path extrusionOk="0" h="3444" w="3444">
                  <a:moveTo>
                    <a:pt x="3294" y="1"/>
                  </a:moveTo>
                  <a:lnTo>
                    <a:pt x="1498" y="1498"/>
                  </a:lnTo>
                  <a:lnTo>
                    <a:pt x="1" y="3294"/>
                  </a:lnTo>
                  <a:lnTo>
                    <a:pt x="1" y="3443"/>
                  </a:lnTo>
                  <a:lnTo>
                    <a:pt x="150" y="3443"/>
                  </a:lnTo>
                  <a:lnTo>
                    <a:pt x="1049" y="2695"/>
                  </a:lnTo>
                  <a:lnTo>
                    <a:pt x="1947"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9" name="Google Shape;2089;p58"/>
            <p:cNvSpPr/>
            <p:nvPr/>
          </p:nvSpPr>
          <p:spPr>
            <a:xfrm>
              <a:off x="4492900" y="3452450"/>
              <a:ext cx="89825" cy="89850"/>
            </a:xfrm>
            <a:custGeom>
              <a:rect b="b" l="l" r="r" t="t"/>
              <a:pathLst>
                <a:path extrusionOk="0" h="3594" w="3593">
                  <a:moveTo>
                    <a:pt x="3443" y="1"/>
                  </a:moveTo>
                  <a:lnTo>
                    <a:pt x="1647" y="1647"/>
                  </a:lnTo>
                  <a:lnTo>
                    <a:pt x="0" y="3444"/>
                  </a:lnTo>
                  <a:lnTo>
                    <a:pt x="0" y="3593"/>
                  </a:lnTo>
                  <a:lnTo>
                    <a:pt x="150" y="3593"/>
                  </a:lnTo>
                  <a:lnTo>
                    <a:pt x="1946" y="1947"/>
                  </a:lnTo>
                  <a:lnTo>
                    <a:pt x="3593" y="151"/>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0" name="Google Shape;2090;p58"/>
            <p:cNvSpPr/>
            <p:nvPr/>
          </p:nvSpPr>
          <p:spPr>
            <a:xfrm>
              <a:off x="4578950" y="3549750"/>
              <a:ext cx="78625" cy="78600"/>
            </a:xfrm>
            <a:custGeom>
              <a:rect b="b" l="l" r="r" t="t"/>
              <a:pathLst>
                <a:path extrusionOk="0" h="3144" w="3145">
                  <a:moveTo>
                    <a:pt x="3144" y="1"/>
                  </a:moveTo>
                  <a:lnTo>
                    <a:pt x="1498" y="1497"/>
                  </a:lnTo>
                  <a:lnTo>
                    <a:pt x="749" y="2246"/>
                  </a:lnTo>
                  <a:lnTo>
                    <a:pt x="1" y="2994"/>
                  </a:lnTo>
                  <a:lnTo>
                    <a:pt x="1" y="3144"/>
                  </a:lnTo>
                  <a:lnTo>
                    <a:pt x="151" y="3144"/>
                  </a:lnTo>
                  <a:lnTo>
                    <a:pt x="450" y="2994"/>
                  </a:lnTo>
                  <a:lnTo>
                    <a:pt x="1947" y="1647"/>
                  </a:lnTo>
                  <a:lnTo>
                    <a:pt x="3144" y="150"/>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1" name="Google Shape;2091;p58"/>
            <p:cNvSpPr/>
            <p:nvPr/>
          </p:nvSpPr>
          <p:spPr>
            <a:xfrm>
              <a:off x="4623875" y="3598400"/>
              <a:ext cx="71100" cy="74850"/>
            </a:xfrm>
            <a:custGeom>
              <a:rect b="b" l="l" r="r" t="t"/>
              <a:pathLst>
                <a:path extrusionOk="0" h="2994" w="2844">
                  <a:moveTo>
                    <a:pt x="2694" y="0"/>
                  </a:moveTo>
                  <a:lnTo>
                    <a:pt x="1197" y="1347"/>
                  </a:lnTo>
                  <a:lnTo>
                    <a:pt x="0" y="2695"/>
                  </a:lnTo>
                  <a:lnTo>
                    <a:pt x="0" y="2994"/>
                  </a:lnTo>
                  <a:lnTo>
                    <a:pt x="150" y="2994"/>
                  </a:lnTo>
                  <a:lnTo>
                    <a:pt x="1647" y="1647"/>
                  </a:lnTo>
                  <a:lnTo>
                    <a:pt x="2844"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2" name="Google Shape;2092;p58"/>
            <p:cNvSpPr/>
            <p:nvPr/>
          </p:nvSpPr>
          <p:spPr>
            <a:xfrm>
              <a:off x="4657550" y="3650775"/>
              <a:ext cx="74850" cy="74875"/>
            </a:xfrm>
            <a:custGeom>
              <a:rect b="b" l="l" r="r" t="t"/>
              <a:pathLst>
                <a:path extrusionOk="0" h="2995" w="2994">
                  <a:moveTo>
                    <a:pt x="2844" y="1"/>
                  </a:moveTo>
                  <a:lnTo>
                    <a:pt x="1347" y="1348"/>
                  </a:lnTo>
                  <a:lnTo>
                    <a:pt x="599" y="2096"/>
                  </a:lnTo>
                  <a:lnTo>
                    <a:pt x="0" y="2845"/>
                  </a:lnTo>
                  <a:lnTo>
                    <a:pt x="0" y="2994"/>
                  </a:lnTo>
                  <a:lnTo>
                    <a:pt x="150" y="2994"/>
                  </a:lnTo>
                  <a:lnTo>
                    <a:pt x="898" y="2396"/>
                  </a:lnTo>
                  <a:lnTo>
                    <a:pt x="1647" y="1647"/>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3" name="Google Shape;2093;p58"/>
            <p:cNvSpPr/>
            <p:nvPr/>
          </p:nvSpPr>
          <p:spPr>
            <a:xfrm>
              <a:off x="4698700" y="3699425"/>
              <a:ext cx="71125" cy="71125"/>
            </a:xfrm>
            <a:custGeom>
              <a:rect b="b" l="l" r="r" t="t"/>
              <a:pathLst>
                <a:path extrusionOk="0" h="2845" w="2845">
                  <a:moveTo>
                    <a:pt x="2695" y="1"/>
                  </a:moveTo>
                  <a:lnTo>
                    <a:pt x="1348" y="1348"/>
                  </a:lnTo>
                  <a:lnTo>
                    <a:pt x="599" y="1947"/>
                  </a:lnTo>
                  <a:lnTo>
                    <a:pt x="1" y="2845"/>
                  </a:lnTo>
                  <a:lnTo>
                    <a:pt x="150" y="2845"/>
                  </a:lnTo>
                  <a:lnTo>
                    <a:pt x="899" y="2246"/>
                  </a:lnTo>
                  <a:lnTo>
                    <a:pt x="1497" y="1647"/>
                  </a:lnTo>
                  <a:lnTo>
                    <a:pt x="2845" y="150"/>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4" name="Google Shape;2094;p58"/>
            <p:cNvSpPr/>
            <p:nvPr/>
          </p:nvSpPr>
          <p:spPr>
            <a:xfrm>
              <a:off x="4739875" y="3744325"/>
              <a:ext cx="74850" cy="71125"/>
            </a:xfrm>
            <a:custGeom>
              <a:rect b="b" l="l" r="r" t="t"/>
              <a:pathLst>
                <a:path extrusionOk="0" h="2845" w="2994">
                  <a:moveTo>
                    <a:pt x="2844" y="1"/>
                  </a:moveTo>
                  <a:lnTo>
                    <a:pt x="1347" y="1348"/>
                  </a:lnTo>
                  <a:lnTo>
                    <a:pt x="599" y="1947"/>
                  </a:lnTo>
                  <a:lnTo>
                    <a:pt x="0" y="2695"/>
                  </a:lnTo>
                  <a:lnTo>
                    <a:pt x="150" y="2845"/>
                  </a:lnTo>
                  <a:lnTo>
                    <a:pt x="898" y="2396"/>
                  </a:lnTo>
                  <a:lnTo>
                    <a:pt x="1647" y="1647"/>
                  </a:lnTo>
                  <a:lnTo>
                    <a:pt x="2994" y="151"/>
                  </a:lnTo>
                  <a:lnTo>
                    <a:pt x="28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5" name="Google Shape;2095;p58"/>
            <p:cNvSpPr/>
            <p:nvPr/>
          </p:nvSpPr>
          <p:spPr>
            <a:xfrm>
              <a:off x="4777275" y="3800475"/>
              <a:ext cx="71125" cy="67375"/>
            </a:xfrm>
            <a:custGeom>
              <a:rect b="b" l="l" r="r" t="t"/>
              <a:pathLst>
                <a:path extrusionOk="0" h="2695" w="2845">
                  <a:moveTo>
                    <a:pt x="2695" y="0"/>
                  </a:moveTo>
                  <a:lnTo>
                    <a:pt x="1198" y="1197"/>
                  </a:lnTo>
                  <a:lnTo>
                    <a:pt x="600" y="1946"/>
                  </a:lnTo>
                  <a:lnTo>
                    <a:pt x="1" y="2545"/>
                  </a:lnTo>
                  <a:lnTo>
                    <a:pt x="1" y="2694"/>
                  </a:lnTo>
                  <a:lnTo>
                    <a:pt x="151" y="2694"/>
                  </a:lnTo>
                  <a:lnTo>
                    <a:pt x="749" y="2245"/>
                  </a:lnTo>
                  <a:lnTo>
                    <a:pt x="1498" y="149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6" name="Google Shape;2096;p58"/>
            <p:cNvSpPr/>
            <p:nvPr/>
          </p:nvSpPr>
          <p:spPr>
            <a:xfrm>
              <a:off x="4829675" y="3845375"/>
              <a:ext cx="56150" cy="59875"/>
            </a:xfrm>
            <a:custGeom>
              <a:rect b="b" l="l" r="r" t="t"/>
              <a:pathLst>
                <a:path extrusionOk="0" h="2395" w="2246">
                  <a:moveTo>
                    <a:pt x="2096" y="0"/>
                  </a:moveTo>
                  <a:lnTo>
                    <a:pt x="898" y="1048"/>
                  </a:lnTo>
                  <a:lnTo>
                    <a:pt x="449" y="1647"/>
                  </a:lnTo>
                  <a:lnTo>
                    <a:pt x="0" y="2245"/>
                  </a:lnTo>
                  <a:lnTo>
                    <a:pt x="0" y="2395"/>
                  </a:lnTo>
                  <a:lnTo>
                    <a:pt x="749" y="1946"/>
                  </a:lnTo>
                  <a:lnTo>
                    <a:pt x="1198" y="1347"/>
                  </a:lnTo>
                  <a:lnTo>
                    <a:pt x="2246" y="150"/>
                  </a:lnTo>
                  <a:lnTo>
                    <a:pt x="22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7" name="Google Shape;2097;p58"/>
            <p:cNvSpPr/>
            <p:nvPr/>
          </p:nvSpPr>
          <p:spPr>
            <a:xfrm>
              <a:off x="4882050" y="3897750"/>
              <a:ext cx="41200" cy="41200"/>
            </a:xfrm>
            <a:custGeom>
              <a:rect b="b" l="l" r="r" t="t"/>
              <a:pathLst>
                <a:path extrusionOk="0" h="1648" w="1648">
                  <a:moveTo>
                    <a:pt x="1498" y="1"/>
                  </a:moveTo>
                  <a:lnTo>
                    <a:pt x="749" y="599"/>
                  </a:lnTo>
                  <a:lnTo>
                    <a:pt x="1" y="1497"/>
                  </a:lnTo>
                  <a:lnTo>
                    <a:pt x="1" y="1647"/>
                  </a:lnTo>
                  <a:lnTo>
                    <a:pt x="151" y="1647"/>
                  </a:lnTo>
                  <a:lnTo>
                    <a:pt x="899" y="899"/>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8" name="Google Shape;2098;p58"/>
            <p:cNvSpPr/>
            <p:nvPr/>
          </p:nvSpPr>
          <p:spPr>
            <a:xfrm>
              <a:off x="4926950" y="3942650"/>
              <a:ext cx="37450" cy="37450"/>
            </a:xfrm>
            <a:custGeom>
              <a:rect b="b" l="l" r="r" t="t"/>
              <a:pathLst>
                <a:path extrusionOk="0" h="1498" w="1498">
                  <a:moveTo>
                    <a:pt x="1348" y="1"/>
                  </a:moveTo>
                  <a:lnTo>
                    <a:pt x="600" y="600"/>
                  </a:lnTo>
                  <a:lnTo>
                    <a:pt x="1" y="1348"/>
                  </a:lnTo>
                  <a:lnTo>
                    <a:pt x="151" y="1348"/>
                  </a:lnTo>
                  <a:lnTo>
                    <a:pt x="300" y="1498"/>
                  </a:lnTo>
                  <a:lnTo>
                    <a:pt x="899" y="899"/>
                  </a:lnTo>
                  <a:lnTo>
                    <a:pt x="1498" y="150"/>
                  </a:lnTo>
                  <a:lnTo>
                    <a:pt x="149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9" name="Google Shape;2099;p58"/>
            <p:cNvSpPr/>
            <p:nvPr/>
          </p:nvSpPr>
          <p:spPr>
            <a:xfrm>
              <a:off x="4964375" y="3995050"/>
              <a:ext cx="37450" cy="33700"/>
            </a:xfrm>
            <a:custGeom>
              <a:rect b="b" l="l" r="r" t="t"/>
              <a:pathLst>
                <a:path extrusionOk="0" h="1348" w="1498">
                  <a:moveTo>
                    <a:pt x="1348" y="0"/>
                  </a:moveTo>
                  <a:lnTo>
                    <a:pt x="599" y="599"/>
                  </a:lnTo>
                  <a:lnTo>
                    <a:pt x="300" y="898"/>
                  </a:lnTo>
                  <a:lnTo>
                    <a:pt x="1" y="1198"/>
                  </a:lnTo>
                  <a:lnTo>
                    <a:pt x="1" y="1347"/>
                  </a:lnTo>
                  <a:lnTo>
                    <a:pt x="150" y="1347"/>
                  </a:lnTo>
                  <a:lnTo>
                    <a:pt x="599" y="1198"/>
                  </a:lnTo>
                  <a:lnTo>
                    <a:pt x="899" y="749"/>
                  </a:lnTo>
                  <a:lnTo>
                    <a:pt x="149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0" name="Google Shape;2100;p58"/>
            <p:cNvSpPr/>
            <p:nvPr/>
          </p:nvSpPr>
          <p:spPr>
            <a:xfrm>
              <a:off x="5009275" y="4039950"/>
              <a:ext cx="33725" cy="29950"/>
            </a:xfrm>
            <a:custGeom>
              <a:rect b="b" l="l" r="r" t="t"/>
              <a:pathLst>
                <a:path extrusionOk="0" h="1198" w="1349">
                  <a:moveTo>
                    <a:pt x="1198" y="0"/>
                  </a:moveTo>
                  <a:lnTo>
                    <a:pt x="600" y="599"/>
                  </a:lnTo>
                  <a:lnTo>
                    <a:pt x="1" y="1048"/>
                  </a:lnTo>
                  <a:lnTo>
                    <a:pt x="1" y="1198"/>
                  </a:lnTo>
                  <a:lnTo>
                    <a:pt x="151" y="1198"/>
                  </a:lnTo>
                  <a:lnTo>
                    <a:pt x="749" y="749"/>
                  </a:lnTo>
                  <a:lnTo>
                    <a:pt x="134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1" name="Google Shape;2101;p58"/>
            <p:cNvSpPr/>
            <p:nvPr/>
          </p:nvSpPr>
          <p:spPr>
            <a:xfrm>
              <a:off x="3344125" y="3328975"/>
              <a:ext cx="127250" cy="123500"/>
            </a:xfrm>
            <a:custGeom>
              <a:rect b="b" l="l" r="r" t="t"/>
              <a:pathLst>
                <a:path extrusionOk="0" h="4940" w="5090">
                  <a:moveTo>
                    <a:pt x="0" y="1"/>
                  </a:moveTo>
                  <a:lnTo>
                    <a:pt x="0" y="150"/>
                  </a:lnTo>
                  <a:lnTo>
                    <a:pt x="2395" y="2695"/>
                  </a:lnTo>
                  <a:lnTo>
                    <a:pt x="4939" y="4940"/>
                  </a:lnTo>
                  <a:lnTo>
                    <a:pt x="5089" y="4940"/>
                  </a:lnTo>
                  <a:lnTo>
                    <a:pt x="3892" y="3593"/>
                  </a:lnTo>
                  <a:lnTo>
                    <a:pt x="2694" y="2395"/>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2" name="Google Shape;2102;p58"/>
            <p:cNvSpPr/>
            <p:nvPr/>
          </p:nvSpPr>
          <p:spPr>
            <a:xfrm>
              <a:off x="3295475" y="3370125"/>
              <a:ext cx="123500" cy="127275"/>
            </a:xfrm>
            <a:custGeom>
              <a:rect b="b" l="l" r="r" t="t"/>
              <a:pathLst>
                <a:path extrusionOk="0" h="5091" w="4940">
                  <a:moveTo>
                    <a:pt x="0" y="1"/>
                  </a:moveTo>
                  <a:lnTo>
                    <a:pt x="0" y="151"/>
                  </a:lnTo>
                  <a:lnTo>
                    <a:pt x="2545" y="2845"/>
                  </a:lnTo>
                  <a:lnTo>
                    <a:pt x="3593" y="4042"/>
                  </a:lnTo>
                  <a:lnTo>
                    <a:pt x="4191" y="4641"/>
                  </a:lnTo>
                  <a:lnTo>
                    <a:pt x="4940" y="5090"/>
                  </a:lnTo>
                  <a:lnTo>
                    <a:pt x="4940" y="4940"/>
                  </a:lnTo>
                  <a:lnTo>
                    <a:pt x="3892" y="3743"/>
                  </a:lnTo>
                  <a:lnTo>
                    <a:pt x="2844" y="2546"/>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3" name="Google Shape;2103;p58"/>
            <p:cNvSpPr/>
            <p:nvPr/>
          </p:nvSpPr>
          <p:spPr>
            <a:xfrm>
              <a:off x="3261800" y="3422525"/>
              <a:ext cx="108525" cy="108550"/>
            </a:xfrm>
            <a:custGeom>
              <a:rect b="b" l="l" r="r" t="t"/>
              <a:pathLst>
                <a:path extrusionOk="0" h="4342" w="4341">
                  <a:moveTo>
                    <a:pt x="0" y="0"/>
                  </a:moveTo>
                  <a:lnTo>
                    <a:pt x="0" y="150"/>
                  </a:lnTo>
                  <a:lnTo>
                    <a:pt x="1946" y="2246"/>
                  </a:lnTo>
                  <a:lnTo>
                    <a:pt x="4191" y="4341"/>
                  </a:lnTo>
                  <a:lnTo>
                    <a:pt x="4341" y="4341"/>
                  </a:lnTo>
                  <a:lnTo>
                    <a:pt x="4341" y="4191"/>
                  </a:lnTo>
                  <a:lnTo>
                    <a:pt x="2245" y="2096"/>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4" name="Google Shape;2104;p58"/>
            <p:cNvSpPr/>
            <p:nvPr/>
          </p:nvSpPr>
          <p:spPr>
            <a:xfrm>
              <a:off x="3190700" y="3437500"/>
              <a:ext cx="127250" cy="130975"/>
            </a:xfrm>
            <a:custGeom>
              <a:rect b="b" l="l" r="r" t="t"/>
              <a:pathLst>
                <a:path extrusionOk="0" h="5239" w="5090">
                  <a:moveTo>
                    <a:pt x="0" y="0"/>
                  </a:moveTo>
                  <a:lnTo>
                    <a:pt x="0" y="150"/>
                  </a:lnTo>
                  <a:lnTo>
                    <a:pt x="1198" y="1497"/>
                  </a:lnTo>
                  <a:lnTo>
                    <a:pt x="2395" y="2694"/>
                  </a:lnTo>
                  <a:lnTo>
                    <a:pt x="3742" y="4042"/>
                  </a:lnTo>
                  <a:lnTo>
                    <a:pt x="5089" y="5239"/>
                  </a:lnTo>
                  <a:lnTo>
                    <a:pt x="5089" y="5089"/>
                  </a:lnTo>
                  <a:lnTo>
                    <a:pt x="3892" y="3742"/>
                  </a:lnTo>
                  <a:lnTo>
                    <a:pt x="2694" y="2395"/>
                  </a:lnTo>
                  <a:lnTo>
                    <a:pt x="134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5" name="Google Shape;2105;p58"/>
            <p:cNvSpPr/>
            <p:nvPr/>
          </p:nvSpPr>
          <p:spPr>
            <a:xfrm>
              <a:off x="3168250" y="3501100"/>
              <a:ext cx="101050" cy="104800"/>
            </a:xfrm>
            <a:custGeom>
              <a:rect b="b" l="l" r="r" t="t"/>
              <a:pathLst>
                <a:path extrusionOk="0" h="4192" w="4042">
                  <a:moveTo>
                    <a:pt x="0" y="1"/>
                  </a:moveTo>
                  <a:lnTo>
                    <a:pt x="0" y="150"/>
                  </a:lnTo>
                  <a:lnTo>
                    <a:pt x="1946" y="2246"/>
                  </a:lnTo>
                  <a:lnTo>
                    <a:pt x="2844" y="3294"/>
                  </a:lnTo>
                  <a:lnTo>
                    <a:pt x="4041" y="4192"/>
                  </a:lnTo>
                  <a:lnTo>
                    <a:pt x="4041" y="4042"/>
                  </a:lnTo>
                  <a:lnTo>
                    <a:pt x="3143" y="2994"/>
                  </a:lnTo>
                  <a:lnTo>
                    <a:pt x="2245" y="19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6" name="Google Shape;2106;p58"/>
            <p:cNvSpPr/>
            <p:nvPr/>
          </p:nvSpPr>
          <p:spPr>
            <a:xfrm>
              <a:off x="3085925" y="3594650"/>
              <a:ext cx="86075" cy="86100"/>
            </a:xfrm>
            <a:custGeom>
              <a:rect b="b" l="l" r="r" t="t"/>
              <a:pathLst>
                <a:path extrusionOk="0" h="3444" w="3443">
                  <a:moveTo>
                    <a:pt x="0" y="1"/>
                  </a:moveTo>
                  <a:lnTo>
                    <a:pt x="0" y="150"/>
                  </a:lnTo>
                  <a:lnTo>
                    <a:pt x="749" y="1048"/>
                  </a:lnTo>
                  <a:lnTo>
                    <a:pt x="1497" y="1947"/>
                  </a:lnTo>
                  <a:lnTo>
                    <a:pt x="3443" y="3443"/>
                  </a:lnTo>
                  <a:lnTo>
                    <a:pt x="3443" y="3294"/>
                  </a:lnTo>
                  <a:lnTo>
                    <a:pt x="1946" y="149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7" name="Google Shape;2107;p58"/>
            <p:cNvSpPr/>
            <p:nvPr/>
          </p:nvSpPr>
          <p:spPr>
            <a:xfrm>
              <a:off x="3130825" y="3553500"/>
              <a:ext cx="89825" cy="89825"/>
            </a:xfrm>
            <a:custGeom>
              <a:rect b="b" l="l" r="r" t="t"/>
              <a:pathLst>
                <a:path extrusionOk="0" h="3593" w="3593">
                  <a:moveTo>
                    <a:pt x="0" y="0"/>
                  </a:moveTo>
                  <a:lnTo>
                    <a:pt x="0" y="150"/>
                  </a:lnTo>
                  <a:lnTo>
                    <a:pt x="1647" y="1946"/>
                  </a:lnTo>
                  <a:lnTo>
                    <a:pt x="3443" y="3593"/>
                  </a:lnTo>
                  <a:lnTo>
                    <a:pt x="3593" y="3593"/>
                  </a:lnTo>
                  <a:lnTo>
                    <a:pt x="3593" y="3443"/>
                  </a:lnTo>
                  <a:lnTo>
                    <a:pt x="1946" y="16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8" name="Google Shape;2108;p58"/>
            <p:cNvSpPr/>
            <p:nvPr/>
          </p:nvSpPr>
          <p:spPr>
            <a:xfrm>
              <a:off x="3044750" y="3639550"/>
              <a:ext cx="78625" cy="78625"/>
            </a:xfrm>
            <a:custGeom>
              <a:rect b="b" l="l" r="r" t="t"/>
              <a:pathLst>
                <a:path extrusionOk="0" h="3145" w="3145">
                  <a:moveTo>
                    <a:pt x="1" y="1"/>
                  </a:moveTo>
                  <a:lnTo>
                    <a:pt x="1" y="151"/>
                  </a:lnTo>
                  <a:lnTo>
                    <a:pt x="599" y="1049"/>
                  </a:lnTo>
                  <a:lnTo>
                    <a:pt x="1348" y="1797"/>
                  </a:lnTo>
                  <a:lnTo>
                    <a:pt x="2994" y="3144"/>
                  </a:lnTo>
                  <a:lnTo>
                    <a:pt x="3144" y="3144"/>
                  </a:lnTo>
                  <a:lnTo>
                    <a:pt x="2096" y="1797"/>
                  </a:lnTo>
                  <a:lnTo>
                    <a:pt x="1049" y="8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9" name="Google Shape;2109;p58"/>
            <p:cNvSpPr/>
            <p:nvPr/>
          </p:nvSpPr>
          <p:spPr>
            <a:xfrm>
              <a:off x="2999850" y="3684450"/>
              <a:ext cx="71125" cy="71125"/>
            </a:xfrm>
            <a:custGeom>
              <a:rect b="b" l="l" r="r" t="t"/>
              <a:pathLst>
                <a:path extrusionOk="0" h="2845" w="2845">
                  <a:moveTo>
                    <a:pt x="1" y="1"/>
                  </a:moveTo>
                  <a:lnTo>
                    <a:pt x="1" y="151"/>
                  </a:lnTo>
                  <a:lnTo>
                    <a:pt x="1348" y="1647"/>
                  </a:lnTo>
                  <a:lnTo>
                    <a:pt x="2845" y="2845"/>
                  </a:lnTo>
                  <a:lnTo>
                    <a:pt x="2845" y="2695"/>
                  </a:lnTo>
                  <a:lnTo>
                    <a:pt x="164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0" name="Google Shape;2110;p58"/>
            <p:cNvSpPr/>
            <p:nvPr/>
          </p:nvSpPr>
          <p:spPr>
            <a:xfrm>
              <a:off x="2947475" y="3718150"/>
              <a:ext cx="74850" cy="74850"/>
            </a:xfrm>
            <a:custGeom>
              <a:rect b="b" l="l" r="r" t="t"/>
              <a:pathLst>
                <a:path extrusionOk="0" h="2994" w="2994">
                  <a:moveTo>
                    <a:pt x="0" y="0"/>
                  </a:moveTo>
                  <a:lnTo>
                    <a:pt x="0" y="150"/>
                  </a:lnTo>
                  <a:lnTo>
                    <a:pt x="599" y="898"/>
                  </a:lnTo>
                  <a:lnTo>
                    <a:pt x="1347" y="1647"/>
                  </a:lnTo>
                  <a:lnTo>
                    <a:pt x="2994" y="2994"/>
                  </a:lnTo>
                  <a:lnTo>
                    <a:pt x="2994" y="2844"/>
                  </a:lnTo>
                  <a:lnTo>
                    <a:pt x="1647" y="134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1" name="Google Shape;2111;p58"/>
            <p:cNvSpPr/>
            <p:nvPr/>
          </p:nvSpPr>
          <p:spPr>
            <a:xfrm>
              <a:off x="2902575" y="3759300"/>
              <a:ext cx="71100" cy="71125"/>
            </a:xfrm>
            <a:custGeom>
              <a:rect b="b" l="l" r="r" t="t"/>
              <a:pathLst>
                <a:path extrusionOk="0" h="2845" w="2844">
                  <a:moveTo>
                    <a:pt x="0" y="1"/>
                  </a:moveTo>
                  <a:lnTo>
                    <a:pt x="0" y="150"/>
                  </a:lnTo>
                  <a:lnTo>
                    <a:pt x="599" y="899"/>
                  </a:lnTo>
                  <a:lnTo>
                    <a:pt x="1197" y="1497"/>
                  </a:lnTo>
                  <a:lnTo>
                    <a:pt x="2694" y="2844"/>
                  </a:lnTo>
                  <a:lnTo>
                    <a:pt x="2844" y="2844"/>
                  </a:lnTo>
                  <a:lnTo>
                    <a:pt x="2844" y="2695"/>
                  </a:lnTo>
                  <a:lnTo>
                    <a:pt x="1497" y="1348"/>
                  </a:lnTo>
                  <a:lnTo>
                    <a:pt x="898" y="5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2" name="Google Shape;2112;p58"/>
            <p:cNvSpPr/>
            <p:nvPr/>
          </p:nvSpPr>
          <p:spPr>
            <a:xfrm>
              <a:off x="2857650" y="3800475"/>
              <a:ext cx="71125" cy="71100"/>
            </a:xfrm>
            <a:custGeom>
              <a:rect b="b" l="l" r="r" t="t"/>
              <a:pathLst>
                <a:path extrusionOk="0" h="2844" w="2845">
                  <a:moveTo>
                    <a:pt x="151" y="0"/>
                  </a:moveTo>
                  <a:lnTo>
                    <a:pt x="1" y="150"/>
                  </a:lnTo>
                  <a:lnTo>
                    <a:pt x="1" y="449"/>
                  </a:lnTo>
                  <a:lnTo>
                    <a:pt x="600" y="1048"/>
                  </a:lnTo>
                  <a:lnTo>
                    <a:pt x="1198" y="1646"/>
                  </a:lnTo>
                  <a:lnTo>
                    <a:pt x="2695" y="2844"/>
                  </a:lnTo>
                  <a:lnTo>
                    <a:pt x="2845" y="2844"/>
                  </a:lnTo>
                  <a:lnTo>
                    <a:pt x="1498" y="1347"/>
                  </a:lnTo>
                  <a:lnTo>
                    <a:pt x="749" y="599"/>
                  </a:lnTo>
                  <a:lnTo>
                    <a:pt x="15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3" name="Google Shape;2113;p58"/>
            <p:cNvSpPr/>
            <p:nvPr/>
          </p:nvSpPr>
          <p:spPr>
            <a:xfrm>
              <a:off x="2805275" y="3837875"/>
              <a:ext cx="67375" cy="71125"/>
            </a:xfrm>
            <a:custGeom>
              <a:rect b="b" l="l" r="r" t="t"/>
              <a:pathLst>
                <a:path extrusionOk="0" h="2845" w="2695">
                  <a:moveTo>
                    <a:pt x="0" y="1"/>
                  </a:moveTo>
                  <a:lnTo>
                    <a:pt x="0" y="150"/>
                  </a:lnTo>
                  <a:lnTo>
                    <a:pt x="449" y="749"/>
                  </a:lnTo>
                  <a:lnTo>
                    <a:pt x="1198" y="1498"/>
                  </a:lnTo>
                  <a:lnTo>
                    <a:pt x="2695" y="2845"/>
                  </a:lnTo>
                  <a:lnTo>
                    <a:pt x="2695" y="2695"/>
                  </a:lnTo>
                  <a:lnTo>
                    <a:pt x="1497" y="1198"/>
                  </a:lnTo>
                  <a:lnTo>
                    <a:pt x="749" y="600"/>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4" name="Google Shape;2114;p58"/>
            <p:cNvSpPr/>
            <p:nvPr/>
          </p:nvSpPr>
          <p:spPr>
            <a:xfrm>
              <a:off x="2767850" y="3890275"/>
              <a:ext cx="59900" cy="56150"/>
            </a:xfrm>
            <a:custGeom>
              <a:rect b="b" l="l" r="r" t="t"/>
              <a:pathLst>
                <a:path extrusionOk="0" h="2246" w="2396">
                  <a:moveTo>
                    <a:pt x="1" y="0"/>
                  </a:moveTo>
                  <a:lnTo>
                    <a:pt x="450" y="749"/>
                  </a:lnTo>
                  <a:lnTo>
                    <a:pt x="1048" y="1198"/>
                  </a:lnTo>
                  <a:lnTo>
                    <a:pt x="2246" y="2245"/>
                  </a:lnTo>
                  <a:lnTo>
                    <a:pt x="2395" y="2096"/>
                  </a:lnTo>
                  <a:lnTo>
                    <a:pt x="1348" y="898"/>
                  </a:lnTo>
                  <a:lnTo>
                    <a:pt x="749" y="44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5" name="Google Shape;2115;p58"/>
            <p:cNvSpPr/>
            <p:nvPr/>
          </p:nvSpPr>
          <p:spPr>
            <a:xfrm>
              <a:off x="2734175" y="3942650"/>
              <a:ext cx="41175" cy="41200"/>
            </a:xfrm>
            <a:custGeom>
              <a:rect b="b" l="l" r="r" t="t"/>
              <a:pathLst>
                <a:path extrusionOk="0" h="1648" w="1647">
                  <a:moveTo>
                    <a:pt x="0" y="1"/>
                  </a:moveTo>
                  <a:lnTo>
                    <a:pt x="0" y="150"/>
                  </a:lnTo>
                  <a:lnTo>
                    <a:pt x="749" y="899"/>
                  </a:lnTo>
                  <a:lnTo>
                    <a:pt x="1647" y="1647"/>
                  </a:lnTo>
                  <a:lnTo>
                    <a:pt x="1647" y="1498"/>
                  </a:lnTo>
                  <a:lnTo>
                    <a:pt x="1048" y="7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6" name="Google Shape;2116;p58"/>
            <p:cNvSpPr/>
            <p:nvPr/>
          </p:nvSpPr>
          <p:spPr>
            <a:xfrm>
              <a:off x="2693025" y="3987550"/>
              <a:ext cx="37425" cy="37450"/>
            </a:xfrm>
            <a:custGeom>
              <a:rect b="b" l="l" r="r" t="t"/>
              <a:pathLst>
                <a:path extrusionOk="0" h="1498" w="1497">
                  <a:moveTo>
                    <a:pt x="150" y="1"/>
                  </a:moveTo>
                  <a:lnTo>
                    <a:pt x="0" y="151"/>
                  </a:lnTo>
                  <a:lnTo>
                    <a:pt x="0" y="300"/>
                  </a:lnTo>
                  <a:lnTo>
                    <a:pt x="599" y="899"/>
                  </a:lnTo>
                  <a:lnTo>
                    <a:pt x="1347" y="1498"/>
                  </a:lnTo>
                  <a:lnTo>
                    <a:pt x="1497" y="1498"/>
                  </a:lnTo>
                  <a:lnTo>
                    <a:pt x="1497" y="1348"/>
                  </a:lnTo>
                  <a:lnTo>
                    <a:pt x="89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7" name="Google Shape;2117;p58"/>
            <p:cNvSpPr/>
            <p:nvPr/>
          </p:nvSpPr>
          <p:spPr>
            <a:xfrm>
              <a:off x="2644375" y="4024975"/>
              <a:ext cx="33700" cy="37450"/>
            </a:xfrm>
            <a:custGeom>
              <a:rect b="b" l="l" r="r" t="t"/>
              <a:pathLst>
                <a:path extrusionOk="0" h="1498" w="1348">
                  <a:moveTo>
                    <a:pt x="0" y="1"/>
                  </a:moveTo>
                  <a:lnTo>
                    <a:pt x="0" y="150"/>
                  </a:lnTo>
                  <a:lnTo>
                    <a:pt x="150" y="599"/>
                  </a:lnTo>
                  <a:lnTo>
                    <a:pt x="449" y="899"/>
                  </a:lnTo>
                  <a:lnTo>
                    <a:pt x="1198" y="1498"/>
                  </a:lnTo>
                  <a:lnTo>
                    <a:pt x="1347" y="1348"/>
                  </a:lnTo>
                  <a:lnTo>
                    <a:pt x="749" y="599"/>
                  </a:lnTo>
                  <a:lnTo>
                    <a:pt x="449" y="3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8" name="Google Shape;2118;p58"/>
            <p:cNvSpPr/>
            <p:nvPr/>
          </p:nvSpPr>
          <p:spPr>
            <a:xfrm>
              <a:off x="2599475" y="4069875"/>
              <a:ext cx="33700" cy="33700"/>
            </a:xfrm>
            <a:custGeom>
              <a:rect b="b" l="l" r="r" t="t"/>
              <a:pathLst>
                <a:path extrusionOk="0" h="1348" w="1348">
                  <a:moveTo>
                    <a:pt x="0" y="1"/>
                  </a:moveTo>
                  <a:lnTo>
                    <a:pt x="0" y="151"/>
                  </a:lnTo>
                  <a:lnTo>
                    <a:pt x="599" y="749"/>
                  </a:lnTo>
                  <a:lnTo>
                    <a:pt x="1197" y="1348"/>
                  </a:lnTo>
                  <a:lnTo>
                    <a:pt x="1347" y="1198"/>
                  </a:lnTo>
                  <a:lnTo>
                    <a:pt x="74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9" name="Google Shape;2119;p58"/>
            <p:cNvSpPr/>
            <p:nvPr/>
          </p:nvSpPr>
          <p:spPr>
            <a:xfrm>
              <a:off x="3546175" y="2558125"/>
              <a:ext cx="291900" cy="18750"/>
            </a:xfrm>
            <a:custGeom>
              <a:rect b="b" l="l" r="r" t="t"/>
              <a:pathLst>
                <a:path extrusionOk="0" h="750" w="11676">
                  <a:moveTo>
                    <a:pt x="4641" y="1"/>
                  </a:moveTo>
                  <a:lnTo>
                    <a:pt x="150" y="150"/>
                  </a:lnTo>
                  <a:lnTo>
                    <a:pt x="1" y="300"/>
                  </a:lnTo>
                  <a:lnTo>
                    <a:pt x="1" y="450"/>
                  </a:lnTo>
                  <a:lnTo>
                    <a:pt x="150" y="450"/>
                  </a:lnTo>
                  <a:lnTo>
                    <a:pt x="4641" y="749"/>
                  </a:lnTo>
                  <a:lnTo>
                    <a:pt x="9131" y="749"/>
                  </a:lnTo>
                  <a:lnTo>
                    <a:pt x="9730" y="599"/>
                  </a:lnTo>
                  <a:lnTo>
                    <a:pt x="11526" y="599"/>
                  </a:lnTo>
                  <a:lnTo>
                    <a:pt x="11676" y="450"/>
                  </a:lnTo>
                  <a:lnTo>
                    <a:pt x="11676" y="300"/>
                  </a:lnTo>
                  <a:lnTo>
                    <a:pt x="11526" y="150"/>
                  </a:lnTo>
                  <a:lnTo>
                    <a:pt x="9580" y="150"/>
                  </a:lnTo>
                  <a:lnTo>
                    <a:pt x="913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0" name="Google Shape;2120;p58"/>
            <p:cNvSpPr/>
            <p:nvPr/>
          </p:nvSpPr>
          <p:spPr>
            <a:xfrm>
              <a:off x="3534950" y="2397225"/>
              <a:ext cx="280675" cy="18725"/>
            </a:xfrm>
            <a:custGeom>
              <a:rect b="b" l="l" r="r" t="t"/>
              <a:pathLst>
                <a:path extrusionOk="0" h="749" w="11227">
                  <a:moveTo>
                    <a:pt x="2396" y="1"/>
                  </a:moveTo>
                  <a:lnTo>
                    <a:pt x="150" y="300"/>
                  </a:lnTo>
                  <a:lnTo>
                    <a:pt x="1" y="300"/>
                  </a:lnTo>
                  <a:lnTo>
                    <a:pt x="150" y="450"/>
                  </a:lnTo>
                  <a:lnTo>
                    <a:pt x="2845" y="749"/>
                  </a:lnTo>
                  <a:lnTo>
                    <a:pt x="6586" y="749"/>
                  </a:lnTo>
                  <a:lnTo>
                    <a:pt x="7634" y="599"/>
                  </a:lnTo>
                  <a:lnTo>
                    <a:pt x="11077" y="599"/>
                  </a:lnTo>
                  <a:lnTo>
                    <a:pt x="11227" y="450"/>
                  </a:lnTo>
                  <a:lnTo>
                    <a:pt x="11227" y="300"/>
                  </a:lnTo>
                  <a:lnTo>
                    <a:pt x="11077" y="150"/>
                  </a:lnTo>
                  <a:lnTo>
                    <a:pt x="673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1" name="Google Shape;2121;p58"/>
            <p:cNvSpPr/>
            <p:nvPr/>
          </p:nvSpPr>
          <p:spPr>
            <a:xfrm>
              <a:off x="3546175" y="2311150"/>
              <a:ext cx="273200" cy="26225"/>
            </a:xfrm>
            <a:custGeom>
              <a:rect b="b" l="l" r="r" t="t"/>
              <a:pathLst>
                <a:path extrusionOk="0" h="1049" w="10928">
                  <a:moveTo>
                    <a:pt x="4192" y="1"/>
                  </a:moveTo>
                  <a:lnTo>
                    <a:pt x="1797" y="151"/>
                  </a:lnTo>
                  <a:lnTo>
                    <a:pt x="899" y="300"/>
                  </a:lnTo>
                  <a:lnTo>
                    <a:pt x="150" y="450"/>
                  </a:lnTo>
                  <a:lnTo>
                    <a:pt x="1" y="600"/>
                  </a:lnTo>
                  <a:lnTo>
                    <a:pt x="150" y="600"/>
                  </a:lnTo>
                  <a:lnTo>
                    <a:pt x="450" y="749"/>
                  </a:lnTo>
                  <a:lnTo>
                    <a:pt x="1647" y="899"/>
                  </a:lnTo>
                  <a:lnTo>
                    <a:pt x="2845" y="899"/>
                  </a:lnTo>
                  <a:lnTo>
                    <a:pt x="4940" y="1049"/>
                  </a:lnTo>
                  <a:lnTo>
                    <a:pt x="7036" y="1049"/>
                  </a:lnTo>
                  <a:lnTo>
                    <a:pt x="8981" y="899"/>
                  </a:lnTo>
                  <a:lnTo>
                    <a:pt x="10927" y="600"/>
                  </a:lnTo>
                  <a:lnTo>
                    <a:pt x="10927" y="450"/>
                  </a:lnTo>
                  <a:lnTo>
                    <a:pt x="8682" y="151"/>
                  </a:lnTo>
                  <a:lnTo>
                    <a:pt x="643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2" name="Google Shape;2122;p58"/>
            <p:cNvSpPr/>
            <p:nvPr/>
          </p:nvSpPr>
          <p:spPr>
            <a:xfrm>
              <a:off x="3549925" y="2232575"/>
              <a:ext cx="261950" cy="22475"/>
            </a:xfrm>
            <a:custGeom>
              <a:rect b="b" l="l" r="r" t="t"/>
              <a:pathLst>
                <a:path extrusionOk="0" h="899" w="10478">
                  <a:moveTo>
                    <a:pt x="5688" y="1"/>
                  </a:moveTo>
                  <a:lnTo>
                    <a:pt x="2994" y="150"/>
                  </a:lnTo>
                  <a:lnTo>
                    <a:pt x="150" y="300"/>
                  </a:lnTo>
                  <a:lnTo>
                    <a:pt x="0" y="450"/>
                  </a:lnTo>
                  <a:lnTo>
                    <a:pt x="150" y="599"/>
                  </a:lnTo>
                  <a:lnTo>
                    <a:pt x="2994" y="899"/>
                  </a:lnTo>
                  <a:lnTo>
                    <a:pt x="8083" y="899"/>
                  </a:lnTo>
                  <a:lnTo>
                    <a:pt x="9280" y="749"/>
                  </a:lnTo>
                  <a:lnTo>
                    <a:pt x="10478" y="599"/>
                  </a:lnTo>
                  <a:lnTo>
                    <a:pt x="10478" y="450"/>
                  </a:lnTo>
                  <a:lnTo>
                    <a:pt x="9280" y="150"/>
                  </a:lnTo>
                  <a:lnTo>
                    <a:pt x="808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3" name="Google Shape;2123;p58"/>
            <p:cNvSpPr/>
            <p:nvPr/>
          </p:nvSpPr>
          <p:spPr>
            <a:xfrm>
              <a:off x="3564900" y="2150250"/>
              <a:ext cx="246975" cy="26225"/>
            </a:xfrm>
            <a:custGeom>
              <a:rect b="b" l="l" r="r" t="t"/>
              <a:pathLst>
                <a:path extrusionOk="0" h="1049" w="9879">
                  <a:moveTo>
                    <a:pt x="4939" y="1"/>
                  </a:moveTo>
                  <a:lnTo>
                    <a:pt x="2545" y="150"/>
                  </a:lnTo>
                  <a:lnTo>
                    <a:pt x="150" y="300"/>
                  </a:lnTo>
                  <a:lnTo>
                    <a:pt x="0" y="450"/>
                  </a:lnTo>
                  <a:lnTo>
                    <a:pt x="150" y="599"/>
                  </a:lnTo>
                  <a:lnTo>
                    <a:pt x="2545" y="899"/>
                  </a:lnTo>
                  <a:lnTo>
                    <a:pt x="4939" y="1049"/>
                  </a:lnTo>
                  <a:lnTo>
                    <a:pt x="7484" y="1049"/>
                  </a:lnTo>
                  <a:lnTo>
                    <a:pt x="8532" y="899"/>
                  </a:lnTo>
                  <a:lnTo>
                    <a:pt x="9729" y="749"/>
                  </a:lnTo>
                  <a:lnTo>
                    <a:pt x="9879" y="599"/>
                  </a:lnTo>
                  <a:lnTo>
                    <a:pt x="9729" y="450"/>
                  </a:lnTo>
                  <a:lnTo>
                    <a:pt x="8532" y="150"/>
                  </a:lnTo>
                  <a:lnTo>
                    <a:pt x="748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4" name="Google Shape;2124;p58"/>
            <p:cNvSpPr/>
            <p:nvPr/>
          </p:nvSpPr>
          <p:spPr>
            <a:xfrm>
              <a:off x="3576125" y="2071675"/>
              <a:ext cx="243250" cy="22475"/>
            </a:xfrm>
            <a:custGeom>
              <a:rect b="b" l="l" r="r" t="t"/>
              <a:pathLst>
                <a:path extrusionOk="0" h="899" w="9730">
                  <a:moveTo>
                    <a:pt x="5239" y="1"/>
                  </a:moveTo>
                  <a:lnTo>
                    <a:pt x="2694" y="150"/>
                  </a:lnTo>
                  <a:lnTo>
                    <a:pt x="150" y="300"/>
                  </a:lnTo>
                  <a:lnTo>
                    <a:pt x="0" y="300"/>
                  </a:lnTo>
                  <a:lnTo>
                    <a:pt x="0" y="450"/>
                  </a:lnTo>
                  <a:lnTo>
                    <a:pt x="0" y="599"/>
                  </a:lnTo>
                  <a:lnTo>
                    <a:pt x="150" y="599"/>
                  </a:lnTo>
                  <a:lnTo>
                    <a:pt x="2694" y="749"/>
                  </a:lnTo>
                  <a:lnTo>
                    <a:pt x="5239" y="899"/>
                  </a:lnTo>
                  <a:lnTo>
                    <a:pt x="8532" y="899"/>
                  </a:lnTo>
                  <a:lnTo>
                    <a:pt x="9580" y="599"/>
                  </a:lnTo>
                  <a:lnTo>
                    <a:pt x="9729" y="450"/>
                  </a:lnTo>
                  <a:lnTo>
                    <a:pt x="9580" y="300"/>
                  </a:lnTo>
                  <a:lnTo>
                    <a:pt x="8532" y="150"/>
                  </a:lnTo>
                  <a:lnTo>
                    <a:pt x="733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5" name="Google Shape;2125;p58"/>
            <p:cNvSpPr/>
            <p:nvPr/>
          </p:nvSpPr>
          <p:spPr>
            <a:xfrm>
              <a:off x="3587350" y="1993100"/>
              <a:ext cx="235750" cy="22475"/>
            </a:xfrm>
            <a:custGeom>
              <a:rect b="b" l="l" r="r" t="t"/>
              <a:pathLst>
                <a:path extrusionOk="0" h="899" w="9430">
                  <a:moveTo>
                    <a:pt x="2395" y="0"/>
                  </a:moveTo>
                  <a:lnTo>
                    <a:pt x="150" y="300"/>
                  </a:lnTo>
                  <a:lnTo>
                    <a:pt x="0" y="449"/>
                  </a:lnTo>
                  <a:lnTo>
                    <a:pt x="150" y="599"/>
                  </a:lnTo>
                  <a:lnTo>
                    <a:pt x="2395" y="749"/>
                  </a:lnTo>
                  <a:lnTo>
                    <a:pt x="4640" y="898"/>
                  </a:lnTo>
                  <a:lnTo>
                    <a:pt x="9131" y="599"/>
                  </a:lnTo>
                  <a:lnTo>
                    <a:pt x="9280" y="599"/>
                  </a:lnTo>
                  <a:lnTo>
                    <a:pt x="9430" y="449"/>
                  </a:lnTo>
                  <a:lnTo>
                    <a:pt x="9280" y="150"/>
                  </a:lnTo>
                  <a:lnTo>
                    <a:pt x="9131" y="150"/>
                  </a:lnTo>
                  <a:lnTo>
                    <a:pt x="46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6" name="Google Shape;2126;p58"/>
            <p:cNvSpPr/>
            <p:nvPr/>
          </p:nvSpPr>
          <p:spPr>
            <a:xfrm>
              <a:off x="3594825" y="1907025"/>
              <a:ext cx="235775" cy="22475"/>
            </a:xfrm>
            <a:custGeom>
              <a:rect b="b" l="l" r="r" t="t"/>
              <a:pathLst>
                <a:path extrusionOk="0" h="899" w="9431">
                  <a:moveTo>
                    <a:pt x="1198" y="1"/>
                  </a:moveTo>
                  <a:lnTo>
                    <a:pt x="150" y="300"/>
                  </a:lnTo>
                  <a:lnTo>
                    <a:pt x="1" y="300"/>
                  </a:lnTo>
                  <a:lnTo>
                    <a:pt x="1" y="450"/>
                  </a:lnTo>
                  <a:lnTo>
                    <a:pt x="1" y="599"/>
                  </a:lnTo>
                  <a:lnTo>
                    <a:pt x="150" y="599"/>
                  </a:lnTo>
                  <a:lnTo>
                    <a:pt x="1198" y="899"/>
                  </a:lnTo>
                  <a:lnTo>
                    <a:pt x="6736" y="899"/>
                  </a:lnTo>
                  <a:lnTo>
                    <a:pt x="9281" y="749"/>
                  </a:lnTo>
                  <a:lnTo>
                    <a:pt x="9430" y="749"/>
                  </a:lnTo>
                  <a:lnTo>
                    <a:pt x="9430" y="599"/>
                  </a:lnTo>
                  <a:lnTo>
                    <a:pt x="9430" y="450"/>
                  </a:lnTo>
                  <a:lnTo>
                    <a:pt x="9281" y="450"/>
                  </a:lnTo>
                  <a:lnTo>
                    <a:pt x="6736" y="150"/>
                  </a:lnTo>
                  <a:lnTo>
                    <a:pt x="4341" y="150"/>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7" name="Google Shape;2127;p58"/>
            <p:cNvSpPr/>
            <p:nvPr/>
          </p:nvSpPr>
          <p:spPr>
            <a:xfrm>
              <a:off x="3609800" y="1828450"/>
              <a:ext cx="205825" cy="22475"/>
            </a:xfrm>
            <a:custGeom>
              <a:rect b="b" l="l" r="r" t="t"/>
              <a:pathLst>
                <a:path extrusionOk="0" h="899" w="8233">
                  <a:moveTo>
                    <a:pt x="4042" y="0"/>
                  </a:moveTo>
                  <a:lnTo>
                    <a:pt x="2096" y="150"/>
                  </a:lnTo>
                  <a:lnTo>
                    <a:pt x="150" y="300"/>
                  </a:lnTo>
                  <a:lnTo>
                    <a:pt x="0" y="449"/>
                  </a:lnTo>
                  <a:lnTo>
                    <a:pt x="150" y="599"/>
                  </a:lnTo>
                  <a:lnTo>
                    <a:pt x="4042" y="898"/>
                  </a:lnTo>
                  <a:lnTo>
                    <a:pt x="5987" y="898"/>
                  </a:lnTo>
                  <a:lnTo>
                    <a:pt x="7933" y="749"/>
                  </a:lnTo>
                  <a:lnTo>
                    <a:pt x="8233" y="749"/>
                  </a:lnTo>
                  <a:lnTo>
                    <a:pt x="8233" y="449"/>
                  </a:lnTo>
                  <a:lnTo>
                    <a:pt x="8233" y="300"/>
                  </a:lnTo>
                  <a:lnTo>
                    <a:pt x="7933" y="300"/>
                  </a:lnTo>
                  <a:lnTo>
                    <a:pt x="598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8" name="Google Shape;2128;p58"/>
            <p:cNvSpPr/>
            <p:nvPr/>
          </p:nvSpPr>
          <p:spPr>
            <a:xfrm>
              <a:off x="3624750" y="1746125"/>
              <a:ext cx="243275" cy="26225"/>
            </a:xfrm>
            <a:custGeom>
              <a:rect b="b" l="l" r="r" t="t"/>
              <a:pathLst>
                <a:path extrusionOk="0" h="1049" w="9731">
                  <a:moveTo>
                    <a:pt x="4791" y="0"/>
                  </a:moveTo>
                  <a:lnTo>
                    <a:pt x="2396" y="150"/>
                  </a:lnTo>
                  <a:lnTo>
                    <a:pt x="151" y="450"/>
                  </a:lnTo>
                  <a:lnTo>
                    <a:pt x="1" y="599"/>
                  </a:lnTo>
                  <a:lnTo>
                    <a:pt x="151" y="749"/>
                  </a:lnTo>
                  <a:lnTo>
                    <a:pt x="2096" y="899"/>
                  </a:lnTo>
                  <a:lnTo>
                    <a:pt x="4042" y="1048"/>
                  </a:lnTo>
                  <a:lnTo>
                    <a:pt x="7784" y="1048"/>
                  </a:lnTo>
                  <a:lnTo>
                    <a:pt x="9580" y="749"/>
                  </a:lnTo>
                  <a:lnTo>
                    <a:pt x="9730" y="749"/>
                  </a:lnTo>
                  <a:lnTo>
                    <a:pt x="9730" y="450"/>
                  </a:lnTo>
                  <a:lnTo>
                    <a:pt x="9580" y="30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9" name="Google Shape;2129;p58"/>
            <p:cNvSpPr/>
            <p:nvPr/>
          </p:nvSpPr>
          <p:spPr>
            <a:xfrm>
              <a:off x="3632250" y="1667550"/>
              <a:ext cx="198350" cy="22475"/>
            </a:xfrm>
            <a:custGeom>
              <a:rect b="b" l="l" r="r" t="t"/>
              <a:pathLst>
                <a:path extrusionOk="0" h="899" w="7934">
                  <a:moveTo>
                    <a:pt x="1946" y="0"/>
                  </a:moveTo>
                  <a:lnTo>
                    <a:pt x="150" y="300"/>
                  </a:lnTo>
                  <a:lnTo>
                    <a:pt x="0" y="449"/>
                  </a:lnTo>
                  <a:lnTo>
                    <a:pt x="150" y="599"/>
                  </a:lnTo>
                  <a:lnTo>
                    <a:pt x="1946" y="898"/>
                  </a:lnTo>
                  <a:lnTo>
                    <a:pt x="5838" y="898"/>
                  </a:lnTo>
                  <a:lnTo>
                    <a:pt x="7634" y="749"/>
                  </a:lnTo>
                  <a:lnTo>
                    <a:pt x="7784" y="599"/>
                  </a:lnTo>
                  <a:lnTo>
                    <a:pt x="7933" y="449"/>
                  </a:lnTo>
                  <a:lnTo>
                    <a:pt x="7784" y="300"/>
                  </a:lnTo>
                  <a:lnTo>
                    <a:pt x="7634" y="300"/>
                  </a:lnTo>
                  <a:lnTo>
                    <a:pt x="5838"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0" name="Google Shape;2130;p58"/>
            <p:cNvSpPr/>
            <p:nvPr/>
          </p:nvSpPr>
          <p:spPr>
            <a:xfrm>
              <a:off x="3654700" y="1506650"/>
              <a:ext cx="164675" cy="26200"/>
            </a:xfrm>
            <a:custGeom>
              <a:rect b="b" l="l" r="r" t="t"/>
              <a:pathLst>
                <a:path extrusionOk="0" h="1048" w="6587">
                  <a:moveTo>
                    <a:pt x="2994" y="0"/>
                  </a:moveTo>
                  <a:lnTo>
                    <a:pt x="1497" y="150"/>
                  </a:lnTo>
                  <a:lnTo>
                    <a:pt x="150" y="449"/>
                  </a:lnTo>
                  <a:lnTo>
                    <a:pt x="0" y="449"/>
                  </a:lnTo>
                  <a:lnTo>
                    <a:pt x="0" y="599"/>
                  </a:lnTo>
                  <a:lnTo>
                    <a:pt x="150" y="748"/>
                  </a:lnTo>
                  <a:lnTo>
                    <a:pt x="1647" y="898"/>
                  </a:lnTo>
                  <a:lnTo>
                    <a:pt x="3293" y="1048"/>
                  </a:lnTo>
                  <a:lnTo>
                    <a:pt x="4790" y="898"/>
                  </a:lnTo>
                  <a:lnTo>
                    <a:pt x="6437" y="748"/>
                  </a:lnTo>
                  <a:lnTo>
                    <a:pt x="6586" y="599"/>
                  </a:lnTo>
                  <a:lnTo>
                    <a:pt x="6586" y="449"/>
                  </a:lnTo>
                  <a:lnTo>
                    <a:pt x="6586" y="299"/>
                  </a:lnTo>
                  <a:lnTo>
                    <a:pt x="6437" y="299"/>
                  </a:lnTo>
                  <a:lnTo>
                    <a:pt x="5838" y="150"/>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1" name="Google Shape;2131;p58"/>
            <p:cNvSpPr/>
            <p:nvPr/>
          </p:nvSpPr>
          <p:spPr>
            <a:xfrm>
              <a:off x="3643475" y="1588950"/>
              <a:ext cx="172150" cy="22500"/>
            </a:xfrm>
            <a:custGeom>
              <a:rect b="b" l="l" r="r" t="t"/>
              <a:pathLst>
                <a:path extrusionOk="0" h="900" w="6886">
                  <a:moveTo>
                    <a:pt x="1796" y="1"/>
                  </a:moveTo>
                  <a:lnTo>
                    <a:pt x="150" y="300"/>
                  </a:lnTo>
                  <a:lnTo>
                    <a:pt x="0" y="300"/>
                  </a:lnTo>
                  <a:lnTo>
                    <a:pt x="0" y="450"/>
                  </a:lnTo>
                  <a:lnTo>
                    <a:pt x="150" y="600"/>
                  </a:lnTo>
                  <a:lnTo>
                    <a:pt x="1796" y="749"/>
                  </a:lnTo>
                  <a:lnTo>
                    <a:pt x="3443" y="899"/>
                  </a:lnTo>
                  <a:lnTo>
                    <a:pt x="5089" y="899"/>
                  </a:lnTo>
                  <a:lnTo>
                    <a:pt x="6736" y="600"/>
                  </a:lnTo>
                  <a:lnTo>
                    <a:pt x="6886" y="600"/>
                  </a:lnTo>
                  <a:lnTo>
                    <a:pt x="6886" y="450"/>
                  </a:lnTo>
                  <a:lnTo>
                    <a:pt x="6886" y="300"/>
                  </a:lnTo>
                  <a:lnTo>
                    <a:pt x="6736" y="151"/>
                  </a:lnTo>
                  <a:lnTo>
                    <a:pt x="508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2" name="Google Shape;2132;p58"/>
            <p:cNvSpPr/>
            <p:nvPr/>
          </p:nvSpPr>
          <p:spPr>
            <a:xfrm>
              <a:off x="3665925" y="1424325"/>
              <a:ext cx="149700" cy="26200"/>
            </a:xfrm>
            <a:custGeom>
              <a:rect b="b" l="l" r="r" t="t"/>
              <a:pathLst>
                <a:path extrusionOk="0" h="1048" w="5988">
                  <a:moveTo>
                    <a:pt x="2844" y="0"/>
                  </a:moveTo>
                  <a:lnTo>
                    <a:pt x="1497" y="150"/>
                  </a:lnTo>
                  <a:lnTo>
                    <a:pt x="0" y="299"/>
                  </a:lnTo>
                  <a:lnTo>
                    <a:pt x="0" y="599"/>
                  </a:lnTo>
                  <a:lnTo>
                    <a:pt x="0" y="749"/>
                  </a:lnTo>
                  <a:lnTo>
                    <a:pt x="1497" y="898"/>
                  </a:lnTo>
                  <a:lnTo>
                    <a:pt x="2844" y="1048"/>
                  </a:lnTo>
                  <a:lnTo>
                    <a:pt x="4341" y="1048"/>
                  </a:lnTo>
                  <a:lnTo>
                    <a:pt x="5688" y="749"/>
                  </a:lnTo>
                  <a:lnTo>
                    <a:pt x="5838" y="599"/>
                  </a:lnTo>
                  <a:lnTo>
                    <a:pt x="5988" y="599"/>
                  </a:lnTo>
                  <a:lnTo>
                    <a:pt x="5838" y="449"/>
                  </a:lnTo>
                  <a:lnTo>
                    <a:pt x="5688" y="299"/>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3" name="Google Shape;2133;p58"/>
            <p:cNvSpPr/>
            <p:nvPr/>
          </p:nvSpPr>
          <p:spPr>
            <a:xfrm>
              <a:off x="3677150" y="1345725"/>
              <a:ext cx="134725" cy="26225"/>
            </a:xfrm>
            <a:custGeom>
              <a:rect b="b" l="l" r="r" t="t"/>
              <a:pathLst>
                <a:path extrusionOk="0" h="1049" w="5389">
                  <a:moveTo>
                    <a:pt x="1497" y="1"/>
                  </a:moveTo>
                  <a:lnTo>
                    <a:pt x="150" y="300"/>
                  </a:lnTo>
                  <a:lnTo>
                    <a:pt x="150" y="450"/>
                  </a:lnTo>
                  <a:lnTo>
                    <a:pt x="0" y="450"/>
                  </a:lnTo>
                  <a:lnTo>
                    <a:pt x="150" y="600"/>
                  </a:lnTo>
                  <a:lnTo>
                    <a:pt x="150" y="749"/>
                  </a:lnTo>
                  <a:lnTo>
                    <a:pt x="1497" y="899"/>
                  </a:lnTo>
                  <a:lnTo>
                    <a:pt x="2695" y="1049"/>
                  </a:lnTo>
                  <a:lnTo>
                    <a:pt x="4042" y="899"/>
                  </a:lnTo>
                  <a:lnTo>
                    <a:pt x="5239" y="749"/>
                  </a:lnTo>
                  <a:lnTo>
                    <a:pt x="5389" y="600"/>
                  </a:lnTo>
                  <a:lnTo>
                    <a:pt x="5389" y="450"/>
                  </a:lnTo>
                  <a:lnTo>
                    <a:pt x="5389" y="300"/>
                  </a:lnTo>
                  <a:lnTo>
                    <a:pt x="5239" y="151"/>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4" name="Google Shape;2134;p58"/>
            <p:cNvSpPr/>
            <p:nvPr/>
          </p:nvSpPr>
          <p:spPr>
            <a:xfrm>
              <a:off x="3688375" y="1267150"/>
              <a:ext cx="142225" cy="18725"/>
            </a:xfrm>
            <a:custGeom>
              <a:rect b="b" l="l" r="r" t="t"/>
              <a:pathLst>
                <a:path extrusionOk="0" h="749" w="5689">
                  <a:moveTo>
                    <a:pt x="1497" y="1"/>
                  </a:moveTo>
                  <a:lnTo>
                    <a:pt x="150" y="300"/>
                  </a:lnTo>
                  <a:lnTo>
                    <a:pt x="0" y="450"/>
                  </a:lnTo>
                  <a:lnTo>
                    <a:pt x="150" y="599"/>
                  </a:lnTo>
                  <a:lnTo>
                    <a:pt x="1497" y="749"/>
                  </a:lnTo>
                  <a:lnTo>
                    <a:pt x="4940" y="749"/>
                  </a:lnTo>
                  <a:lnTo>
                    <a:pt x="5539" y="450"/>
                  </a:lnTo>
                  <a:lnTo>
                    <a:pt x="5688" y="300"/>
                  </a:lnTo>
                  <a:lnTo>
                    <a:pt x="5539" y="150"/>
                  </a:lnTo>
                  <a:lnTo>
                    <a:pt x="49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5" name="Google Shape;2135;p58"/>
            <p:cNvSpPr/>
            <p:nvPr/>
          </p:nvSpPr>
          <p:spPr>
            <a:xfrm>
              <a:off x="3699600" y="1184825"/>
              <a:ext cx="134725" cy="22475"/>
            </a:xfrm>
            <a:custGeom>
              <a:rect b="b" l="l" r="r" t="t"/>
              <a:pathLst>
                <a:path extrusionOk="0" h="899" w="5389">
                  <a:moveTo>
                    <a:pt x="2844" y="1"/>
                  </a:moveTo>
                  <a:lnTo>
                    <a:pt x="1497" y="150"/>
                  </a:lnTo>
                  <a:lnTo>
                    <a:pt x="150" y="300"/>
                  </a:lnTo>
                  <a:lnTo>
                    <a:pt x="0" y="300"/>
                  </a:lnTo>
                  <a:lnTo>
                    <a:pt x="0" y="450"/>
                  </a:lnTo>
                  <a:lnTo>
                    <a:pt x="0" y="599"/>
                  </a:lnTo>
                  <a:lnTo>
                    <a:pt x="150" y="749"/>
                  </a:lnTo>
                  <a:lnTo>
                    <a:pt x="1497" y="899"/>
                  </a:lnTo>
                  <a:lnTo>
                    <a:pt x="4042" y="899"/>
                  </a:lnTo>
                  <a:lnTo>
                    <a:pt x="4790" y="749"/>
                  </a:lnTo>
                  <a:lnTo>
                    <a:pt x="5239" y="599"/>
                  </a:lnTo>
                  <a:lnTo>
                    <a:pt x="5389" y="450"/>
                  </a:lnTo>
                  <a:lnTo>
                    <a:pt x="5239" y="300"/>
                  </a:lnTo>
                  <a:lnTo>
                    <a:pt x="4790" y="15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6" name="Google Shape;2136;p58"/>
            <p:cNvSpPr/>
            <p:nvPr/>
          </p:nvSpPr>
          <p:spPr>
            <a:xfrm>
              <a:off x="3703350" y="1098775"/>
              <a:ext cx="134725" cy="29950"/>
            </a:xfrm>
            <a:custGeom>
              <a:rect b="b" l="l" r="r" t="t"/>
              <a:pathLst>
                <a:path extrusionOk="0" h="1198" w="5389">
                  <a:moveTo>
                    <a:pt x="2694" y="0"/>
                  </a:moveTo>
                  <a:lnTo>
                    <a:pt x="1347" y="150"/>
                  </a:lnTo>
                  <a:lnTo>
                    <a:pt x="150" y="449"/>
                  </a:lnTo>
                  <a:lnTo>
                    <a:pt x="0" y="449"/>
                  </a:lnTo>
                  <a:lnTo>
                    <a:pt x="0" y="599"/>
                  </a:lnTo>
                  <a:lnTo>
                    <a:pt x="0" y="748"/>
                  </a:lnTo>
                  <a:lnTo>
                    <a:pt x="150" y="898"/>
                  </a:lnTo>
                  <a:lnTo>
                    <a:pt x="1347" y="1048"/>
                  </a:lnTo>
                  <a:lnTo>
                    <a:pt x="2694" y="1198"/>
                  </a:lnTo>
                  <a:lnTo>
                    <a:pt x="4041" y="1198"/>
                  </a:lnTo>
                  <a:lnTo>
                    <a:pt x="4640" y="1048"/>
                  </a:lnTo>
                  <a:lnTo>
                    <a:pt x="5239" y="898"/>
                  </a:lnTo>
                  <a:lnTo>
                    <a:pt x="5389" y="748"/>
                  </a:lnTo>
                  <a:lnTo>
                    <a:pt x="5389" y="449"/>
                  </a:lnTo>
                  <a:lnTo>
                    <a:pt x="5239" y="449"/>
                  </a:lnTo>
                  <a:lnTo>
                    <a:pt x="4640" y="299"/>
                  </a:lnTo>
                  <a:lnTo>
                    <a:pt x="4041"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7" name="Google Shape;2137;p58"/>
            <p:cNvSpPr/>
            <p:nvPr/>
          </p:nvSpPr>
          <p:spPr>
            <a:xfrm>
              <a:off x="3718300" y="1020175"/>
              <a:ext cx="134750" cy="26225"/>
            </a:xfrm>
            <a:custGeom>
              <a:rect b="b" l="l" r="r" t="t"/>
              <a:pathLst>
                <a:path extrusionOk="0" h="1049" w="5390">
                  <a:moveTo>
                    <a:pt x="2695" y="1"/>
                  </a:moveTo>
                  <a:lnTo>
                    <a:pt x="1348" y="151"/>
                  </a:lnTo>
                  <a:lnTo>
                    <a:pt x="151" y="300"/>
                  </a:lnTo>
                  <a:lnTo>
                    <a:pt x="1" y="600"/>
                  </a:lnTo>
                  <a:lnTo>
                    <a:pt x="151" y="749"/>
                  </a:lnTo>
                  <a:lnTo>
                    <a:pt x="1348" y="899"/>
                  </a:lnTo>
                  <a:lnTo>
                    <a:pt x="2695" y="1049"/>
                  </a:lnTo>
                  <a:lnTo>
                    <a:pt x="4042" y="1049"/>
                  </a:lnTo>
                  <a:lnTo>
                    <a:pt x="5240" y="749"/>
                  </a:lnTo>
                  <a:lnTo>
                    <a:pt x="5389" y="600"/>
                  </a:lnTo>
                  <a:lnTo>
                    <a:pt x="5240" y="30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8" name="Google Shape;2138;p58"/>
            <p:cNvSpPr/>
            <p:nvPr/>
          </p:nvSpPr>
          <p:spPr>
            <a:xfrm>
              <a:off x="3729525" y="941600"/>
              <a:ext cx="108550" cy="22475"/>
            </a:xfrm>
            <a:custGeom>
              <a:rect b="b" l="l" r="r" t="t"/>
              <a:pathLst>
                <a:path extrusionOk="0" h="899" w="4342">
                  <a:moveTo>
                    <a:pt x="2246" y="1"/>
                  </a:moveTo>
                  <a:lnTo>
                    <a:pt x="1198" y="150"/>
                  </a:lnTo>
                  <a:lnTo>
                    <a:pt x="151" y="300"/>
                  </a:lnTo>
                  <a:lnTo>
                    <a:pt x="1" y="450"/>
                  </a:lnTo>
                  <a:lnTo>
                    <a:pt x="151" y="599"/>
                  </a:lnTo>
                  <a:lnTo>
                    <a:pt x="1198" y="899"/>
                  </a:lnTo>
                  <a:lnTo>
                    <a:pt x="3743" y="899"/>
                  </a:lnTo>
                  <a:lnTo>
                    <a:pt x="4342" y="599"/>
                  </a:lnTo>
                  <a:lnTo>
                    <a:pt x="4342" y="450"/>
                  </a:lnTo>
                  <a:lnTo>
                    <a:pt x="4342" y="300"/>
                  </a:lnTo>
                  <a:lnTo>
                    <a:pt x="3743" y="150"/>
                  </a:lnTo>
                  <a:lnTo>
                    <a:pt x="3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39" name="Google Shape;2139;p58"/>
            <p:cNvSpPr/>
            <p:nvPr/>
          </p:nvSpPr>
          <p:spPr>
            <a:xfrm>
              <a:off x="3740750" y="863025"/>
              <a:ext cx="82350" cy="18725"/>
            </a:xfrm>
            <a:custGeom>
              <a:rect b="b" l="l" r="r" t="t"/>
              <a:pathLst>
                <a:path extrusionOk="0" h="749" w="3294">
                  <a:moveTo>
                    <a:pt x="1498" y="0"/>
                  </a:moveTo>
                  <a:lnTo>
                    <a:pt x="151" y="300"/>
                  </a:lnTo>
                  <a:lnTo>
                    <a:pt x="1" y="449"/>
                  </a:lnTo>
                  <a:lnTo>
                    <a:pt x="151" y="599"/>
                  </a:lnTo>
                  <a:lnTo>
                    <a:pt x="1647" y="749"/>
                  </a:lnTo>
                  <a:lnTo>
                    <a:pt x="2396" y="749"/>
                  </a:lnTo>
                  <a:lnTo>
                    <a:pt x="2995" y="599"/>
                  </a:lnTo>
                  <a:lnTo>
                    <a:pt x="3144" y="599"/>
                  </a:lnTo>
                  <a:lnTo>
                    <a:pt x="3294" y="449"/>
                  </a:lnTo>
                  <a:lnTo>
                    <a:pt x="3144" y="150"/>
                  </a:lnTo>
                  <a:lnTo>
                    <a:pt x="2995" y="150"/>
                  </a:lnTo>
                  <a:lnTo>
                    <a:pt x="23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0" name="Google Shape;2140;p58"/>
            <p:cNvSpPr/>
            <p:nvPr/>
          </p:nvSpPr>
          <p:spPr>
            <a:xfrm>
              <a:off x="3744500" y="780700"/>
              <a:ext cx="71125" cy="22475"/>
            </a:xfrm>
            <a:custGeom>
              <a:rect b="b" l="l" r="r" t="t"/>
              <a:pathLst>
                <a:path extrusionOk="0" h="899" w="2845">
                  <a:moveTo>
                    <a:pt x="1348" y="0"/>
                  </a:moveTo>
                  <a:lnTo>
                    <a:pt x="749" y="150"/>
                  </a:lnTo>
                  <a:lnTo>
                    <a:pt x="150" y="300"/>
                  </a:lnTo>
                  <a:lnTo>
                    <a:pt x="1" y="449"/>
                  </a:lnTo>
                  <a:lnTo>
                    <a:pt x="150" y="599"/>
                  </a:lnTo>
                  <a:lnTo>
                    <a:pt x="749" y="898"/>
                  </a:lnTo>
                  <a:lnTo>
                    <a:pt x="1946" y="898"/>
                  </a:lnTo>
                  <a:lnTo>
                    <a:pt x="2545" y="749"/>
                  </a:lnTo>
                  <a:lnTo>
                    <a:pt x="2695" y="599"/>
                  </a:lnTo>
                  <a:lnTo>
                    <a:pt x="2845" y="449"/>
                  </a:lnTo>
                  <a:lnTo>
                    <a:pt x="2695" y="300"/>
                  </a:lnTo>
                  <a:lnTo>
                    <a:pt x="2545" y="150"/>
                  </a:lnTo>
                  <a:lnTo>
                    <a:pt x="19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1" name="Google Shape;2141;p58"/>
            <p:cNvSpPr/>
            <p:nvPr/>
          </p:nvSpPr>
          <p:spPr>
            <a:xfrm>
              <a:off x="3759475" y="698375"/>
              <a:ext cx="67375" cy="26225"/>
            </a:xfrm>
            <a:custGeom>
              <a:rect b="b" l="l" r="r" t="t"/>
              <a:pathLst>
                <a:path extrusionOk="0" h="1049" w="2695">
                  <a:moveTo>
                    <a:pt x="1497" y="0"/>
                  </a:moveTo>
                  <a:lnTo>
                    <a:pt x="150" y="300"/>
                  </a:lnTo>
                  <a:lnTo>
                    <a:pt x="0" y="450"/>
                  </a:lnTo>
                  <a:lnTo>
                    <a:pt x="150" y="749"/>
                  </a:lnTo>
                  <a:lnTo>
                    <a:pt x="749" y="899"/>
                  </a:lnTo>
                  <a:lnTo>
                    <a:pt x="1497" y="1048"/>
                  </a:lnTo>
                  <a:lnTo>
                    <a:pt x="2096" y="899"/>
                  </a:lnTo>
                  <a:lnTo>
                    <a:pt x="2395" y="899"/>
                  </a:lnTo>
                  <a:lnTo>
                    <a:pt x="2695" y="749"/>
                  </a:lnTo>
                  <a:lnTo>
                    <a:pt x="2695" y="450"/>
                  </a:lnTo>
                  <a:lnTo>
                    <a:pt x="26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2" name="Google Shape;2142;p58"/>
            <p:cNvSpPr/>
            <p:nvPr/>
          </p:nvSpPr>
          <p:spPr>
            <a:xfrm>
              <a:off x="3766950" y="623525"/>
              <a:ext cx="59900" cy="15000"/>
            </a:xfrm>
            <a:custGeom>
              <a:rect b="b" l="l" r="r" t="t"/>
              <a:pathLst>
                <a:path extrusionOk="0" h="600" w="2396">
                  <a:moveTo>
                    <a:pt x="1048" y="1"/>
                  </a:moveTo>
                  <a:lnTo>
                    <a:pt x="1" y="151"/>
                  </a:lnTo>
                  <a:lnTo>
                    <a:pt x="1" y="300"/>
                  </a:lnTo>
                  <a:lnTo>
                    <a:pt x="1" y="450"/>
                  </a:lnTo>
                  <a:lnTo>
                    <a:pt x="1048" y="600"/>
                  </a:lnTo>
                  <a:lnTo>
                    <a:pt x="2246" y="450"/>
                  </a:lnTo>
                  <a:lnTo>
                    <a:pt x="2396" y="300"/>
                  </a:lnTo>
                  <a:lnTo>
                    <a:pt x="2246" y="151"/>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3" name="Google Shape;2143;p58"/>
            <p:cNvSpPr/>
            <p:nvPr/>
          </p:nvSpPr>
          <p:spPr>
            <a:xfrm>
              <a:off x="3512500" y="2827550"/>
              <a:ext cx="18725" cy="295650"/>
            </a:xfrm>
            <a:custGeom>
              <a:rect b="b" l="l" r="r" t="t"/>
              <a:pathLst>
                <a:path extrusionOk="0" h="11826" w="749">
                  <a:moveTo>
                    <a:pt x="300" y="1"/>
                  </a:moveTo>
                  <a:lnTo>
                    <a:pt x="150" y="150"/>
                  </a:lnTo>
                  <a:lnTo>
                    <a:pt x="150" y="300"/>
                  </a:lnTo>
                  <a:lnTo>
                    <a:pt x="150" y="749"/>
                  </a:lnTo>
                  <a:lnTo>
                    <a:pt x="1" y="1497"/>
                  </a:lnTo>
                  <a:lnTo>
                    <a:pt x="1" y="2096"/>
                  </a:lnTo>
                  <a:lnTo>
                    <a:pt x="1" y="2695"/>
                  </a:lnTo>
                  <a:lnTo>
                    <a:pt x="1" y="7185"/>
                  </a:lnTo>
                  <a:lnTo>
                    <a:pt x="150" y="11676"/>
                  </a:lnTo>
                  <a:lnTo>
                    <a:pt x="300" y="11825"/>
                  </a:lnTo>
                  <a:lnTo>
                    <a:pt x="450" y="11676"/>
                  </a:lnTo>
                  <a:lnTo>
                    <a:pt x="749" y="7185"/>
                  </a:lnTo>
                  <a:lnTo>
                    <a:pt x="599" y="2695"/>
                  </a:lnTo>
                  <a:lnTo>
                    <a:pt x="599" y="2096"/>
                  </a:lnTo>
                  <a:lnTo>
                    <a:pt x="599" y="1497"/>
                  </a:lnTo>
                  <a:lnTo>
                    <a:pt x="599" y="1348"/>
                  </a:lnTo>
                  <a:lnTo>
                    <a:pt x="599" y="749"/>
                  </a:lnTo>
                  <a:lnTo>
                    <a:pt x="450" y="30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4" name="Google Shape;2144;p58"/>
            <p:cNvSpPr/>
            <p:nvPr/>
          </p:nvSpPr>
          <p:spPr>
            <a:xfrm>
              <a:off x="3351600" y="2850000"/>
              <a:ext cx="15000" cy="280675"/>
            </a:xfrm>
            <a:custGeom>
              <a:rect b="b" l="l" r="r" t="t"/>
              <a:pathLst>
                <a:path extrusionOk="0" h="11227" w="600">
                  <a:moveTo>
                    <a:pt x="300" y="1"/>
                  </a:moveTo>
                  <a:lnTo>
                    <a:pt x="150" y="150"/>
                  </a:lnTo>
                  <a:lnTo>
                    <a:pt x="0" y="5539"/>
                  </a:lnTo>
                  <a:lnTo>
                    <a:pt x="0" y="6587"/>
                  </a:lnTo>
                  <a:lnTo>
                    <a:pt x="0" y="7634"/>
                  </a:lnTo>
                  <a:lnTo>
                    <a:pt x="0" y="9430"/>
                  </a:lnTo>
                  <a:lnTo>
                    <a:pt x="150" y="11077"/>
                  </a:lnTo>
                  <a:lnTo>
                    <a:pt x="300" y="11227"/>
                  </a:lnTo>
                  <a:lnTo>
                    <a:pt x="449" y="11077"/>
                  </a:lnTo>
                  <a:lnTo>
                    <a:pt x="599" y="8832"/>
                  </a:lnTo>
                  <a:lnTo>
                    <a:pt x="599" y="6587"/>
                  </a:lnTo>
                  <a:lnTo>
                    <a:pt x="599" y="5539"/>
                  </a:lnTo>
                  <a:lnTo>
                    <a:pt x="599" y="4641"/>
                  </a:lnTo>
                  <a:lnTo>
                    <a:pt x="449" y="15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5" name="Google Shape;2145;p58"/>
            <p:cNvSpPr/>
            <p:nvPr/>
          </p:nvSpPr>
          <p:spPr>
            <a:xfrm>
              <a:off x="3265525" y="2846250"/>
              <a:ext cx="26225" cy="273200"/>
            </a:xfrm>
            <a:custGeom>
              <a:rect b="b" l="l" r="r" t="t"/>
              <a:pathLst>
                <a:path extrusionOk="0" h="10928" w="1049">
                  <a:moveTo>
                    <a:pt x="450" y="1"/>
                  </a:moveTo>
                  <a:lnTo>
                    <a:pt x="150" y="2396"/>
                  </a:lnTo>
                  <a:lnTo>
                    <a:pt x="1" y="4940"/>
                  </a:lnTo>
                  <a:lnTo>
                    <a:pt x="1" y="7485"/>
                  </a:lnTo>
                  <a:lnTo>
                    <a:pt x="300" y="9880"/>
                  </a:lnTo>
                  <a:lnTo>
                    <a:pt x="300" y="10778"/>
                  </a:lnTo>
                  <a:lnTo>
                    <a:pt x="450" y="10928"/>
                  </a:lnTo>
                  <a:lnTo>
                    <a:pt x="600" y="10778"/>
                  </a:lnTo>
                  <a:lnTo>
                    <a:pt x="600" y="10478"/>
                  </a:lnTo>
                  <a:lnTo>
                    <a:pt x="749" y="9131"/>
                  </a:lnTo>
                  <a:lnTo>
                    <a:pt x="1049" y="6886"/>
                  </a:lnTo>
                  <a:lnTo>
                    <a:pt x="1049" y="4491"/>
                  </a:lnTo>
                  <a:lnTo>
                    <a:pt x="899" y="2246"/>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6" name="Google Shape;2146;p58"/>
            <p:cNvSpPr/>
            <p:nvPr/>
          </p:nvSpPr>
          <p:spPr>
            <a:xfrm>
              <a:off x="3186950" y="2857500"/>
              <a:ext cx="22475" cy="258200"/>
            </a:xfrm>
            <a:custGeom>
              <a:rect b="b" l="l" r="r" t="t"/>
              <a:pathLst>
                <a:path extrusionOk="0" h="10328" w="899">
                  <a:moveTo>
                    <a:pt x="300" y="0"/>
                  </a:moveTo>
                  <a:lnTo>
                    <a:pt x="150" y="1048"/>
                  </a:lnTo>
                  <a:lnTo>
                    <a:pt x="1" y="2245"/>
                  </a:lnTo>
                  <a:lnTo>
                    <a:pt x="1" y="4640"/>
                  </a:lnTo>
                  <a:lnTo>
                    <a:pt x="1" y="7484"/>
                  </a:lnTo>
                  <a:lnTo>
                    <a:pt x="300" y="10178"/>
                  </a:lnTo>
                  <a:lnTo>
                    <a:pt x="300" y="10328"/>
                  </a:lnTo>
                  <a:lnTo>
                    <a:pt x="599" y="10328"/>
                  </a:lnTo>
                  <a:lnTo>
                    <a:pt x="599" y="10178"/>
                  </a:lnTo>
                  <a:lnTo>
                    <a:pt x="749" y="7484"/>
                  </a:lnTo>
                  <a:lnTo>
                    <a:pt x="899" y="4640"/>
                  </a:lnTo>
                  <a:lnTo>
                    <a:pt x="899" y="2245"/>
                  </a:lnTo>
                  <a:lnTo>
                    <a:pt x="749" y="1048"/>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7" name="Google Shape;2147;p58"/>
            <p:cNvSpPr/>
            <p:nvPr/>
          </p:nvSpPr>
          <p:spPr>
            <a:xfrm>
              <a:off x="3100875" y="2857500"/>
              <a:ext cx="29975" cy="243250"/>
            </a:xfrm>
            <a:custGeom>
              <a:rect b="b" l="l" r="r" t="t"/>
              <a:pathLst>
                <a:path extrusionOk="0" h="9730" w="1199">
                  <a:moveTo>
                    <a:pt x="450" y="0"/>
                  </a:moveTo>
                  <a:lnTo>
                    <a:pt x="300" y="1197"/>
                  </a:lnTo>
                  <a:lnTo>
                    <a:pt x="151" y="2395"/>
                  </a:lnTo>
                  <a:lnTo>
                    <a:pt x="1" y="4790"/>
                  </a:lnTo>
                  <a:lnTo>
                    <a:pt x="300" y="7334"/>
                  </a:lnTo>
                  <a:lnTo>
                    <a:pt x="450" y="9579"/>
                  </a:lnTo>
                  <a:lnTo>
                    <a:pt x="600" y="9729"/>
                  </a:lnTo>
                  <a:lnTo>
                    <a:pt x="749" y="9579"/>
                  </a:lnTo>
                  <a:lnTo>
                    <a:pt x="899" y="7334"/>
                  </a:lnTo>
                  <a:lnTo>
                    <a:pt x="1198" y="4790"/>
                  </a:lnTo>
                  <a:lnTo>
                    <a:pt x="1198" y="2395"/>
                  </a:lnTo>
                  <a:lnTo>
                    <a:pt x="1049" y="1197"/>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8" name="Google Shape;2148;p58"/>
            <p:cNvSpPr/>
            <p:nvPr/>
          </p:nvSpPr>
          <p:spPr>
            <a:xfrm>
              <a:off x="3026050" y="2846250"/>
              <a:ext cx="22475" cy="243275"/>
            </a:xfrm>
            <a:custGeom>
              <a:rect b="b" l="l" r="r" t="t"/>
              <a:pathLst>
                <a:path extrusionOk="0" h="9731" w="899">
                  <a:moveTo>
                    <a:pt x="449" y="1"/>
                  </a:moveTo>
                  <a:lnTo>
                    <a:pt x="300" y="151"/>
                  </a:lnTo>
                  <a:lnTo>
                    <a:pt x="0" y="1198"/>
                  </a:lnTo>
                  <a:lnTo>
                    <a:pt x="0" y="2396"/>
                  </a:lnTo>
                  <a:lnTo>
                    <a:pt x="0" y="4641"/>
                  </a:lnTo>
                  <a:lnTo>
                    <a:pt x="0" y="7036"/>
                  </a:lnTo>
                  <a:lnTo>
                    <a:pt x="300" y="9580"/>
                  </a:lnTo>
                  <a:lnTo>
                    <a:pt x="300" y="9730"/>
                  </a:lnTo>
                  <a:lnTo>
                    <a:pt x="599" y="9730"/>
                  </a:lnTo>
                  <a:lnTo>
                    <a:pt x="599" y="9580"/>
                  </a:lnTo>
                  <a:lnTo>
                    <a:pt x="749" y="7036"/>
                  </a:lnTo>
                  <a:lnTo>
                    <a:pt x="749" y="4641"/>
                  </a:lnTo>
                  <a:lnTo>
                    <a:pt x="898" y="239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9" name="Google Shape;2149;p58"/>
            <p:cNvSpPr/>
            <p:nvPr/>
          </p:nvSpPr>
          <p:spPr>
            <a:xfrm>
              <a:off x="2943725" y="2846250"/>
              <a:ext cx="22475" cy="232050"/>
            </a:xfrm>
            <a:custGeom>
              <a:rect b="b" l="l" r="r" t="t"/>
              <a:pathLst>
                <a:path extrusionOk="0" h="9282" w="899">
                  <a:moveTo>
                    <a:pt x="300" y="1"/>
                  </a:moveTo>
                  <a:lnTo>
                    <a:pt x="300" y="151"/>
                  </a:lnTo>
                  <a:lnTo>
                    <a:pt x="0" y="4641"/>
                  </a:lnTo>
                  <a:lnTo>
                    <a:pt x="150" y="6886"/>
                  </a:lnTo>
                  <a:lnTo>
                    <a:pt x="300" y="9131"/>
                  </a:lnTo>
                  <a:lnTo>
                    <a:pt x="599" y="9281"/>
                  </a:lnTo>
                  <a:lnTo>
                    <a:pt x="749" y="9131"/>
                  </a:lnTo>
                  <a:lnTo>
                    <a:pt x="899" y="6886"/>
                  </a:lnTo>
                  <a:lnTo>
                    <a:pt x="899" y="4641"/>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0" name="Google Shape;2150;p58"/>
            <p:cNvSpPr/>
            <p:nvPr/>
          </p:nvSpPr>
          <p:spPr>
            <a:xfrm>
              <a:off x="2861400" y="2835025"/>
              <a:ext cx="22475" cy="235775"/>
            </a:xfrm>
            <a:custGeom>
              <a:rect b="b" l="l" r="r" t="t"/>
              <a:pathLst>
                <a:path extrusionOk="0" h="9431" w="899">
                  <a:moveTo>
                    <a:pt x="599" y="1"/>
                  </a:moveTo>
                  <a:lnTo>
                    <a:pt x="450" y="151"/>
                  </a:lnTo>
                  <a:lnTo>
                    <a:pt x="300" y="300"/>
                  </a:lnTo>
                  <a:lnTo>
                    <a:pt x="150" y="2695"/>
                  </a:lnTo>
                  <a:lnTo>
                    <a:pt x="1" y="5090"/>
                  </a:lnTo>
                  <a:lnTo>
                    <a:pt x="1" y="7186"/>
                  </a:lnTo>
                  <a:lnTo>
                    <a:pt x="1" y="8383"/>
                  </a:lnTo>
                  <a:lnTo>
                    <a:pt x="150" y="9431"/>
                  </a:lnTo>
                  <a:lnTo>
                    <a:pt x="599" y="9431"/>
                  </a:lnTo>
                  <a:lnTo>
                    <a:pt x="749" y="8383"/>
                  </a:lnTo>
                  <a:lnTo>
                    <a:pt x="899" y="7186"/>
                  </a:lnTo>
                  <a:lnTo>
                    <a:pt x="899" y="5090"/>
                  </a:lnTo>
                  <a:lnTo>
                    <a:pt x="899" y="2695"/>
                  </a:lnTo>
                  <a:lnTo>
                    <a:pt x="749" y="300"/>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1" name="Google Shape;2151;p58"/>
            <p:cNvSpPr/>
            <p:nvPr/>
          </p:nvSpPr>
          <p:spPr>
            <a:xfrm>
              <a:off x="2782825" y="2850000"/>
              <a:ext cx="22475" cy="205825"/>
            </a:xfrm>
            <a:custGeom>
              <a:rect b="b" l="l" r="r" t="t"/>
              <a:pathLst>
                <a:path extrusionOk="0" h="8233" w="899">
                  <a:moveTo>
                    <a:pt x="449" y="1"/>
                  </a:moveTo>
                  <a:lnTo>
                    <a:pt x="300" y="150"/>
                  </a:lnTo>
                  <a:lnTo>
                    <a:pt x="150" y="300"/>
                  </a:lnTo>
                  <a:lnTo>
                    <a:pt x="0" y="2246"/>
                  </a:lnTo>
                  <a:lnTo>
                    <a:pt x="0" y="4192"/>
                  </a:lnTo>
                  <a:lnTo>
                    <a:pt x="0" y="6137"/>
                  </a:lnTo>
                  <a:lnTo>
                    <a:pt x="300" y="8083"/>
                  </a:lnTo>
                  <a:lnTo>
                    <a:pt x="300" y="8233"/>
                  </a:lnTo>
                  <a:lnTo>
                    <a:pt x="449" y="8083"/>
                  </a:lnTo>
                  <a:lnTo>
                    <a:pt x="898" y="4192"/>
                  </a:lnTo>
                  <a:lnTo>
                    <a:pt x="898" y="2246"/>
                  </a:lnTo>
                  <a:lnTo>
                    <a:pt x="749" y="300"/>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2" name="Google Shape;2152;p58"/>
            <p:cNvSpPr/>
            <p:nvPr/>
          </p:nvSpPr>
          <p:spPr>
            <a:xfrm>
              <a:off x="2696750" y="2797625"/>
              <a:ext cx="29975" cy="246975"/>
            </a:xfrm>
            <a:custGeom>
              <a:rect b="b" l="l" r="r" t="t"/>
              <a:pathLst>
                <a:path extrusionOk="0" h="9879" w="1199">
                  <a:moveTo>
                    <a:pt x="599" y="0"/>
                  </a:moveTo>
                  <a:lnTo>
                    <a:pt x="450" y="150"/>
                  </a:lnTo>
                  <a:lnTo>
                    <a:pt x="150" y="2545"/>
                  </a:lnTo>
                  <a:lnTo>
                    <a:pt x="1" y="4940"/>
                  </a:lnTo>
                  <a:lnTo>
                    <a:pt x="150" y="7334"/>
                  </a:lnTo>
                  <a:lnTo>
                    <a:pt x="450" y="9729"/>
                  </a:lnTo>
                  <a:lnTo>
                    <a:pt x="599" y="9879"/>
                  </a:lnTo>
                  <a:lnTo>
                    <a:pt x="749" y="9729"/>
                  </a:lnTo>
                  <a:lnTo>
                    <a:pt x="1048" y="7634"/>
                  </a:lnTo>
                  <a:lnTo>
                    <a:pt x="1198" y="5688"/>
                  </a:lnTo>
                  <a:lnTo>
                    <a:pt x="1198" y="3892"/>
                  </a:lnTo>
                  <a:lnTo>
                    <a:pt x="1048" y="1946"/>
                  </a:lnTo>
                  <a:lnTo>
                    <a:pt x="899" y="150"/>
                  </a:lnTo>
                  <a:lnTo>
                    <a:pt x="74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3" name="Google Shape;2153;p58"/>
            <p:cNvSpPr/>
            <p:nvPr/>
          </p:nvSpPr>
          <p:spPr>
            <a:xfrm>
              <a:off x="2621925" y="2838775"/>
              <a:ext cx="22475" cy="194600"/>
            </a:xfrm>
            <a:custGeom>
              <a:rect b="b" l="l" r="r" t="t"/>
              <a:pathLst>
                <a:path extrusionOk="0" h="7784" w="899">
                  <a:moveTo>
                    <a:pt x="299" y="1"/>
                  </a:moveTo>
                  <a:lnTo>
                    <a:pt x="150" y="150"/>
                  </a:lnTo>
                  <a:lnTo>
                    <a:pt x="0" y="2096"/>
                  </a:lnTo>
                  <a:lnTo>
                    <a:pt x="0" y="3892"/>
                  </a:lnTo>
                  <a:lnTo>
                    <a:pt x="0" y="5838"/>
                  </a:lnTo>
                  <a:lnTo>
                    <a:pt x="299" y="7634"/>
                  </a:lnTo>
                  <a:lnTo>
                    <a:pt x="449" y="7784"/>
                  </a:lnTo>
                  <a:lnTo>
                    <a:pt x="599" y="7634"/>
                  </a:lnTo>
                  <a:lnTo>
                    <a:pt x="749" y="5838"/>
                  </a:lnTo>
                  <a:lnTo>
                    <a:pt x="898" y="3892"/>
                  </a:lnTo>
                  <a:lnTo>
                    <a:pt x="749" y="2096"/>
                  </a:lnTo>
                  <a:lnTo>
                    <a:pt x="59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4" name="Google Shape;2154;p58"/>
            <p:cNvSpPr/>
            <p:nvPr/>
          </p:nvSpPr>
          <p:spPr>
            <a:xfrm>
              <a:off x="2461000" y="2846250"/>
              <a:ext cx="22500" cy="164675"/>
            </a:xfrm>
            <a:custGeom>
              <a:rect b="b" l="l" r="r" t="t"/>
              <a:pathLst>
                <a:path extrusionOk="0" h="6587" w="900">
                  <a:moveTo>
                    <a:pt x="450" y="1"/>
                  </a:moveTo>
                  <a:lnTo>
                    <a:pt x="300" y="151"/>
                  </a:lnTo>
                  <a:lnTo>
                    <a:pt x="151" y="300"/>
                  </a:lnTo>
                  <a:lnTo>
                    <a:pt x="151" y="899"/>
                  </a:lnTo>
                  <a:lnTo>
                    <a:pt x="1" y="2246"/>
                  </a:lnTo>
                  <a:lnTo>
                    <a:pt x="1" y="3743"/>
                  </a:lnTo>
                  <a:lnTo>
                    <a:pt x="151" y="5090"/>
                  </a:lnTo>
                  <a:lnTo>
                    <a:pt x="300" y="6587"/>
                  </a:lnTo>
                  <a:lnTo>
                    <a:pt x="600" y="6587"/>
                  </a:lnTo>
                  <a:lnTo>
                    <a:pt x="899" y="4940"/>
                  </a:lnTo>
                  <a:lnTo>
                    <a:pt x="899" y="3444"/>
                  </a:lnTo>
                  <a:lnTo>
                    <a:pt x="899" y="1797"/>
                  </a:lnTo>
                  <a:lnTo>
                    <a:pt x="600" y="300"/>
                  </a:lnTo>
                  <a:lnTo>
                    <a:pt x="600"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5" name="Google Shape;2155;p58"/>
            <p:cNvSpPr/>
            <p:nvPr/>
          </p:nvSpPr>
          <p:spPr>
            <a:xfrm>
              <a:off x="2539600" y="2850000"/>
              <a:ext cx="22475" cy="172150"/>
            </a:xfrm>
            <a:custGeom>
              <a:rect b="b" l="l" r="r" t="t"/>
              <a:pathLst>
                <a:path extrusionOk="0" h="6886" w="899">
                  <a:moveTo>
                    <a:pt x="300" y="1"/>
                  </a:moveTo>
                  <a:lnTo>
                    <a:pt x="300" y="150"/>
                  </a:lnTo>
                  <a:lnTo>
                    <a:pt x="0" y="1797"/>
                  </a:lnTo>
                  <a:lnTo>
                    <a:pt x="0" y="3443"/>
                  </a:lnTo>
                  <a:lnTo>
                    <a:pt x="150" y="5090"/>
                  </a:lnTo>
                  <a:lnTo>
                    <a:pt x="300" y="6736"/>
                  </a:lnTo>
                  <a:lnTo>
                    <a:pt x="449" y="6886"/>
                  </a:lnTo>
                  <a:lnTo>
                    <a:pt x="599" y="6886"/>
                  </a:lnTo>
                  <a:lnTo>
                    <a:pt x="599" y="6736"/>
                  </a:lnTo>
                  <a:lnTo>
                    <a:pt x="898" y="5090"/>
                  </a:lnTo>
                  <a:lnTo>
                    <a:pt x="898" y="3443"/>
                  </a:lnTo>
                  <a:lnTo>
                    <a:pt x="898" y="1797"/>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6" name="Google Shape;2156;p58"/>
            <p:cNvSpPr/>
            <p:nvPr/>
          </p:nvSpPr>
          <p:spPr>
            <a:xfrm>
              <a:off x="2378700" y="2853750"/>
              <a:ext cx="22475" cy="149700"/>
            </a:xfrm>
            <a:custGeom>
              <a:rect b="b" l="l" r="r" t="t"/>
              <a:pathLst>
                <a:path extrusionOk="0" h="5988" w="899">
                  <a:moveTo>
                    <a:pt x="299" y="0"/>
                  </a:moveTo>
                  <a:lnTo>
                    <a:pt x="299" y="150"/>
                  </a:lnTo>
                  <a:lnTo>
                    <a:pt x="0" y="1497"/>
                  </a:lnTo>
                  <a:lnTo>
                    <a:pt x="0" y="2994"/>
                  </a:lnTo>
                  <a:lnTo>
                    <a:pt x="150" y="4491"/>
                  </a:lnTo>
                  <a:lnTo>
                    <a:pt x="299" y="5838"/>
                  </a:lnTo>
                  <a:lnTo>
                    <a:pt x="449" y="5987"/>
                  </a:lnTo>
                  <a:lnTo>
                    <a:pt x="599" y="5838"/>
                  </a:lnTo>
                  <a:lnTo>
                    <a:pt x="898" y="4491"/>
                  </a:lnTo>
                  <a:lnTo>
                    <a:pt x="898" y="2994"/>
                  </a:lnTo>
                  <a:lnTo>
                    <a:pt x="898" y="1497"/>
                  </a:lnTo>
                  <a:lnTo>
                    <a:pt x="748"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7" name="Google Shape;2157;p58"/>
            <p:cNvSpPr/>
            <p:nvPr/>
          </p:nvSpPr>
          <p:spPr>
            <a:xfrm>
              <a:off x="2296375" y="2853750"/>
              <a:ext cx="26200" cy="134725"/>
            </a:xfrm>
            <a:custGeom>
              <a:rect b="b" l="l" r="r" t="t"/>
              <a:pathLst>
                <a:path extrusionOk="0" h="5389" w="1048">
                  <a:moveTo>
                    <a:pt x="449" y="0"/>
                  </a:moveTo>
                  <a:lnTo>
                    <a:pt x="299" y="150"/>
                  </a:lnTo>
                  <a:lnTo>
                    <a:pt x="150" y="1497"/>
                  </a:lnTo>
                  <a:lnTo>
                    <a:pt x="0" y="2695"/>
                  </a:lnTo>
                  <a:lnTo>
                    <a:pt x="150" y="4042"/>
                  </a:lnTo>
                  <a:lnTo>
                    <a:pt x="449" y="5239"/>
                  </a:lnTo>
                  <a:lnTo>
                    <a:pt x="449" y="5389"/>
                  </a:lnTo>
                  <a:lnTo>
                    <a:pt x="749" y="5389"/>
                  </a:lnTo>
                  <a:lnTo>
                    <a:pt x="749" y="5239"/>
                  </a:lnTo>
                  <a:lnTo>
                    <a:pt x="1048" y="4042"/>
                  </a:lnTo>
                  <a:lnTo>
                    <a:pt x="1048" y="2695"/>
                  </a:lnTo>
                  <a:lnTo>
                    <a:pt x="1048" y="149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8" name="Google Shape;2158;p58"/>
            <p:cNvSpPr/>
            <p:nvPr/>
          </p:nvSpPr>
          <p:spPr>
            <a:xfrm>
              <a:off x="2217775" y="2838775"/>
              <a:ext cx="22475" cy="142225"/>
            </a:xfrm>
            <a:custGeom>
              <a:rect b="b" l="l" r="r" t="t"/>
              <a:pathLst>
                <a:path extrusionOk="0" h="5689" w="899">
                  <a:moveTo>
                    <a:pt x="300" y="1"/>
                  </a:moveTo>
                  <a:lnTo>
                    <a:pt x="151" y="599"/>
                  </a:lnTo>
                  <a:lnTo>
                    <a:pt x="1" y="1348"/>
                  </a:lnTo>
                  <a:lnTo>
                    <a:pt x="1" y="2695"/>
                  </a:lnTo>
                  <a:lnTo>
                    <a:pt x="151" y="4042"/>
                  </a:lnTo>
                  <a:lnTo>
                    <a:pt x="300" y="5539"/>
                  </a:lnTo>
                  <a:lnTo>
                    <a:pt x="450" y="5688"/>
                  </a:lnTo>
                  <a:lnTo>
                    <a:pt x="749" y="5539"/>
                  </a:lnTo>
                  <a:lnTo>
                    <a:pt x="899" y="4042"/>
                  </a:lnTo>
                  <a:lnTo>
                    <a:pt x="899" y="2695"/>
                  </a:lnTo>
                  <a:lnTo>
                    <a:pt x="899" y="1348"/>
                  </a:lnTo>
                  <a:lnTo>
                    <a:pt x="749" y="599"/>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9" name="Google Shape;2159;p58"/>
            <p:cNvSpPr/>
            <p:nvPr/>
          </p:nvSpPr>
          <p:spPr>
            <a:xfrm>
              <a:off x="2139200" y="2831300"/>
              <a:ext cx="22475" cy="134725"/>
            </a:xfrm>
            <a:custGeom>
              <a:rect b="b" l="l" r="r" t="t"/>
              <a:pathLst>
                <a:path extrusionOk="0" h="5389" w="899">
                  <a:moveTo>
                    <a:pt x="300" y="0"/>
                  </a:moveTo>
                  <a:lnTo>
                    <a:pt x="150" y="150"/>
                  </a:lnTo>
                  <a:lnTo>
                    <a:pt x="1" y="749"/>
                  </a:lnTo>
                  <a:lnTo>
                    <a:pt x="1" y="1347"/>
                  </a:lnTo>
                  <a:lnTo>
                    <a:pt x="1" y="2545"/>
                  </a:lnTo>
                  <a:lnTo>
                    <a:pt x="1" y="3892"/>
                  </a:lnTo>
                  <a:lnTo>
                    <a:pt x="150" y="5239"/>
                  </a:lnTo>
                  <a:lnTo>
                    <a:pt x="300" y="5389"/>
                  </a:lnTo>
                  <a:lnTo>
                    <a:pt x="599" y="5389"/>
                  </a:lnTo>
                  <a:lnTo>
                    <a:pt x="599" y="5239"/>
                  </a:lnTo>
                  <a:lnTo>
                    <a:pt x="749" y="3892"/>
                  </a:lnTo>
                  <a:lnTo>
                    <a:pt x="899" y="2545"/>
                  </a:lnTo>
                  <a:lnTo>
                    <a:pt x="749" y="1347"/>
                  </a:lnTo>
                  <a:lnTo>
                    <a:pt x="749" y="749"/>
                  </a:lnTo>
                  <a:lnTo>
                    <a:pt x="450" y="150"/>
                  </a:lnTo>
                  <a:lnTo>
                    <a:pt x="3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0" name="Google Shape;2160;p58"/>
            <p:cNvSpPr/>
            <p:nvPr/>
          </p:nvSpPr>
          <p:spPr>
            <a:xfrm>
              <a:off x="2053150" y="2827550"/>
              <a:ext cx="29950" cy="138475"/>
            </a:xfrm>
            <a:custGeom>
              <a:rect b="b" l="l" r="r" t="t"/>
              <a:pathLst>
                <a:path extrusionOk="0" h="5539" w="1198">
                  <a:moveTo>
                    <a:pt x="599" y="1"/>
                  </a:moveTo>
                  <a:lnTo>
                    <a:pt x="449" y="150"/>
                  </a:lnTo>
                  <a:lnTo>
                    <a:pt x="150" y="749"/>
                  </a:lnTo>
                  <a:lnTo>
                    <a:pt x="0" y="1348"/>
                  </a:lnTo>
                  <a:lnTo>
                    <a:pt x="0" y="2695"/>
                  </a:lnTo>
                  <a:lnTo>
                    <a:pt x="150" y="4042"/>
                  </a:lnTo>
                  <a:lnTo>
                    <a:pt x="449" y="5389"/>
                  </a:lnTo>
                  <a:lnTo>
                    <a:pt x="599" y="5539"/>
                  </a:lnTo>
                  <a:lnTo>
                    <a:pt x="748" y="5389"/>
                  </a:lnTo>
                  <a:lnTo>
                    <a:pt x="1048" y="4042"/>
                  </a:lnTo>
                  <a:lnTo>
                    <a:pt x="1197" y="2695"/>
                  </a:lnTo>
                  <a:lnTo>
                    <a:pt x="1048" y="1348"/>
                  </a:lnTo>
                  <a:lnTo>
                    <a:pt x="1048" y="749"/>
                  </a:lnTo>
                  <a:lnTo>
                    <a:pt x="748"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1" name="Google Shape;2161;p58"/>
            <p:cNvSpPr/>
            <p:nvPr/>
          </p:nvSpPr>
          <p:spPr>
            <a:xfrm>
              <a:off x="1974550" y="2812575"/>
              <a:ext cx="26225" cy="134750"/>
            </a:xfrm>
            <a:custGeom>
              <a:rect b="b" l="l" r="r" t="t"/>
              <a:pathLst>
                <a:path extrusionOk="0" h="5390" w="1049">
                  <a:moveTo>
                    <a:pt x="450" y="1"/>
                  </a:moveTo>
                  <a:lnTo>
                    <a:pt x="300" y="151"/>
                  </a:lnTo>
                  <a:lnTo>
                    <a:pt x="1" y="1348"/>
                  </a:lnTo>
                  <a:lnTo>
                    <a:pt x="1" y="2695"/>
                  </a:lnTo>
                  <a:lnTo>
                    <a:pt x="150" y="4042"/>
                  </a:lnTo>
                  <a:lnTo>
                    <a:pt x="300" y="5240"/>
                  </a:lnTo>
                  <a:lnTo>
                    <a:pt x="450" y="5389"/>
                  </a:lnTo>
                  <a:lnTo>
                    <a:pt x="599" y="5240"/>
                  </a:lnTo>
                  <a:lnTo>
                    <a:pt x="899" y="4042"/>
                  </a:lnTo>
                  <a:lnTo>
                    <a:pt x="1049" y="2695"/>
                  </a:lnTo>
                  <a:lnTo>
                    <a:pt x="899" y="1348"/>
                  </a:lnTo>
                  <a:lnTo>
                    <a:pt x="749"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2" name="Google Shape;2162;p58"/>
            <p:cNvSpPr/>
            <p:nvPr/>
          </p:nvSpPr>
          <p:spPr>
            <a:xfrm>
              <a:off x="1895975" y="2827550"/>
              <a:ext cx="22475" cy="108550"/>
            </a:xfrm>
            <a:custGeom>
              <a:rect b="b" l="l" r="r" t="t"/>
              <a:pathLst>
                <a:path extrusionOk="0" h="4342" w="899">
                  <a:moveTo>
                    <a:pt x="450" y="1"/>
                  </a:moveTo>
                  <a:lnTo>
                    <a:pt x="150" y="150"/>
                  </a:lnTo>
                  <a:lnTo>
                    <a:pt x="1" y="599"/>
                  </a:lnTo>
                  <a:lnTo>
                    <a:pt x="1" y="1048"/>
                  </a:lnTo>
                  <a:lnTo>
                    <a:pt x="1" y="2096"/>
                  </a:lnTo>
                  <a:lnTo>
                    <a:pt x="1" y="3144"/>
                  </a:lnTo>
                  <a:lnTo>
                    <a:pt x="300" y="4192"/>
                  </a:lnTo>
                  <a:lnTo>
                    <a:pt x="450" y="4341"/>
                  </a:lnTo>
                  <a:lnTo>
                    <a:pt x="599" y="4192"/>
                  </a:lnTo>
                  <a:lnTo>
                    <a:pt x="899" y="3144"/>
                  </a:lnTo>
                  <a:lnTo>
                    <a:pt x="899" y="2096"/>
                  </a:lnTo>
                  <a:lnTo>
                    <a:pt x="899" y="1048"/>
                  </a:lnTo>
                  <a:lnTo>
                    <a:pt x="749" y="599"/>
                  </a:lnTo>
                  <a:lnTo>
                    <a:pt x="599"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3" name="Google Shape;2163;p58"/>
            <p:cNvSpPr/>
            <p:nvPr/>
          </p:nvSpPr>
          <p:spPr>
            <a:xfrm>
              <a:off x="1813650" y="2846250"/>
              <a:ext cx="22475" cy="78625"/>
            </a:xfrm>
            <a:custGeom>
              <a:rect b="b" l="l" r="r" t="t"/>
              <a:pathLst>
                <a:path extrusionOk="0" h="3145" w="899">
                  <a:moveTo>
                    <a:pt x="300" y="1"/>
                  </a:moveTo>
                  <a:lnTo>
                    <a:pt x="150" y="151"/>
                  </a:lnTo>
                  <a:lnTo>
                    <a:pt x="1" y="899"/>
                  </a:lnTo>
                  <a:lnTo>
                    <a:pt x="150" y="1647"/>
                  </a:lnTo>
                  <a:lnTo>
                    <a:pt x="300" y="3144"/>
                  </a:lnTo>
                  <a:lnTo>
                    <a:pt x="599" y="3144"/>
                  </a:lnTo>
                  <a:lnTo>
                    <a:pt x="899" y="1647"/>
                  </a:lnTo>
                  <a:lnTo>
                    <a:pt x="899" y="899"/>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4" name="Google Shape;2164;p58"/>
            <p:cNvSpPr/>
            <p:nvPr/>
          </p:nvSpPr>
          <p:spPr>
            <a:xfrm>
              <a:off x="1735075" y="2853750"/>
              <a:ext cx="22475" cy="67375"/>
            </a:xfrm>
            <a:custGeom>
              <a:rect b="b" l="l" r="r" t="t"/>
              <a:pathLst>
                <a:path extrusionOk="0" h="2695" w="899">
                  <a:moveTo>
                    <a:pt x="300" y="0"/>
                  </a:moveTo>
                  <a:lnTo>
                    <a:pt x="150" y="150"/>
                  </a:lnTo>
                  <a:lnTo>
                    <a:pt x="0" y="749"/>
                  </a:lnTo>
                  <a:lnTo>
                    <a:pt x="0" y="1347"/>
                  </a:lnTo>
                  <a:lnTo>
                    <a:pt x="0" y="1946"/>
                  </a:lnTo>
                  <a:lnTo>
                    <a:pt x="300" y="2545"/>
                  </a:lnTo>
                  <a:lnTo>
                    <a:pt x="449" y="2695"/>
                  </a:lnTo>
                  <a:lnTo>
                    <a:pt x="599" y="2545"/>
                  </a:lnTo>
                  <a:lnTo>
                    <a:pt x="749" y="1946"/>
                  </a:lnTo>
                  <a:lnTo>
                    <a:pt x="898" y="1347"/>
                  </a:lnTo>
                  <a:lnTo>
                    <a:pt x="749" y="749"/>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5" name="Google Shape;2165;p58"/>
            <p:cNvSpPr/>
            <p:nvPr/>
          </p:nvSpPr>
          <p:spPr>
            <a:xfrm>
              <a:off x="1652750" y="2838775"/>
              <a:ext cx="22475" cy="67375"/>
            </a:xfrm>
            <a:custGeom>
              <a:rect b="b" l="l" r="r" t="t"/>
              <a:pathLst>
                <a:path extrusionOk="0" h="2695" w="899">
                  <a:moveTo>
                    <a:pt x="300" y="1"/>
                  </a:moveTo>
                  <a:lnTo>
                    <a:pt x="150" y="300"/>
                  </a:lnTo>
                  <a:lnTo>
                    <a:pt x="0" y="599"/>
                  </a:lnTo>
                  <a:lnTo>
                    <a:pt x="0" y="1348"/>
                  </a:lnTo>
                  <a:lnTo>
                    <a:pt x="300" y="2545"/>
                  </a:lnTo>
                  <a:lnTo>
                    <a:pt x="449" y="2695"/>
                  </a:lnTo>
                  <a:lnTo>
                    <a:pt x="599" y="2545"/>
                  </a:lnTo>
                  <a:lnTo>
                    <a:pt x="749" y="1946"/>
                  </a:lnTo>
                  <a:lnTo>
                    <a:pt x="899" y="1348"/>
                  </a:lnTo>
                  <a:lnTo>
                    <a:pt x="899" y="599"/>
                  </a:lnTo>
                  <a:lnTo>
                    <a:pt x="749" y="30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6" name="Google Shape;2166;p58"/>
            <p:cNvSpPr/>
            <p:nvPr/>
          </p:nvSpPr>
          <p:spPr>
            <a:xfrm>
              <a:off x="1574175" y="2842525"/>
              <a:ext cx="18725" cy="59900"/>
            </a:xfrm>
            <a:custGeom>
              <a:rect b="b" l="l" r="r" t="t"/>
              <a:pathLst>
                <a:path extrusionOk="0" h="2396" w="749">
                  <a:moveTo>
                    <a:pt x="300" y="0"/>
                  </a:moveTo>
                  <a:lnTo>
                    <a:pt x="150" y="150"/>
                  </a:lnTo>
                  <a:lnTo>
                    <a:pt x="0" y="1198"/>
                  </a:lnTo>
                  <a:lnTo>
                    <a:pt x="150" y="2245"/>
                  </a:lnTo>
                  <a:lnTo>
                    <a:pt x="300" y="2395"/>
                  </a:lnTo>
                  <a:lnTo>
                    <a:pt x="449" y="2395"/>
                  </a:lnTo>
                  <a:lnTo>
                    <a:pt x="599" y="2245"/>
                  </a:lnTo>
                  <a:lnTo>
                    <a:pt x="749" y="1198"/>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7" name="Google Shape;2167;p58"/>
            <p:cNvSpPr/>
            <p:nvPr/>
          </p:nvSpPr>
          <p:spPr>
            <a:xfrm>
              <a:off x="3781925" y="3138125"/>
              <a:ext cx="291900" cy="18750"/>
            </a:xfrm>
            <a:custGeom>
              <a:rect b="b" l="l" r="r" t="t"/>
              <a:pathLst>
                <a:path extrusionOk="0" h="750" w="11676">
                  <a:moveTo>
                    <a:pt x="2096" y="1"/>
                  </a:moveTo>
                  <a:lnTo>
                    <a:pt x="898" y="151"/>
                  </a:lnTo>
                  <a:lnTo>
                    <a:pt x="0" y="151"/>
                  </a:lnTo>
                  <a:lnTo>
                    <a:pt x="0" y="300"/>
                  </a:lnTo>
                  <a:lnTo>
                    <a:pt x="0" y="450"/>
                  </a:lnTo>
                  <a:lnTo>
                    <a:pt x="150" y="450"/>
                  </a:lnTo>
                  <a:lnTo>
                    <a:pt x="898" y="600"/>
                  </a:lnTo>
                  <a:lnTo>
                    <a:pt x="2246" y="600"/>
                  </a:lnTo>
                  <a:lnTo>
                    <a:pt x="6886" y="749"/>
                  </a:lnTo>
                  <a:lnTo>
                    <a:pt x="9280" y="600"/>
                  </a:lnTo>
                  <a:lnTo>
                    <a:pt x="11526" y="450"/>
                  </a:lnTo>
                  <a:lnTo>
                    <a:pt x="11675" y="450"/>
                  </a:lnTo>
                  <a:lnTo>
                    <a:pt x="11675" y="300"/>
                  </a:lnTo>
                  <a:lnTo>
                    <a:pt x="11526" y="151"/>
                  </a:lnTo>
                  <a:lnTo>
                    <a:pt x="928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8" name="Google Shape;2168;p58"/>
            <p:cNvSpPr/>
            <p:nvPr/>
          </p:nvSpPr>
          <p:spPr>
            <a:xfrm>
              <a:off x="3804375" y="3299050"/>
              <a:ext cx="280675" cy="18725"/>
            </a:xfrm>
            <a:custGeom>
              <a:rect b="b" l="l" r="r" t="t"/>
              <a:pathLst>
                <a:path extrusionOk="0" h="749" w="11227">
                  <a:moveTo>
                    <a:pt x="3742" y="0"/>
                  </a:moveTo>
                  <a:lnTo>
                    <a:pt x="150" y="150"/>
                  </a:lnTo>
                  <a:lnTo>
                    <a:pt x="0" y="299"/>
                  </a:lnTo>
                  <a:lnTo>
                    <a:pt x="0" y="449"/>
                  </a:lnTo>
                  <a:lnTo>
                    <a:pt x="150" y="599"/>
                  </a:lnTo>
                  <a:lnTo>
                    <a:pt x="4491" y="748"/>
                  </a:lnTo>
                  <a:lnTo>
                    <a:pt x="8682" y="748"/>
                  </a:lnTo>
                  <a:lnTo>
                    <a:pt x="10478" y="599"/>
                  </a:lnTo>
                  <a:lnTo>
                    <a:pt x="11077" y="449"/>
                  </a:lnTo>
                  <a:lnTo>
                    <a:pt x="11226" y="299"/>
                  </a:lnTo>
                  <a:lnTo>
                    <a:pt x="11077" y="299"/>
                  </a:lnTo>
                  <a:lnTo>
                    <a:pt x="10628"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9" name="Google Shape;2169;p58"/>
            <p:cNvSpPr/>
            <p:nvPr/>
          </p:nvSpPr>
          <p:spPr>
            <a:xfrm>
              <a:off x="3800625" y="3377625"/>
              <a:ext cx="273200" cy="26225"/>
            </a:xfrm>
            <a:custGeom>
              <a:rect b="b" l="l" r="r" t="t"/>
              <a:pathLst>
                <a:path extrusionOk="0" h="1049" w="10928">
                  <a:moveTo>
                    <a:pt x="1947" y="0"/>
                  </a:moveTo>
                  <a:lnTo>
                    <a:pt x="1" y="300"/>
                  </a:lnTo>
                  <a:lnTo>
                    <a:pt x="1" y="449"/>
                  </a:lnTo>
                  <a:lnTo>
                    <a:pt x="2246" y="898"/>
                  </a:lnTo>
                  <a:lnTo>
                    <a:pt x="4491" y="1048"/>
                  </a:lnTo>
                  <a:lnTo>
                    <a:pt x="6886" y="898"/>
                  </a:lnTo>
                  <a:lnTo>
                    <a:pt x="9131" y="749"/>
                  </a:lnTo>
                  <a:lnTo>
                    <a:pt x="10029" y="749"/>
                  </a:lnTo>
                  <a:lnTo>
                    <a:pt x="10179" y="599"/>
                  </a:lnTo>
                  <a:lnTo>
                    <a:pt x="10927" y="599"/>
                  </a:lnTo>
                  <a:lnTo>
                    <a:pt x="10927" y="449"/>
                  </a:lnTo>
                  <a:lnTo>
                    <a:pt x="10778" y="300"/>
                  </a:lnTo>
                  <a:lnTo>
                    <a:pt x="10329" y="300"/>
                  </a:lnTo>
                  <a:lnTo>
                    <a:pt x="9281"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0" name="Google Shape;2170;p58"/>
            <p:cNvSpPr/>
            <p:nvPr/>
          </p:nvSpPr>
          <p:spPr>
            <a:xfrm>
              <a:off x="3808125" y="3459950"/>
              <a:ext cx="261950" cy="18725"/>
            </a:xfrm>
            <a:custGeom>
              <a:rect b="b" l="l" r="r" t="t"/>
              <a:pathLst>
                <a:path extrusionOk="0" h="749" w="10478">
                  <a:moveTo>
                    <a:pt x="1198" y="0"/>
                  </a:moveTo>
                  <a:lnTo>
                    <a:pt x="0" y="300"/>
                  </a:lnTo>
                  <a:lnTo>
                    <a:pt x="0" y="449"/>
                  </a:lnTo>
                  <a:lnTo>
                    <a:pt x="1198" y="749"/>
                  </a:lnTo>
                  <a:lnTo>
                    <a:pt x="7185" y="749"/>
                  </a:lnTo>
                  <a:lnTo>
                    <a:pt x="9430" y="599"/>
                  </a:lnTo>
                  <a:lnTo>
                    <a:pt x="10178" y="599"/>
                  </a:lnTo>
                  <a:lnTo>
                    <a:pt x="10328" y="449"/>
                  </a:lnTo>
                  <a:lnTo>
                    <a:pt x="10478" y="449"/>
                  </a:lnTo>
                  <a:lnTo>
                    <a:pt x="10328" y="150"/>
                  </a:lnTo>
                  <a:lnTo>
                    <a:pt x="9580" y="15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1" name="Google Shape;2171;p58"/>
            <p:cNvSpPr/>
            <p:nvPr/>
          </p:nvSpPr>
          <p:spPr>
            <a:xfrm>
              <a:off x="3808125" y="3534775"/>
              <a:ext cx="246975" cy="29975"/>
            </a:xfrm>
            <a:custGeom>
              <a:rect b="b" l="l" r="r" t="t"/>
              <a:pathLst>
                <a:path extrusionOk="0" h="1199" w="9879">
                  <a:moveTo>
                    <a:pt x="4640" y="1"/>
                  </a:moveTo>
                  <a:lnTo>
                    <a:pt x="2245" y="151"/>
                  </a:lnTo>
                  <a:lnTo>
                    <a:pt x="1198" y="300"/>
                  </a:lnTo>
                  <a:lnTo>
                    <a:pt x="150" y="450"/>
                  </a:lnTo>
                  <a:lnTo>
                    <a:pt x="0" y="600"/>
                  </a:lnTo>
                  <a:lnTo>
                    <a:pt x="150" y="749"/>
                  </a:lnTo>
                  <a:lnTo>
                    <a:pt x="898" y="899"/>
                  </a:lnTo>
                  <a:lnTo>
                    <a:pt x="2395" y="1198"/>
                  </a:lnTo>
                  <a:lnTo>
                    <a:pt x="4341" y="1198"/>
                  </a:lnTo>
                  <a:lnTo>
                    <a:pt x="6287" y="1049"/>
                  </a:lnTo>
                  <a:lnTo>
                    <a:pt x="7933" y="899"/>
                  </a:lnTo>
                  <a:lnTo>
                    <a:pt x="8981" y="899"/>
                  </a:lnTo>
                  <a:lnTo>
                    <a:pt x="9729" y="749"/>
                  </a:lnTo>
                  <a:lnTo>
                    <a:pt x="9879" y="600"/>
                  </a:lnTo>
                  <a:lnTo>
                    <a:pt x="9729" y="600"/>
                  </a:lnTo>
                  <a:lnTo>
                    <a:pt x="9131" y="450"/>
                  </a:lnTo>
                  <a:lnTo>
                    <a:pt x="6885" y="300"/>
                  </a:lnTo>
                  <a:lnTo>
                    <a:pt x="46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2" name="Google Shape;2172;p58"/>
            <p:cNvSpPr/>
            <p:nvPr/>
          </p:nvSpPr>
          <p:spPr>
            <a:xfrm>
              <a:off x="3800625" y="3620850"/>
              <a:ext cx="243250" cy="18725"/>
            </a:xfrm>
            <a:custGeom>
              <a:rect b="b" l="l" r="r" t="t"/>
              <a:pathLst>
                <a:path extrusionOk="0" h="749" w="9730">
                  <a:moveTo>
                    <a:pt x="1198" y="0"/>
                  </a:moveTo>
                  <a:lnTo>
                    <a:pt x="150" y="300"/>
                  </a:lnTo>
                  <a:lnTo>
                    <a:pt x="1" y="449"/>
                  </a:lnTo>
                  <a:lnTo>
                    <a:pt x="150" y="599"/>
                  </a:lnTo>
                  <a:lnTo>
                    <a:pt x="1198" y="749"/>
                  </a:lnTo>
                  <a:lnTo>
                    <a:pt x="4491" y="749"/>
                  </a:lnTo>
                  <a:lnTo>
                    <a:pt x="8832" y="599"/>
                  </a:lnTo>
                  <a:lnTo>
                    <a:pt x="9580" y="599"/>
                  </a:lnTo>
                  <a:lnTo>
                    <a:pt x="9730" y="449"/>
                  </a:lnTo>
                  <a:lnTo>
                    <a:pt x="9730" y="300"/>
                  </a:lnTo>
                  <a:lnTo>
                    <a:pt x="9580" y="150"/>
                  </a:lnTo>
                  <a:lnTo>
                    <a:pt x="8982" y="150"/>
                  </a:lnTo>
                  <a:lnTo>
                    <a:pt x="67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3" name="Google Shape;2173;p58"/>
            <p:cNvSpPr/>
            <p:nvPr/>
          </p:nvSpPr>
          <p:spPr>
            <a:xfrm>
              <a:off x="3796900" y="3699425"/>
              <a:ext cx="235750" cy="22475"/>
            </a:xfrm>
            <a:custGeom>
              <a:rect b="b" l="l" r="r" t="t"/>
              <a:pathLst>
                <a:path extrusionOk="0" h="899" w="9430">
                  <a:moveTo>
                    <a:pt x="4490" y="1"/>
                  </a:moveTo>
                  <a:lnTo>
                    <a:pt x="299" y="300"/>
                  </a:lnTo>
                  <a:lnTo>
                    <a:pt x="0" y="300"/>
                  </a:lnTo>
                  <a:lnTo>
                    <a:pt x="0" y="599"/>
                  </a:lnTo>
                  <a:lnTo>
                    <a:pt x="299" y="749"/>
                  </a:lnTo>
                  <a:lnTo>
                    <a:pt x="4490" y="899"/>
                  </a:lnTo>
                  <a:lnTo>
                    <a:pt x="6586" y="899"/>
                  </a:lnTo>
                  <a:lnTo>
                    <a:pt x="8681" y="599"/>
                  </a:lnTo>
                  <a:lnTo>
                    <a:pt x="9280" y="599"/>
                  </a:lnTo>
                  <a:lnTo>
                    <a:pt x="9430" y="450"/>
                  </a:lnTo>
                  <a:lnTo>
                    <a:pt x="9280" y="300"/>
                  </a:lnTo>
                  <a:lnTo>
                    <a:pt x="8681" y="150"/>
                  </a:lnTo>
                  <a:lnTo>
                    <a:pt x="658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4" name="Google Shape;2174;p58"/>
            <p:cNvSpPr/>
            <p:nvPr/>
          </p:nvSpPr>
          <p:spPr>
            <a:xfrm>
              <a:off x="3789400" y="3781750"/>
              <a:ext cx="235775" cy="26225"/>
            </a:xfrm>
            <a:custGeom>
              <a:rect b="b" l="l" r="r" t="t"/>
              <a:pathLst>
                <a:path extrusionOk="0" h="1049" w="9431">
                  <a:moveTo>
                    <a:pt x="3593" y="1"/>
                  </a:moveTo>
                  <a:lnTo>
                    <a:pt x="1947" y="150"/>
                  </a:lnTo>
                  <a:lnTo>
                    <a:pt x="150" y="150"/>
                  </a:lnTo>
                  <a:lnTo>
                    <a:pt x="1" y="300"/>
                  </a:lnTo>
                  <a:lnTo>
                    <a:pt x="1" y="450"/>
                  </a:lnTo>
                  <a:lnTo>
                    <a:pt x="1" y="599"/>
                  </a:lnTo>
                  <a:lnTo>
                    <a:pt x="150" y="599"/>
                  </a:lnTo>
                  <a:lnTo>
                    <a:pt x="2695" y="749"/>
                  </a:lnTo>
                  <a:lnTo>
                    <a:pt x="5090" y="899"/>
                  </a:lnTo>
                  <a:lnTo>
                    <a:pt x="6736" y="1048"/>
                  </a:lnTo>
                  <a:lnTo>
                    <a:pt x="8383" y="899"/>
                  </a:lnTo>
                  <a:lnTo>
                    <a:pt x="9131" y="749"/>
                  </a:lnTo>
                  <a:lnTo>
                    <a:pt x="9431" y="749"/>
                  </a:lnTo>
                  <a:lnTo>
                    <a:pt x="9431" y="599"/>
                  </a:lnTo>
                  <a:lnTo>
                    <a:pt x="9431" y="450"/>
                  </a:lnTo>
                  <a:lnTo>
                    <a:pt x="9281" y="300"/>
                  </a:lnTo>
                  <a:lnTo>
                    <a:pt x="8532" y="150"/>
                  </a:lnTo>
                  <a:lnTo>
                    <a:pt x="7185" y="150"/>
                  </a:lnTo>
                  <a:lnTo>
                    <a:pt x="59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5" name="Google Shape;2175;p58"/>
            <p:cNvSpPr/>
            <p:nvPr/>
          </p:nvSpPr>
          <p:spPr>
            <a:xfrm>
              <a:off x="3804375" y="3864075"/>
              <a:ext cx="205825" cy="22475"/>
            </a:xfrm>
            <a:custGeom>
              <a:rect b="b" l="l" r="r" t="t"/>
              <a:pathLst>
                <a:path extrusionOk="0" h="899" w="8233">
                  <a:moveTo>
                    <a:pt x="2096" y="1"/>
                  </a:moveTo>
                  <a:lnTo>
                    <a:pt x="150" y="150"/>
                  </a:lnTo>
                  <a:lnTo>
                    <a:pt x="0" y="150"/>
                  </a:lnTo>
                  <a:lnTo>
                    <a:pt x="0" y="300"/>
                  </a:lnTo>
                  <a:lnTo>
                    <a:pt x="0" y="599"/>
                  </a:lnTo>
                  <a:lnTo>
                    <a:pt x="150" y="599"/>
                  </a:lnTo>
                  <a:lnTo>
                    <a:pt x="2096" y="749"/>
                  </a:lnTo>
                  <a:lnTo>
                    <a:pt x="3892" y="899"/>
                  </a:lnTo>
                  <a:lnTo>
                    <a:pt x="7484" y="599"/>
                  </a:lnTo>
                  <a:lnTo>
                    <a:pt x="8083" y="599"/>
                  </a:lnTo>
                  <a:lnTo>
                    <a:pt x="8233" y="450"/>
                  </a:lnTo>
                  <a:lnTo>
                    <a:pt x="8083" y="300"/>
                  </a:lnTo>
                  <a:lnTo>
                    <a:pt x="7484" y="300"/>
                  </a:lnTo>
                  <a:lnTo>
                    <a:pt x="38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6" name="Google Shape;2176;p58"/>
            <p:cNvSpPr/>
            <p:nvPr/>
          </p:nvSpPr>
          <p:spPr>
            <a:xfrm>
              <a:off x="3751975" y="3938925"/>
              <a:ext cx="243275" cy="29950"/>
            </a:xfrm>
            <a:custGeom>
              <a:rect b="b" l="l" r="r" t="t"/>
              <a:pathLst>
                <a:path extrusionOk="0" h="1198" w="9731">
                  <a:moveTo>
                    <a:pt x="3743" y="0"/>
                  </a:moveTo>
                  <a:lnTo>
                    <a:pt x="1947" y="150"/>
                  </a:lnTo>
                  <a:lnTo>
                    <a:pt x="151" y="449"/>
                  </a:lnTo>
                  <a:lnTo>
                    <a:pt x="1" y="449"/>
                  </a:lnTo>
                  <a:lnTo>
                    <a:pt x="1" y="599"/>
                  </a:lnTo>
                  <a:lnTo>
                    <a:pt x="151" y="898"/>
                  </a:lnTo>
                  <a:lnTo>
                    <a:pt x="2246" y="1048"/>
                  </a:lnTo>
                  <a:lnTo>
                    <a:pt x="4641" y="1198"/>
                  </a:lnTo>
                  <a:lnTo>
                    <a:pt x="6886" y="1048"/>
                  </a:lnTo>
                  <a:lnTo>
                    <a:pt x="9131" y="898"/>
                  </a:lnTo>
                  <a:lnTo>
                    <a:pt x="9580" y="749"/>
                  </a:lnTo>
                  <a:lnTo>
                    <a:pt x="9730" y="599"/>
                  </a:lnTo>
                  <a:lnTo>
                    <a:pt x="9580" y="449"/>
                  </a:lnTo>
                  <a:lnTo>
                    <a:pt x="9131" y="299"/>
                  </a:lnTo>
                  <a:lnTo>
                    <a:pt x="7635" y="150"/>
                  </a:lnTo>
                  <a:lnTo>
                    <a:pt x="568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7" name="Google Shape;2177;p58"/>
            <p:cNvSpPr/>
            <p:nvPr/>
          </p:nvSpPr>
          <p:spPr>
            <a:xfrm>
              <a:off x="3789400" y="4021250"/>
              <a:ext cx="198350" cy="26200"/>
            </a:xfrm>
            <a:custGeom>
              <a:rect b="b" l="l" r="r" t="t"/>
              <a:pathLst>
                <a:path extrusionOk="0" h="1048" w="7934">
                  <a:moveTo>
                    <a:pt x="3743" y="0"/>
                  </a:moveTo>
                  <a:lnTo>
                    <a:pt x="1947" y="150"/>
                  </a:lnTo>
                  <a:lnTo>
                    <a:pt x="300" y="299"/>
                  </a:lnTo>
                  <a:lnTo>
                    <a:pt x="150" y="299"/>
                  </a:lnTo>
                  <a:lnTo>
                    <a:pt x="1" y="449"/>
                  </a:lnTo>
                  <a:lnTo>
                    <a:pt x="150" y="599"/>
                  </a:lnTo>
                  <a:lnTo>
                    <a:pt x="300" y="748"/>
                  </a:lnTo>
                  <a:lnTo>
                    <a:pt x="3743" y="1048"/>
                  </a:lnTo>
                  <a:lnTo>
                    <a:pt x="5389" y="1048"/>
                  </a:lnTo>
                  <a:lnTo>
                    <a:pt x="7185" y="748"/>
                  </a:lnTo>
                  <a:lnTo>
                    <a:pt x="7784" y="748"/>
                  </a:lnTo>
                  <a:lnTo>
                    <a:pt x="7934" y="599"/>
                  </a:lnTo>
                  <a:lnTo>
                    <a:pt x="7784" y="449"/>
                  </a:lnTo>
                  <a:lnTo>
                    <a:pt x="7185" y="299"/>
                  </a:lnTo>
                  <a:lnTo>
                    <a:pt x="5539" y="150"/>
                  </a:lnTo>
                  <a:lnTo>
                    <a:pt x="37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8" name="Google Shape;2178;p58"/>
            <p:cNvSpPr/>
            <p:nvPr/>
          </p:nvSpPr>
          <p:spPr>
            <a:xfrm>
              <a:off x="3800625" y="4182150"/>
              <a:ext cx="164675" cy="26200"/>
            </a:xfrm>
            <a:custGeom>
              <a:rect b="b" l="l" r="r" t="t"/>
              <a:pathLst>
                <a:path extrusionOk="0" h="1048" w="6587">
                  <a:moveTo>
                    <a:pt x="2994" y="0"/>
                  </a:moveTo>
                  <a:lnTo>
                    <a:pt x="1498" y="150"/>
                  </a:lnTo>
                  <a:lnTo>
                    <a:pt x="150" y="300"/>
                  </a:lnTo>
                  <a:lnTo>
                    <a:pt x="1" y="449"/>
                  </a:lnTo>
                  <a:lnTo>
                    <a:pt x="1" y="599"/>
                  </a:lnTo>
                  <a:lnTo>
                    <a:pt x="1" y="749"/>
                  </a:lnTo>
                  <a:lnTo>
                    <a:pt x="150" y="749"/>
                  </a:lnTo>
                  <a:lnTo>
                    <a:pt x="749" y="898"/>
                  </a:lnTo>
                  <a:lnTo>
                    <a:pt x="2096" y="1048"/>
                  </a:lnTo>
                  <a:lnTo>
                    <a:pt x="3294" y="1048"/>
                  </a:lnTo>
                  <a:lnTo>
                    <a:pt x="5838" y="749"/>
                  </a:lnTo>
                  <a:lnTo>
                    <a:pt x="6437" y="599"/>
                  </a:lnTo>
                  <a:lnTo>
                    <a:pt x="6587" y="599"/>
                  </a:lnTo>
                  <a:lnTo>
                    <a:pt x="6587" y="449"/>
                  </a:lnTo>
                  <a:lnTo>
                    <a:pt x="6587" y="300"/>
                  </a:lnTo>
                  <a:lnTo>
                    <a:pt x="6437" y="300"/>
                  </a:lnTo>
                  <a:lnTo>
                    <a:pt x="5838" y="150"/>
                  </a:lnTo>
                  <a:lnTo>
                    <a:pt x="449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9" name="Google Shape;2179;p58"/>
            <p:cNvSpPr/>
            <p:nvPr/>
          </p:nvSpPr>
          <p:spPr>
            <a:xfrm>
              <a:off x="3804375" y="4103550"/>
              <a:ext cx="172150" cy="22500"/>
            </a:xfrm>
            <a:custGeom>
              <a:rect b="b" l="l" r="r" t="t"/>
              <a:pathLst>
                <a:path extrusionOk="0" h="900" w="6886">
                  <a:moveTo>
                    <a:pt x="1647" y="1"/>
                  </a:moveTo>
                  <a:lnTo>
                    <a:pt x="150" y="151"/>
                  </a:lnTo>
                  <a:lnTo>
                    <a:pt x="0" y="300"/>
                  </a:lnTo>
                  <a:lnTo>
                    <a:pt x="0" y="450"/>
                  </a:lnTo>
                  <a:lnTo>
                    <a:pt x="0" y="600"/>
                  </a:lnTo>
                  <a:lnTo>
                    <a:pt x="150" y="749"/>
                  </a:lnTo>
                  <a:lnTo>
                    <a:pt x="1647" y="899"/>
                  </a:lnTo>
                  <a:lnTo>
                    <a:pt x="3144" y="899"/>
                  </a:lnTo>
                  <a:lnTo>
                    <a:pt x="6137" y="749"/>
                  </a:lnTo>
                  <a:lnTo>
                    <a:pt x="6736" y="600"/>
                  </a:lnTo>
                  <a:lnTo>
                    <a:pt x="6886" y="600"/>
                  </a:lnTo>
                  <a:lnTo>
                    <a:pt x="6886" y="450"/>
                  </a:lnTo>
                  <a:lnTo>
                    <a:pt x="6886" y="300"/>
                  </a:lnTo>
                  <a:lnTo>
                    <a:pt x="6736" y="300"/>
                  </a:lnTo>
                  <a:lnTo>
                    <a:pt x="6137" y="151"/>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0" name="Google Shape;2180;p58"/>
            <p:cNvSpPr/>
            <p:nvPr/>
          </p:nvSpPr>
          <p:spPr>
            <a:xfrm>
              <a:off x="3804375" y="4264475"/>
              <a:ext cx="149700" cy="22475"/>
            </a:xfrm>
            <a:custGeom>
              <a:rect b="b" l="l" r="r" t="t"/>
              <a:pathLst>
                <a:path extrusionOk="0" h="899" w="5988">
                  <a:moveTo>
                    <a:pt x="1497" y="0"/>
                  </a:moveTo>
                  <a:lnTo>
                    <a:pt x="150" y="300"/>
                  </a:lnTo>
                  <a:lnTo>
                    <a:pt x="0" y="449"/>
                  </a:lnTo>
                  <a:lnTo>
                    <a:pt x="150" y="599"/>
                  </a:lnTo>
                  <a:lnTo>
                    <a:pt x="150" y="749"/>
                  </a:lnTo>
                  <a:lnTo>
                    <a:pt x="1497" y="898"/>
                  </a:lnTo>
                  <a:lnTo>
                    <a:pt x="3892" y="898"/>
                  </a:lnTo>
                  <a:lnTo>
                    <a:pt x="5239" y="749"/>
                  </a:lnTo>
                  <a:lnTo>
                    <a:pt x="5988" y="599"/>
                  </a:lnTo>
                  <a:lnTo>
                    <a:pt x="5988" y="449"/>
                  </a:lnTo>
                  <a:lnTo>
                    <a:pt x="5988" y="300"/>
                  </a:lnTo>
                  <a:lnTo>
                    <a:pt x="5239" y="150"/>
                  </a:lnTo>
                  <a:lnTo>
                    <a:pt x="404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1" name="Google Shape;2181;p58"/>
            <p:cNvSpPr/>
            <p:nvPr/>
          </p:nvSpPr>
          <p:spPr>
            <a:xfrm>
              <a:off x="3808125" y="4343050"/>
              <a:ext cx="134725" cy="26225"/>
            </a:xfrm>
            <a:custGeom>
              <a:rect b="b" l="l" r="r" t="t"/>
              <a:pathLst>
                <a:path extrusionOk="0" h="1049" w="5389">
                  <a:moveTo>
                    <a:pt x="2395" y="0"/>
                  </a:moveTo>
                  <a:lnTo>
                    <a:pt x="1198" y="150"/>
                  </a:lnTo>
                  <a:lnTo>
                    <a:pt x="150" y="300"/>
                  </a:lnTo>
                  <a:lnTo>
                    <a:pt x="0" y="449"/>
                  </a:lnTo>
                  <a:lnTo>
                    <a:pt x="0" y="599"/>
                  </a:lnTo>
                  <a:lnTo>
                    <a:pt x="0" y="749"/>
                  </a:lnTo>
                  <a:lnTo>
                    <a:pt x="150" y="749"/>
                  </a:lnTo>
                  <a:lnTo>
                    <a:pt x="300" y="898"/>
                  </a:lnTo>
                  <a:lnTo>
                    <a:pt x="1347" y="1048"/>
                  </a:lnTo>
                  <a:lnTo>
                    <a:pt x="2395" y="1048"/>
                  </a:lnTo>
                  <a:lnTo>
                    <a:pt x="3892" y="898"/>
                  </a:lnTo>
                  <a:lnTo>
                    <a:pt x="4640" y="749"/>
                  </a:lnTo>
                  <a:lnTo>
                    <a:pt x="5239" y="749"/>
                  </a:lnTo>
                  <a:lnTo>
                    <a:pt x="5239" y="599"/>
                  </a:lnTo>
                  <a:lnTo>
                    <a:pt x="5389" y="449"/>
                  </a:lnTo>
                  <a:lnTo>
                    <a:pt x="5239" y="30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2" name="Google Shape;2182;p58"/>
            <p:cNvSpPr/>
            <p:nvPr/>
          </p:nvSpPr>
          <p:spPr>
            <a:xfrm>
              <a:off x="3789400" y="4425375"/>
              <a:ext cx="142225" cy="22475"/>
            </a:xfrm>
            <a:custGeom>
              <a:rect b="b" l="l" r="r" t="t"/>
              <a:pathLst>
                <a:path extrusionOk="0" h="899" w="5689">
                  <a:moveTo>
                    <a:pt x="1348" y="0"/>
                  </a:moveTo>
                  <a:lnTo>
                    <a:pt x="749" y="150"/>
                  </a:lnTo>
                  <a:lnTo>
                    <a:pt x="150" y="300"/>
                  </a:lnTo>
                  <a:lnTo>
                    <a:pt x="1" y="599"/>
                  </a:lnTo>
                  <a:lnTo>
                    <a:pt x="150" y="599"/>
                  </a:lnTo>
                  <a:lnTo>
                    <a:pt x="749" y="898"/>
                  </a:lnTo>
                  <a:lnTo>
                    <a:pt x="2695" y="898"/>
                  </a:lnTo>
                  <a:lnTo>
                    <a:pt x="4940" y="749"/>
                  </a:lnTo>
                  <a:lnTo>
                    <a:pt x="5539" y="599"/>
                  </a:lnTo>
                  <a:lnTo>
                    <a:pt x="5689" y="599"/>
                  </a:lnTo>
                  <a:lnTo>
                    <a:pt x="5689" y="449"/>
                  </a:lnTo>
                  <a:lnTo>
                    <a:pt x="5539" y="300"/>
                  </a:lnTo>
                  <a:lnTo>
                    <a:pt x="4940"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3" name="Google Shape;2183;p58"/>
            <p:cNvSpPr/>
            <p:nvPr/>
          </p:nvSpPr>
          <p:spPr>
            <a:xfrm>
              <a:off x="3785675" y="4507700"/>
              <a:ext cx="134725" cy="22475"/>
            </a:xfrm>
            <a:custGeom>
              <a:rect b="b" l="l" r="r" t="t"/>
              <a:pathLst>
                <a:path extrusionOk="0" h="899" w="5389">
                  <a:moveTo>
                    <a:pt x="1497" y="0"/>
                  </a:moveTo>
                  <a:lnTo>
                    <a:pt x="449" y="150"/>
                  </a:lnTo>
                  <a:lnTo>
                    <a:pt x="150" y="300"/>
                  </a:lnTo>
                  <a:lnTo>
                    <a:pt x="0" y="300"/>
                  </a:lnTo>
                  <a:lnTo>
                    <a:pt x="0" y="449"/>
                  </a:lnTo>
                  <a:lnTo>
                    <a:pt x="150" y="599"/>
                  </a:lnTo>
                  <a:lnTo>
                    <a:pt x="599" y="749"/>
                  </a:lnTo>
                  <a:lnTo>
                    <a:pt x="1198" y="898"/>
                  </a:lnTo>
                  <a:lnTo>
                    <a:pt x="2545" y="898"/>
                  </a:lnTo>
                  <a:lnTo>
                    <a:pt x="4640" y="749"/>
                  </a:lnTo>
                  <a:lnTo>
                    <a:pt x="5239" y="599"/>
                  </a:lnTo>
                  <a:lnTo>
                    <a:pt x="5389" y="449"/>
                  </a:lnTo>
                  <a:lnTo>
                    <a:pt x="5389" y="300"/>
                  </a:lnTo>
                  <a:lnTo>
                    <a:pt x="5239" y="15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4" name="Google Shape;2184;p58"/>
            <p:cNvSpPr/>
            <p:nvPr/>
          </p:nvSpPr>
          <p:spPr>
            <a:xfrm>
              <a:off x="3781925" y="4586275"/>
              <a:ext cx="134725" cy="26225"/>
            </a:xfrm>
            <a:custGeom>
              <a:rect b="b" l="l" r="r" t="t"/>
              <a:pathLst>
                <a:path extrusionOk="0" h="1049" w="5389">
                  <a:moveTo>
                    <a:pt x="1348" y="1"/>
                  </a:moveTo>
                  <a:lnTo>
                    <a:pt x="749" y="150"/>
                  </a:lnTo>
                  <a:lnTo>
                    <a:pt x="150" y="300"/>
                  </a:lnTo>
                  <a:lnTo>
                    <a:pt x="0" y="450"/>
                  </a:lnTo>
                  <a:lnTo>
                    <a:pt x="0" y="599"/>
                  </a:lnTo>
                  <a:lnTo>
                    <a:pt x="150" y="749"/>
                  </a:lnTo>
                  <a:lnTo>
                    <a:pt x="1048" y="1048"/>
                  </a:lnTo>
                  <a:lnTo>
                    <a:pt x="3293" y="1048"/>
                  </a:lnTo>
                  <a:lnTo>
                    <a:pt x="4341" y="899"/>
                  </a:lnTo>
                  <a:lnTo>
                    <a:pt x="5089" y="749"/>
                  </a:lnTo>
                  <a:lnTo>
                    <a:pt x="5239" y="749"/>
                  </a:lnTo>
                  <a:lnTo>
                    <a:pt x="5389" y="599"/>
                  </a:lnTo>
                  <a:lnTo>
                    <a:pt x="5389" y="450"/>
                  </a:lnTo>
                  <a:lnTo>
                    <a:pt x="5239" y="300"/>
                  </a:lnTo>
                  <a:lnTo>
                    <a:pt x="5089" y="300"/>
                  </a:lnTo>
                  <a:lnTo>
                    <a:pt x="4341" y="150"/>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5" name="Google Shape;2185;p58"/>
            <p:cNvSpPr/>
            <p:nvPr/>
          </p:nvSpPr>
          <p:spPr>
            <a:xfrm>
              <a:off x="3766950" y="4668600"/>
              <a:ext cx="134750" cy="26225"/>
            </a:xfrm>
            <a:custGeom>
              <a:rect b="b" l="l" r="r" t="t"/>
              <a:pathLst>
                <a:path extrusionOk="0" h="1049" w="5390">
                  <a:moveTo>
                    <a:pt x="1198" y="0"/>
                  </a:moveTo>
                  <a:lnTo>
                    <a:pt x="150" y="300"/>
                  </a:lnTo>
                  <a:lnTo>
                    <a:pt x="1" y="449"/>
                  </a:lnTo>
                  <a:lnTo>
                    <a:pt x="150" y="599"/>
                  </a:lnTo>
                  <a:lnTo>
                    <a:pt x="1198" y="899"/>
                  </a:lnTo>
                  <a:lnTo>
                    <a:pt x="2246" y="1048"/>
                  </a:lnTo>
                  <a:lnTo>
                    <a:pt x="3294" y="899"/>
                  </a:lnTo>
                  <a:lnTo>
                    <a:pt x="4491" y="749"/>
                  </a:lnTo>
                  <a:lnTo>
                    <a:pt x="5239" y="599"/>
                  </a:lnTo>
                  <a:lnTo>
                    <a:pt x="5389" y="449"/>
                  </a:lnTo>
                  <a:lnTo>
                    <a:pt x="5239" y="300"/>
                  </a:lnTo>
                  <a:lnTo>
                    <a:pt x="4491" y="150"/>
                  </a:lnTo>
                  <a:lnTo>
                    <a:pt x="34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6" name="Google Shape;2186;p58"/>
            <p:cNvSpPr/>
            <p:nvPr/>
          </p:nvSpPr>
          <p:spPr>
            <a:xfrm>
              <a:off x="3781925" y="4750925"/>
              <a:ext cx="108550" cy="18725"/>
            </a:xfrm>
            <a:custGeom>
              <a:rect b="b" l="l" r="r" t="t"/>
              <a:pathLst>
                <a:path extrusionOk="0" h="749" w="4342">
                  <a:moveTo>
                    <a:pt x="599" y="0"/>
                  </a:moveTo>
                  <a:lnTo>
                    <a:pt x="0" y="150"/>
                  </a:lnTo>
                  <a:lnTo>
                    <a:pt x="0" y="449"/>
                  </a:lnTo>
                  <a:lnTo>
                    <a:pt x="0" y="599"/>
                  </a:lnTo>
                  <a:lnTo>
                    <a:pt x="599" y="749"/>
                  </a:lnTo>
                  <a:lnTo>
                    <a:pt x="3443" y="749"/>
                  </a:lnTo>
                  <a:lnTo>
                    <a:pt x="4191" y="449"/>
                  </a:lnTo>
                  <a:lnTo>
                    <a:pt x="4341" y="449"/>
                  </a:lnTo>
                  <a:lnTo>
                    <a:pt x="4191" y="300"/>
                  </a:lnTo>
                  <a:lnTo>
                    <a:pt x="4191" y="150"/>
                  </a:lnTo>
                  <a:lnTo>
                    <a:pt x="35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7" name="Google Shape;2187;p58"/>
            <p:cNvSpPr/>
            <p:nvPr/>
          </p:nvSpPr>
          <p:spPr>
            <a:xfrm>
              <a:off x="3796900" y="4829500"/>
              <a:ext cx="82350" cy="22475"/>
            </a:xfrm>
            <a:custGeom>
              <a:rect b="b" l="l" r="r" t="t"/>
              <a:pathLst>
                <a:path extrusionOk="0" h="899" w="3294">
                  <a:moveTo>
                    <a:pt x="749" y="1"/>
                  </a:moveTo>
                  <a:lnTo>
                    <a:pt x="299" y="150"/>
                  </a:lnTo>
                  <a:lnTo>
                    <a:pt x="150" y="300"/>
                  </a:lnTo>
                  <a:lnTo>
                    <a:pt x="0" y="450"/>
                  </a:lnTo>
                  <a:lnTo>
                    <a:pt x="150" y="599"/>
                  </a:lnTo>
                  <a:lnTo>
                    <a:pt x="299" y="749"/>
                  </a:lnTo>
                  <a:lnTo>
                    <a:pt x="749" y="899"/>
                  </a:lnTo>
                  <a:lnTo>
                    <a:pt x="1347" y="899"/>
                  </a:lnTo>
                  <a:lnTo>
                    <a:pt x="2395" y="749"/>
                  </a:lnTo>
                  <a:lnTo>
                    <a:pt x="3143" y="599"/>
                  </a:lnTo>
                  <a:lnTo>
                    <a:pt x="3293" y="450"/>
                  </a:lnTo>
                  <a:lnTo>
                    <a:pt x="3143" y="300"/>
                  </a:lnTo>
                  <a:lnTo>
                    <a:pt x="2545" y="150"/>
                  </a:lnTo>
                  <a:lnTo>
                    <a:pt x="13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8" name="Google Shape;2188;p58"/>
            <p:cNvSpPr/>
            <p:nvPr/>
          </p:nvSpPr>
          <p:spPr>
            <a:xfrm>
              <a:off x="3804375" y="4911825"/>
              <a:ext cx="71125" cy="18725"/>
            </a:xfrm>
            <a:custGeom>
              <a:rect b="b" l="l" r="r" t="t"/>
              <a:pathLst>
                <a:path extrusionOk="0" h="749" w="2845">
                  <a:moveTo>
                    <a:pt x="899" y="1"/>
                  </a:moveTo>
                  <a:lnTo>
                    <a:pt x="150" y="150"/>
                  </a:lnTo>
                  <a:lnTo>
                    <a:pt x="150" y="300"/>
                  </a:lnTo>
                  <a:lnTo>
                    <a:pt x="0" y="450"/>
                  </a:lnTo>
                  <a:lnTo>
                    <a:pt x="150" y="599"/>
                  </a:lnTo>
                  <a:lnTo>
                    <a:pt x="899" y="749"/>
                  </a:lnTo>
                  <a:lnTo>
                    <a:pt x="1647" y="749"/>
                  </a:lnTo>
                  <a:lnTo>
                    <a:pt x="2395" y="599"/>
                  </a:lnTo>
                  <a:lnTo>
                    <a:pt x="2695" y="599"/>
                  </a:lnTo>
                  <a:lnTo>
                    <a:pt x="2844" y="450"/>
                  </a:lnTo>
                  <a:lnTo>
                    <a:pt x="2695" y="150"/>
                  </a:lnTo>
                  <a:lnTo>
                    <a:pt x="2395" y="150"/>
                  </a:lnTo>
                  <a:lnTo>
                    <a:pt x="17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89" name="Google Shape;2189;p58"/>
            <p:cNvSpPr/>
            <p:nvPr/>
          </p:nvSpPr>
          <p:spPr>
            <a:xfrm>
              <a:off x="3793150" y="4990400"/>
              <a:ext cx="67375" cy="22475"/>
            </a:xfrm>
            <a:custGeom>
              <a:rect b="b" l="l" r="r" t="t"/>
              <a:pathLst>
                <a:path extrusionOk="0" h="899" w="2695">
                  <a:moveTo>
                    <a:pt x="1048" y="1"/>
                  </a:moveTo>
                  <a:lnTo>
                    <a:pt x="449" y="150"/>
                  </a:lnTo>
                  <a:lnTo>
                    <a:pt x="0" y="300"/>
                  </a:lnTo>
                  <a:lnTo>
                    <a:pt x="0" y="450"/>
                  </a:lnTo>
                  <a:lnTo>
                    <a:pt x="0" y="749"/>
                  </a:lnTo>
                  <a:lnTo>
                    <a:pt x="300" y="899"/>
                  </a:lnTo>
                  <a:lnTo>
                    <a:pt x="1647" y="899"/>
                  </a:lnTo>
                  <a:lnTo>
                    <a:pt x="2395" y="749"/>
                  </a:lnTo>
                  <a:lnTo>
                    <a:pt x="2545" y="600"/>
                  </a:lnTo>
                  <a:lnTo>
                    <a:pt x="2695" y="450"/>
                  </a:lnTo>
                  <a:lnTo>
                    <a:pt x="2545" y="300"/>
                  </a:lnTo>
                  <a:lnTo>
                    <a:pt x="2395" y="300"/>
                  </a:lnTo>
                  <a:lnTo>
                    <a:pt x="1797" y="150"/>
                  </a:lnTo>
                  <a:lnTo>
                    <a:pt x="104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0" name="Google Shape;2190;p58"/>
            <p:cNvSpPr/>
            <p:nvPr/>
          </p:nvSpPr>
          <p:spPr>
            <a:xfrm>
              <a:off x="3793150" y="5076475"/>
              <a:ext cx="59900" cy="15000"/>
            </a:xfrm>
            <a:custGeom>
              <a:rect b="b" l="l" r="r" t="t"/>
              <a:pathLst>
                <a:path extrusionOk="0" h="600" w="2396">
                  <a:moveTo>
                    <a:pt x="150" y="0"/>
                  </a:moveTo>
                  <a:lnTo>
                    <a:pt x="150" y="150"/>
                  </a:lnTo>
                  <a:lnTo>
                    <a:pt x="0" y="300"/>
                  </a:lnTo>
                  <a:lnTo>
                    <a:pt x="0" y="449"/>
                  </a:lnTo>
                  <a:lnTo>
                    <a:pt x="300" y="449"/>
                  </a:lnTo>
                  <a:lnTo>
                    <a:pt x="1048" y="599"/>
                  </a:lnTo>
                  <a:lnTo>
                    <a:pt x="1946" y="599"/>
                  </a:lnTo>
                  <a:lnTo>
                    <a:pt x="2395" y="449"/>
                  </a:lnTo>
                  <a:lnTo>
                    <a:pt x="23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1" name="Google Shape;2191;p58"/>
            <p:cNvSpPr/>
            <p:nvPr/>
          </p:nvSpPr>
          <p:spPr>
            <a:xfrm>
              <a:off x="1192500" y="238125"/>
              <a:ext cx="5235000" cy="5238750"/>
            </a:xfrm>
            <a:custGeom>
              <a:rect b="b" l="l" r="r" t="t"/>
              <a:pathLst>
                <a:path extrusionOk="0" h="209550" w="209400">
                  <a:moveTo>
                    <a:pt x="100135" y="23200"/>
                  </a:moveTo>
                  <a:lnTo>
                    <a:pt x="98638" y="34276"/>
                  </a:lnTo>
                  <a:lnTo>
                    <a:pt x="94597" y="34725"/>
                  </a:lnTo>
                  <a:lnTo>
                    <a:pt x="90555" y="35324"/>
                  </a:lnTo>
                  <a:lnTo>
                    <a:pt x="90555" y="35324"/>
                  </a:lnTo>
                  <a:lnTo>
                    <a:pt x="90705" y="24248"/>
                  </a:lnTo>
                  <a:lnTo>
                    <a:pt x="95345" y="23649"/>
                  </a:lnTo>
                  <a:lnTo>
                    <a:pt x="100135" y="23200"/>
                  </a:lnTo>
                  <a:close/>
                  <a:moveTo>
                    <a:pt x="108517" y="23200"/>
                  </a:moveTo>
                  <a:lnTo>
                    <a:pt x="113606" y="23500"/>
                  </a:lnTo>
                  <a:lnTo>
                    <a:pt x="118845" y="24248"/>
                  </a:lnTo>
                  <a:lnTo>
                    <a:pt x="118845" y="35324"/>
                  </a:lnTo>
                  <a:lnTo>
                    <a:pt x="114504" y="34576"/>
                  </a:lnTo>
                  <a:lnTo>
                    <a:pt x="110163" y="34127"/>
                  </a:lnTo>
                  <a:lnTo>
                    <a:pt x="108517" y="23200"/>
                  </a:lnTo>
                  <a:close/>
                  <a:moveTo>
                    <a:pt x="89657" y="24398"/>
                  </a:moveTo>
                  <a:lnTo>
                    <a:pt x="89657" y="24547"/>
                  </a:lnTo>
                  <a:lnTo>
                    <a:pt x="88310" y="24996"/>
                  </a:lnTo>
                  <a:lnTo>
                    <a:pt x="87262" y="25146"/>
                  </a:lnTo>
                  <a:lnTo>
                    <a:pt x="86215" y="25595"/>
                  </a:lnTo>
                  <a:lnTo>
                    <a:pt x="86215" y="25745"/>
                  </a:lnTo>
                  <a:lnTo>
                    <a:pt x="88011" y="25296"/>
                  </a:lnTo>
                  <a:lnTo>
                    <a:pt x="88909" y="25146"/>
                  </a:lnTo>
                  <a:lnTo>
                    <a:pt x="89657" y="24996"/>
                  </a:lnTo>
                  <a:lnTo>
                    <a:pt x="89657" y="25745"/>
                  </a:lnTo>
                  <a:lnTo>
                    <a:pt x="88310" y="26194"/>
                  </a:lnTo>
                  <a:lnTo>
                    <a:pt x="87412" y="26493"/>
                  </a:lnTo>
                  <a:lnTo>
                    <a:pt x="86514" y="26792"/>
                  </a:lnTo>
                  <a:lnTo>
                    <a:pt x="86364" y="26942"/>
                  </a:lnTo>
                  <a:lnTo>
                    <a:pt x="86514" y="26942"/>
                  </a:lnTo>
                  <a:lnTo>
                    <a:pt x="88460" y="26493"/>
                  </a:lnTo>
                  <a:lnTo>
                    <a:pt x="89657" y="26194"/>
                  </a:lnTo>
                  <a:lnTo>
                    <a:pt x="89657" y="27092"/>
                  </a:lnTo>
                  <a:lnTo>
                    <a:pt x="88310" y="27541"/>
                  </a:lnTo>
                  <a:lnTo>
                    <a:pt x="87412" y="27691"/>
                  </a:lnTo>
                  <a:lnTo>
                    <a:pt x="86514" y="28140"/>
                  </a:lnTo>
                  <a:lnTo>
                    <a:pt x="86514" y="28289"/>
                  </a:lnTo>
                  <a:lnTo>
                    <a:pt x="87412" y="27990"/>
                  </a:lnTo>
                  <a:lnTo>
                    <a:pt x="88310" y="27840"/>
                  </a:lnTo>
                  <a:lnTo>
                    <a:pt x="89657" y="27391"/>
                  </a:lnTo>
                  <a:lnTo>
                    <a:pt x="89657" y="28289"/>
                  </a:lnTo>
                  <a:lnTo>
                    <a:pt x="88310" y="28589"/>
                  </a:lnTo>
                  <a:lnTo>
                    <a:pt x="87562" y="28888"/>
                  </a:lnTo>
                  <a:lnTo>
                    <a:pt x="86963" y="29187"/>
                  </a:lnTo>
                  <a:lnTo>
                    <a:pt x="86963" y="29337"/>
                  </a:lnTo>
                  <a:lnTo>
                    <a:pt x="87113" y="29337"/>
                  </a:lnTo>
                  <a:lnTo>
                    <a:pt x="88759" y="28738"/>
                  </a:lnTo>
                  <a:lnTo>
                    <a:pt x="89657" y="28589"/>
                  </a:lnTo>
                  <a:lnTo>
                    <a:pt x="89657" y="29786"/>
                  </a:lnTo>
                  <a:lnTo>
                    <a:pt x="88610" y="30085"/>
                  </a:lnTo>
                  <a:lnTo>
                    <a:pt x="87712" y="30385"/>
                  </a:lnTo>
                  <a:lnTo>
                    <a:pt x="86963" y="30684"/>
                  </a:lnTo>
                  <a:lnTo>
                    <a:pt x="86963" y="30834"/>
                  </a:lnTo>
                  <a:lnTo>
                    <a:pt x="87861" y="30534"/>
                  </a:lnTo>
                  <a:lnTo>
                    <a:pt x="88610" y="30385"/>
                  </a:lnTo>
                  <a:lnTo>
                    <a:pt x="89657" y="30085"/>
                  </a:lnTo>
                  <a:lnTo>
                    <a:pt x="89657" y="30983"/>
                  </a:lnTo>
                  <a:lnTo>
                    <a:pt x="88759" y="31133"/>
                  </a:lnTo>
                  <a:lnTo>
                    <a:pt x="88011" y="31433"/>
                  </a:lnTo>
                  <a:lnTo>
                    <a:pt x="87262" y="31732"/>
                  </a:lnTo>
                  <a:lnTo>
                    <a:pt x="87262" y="31882"/>
                  </a:lnTo>
                  <a:lnTo>
                    <a:pt x="89208" y="31283"/>
                  </a:lnTo>
                  <a:lnTo>
                    <a:pt x="89657" y="31283"/>
                  </a:lnTo>
                  <a:lnTo>
                    <a:pt x="89657" y="32031"/>
                  </a:lnTo>
                  <a:lnTo>
                    <a:pt x="89059" y="32181"/>
                  </a:lnTo>
                  <a:lnTo>
                    <a:pt x="87562" y="32780"/>
                  </a:lnTo>
                  <a:lnTo>
                    <a:pt x="87562" y="32929"/>
                  </a:lnTo>
                  <a:lnTo>
                    <a:pt x="87712" y="32929"/>
                  </a:lnTo>
                  <a:lnTo>
                    <a:pt x="89059" y="32480"/>
                  </a:lnTo>
                  <a:lnTo>
                    <a:pt x="89657" y="32331"/>
                  </a:lnTo>
                  <a:lnTo>
                    <a:pt x="89657" y="32331"/>
                  </a:lnTo>
                  <a:lnTo>
                    <a:pt x="89508" y="33229"/>
                  </a:lnTo>
                  <a:lnTo>
                    <a:pt x="88759" y="33378"/>
                  </a:lnTo>
                  <a:lnTo>
                    <a:pt x="87861" y="33678"/>
                  </a:lnTo>
                  <a:lnTo>
                    <a:pt x="87861" y="33827"/>
                  </a:lnTo>
                  <a:lnTo>
                    <a:pt x="88759" y="33678"/>
                  </a:lnTo>
                  <a:lnTo>
                    <a:pt x="89508" y="33378"/>
                  </a:lnTo>
                  <a:lnTo>
                    <a:pt x="89508" y="34276"/>
                  </a:lnTo>
                  <a:lnTo>
                    <a:pt x="89208" y="34276"/>
                  </a:lnTo>
                  <a:lnTo>
                    <a:pt x="88759" y="34576"/>
                  </a:lnTo>
                  <a:lnTo>
                    <a:pt x="88161" y="34725"/>
                  </a:lnTo>
                  <a:lnTo>
                    <a:pt x="88161" y="34875"/>
                  </a:lnTo>
                  <a:lnTo>
                    <a:pt x="89358" y="34576"/>
                  </a:lnTo>
                  <a:lnTo>
                    <a:pt x="89508" y="34426"/>
                  </a:lnTo>
                  <a:lnTo>
                    <a:pt x="89508" y="35174"/>
                  </a:lnTo>
                  <a:lnTo>
                    <a:pt x="88310" y="35773"/>
                  </a:lnTo>
                  <a:lnTo>
                    <a:pt x="88310" y="35923"/>
                  </a:lnTo>
                  <a:lnTo>
                    <a:pt x="88460" y="35923"/>
                  </a:lnTo>
                  <a:lnTo>
                    <a:pt x="89059" y="35624"/>
                  </a:lnTo>
                  <a:lnTo>
                    <a:pt x="89508" y="35474"/>
                  </a:lnTo>
                  <a:lnTo>
                    <a:pt x="89508" y="35624"/>
                  </a:lnTo>
                  <a:lnTo>
                    <a:pt x="89508" y="36222"/>
                  </a:lnTo>
                  <a:lnTo>
                    <a:pt x="89358" y="36222"/>
                  </a:lnTo>
                  <a:lnTo>
                    <a:pt x="88909" y="36522"/>
                  </a:lnTo>
                  <a:lnTo>
                    <a:pt x="88460" y="36821"/>
                  </a:lnTo>
                  <a:lnTo>
                    <a:pt x="88610" y="36821"/>
                  </a:lnTo>
                  <a:lnTo>
                    <a:pt x="88909" y="36671"/>
                  </a:lnTo>
                  <a:lnTo>
                    <a:pt x="89358" y="36522"/>
                  </a:lnTo>
                  <a:lnTo>
                    <a:pt x="89508" y="36522"/>
                  </a:lnTo>
                  <a:lnTo>
                    <a:pt x="89508" y="37120"/>
                  </a:lnTo>
                  <a:lnTo>
                    <a:pt x="89508" y="37270"/>
                  </a:lnTo>
                  <a:lnTo>
                    <a:pt x="88909" y="37569"/>
                  </a:lnTo>
                  <a:lnTo>
                    <a:pt x="88909" y="37719"/>
                  </a:lnTo>
                  <a:lnTo>
                    <a:pt x="89508" y="37420"/>
                  </a:lnTo>
                  <a:lnTo>
                    <a:pt x="89508" y="38318"/>
                  </a:lnTo>
                  <a:lnTo>
                    <a:pt x="88909" y="38617"/>
                  </a:lnTo>
                  <a:lnTo>
                    <a:pt x="88011" y="36971"/>
                  </a:lnTo>
                  <a:lnTo>
                    <a:pt x="87412" y="36073"/>
                  </a:lnTo>
                  <a:lnTo>
                    <a:pt x="82024" y="26343"/>
                  </a:lnTo>
                  <a:lnTo>
                    <a:pt x="85766" y="25296"/>
                  </a:lnTo>
                  <a:lnTo>
                    <a:pt x="89657" y="24398"/>
                  </a:lnTo>
                  <a:close/>
                  <a:moveTo>
                    <a:pt x="119743" y="24398"/>
                  </a:moveTo>
                  <a:lnTo>
                    <a:pt x="123634" y="25296"/>
                  </a:lnTo>
                  <a:lnTo>
                    <a:pt x="127526" y="26343"/>
                  </a:lnTo>
                  <a:lnTo>
                    <a:pt x="121988" y="36073"/>
                  </a:lnTo>
                  <a:lnTo>
                    <a:pt x="121389" y="36971"/>
                  </a:lnTo>
                  <a:lnTo>
                    <a:pt x="120491" y="38617"/>
                  </a:lnTo>
                  <a:lnTo>
                    <a:pt x="120042" y="38318"/>
                  </a:lnTo>
                  <a:lnTo>
                    <a:pt x="119892" y="38318"/>
                  </a:lnTo>
                  <a:lnTo>
                    <a:pt x="119892" y="37420"/>
                  </a:lnTo>
                  <a:lnTo>
                    <a:pt x="120491" y="37719"/>
                  </a:lnTo>
                  <a:lnTo>
                    <a:pt x="120641" y="37569"/>
                  </a:lnTo>
                  <a:lnTo>
                    <a:pt x="119892" y="37270"/>
                  </a:lnTo>
                  <a:lnTo>
                    <a:pt x="119892" y="37120"/>
                  </a:lnTo>
                  <a:lnTo>
                    <a:pt x="119892" y="36671"/>
                  </a:lnTo>
                  <a:lnTo>
                    <a:pt x="119892" y="36522"/>
                  </a:lnTo>
                  <a:lnTo>
                    <a:pt x="120042" y="36522"/>
                  </a:lnTo>
                  <a:lnTo>
                    <a:pt x="120491" y="36821"/>
                  </a:lnTo>
                  <a:lnTo>
                    <a:pt x="120940" y="36821"/>
                  </a:lnTo>
                  <a:lnTo>
                    <a:pt x="120491" y="36522"/>
                  </a:lnTo>
                  <a:lnTo>
                    <a:pt x="120042" y="36222"/>
                  </a:lnTo>
                  <a:lnTo>
                    <a:pt x="119892" y="36222"/>
                  </a:lnTo>
                  <a:lnTo>
                    <a:pt x="119892" y="35624"/>
                  </a:lnTo>
                  <a:lnTo>
                    <a:pt x="119892" y="35474"/>
                  </a:lnTo>
                  <a:lnTo>
                    <a:pt x="120491" y="35773"/>
                  </a:lnTo>
                  <a:lnTo>
                    <a:pt x="120940" y="35923"/>
                  </a:lnTo>
                  <a:lnTo>
                    <a:pt x="121090" y="35923"/>
                  </a:lnTo>
                  <a:lnTo>
                    <a:pt x="121090" y="35773"/>
                  </a:lnTo>
                  <a:lnTo>
                    <a:pt x="119892" y="35174"/>
                  </a:lnTo>
                  <a:lnTo>
                    <a:pt x="119892" y="34426"/>
                  </a:lnTo>
                  <a:lnTo>
                    <a:pt x="120042" y="34576"/>
                  </a:lnTo>
                  <a:lnTo>
                    <a:pt x="121239" y="34875"/>
                  </a:lnTo>
                  <a:lnTo>
                    <a:pt x="121239" y="34725"/>
                  </a:lnTo>
                  <a:lnTo>
                    <a:pt x="120790" y="34576"/>
                  </a:lnTo>
                  <a:lnTo>
                    <a:pt x="120192" y="34276"/>
                  </a:lnTo>
                  <a:lnTo>
                    <a:pt x="119892" y="34276"/>
                  </a:lnTo>
                  <a:lnTo>
                    <a:pt x="119892" y="33378"/>
                  </a:lnTo>
                  <a:lnTo>
                    <a:pt x="120641" y="33678"/>
                  </a:lnTo>
                  <a:lnTo>
                    <a:pt x="121539" y="33827"/>
                  </a:lnTo>
                  <a:lnTo>
                    <a:pt x="121539" y="33678"/>
                  </a:lnTo>
                  <a:lnTo>
                    <a:pt x="120790" y="33378"/>
                  </a:lnTo>
                  <a:lnTo>
                    <a:pt x="119892" y="33229"/>
                  </a:lnTo>
                  <a:lnTo>
                    <a:pt x="119892" y="32331"/>
                  </a:lnTo>
                  <a:lnTo>
                    <a:pt x="120491" y="32480"/>
                  </a:lnTo>
                  <a:lnTo>
                    <a:pt x="121838" y="32929"/>
                  </a:lnTo>
                  <a:lnTo>
                    <a:pt x="121838" y="32780"/>
                  </a:lnTo>
                  <a:lnTo>
                    <a:pt x="120341" y="32181"/>
                  </a:lnTo>
                  <a:lnTo>
                    <a:pt x="119892" y="32031"/>
                  </a:lnTo>
                  <a:lnTo>
                    <a:pt x="119892" y="31283"/>
                  </a:lnTo>
                  <a:lnTo>
                    <a:pt x="120192" y="31283"/>
                  </a:lnTo>
                  <a:lnTo>
                    <a:pt x="122138" y="31882"/>
                  </a:lnTo>
                  <a:lnTo>
                    <a:pt x="122138" y="31732"/>
                  </a:lnTo>
                  <a:lnTo>
                    <a:pt x="121539" y="31433"/>
                  </a:lnTo>
                  <a:lnTo>
                    <a:pt x="120641" y="31133"/>
                  </a:lnTo>
                  <a:lnTo>
                    <a:pt x="119892" y="30983"/>
                  </a:lnTo>
                  <a:lnTo>
                    <a:pt x="119892" y="30085"/>
                  </a:lnTo>
                  <a:lnTo>
                    <a:pt x="120790" y="30385"/>
                  </a:lnTo>
                  <a:lnTo>
                    <a:pt x="121688" y="30534"/>
                  </a:lnTo>
                  <a:lnTo>
                    <a:pt x="122437" y="30834"/>
                  </a:lnTo>
                  <a:lnTo>
                    <a:pt x="122437" y="30684"/>
                  </a:lnTo>
                  <a:lnTo>
                    <a:pt x="121688" y="30385"/>
                  </a:lnTo>
                  <a:lnTo>
                    <a:pt x="120940" y="30085"/>
                  </a:lnTo>
                  <a:lnTo>
                    <a:pt x="119892" y="29786"/>
                  </a:lnTo>
                  <a:lnTo>
                    <a:pt x="119743" y="28589"/>
                  </a:lnTo>
                  <a:lnTo>
                    <a:pt x="120790" y="28738"/>
                  </a:lnTo>
                  <a:lnTo>
                    <a:pt x="122437" y="29337"/>
                  </a:lnTo>
                  <a:lnTo>
                    <a:pt x="122437" y="29187"/>
                  </a:lnTo>
                  <a:lnTo>
                    <a:pt x="121838" y="28888"/>
                  </a:lnTo>
                  <a:lnTo>
                    <a:pt x="121239" y="28589"/>
                  </a:lnTo>
                  <a:lnTo>
                    <a:pt x="119743" y="28289"/>
                  </a:lnTo>
                  <a:lnTo>
                    <a:pt x="119743" y="27391"/>
                  </a:lnTo>
                  <a:lnTo>
                    <a:pt x="121090" y="27840"/>
                  </a:lnTo>
                  <a:lnTo>
                    <a:pt x="121988" y="27990"/>
                  </a:lnTo>
                  <a:lnTo>
                    <a:pt x="122886" y="28289"/>
                  </a:lnTo>
                  <a:lnTo>
                    <a:pt x="122886" y="28140"/>
                  </a:lnTo>
                  <a:lnTo>
                    <a:pt x="121988" y="27691"/>
                  </a:lnTo>
                  <a:lnTo>
                    <a:pt x="121090" y="27541"/>
                  </a:lnTo>
                  <a:lnTo>
                    <a:pt x="119743" y="27092"/>
                  </a:lnTo>
                  <a:lnTo>
                    <a:pt x="119743" y="26194"/>
                  </a:lnTo>
                  <a:lnTo>
                    <a:pt x="120940" y="26493"/>
                  </a:lnTo>
                  <a:lnTo>
                    <a:pt x="122886" y="26942"/>
                  </a:lnTo>
                  <a:lnTo>
                    <a:pt x="123036" y="26942"/>
                  </a:lnTo>
                  <a:lnTo>
                    <a:pt x="123036" y="26792"/>
                  </a:lnTo>
                  <a:lnTo>
                    <a:pt x="122138" y="26493"/>
                  </a:lnTo>
                  <a:lnTo>
                    <a:pt x="121239" y="26194"/>
                  </a:lnTo>
                  <a:lnTo>
                    <a:pt x="119743" y="25745"/>
                  </a:lnTo>
                  <a:lnTo>
                    <a:pt x="119743" y="24996"/>
                  </a:lnTo>
                  <a:lnTo>
                    <a:pt x="120641" y="25146"/>
                  </a:lnTo>
                  <a:lnTo>
                    <a:pt x="121539" y="25296"/>
                  </a:lnTo>
                  <a:lnTo>
                    <a:pt x="123185" y="25745"/>
                  </a:lnTo>
                  <a:lnTo>
                    <a:pt x="123335" y="25595"/>
                  </a:lnTo>
                  <a:lnTo>
                    <a:pt x="123185" y="25595"/>
                  </a:lnTo>
                  <a:lnTo>
                    <a:pt x="122287" y="25146"/>
                  </a:lnTo>
                  <a:lnTo>
                    <a:pt x="121090" y="24996"/>
                  </a:lnTo>
                  <a:lnTo>
                    <a:pt x="119743" y="24547"/>
                  </a:lnTo>
                  <a:lnTo>
                    <a:pt x="119743" y="24398"/>
                  </a:lnTo>
                  <a:close/>
                  <a:moveTo>
                    <a:pt x="89508" y="38467"/>
                  </a:moveTo>
                  <a:lnTo>
                    <a:pt x="89508" y="39665"/>
                  </a:lnTo>
                  <a:lnTo>
                    <a:pt x="89059" y="38767"/>
                  </a:lnTo>
                  <a:lnTo>
                    <a:pt x="89508" y="38467"/>
                  </a:lnTo>
                  <a:close/>
                  <a:moveTo>
                    <a:pt x="119892" y="38467"/>
                  </a:moveTo>
                  <a:lnTo>
                    <a:pt x="120491" y="38767"/>
                  </a:lnTo>
                  <a:lnTo>
                    <a:pt x="119892" y="39665"/>
                  </a:lnTo>
                  <a:lnTo>
                    <a:pt x="119892" y="38467"/>
                  </a:lnTo>
                  <a:close/>
                  <a:moveTo>
                    <a:pt x="80976" y="26643"/>
                  </a:moveTo>
                  <a:lnTo>
                    <a:pt x="86514" y="36372"/>
                  </a:lnTo>
                  <a:lnTo>
                    <a:pt x="81874" y="37719"/>
                  </a:lnTo>
                  <a:lnTo>
                    <a:pt x="77384" y="39515"/>
                  </a:lnTo>
                  <a:lnTo>
                    <a:pt x="73043" y="41461"/>
                  </a:lnTo>
                  <a:lnTo>
                    <a:pt x="68702" y="43706"/>
                  </a:lnTo>
                  <a:lnTo>
                    <a:pt x="65260" y="33229"/>
                  </a:lnTo>
                  <a:lnTo>
                    <a:pt x="69002" y="31283"/>
                  </a:lnTo>
                  <a:lnTo>
                    <a:pt x="72893" y="29487"/>
                  </a:lnTo>
                  <a:lnTo>
                    <a:pt x="76935" y="27990"/>
                  </a:lnTo>
                  <a:lnTo>
                    <a:pt x="80976" y="26643"/>
                  </a:lnTo>
                  <a:close/>
                  <a:moveTo>
                    <a:pt x="128424" y="26643"/>
                  </a:moveTo>
                  <a:lnTo>
                    <a:pt x="132465" y="27990"/>
                  </a:lnTo>
                  <a:lnTo>
                    <a:pt x="136507" y="29487"/>
                  </a:lnTo>
                  <a:lnTo>
                    <a:pt x="140398" y="31283"/>
                  </a:lnTo>
                  <a:lnTo>
                    <a:pt x="144140" y="33229"/>
                  </a:lnTo>
                  <a:lnTo>
                    <a:pt x="140698" y="43706"/>
                  </a:lnTo>
                  <a:lnTo>
                    <a:pt x="136507" y="41461"/>
                  </a:lnTo>
                  <a:lnTo>
                    <a:pt x="132166" y="39515"/>
                  </a:lnTo>
                  <a:lnTo>
                    <a:pt x="127526" y="37719"/>
                  </a:lnTo>
                  <a:lnTo>
                    <a:pt x="122886" y="36372"/>
                  </a:lnTo>
                  <a:lnTo>
                    <a:pt x="128424" y="26643"/>
                  </a:lnTo>
                  <a:close/>
                  <a:moveTo>
                    <a:pt x="64511" y="33678"/>
                  </a:moveTo>
                  <a:lnTo>
                    <a:pt x="64511" y="33827"/>
                  </a:lnTo>
                  <a:lnTo>
                    <a:pt x="63314" y="34576"/>
                  </a:lnTo>
                  <a:lnTo>
                    <a:pt x="62416" y="35174"/>
                  </a:lnTo>
                  <a:lnTo>
                    <a:pt x="61518" y="35923"/>
                  </a:lnTo>
                  <a:lnTo>
                    <a:pt x="61667" y="35923"/>
                  </a:lnTo>
                  <a:lnTo>
                    <a:pt x="63613" y="34725"/>
                  </a:lnTo>
                  <a:lnTo>
                    <a:pt x="64511" y="34127"/>
                  </a:lnTo>
                  <a:lnTo>
                    <a:pt x="64811" y="35025"/>
                  </a:lnTo>
                  <a:lnTo>
                    <a:pt x="63613" y="35923"/>
                  </a:lnTo>
                  <a:lnTo>
                    <a:pt x="62865" y="36372"/>
                  </a:lnTo>
                  <a:lnTo>
                    <a:pt x="62117" y="36971"/>
                  </a:lnTo>
                  <a:lnTo>
                    <a:pt x="62117" y="37120"/>
                  </a:lnTo>
                  <a:lnTo>
                    <a:pt x="62266" y="37120"/>
                  </a:lnTo>
                  <a:lnTo>
                    <a:pt x="63913" y="36073"/>
                  </a:lnTo>
                  <a:lnTo>
                    <a:pt x="64960" y="35324"/>
                  </a:lnTo>
                  <a:lnTo>
                    <a:pt x="65260" y="36222"/>
                  </a:lnTo>
                  <a:lnTo>
                    <a:pt x="64062" y="36971"/>
                  </a:lnTo>
                  <a:lnTo>
                    <a:pt x="63314" y="37569"/>
                  </a:lnTo>
                  <a:lnTo>
                    <a:pt x="62566" y="38168"/>
                  </a:lnTo>
                  <a:lnTo>
                    <a:pt x="62566" y="38318"/>
                  </a:lnTo>
                  <a:lnTo>
                    <a:pt x="62715" y="38318"/>
                  </a:lnTo>
                  <a:lnTo>
                    <a:pt x="63464" y="37869"/>
                  </a:lnTo>
                  <a:lnTo>
                    <a:pt x="64212" y="37270"/>
                  </a:lnTo>
                  <a:lnTo>
                    <a:pt x="65409" y="36372"/>
                  </a:lnTo>
                  <a:lnTo>
                    <a:pt x="65559" y="37270"/>
                  </a:lnTo>
                  <a:lnTo>
                    <a:pt x="64661" y="38018"/>
                  </a:lnTo>
                  <a:lnTo>
                    <a:pt x="63913" y="38467"/>
                  </a:lnTo>
                  <a:lnTo>
                    <a:pt x="63464" y="39066"/>
                  </a:lnTo>
                  <a:lnTo>
                    <a:pt x="63464" y="39216"/>
                  </a:lnTo>
                  <a:lnTo>
                    <a:pt x="63613" y="39216"/>
                  </a:lnTo>
                  <a:lnTo>
                    <a:pt x="64960" y="38168"/>
                  </a:lnTo>
                  <a:lnTo>
                    <a:pt x="65709" y="37569"/>
                  </a:lnTo>
                  <a:lnTo>
                    <a:pt x="66158" y="38767"/>
                  </a:lnTo>
                  <a:lnTo>
                    <a:pt x="65260" y="39365"/>
                  </a:lnTo>
                  <a:lnTo>
                    <a:pt x="64511" y="39815"/>
                  </a:lnTo>
                  <a:lnTo>
                    <a:pt x="63913" y="40413"/>
                  </a:lnTo>
                  <a:lnTo>
                    <a:pt x="63913" y="40563"/>
                  </a:lnTo>
                  <a:lnTo>
                    <a:pt x="64661" y="40114"/>
                  </a:lnTo>
                  <a:lnTo>
                    <a:pt x="65409" y="39515"/>
                  </a:lnTo>
                  <a:lnTo>
                    <a:pt x="66158" y="39066"/>
                  </a:lnTo>
                  <a:lnTo>
                    <a:pt x="66457" y="39964"/>
                  </a:lnTo>
                  <a:lnTo>
                    <a:pt x="65709" y="40264"/>
                  </a:lnTo>
                  <a:lnTo>
                    <a:pt x="65110" y="40862"/>
                  </a:lnTo>
                  <a:lnTo>
                    <a:pt x="64511" y="41461"/>
                  </a:lnTo>
                  <a:lnTo>
                    <a:pt x="64511" y="41461"/>
                  </a:lnTo>
                  <a:lnTo>
                    <a:pt x="66308" y="40264"/>
                  </a:lnTo>
                  <a:lnTo>
                    <a:pt x="66607" y="40114"/>
                  </a:lnTo>
                  <a:lnTo>
                    <a:pt x="66757" y="40862"/>
                  </a:lnTo>
                  <a:lnTo>
                    <a:pt x="66457" y="41162"/>
                  </a:lnTo>
                  <a:lnTo>
                    <a:pt x="65858" y="41611"/>
                  </a:lnTo>
                  <a:lnTo>
                    <a:pt x="65110" y="42209"/>
                  </a:lnTo>
                  <a:lnTo>
                    <a:pt x="65110" y="42359"/>
                  </a:lnTo>
                  <a:lnTo>
                    <a:pt x="65260" y="42359"/>
                  </a:lnTo>
                  <a:lnTo>
                    <a:pt x="66457" y="41461"/>
                  </a:lnTo>
                  <a:lnTo>
                    <a:pt x="66906" y="41162"/>
                  </a:lnTo>
                  <a:lnTo>
                    <a:pt x="67206" y="41910"/>
                  </a:lnTo>
                  <a:lnTo>
                    <a:pt x="66607" y="42359"/>
                  </a:lnTo>
                  <a:lnTo>
                    <a:pt x="65709" y="43107"/>
                  </a:lnTo>
                  <a:lnTo>
                    <a:pt x="65858" y="43107"/>
                  </a:lnTo>
                  <a:lnTo>
                    <a:pt x="66308" y="42808"/>
                  </a:lnTo>
                  <a:lnTo>
                    <a:pt x="66757" y="42509"/>
                  </a:lnTo>
                  <a:lnTo>
                    <a:pt x="67206" y="42209"/>
                  </a:lnTo>
                  <a:lnTo>
                    <a:pt x="67505" y="42958"/>
                  </a:lnTo>
                  <a:lnTo>
                    <a:pt x="67206" y="43257"/>
                  </a:lnTo>
                  <a:lnTo>
                    <a:pt x="66757" y="43556"/>
                  </a:lnTo>
                  <a:lnTo>
                    <a:pt x="66308" y="44006"/>
                  </a:lnTo>
                  <a:lnTo>
                    <a:pt x="66457" y="44006"/>
                  </a:lnTo>
                  <a:lnTo>
                    <a:pt x="67505" y="43257"/>
                  </a:lnTo>
                  <a:lnTo>
                    <a:pt x="67804" y="43856"/>
                  </a:lnTo>
                  <a:lnTo>
                    <a:pt x="66906" y="44754"/>
                  </a:lnTo>
                  <a:lnTo>
                    <a:pt x="66906" y="44904"/>
                  </a:lnTo>
                  <a:lnTo>
                    <a:pt x="67505" y="44455"/>
                  </a:lnTo>
                  <a:lnTo>
                    <a:pt x="67954" y="44155"/>
                  </a:lnTo>
                  <a:lnTo>
                    <a:pt x="67954" y="44305"/>
                  </a:lnTo>
                  <a:lnTo>
                    <a:pt x="68104" y="44754"/>
                  </a:lnTo>
                  <a:lnTo>
                    <a:pt x="67954" y="45053"/>
                  </a:lnTo>
                  <a:lnTo>
                    <a:pt x="67505" y="45353"/>
                  </a:lnTo>
                  <a:lnTo>
                    <a:pt x="67355" y="45652"/>
                  </a:lnTo>
                  <a:lnTo>
                    <a:pt x="67355" y="45802"/>
                  </a:lnTo>
                  <a:lnTo>
                    <a:pt x="67804" y="45502"/>
                  </a:lnTo>
                  <a:lnTo>
                    <a:pt x="68104" y="45203"/>
                  </a:lnTo>
                  <a:lnTo>
                    <a:pt x="68253" y="45053"/>
                  </a:lnTo>
                  <a:lnTo>
                    <a:pt x="68253" y="45203"/>
                  </a:lnTo>
                  <a:lnTo>
                    <a:pt x="68403" y="45802"/>
                  </a:lnTo>
                  <a:lnTo>
                    <a:pt x="67954" y="46400"/>
                  </a:lnTo>
                  <a:lnTo>
                    <a:pt x="68553" y="46101"/>
                  </a:lnTo>
                  <a:lnTo>
                    <a:pt x="68702" y="46849"/>
                  </a:lnTo>
                  <a:lnTo>
                    <a:pt x="68403" y="47298"/>
                  </a:lnTo>
                  <a:lnTo>
                    <a:pt x="66906" y="46101"/>
                  </a:lnTo>
                  <a:lnTo>
                    <a:pt x="66158" y="45353"/>
                  </a:lnTo>
                  <a:lnTo>
                    <a:pt x="57776" y="38018"/>
                  </a:lnTo>
                  <a:lnTo>
                    <a:pt x="61069" y="35773"/>
                  </a:lnTo>
                  <a:lnTo>
                    <a:pt x="64511" y="33678"/>
                  </a:lnTo>
                  <a:close/>
                  <a:moveTo>
                    <a:pt x="145038" y="33678"/>
                  </a:moveTo>
                  <a:lnTo>
                    <a:pt x="148331" y="35773"/>
                  </a:lnTo>
                  <a:lnTo>
                    <a:pt x="151624" y="38018"/>
                  </a:lnTo>
                  <a:lnTo>
                    <a:pt x="143242" y="45353"/>
                  </a:lnTo>
                  <a:lnTo>
                    <a:pt x="142494" y="46101"/>
                  </a:lnTo>
                  <a:lnTo>
                    <a:pt x="141147" y="47298"/>
                  </a:lnTo>
                  <a:lnTo>
                    <a:pt x="140698" y="46849"/>
                  </a:lnTo>
                  <a:lnTo>
                    <a:pt x="140997" y="46101"/>
                  </a:lnTo>
                  <a:lnTo>
                    <a:pt x="141446" y="46400"/>
                  </a:lnTo>
                  <a:lnTo>
                    <a:pt x="140997" y="45802"/>
                  </a:lnTo>
                  <a:lnTo>
                    <a:pt x="141147" y="45203"/>
                  </a:lnTo>
                  <a:lnTo>
                    <a:pt x="141296" y="45053"/>
                  </a:lnTo>
                  <a:lnTo>
                    <a:pt x="141296" y="45203"/>
                  </a:lnTo>
                  <a:lnTo>
                    <a:pt x="141895" y="45652"/>
                  </a:lnTo>
                  <a:lnTo>
                    <a:pt x="142045" y="45802"/>
                  </a:lnTo>
                  <a:lnTo>
                    <a:pt x="142194" y="45652"/>
                  </a:lnTo>
                  <a:lnTo>
                    <a:pt x="141895" y="45353"/>
                  </a:lnTo>
                  <a:lnTo>
                    <a:pt x="141446" y="45053"/>
                  </a:lnTo>
                  <a:lnTo>
                    <a:pt x="141296" y="44754"/>
                  </a:lnTo>
                  <a:lnTo>
                    <a:pt x="141596" y="44305"/>
                  </a:lnTo>
                  <a:lnTo>
                    <a:pt x="141596" y="44155"/>
                  </a:lnTo>
                  <a:lnTo>
                    <a:pt x="142194" y="44754"/>
                  </a:lnTo>
                  <a:lnTo>
                    <a:pt x="142494" y="44904"/>
                  </a:lnTo>
                  <a:lnTo>
                    <a:pt x="142643" y="44754"/>
                  </a:lnTo>
                  <a:lnTo>
                    <a:pt x="141596" y="43856"/>
                  </a:lnTo>
                  <a:lnTo>
                    <a:pt x="141895" y="43257"/>
                  </a:lnTo>
                  <a:lnTo>
                    <a:pt x="142045" y="43257"/>
                  </a:lnTo>
                  <a:lnTo>
                    <a:pt x="143093" y="44006"/>
                  </a:lnTo>
                  <a:lnTo>
                    <a:pt x="143093" y="44006"/>
                  </a:lnTo>
                  <a:lnTo>
                    <a:pt x="142643" y="43556"/>
                  </a:lnTo>
                  <a:lnTo>
                    <a:pt x="142344" y="43257"/>
                  </a:lnTo>
                  <a:lnTo>
                    <a:pt x="141895" y="42958"/>
                  </a:lnTo>
                  <a:lnTo>
                    <a:pt x="142194" y="42209"/>
                  </a:lnTo>
                  <a:lnTo>
                    <a:pt x="142643" y="42509"/>
                  </a:lnTo>
                  <a:lnTo>
                    <a:pt x="143093" y="42808"/>
                  </a:lnTo>
                  <a:lnTo>
                    <a:pt x="143691" y="43107"/>
                  </a:lnTo>
                  <a:lnTo>
                    <a:pt x="142793" y="42359"/>
                  </a:lnTo>
                  <a:lnTo>
                    <a:pt x="142344" y="41910"/>
                  </a:lnTo>
                  <a:lnTo>
                    <a:pt x="142494" y="41162"/>
                  </a:lnTo>
                  <a:lnTo>
                    <a:pt x="143093" y="41461"/>
                  </a:lnTo>
                  <a:lnTo>
                    <a:pt x="144140" y="42359"/>
                  </a:lnTo>
                  <a:lnTo>
                    <a:pt x="144290" y="42359"/>
                  </a:lnTo>
                  <a:lnTo>
                    <a:pt x="144290" y="42209"/>
                  </a:lnTo>
                  <a:lnTo>
                    <a:pt x="143691" y="41611"/>
                  </a:lnTo>
                  <a:lnTo>
                    <a:pt x="142943" y="41162"/>
                  </a:lnTo>
                  <a:lnTo>
                    <a:pt x="142643" y="40862"/>
                  </a:lnTo>
                  <a:lnTo>
                    <a:pt x="142943" y="40114"/>
                  </a:lnTo>
                  <a:lnTo>
                    <a:pt x="143093" y="40264"/>
                  </a:lnTo>
                  <a:lnTo>
                    <a:pt x="144889" y="41461"/>
                  </a:lnTo>
                  <a:lnTo>
                    <a:pt x="144290" y="40862"/>
                  </a:lnTo>
                  <a:lnTo>
                    <a:pt x="143691" y="40264"/>
                  </a:lnTo>
                  <a:lnTo>
                    <a:pt x="142943" y="39964"/>
                  </a:lnTo>
                  <a:lnTo>
                    <a:pt x="143242" y="39066"/>
                  </a:lnTo>
                  <a:lnTo>
                    <a:pt x="143991" y="39515"/>
                  </a:lnTo>
                  <a:lnTo>
                    <a:pt x="144739" y="40114"/>
                  </a:lnTo>
                  <a:lnTo>
                    <a:pt x="145487" y="40563"/>
                  </a:lnTo>
                  <a:lnTo>
                    <a:pt x="145487" y="40413"/>
                  </a:lnTo>
                  <a:lnTo>
                    <a:pt x="144889" y="39815"/>
                  </a:lnTo>
                  <a:lnTo>
                    <a:pt x="144290" y="39365"/>
                  </a:lnTo>
                  <a:lnTo>
                    <a:pt x="143392" y="38767"/>
                  </a:lnTo>
                  <a:lnTo>
                    <a:pt x="143691" y="37569"/>
                  </a:lnTo>
                  <a:lnTo>
                    <a:pt x="144589" y="38168"/>
                  </a:lnTo>
                  <a:lnTo>
                    <a:pt x="145936" y="39216"/>
                  </a:lnTo>
                  <a:lnTo>
                    <a:pt x="145936" y="39066"/>
                  </a:lnTo>
                  <a:lnTo>
                    <a:pt x="145487" y="38467"/>
                  </a:lnTo>
                  <a:lnTo>
                    <a:pt x="144889" y="38018"/>
                  </a:lnTo>
                  <a:lnTo>
                    <a:pt x="143841" y="37270"/>
                  </a:lnTo>
                  <a:lnTo>
                    <a:pt x="144140" y="36372"/>
                  </a:lnTo>
                  <a:lnTo>
                    <a:pt x="145188" y="37270"/>
                  </a:lnTo>
                  <a:lnTo>
                    <a:pt x="145936" y="37869"/>
                  </a:lnTo>
                  <a:lnTo>
                    <a:pt x="146834" y="38318"/>
                  </a:lnTo>
                  <a:lnTo>
                    <a:pt x="146834" y="38168"/>
                  </a:lnTo>
                  <a:lnTo>
                    <a:pt x="146086" y="37569"/>
                  </a:lnTo>
                  <a:lnTo>
                    <a:pt x="145338" y="36971"/>
                  </a:lnTo>
                  <a:lnTo>
                    <a:pt x="144140" y="36222"/>
                  </a:lnTo>
                  <a:lnTo>
                    <a:pt x="144440" y="35324"/>
                  </a:lnTo>
                  <a:lnTo>
                    <a:pt x="145487" y="36073"/>
                  </a:lnTo>
                  <a:lnTo>
                    <a:pt x="147134" y="37120"/>
                  </a:lnTo>
                  <a:lnTo>
                    <a:pt x="147283" y="37120"/>
                  </a:lnTo>
                  <a:lnTo>
                    <a:pt x="147283" y="36971"/>
                  </a:lnTo>
                  <a:lnTo>
                    <a:pt x="146535" y="36372"/>
                  </a:lnTo>
                  <a:lnTo>
                    <a:pt x="145936" y="35923"/>
                  </a:lnTo>
                  <a:lnTo>
                    <a:pt x="144589" y="35025"/>
                  </a:lnTo>
                  <a:lnTo>
                    <a:pt x="144889" y="34127"/>
                  </a:lnTo>
                  <a:lnTo>
                    <a:pt x="145787" y="34725"/>
                  </a:lnTo>
                  <a:lnTo>
                    <a:pt x="147882" y="35923"/>
                  </a:lnTo>
                  <a:lnTo>
                    <a:pt x="147134" y="35174"/>
                  </a:lnTo>
                  <a:lnTo>
                    <a:pt x="146236" y="34576"/>
                  </a:lnTo>
                  <a:lnTo>
                    <a:pt x="145038" y="33827"/>
                  </a:lnTo>
                  <a:lnTo>
                    <a:pt x="145038" y="33678"/>
                  </a:lnTo>
                  <a:close/>
                  <a:moveTo>
                    <a:pt x="140548" y="46999"/>
                  </a:moveTo>
                  <a:lnTo>
                    <a:pt x="140997" y="47448"/>
                  </a:lnTo>
                  <a:lnTo>
                    <a:pt x="140249" y="48047"/>
                  </a:lnTo>
                  <a:lnTo>
                    <a:pt x="140249" y="48047"/>
                  </a:lnTo>
                  <a:lnTo>
                    <a:pt x="140548" y="46999"/>
                  </a:lnTo>
                  <a:close/>
                  <a:moveTo>
                    <a:pt x="68852" y="46999"/>
                  </a:moveTo>
                  <a:lnTo>
                    <a:pt x="69151" y="48047"/>
                  </a:lnTo>
                  <a:lnTo>
                    <a:pt x="69151" y="48047"/>
                  </a:lnTo>
                  <a:lnTo>
                    <a:pt x="68403" y="47448"/>
                  </a:lnTo>
                  <a:lnTo>
                    <a:pt x="68852" y="46999"/>
                  </a:lnTo>
                  <a:close/>
                  <a:moveTo>
                    <a:pt x="96094" y="53286"/>
                  </a:moveTo>
                  <a:lnTo>
                    <a:pt x="95046" y="60620"/>
                  </a:lnTo>
                  <a:lnTo>
                    <a:pt x="94896" y="60620"/>
                  </a:lnTo>
                  <a:lnTo>
                    <a:pt x="93100" y="53884"/>
                  </a:lnTo>
                  <a:lnTo>
                    <a:pt x="96094" y="53286"/>
                  </a:lnTo>
                  <a:close/>
                  <a:moveTo>
                    <a:pt x="113007" y="53286"/>
                  </a:moveTo>
                  <a:lnTo>
                    <a:pt x="116150" y="53884"/>
                  </a:lnTo>
                  <a:lnTo>
                    <a:pt x="114803" y="60620"/>
                  </a:lnTo>
                  <a:lnTo>
                    <a:pt x="114055" y="60470"/>
                  </a:lnTo>
                  <a:lnTo>
                    <a:pt x="113007" y="53286"/>
                  </a:lnTo>
                  <a:close/>
                  <a:moveTo>
                    <a:pt x="110313" y="35174"/>
                  </a:moveTo>
                  <a:lnTo>
                    <a:pt x="114654" y="35624"/>
                  </a:lnTo>
                  <a:lnTo>
                    <a:pt x="118994" y="36372"/>
                  </a:lnTo>
                  <a:lnTo>
                    <a:pt x="118994" y="43257"/>
                  </a:lnTo>
                  <a:lnTo>
                    <a:pt x="122437" y="37270"/>
                  </a:lnTo>
                  <a:lnTo>
                    <a:pt x="127077" y="38617"/>
                  </a:lnTo>
                  <a:lnTo>
                    <a:pt x="131717" y="40413"/>
                  </a:lnTo>
                  <a:lnTo>
                    <a:pt x="136058" y="42359"/>
                  </a:lnTo>
                  <a:lnTo>
                    <a:pt x="140398" y="44754"/>
                  </a:lnTo>
                  <a:lnTo>
                    <a:pt x="138153" y="51190"/>
                  </a:lnTo>
                  <a:lnTo>
                    <a:pt x="138153" y="51190"/>
                  </a:lnTo>
                  <a:lnTo>
                    <a:pt x="143392" y="46700"/>
                  </a:lnTo>
                  <a:lnTo>
                    <a:pt x="145637" y="48197"/>
                  </a:lnTo>
                  <a:lnTo>
                    <a:pt x="147733" y="49843"/>
                  </a:lnTo>
                  <a:lnTo>
                    <a:pt x="149828" y="51489"/>
                  </a:lnTo>
                  <a:lnTo>
                    <a:pt x="151774" y="53286"/>
                  </a:lnTo>
                  <a:lnTo>
                    <a:pt x="138902" y="63164"/>
                  </a:lnTo>
                  <a:lnTo>
                    <a:pt x="136207" y="61069"/>
                  </a:lnTo>
                  <a:lnTo>
                    <a:pt x="133513" y="59273"/>
                  </a:lnTo>
                  <a:lnTo>
                    <a:pt x="135609" y="55980"/>
                  </a:lnTo>
                  <a:lnTo>
                    <a:pt x="136357" y="55980"/>
                  </a:lnTo>
                  <a:lnTo>
                    <a:pt x="137105" y="55830"/>
                  </a:lnTo>
                  <a:lnTo>
                    <a:pt x="137704" y="55231"/>
                  </a:lnTo>
                  <a:lnTo>
                    <a:pt x="138153" y="54483"/>
                  </a:lnTo>
                  <a:lnTo>
                    <a:pt x="138303" y="54034"/>
                  </a:lnTo>
                  <a:lnTo>
                    <a:pt x="138303" y="53735"/>
                  </a:lnTo>
                  <a:lnTo>
                    <a:pt x="138003" y="52837"/>
                  </a:lnTo>
                  <a:lnTo>
                    <a:pt x="137554" y="52238"/>
                  </a:lnTo>
                  <a:lnTo>
                    <a:pt x="137255" y="51938"/>
                  </a:lnTo>
                  <a:lnTo>
                    <a:pt x="136806" y="51789"/>
                  </a:lnTo>
                  <a:lnTo>
                    <a:pt x="136357" y="51639"/>
                  </a:lnTo>
                  <a:lnTo>
                    <a:pt x="135908" y="51639"/>
                  </a:lnTo>
                  <a:lnTo>
                    <a:pt x="135160" y="51789"/>
                  </a:lnTo>
                  <a:lnTo>
                    <a:pt x="134411" y="52388"/>
                  </a:lnTo>
                  <a:lnTo>
                    <a:pt x="134261" y="52687"/>
                  </a:lnTo>
                  <a:lnTo>
                    <a:pt x="133962" y="53136"/>
                  </a:lnTo>
                  <a:lnTo>
                    <a:pt x="133962" y="53735"/>
                  </a:lnTo>
                  <a:lnTo>
                    <a:pt x="133962" y="54483"/>
                  </a:lnTo>
                  <a:lnTo>
                    <a:pt x="134261" y="55082"/>
                  </a:lnTo>
                  <a:lnTo>
                    <a:pt x="134711" y="55531"/>
                  </a:lnTo>
                  <a:lnTo>
                    <a:pt x="132765" y="58824"/>
                  </a:lnTo>
                  <a:lnTo>
                    <a:pt x="129172" y="56728"/>
                  </a:lnTo>
                  <a:lnTo>
                    <a:pt x="125430" y="54932"/>
                  </a:lnTo>
                  <a:lnTo>
                    <a:pt x="121539" y="53585"/>
                  </a:lnTo>
                  <a:lnTo>
                    <a:pt x="117348" y="52388"/>
                  </a:lnTo>
                  <a:lnTo>
                    <a:pt x="118246" y="48346"/>
                  </a:lnTo>
                  <a:lnTo>
                    <a:pt x="118994" y="48047"/>
                  </a:lnTo>
                  <a:lnTo>
                    <a:pt x="119743" y="47598"/>
                  </a:lnTo>
                  <a:lnTo>
                    <a:pt x="120192" y="46999"/>
                  </a:lnTo>
                  <a:lnTo>
                    <a:pt x="120341" y="46101"/>
                  </a:lnTo>
                  <a:lnTo>
                    <a:pt x="120341" y="45652"/>
                  </a:lnTo>
                  <a:lnTo>
                    <a:pt x="120192" y="45203"/>
                  </a:lnTo>
                  <a:lnTo>
                    <a:pt x="119743" y="44604"/>
                  </a:lnTo>
                  <a:lnTo>
                    <a:pt x="118994" y="44155"/>
                  </a:lnTo>
                  <a:lnTo>
                    <a:pt x="118545" y="44006"/>
                  </a:lnTo>
                  <a:lnTo>
                    <a:pt x="118096" y="43856"/>
                  </a:lnTo>
                  <a:lnTo>
                    <a:pt x="117647" y="44006"/>
                  </a:lnTo>
                  <a:lnTo>
                    <a:pt x="117198" y="44155"/>
                  </a:lnTo>
                  <a:lnTo>
                    <a:pt x="116599" y="44604"/>
                  </a:lnTo>
                  <a:lnTo>
                    <a:pt x="116150" y="45203"/>
                  </a:lnTo>
                  <a:lnTo>
                    <a:pt x="116001" y="45652"/>
                  </a:lnTo>
                  <a:lnTo>
                    <a:pt x="115851" y="46101"/>
                  </a:lnTo>
                  <a:lnTo>
                    <a:pt x="116001" y="46849"/>
                  </a:lnTo>
                  <a:lnTo>
                    <a:pt x="116300" y="47298"/>
                  </a:lnTo>
                  <a:lnTo>
                    <a:pt x="116749" y="47897"/>
                  </a:lnTo>
                  <a:lnTo>
                    <a:pt x="117348" y="48197"/>
                  </a:lnTo>
                  <a:lnTo>
                    <a:pt x="116450" y="52238"/>
                  </a:lnTo>
                  <a:lnTo>
                    <a:pt x="112708" y="51489"/>
                  </a:lnTo>
                  <a:lnTo>
                    <a:pt x="110313" y="35174"/>
                  </a:lnTo>
                  <a:close/>
                  <a:moveTo>
                    <a:pt x="98488" y="35174"/>
                  </a:moveTo>
                  <a:lnTo>
                    <a:pt x="96243" y="51489"/>
                  </a:lnTo>
                  <a:lnTo>
                    <a:pt x="92651" y="52238"/>
                  </a:lnTo>
                  <a:lnTo>
                    <a:pt x="91453" y="48346"/>
                  </a:lnTo>
                  <a:lnTo>
                    <a:pt x="92052" y="47747"/>
                  </a:lnTo>
                  <a:lnTo>
                    <a:pt x="92501" y="46999"/>
                  </a:lnTo>
                  <a:lnTo>
                    <a:pt x="92501" y="46251"/>
                  </a:lnTo>
                  <a:lnTo>
                    <a:pt x="92352" y="45353"/>
                  </a:lnTo>
                  <a:lnTo>
                    <a:pt x="92052" y="45053"/>
                  </a:lnTo>
                  <a:lnTo>
                    <a:pt x="91753" y="44754"/>
                  </a:lnTo>
                  <a:lnTo>
                    <a:pt x="91004" y="44305"/>
                  </a:lnTo>
                  <a:lnTo>
                    <a:pt x="90256" y="44155"/>
                  </a:lnTo>
                  <a:lnTo>
                    <a:pt x="89807" y="44305"/>
                  </a:lnTo>
                  <a:lnTo>
                    <a:pt x="89358" y="44455"/>
                  </a:lnTo>
                  <a:lnTo>
                    <a:pt x="88909" y="44604"/>
                  </a:lnTo>
                  <a:lnTo>
                    <a:pt x="88610" y="44904"/>
                  </a:lnTo>
                  <a:lnTo>
                    <a:pt x="88310" y="45652"/>
                  </a:lnTo>
                  <a:lnTo>
                    <a:pt x="88161" y="46550"/>
                  </a:lnTo>
                  <a:lnTo>
                    <a:pt x="88161" y="46999"/>
                  </a:lnTo>
                  <a:lnTo>
                    <a:pt x="88310" y="47448"/>
                  </a:lnTo>
                  <a:lnTo>
                    <a:pt x="88759" y="47897"/>
                  </a:lnTo>
                  <a:lnTo>
                    <a:pt x="89208" y="48346"/>
                  </a:lnTo>
                  <a:lnTo>
                    <a:pt x="89807" y="48496"/>
                  </a:lnTo>
                  <a:lnTo>
                    <a:pt x="90555" y="48646"/>
                  </a:lnTo>
                  <a:lnTo>
                    <a:pt x="91603" y="52537"/>
                  </a:lnTo>
                  <a:lnTo>
                    <a:pt x="87412" y="53735"/>
                  </a:lnTo>
                  <a:lnTo>
                    <a:pt x="83521" y="55231"/>
                  </a:lnTo>
                  <a:lnTo>
                    <a:pt x="79629" y="57028"/>
                  </a:lnTo>
                  <a:lnTo>
                    <a:pt x="75887" y="59273"/>
                  </a:lnTo>
                  <a:lnTo>
                    <a:pt x="73941" y="55680"/>
                  </a:lnTo>
                  <a:lnTo>
                    <a:pt x="74390" y="54932"/>
                  </a:lnTo>
                  <a:lnTo>
                    <a:pt x="74540" y="54034"/>
                  </a:lnTo>
                  <a:lnTo>
                    <a:pt x="74240" y="53286"/>
                  </a:lnTo>
                  <a:lnTo>
                    <a:pt x="73791" y="52537"/>
                  </a:lnTo>
                  <a:lnTo>
                    <a:pt x="73492" y="52238"/>
                  </a:lnTo>
                  <a:lnTo>
                    <a:pt x="73043" y="52088"/>
                  </a:lnTo>
                  <a:lnTo>
                    <a:pt x="72295" y="51938"/>
                  </a:lnTo>
                  <a:lnTo>
                    <a:pt x="71397" y="52088"/>
                  </a:lnTo>
                  <a:lnTo>
                    <a:pt x="71097" y="52388"/>
                  </a:lnTo>
                  <a:lnTo>
                    <a:pt x="70648" y="52687"/>
                  </a:lnTo>
                  <a:lnTo>
                    <a:pt x="70499" y="52986"/>
                  </a:lnTo>
                  <a:lnTo>
                    <a:pt x="70199" y="53286"/>
                  </a:lnTo>
                  <a:lnTo>
                    <a:pt x="70049" y="54184"/>
                  </a:lnTo>
                  <a:lnTo>
                    <a:pt x="70199" y="55082"/>
                  </a:lnTo>
                  <a:lnTo>
                    <a:pt x="70499" y="55381"/>
                  </a:lnTo>
                  <a:lnTo>
                    <a:pt x="70798" y="55680"/>
                  </a:lnTo>
                  <a:lnTo>
                    <a:pt x="71247" y="56129"/>
                  </a:lnTo>
                  <a:lnTo>
                    <a:pt x="71846" y="56279"/>
                  </a:lnTo>
                  <a:lnTo>
                    <a:pt x="72444" y="56429"/>
                  </a:lnTo>
                  <a:lnTo>
                    <a:pt x="73043" y="56279"/>
                  </a:lnTo>
                  <a:lnTo>
                    <a:pt x="75139" y="59722"/>
                  </a:lnTo>
                  <a:lnTo>
                    <a:pt x="72444" y="61668"/>
                  </a:lnTo>
                  <a:lnTo>
                    <a:pt x="69750" y="63763"/>
                  </a:lnTo>
                  <a:lnTo>
                    <a:pt x="56728" y="54184"/>
                  </a:lnTo>
                  <a:lnTo>
                    <a:pt x="58824" y="52088"/>
                  </a:lnTo>
                  <a:lnTo>
                    <a:pt x="61218" y="50142"/>
                  </a:lnTo>
                  <a:lnTo>
                    <a:pt x="63613" y="48346"/>
                  </a:lnTo>
                  <a:lnTo>
                    <a:pt x="66008" y="46550"/>
                  </a:lnTo>
                  <a:lnTo>
                    <a:pt x="71247" y="51190"/>
                  </a:lnTo>
                  <a:lnTo>
                    <a:pt x="71247" y="51190"/>
                  </a:lnTo>
                  <a:lnTo>
                    <a:pt x="69151" y="44754"/>
                  </a:lnTo>
                  <a:lnTo>
                    <a:pt x="73342" y="42359"/>
                  </a:lnTo>
                  <a:lnTo>
                    <a:pt x="77683" y="40264"/>
                  </a:lnTo>
                  <a:lnTo>
                    <a:pt x="82323" y="38617"/>
                  </a:lnTo>
                  <a:lnTo>
                    <a:pt x="86963" y="37120"/>
                  </a:lnTo>
                  <a:lnTo>
                    <a:pt x="90406" y="43257"/>
                  </a:lnTo>
                  <a:lnTo>
                    <a:pt x="90555" y="36372"/>
                  </a:lnTo>
                  <a:lnTo>
                    <a:pt x="94447" y="35624"/>
                  </a:lnTo>
                  <a:lnTo>
                    <a:pt x="98488" y="35174"/>
                  </a:lnTo>
                  <a:close/>
                  <a:moveTo>
                    <a:pt x="56878" y="38467"/>
                  </a:moveTo>
                  <a:lnTo>
                    <a:pt x="65260" y="45951"/>
                  </a:lnTo>
                  <a:lnTo>
                    <a:pt x="62865" y="47747"/>
                  </a:lnTo>
                  <a:lnTo>
                    <a:pt x="60470" y="49544"/>
                  </a:lnTo>
                  <a:lnTo>
                    <a:pt x="58075" y="51489"/>
                  </a:lnTo>
                  <a:lnTo>
                    <a:pt x="55830" y="53585"/>
                  </a:lnTo>
                  <a:lnTo>
                    <a:pt x="48196" y="47897"/>
                  </a:lnTo>
                  <a:lnTo>
                    <a:pt x="47298" y="48646"/>
                  </a:lnTo>
                  <a:lnTo>
                    <a:pt x="53136" y="56279"/>
                  </a:lnTo>
                  <a:lnTo>
                    <a:pt x="51040" y="58524"/>
                  </a:lnTo>
                  <a:lnTo>
                    <a:pt x="49244" y="60770"/>
                  </a:lnTo>
                  <a:lnTo>
                    <a:pt x="47448" y="63164"/>
                  </a:lnTo>
                  <a:lnTo>
                    <a:pt x="45802" y="65559"/>
                  </a:lnTo>
                  <a:lnTo>
                    <a:pt x="38018" y="57477"/>
                  </a:lnTo>
                  <a:lnTo>
                    <a:pt x="40114" y="54782"/>
                  </a:lnTo>
                  <a:lnTo>
                    <a:pt x="42209" y="52238"/>
                  </a:lnTo>
                  <a:lnTo>
                    <a:pt x="44454" y="49693"/>
                  </a:lnTo>
                  <a:lnTo>
                    <a:pt x="46700" y="47298"/>
                  </a:lnTo>
                  <a:lnTo>
                    <a:pt x="49094" y="44904"/>
                  </a:lnTo>
                  <a:lnTo>
                    <a:pt x="51639" y="42658"/>
                  </a:lnTo>
                  <a:lnTo>
                    <a:pt x="54184" y="40563"/>
                  </a:lnTo>
                  <a:lnTo>
                    <a:pt x="56878" y="38467"/>
                  </a:lnTo>
                  <a:close/>
                  <a:moveTo>
                    <a:pt x="152522" y="38617"/>
                  </a:moveTo>
                  <a:lnTo>
                    <a:pt x="155216" y="40563"/>
                  </a:lnTo>
                  <a:lnTo>
                    <a:pt x="157761" y="42658"/>
                  </a:lnTo>
                  <a:lnTo>
                    <a:pt x="160306" y="44904"/>
                  </a:lnTo>
                  <a:lnTo>
                    <a:pt x="162700" y="47298"/>
                  </a:lnTo>
                  <a:lnTo>
                    <a:pt x="164946" y="49693"/>
                  </a:lnTo>
                  <a:lnTo>
                    <a:pt x="167191" y="52238"/>
                  </a:lnTo>
                  <a:lnTo>
                    <a:pt x="169286" y="54932"/>
                  </a:lnTo>
                  <a:lnTo>
                    <a:pt x="171382" y="57626"/>
                  </a:lnTo>
                  <a:lnTo>
                    <a:pt x="163748" y="65559"/>
                  </a:lnTo>
                  <a:lnTo>
                    <a:pt x="161802" y="62865"/>
                  </a:lnTo>
                  <a:lnTo>
                    <a:pt x="159707" y="60320"/>
                  </a:lnTo>
                  <a:lnTo>
                    <a:pt x="157611" y="57776"/>
                  </a:lnTo>
                  <a:lnTo>
                    <a:pt x="155366" y="55381"/>
                  </a:lnTo>
                  <a:lnTo>
                    <a:pt x="161054" y="47897"/>
                  </a:lnTo>
                  <a:lnTo>
                    <a:pt x="160156" y="46999"/>
                  </a:lnTo>
                  <a:lnTo>
                    <a:pt x="152672" y="52687"/>
                  </a:lnTo>
                  <a:lnTo>
                    <a:pt x="150576" y="50891"/>
                  </a:lnTo>
                  <a:lnTo>
                    <a:pt x="148481" y="49095"/>
                  </a:lnTo>
                  <a:lnTo>
                    <a:pt x="146385" y="47448"/>
                  </a:lnTo>
                  <a:lnTo>
                    <a:pt x="144140" y="45951"/>
                  </a:lnTo>
                  <a:lnTo>
                    <a:pt x="152522" y="38617"/>
                  </a:lnTo>
                  <a:close/>
                  <a:moveTo>
                    <a:pt x="117048" y="54184"/>
                  </a:moveTo>
                  <a:lnTo>
                    <a:pt x="120940" y="55231"/>
                  </a:lnTo>
                  <a:lnTo>
                    <a:pt x="124682" y="56579"/>
                  </a:lnTo>
                  <a:lnTo>
                    <a:pt x="128424" y="58375"/>
                  </a:lnTo>
                  <a:lnTo>
                    <a:pt x="131867" y="60320"/>
                  </a:lnTo>
                  <a:lnTo>
                    <a:pt x="128274" y="66158"/>
                  </a:lnTo>
                  <a:lnTo>
                    <a:pt x="125281" y="64511"/>
                  </a:lnTo>
                  <a:lnTo>
                    <a:pt x="122287" y="63015"/>
                  </a:lnTo>
                  <a:lnTo>
                    <a:pt x="118994" y="61817"/>
                  </a:lnTo>
                  <a:lnTo>
                    <a:pt x="115701" y="60919"/>
                  </a:lnTo>
                  <a:lnTo>
                    <a:pt x="117048" y="54184"/>
                  </a:lnTo>
                  <a:close/>
                  <a:moveTo>
                    <a:pt x="92052" y="54184"/>
                  </a:moveTo>
                  <a:lnTo>
                    <a:pt x="93998" y="60770"/>
                  </a:lnTo>
                  <a:lnTo>
                    <a:pt x="90406" y="61817"/>
                  </a:lnTo>
                  <a:lnTo>
                    <a:pt x="86813" y="63164"/>
                  </a:lnTo>
                  <a:lnTo>
                    <a:pt x="83521" y="64811"/>
                  </a:lnTo>
                  <a:lnTo>
                    <a:pt x="80228" y="66757"/>
                  </a:lnTo>
                  <a:lnTo>
                    <a:pt x="76785" y="60770"/>
                  </a:lnTo>
                  <a:lnTo>
                    <a:pt x="80377" y="58674"/>
                  </a:lnTo>
                  <a:lnTo>
                    <a:pt x="84119" y="56878"/>
                  </a:lnTo>
                  <a:lnTo>
                    <a:pt x="88011" y="55381"/>
                  </a:lnTo>
                  <a:lnTo>
                    <a:pt x="92052" y="54184"/>
                  </a:lnTo>
                  <a:close/>
                  <a:moveTo>
                    <a:pt x="132615" y="60770"/>
                  </a:moveTo>
                  <a:lnTo>
                    <a:pt x="135160" y="62416"/>
                  </a:lnTo>
                  <a:lnTo>
                    <a:pt x="137405" y="64212"/>
                  </a:lnTo>
                  <a:lnTo>
                    <a:pt x="131717" y="68553"/>
                  </a:lnTo>
                  <a:lnTo>
                    <a:pt x="129172" y="66607"/>
                  </a:lnTo>
                  <a:lnTo>
                    <a:pt x="132615" y="60770"/>
                  </a:lnTo>
                  <a:close/>
                  <a:moveTo>
                    <a:pt x="37569" y="58375"/>
                  </a:moveTo>
                  <a:lnTo>
                    <a:pt x="38168" y="59123"/>
                  </a:lnTo>
                  <a:lnTo>
                    <a:pt x="37420" y="60320"/>
                  </a:lnTo>
                  <a:lnTo>
                    <a:pt x="36971" y="61219"/>
                  </a:lnTo>
                  <a:lnTo>
                    <a:pt x="36671" y="62117"/>
                  </a:lnTo>
                  <a:lnTo>
                    <a:pt x="37719" y="60470"/>
                  </a:lnTo>
                  <a:lnTo>
                    <a:pt x="38467" y="59273"/>
                  </a:lnTo>
                  <a:lnTo>
                    <a:pt x="39066" y="60021"/>
                  </a:lnTo>
                  <a:lnTo>
                    <a:pt x="38318" y="61219"/>
                  </a:lnTo>
                  <a:lnTo>
                    <a:pt x="37869" y="62117"/>
                  </a:lnTo>
                  <a:lnTo>
                    <a:pt x="37569" y="63015"/>
                  </a:lnTo>
                  <a:lnTo>
                    <a:pt x="37569" y="63015"/>
                  </a:lnTo>
                  <a:lnTo>
                    <a:pt x="38168" y="62266"/>
                  </a:lnTo>
                  <a:lnTo>
                    <a:pt x="38617" y="61368"/>
                  </a:lnTo>
                  <a:lnTo>
                    <a:pt x="39216" y="60171"/>
                  </a:lnTo>
                  <a:lnTo>
                    <a:pt x="39814" y="60770"/>
                  </a:lnTo>
                  <a:lnTo>
                    <a:pt x="39066" y="62117"/>
                  </a:lnTo>
                  <a:lnTo>
                    <a:pt x="38916" y="62715"/>
                  </a:lnTo>
                  <a:lnTo>
                    <a:pt x="38617" y="63314"/>
                  </a:lnTo>
                  <a:lnTo>
                    <a:pt x="38767" y="63464"/>
                  </a:lnTo>
                  <a:lnTo>
                    <a:pt x="39665" y="61967"/>
                  </a:lnTo>
                  <a:lnTo>
                    <a:pt x="40114" y="61069"/>
                  </a:lnTo>
                  <a:lnTo>
                    <a:pt x="40862" y="61967"/>
                  </a:lnTo>
                  <a:lnTo>
                    <a:pt x="40413" y="62865"/>
                  </a:lnTo>
                  <a:lnTo>
                    <a:pt x="39964" y="63613"/>
                  </a:lnTo>
                  <a:lnTo>
                    <a:pt x="39665" y="64511"/>
                  </a:lnTo>
                  <a:lnTo>
                    <a:pt x="39814" y="64511"/>
                  </a:lnTo>
                  <a:lnTo>
                    <a:pt x="40263" y="63763"/>
                  </a:lnTo>
                  <a:lnTo>
                    <a:pt x="40563" y="63015"/>
                  </a:lnTo>
                  <a:lnTo>
                    <a:pt x="41162" y="62117"/>
                  </a:lnTo>
                  <a:lnTo>
                    <a:pt x="41760" y="62865"/>
                  </a:lnTo>
                  <a:lnTo>
                    <a:pt x="41311" y="63613"/>
                  </a:lnTo>
                  <a:lnTo>
                    <a:pt x="40862" y="64362"/>
                  </a:lnTo>
                  <a:lnTo>
                    <a:pt x="40563" y="65110"/>
                  </a:lnTo>
                  <a:lnTo>
                    <a:pt x="40713" y="65110"/>
                  </a:lnTo>
                  <a:lnTo>
                    <a:pt x="41760" y="63314"/>
                  </a:lnTo>
                  <a:lnTo>
                    <a:pt x="41910" y="63015"/>
                  </a:lnTo>
                  <a:lnTo>
                    <a:pt x="42509" y="63613"/>
                  </a:lnTo>
                  <a:lnTo>
                    <a:pt x="42209" y="64062"/>
                  </a:lnTo>
                  <a:lnTo>
                    <a:pt x="41611" y="65559"/>
                  </a:lnTo>
                  <a:lnTo>
                    <a:pt x="41760" y="65559"/>
                  </a:lnTo>
                  <a:lnTo>
                    <a:pt x="42359" y="64212"/>
                  </a:lnTo>
                  <a:lnTo>
                    <a:pt x="42658" y="63763"/>
                  </a:lnTo>
                  <a:lnTo>
                    <a:pt x="43257" y="64362"/>
                  </a:lnTo>
                  <a:lnTo>
                    <a:pt x="42958" y="64961"/>
                  </a:lnTo>
                  <a:lnTo>
                    <a:pt x="42509" y="66008"/>
                  </a:lnTo>
                  <a:lnTo>
                    <a:pt x="43107" y="65410"/>
                  </a:lnTo>
                  <a:lnTo>
                    <a:pt x="43407" y="64511"/>
                  </a:lnTo>
                  <a:lnTo>
                    <a:pt x="44005" y="65110"/>
                  </a:lnTo>
                  <a:lnTo>
                    <a:pt x="43856" y="65410"/>
                  </a:lnTo>
                  <a:lnTo>
                    <a:pt x="43556" y="66008"/>
                  </a:lnTo>
                  <a:lnTo>
                    <a:pt x="43407" y="66457"/>
                  </a:lnTo>
                  <a:lnTo>
                    <a:pt x="43556" y="66607"/>
                  </a:lnTo>
                  <a:lnTo>
                    <a:pt x="44005" y="65559"/>
                  </a:lnTo>
                  <a:lnTo>
                    <a:pt x="44155" y="65410"/>
                  </a:lnTo>
                  <a:lnTo>
                    <a:pt x="44754" y="65859"/>
                  </a:lnTo>
                  <a:lnTo>
                    <a:pt x="44155" y="67056"/>
                  </a:lnTo>
                  <a:lnTo>
                    <a:pt x="44305" y="67206"/>
                  </a:lnTo>
                  <a:lnTo>
                    <a:pt x="44904" y="66158"/>
                  </a:lnTo>
                  <a:lnTo>
                    <a:pt x="45203" y="66457"/>
                  </a:lnTo>
                  <a:lnTo>
                    <a:pt x="45353" y="66607"/>
                  </a:lnTo>
                  <a:lnTo>
                    <a:pt x="45203" y="66757"/>
                  </a:lnTo>
                  <a:lnTo>
                    <a:pt x="45053" y="67206"/>
                  </a:lnTo>
                  <a:lnTo>
                    <a:pt x="45053" y="67655"/>
                  </a:lnTo>
                  <a:lnTo>
                    <a:pt x="45053" y="67804"/>
                  </a:lnTo>
                  <a:lnTo>
                    <a:pt x="45203" y="67804"/>
                  </a:lnTo>
                  <a:lnTo>
                    <a:pt x="45502" y="66906"/>
                  </a:lnTo>
                  <a:lnTo>
                    <a:pt x="45502" y="66757"/>
                  </a:lnTo>
                  <a:lnTo>
                    <a:pt x="45951" y="67206"/>
                  </a:lnTo>
                  <a:lnTo>
                    <a:pt x="46101" y="67355"/>
                  </a:lnTo>
                  <a:lnTo>
                    <a:pt x="45802" y="68104"/>
                  </a:lnTo>
                  <a:lnTo>
                    <a:pt x="45951" y="68104"/>
                  </a:lnTo>
                  <a:lnTo>
                    <a:pt x="46251" y="67505"/>
                  </a:lnTo>
                  <a:lnTo>
                    <a:pt x="46849" y="68104"/>
                  </a:lnTo>
                  <a:lnTo>
                    <a:pt x="46700" y="68104"/>
                  </a:lnTo>
                  <a:lnTo>
                    <a:pt x="46700" y="68702"/>
                  </a:lnTo>
                  <a:lnTo>
                    <a:pt x="45203" y="68253"/>
                  </a:lnTo>
                  <a:lnTo>
                    <a:pt x="44155" y="68104"/>
                  </a:lnTo>
                  <a:lnTo>
                    <a:pt x="33378" y="64961"/>
                  </a:lnTo>
                  <a:lnTo>
                    <a:pt x="35534" y="61368"/>
                  </a:lnTo>
                  <a:lnTo>
                    <a:pt x="35623" y="61368"/>
                  </a:lnTo>
                  <a:lnTo>
                    <a:pt x="36971" y="59422"/>
                  </a:lnTo>
                  <a:lnTo>
                    <a:pt x="37569" y="58375"/>
                  </a:lnTo>
                  <a:close/>
                  <a:moveTo>
                    <a:pt x="171831" y="58375"/>
                  </a:moveTo>
                  <a:lnTo>
                    <a:pt x="172579" y="59422"/>
                  </a:lnTo>
                  <a:lnTo>
                    <a:pt x="173777" y="61368"/>
                  </a:lnTo>
                  <a:lnTo>
                    <a:pt x="173926" y="61368"/>
                  </a:lnTo>
                  <a:lnTo>
                    <a:pt x="176022" y="64961"/>
                  </a:lnTo>
                  <a:lnTo>
                    <a:pt x="165245" y="68104"/>
                  </a:lnTo>
                  <a:lnTo>
                    <a:pt x="164197" y="68403"/>
                  </a:lnTo>
                  <a:lnTo>
                    <a:pt x="162850" y="68702"/>
                  </a:lnTo>
                  <a:lnTo>
                    <a:pt x="162700" y="68104"/>
                  </a:lnTo>
                  <a:lnTo>
                    <a:pt x="163149" y="67505"/>
                  </a:lnTo>
                  <a:lnTo>
                    <a:pt x="163449" y="68104"/>
                  </a:lnTo>
                  <a:lnTo>
                    <a:pt x="163598" y="68104"/>
                  </a:lnTo>
                  <a:lnTo>
                    <a:pt x="163449" y="67355"/>
                  </a:lnTo>
                  <a:lnTo>
                    <a:pt x="163449" y="67206"/>
                  </a:lnTo>
                  <a:lnTo>
                    <a:pt x="163898" y="66757"/>
                  </a:lnTo>
                  <a:lnTo>
                    <a:pt x="163898" y="66906"/>
                  </a:lnTo>
                  <a:lnTo>
                    <a:pt x="164347" y="67804"/>
                  </a:lnTo>
                  <a:lnTo>
                    <a:pt x="164497" y="67655"/>
                  </a:lnTo>
                  <a:lnTo>
                    <a:pt x="164347" y="67206"/>
                  </a:lnTo>
                  <a:lnTo>
                    <a:pt x="164197" y="66757"/>
                  </a:lnTo>
                  <a:lnTo>
                    <a:pt x="164047" y="66607"/>
                  </a:lnTo>
                  <a:lnTo>
                    <a:pt x="164197" y="66457"/>
                  </a:lnTo>
                  <a:lnTo>
                    <a:pt x="164497" y="66158"/>
                  </a:lnTo>
                  <a:lnTo>
                    <a:pt x="165095" y="67206"/>
                  </a:lnTo>
                  <a:lnTo>
                    <a:pt x="165245" y="67206"/>
                  </a:lnTo>
                  <a:lnTo>
                    <a:pt x="165245" y="67056"/>
                  </a:lnTo>
                  <a:lnTo>
                    <a:pt x="164796" y="65859"/>
                  </a:lnTo>
                  <a:lnTo>
                    <a:pt x="165245" y="65410"/>
                  </a:lnTo>
                  <a:lnTo>
                    <a:pt x="165395" y="65559"/>
                  </a:lnTo>
                  <a:lnTo>
                    <a:pt x="165993" y="66607"/>
                  </a:lnTo>
                  <a:lnTo>
                    <a:pt x="165993" y="66457"/>
                  </a:lnTo>
                  <a:lnTo>
                    <a:pt x="165844" y="66008"/>
                  </a:lnTo>
                  <a:lnTo>
                    <a:pt x="165544" y="65410"/>
                  </a:lnTo>
                  <a:lnTo>
                    <a:pt x="165395" y="65110"/>
                  </a:lnTo>
                  <a:lnTo>
                    <a:pt x="165993" y="64511"/>
                  </a:lnTo>
                  <a:lnTo>
                    <a:pt x="166442" y="65410"/>
                  </a:lnTo>
                  <a:lnTo>
                    <a:pt x="166891" y="66008"/>
                  </a:lnTo>
                  <a:lnTo>
                    <a:pt x="167041" y="66008"/>
                  </a:lnTo>
                  <a:lnTo>
                    <a:pt x="166442" y="64961"/>
                  </a:lnTo>
                  <a:lnTo>
                    <a:pt x="166143" y="64362"/>
                  </a:lnTo>
                  <a:lnTo>
                    <a:pt x="166742" y="63763"/>
                  </a:lnTo>
                  <a:lnTo>
                    <a:pt x="167041" y="64212"/>
                  </a:lnTo>
                  <a:lnTo>
                    <a:pt x="167640" y="65559"/>
                  </a:lnTo>
                  <a:lnTo>
                    <a:pt x="167789" y="65559"/>
                  </a:lnTo>
                  <a:lnTo>
                    <a:pt x="167191" y="64062"/>
                  </a:lnTo>
                  <a:lnTo>
                    <a:pt x="166891" y="63613"/>
                  </a:lnTo>
                  <a:lnTo>
                    <a:pt x="167490" y="63015"/>
                  </a:lnTo>
                  <a:lnTo>
                    <a:pt x="167789" y="63314"/>
                  </a:lnTo>
                  <a:lnTo>
                    <a:pt x="168687" y="65110"/>
                  </a:lnTo>
                  <a:lnTo>
                    <a:pt x="168837" y="65110"/>
                  </a:lnTo>
                  <a:lnTo>
                    <a:pt x="168538" y="64362"/>
                  </a:lnTo>
                  <a:lnTo>
                    <a:pt x="168238" y="63613"/>
                  </a:lnTo>
                  <a:lnTo>
                    <a:pt x="167640" y="62865"/>
                  </a:lnTo>
                  <a:lnTo>
                    <a:pt x="168388" y="62117"/>
                  </a:lnTo>
                  <a:lnTo>
                    <a:pt x="168837" y="63015"/>
                  </a:lnTo>
                  <a:lnTo>
                    <a:pt x="169286" y="63763"/>
                  </a:lnTo>
                  <a:lnTo>
                    <a:pt x="169735" y="64511"/>
                  </a:lnTo>
                  <a:lnTo>
                    <a:pt x="169436" y="63613"/>
                  </a:lnTo>
                  <a:lnTo>
                    <a:pt x="168987" y="62865"/>
                  </a:lnTo>
                  <a:lnTo>
                    <a:pt x="168538" y="61967"/>
                  </a:lnTo>
                  <a:lnTo>
                    <a:pt x="169436" y="61069"/>
                  </a:lnTo>
                  <a:lnTo>
                    <a:pt x="169885" y="61967"/>
                  </a:lnTo>
                  <a:lnTo>
                    <a:pt x="170633" y="63464"/>
                  </a:lnTo>
                  <a:lnTo>
                    <a:pt x="170783" y="63464"/>
                  </a:lnTo>
                  <a:lnTo>
                    <a:pt x="170783" y="63314"/>
                  </a:lnTo>
                  <a:lnTo>
                    <a:pt x="170633" y="62715"/>
                  </a:lnTo>
                  <a:lnTo>
                    <a:pt x="170334" y="62117"/>
                  </a:lnTo>
                  <a:lnTo>
                    <a:pt x="169586" y="60770"/>
                  </a:lnTo>
                  <a:lnTo>
                    <a:pt x="170184" y="60171"/>
                  </a:lnTo>
                  <a:lnTo>
                    <a:pt x="170783" y="61368"/>
                  </a:lnTo>
                  <a:lnTo>
                    <a:pt x="171232" y="62266"/>
                  </a:lnTo>
                  <a:lnTo>
                    <a:pt x="171831" y="63015"/>
                  </a:lnTo>
                  <a:lnTo>
                    <a:pt x="171531" y="62117"/>
                  </a:lnTo>
                  <a:lnTo>
                    <a:pt x="171082" y="61219"/>
                  </a:lnTo>
                  <a:lnTo>
                    <a:pt x="170334" y="60021"/>
                  </a:lnTo>
                  <a:lnTo>
                    <a:pt x="171082" y="59273"/>
                  </a:lnTo>
                  <a:lnTo>
                    <a:pt x="171681" y="60470"/>
                  </a:lnTo>
                  <a:lnTo>
                    <a:pt x="172729" y="62117"/>
                  </a:lnTo>
                  <a:lnTo>
                    <a:pt x="172878" y="62117"/>
                  </a:lnTo>
                  <a:lnTo>
                    <a:pt x="172429" y="61219"/>
                  </a:lnTo>
                  <a:lnTo>
                    <a:pt x="171980" y="60320"/>
                  </a:lnTo>
                  <a:lnTo>
                    <a:pt x="171232" y="59123"/>
                  </a:lnTo>
                  <a:lnTo>
                    <a:pt x="171831" y="58375"/>
                  </a:lnTo>
                  <a:close/>
                  <a:moveTo>
                    <a:pt x="46999" y="68253"/>
                  </a:moveTo>
                  <a:lnTo>
                    <a:pt x="47747" y="69002"/>
                  </a:lnTo>
                  <a:lnTo>
                    <a:pt x="47747" y="69002"/>
                  </a:lnTo>
                  <a:lnTo>
                    <a:pt x="46849" y="68852"/>
                  </a:lnTo>
                  <a:lnTo>
                    <a:pt x="46999" y="68253"/>
                  </a:lnTo>
                  <a:close/>
                  <a:moveTo>
                    <a:pt x="162401" y="68253"/>
                  </a:moveTo>
                  <a:lnTo>
                    <a:pt x="162700" y="68852"/>
                  </a:lnTo>
                  <a:lnTo>
                    <a:pt x="161653" y="69002"/>
                  </a:lnTo>
                  <a:lnTo>
                    <a:pt x="161653" y="69002"/>
                  </a:lnTo>
                  <a:lnTo>
                    <a:pt x="162401" y="68253"/>
                  </a:lnTo>
                  <a:close/>
                  <a:moveTo>
                    <a:pt x="76037" y="61219"/>
                  </a:moveTo>
                  <a:lnTo>
                    <a:pt x="79479" y="67206"/>
                  </a:lnTo>
                  <a:lnTo>
                    <a:pt x="76935" y="69002"/>
                  </a:lnTo>
                  <a:lnTo>
                    <a:pt x="71247" y="64811"/>
                  </a:lnTo>
                  <a:lnTo>
                    <a:pt x="73492" y="63015"/>
                  </a:lnTo>
                  <a:lnTo>
                    <a:pt x="76037" y="61219"/>
                  </a:lnTo>
                  <a:close/>
                  <a:moveTo>
                    <a:pt x="114354" y="62117"/>
                  </a:moveTo>
                  <a:lnTo>
                    <a:pt x="116599" y="62566"/>
                  </a:lnTo>
                  <a:lnTo>
                    <a:pt x="118695" y="63314"/>
                  </a:lnTo>
                  <a:lnTo>
                    <a:pt x="120790" y="64062"/>
                  </a:lnTo>
                  <a:lnTo>
                    <a:pt x="122886" y="64961"/>
                  </a:lnTo>
                  <a:lnTo>
                    <a:pt x="124832" y="65859"/>
                  </a:lnTo>
                  <a:lnTo>
                    <a:pt x="126778" y="67056"/>
                  </a:lnTo>
                  <a:lnTo>
                    <a:pt x="128723" y="68104"/>
                  </a:lnTo>
                  <a:lnTo>
                    <a:pt x="130520" y="69451"/>
                  </a:lnTo>
                  <a:lnTo>
                    <a:pt x="117048" y="79629"/>
                  </a:lnTo>
                  <a:lnTo>
                    <a:pt x="114354" y="62117"/>
                  </a:lnTo>
                  <a:close/>
                  <a:moveTo>
                    <a:pt x="64511" y="71546"/>
                  </a:moveTo>
                  <a:lnTo>
                    <a:pt x="68852" y="77234"/>
                  </a:lnTo>
                  <a:lnTo>
                    <a:pt x="67056" y="79779"/>
                  </a:lnTo>
                  <a:lnTo>
                    <a:pt x="61218" y="76186"/>
                  </a:lnTo>
                  <a:lnTo>
                    <a:pt x="62865" y="73792"/>
                  </a:lnTo>
                  <a:lnTo>
                    <a:pt x="64511" y="71546"/>
                  </a:lnTo>
                  <a:close/>
                  <a:moveTo>
                    <a:pt x="94896" y="62117"/>
                  </a:moveTo>
                  <a:lnTo>
                    <a:pt x="92352" y="80377"/>
                  </a:lnTo>
                  <a:lnTo>
                    <a:pt x="78132" y="69900"/>
                  </a:lnTo>
                  <a:lnTo>
                    <a:pt x="80078" y="68553"/>
                  </a:lnTo>
                  <a:lnTo>
                    <a:pt x="81874" y="67355"/>
                  </a:lnTo>
                  <a:lnTo>
                    <a:pt x="83970" y="66158"/>
                  </a:lnTo>
                  <a:lnTo>
                    <a:pt x="86065" y="65110"/>
                  </a:lnTo>
                  <a:lnTo>
                    <a:pt x="88161" y="64212"/>
                  </a:lnTo>
                  <a:lnTo>
                    <a:pt x="90256" y="63464"/>
                  </a:lnTo>
                  <a:lnTo>
                    <a:pt x="92501" y="62715"/>
                  </a:lnTo>
                  <a:lnTo>
                    <a:pt x="94896" y="62117"/>
                  </a:lnTo>
                  <a:close/>
                  <a:moveTo>
                    <a:pt x="144140" y="70648"/>
                  </a:moveTo>
                  <a:lnTo>
                    <a:pt x="146535" y="73792"/>
                  </a:lnTo>
                  <a:lnTo>
                    <a:pt x="148780" y="77084"/>
                  </a:lnTo>
                  <a:lnTo>
                    <a:pt x="143093" y="80826"/>
                  </a:lnTo>
                  <a:lnTo>
                    <a:pt x="141596" y="78581"/>
                  </a:lnTo>
                  <a:lnTo>
                    <a:pt x="139949" y="76336"/>
                  </a:lnTo>
                  <a:lnTo>
                    <a:pt x="144140" y="70648"/>
                  </a:lnTo>
                  <a:close/>
                  <a:moveTo>
                    <a:pt x="32929" y="65859"/>
                  </a:moveTo>
                  <a:lnTo>
                    <a:pt x="43706" y="68852"/>
                  </a:lnTo>
                  <a:lnTo>
                    <a:pt x="41311" y="73193"/>
                  </a:lnTo>
                  <a:lnTo>
                    <a:pt x="39365" y="77534"/>
                  </a:lnTo>
                  <a:lnTo>
                    <a:pt x="37569" y="82024"/>
                  </a:lnTo>
                  <a:lnTo>
                    <a:pt x="36222" y="86664"/>
                  </a:lnTo>
                  <a:lnTo>
                    <a:pt x="26343" y="81575"/>
                  </a:lnTo>
                  <a:lnTo>
                    <a:pt x="26643" y="80527"/>
                  </a:lnTo>
                  <a:lnTo>
                    <a:pt x="27990" y="76635"/>
                  </a:lnTo>
                  <a:lnTo>
                    <a:pt x="29487" y="73043"/>
                  </a:lnTo>
                  <a:lnTo>
                    <a:pt x="31133" y="69301"/>
                  </a:lnTo>
                  <a:lnTo>
                    <a:pt x="32929" y="65859"/>
                  </a:lnTo>
                  <a:close/>
                  <a:moveTo>
                    <a:pt x="176471" y="65859"/>
                  </a:moveTo>
                  <a:lnTo>
                    <a:pt x="178417" y="69601"/>
                  </a:lnTo>
                  <a:lnTo>
                    <a:pt x="180213" y="73492"/>
                  </a:lnTo>
                  <a:lnTo>
                    <a:pt x="181710" y="77534"/>
                  </a:lnTo>
                  <a:lnTo>
                    <a:pt x="183057" y="81575"/>
                  </a:lnTo>
                  <a:lnTo>
                    <a:pt x="173178" y="86814"/>
                  </a:lnTo>
                  <a:lnTo>
                    <a:pt x="171831" y="82024"/>
                  </a:lnTo>
                  <a:lnTo>
                    <a:pt x="170035" y="77534"/>
                  </a:lnTo>
                  <a:lnTo>
                    <a:pt x="168089" y="73193"/>
                  </a:lnTo>
                  <a:lnTo>
                    <a:pt x="165694" y="68852"/>
                  </a:lnTo>
                  <a:lnTo>
                    <a:pt x="176471" y="65859"/>
                  </a:lnTo>
                  <a:close/>
                  <a:moveTo>
                    <a:pt x="38168" y="88909"/>
                  </a:moveTo>
                  <a:lnTo>
                    <a:pt x="39216" y="89358"/>
                  </a:lnTo>
                  <a:lnTo>
                    <a:pt x="38168" y="89358"/>
                  </a:lnTo>
                  <a:lnTo>
                    <a:pt x="38168" y="88909"/>
                  </a:lnTo>
                  <a:close/>
                  <a:moveTo>
                    <a:pt x="171232" y="88909"/>
                  </a:moveTo>
                  <a:lnTo>
                    <a:pt x="171232" y="89358"/>
                  </a:lnTo>
                  <a:lnTo>
                    <a:pt x="170334" y="89358"/>
                  </a:lnTo>
                  <a:lnTo>
                    <a:pt x="171232" y="88909"/>
                  </a:lnTo>
                  <a:close/>
                  <a:moveTo>
                    <a:pt x="26194" y="82623"/>
                  </a:moveTo>
                  <a:lnTo>
                    <a:pt x="26942" y="83072"/>
                  </a:lnTo>
                  <a:lnTo>
                    <a:pt x="26643" y="84568"/>
                  </a:lnTo>
                  <a:lnTo>
                    <a:pt x="26493" y="85466"/>
                  </a:lnTo>
                  <a:lnTo>
                    <a:pt x="26343" y="86365"/>
                  </a:lnTo>
                  <a:lnTo>
                    <a:pt x="26493" y="86365"/>
                  </a:lnTo>
                  <a:lnTo>
                    <a:pt x="26942" y="84419"/>
                  </a:lnTo>
                  <a:lnTo>
                    <a:pt x="27241" y="83221"/>
                  </a:lnTo>
                  <a:lnTo>
                    <a:pt x="27990" y="83670"/>
                  </a:lnTo>
                  <a:lnTo>
                    <a:pt x="27840" y="85017"/>
                  </a:lnTo>
                  <a:lnTo>
                    <a:pt x="27690" y="85916"/>
                  </a:lnTo>
                  <a:lnTo>
                    <a:pt x="27541" y="86814"/>
                  </a:lnTo>
                  <a:lnTo>
                    <a:pt x="27541" y="86963"/>
                  </a:lnTo>
                  <a:lnTo>
                    <a:pt x="27690" y="86963"/>
                  </a:lnTo>
                  <a:lnTo>
                    <a:pt x="27990" y="85916"/>
                  </a:lnTo>
                  <a:lnTo>
                    <a:pt x="28140" y="85017"/>
                  </a:lnTo>
                  <a:lnTo>
                    <a:pt x="28289" y="83670"/>
                  </a:lnTo>
                  <a:lnTo>
                    <a:pt x="29038" y="84119"/>
                  </a:lnTo>
                  <a:lnTo>
                    <a:pt x="28738" y="85466"/>
                  </a:lnTo>
                  <a:lnTo>
                    <a:pt x="28738" y="86215"/>
                  </a:lnTo>
                  <a:lnTo>
                    <a:pt x="28738" y="86963"/>
                  </a:lnTo>
                  <a:lnTo>
                    <a:pt x="28888" y="86963"/>
                  </a:lnTo>
                  <a:lnTo>
                    <a:pt x="29187" y="85167"/>
                  </a:lnTo>
                  <a:lnTo>
                    <a:pt x="29337" y="84269"/>
                  </a:lnTo>
                  <a:lnTo>
                    <a:pt x="30385" y="84868"/>
                  </a:lnTo>
                  <a:lnTo>
                    <a:pt x="30085" y="86215"/>
                  </a:lnTo>
                  <a:lnTo>
                    <a:pt x="30085" y="87562"/>
                  </a:lnTo>
                  <a:lnTo>
                    <a:pt x="30385" y="86814"/>
                  </a:lnTo>
                  <a:lnTo>
                    <a:pt x="30534" y="85766"/>
                  </a:lnTo>
                  <a:lnTo>
                    <a:pt x="30684" y="85017"/>
                  </a:lnTo>
                  <a:lnTo>
                    <a:pt x="31432" y="85317"/>
                  </a:lnTo>
                  <a:lnTo>
                    <a:pt x="31283" y="86365"/>
                  </a:lnTo>
                  <a:lnTo>
                    <a:pt x="31133" y="87113"/>
                  </a:lnTo>
                  <a:lnTo>
                    <a:pt x="31133" y="87861"/>
                  </a:lnTo>
                  <a:lnTo>
                    <a:pt x="31283" y="87861"/>
                  </a:lnTo>
                  <a:lnTo>
                    <a:pt x="31582" y="85916"/>
                  </a:lnTo>
                  <a:lnTo>
                    <a:pt x="31732" y="85466"/>
                  </a:lnTo>
                  <a:lnTo>
                    <a:pt x="32480" y="85916"/>
                  </a:lnTo>
                  <a:lnTo>
                    <a:pt x="32331" y="86215"/>
                  </a:lnTo>
                  <a:lnTo>
                    <a:pt x="32181" y="87113"/>
                  </a:lnTo>
                  <a:lnTo>
                    <a:pt x="32181" y="88011"/>
                  </a:lnTo>
                  <a:lnTo>
                    <a:pt x="32331" y="88011"/>
                  </a:lnTo>
                  <a:lnTo>
                    <a:pt x="32480" y="86814"/>
                  </a:lnTo>
                  <a:lnTo>
                    <a:pt x="32630" y="86065"/>
                  </a:lnTo>
                  <a:lnTo>
                    <a:pt x="33378" y="86365"/>
                  </a:lnTo>
                  <a:lnTo>
                    <a:pt x="33229" y="87263"/>
                  </a:lnTo>
                  <a:lnTo>
                    <a:pt x="33229" y="88161"/>
                  </a:lnTo>
                  <a:lnTo>
                    <a:pt x="33528" y="87412"/>
                  </a:lnTo>
                  <a:lnTo>
                    <a:pt x="33678" y="86514"/>
                  </a:lnTo>
                  <a:lnTo>
                    <a:pt x="34426" y="86814"/>
                  </a:lnTo>
                  <a:lnTo>
                    <a:pt x="34276" y="87263"/>
                  </a:lnTo>
                  <a:lnTo>
                    <a:pt x="34276" y="87712"/>
                  </a:lnTo>
                  <a:lnTo>
                    <a:pt x="34276" y="88310"/>
                  </a:lnTo>
                  <a:lnTo>
                    <a:pt x="34576" y="87263"/>
                  </a:lnTo>
                  <a:lnTo>
                    <a:pt x="34576" y="86963"/>
                  </a:lnTo>
                  <a:lnTo>
                    <a:pt x="35324" y="87263"/>
                  </a:lnTo>
                  <a:lnTo>
                    <a:pt x="35174" y="88610"/>
                  </a:lnTo>
                  <a:lnTo>
                    <a:pt x="35324" y="88759"/>
                  </a:lnTo>
                  <a:lnTo>
                    <a:pt x="35324" y="88610"/>
                  </a:lnTo>
                  <a:lnTo>
                    <a:pt x="35474" y="87412"/>
                  </a:lnTo>
                  <a:lnTo>
                    <a:pt x="35923" y="87712"/>
                  </a:lnTo>
                  <a:lnTo>
                    <a:pt x="36072" y="87712"/>
                  </a:lnTo>
                  <a:lnTo>
                    <a:pt x="36072" y="88011"/>
                  </a:lnTo>
                  <a:lnTo>
                    <a:pt x="36222" y="88909"/>
                  </a:lnTo>
                  <a:lnTo>
                    <a:pt x="36372" y="88161"/>
                  </a:lnTo>
                  <a:lnTo>
                    <a:pt x="36372" y="87861"/>
                  </a:lnTo>
                  <a:lnTo>
                    <a:pt x="36821" y="88161"/>
                  </a:lnTo>
                  <a:lnTo>
                    <a:pt x="36971" y="88310"/>
                  </a:lnTo>
                  <a:lnTo>
                    <a:pt x="37120" y="89059"/>
                  </a:lnTo>
                  <a:lnTo>
                    <a:pt x="37270" y="88310"/>
                  </a:lnTo>
                  <a:lnTo>
                    <a:pt x="38018" y="88759"/>
                  </a:lnTo>
                  <a:lnTo>
                    <a:pt x="38018" y="89358"/>
                  </a:lnTo>
                  <a:lnTo>
                    <a:pt x="36522" y="89508"/>
                  </a:lnTo>
                  <a:lnTo>
                    <a:pt x="35474" y="89508"/>
                  </a:lnTo>
                  <a:lnTo>
                    <a:pt x="24398" y="90107"/>
                  </a:lnTo>
                  <a:lnTo>
                    <a:pt x="24398" y="90107"/>
                  </a:lnTo>
                  <a:lnTo>
                    <a:pt x="25146" y="86065"/>
                  </a:lnTo>
                  <a:lnTo>
                    <a:pt x="25296" y="86065"/>
                  </a:lnTo>
                  <a:lnTo>
                    <a:pt x="25745" y="84269"/>
                  </a:lnTo>
                  <a:lnTo>
                    <a:pt x="26044" y="83521"/>
                  </a:lnTo>
                  <a:lnTo>
                    <a:pt x="26194" y="82623"/>
                  </a:lnTo>
                  <a:close/>
                  <a:moveTo>
                    <a:pt x="183356" y="82623"/>
                  </a:moveTo>
                  <a:lnTo>
                    <a:pt x="183506" y="83521"/>
                  </a:lnTo>
                  <a:lnTo>
                    <a:pt x="183655" y="84269"/>
                  </a:lnTo>
                  <a:lnTo>
                    <a:pt x="184104" y="86065"/>
                  </a:lnTo>
                  <a:lnTo>
                    <a:pt x="184254" y="86065"/>
                  </a:lnTo>
                  <a:lnTo>
                    <a:pt x="185002" y="90107"/>
                  </a:lnTo>
                  <a:lnTo>
                    <a:pt x="185002" y="90107"/>
                  </a:lnTo>
                  <a:lnTo>
                    <a:pt x="173926" y="89508"/>
                  </a:lnTo>
                  <a:lnTo>
                    <a:pt x="172878" y="89508"/>
                  </a:lnTo>
                  <a:lnTo>
                    <a:pt x="171382" y="89358"/>
                  </a:lnTo>
                  <a:lnTo>
                    <a:pt x="171531" y="88759"/>
                  </a:lnTo>
                  <a:lnTo>
                    <a:pt x="172130" y="88310"/>
                  </a:lnTo>
                  <a:lnTo>
                    <a:pt x="172280" y="89059"/>
                  </a:lnTo>
                  <a:lnTo>
                    <a:pt x="172429" y="89059"/>
                  </a:lnTo>
                  <a:lnTo>
                    <a:pt x="172429" y="88310"/>
                  </a:lnTo>
                  <a:lnTo>
                    <a:pt x="172579" y="88161"/>
                  </a:lnTo>
                  <a:lnTo>
                    <a:pt x="173028" y="87861"/>
                  </a:lnTo>
                  <a:lnTo>
                    <a:pt x="173028" y="88161"/>
                  </a:lnTo>
                  <a:lnTo>
                    <a:pt x="173178" y="88909"/>
                  </a:lnTo>
                  <a:lnTo>
                    <a:pt x="173178" y="89059"/>
                  </a:lnTo>
                  <a:lnTo>
                    <a:pt x="173328" y="88909"/>
                  </a:lnTo>
                  <a:lnTo>
                    <a:pt x="173328" y="88011"/>
                  </a:lnTo>
                  <a:lnTo>
                    <a:pt x="173328" y="87712"/>
                  </a:lnTo>
                  <a:lnTo>
                    <a:pt x="173477" y="87712"/>
                  </a:lnTo>
                  <a:lnTo>
                    <a:pt x="173926" y="87412"/>
                  </a:lnTo>
                  <a:lnTo>
                    <a:pt x="174076" y="88610"/>
                  </a:lnTo>
                  <a:lnTo>
                    <a:pt x="174226" y="88759"/>
                  </a:lnTo>
                  <a:lnTo>
                    <a:pt x="174226" y="88610"/>
                  </a:lnTo>
                  <a:lnTo>
                    <a:pt x="174226" y="87263"/>
                  </a:lnTo>
                  <a:lnTo>
                    <a:pt x="174824" y="86963"/>
                  </a:lnTo>
                  <a:lnTo>
                    <a:pt x="174824" y="87263"/>
                  </a:lnTo>
                  <a:lnTo>
                    <a:pt x="175124" y="88310"/>
                  </a:lnTo>
                  <a:lnTo>
                    <a:pt x="175273" y="87712"/>
                  </a:lnTo>
                  <a:lnTo>
                    <a:pt x="175124" y="87263"/>
                  </a:lnTo>
                  <a:lnTo>
                    <a:pt x="175124" y="86814"/>
                  </a:lnTo>
                  <a:lnTo>
                    <a:pt x="175722" y="86514"/>
                  </a:lnTo>
                  <a:lnTo>
                    <a:pt x="175872" y="87412"/>
                  </a:lnTo>
                  <a:lnTo>
                    <a:pt x="176171" y="88161"/>
                  </a:lnTo>
                  <a:lnTo>
                    <a:pt x="176171" y="87263"/>
                  </a:lnTo>
                  <a:lnTo>
                    <a:pt x="176022" y="86365"/>
                  </a:lnTo>
                  <a:lnTo>
                    <a:pt x="176770" y="86065"/>
                  </a:lnTo>
                  <a:lnTo>
                    <a:pt x="176920" y="86814"/>
                  </a:lnTo>
                  <a:lnTo>
                    <a:pt x="177069" y="88011"/>
                  </a:lnTo>
                  <a:lnTo>
                    <a:pt x="177219" y="88011"/>
                  </a:lnTo>
                  <a:lnTo>
                    <a:pt x="177219" y="87113"/>
                  </a:lnTo>
                  <a:lnTo>
                    <a:pt x="177069" y="86215"/>
                  </a:lnTo>
                  <a:lnTo>
                    <a:pt x="177069" y="85916"/>
                  </a:lnTo>
                  <a:lnTo>
                    <a:pt x="177668" y="85466"/>
                  </a:lnTo>
                  <a:lnTo>
                    <a:pt x="177818" y="85916"/>
                  </a:lnTo>
                  <a:lnTo>
                    <a:pt x="178267" y="87861"/>
                  </a:lnTo>
                  <a:lnTo>
                    <a:pt x="178267" y="87113"/>
                  </a:lnTo>
                  <a:lnTo>
                    <a:pt x="178117" y="86365"/>
                  </a:lnTo>
                  <a:lnTo>
                    <a:pt x="177968" y="85317"/>
                  </a:lnTo>
                  <a:lnTo>
                    <a:pt x="178716" y="85017"/>
                  </a:lnTo>
                  <a:lnTo>
                    <a:pt x="178866" y="85766"/>
                  </a:lnTo>
                  <a:lnTo>
                    <a:pt x="179015" y="86814"/>
                  </a:lnTo>
                  <a:lnTo>
                    <a:pt x="179315" y="87562"/>
                  </a:lnTo>
                  <a:lnTo>
                    <a:pt x="179315" y="86215"/>
                  </a:lnTo>
                  <a:lnTo>
                    <a:pt x="179015" y="84868"/>
                  </a:lnTo>
                  <a:lnTo>
                    <a:pt x="180063" y="84269"/>
                  </a:lnTo>
                  <a:lnTo>
                    <a:pt x="180362" y="85167"/>
                  </a:lnTo>
                  <a:lnTo>
                    <a:pt x="180512" y="86963"/>
                  </a:lnTo>
                  <a:lnTo>
                    <a:pt x="180662" y="86963"/>
                  </a:lnTo>
                  <a:lnTo>
                    <a:pt x="180662" y="86215"/>
                  </a:lnTo>
                  <a:lnTo>
                    <a:pt x="180662" y="85466"/>
                  </a:lnTo>
                  <a:lnTo>
                    <a:pt x="180362" y="84119"/>
                  </a:lnTo>
                  <a:lnTo>
                    <a:pt x="181111" y="83670"/>
                  </a:lnTo>
                  <a:lnTo>
                    <a:pt x="181410" y="85017"/>
                  </a:lnTo>
                  <a:lnTo>
                    <a:pt x="181560" y="85916"/>
                  </a:lnTo>
                  <a:lnTo>
                    <a:pt x="181859" y="86963"/>
                  </a:lnTo>
                  <a:lnTo>
                    <a:pt x="181859" y="86814"/>
                  </a:lnTo>
                  <a:lnTo>
                    <a:pt x="181859" y="85916"/>
                  </a:lnTo>
                  <a:lnTo>
                    <a:pt x="181710" y="85017"/>
                  </a:lnTo>
                  <a:lnTo>
                    <a:pt x="181410" y="83670"/>
                  </a:lnTo>
                  <a:lnTo>
                    <a:pt x="182308" y="83221"/>
                  </a:lnTo>
                  <a:lnTo>
                    <a:pt x="182458" y="84419"/>
                  </a:lnTo>
                  <a:lnTo>
                    <a:pt x="182907" y="86365"/>
                  </a:lnTo>
                  <a:lnTo>
                    <a:pt x="183057" y="86365"/>
                  </a:lnTo>
                  <a:lnTo>
                    <a:pt x="183057" y="85466"/>
                  </a:lnTo>
                  <a:lnTo>
                    <a:pt x="182907" y="84568"/>
                  </a:lnTo>
                  <a:lnTo>
                    <a:pt x="182608" y="83072"/>
                  </a:lnTo>
                  <a:lnTo>
                    <a:pt x="183356" y="82623"/>
                  </a:lnTo>
                  <a:close/>
                  <a:moveTo>
                    <a:pt x="50891" y="51340"/>
                  </a:moveTo>
                  <a:lnTo>
                    <a:pt x="54932" y="54333"/>
                  </a:lnTo>
                  <a:lnTo>
                    <a:pt x="55680" y="54932"/>
                  </a:lnTo>
                  <a:lnTo>
                    <a:pt x="68852" y="64661"/>
                  </a:lnTo>
                  <a:lnTo>
                    <a:pt x="70199" y="65709"/>
                  </a:lnTo>
                  <a:lnTo>
                    <a:pt x="75887" y="69900"/>
                  </a:lnTo>
                  <a:lnTo>
                    <a:pt x="77084" y="70798"/>
                  </a:lnTo>
                  <a:lnTo>
                    <a:pt x="92052" y="81874"/>
                  </a:lnTo>
                  <a:lnTo>
                    <a:pt x="90855" y="90705"/>
                  </a:lnTo>
                  <a:lnTo>
                    <a:pt x="88460" y="91154"/>
                  </a:lnTo>
                  <a:lnTo>
                    <a:pt x="89059" y="90406"/>
                  </a:lnTo>
                  <a:lnTo>
                    <a:pt x="89657" y="89807"/>
                  </a:lnTo>
                  <a:lnTo>
                    <a:pt x="89657" y="89657"/>
                  </a:lnTo>
                  <a:lnTo>
                    <a:pt x="89508" y="89657"/>
                  </a:lnTo>
                  <a:lnTo>
                    <a:pt x="88610" y="90406"/>
                  </a:lnTo>
                  <a:lnTo>
                    <a:pt x="87861" y="91154"/>
                  </a:lnTo>
                  <a:lnTo>
                    <a:pt x="84269" y="91753"/>
                  </a:lnTo>
                  <a:lnTo>
                    <a:pt x="85766" y="90406"/>
                  </a:lnTo>
                  <a:lnTo>
                    <a:pt x="86963" y="89059"/>
                  </a:lnTo>
                  <a:lnTo>
                    <a:pt x="87562" y="88460"/>
                  </a:lnTo>
                  <a:lnTo>
                    <a:pt x="88011" y="87861"/>
                  </a:lnTo>
                  <a:lnTo>
                    <a:pt x="88011" y="87712"/>
                  </a:lnTo>
                  <a:lnTo>
                    <a:pt x="87262" y="88310"/>
                  </a:lnTo>
                  <a:lnTo>
                    <a:pt x="86664" y="88909"/>
                  </a:lnTo>
                  <a:lnTo>
                    <a:pt x="85466" y="90107"/>
                  </a:lnTo>
                  <a:lnTo>
                    <a:pt x="83820" y="91753"/>
                  </a:lnTo>
                  <a:lnTo>
                    <a:pt x="81724" y="92052"/>
                  </a:lnTo>
                  <a:lnTo>
                    <a:pt x="70499" y="77384"/>
                  </a:lnTo>
                  <a:lnTo>
                    <a:pt x="69600" y="76186"/>
                  </a:lnTo>
                  <a:lnTo>
                    <a:pt x="65409" y="70499"/>
                  </a:lnTo>
                  <a:lnTo>
                    <a:pt x="64362" y="69152"/>
                  </a:lnTo>
                  <a:lnTo>
                    <a:pt x="54483" y="56279"/>
                  </a:lnTo>
                  <a:lnTo>
                    <a:pt x="53884" y="55381"/>
                  </a:lnTo>
                  <a:lnTo>
                    <a:pt x="50891" y="51340"/>
                  </a:lnTo>
                  <a:close/>
                  <a:moveTo>
                    <a:pt x="157462" y="50591"/>
                  </a:moveTo>
                  <a:lnTo>
                    <a:pt x="154468" y="54483"/>
                  </a:lnTo>
                  <a:lnTo>
                    <a:pt x="154019" y="55231"/>
                  </a:lnTo>
                  <a:lnTo>
                    <a:pt x="144290" y="68253"/>
                  </a:lnTo>
                  <a:lnTo>
                    <a:pt x="143242" y="69750"/>
                  </a:lnTo>
                  <a:lnTo>
                    <a:pt x="139051" y="75438"/>
                  </a:lnTo>
                  <a:lnTo>
                    <a:pt x="138153" y="76635"/>
                  </a:lnTo>
                  <a:lnTo>
                    <a:pt x="126778" y="92052"/>
                  </a:lnTo>
                  <a:lnTo>
                    <a:pt x="118695" y="91005"/>
                  </a:lnTo>
                  <a:lnTo>
                    <a:pt x="118396" y="88759"/>
                  </a:lnTo>
                  <a:lnTo>
                    <a:pt x="118396" y="88759"/>
                  </a:lnTo>
                  <a:lnTo>
                    <a:pt x="119144" y="89358"/>
                  </a:lnTo>
                  <a:lnTo>
                    <a:pt x="119144" y="89208"/>
                  </a:lnTo>
                  <a:lnTo>
                    <a:pt x="118246" y="88161"/>
                  </a:lnTo>
                  <a:lnTo>
                    <a:pt x="117797" y="84718"/>
                  </a:lnTo>
                  <a:lnTo>
                    <a:pt x="118545" y="85466"/>
                  </a:lnTo>
                  <a:lnTo>
                    <a:pt x="119743" y="86664"/>
                  </a:lnTo>
                  <a:lnTo>
                    <a:pt x="120341" y="87263"/>
                  </a:lnTo>
                  <a:lnTo>
                    <a:pt x="120940" y="87712"/>
                  </a:lnTo>
                  <a:lnTo>
                    <a:pt x="121090" y="87712"/>
                  </a:lnTo>
                  <a:lnTo>
                    <a:pt x="120641" y="86963"/>
                  </a:lnTo>
                  <a:lnTo>
                    <a:pt x="120042" y="86365"/>
                  </a:lnTo>
                  <a:lnTo>
                    <a:pt x="118695" y="85167"/>
                  </a:lnTo>
                  <a:lnTo>
                    <a:pt x="117647" y="84119"/>
                  </a:lnTo>
                  <a:lnTo>
                    <a:pt x="117198" y="80976"/>
                  </a:lnTo>
                  <a:lnTo>
                    <a:pt x="131567" y="70199"/>
                  </a:lnTo>
                  <a:lnTo>
                    <a:pt x="132765" y="69301"/>
                  </a:lnTo>
                  <a:lnTo>
                    <a:pt x="138452" y="64961"/>
                  </a:lnTo>
                  <a:lnTo>
                    <a:pt x="139800" y="63913"/>
                  </a:lnTo>
                  <a:lnTo>
                    <a:pt x="152672" y="54184"/>
                  </a:lnTo>
                  <a:lnTo>
                    <a:pt x="153570" y="53585"/>
                  </a:lnTo>
                  <a:lnTo>
                    <a:pt x="157462" y="50591"/>
                  </a:lnTo>
                  <a:close/>
                  <a:moveTo>
                    <a:pt x="149379" y="77833"/>
                  </a:moveTo>
                  <a:lnTo>
                    <a:pt x="151175" y="81275"/>
                  </a:lnTo>
                  <a:lnTo>
                    <a:pt x="152822" y="84868"/>
                  </a:lnTo>
                  <a:lnTo>
                    <a:pt x="154169" y="88460"/>
                  </a:lnTo>
                  <a:lnTo>
                    <a:pt x="155366" y="92352"/>
                  </a:lnTo>
                  <a:lnTo>
                    <a:pt x="148481" y="93100"/>
                  </a:lnTo>
                  <a:lnTo>
                    <a:pt x="147583" y="90107"/>
                  </a:lnTo>
                  <a:lnTo>
                    <a:pt x="146385" y="87263"/>
                  </a:lnTo>
                  <a:lnTo>
                    <a:pt x="145038" y="84419"/>
                  </a:lnTo>
                  <a:lnTo>
                    <a:pt x="143542" y="81575"/>
                  </a:lnTo>
                  <a:lnTo>
                    <a:pt x="149379" y="77833"/>
                  </a:lnTo>
                  <a:close/>
                  <a:moveTo>
                    <a:pt x="60620" y="76935"/>
                  </a:moveTo>
                  <a:lnTo>
                    <a:pt x="66457" y="80527"/>
                  </a:lnTo>
                  <a:lnTo>
                    <a:pt x="64661" y="83521"/>
                  </a:lnTo>
                  <a:lnTo>
                    <a:pt x="63164" y="86664"/>
                  </a:lnTo>
                  <a:lnTo>
                    <a:pt x="61967" y="89957"/>
                  </a:lnTo>
                  <a:lnTo>
                    <a:pt x="60919" y="93399"/>
                  </a:lnTo>
                  <a:lnTo>
                    <a:pt x="54184" y="91903"/>
                  </a:lnTo>
                  <a:lnTo>
                    <a:pt x="55381" y="88011"/>
                  </a:lnTo>
                  <a:lnTo>
                    <a:pt x="56878" y="84119"/>
                  </a:lnTo>
                  <a:lnTo>
                    <a:pt x="58524" y="80527"/>
                  </a:lnTo>
                  <a:lnTo>
                    <a:pt x="60620" y="76935"/>
                  </a:lnTo>
                  <a:close/>
                  <a:moveTo>
                    <a:pt x="139051" y="77683"/>
                  </a:moveTo>
                  <a:lnTo>
                    <a:pt x="140398" y="79479"/>
                  </a:lnTo>
                  <a:lnTo>
                    <a:pt x="141745" y="81575"/>
                  </a:lnTo>
                  <a:lnTo>
                    <a:pt x="142943" y="83521"/>
                  </a:lnTo>
                  <a:lnTo>
                    <a:pt x="144140" y="85766"/>
                  </a:lnTo>
                  <a:lnTo>
                    <a:pt x="145038" y="87861"/>
                  </a:lnTo>
                  <a:lnTo>
                    <a:pt x="145936" y="90256"/>
                  </a:lnTo>
                  <a:lnTo>
                    <a:pt x="146685" y="92501"/>
                  </a:lnTo>
                  <a:lnTo>
                    <a:pt x="147283" y="94896"/>
                  </a:lnTo>
                  <a:lnTo>
                    <a:pt x="128274" y="92202"/>
                  </a:lnTo>
                  <a:lnTo>
                    <a:pt x="139051" y="77683"/>
                  </a:lnTo>
                  <a:close/>
                  <a:moveTo>
                    <a:pt x="69750" y="78432"/>
                  </a:moveTo>
                  <a:lnTo>
                    <a:pt x="80377" y="92352"/>
                  </a:lnTo>
                  <a:lnTo>
                    <a:pt x="61967" y="95046"/>
                  </a:lnTo>
                  <a:lnTo>
                    <a:pt x="61967" y="95046"/>
                  </a:lnTo>
                  <a:lnTo>
                    <a:pt x="62566" y="92801"/>
                  </a:lnTo>
                  <a:lnTo>
                    <a:pt x="63314" y="90556"/>
                  </a:lnTo>
                  <a:lnTo>
                    <a:pt x="64062" y="88460"/>
                  </a:lnTo>
                  <a:lnTo>
                    <a:pt x="64960" y="86215"/>
                  </a:lnTo>
                  <a:lnTo>
                    <a:pt x="66008" y="84119"/>
                  </a:lnTo>
                  <a:lnTo>
                    <a:pt x="67206" y="82174"/>
                  </a:lnTo>
                  <a:lnTo>
                    <a:pt x="68403" y="80228"/>
                  </a:lnTo>
                  <a:lnTo>
                    <a:pt x="69750" y="78432"/>
                  </a:lnTo>
                  <a:close/>
                  <a:moveTo>
                    <a:pt x="155516" y="93250"/>
                  </a:moveTo>
                  <a:lnTo>
                    <a:pt x="156115" y="96094"/>
                  </a:lnTo>
                  <a:lnTo>
                    <a:pt x="148930" y="95046"/>
                  </a:lnTo>
                  <a:lnTo>
                    <a:pt x="148631" y="94148"/>
                  </a:lnTo>
                  <a:lnTo>
                    <a:pt x="155516" y="93250"/>
                  </a:lnTo>
                  <a:close/>
                  <a:moveTo>
                    <a:pt x="53884" y="92950"/>
                  </a:moveTo>
                  <a:lnTo>
                    <a:pt x="60620" y="94447"/>
                  </a:lnTo>
                  <a:lnTo>
                    <a:pt x="60470" y="95345"/>
                  </a:lnTo>
                  <a:lnTo>
                    <a:pt x="53285" y="96393"/>
                  </a:lnTo>
                  <a:lnTo>
                    <a:pt x="53884" y="92950"/>
                  </a:lnTo>
                  <a:close/>
                  <a:moveTo>
                    <a:pt x="154767" y="56129"/>
                  </a:moveTo>
                  <a:lnTo>
                    <a:pt x="157013" y="58524"/>
                  </a:lnTo>
                  <a:lnTo>
                    <a:pt x="159108" y="61069"/>
                  </a:lnTo>
                  <a:lnTo>
                    <a:pt x="161054" y="63613"/>
                  </a:lnTo>
                  <a:lnTo>
                    <a:pt x="163000" y="66308"/>
                  </a:lnTo>
                  <a:lnTo>
                    <a:pt x="158509" y="70948"/>
                  </a:lnTo>
                  <a:lnTo>
                    <a:pt x="164796" y="69152"/>
                  </a:lnTo>
                  <a:lnTo>
                    <a:pt x="167041" y="73492"/>
                  </a:lnTo>
                  <a:lnTo>
                    <a:pt x="169137" y="77833"/>
                  </a:lnTo>
                  <a:lnTo>
                    <a:pt x="170933" y="82473"/>
                  </a:lnTo>
                  <a:lnTo>
                    <a:pt x="172280" y="87263"/>
                  </a:lnTo>
                  <a:lnTo>
                    <a:pt x="166592" y="90107"/>
                  </a:lnTo>
                  <a:lnTo>
                    <a:pt x="173028" y="90406"/>
                  </a:lnTo>
                  <a:lnTo>
                    <a:pt x="173777" y="94447"/>
                  </a:lnTo>
                  <a:lnTo>
                    <a:pt x="174226" y="98638"/>
                  </a:lnTo>
                  <a:lnTo>
                    <a:pt x="157911" y="96393"/>
                  </a:lnTo>
                  <a:lnTo>
                    <a:pt x="157312" y="93100"/>
                  </a:lnTo>
                  <a:lnTo>
                    <a:pt x="161204" y="92651"/>
                  </a:lnTo>
                  <a:lnTo>
                    <a:pt x="161653" y="93250"/>
                  </a:lnTo>
                  <a:lnTo>
                    <a:pt x="162401" y="93699"/>
                  </a:lnTo>
                  <a:lnTo>
                    <a:pt x="163299" y="93848"/>
                  </a:lnTo>
                  <a:lnTo>
                    <a:pt x="164047" y="93549"/>
                  </a:lnTo>
                  <a:lnTo>
                    <a:pt x="164497" y="93399"/>
                  </a:lnTo>
                  <a:lnTo>
                    <a:pt x="164796" y="93100"/>
                  </a:lnTo>
                  <a:lnTo>
                    <a:pt x="165245" y="92352"/>
                  </a:lnTo>
                  <a:lnTo>
                    <a:pt x="165395" y="91603"/>
                  </a:lnTo>
                  <a:lnTo>
                    <a:pt x="165245" y="91154"/>
                  </a:lnTo>
                  <a:lnTo>
                    <a:pt x="165095" y="90705"/>
                  </a:lnTo>
                  <a:lnTo>
                    <a:pt x="164946" y="90256"/>
                  </a:lnTo>
                  <a:lnTo>
                    <a:pt x="164646" y="89957"/>
                  </a:lnTo>
                  <a:lnTo>
                    <a:pt x="163898" y="89508"/>
                  </a:lnTo>
                  <a:lnTo>
                    <a:pt x="163000" y="89358"/>
                  </a:lnTo>
                  <a:lnTo>
                    <a:pt x="162700" y="89508"/>
                  </a:lnTo>
                  <a:lnTo>
                    <a:pt x="162251" y="89657"/>
                  </a:lnTo>
                  <a:lnTo>
                    <a:pt x="161653" y="89957"/>
                  </a:lnTo>
                  <a:lnTo>
                    <a:pt x="161353" y="90406"/>
                  </a:lnTo>
                  <a:lnTo>
                    <a:pt x="161054" y="91005"/>
                  </a:lnTo>
                  <a:lnTo>
                    <a:pt x="160904" y="91603"/>
                  </a:lnTo>
                  <a:lnTo>
                    <a:pt x="157013" y="92052"/>
                  </a:lnTo>
                  <a:lnTo>
                    <a:pt x="155965" y="88161"/>
                  </a:lnTo>
                  <a:lnTo>
                    <a:pt x="154468" y="84269"/>
                  </a:lnTo>
                  <a:lnTo>
                    <a:pt x="152822" y="80527"/>
                  </a:lnTo>
                  <a:lnTo>
                    <a:pt x="150876" y="76935"/>
                  </a:lnTo>
                  <a:lnTo>
                    <a:pt x="154169" y="74690"/>
                  </a:lnTo>
                  <a:lnTo>
                    <a:pt x="154917" y="75139"/>
                  </a:lnTo>
                  <a:lnTo>
                    <a:pt x="155665" y="75288"/>
                  </a:lnTo>
                  <a:lnTo>
                    <a:pt x="156564" y="74989"/>
                  </a:lnTo>
                  <a:lnTo>
                    <a:pt x="157312" y="74540"/>
                  </a:lnTo>
                  <a:lnTo>
                    <a:pt x="157611" y="74241"/>
                  </a:lnTo>
                  <a:lnTo>
                    <a:pt x="157761" y="73941"/>
                  </a:lnTo>
                  <a:lnTo>
                    <a:pt x="157911" y="73043"/>
                  </a:lnTo>
                  <a:lnTo>
                    <a:pt x="157761" y="72295"/>
                  </a:lnTo>
                  <a:lnTo>
                    <a:pt x="157611" y="71846"/>
                  </a:lnTo>
                  <a:lnTo>
                    <a:pt x="157312" y="71546"/>
                  </a:lnTo>
                  <a:lnTo>
                    <a:pt x="157013" y="71247"/>
                  </a:lnTo>
                  <a:lnTo>
                    <a:pt x="156564" y="70948"/>
                  </a:lnTo>
                  <a:lnTo>
                    <a:pt x="155815" y="70798"/>
                  </a:lnTo>
                  <a:lnTo>
                    <a:pt x="154917" y="70948"/>
                  </a:lnTo>
                  <a:lnTo>
                    <a:pt x="154468" y="71097"/>
                  </a:lnTo>
                  <a:lnTo>
                    <a:pt x="154169" y="71397"/>
                  </a:lnTo>
                  <a:lnTo>
                    <a:pt x="153720" y="71995"/>
                  </a:lnTo>
                  <a:lnTo>
                    <a:pt x="153570" y="72594"/>
                  </a:lnTo>
                  <a:lnTo>
                    <a:pt x="153570" y="73193"/>
                  </a:lnTo>
                  <a:lnTo>
                    <a:pt x="153720" y="73792"/>
                  </a:lnTo>
                  <a:lnTo>
                    <a:pt x="150277" y="76037"/>
                  </a:lnTo>
                  <a:lnTo>
                    <a:pt x="147882" y="72594"/>
                  </a:lnTo>
                  <a:lnTo>
                    <a:pt x="145188" y="69301"/>
                  </a:lnTo>
                  <a:lnTo>
                    <a:pt x="154767" y="56129"/>
                  </a:lnTo>
                  <a:close/>
                  <a:moveTo>
                    <a:pt x="53735" y="57177"/>
                  </a:moveTo>
                  <a:lnTo>
                    <a:pt x="63464" y="70050"/>
                  </a:lnTo>
                  <a:lnTo>
                    <a:pt x="61518" y="72594"/>
                  </a:lnTo>
                  <a:lnTo>
                    <a:pt x="59722" y="75139"/>
                  </a:lnTo>
                  <a:lnTo>
                    <a:pt x="56429" y="73193"/>
                  </a:lnTo>
                  <a:lnTo>
                    <a:pt x="56578" y="72444"/>
                  </a:lnTo>
                  <a:lnTo>
                    <a:pt x="56279" y="71546"/>
                  </a:lnTo>
                  <a:lnTo>
                    <a:pt x="55830" y="70948"/>
                  </a:lnTo>
                  <a:lnTo>
                    <a:pt x="55082" y="70499"/>
                  </a:lnTo>
                  <a:lnTo>
                    <a:pt x="54633" y="70349"/>
                  </a:lnTo>
                  <a:lnTo>
                    <a:pt x="54184" y="70349"/>
                  </a:lnTo>
                  <a:lnTo>
                    <a:pt x="53435" y="70648"/>
                  </a:lnTo>
                  <a:lnTo>
                    <a:pt x="52687" y="71097"/>
                  </a:lnTo>
                  <a:lnTo>
                    <a:pt x="52537" y="71397"/>
                  </a:lnTo>
                  <a:lnTo>
                    <a:pt x="52238" y="71846"/>
                  </a:lnTo>
                  <a:lnTo>
                    <a:pt x="52238" y="72295"/>
                  </a:lnTo>
                  <a:lnTo>
                    <a:pt x="52238" y="72744"/>
                  </a:lnTo>
                  <a:lnTo>
                    <a:pt x="52387" y="73492"/>
                  </a:lnTo>
                  <a:lnTo>
                    <a:pt x="52836" y="74241"/>
                  </a:lnTo>
                  <a:lnTo>
                    <a:pt x="53285" y="74540"/>
                  </a:lnTo>
                  <a:lnTo>
                    <a:pt x="53585" y="74690"/>
                  </a:lnTo>
                  <a:lnTo>
                    <a:pt x="54333" y="74839"/>
                  </a:lnTo>
                  <a:lnTo>
                    <a:pt x="54932" y="74690"/>
                  </a:lnTo>
                  <a:lnTo>
                    <a:pt x="55531" y="74540"/>
                  </a:lnTo>
                  <a:lnTo>
                    <a:pt x="55980" y="74091"/>
                  </a:lnTo>
                  <a:lnTo>
                    <a:pt x="59123" y="76037"/>
                  </a:lnTo>
                  <a:lnTo>
                    <a:pt x="57027" y="79629"/>
                  </a:lnTo>
                  <a:lnTo>
                    <a:pt x="55231" y="83521"/>
                  </a:lnTo>
                  <a:lnTo>
                    <a:pt x="53585" y="87412"/>
                  </a:lnTo>
                  <a:lnTo>
                    <a:pt x="52387" y="91603"/>
                  </a:lnTo>
                  <a:lnTo>
                    <a:pt x="48645" y="90705"/>
                  </a:lnTo>
                  <a:lnTo>
                    <a:pt x="48496" y="89957"/>
                  </a:lnTo>
                  <a:lnTo>
                    <a:pt x="47897" y="89208"/>
                  </a:lnTo>
                  <a:lnTo>
                    <a:pt x="47298" y="88759"/>
                  </a:lnTo>
                  <a:lnTo>
                    <a:pt x="46400" y="88610"/>
                  </a:lnTo>
                  <a:lnTo>
                    <a:pt x="45951" y="88759"/>
                  </a:lnTo>
                  <a:lnTo>
                    <a:pt x="45652" y="88759"/>
                  </a:lnTo>
                  <a:lnTo>
                    <a:pt x="44904" y="89358"/>
                  </a:lnTo>
                  <a:lnTo>
                    <a:pt x="44454" y="89957"/>
                  </a:lnTo>
                  <a:lnTo>
                    <a:pt x="44305" y="90406"/>
                  </a:lnTo>
                  <a:lnTo>
                    <a:pt x="44155" y="90855"/>
                  </a:lnTo>
                  <a:lnTo>
                    <a:pt x="44305" y="91304"/>
                  </a:lnTo>
                  <a:lnTo>
                    <a:pt x="44454" y="91753"/>
                  </a:lnTo>
                  <a:lnTo>
                    <a:pt x="44904" y="92352"/>
                  </a:lnTo>
                  <a:lnTo>
                    <a:pt x="45502" y="92950"/>
                  </a:lnTo>
                  <a:lnTo>
                    <a:pt x="45951" y="92950"/>
                  </a:lnTo>
                  <a:lnTo>
                    <a:pt x="46400" y="93100"/>
                  </a:lnTo>
                  <a:lnTo>
                    <a:pt x="46999" y="92950"/>
                  </a:lnTo>
                  <a:lnTo>
                    <a:pt x="47598" y="92651"/>
                  </a:lnTo>
                  <a:lnTo>
                    <a:pt x="48047" y="92352"/>
                  </a:lnTo>
                  <a:lnTo>
                    <a:pt x="48496" y="91753"/>
                  </a:lnTo>
                  <a:lnTo>
                    <a:pt x="52238" y="92501"/>
                  </a:lnTo>
                  <a:lnTo>
                    <a:pt x="51789" y="94597"/>
                  </a:lnTo>
                  <a:lnTo>
                    <a:pt x="51340" y="96692"/>
                  </a:lnTo>
                  <a:lnTo>
                    <a:pt x="35025" y="99237"/>
                  </a:lnTo>
                  <a:lnTo>
                    <a:pt x="35623" y="94747"/>
                  </a:lnTo>
                  <a:lnTo>
                    <a:pt x="36372" y="90406"/>
                  </a:lnTo>
                  <a:lnTo>
                    <a:pt x="42808" y="90107"/>
                  </a:lnTo>
                  <a:lnTo>
                    <a:pt x="37120" y="87113"/>
                  </a:lnTo>
                  <a:lnTo>
                    <a:pt x="38467" y="82473"/>
                  </a:lnTo>
                  <a:lnTo>
                    <a:pt x="40263" y="77833"/>
                  </a:lnTo>
                  <a:lnTo>
                    <a:pt x="42359" y="73492"/>
                  </a:lnTo>
                  <a:lnTo>
                    <a:pt x="44604" y="69152"/>
                  </a:lnTo>
                  <a:lnTo>
                    <a:pt x="50891" y="70948"/>
                  </a:lnTo>
                  <a:lnTo>
                    <a:pt x="46400" y="66308"/>
                  </a:lnTo>
                  <a:lnTo>
                    <a:pt x="48047" y="63913"/>
                  </a:lnTo>
                  <a:lnTo>
                    <a:pt x="49843" y="61518"/>
                  </a:lnTo>
                  <a:lnTo>
                    <a:pt x="51789" y="59273"/>
                  </a:lnTo>
                  <a:lnTo>
                    <a:pt x="53735" y="57177"/>
                  </a:lnTo>
                  <a:close/>
                  <a:moveTo>
                    <a:pt x="174076" y="90556"/>
                  </a:moveTo>
                  <a:lnTo>
                    <a:pt x="185302" y="91005"/>
                  </a:lnTo>
                  <a:lnTo>
                    <a:pt x="185901" y="95645"/>
                  </a:lnTo>
                  <a:lnTo>
                    <a:pt x="186200" y="100285"/>
                  </a:lnTo>
                  <a:lnTo>
                    <a:pt x="175273" y="98638"/>
                  </a:lnTo>
                  <a:lnTo>
                    <a:pt x="174824" y="94597"/>
                  </a:lnTo>
                  <a:lnTo>
                    <a:pt x="174076" y="90556"/>
                  </a:lnTo>
                  <a:close/>
                  <a:moveTo>
                    <a:pt x="35324" y="90556"/>
                  </a:moveTo>
                  <a:lnTo>
                    <a:pt x="34576" y="94896"/>
                  </a:lnTo>
                  <a:lnTo>
                    <a:pt x="34127" y="99387"/>
                  </a:lnTo>
                  <a:lnTo>
                    <a:pt x="23050" y="101033"/>
                  </a:lnTo>
                  <a:lnTo>
                    <a:pt x="23500" y="95944"/>
                  </a:lnTo>
                  <a:lnTo>
                    <a:pt x="24098" y="91154"/>
                  </a:lnTo>
                  <a:lnTo>
                    <a:pt x="35324" y="90556"/>
                  </a:lnTo>
                  <a:close/>
                  <a:moveTo>
                    <a:pt x="107319" y="15716"/>
                  </a:moveTo>
                  <a:lnTo>
                    <a:pt x="111660" y="16016"/>
                  </a:lnTo>
                  <a:lnTo>
                    <a:pt x="116001" y="16465"/>
                  </a:lnTo>
                  <a:lnTo>
                    <a:pt x="120192" y="17063"/>
                  </a:lnTo>
                  <a:lnTo>
                    <a:pt x="124383" y="17961"/>
                  </a:lnTo>
                  <a:lnTo>
                    <a:pt x="128424" y="19009"/>
                  </a:lnTo>
                  <a:lnTo>
                    <a:pt x="132465" y="20207"/>
                  </a:lnTo>
                  <a:lnTo>
                    <a:pt x="136507" y="21554"/>
                  </a:lnTo>
                  <a:lnTo>
                    <a:pt x="140249" y="23200"/>
                  </a:lnTo>
                  <a:lnTo>
                    <a:pt x="143991" y="24847"/>
                  </a:lnTo>
                  <a:lnTo>
                    <a:pt x="147733" y="26792"/>
                  </a:lnTo>
                  <a:lnTo>
                    <a:pt x="151325" y="28888"/>
                  </a:lnTo>
                  <a:lnTo>
                    <a:pt x="154767" y="31133"/>
                  </a:lnTo>
                  <a:lnTo>
                    <a:pt x="158060" y="33528"/>
                  </a:lnTo>
                  <a:lnTo>
                    <a:pt x="161204" y="36073"/>
                  </a:lnTo>
                  <a:lnTo>
                    <a:pt x="164347" y="38767"/>
                  </a:lnTo>
                  <a:lnTo>
                    <a:pt x="167340" y="41611"/>
                  </a:lnTo>
                  <a:lnTo>
                    <a:pt x="170184" y="44455"/>
                  </a:lnTo>
                  <a:lnTo>
                    <a:pt x="172878" y="47598"/>
                  </a:lnTo>
                  <a:lnTo>
                    <a:pt x="175423" y="50741"/>
                  </a:lnTo>
                  <a:lnTo>
                    <a:pt x="177818" y="54034"/>
                  </a:lnTo>
                  <a:lnTo>
                    <a:pt x="180063" y="57477"/>
                  </a:lnTo>
                  <a:lnTo>
                    <a:pt x="182308" y="61069"/>
                  </a:lnTo>
                  <a:lnTo>
                    <a:pt x="184254" y="64661"/>
                  </a:lnTo>
                  <a:lnTo>
                    <a:pt x="186050" y="68403"/>
                  </a:lnTo>
                  <a:lnTo>
                    <a:pt x="187547" y="72295"/>
                  </a:lnTo>
                  <a:lnTo>
                    <a:pt x="189044" y="76186"/>
                  </a:lnTo>
                  <a:lnTo>
                    <a:pt x="190241" y="80228"/>
                  </a:lnTo>
                  <a:lnTo>
                    <a:pt x="191289" y="84269"/>
                  </a:lnTo>
                  <a:lnTo>
                    <a:pt x="192187" y="88460"/>
                  </a:lnTo>
                  <a:lnTo>
                    <a:pt x="192935" y="92651"/>
                  </a:lnTo>
                  <a:lnTo>
                    <a:pt x="193384" y="96842"/>
                  </a:lnTo>
                  <a:lnTo>
                    <a:pt x="193684" y="101183"/>
                  </a:lnTo>
                  <a:lnTo>
                    <a:pt x="189792" y="100734"/>
                  </a:lnTo>
                  <a:lnTo>
                    <a:pt x="189343" y="95944"/>
                  </a:lnTo>
                  <a:lnTo>
                    <a:pt x="188744" y="91454"/>
                  </a:lnTo>
                  <a:lnTo>
                    <a:pt x="187846" y="86814"/>
                  </a:lnTo>
                  <a:lnTo>
                    <a:pt x="186799" y="82323"/>
                  </a:lnTo>
                  <a:lnTo>
                    <a:pt x="185451" y="77983"/>
                  </a:lnTo>
                  <a:lnTo>
                    <a:pt x="183955" y="73792"/>
                  </a:lnTo>
                  <a:lnTo>
                    <a:pt x="182159" y="69601"/>
                  </a:lnTo>
                  <a:lnTo>
                    <a:pt x="180213" y="65559"/>
                  </a:lnTo>
                  <a:lnTo>
                    <a:pt x="178117" y="61668"/>
                  </a:lnTo>
                  <a:lnTo>
                    <a:pt x="175722" y="57926"/>
                  </a:lnTo>
                  <a:lnTo>
                    <a:pt x="173178" y="54184"/>
                  </a:lnTo>
                  <a:lnTo>
                    <a:pt x="170334" y="50741"/>
                  </a:lnTo>
                  <a:lnTo>
                    <a:pt x="167490" y="47298"/>
                  </a:lnTo>
                  <a:lnTo>
                    <a:pt x="164347" y="44155"/>
                  </a:lnTo>
                  <a:lnTo>
                    <a:pt x="161204" y="41162"/>
                  </a:lnTo>
                  <a:lnTo>
                    <a:pt x="157761" y="38318"/>
                  </a:lnTo>
                  <a:lnTo>
                    <a:pt x="156414" y="37120"/>
                  </a:lnTo>
                  <a:lnTo>
                    <a:pt x="152373" y="34276"/>
                  </a:lnTo>
                  <a:lnTo>
                    <a:pt x="148182" y="31582"/>
                  </a:lnTo>
                  <a:lnTo>
                    <a:pt x="146535" y="30684"/>
                  </a:lnTo>
                  <a:lnTo>
                    <a:pt x="143691" y="29038"/>
                  </a:lnTo>
                  <a:lnTo>
                    <a:pt x="143392" y="28888"/>
                  </a:lnTo>
                  <a:lnTo>
                    <a:pt x="140099" y="27391"/>
                  </a:lnTo>
                  <a:lnTo>
                    <a:pt x="138902" y="26792"/>
                  </a:lnTo>
                  <a:lnTo>
                    <a:pt x="135309" y="25296"/>
                  </a:lnTo>
                  <a:lnTo>
                    <a:pt x="131567" y="23949"/>
                  </a:lnTo>
                  <a:lnTo>
                    <a:pt x="127825" y="22751"/>
                  </a:lnTo>
                  <a:lnTo>
                    <a:pt x="123934" y="21853"/>
                  </a:lnTo>
                  <a:lnTo>
                    <a:pt x="120042" y="20955"/>
                  </a:lnTo>
                  <a:lnTo>
                    <a:pt x="116001" y="20356"/>
                  </a:lnTo>
                  <a:lnTo>
                    <a:pt x="111959" y="19907"/>
                  </a:lnTo>
                  <a:lnTo>
                    <a:pt x="107918" y="19758"/>
                  </a:lnTo>
                  <a:lnTo>
                    <a:pt x="107319" y="15716"/>
                  </a:lnTo>
                  <a:close/>
                  <a:moveTo>
                    <a:pt x="101183" y="15716"/>
                  </a:moveTo>
                  <a:lnTo>
                    <a:pt x="100584" y="19758"/>
                  </a:lnTo>
                  <a:lnTo>
                    <a:pt x="96543" y="20057"/>
                  </a:lnTo>
                  <a:lnTo>
                    <a:pt x="92501" y="20506"/>
                  </a:lnTo>
                  <a:lnTo>
                    <a:pt x="88460" y="21105"/>
                  </a:lnTo>
                  <a:lnTo>
                    <a:pt x="84568" y="22003"/>
                  </a:lnTo>
                  <a:lnTo>
                    <a:pt x="80826" y="23051"/>
                  </a:lnTo>
                  <a:lnTo>
                    <a:pt x="76935" y="24248"/>
                  </a:lnTo>
                  <a:lnTo>
                    <a:pt x="73342" y="25595"/>
                  </a:lnTo>
                  <a:lnTo>
                    <a:pt x="69600" y="27242"/>
                  </a:lnTo>
                  <a:lnTo>
                    <a:pt x="66158" y="28888"/>
                  </a:lnTo>
                  <a:lnTo>
                    <a:pt x="62715" y="30684"/>
                  </a:lnTo>
                  <a:lnTo>
                    <a:pt x="59422" y="32780"/>
                  </a:lnTo>
                  <a:lnTo>
                    <a:pt x="56129" y="34875"/>
                  </a:lnTo>
                  <a:lnTo>
                    <a:pt x="52986" y="37120"/>
                  </a:lnTo>
                  <a:lnTo>
                    <a:pt x="49993" y="39665"/>
                  </a:lnTo>
                  <a:lnTo>
                    <a:pt x="46999" y="42209"/>
                  </a:lnTo>
                  <a:lnTo>
                    <a:pt x="44305" y="44904"/>
                  </a:lnTo>
                  <a:lnTo>
                    <a:pt x="41611" y="47747"/>
                  </a:lnTo>
                  <a:lnTo>
                    <a:pt x="39066" y="50591"/>
                  </a:lnTo>
                  <a:lnTo>
                    <a:pt x="36671" y="53585"/>
                  </a:lnTo>
                  <a:lnTo>
                    <a:pt x="34426" y="56878"/>
                  </a:lnTo>
                  <a:lnTo>
                    <a:pt x="32331" y="60021"/>
                  </a:lnTo>
                  <a:lnTo>
                    <a:pt x="30235" y="63464"/>
                  </a:lnTo>
                  <a:lnTo>
                    <a:pt x="28439" y="66906"/>
                  </a:lnTo>
                  <a:lnTo>
                    <a:pt x="26792" y="70349"/>
                  </a:lnTo>
                  <a:lnTo>
                    <a:pt x="25296" y="74091"/>
                  </a:lnTo>
                  <a:lnTo>
                    <a:pt x="23949" y="77833"/>
                  </a:lnTo>
                  <a:lnTo>
                    <a:pt x="22751" y="81575"/>
                  </a:lnTo>
                  <a:lnTo>
                    <a:pt x="21853" y="85466"/>
                  </a:lnTo>
                  <a:lnTo>
                    <a:pt x="20955" y="89358"/>
                  </a:lnTo>
                  <a:lnTo>
                    <a:pt x="20356" y="93399"/>
                  </a:lnTo>
                  <a:lnTo>
                    <a:pt x="19907" y="97441"/>
                  </a:lnTo>
                  <a:lnTo>
                    <a:pt x="19608" y="101482"/>
                  </a:lnTo>
                  <a:lnTo>
                    <a:pt x="15716" y="102081"/>
                  </a:lnTo>
                  <a:lnTo>
                    <a:pt x="15866" y="97740"/>
                  </a:lnTo>
                  <a:lnTo>
                    <a:pt x="16315" y="93399"/>
                  </a:lnTo>
                  <a:lnTo>
                    <a:pt x="17063" y="89208"/>
                  </a:lnTo>
                  <a:lnTo>
                    <a:pt x="17812" y="85017"/>
                  </a:lnTo>
                  <a:lnTo>
                    <a:pt x="18859" y="80976"/>
                  </a:lnTo>
                  <a:lnTo>
                    <a:pt x="20057" y="76935"/>
                  </a:lnTo>
                  <a:lnTo>
                    <a:pt x="21554" y="73043"/>
                  </a:lnTo>
                  <a:lnTo>
                    <a:pt x="23050" y="69152"/>
                  </a:lnTo>
                  <a:lnTo>
                    <a:pt x="24847" y="65410"/>
                  </a:lnTo>
                  <a:lnTo>
                    <a:pt x="26792" y="61817"/>
                  </a:lnTo>
                  <a:lnTo>
                    <a:pt x="28888" y="58225"/>
                  </a:lnTo>
                  <a:lnTo>
                    <a:pt x="31133" y="54782"/>
                  </a:lnTo>
                  <a:lnTo>
                    <a:pt x="33378" y="51340"/>
                  </a:lnTo>
                  <a:lnTo>
                    <a:pt x="35923" y="48197"/>
                  </a:lnTo>
                  <a:lnTo>
                    <a:pt x="38617" y="45053"/>
                  </a:lnTo>
                  <a:lnTo>
                    <a:pt x="41461" y="42060"/>
                  </a:lnTo>
                  <a:lnTo>
                    <a:pt x="44454" y="39216"/>
                  </a:lnTo>
                  <a:lnTo>
                    <a:pt x="47448" y="36522"/>
                  </a:lnTo>
                  <a:lnTo>
                    <a:pt x="50741" y="33977"/>
                  </a:lnTo>
                  <a:lnTo>
                    <a:pt x="54034" y="31582"/>
                  </a:lnTo>
                  <a:lnTo>
                    <a:pt x="57476" y="29337"/>
                  </a:lnTo>
                  <a:lnTo>
                    <a:pt x="60919" y="27242"/>
                  </a:lnTo>
                  <a:lnTo>
                    <a:pt x="64661" y="25296"/>
                  </a:lnTo>
                  <a:lnTo>
                    <a:pt x="68403" y="23500"/>
                  </a:lnTo>
                  <a:lnTo>
                    <a:pt x="72145" y="21853"/>
                  </a:lnTo>
                  <a:lnTo>
                    <a:pt x="76186" y="20356"/>
                  </a:lnTo>
                  <a:lnTo>
                    <a:pt x="80078" y="19159"/>
                  </a:lnTo>
                  <a:lnTo>
                    <a:pt x="84119" y="18111"/>
                  </a:lnTo>
                  <a:lnTo>
                    <a:pt x="88310" y="17213"/>
                  </a:lnTo>
                  <a:lnTo>
                    <a:pt x="92501" y="16614"/>
                  </a:lnTo>
                  <a:lnTo>
                    <a:pt x="96842" y="16016"/>
                  </a:lnTo>
                  <a:lnTo>
                    <a:pt x="101183" y="15716"/>
                  </a:lnTo>
                  <a:close/>
                  <a:moveTo>
                    <a:pt x="104176" y="5837"/>
                  </a:moveTo>
                  <a:lnTo>
                    <a:pt x="105224" y="12274"/>
                  </a:lnTo>
                  <a:lnTo>
                    <a:pt x="105673" y="15716"/>
                  </a:lnTo>
                  <a:lnTo>
                    <a:pt x="106272" y="19608"/>
                  </a:lnTo>
                  <a:lnTo>
                    <a:pt x="106870" y="23051"/>
                  </a:lnTo>
                  <a:lnTo>
                    <a:pt x="108517" y="33977"/>
                  </a:lnTo>
                  <a:lnTo>
                    <a:pt x="108666" y="35025"/>
                  </a:lnTo>
                  <a:lnTo>
                    <a:pt x="111061" y="51190"/>
                  </a:lnTo>
                  <a:lnTo>
                    <a:pt x="111361" y="52986"/>
                  </a:lnTo>
                  <a:lnTo>
                    <a:pt x="112408" y="60171"/>
                  </a:lnTo>
                  <a:lnTo>
                    <a:pt x="112708" y="61668"/>
                  </a:lnTo>
                  <a:lnTo>
                    <a:pt x="115552" y="80826"/>
                  </a:lnTo>
                  <a:lnTo>
                    <a:pt x="115701" y="81425"/>
                  </a:lnTo>
                  <a:lnTo>
                    <a:pt x="115701" y="82174"/>
                  </a:lnTo>
                  <a:lnTo>
                    <a:pt x="116300" y="86215"/>
                  </a:lnTo>
                  <a:lnTo>
                    <a:pt x="116450" y="86814"/>
                  </a:lnTo>
                  <a:lnTo>
                    <a:pt x="117048" y="90556"/>
                  </a:lnTo>
                  <a:lnTo>
                    <a:pt x="117048" y="90705"/>
                  </a:lnTo>
                  <a:lnTo>
                    <a:pt x="116749" y="90705"/>
                  </a:lnTo>
                  <a:lnTo>
                    <a:pt x="115252" y="92352"/>
                  </a:lnTo>
                  <a:lnTo>
                    <a:pt x="113606" y="94148"/>
                  </a:lnTo>
                  <a:lnTo>
                    <a:pt x="113456" y="94148"/>
                  </a:lnTo>
                  <a:lnTo>
                    <a:pt x="111810" y="95944"/>
                  </a:lnTo>
                  <a:lnTo>
                    <a:pt x="110163" y="97740"/>
                  </a:lnTo>
                  <a:lnTo>
                    <a:pt x="110163" y="97590"/>
                  </a:lnTo>
                  <a:lnTo>
                    <a:pt x="110014" y="95794"/>
                  </a:lnTo>
                  <a:lnTo>
                    <a:pt x="109714" y="95794"/>
                  </a:lnTo>
                  <a:lnTo>
                    <a:pt x="109565" y="97141"/>
                  </a:lnTo>
                  <a:lnTo>
                    <a:pt x="109565" y="97291"/>
                  </a:lnTo>
                  <a:lnTo>
                    <a:pt x="109415" y="98489"/>
                  </a:lnTo>
                  <a:lnTo>
                    <a:pt x="108517" y="99536"/>
                  </a:lnTo>
                  <a:lnTo>
                    <a:pt x="108367" y="99686"/>
                  </a:lnTo>
                  <a:lnTo>
                    <a:pt x="106870" y="101332"/>
                  </a:lnTo>
                  <a:lnTo>
                    <a:pt x="106721" y="101482"/>
                  </a:lnTo>
                  <a:lnTo>
                    <a:pt x="105224" y="102979"/>
                  </a:lnTo>
                  <a:lnTo>
                    <a:pt x="104775" y="103428"/>
                  </a:lnTo>
                  <a:lnTo>
                    <a:pt x="104625" y="103578"/>
                  </a:lnTo>
                  <a:lnTo>
                    <a:pt x="104026" y="102979"/>
                  </a:lnTo>
                  <a:lnTo>
                    <a:pt x="103577" y="102530"/>
                  </a:lnTo>
                  <a:lnTo>
                    <a:pt x="102380" y="101482"/>
                  </a:lnTo>
                  <a:lnTo>
                    <a:pt x="102380" y="101332"/>
                  </a:lnTo>
                  <a:lnTo>
                    <a:pt x="101033" y="100135"/>
                  </a:lnTo>
                  <a:lnTo>
                    <a:pt x="103428" y="100135"/>
                  </a:lnTo>
                  <a:lnTo>
                    <a:pt x="103877" y="99985"/>
                  </a:lnTo>
                  <a:lnTo>
                    <a:pt x="105523" y="99985"/>
                  </a:lnTo>
                  <a:lnTo>
                    <a:pt x="106721" y="99836"/>
                  </a:lnTo>
                  <a:lnTo>
                    <a:pt x="106870" y="99686"/>
                  </a:lnTo>
                  <a:lnTo>
                    <a:pt x="106870" y="99536"/>
                  </a:lnTo>
                  <a:lnTo>
                    <a:pt x="106721" y="99387"/>
                  </a:lnTo>
                  <a:lnTo>
                    <a:pt x="105224" y="99237"/>
                  </a:lnTo>
                  <a:lnTo>
                    <a:pt x="100135" y="99237"/>
                  </a:lnTo>
                  <a:lnTo>
                    <a:pt x="98788" y="98039"/>
                  </a:lnTo>
                  <a:lnTo>
                    <a:pt x="98788" y="97890"/>
                  </a:lnTo>
                  <a:lnTo>
                    <a:pt x="97441" y="96692"/>
                  </a:lnTo>
                  <a:lnTo>
                    <a:pt x="99835" y="96842"/>
                  </a:lnTo>
                  <a:lnTo>
                    <a:pt x="105074" y="96842"/>
                  </a:lnTo>
                  <a:lnTo>
                    <a:pt x="105523" y="96692"/>
                  </a:lnTo>
                  <a:lnTo>
                    <a:pt x="105673" y="96692"/>
                  </a:lnTo>
                  <a:lnTo>
                    <a:pt x="107619" y="96543"/>
                  </a:lnTo>
                  <a:lnTo>
                    <a:pt x="107619" y="96393"/>
                  </a:lnTo>
                  <a:lnTo>
                    <a:pt x="107619" y="96243"/>
                  </a:lnTo>
                  <a:lnTo>
                    <a:pt x="105074" y="95944"/>
                  </a:lnTo>
                  <a:lnTo>
                    <a:pt x="100284" y="95944"/>
                  </a:lnTo>
                  <a:lnTo>
                    <a:pt x="97141" y="96243"/>
                  </a:lnTo>
                  <a:lnTo>
                    <a:pt x="96992" y="96243"/>
                  </a:lnTo>
                  <a:lnTo>
                    <a:pt x="92352" y="91753"/>
                  </a:lnTo>
                  <a:lnTo>
                    <a:pt x="92651" y="90107"/>
                  </a:lnTo>
                  <a:lnTo>
                    <a:pt x="95195" y="90406"/>
                  </a:lnTo>
                  <a:lnTo>
                    <a:pt x="97890" y="90406"/>
                  </a:lnTo>
                  <a:lnTo>
                    <a:pt x="103128" y="90256"/>
                  </a:lnTo>
                  <a:lnTo>
                    <a:pt x="104925" y="90256"/>
                  </a:lnTo>
                  <a:lnTo>
                    <a:pt x="105224" y="90107"/>
                  </a:lnTo>
                  <a:lnTo>
                    <a:pt x="105972" y="90107"/>
                  </a:lnTo>
                  <a:lnTo>
                    <a:pt x="105972" y="89957"/>
                  </a:lnTo>
                  <a:lnTo>
                    <a:pt x="105972" y="89807"/>
                  </a:lnTo>
                  <a:lnTo>
                    <a:pt x="105823" y="89657"/>
                  </a:lnTo>
                  <a:lnTo>
                    <a:pt x="102679" y="89657"/>
                  </a:lnTo>
                  <a:lnTo>
                    <a:pt x="97590" y="89508"/>
                  </a:lnTo>
                  <a:lnTo>
                    <a:pt x="95195" y="89508"/>
                  </a:lnTo>
                  <a:lnTo>
                    <a:pt x="92651" y="89807"/>
                  </a:lnTo>
                  <a:lnTo>
                    <a:pt x="93549" y="82922"/>
                  </a:lnTo>
                  <a:lnTo>
                    <a:pt x="93699" y="82174"/>
                  </a:lnTo>
                  <a:lnTo>
                    <a:pt x="93848" y="81425"/>
                  </a:lnTo>
                  <a:lnTo>
                    <a:pt x="96543" y="61817"/>
                  </a:lnTo>
                  <a:lnTo>
                    <a:pt x="96692" y="60171"/>
                  </a:lnTo>
                  <a:lnTo>
                    <a:pt x="97740" y="53136"/>
                  </a:lnTo>
                  <a:lnTo>
                    <a:pt x="97890" y="51340"/>
                  </a:lnTo>
                  <a:lnTo>
                    <a:pt x="100135" y="35025"/>
                  </a:lnTo>
                  <a:lnTo>
                    <a:pt x="100284" y="34127"/>
                  </a:lnTo>
                  <a:lnTo>
                    <a:pt x="101781" y="23051"/>
                  </a:lnTo>
                  <a:lnTo>
                    <a:pt x="102230" y="19608"/>
                  </a:lnTo>
                  <a:lnTo>
                    <a:pt x="102829" y="15716"/>
                  </a:lnTo>
                  <a:lnTo>
                    <a:pt x="103278" y="12274"/>
                  </a:lnTo>
                  <a:lnTo>
                    <a:pt x="104176" y="5837"/>
                  </a:lnTo>
                  <a:close/>
                  <a:moveTo>
                    <a:pt x="53285" y="113456"/>
                  </a:moveTo>
                  <a:lnTo>
                    <a:pt x="60021" y="114354"/>
                  </a:lnTo>
                  <a:lnTo>
                    <a:pt x="53884" y="116151"/>
                  </a:lnTo>
                  <a:lnTo>
                    <a:pt x="53285" y="113456"/>
                  </a:lnTo>
                  <a:close/>
                  <a:moveTo>
                    <a:pt x="90705" y="92352"/>
                  </a:moveTo>
                  <a:lnTo>
                    <a:pt x="90555" y="92651"/>
                  </a:lnTo>
                  <a:lnTo>
                    <a:pt x="92052" y="93998"/>
                  </a:lnTo>
                  <a:lnTo>
                    <a:pt x="92202" y="94148"/>
                  </a:lnTo>
                  <a:lnTo>
                    <a:pt x="93998" y="95794"/>
                  </a:lnTo>
                  <a:lnTo>
                    <a:pt x="95794" y="97441"/>
                  </a:lnTo>
                  <a:lnTo>
                    <a:pt x="95794" y="97590"/>
                  </a:lnTo>
                  <a:lnTo>
                    <a:pt x="97590" y="99087"/>
                  </a:lnTo>
                  <a:lnTo>
                    <a:pt x="97590" y="99237"/>
                  </a:lnTo>
                  <a:lnTo>
                    <a:pt x="97740" y="99387"/>
                  </a:lnTo>
                  <a:lnTo>
                    <a:pt x="97291" y="99387"/>
                  </a:lnTo>
                  <a:lnTo>
                    <a:pt x="95794" y="99536"/>
                  </a:lnTo>
                  <a:lnTo>
                    <a:pt x="95644" y="99686"/>
                  </a:lnTo>
                  <a:lnTo>
                    <a:pt x="95794" y="99686"/>
                  </a:lnTo>
                  <a:lnTo>
                    <a:pt x="96842" y="99836"/>
                  </a:lnTo>
                  <a:lnTo>
                    <a:pt x="96992" y="99836"/>
                  </a:lnTo>
                  <a:lnTo>
                    <a:pt x="98488" y="99985"/>
                  </a:lnTo>
                  <a:lnTo>
                    <a:pt x="99237" y="100734"/>
                  </a:lnTo>
                  <a:lnTo>
                    <a:pt x="99386" y="100883"/>
                  </a:lnTo>
                  <a:lnTo>
                    <a:pt x="101183" y="102530"/>
                  </a:lnTo>
                  <a:lnTo>
                    <a:pt x="101183" y="102680"/>
                  </a:lnTo>
                  <a:lnTo>
                    <a:pt x="102829" y="104027"/>
                  </a:lnTo>
                  <a:lnTo>
                    <a:pt x="103428" y="104625"/>
                  </a:lnTo>
                  <a:lnTo>
                    <a:pt x="103577" y="104775"/>
                  </a:lnTo>
                  <a:lnTo>
                    <a:pt x="103428" y="104775"/>
                  </a:lnTo>
                  <a:lnTo>
                    <a:pt x="102979" y="105374"/>
                  </a:lnTo>
                  <a:lnTo>
                    <a:pt x="102829" y="105523"/>
                  </a:lnTo>
                  <a:lnTo>
                    <a:pt x="102230" y="106122"/>
                  </a:lnTo>
                  <a:lnTo>
                    <a:pt x="101183" y="107320"/>
                  </a:lnTo>
                  <a:lnTo>
                    <a:pt x="101033" y="107320"/>
                  </a:lnTo>
                  <a:lnTo>
                    <a:pt x="99985" y="108517"/>
                  </a:lnTo>
                  <a:lnTo>
                    <a:pt x="99985" y="106122"/>
                  </a:lnTo>
                  <a:lnTo>
                    <a:pt x="99985" y="105523"/>
                  </a:lnTo>
                  <a:lnTo>
                    <a:pt x="99985" y="105374"/>
                  </a:lnTo>
                  <a:lnTo>
                    <a:pt x="99985" y="104925"/>
                  </a:lnTo>
                  <a:lnTo>
                    <a:pt x="99985" y="104775"/>
                  </a:lnTo>
                  <a:lnTo>
                    <a:pt x="99985" y="104176"/>
                  </a:lnTo>
                  <a:lnTo>
                    <a:pt x="99835" y="104027"/>
                  </a:lnTo>
                  <a:lnTo>
                    <a:pt x="99835" y="103727"/>
                  </a:lnTo>
                  <a:lnTo>
                    <a:pt x="99686" y="102680"/>
                  </a:lnTo>
                  <a:lnTo>
                    <a:pt x="99686" y="102530"/>
                  </a:lnTo>
                  <a:lnTo>
                    <a:pt x="99386" y="102530"/>
                  </a:lnTo>
                  <a:lnTo>
                    <a:pt x="99386" y="102680"/>
                  </a:lnTo>
                  <a:lnTo>
                    <a:pt x="99237" y="104176"/>
                  </a:lnTo>
                  <a:lnTo>
                    <a:pt x="99237" y="104476"/>
                  </a:lnTo>
                  <a:lnTo>
                    <a:pt x="99237" y="104625"/>
                  </a:lnTo>
                  <a:lnTo>
                    <a:pt x="99237" y="104775"/>
                  </a:lnTo>
                  <a:lnTo>
                    <a:pt x="99237" y="104925"/>
                  </a:lnTo>
                  <a:lnTo>
                    <a:pt x="99087" y="105374"/>
                  </a:lnTo>
                  <a:lnTo>
                    <a:pt x="99087" y="105523"/>
                  </a:lnTo>
                  <a:lnTo>
                    <a:pt x="99087" y="106122"/>
                  </a:lnTo>
                  <a:lnTo>
                    <a:pt x="99087" y="108667"/>
                  </a:lnTo>
                  <a:lnTo>
                    <a:pt x="99087" y="108816"/>
                  </a:lnTo>
                  <a:lnTo>
                    <a:pt x="99087" y="109415"/>
                  </a:lnTo>
                  <a:lnTo>
                    <a:pt x="96543" y="111960"/>
                  </a:lnTo>
                  <a:lnTo>
                    <a:pt x="96842" y="109116"/>
                  </a:lnTo>
                  <a:lnTo>
                    <a:pt x="96842" y="106272"/>
                  </a:lnTo>
                  <a:lnTo>
                    <a:pt x="96842" y="105523"/>
                  </a:lnTo>
                  <a:lnTo>
                    <a:pt x="96842" y="104925"/>
                  </a:lnTo>
                  <a:lnTo>
                    <a:pt x="96692" y="104326"/>
                  </a:lnTo>
                  <a:lnTo>
                    <a:pt x="96692" y="103727"/>
                  </a:lnTo>
                  <a:lnTo>
                    <a:pt x="96692" y="103428"/>
                  </a:lnTo>
                  <a:lnTo>
                    <a:pt x="96393" y="101931"/>
                  </a:lnTo>
                  <a:lnTo>
                    <a:pt x="96393" y="101781"/>
                  </a:lnTo>
                  <a:lnTo>
                    <a:pt x="96243" y="101931"/>
                  </a:lnTo>
                  <a:lnTo>
                    <a:pt x="95944" y="104176"/>
                  </a:lnTo>
                  <a:lnTo>
                    <a:pt x="95944" y="104326"/>
                  </a:lnTo>
                  <a:lnTo>
                    <a:pt x="95944" y="104925"/>
                  </a:lnTo>
                  <a:lnTo>
                    <a:pt x="95944" y="105523"/>
                  </a:lnTo>
                  <a:lnTo>
                    <a:pt x="95944" y="105673"/>
                  </a:lnTo>
                  <a:lnTo>
                    <a:pt x="95944" y="106272"/>
                  </a:lnTo>
                  <a:lnTo>
                    <a:pt x="95944" y="109415"/>
                  </a:lnTo>
                  <a:lnTo>
                    <a:pt x="96094" y="112558"/>
                  </a:lnTo>
                  <a:lnTo>
                    <a:pt x="91753" y="117049"/>
                  </a:lnTo>
                  <a:lnTo>
                    <a:pt x="90106" y="116899"/>
                  </a:lnTo>
                  <a:lnTo>
                    <a:pt x="90106" y="116749"/>
                  </a:lnTo>
                  <a:lnTo>
                    <a:pt x="90256" y="114354"/>
                  </a:lnTo>
                  <a:lnTo>
                    <a:pt x="90406" y="111810"/>
                  </a:lnTo>
                  <a:lnTo>
                    <a:pt x="90256" y="106721"/>
                  </a:lnTo>
                  <a:lnTo>
                    <a:pt x="90106" y="105823"/>
                  </a:lnTo>
                  <a:lnTo>
                    <a:pt x="90106" y="105224"/>
                  </a:lnTo>
                  <a:lnTo>
                    <a:pt x="90106" y="105074"/>
                  </a:lnTo>
                  <a:lnTo>
                    <a:pt x="90106" y="104176"/>
                  </a:lnTo>
                  <a:lnTo>
                    <a:pt x="90106" y="103727"/>
                  </a:lnTo>
                  <a:lnTo>
                    <a:pt x="90106" y="103578"/>
                  </a:lnTo>
                  <a:lnTo>
                    <a:pt x="89957" y="103428"/>
                  </a:lnTo>
                  <a:lnTo>
                    <a:pt x="89807" y="103578"/>
                  </a:lnTo>
                  <a:lnTo>
                    <a:pt x="89657" y="103578"/>
                  </a:lnTo>
                  <a:lnTo>
                    <a:pt x="89657" y="103727"/>
                  </a:lnTo>
                  <a:lnTo>
                    <a:pt x="89657" y="104625"/>
                  </a:lnTo>
                  <a:lnTo>
                    <a:pt x="89657" y="105523"/>
                  </a:lnTo>
                  <a:lnTo>
                    <a:pt x="89508" y="106571"/>
                  </a:lnTo>
                  <a:lnTo>
                    <a:pt x="89508" y="107769"/>
                  </a:lnTo>
                  <a:lnTo>
                    <a:pt x="89358" y="112259"/>
                  </a:lnTo>
                  <a:lnTo>
                    <a:pt x="89508" y="114504"/>
                  </a:lnTo>
                  <a:lnTo>
                    <a:pt x="89657" y="116749"/>
                  </a:lnTo>
                  <a:lnTo>
                    <a:pt x="89657" y="116749"/>
                  </a:lnTo>
                  <a:lnTo>
                    <a:pt x="83521" y="116001"/>
                  </a:lnTo>
                  <a:lnTo>
                    <a:pt x="82772" y="115851"/>
                  </a:lnTo>
                  <a:lnTo>
                    <a:pt x="82024" y="115702"/>
                  </a:lnTo>
                  <a:lnTo>
                    <a:pt x="61667" y="113007"/>
                  </a:lnTo>
                  <a:lnTo>
                    <a:pt x="60171" y="112708"/>
                  </a:lnTo>
                  <a:lnTo>
                    <a:pt x="52986" y="111810"/>
                  </a:lnTo>
                  <a:lnTo>
                    <a:pt x="51190" y="111511"/>
                  </a:lnTo>
                  <a:lnTo>
                    <a:pt x="35025" y="109265"/>
                  </a:lnTo>
                  <a:lnTo>
                    <a:pt x="33977" y="109116"/>
                  </a:lnTo>
                  <a:lnTo>
                    <a:pt x="23050" y="107619"/>
                  </a:lnTo>
                  <a:lnTo>
                    <a:pt x="19608" y="107170"/>
                  </a:lnTo>
                  <a:lnTo>
                    <a:pt x="15716" y="106571"/>
                  </a:lnTo>
                  <a:lnTo>
                    <a:pt x="12274" y="106122"/>
                  </a:lnTo>
                  <a:lnTo>
                    <a:pt x="5688" y="105224"/>
                  </a:lnTo>
                  <a:lnTo>
                    <a:pt x="12274" y="104326"/>
                  </a:lnTo>
                  <a:lnTo>
                    <a:pt x="15716" y="103727"/>
                  </a:lnTo>
                  <a:lnTo>
                    <a:pt x="19608" y="103129"/>
                  </a:lnTo>
                  <a:lnTo>
                    <a:pt x="23050" y="102680"/>
                  </a:lnTo>
                  <a:lnTo>
                    <a:pt x="33977" y="101033"/>
                  </a:lnTo>
                  <a:lnTo>
                    <a:pt x="35025" y="100883"/>
                  </a:lnTo>
                  <a:lnTo>
                    <a:pt x="51190" y="98339"/>
                  </a:lnTo>
                  <a:lnTo>
                    <a:pt x="52986" y="98039"/>
                  </a:lnTo>
                  <a:lnTo>
                    <a:pt x="60171" y="96992"/>
                  </a:lnTo>
                  <a:lnTo>
                    <a:pt x="61667" y="96842"/>
                  </a:lnTo>
                  <a:lnTo>
                    <a:pt x="81425" y="93848"/>
                  </a:lnTo>
                  <a:lnTo>
                    <a:pt x="82173" y="93699"/>
                  </a:lnTo>
                  <a:lnTo>
                    <a:pt x="82922" y="93549"/>
                  </a:lnTo>
                  <a:lnTo>
                    <a:pt x="85915" y="93100"/>
                  </a:lnTo>
                  <a:lnTo>
                    <a:pt x="86514" y="93100"/>
                  </a:lnTo>
                  <a:lnTo>
                    <a:pt x="90106" y="92501"/>
                  </a:lnTo>
                  <a:lnTo>
                    <a:pt x="90555" y="92352"/>
                  </a:lnTo>
                  <a:close/>
                  <a:moveTo>
                    <a:pt x="117647" y="92501"/>
                  </a:moveTo>
                  <a:lnTo>
                    <a:pt x="119294" y="92651"/>
                  </a:lnTo>
                  <a:lnTo>
                    <a:pt x="119144" y="95046"/>
                  </a:lnTo>
                  <a:lnTo>
                    <a:pt x="118994" y="97590"/>
                  </a:lnTo>
                  <a:lnTo>
                    <a:pt x="119144" y="102530"/>
                  </a:lnTo>
                  <a:lnTo>
                    <a:pt x="119144" y="103428"/>
                  </a:lnTo>
                  <a:lnTo>
                    <a:pt x="119294" y="104176"/>
                  </a:lnTo>
                  <a:lnTo>
                    <a:pt x="119294" y="104476"/>
                  </a:lnTo>
                  <a:lnTo>
                    <a:pt x="119294" y="105224"/>
                  </a:lnTo>
                  <a:lnTo>
                    <a:pt x="119294" y="105823"/>
                  </a:lnTo>
                  <a:lnTo>
                    <a:pt x="119294" y="105972"/>
                  </a:lnTo>
                  <a:lnTo>
                    <a:pt x="119593" y="105972"/>
                  </a:lnTo>
                  <a:lnTo>
                    <a:pt x="119743" y="105823"/>
                  </a:lnTo>
                  <a:lnTo>
                    <a:pt x="119743" y="104775"/>
                  </a:lnTo>
                  <a:lnTo>
                    <a:pt x="119743" y="103727"/>
                  </a:lnTo>
                  <a:lnTo>
                    <a:pt x="119892" y="102680"/>
                  </a:lnTo>
                  <a:lnTo>
                    <a:pt x="119892" y="101482"/>
                  </a:lnTo>
                  <a:lnTo>
                    <a:pt x="120042" y="97141"/>
                  </a:lnTo>
                  <a:lnTo>
                    <a:pt x="119892" y="94896"/>
                  </a:lnTo>
                  <a:lnTo>
                    <a:pt x="119743" y="92651"/>
                  </a:lnTo>
                  <a:lnTo>
                    <a:pt x="119743" y="92651"/>
                  </a:lnTo>
                  <a:lnTo>
                    <a:pt x="125730" y="93549"/>
                  </a:lnTo>
                  <a:lnTo>
                    <a:pt x="126478" y="93699"/>
                  </a:lnTo>
                  <a:lnTo>
                    <a:pt x="127077" y="93699"/>
                  </a:lnTo>
                  <a:lnTo>
                    <a:pt x="147733" y="96543"/>
                  </a:lnTo>
                  <a:lnTo>
                    <a:pt x="149229" y="96842"/>
                  </a:lnTo>
                  <a:lnTo>
                    <a:pt x="156414" y="97740"/>
                  </a:lnTo>
                  <a:lnTo>
                    <a:pt x="158210" y="98039"/>
                  </a:lnTo>
                  <a:lnTo>
                    <a:pt x="174375" y="100285"/>
                  </a:lnTo>
                  <a:lnTo>
                    <a:pt x="175423" y="100434"/>
                  </a:lnTo>
                  <a:lnTo>
                    <a:pt x="186350" y="101931"/>
                  </a:lnTo>
                  <a:lnTo>
                    <a:pt x="189792" y="102380"/>
                  </a:lnTo>
                  <a:lnTo>
                    <a:pt x="193684" y="102829"/>
                  </a:lnTo>
                  <a:lnTo>
                    <a:pt x="197126" y="103278"/>
                  </a:lnTo>
                  <a:lnTo>
                    <a:pt x="203712" y="104326"/>
                  </a:lnTo>
                  <a:lnTo>
                    <a:pt x="197126" y="105224"/>
                  </a:lnTo>
                  <a:lnTo>
                    <a:pt x="193684" y="105823"/>
                  </a:lnTo>
                  <a:lnTo>
                    <a:pt x="189792" y="106421"/>
                  </a:lnTo>
                  <a:lnTo>
                    <a:pt x="186350" y="106871"/>
                  </a:lnTo>
                  <a:lnTo>
                    <a:pt x="175423" y="108517"/>
                  </a:lnTo>
                  <a:lnTo>
                    <a:pt x="174375" y="108667"/>
                  </a:lnTo>
                  <a:lnTo>
                    <a:pt x="158210" y="111062"/>
                  </a:lnTo>
                  <a:lnTo>
                    <a:pt x="156414" y="111361"/>
                  </a:lnTo>
                  <a:lnTo>
                    <a:pt x="149229" y="112409"/>
                  </a:lnTo>
                  <a:lnTo>
                    <a:pt x="147733" y="112708"/>
                  </a:lnTo>
                  <a:lnTo>
                    <a:pt x="127975" y="115702"/>
                  </a:lnTo>
                  <a:lnTo>
                    <a:pt x="127376" y="115851"/>
                  </a:lnTo>
                  <a:lnTo>
                    <a:pt x="126628" y="115851"/>
                  </a:lnTo>
                  <a:lnTo>
                    <a:pt x="123634" y="116300"/>
                  </a:lnTo>
                  <a:lnTo>
                    <a:pt x="123036" y="116450"/>
                  </a:lnTo>
                  <a:lnTo>
                    <a:pt x="119443" y="117049"/>
                  </a:lnTo>
                  <a:lnTo>
                    <a:pt x="118695" y="117049"/>
                  </a:lnTo>
                  <a:lnTo>
                    <a:pt x="118695" y="116899"/>
                  </a:lnTo>
                  <a:lnTo>
                    <a:pt x="117348" y="115552"/>
                  </a:lnTo>
                  <a:lnTo>
                    <a:pt x="117198" y="115402"/>
                  </a:lnTo>
                  <a:lnTo>
                    <a:pt x="115552" y="113756"/>
                  </a:lnTo>
                  <a:lnTo>
                    <a:pt x="115402" y="113756"/>
                  </a:lnTo>
                  <a:lnTo>
                    <a:pt x="113756" y="112109"/>
                  </a:lnTo>
                  <a:lnTo>
                    <a:pt x="113606" y="111960"/>
                  </a:lnTo>
                  <a:lnTo>
                    <a:pt x="111959" y="110463"/>
                  </a:lnTo>
                  <a:lnTo>
                    <a:pt x="111810" y="110313"/>
                  </a:lnTo>
                  <a:lnTo>
                    <a:pt x="111660" y="110163"/>
                  </a:lnTo>
                  <a:lnTo>
                    <a:pt x="112259" y="110163"/>
                  </a:lnTo>
                  <a:lnTo>
                    <a:pt x="113606" y="110014"/>
                  </a:lnTo>
                  <a:lnTo>
                    <a:pt x="113756" y="109864"/>
                  </a:lnTo>
                  <a:lnTo>
                    <a:pt x="113606" y="109714"/>
                  </a:lnTo>
                  <a:lnTo>
                    <a:pt x="112558" y="109714"/>
                  </a:lnTo>
                  <a:lnTo>
                    <a:pt x="110912" y="109565"/>
                  </a:lnTo>
                  <a:lnTo>
                    <a:pt x="110912" y="109415"/>
                  </a:lnTo>
                  <a:lnTo>
                    <a:pt x="110762" y="109265"/>
                  </a:lnTo>
                  <a:lnTo>
                    <a:pt x="110163" y="108816"/>
                  </a:lnTo>
                  <a:lnTo>
                    <a:pt x="110014" y="108667"/>
                  </a:lnTo>
                  <a:lnTo>
                    <a:pt x="108367" y="107020"/>
                  </a:lnTo>
                  <a:lnTo>
                    <a:pt x="108217" y="106871"/>
                  </a:lnTo>
                  <a:lnTo>
                    <a:pt x="106571" y="105374"/>
                  </a:lnTo>
                  <a:lnTo>
                    <a:pt x="106122" y="104925"/>
                  </a:lnTo>
                  <a:lnTo>
                    <a:pt x="105972" y="104775"/>
                  </a:lnTo>
                  <a:lnTo>
                    <a:pt x="105823" y="104775"/>
                  </a:lnTo>
                  <a:lnTo>
                    <a:pt x="106272" y="104326"/>
                  </a:lnTo>
                  <a:lnTo>
                    <a:pt x="106272" y="104176"/>
                  </a:lnTo>
                  <a:lnTo>
                    <a:pt x="106870" y="103727"/>
                  </a:lnTo>
                  <a:lnTo>
                    <a:pt x="107918" y="102530"/>
                  </a:lnTo>
                  <a:lnTo>
                    <a:pt x="109415" y="101033"/>
                  </a:lnTo>
                  <a:lnTo>
                    <a:pt x="109415" y="103578"/>
                  </a:lnTo>
                  <a:lnTo>
                    <a:pt x="109415" y="104176"/>
                  </a:lnTo>
                  <a:lnTo>
                    <a:pt x="109415" y="104775"/>
                  </a:lnTo>
                  <a:lnTo>
                    <a:pt x="109415" y="104925"/>
                  </a:lnTo>
                  <a:lnTo>
                    <a:pt x="109415" y="105374"/>
                  </a:lnTo>
                  <a:lnTo>
                    <a:pt x="109565" y="105673"/>
                  </a:lnTo>
                  <a:lnTo>
                    <a:pt x="109565" y="105823"/>
                  </a:lnTo>
                  <a:lnTo>
                    <a:pt x="109714" y="106871"/>
                  </a:lnTo>
                  <a:lnTo>
                    <a:pt x="109864" y="107020"/>
                  </a:lnTo>
                  <a:lnTo>
                    <a:pt x="109864" y="106871"/>
                  </a:lnTo>
                  <a:lnTo>
                    <a:pt x="110014" y="106871"/>
                  </a:lnTo>
                  <a:lnTo>
                    <a:pt x="110163" y="105374"/>
                  </a:lnTo>
                  <a:lnTo>
                    <a:pt x="110163" y="105224"/>
                  </a:lnTo>
                  <a:lnTo>
                    <a:pt x="110163" y="104925"/>
                  </a:lnTo>
                  <a:lnTo>
                    <a:pt x="110163" y="104775"/>
                  </a:lnTo>
                  <a:lnTo>
                    <a:pt x="110163" y="104176"/>
                  </a:lnTo>
                  <a:lnTo>
                    <a:pt x="110313" y="104027"/>
                  </a:lnTo>
                  <a:lnTo>
                    <a:pt x="110313" y="103578"/>
                  </a:lnTo>
                  <a:lnTo>
                    <a:pt x="110313" y="100135"/>
                  </a:lnTo>
                  <a:lnTo>
                    <a:pt x="112857" y="97441"/>
                  </a:lnTo>
                  <a:lnTo>
                    <a:pt x="112558" y="100434"/>
                  </a:lnTo>
                  <a:lnTo>
                    <a:pt x="112558" y="103578"/>
                  </a:lnTo>
                  <a:lnTo>
                    <a:pt x="112558" y="104027"/>
                  </a:lnTo>
                  <a:lnTo>
                    <a:pt x="112558" y="104176"/>
                  </a:lnTo>
                  <a:lnTo>
                    <a:pt x="112558" y="104625"/>
                  </a:lnTo>
                  <a:lnTo>
                    <a:pt x="112558" y="104775"/>
                  </a:lnTo>
                  <a:lnTo>
                    <a:pt x="112708" y="105224"/>
                  </a:lnTo>
                  <a:lnTo>
                    <a:pt x="112708" y="105972"/>
                  </a:lnTo>
                  <a:lnTo>
                    <a:pt x="112708" y="106122"/>
                  </a:lnTo>
                  <a:lnTo>
                    <a:pt x="112857" y="107619"/>
                  </a:lnTo>
                  <a:lnTo>
                    <a:pt x="113007" y="107769"/>
                  </a:lnTo>
                  <a:lnTo>
                    <a:pt x="113157" y="107619"/>
                  </a:lnTo>
                  <a:lnTo>
                    <a:pt x="113456" y="105374"/>
                  </a:lnTo>
                  <a:lnTo>
                    <a:pt x="113456" y="105224"/>
                  </a:lnTo>
                  <a:lnTo>
                    <a:pt x="113456" y="104775"/>
                  </a:lnTo>
                  <a:lnTo>
                    <a:pt x="113456" y="104625"/>
                  </a:lnTo>
                  <a:lnTo>
                    <a:pt x="113456" y="104176"/>
                  </a:lnTo>
                  <a:lnTo>
                    <a:pt x="113456" y="104027"/>
                  </a:lnTo>
                  <a:lnTo>
                    <a:pt x="113456" y="103578"/>
                  </a:lnTo>
                  <a:lnTo>
                    <a:pt x="113456" y="100285"/>
                  </a:lnTo>
                  <a:lnTo>
                    <a:pt x="113307" y="96992"/>
                  </a:lnTo>
                  <a:lnTo>
                    <a:pt x="117647" y="92501"/>
                  </a:lnTo>
                  <a:close/>
                  <a:moveTo>
                    <a:pt x="156115" y="113007"/>
                  </a:moveTo>
                  <a:lnTo>
                    <a:pt x="155815" y="115253"/>
                  </a:lnTo>
                  <a:lnTo>
                    <a:pt x="155216" y="117348"/>
                  </a:lnTo>
                  <a:lnTo>
                    <a:pt x="148481" y="116001"/>
                  </a:lnTo>
                  <a:lnTo>
                    <a:pt x="148930" y="114205"/>
                  </a:lnTo>
                  <a:lnTo>
                    <a:pt x="156115" y="113007"/>
                  </a:lnTo>
                  <a:close/>
                  <a:moveTo>
                    <a:pt x="23200" y="109265"/>
                  </a:moveTo>
                  <a:lnTo>
                    <a:pt x="34127" y="110762"/>
                  </a:lnTo>
                  <a:lnTo>
                    <a:pt x="34725" y="115552"/>
                  </a:lnTo>
                  <a:lnTo>
                    <a:pt x="35623" y="120342"/>
                  </a:lnTo>
                  <a:lnTo>
                    <a:pt x="24547" y="120342"/>
                  </a:lnTo>
                  <a:lnTo>
                    <a:pt x="24098" y="117647"/>
                  </a:lnTo>
                  <a:lnTo>
                    <a:pt x="23649" y="114803"/>
                  </a:lnTo>
                  <a:lnTo>
                    <a:pt x="23350" y="112109"/>
                  </a:lnTo>
                  <a:lnTo>
                    <a:pt x="23200" y="109265"/>
                  </a:lnTo>
                  <a:close/>
                  <a:moveTo>
                    <a:pt x="186350" y="108517"/>
                  </a:moveTo>
                  <a:lnTo>
                    <a:pt x="186050" y="111511"/>
                  </a:lnTo>
                  <a:lnTo>
                    <a:pt x="185751" y="114504"/>
                  </a:lnTo>
                  <a:lnTo>
                    <a:pt x="185451" y="117348"/>
                  </a:lnTo>
                  <a:lnTo>
                    <a:pt x="184853" y="120342"/>
                  </a:lnTo>
                  <a:lnTo>
                    <a:pt x="173777" y="120342"/>
                  </a:lnTo>
                  <a:lnTo>
                    <a:pt x="174226" y="117797"/>
                  </a:lnTo>
                  <a:lnTo>
                    <a:pt x="174675" y="115253"/>
                  </a:lnTo>
                  <a:lnTo>
                    <a:pt x="174974" y="112708"/>
                  </a:lnTo>
                  <a:lnTo>
                    <a:pt x="175273" y="110163"/>
                  </a:lnTo>
                  <a:lnTo>
                    <a:pt x="186350" y="108517"/>
                  </a:lnTo>
                  <a:close/>
                  <a:moveTo>
                    <a:pt x="37869" y="121240"/>
                  </a:moveTo>
                  <a:lnTo>
                    <a:pt x="39066" y="121389"/>
                  </a:lnTo>
                  <a:lnTo>
                    <a:pt x="38168" y="121838"/>
                  </a:lnTo>
                  <a:lnTo>
                    <a:pt x="37869" y="121240"/>
                  </a:lnTo>
                  <a:close/>
                  <a:moveTo>
                    <a:pt x="171531" y="121240"/>
                  </a:moveTo>
                  <a:lnTo>
                    <a:pt x="171232" y="121838"/>
                  </a:lnTo>
                  <a:lnTo>
                    <a:pt x="170484" y="121389"/>
                  </a:lnTo>
                  <a:lnTo>
                    <a:pt x="171531" y="121240"/>
                  </a:lnTo>
                  <a:close/>
                  <a:moveTo>
                    <a:pt x="37569" y="121240"/>
                  </a:moveTo>
                  <a:lnTo>
                    <a:pt x="37719" y="121389"/>
                  </a:lnTo>
                  <a:lnTo>
                    <a:pt x="38018" y="121838"/>
                  </a:lnTo>
                  <a:lnTo>
                    <a:pt x="37120" y="122437"/>
                  </a:lnTo>
                  <a:lnTo>
                    <a:pt x="36222" y="122886"/>
                  </a:lnTo>
                  <a:lnTo>
                    <a:pt x="26493" y="128574"/>
                  </a:lnTo>
                  <a:lnTo>
                    <a:pt x="25595" y="124982"/>
                  </a:lnTo>
                  <a:lnTo>
                    <a:pt x="24697" y="121240"/>
                  </a:lnTo>
                  <a:lnTo>
                    <a:pt x="25146" y="121240"/>
                  </a:lnTo>
                  <a:lnTo>
                    <a:pt x="25595" y="122736"/>
                  </a:lnTo>
                  <a:lnTo>
                    <a:pt x="25894" y="123635"/>
                  </a:lnTo>
                  <a:lnTo>
                    <a:pt x="26194" y="124533"/>
                  </a:lnTo>
                  <a:lnTo>
                    <a:pt x="26343" y="124533"/>
                  </a:lnTo>
                  <a:lnTo>
                    <a:pt x="26343" y="124383"/>
                  </a:lnTo>
                  <a:lnTo>
                    <a:pt x="25894" y="122437"/>
                  </a:lnTo>
                  <a:lnTo>
                    <a:pt x="25445" y="121240"/>
                  </a:lnTo>
                  <a:lnTo>
                    <a:pt x="26493" y="121240"/>
                  </a:lnTo>
                  <a:lnTo>
                    <a:pt x="26942" y="122587"/>
                  </a:lnTo>
                  <a:lnTo>
                    <a:pt x="27092" y="123485"/>
                  </a:lnTo>
                  <a:lnTo>
                    <a:pt x="27541" y="124383"/>
                  </a:lnTo>
                  <a:lnTo>
                    <a:pt x="27690" y="124383"/>
                  </a:lnTo>
                  <a:lnTo>
                    <a:pt x="27391" y="123485"/>
                  </a:lnTo>
                  <a:lnTo>
                    <a:pt x="27241" y="122587"/>
                  </a:lnTo>
                  <a:lnTo>
                    <a:pt x="26792" y="121240"/>
                  </a:lnTo>
                  <a:lnTo>
                    <a:pt x="27541" y="121240"/>
                  </a:lnTo>
                  <a:lnTo>
                    <a:pt x="27990" y="122736"/>
                  </a:lnTo>
                  <a:lnTo>
                    <a:pt x="28289" y="123335"/>
                  </a:lnTo>
                  <a:lnTo>
                    <a:pt x="28589" y="123934"/>
                  </a:lnTo>
                  <a:lnTo>
                    <a:pt x="28738" y="123934"/>
                  </a:lnTo>
                  <a:lnTo>
                    <a:pt x="28738" y="123784"/>
                  </a:lnTo>
                  <a:lnTo>
                    <a:pt x="28140" y="122287"/>
                  </a:lnTo>
                  <a:lnTo>
                    <a:pt x="27840" y="121240"/>
                  </a:lnTo>
                  <a:lnTo>
                    <a:pt x="29187" y="121240"/>
                  </a:lnTo>
                  <a:lnTo>
                    <a:pt x="29487" y="122287"/>
                  </a:lnTo>
                  <a:lnTo>
                    <a:pt x="29786" y="123185"/>
                  </a:lnTo>
                  <a:lnTo>
                    <a:pt x="30085" y="123934"/>
                  </a:lnTo>
                  <a:lnTo>
                    <a:pt x="30235" y="123934"/>
                  </a:lnTo>
                  <a:lnTo>
                    <a:pt x="29936" y="123036"/>
                  </a:lnTo>
                  <a:lnTo>
                    <a:pt x="29786" y="122287"/>
                  </a:lnTo>
                  <a:lnTo>
                    <a:pt x="29337" y="121240"/>
                  </a:lnTo>
                  <a:lnTo>
                    <a:pt x="30385" y="121240"/>
                  </a:lnTo>
                  <a:lnTo>
                    <a:pt x="30534" y="122138"/>
                  </a:lnTo>
                  <a:lnTo>
                    <a:pt x="30834" y="122886"/>
                  </a:lnTo>
                  <a:lnTo>
                    <a:pt x="31133" y="123635"/>
                  </a:lnTo>
                  <a:lnTo>
                    <a:pt x="31283" y="123635"/>
                  </a:lnTo>
                  <a:lnTo>
                    <a:pt x="30684" y="121689"/>
                  </a:lnTo>
                  <a:lnTo>
                    <a:pt x="30684" y="121240"/>
                  </a:lnTo>
                  <a:lnTo>
                    <a:pt x="31432" y="121240"/>
                  </a:lnTo>
                  <a:lnTo>
                    <a:pt x="31582" y="121838"/>
                  </a:lnTo>
                  <a:lnTo>
                    <a:pt x="32181" y="123335"/>
                  </a:lnTo>
                  <a:lnTo>
                    <a:pt x="32331" y="123335"/>
                  </a:lnTo>
                  <a:lnTo>
                    <a:pt x="32331" y="123185"/>
                  </a:lnTo>
                  <a:lnTo>
                    <a:pt x="31881" y="121838"/>
                  </a:lnTo>
                  <a:lnTo>
                    <a:pt x="31732" y="121240"/>
                  </a:lnTo>
                  <a:lnTo>
                    <a:pt x="32480" y="121240"/>
                  </a:lnTo>
                  <a:lnTo>
                    <a:pt x="32780" y="122138"/>
                  </a:lnTo>
                  <a:lnTo>
                    <a:pt x="33079" y="123036"/>
                  </a:lnTo>
                  <a:lnTo>
                    <a:pt x="33229" y="123036"/>
                  </a:lnTo>
                  <a:lnTo>
                    <a:pt x="33079" y="122138"/>
                  </a:lnTo>
                  <a:lnTo>
                    <a:pt x="32780" y="121240"/>
                  </a:lnTo>
                  <a:lnTo>
                    <a:pt x="33528" y="121240"/>
                  </a:lnTo>
                  <a:lnTo>
                    <a:pt x="33678" y="121689"/>
                  </a:lnTo>
                  <a:lnTo>
                    <a:pt x="33827" y="122138"/>
                  </a:lnTo>
                  <a:lnTo>
                    <a:pt x="34127" y="122736"/>
                  </a:lnTo>
                  <a:lnTo>
                    <a:pt x="34276" y="122587"/>
                  </a:lnTo>
                  <a:lnTo>
                    <a:pt x="33977" y="121539"/>
                  </a:lnTo>
                  <a:lnTo>
                    <a:pt x="33827" y="121240"/>
                  </a:lnTo>
                  <a:lnTo>
                    <a:pt x="34576" y="121240"/>
                  </a:lnTo>
                  <a:lnTo>
                    <a:pt x="35174" y="122437"/>
                  </a:lnTo>
                  <a:lnTo>
                    <a:pt x="35324" y="122437"/>
                  </a:lnTo>
                  <a:lnTo>
                    <a:pt x="34875" y="121240"/>
                  </a:lnTo>
                  <a:lnTo>
                    <a:pt x="35623" y="121240"/>
                  </a:lnTo>
                  <a:lnTo>
                    <a:pt x="35623" y="121539"/>
                  </a:lnTo>
                  <a:lnTo>
                    <a:pt x="36072" y="122287"/>
                  </a:lnTo>
                  <a:lnTo>
                    <a:pt x="36222" y="122437"/>
                  </a:lnTo>
                  <a:lnTo>
                    <a:pt x="36222" y="122287"/>
                  </a:lnTo>
                  <a:lnTo>
                    <a:pt x="35923" y="121389"/>
                  </a:lnTo>
                  <a:lnTo>
                    <a:pt x="35923" y="121240"/>
                  </a:lnTo>
                  <a:lnTo>
                    <a:pt x="36522" y="121240"/>
                  </a:lnTo>
                  <a:lnTo>
                    <a:pt x="36522" y="121389"/>
                  </a:lnTo>
                  <a:lnTo>
                    <a:pt x="36971" y="121988"/>
                  </a:lnTo>
                  <a:lnTo>
                    <a:pt x="37120" y="121838"/>
                  </a:lnTo>
                  <a:lnTo>
                    <a:pt x="36821" y="121389"/>
                  </a:lnTo>
                  <a:lnTo>
                    <a:pt x="36821" y="121240"/>
                  </a:lnTo>
                  <a:close/>
                  <a:moveTo>
                    <a:pt x="184703" y="121240"/>
                  </a:moveTo>
                  <a:lnTo>
                    <a:pt x="183805" y="124982"/>
                  </a:lnTo>
                  <a:lnTo>
                    <a:pt x="182907" y="128574"/>
                  </a:lnTo>
                  <a:lnTo>
                    <a:pt x="173178" y="122886"/>
                  </a:lnTo>
                  <a:lnTo>
                    <a:pt x="172280" y="122437"/>
                  </a:lnTo>
                  <a:lnTo>
                    <a:pt x="171382" y="121838"/>
                  </a:lnTo>
                  <a:lnTo>
                    <a:pt x="171831" y="121389"/>
                  </a:lnTo>
                  <a:lnTo>
                    <a:pt x="171831" y="121240"/>
                  </a:lnTo>
                  <a:lnTo>
                    <a:pt x="172579" y="121240"/>
                  </a:lnTo>
                  <a:lnTo>
                    <a:pt x="172429" y="121539"/>
                  </a:lnTo>
                  <a:lnTo>
                    <a:pt x="172429" y="121838"/>
                  </a:lnTo>
                  <a:lnTo>
                    <a:pt x="172429" y="121988"/>
                  </a:lnTo>
                  <a:lnTo>
                    <a:pt x="172878" y="121389"/>
                  </a:lnTo>
                  <a:lnTo>
                    <a:pt x="172878" y="121240"/>
                  </a:lnTo>
                  <a:lnTo>
                    <a:pt x="173627" y="121240"/>
                  </a:lnTo>
                  <a:lnTo>
                    <a:pt x="173477" y="121389"/>
                  </a:lnTo>
                  <a:lnTo>
                    <a:pt x="173477" y="121539"/>
                  </a:lnTo>
                  <a:lnTo>
                    <a:pt x="173178" y="122287"/>
                  </a:lnTo>
                  <a:lnTo>
                    <a:pt x="173178" y="122437"/>
                  </a:lnTo>
                  <a:lnTo>
                    <a:pt x="173328" y="122287"/>
                  </a:lnTo>
                  <a:lnTo>
                    <a:pt x="173777" y="121539"/>
                  </a:lnTo>
                  <a:lnTo>
                    <a:pt x="173926" y="121240"/>
                  </a:lnTo>
                  <a:lnTo>
                    <a:pt x="174525" y="121240"/>
                  </a:lnTo>
                  <a:lnTo>
                    <a:pt x="174226" y="122437"/>
                  </a:lnTo>
                  <a:lnTo>
                    <a:pt x="174375" y="122437"/>
                  </a:lnTo>
                  <a:lnTo>
                    <a:pt x="174824" y="121240"/>
                  </a:lnTo>
                  <a:lnTo>
                    <a:pt x="175573" y="121240"/>
                  </a:lnTo>
                  <a:lnTo>
                    <a:pt x="175573" y="121539"/>
                  </a:lnTo>
                  <a:lnTo>
                    <a:pt x="175124" y="122587"/>
                  </a:lnTo>
                  <a:lnTo>
                    <a:pt x="175273" y="122736"/>
                  </a:lnTo>
                  <a:lnTo>
                    <a:pt x="175573" y="122138"/>
                  </a:lnTo>
                  <a:lnTo>
                    <a:pt x="175722" y="121689"/>
                  </a:lnTo>
                  <a:lnTo>
                    <a:pt x="175872" y="121240"/>
                  </a:lnTo>
                  <a:lnTo>
                    <a:pt x="176620" y="121240"/>
                  </a:lnTo>
                  <a:lnTo>
                    <a:pt x="176321" y="122138"/>
                  </a:lnTo>
                  <a:lnTo>
                    <a:pt x="176171" y="123036"/>
                  </a:lnTo>
                  <a:lnTo>
                    <a:pt x="176321" y="123036"/>
                  </a:lnTo>
                  <a:lnTo>
                    <a:pt x="176620" y="122138"/>
                  </a:lnTo>
                  <a:lnTo>
                    <a:pt x="176920" y="121240"/>
                  </a:lnTo>
                  <a:lnTo>
                    <a:pt x="177818" y="121240"/>
                  </a:lnTo>
                  <a:lnTo>
                    <a:pt x="177519" y="121838"/>
                  </a:lnTo>
                  <a:lnTo>
                    <a:pt x="177069" y="123185"/>
                  </a:lnTo>
                  <a:lnTo>
                    <a:pt x="177219" y="123335"/>
                  </a:lnTo>
                  <a:lnTo>
                    <a:pt x="177818" y="121838"/>
                  </a:lnTo>
                  <a:lnTo>
                    <a:pt x="177968" y="121240"/>
                  </a:lnTo>
                  <a:lnTo>
                    <a:pt x="178866" y="121240"/>
                  </a:lnTo>
                  <a:lnTo>
                    <a:pt x="178716" y="121689"/>
                  </a:lnTo>
                  <a:lnTo>
                    <a:pt x="178117" y="123635"/>
                  </a:lnTo>
                  <a:lnTo>
                    <a:pt x="178267" y="123635"/>
                  </a:lnTo>
                  <a:lnTo>
                    <a:pt x="178566" y="122886"/>
                  </a:lnTo>
                  <a:lnTo>
                    <a:pt x="178866" y="122138"/>
                  </a:lnTo>
                  <a:lnTo>
                    <a:pt x="179015" y="121240"/>
                  </a:lnTo>
                  <a:lnTo>
                    <a:pt x="180063" y="121240"/>
                  </a:lnTo>
                  <a:lnTo>
                    <a:pt x="179764" y="122287"/>
                  </a:lnTo>
                  <a:lnTo>
                    <a:pt x="179464" y="123036"/>
                  </a:lnTo>
                  <a:lnTo>
                    <a:pt x="179315" y="123934"/>
                  </a:lnTo>
                  <a:lnTo>
                    <a:pt x="179764" y="123185"/>
                  </a:lnTo>
                  <a:lnTo>
                    <a:pt x="180063" y="122287"/>
                  </a:lnTo>
                  <a:lnTo>
                    <a:pt x="180362" y="121240"/>
                  </a:lnTo>
                  <a:lnTo>
                    <a:pt x="181560" y="121240"/>
                  </a:lnTo>
                  <a:lnTo>
                    <a:pt x="181260" y="122287"/>
                  </a:lnTo>
                  <a:lnTo>
                    <a:pt x="180662" y="123784"/>
                  </a:lnTo>
                  <a:lnTo>
                    <a:pt x="180662" y="123934"/>
                  </a:lnTo>
                  <a:lnTo>
                    <a:pt x="180811" y="123934"/>
                  </a:lnTo>
                  <a:lnTo>
                    <a:pt x="181111" y="123335"/>
                  </a:lnTo>
                  <a:lnTo>
                    <a:pt x="181410" y="122736"/>
                  </a:lnTo>
                  <a:lnTo>
                    <a:pt x="181859" y="121240"/>
                  </a:lnTo>
                  <a:lnTo>
                    <a:pt x="182757" y="121240"/>
                  </a:lnTo>
                  <a:lnTo>
                    <a:pt x="182308" y="122587"/>
                  </a:lnTo>
                  <a:lnTo>
                    <a:pt x="182009" y="123485"/>
                  </a:lnTo>
                  <a:lnTo>
                    <a:pt x="181859" y="124383"/>
                  </a:lnTo>
                  <a:lnTo>
                    <a:pt x="182308" y="123485"/>
                  </a:lnTo>
                  <a:lnTo>
                    <a:pt x="182608" y="122587"/>
                  </a:lnTo>
                  <a:lnTo>
                    <a:pt x="182907" y="121240"/>
                  </a:lnTo>
                  <a:lnTo>
                    <a:pt x="183955" y="121240"/>
                  </a:lnTo>
                  <a:lnTo>
                    <a:pt x="183506" y="122437"/>
                  </a:lnTo>
                  <a:lnTo>
                    <a:pt x="183057" y="124383"/>
                  </a:lnTo>
                  <a:lnTo>
                    <a:pt x="183057" y="124533"/>
                  </a:lnTo>
                  <a:lnTo>
                    <a:pt x="183206" y="124533"/>
                  </a:lnTo>
                  <a:lnTo>
                    <a:pt x="183506" y="123635"/>
                  </a:lnTo>
                  <a:lnTo>
                    <a:pt x="183805" y="122736"/>
                  </a:lnTo>
                  <a:lnTo>
                    <a:pt x="184254" y="121240"/>
                  </a:lnTo>
                  <a:close/>
                  <a:moveTo>
                    <a:pt x="147433" y="114354"/>
                  </a:moveTo>
                  <a:lnTo>
                    <a:pt x="146834" y="116749"/>
                  </a:lnTo>
                  <a:lnTo>
                    <a:pt x="146086" y="118845"/>
                  </a:lnTo>
                  <a:lnTo>
                    <a:pt x="145338" y="121090"/>
                  </a:lnTo>
                  <a:lnTo>
                    <a:pt x="144440" y="123185"/>
                  </a:lnTo>
                  <a:lnTo>
                    <a:pt x="143392" y="125281"/>
                  </a:lnTo>
                  <a:lnTo>
                    <a:pt x="142194" y="127227"/>
                  </a:lnTo>
                  <a:lnTo>
                    <a:pt x="140997" y="129173"/>
                  </a:lnTo>
                  <a:lnTo>
                    <a:pt x="139650" y="131118"/>
                  </a:lnTo>
                  <a:lnTo>
                    <a:pt x="129172" y="117198"/>
                  </a:lnTo>
                  <a:lnTo>
                    <a:pt x="147433" y="114354"/>
                  </a:lnTo>
                  <a:close/>
                  <a:moveTo>
                    <a:pt x="62117" y="114654"/>
                  </a:moveTo>
                  <a:lnTo>
                    <a:pt x="80976" y="117198"/>
                  </a:lnTo>
                  <a:lnTo>
                    <a:pt x="70199" y="131717"/>
                  </a:lnTo>
                  <a:lnTo>
                    <a:pt x="68852" y="129921"/>
                  </a:lnTo>
                  <a:lnTo>
                    <a:pt x="67505" y="127826"/>
                  </a:lnTo>
                  <a:lnTo>
                    <a:pt x="66308" y="125880"/>
                  </a:lnTo>
                  <a:lnTo>
                    <a:pt x="65260" y="123635"/>
                  </a:lnTo>
                  <a:lnTo>
                    <a:pt x="64212" y="121539"/>
                  </a:lnTo>
                  <a:lnTo>
                    <a:pt x="63464" y="119294"/>
                  </a:lnTo>
                  <a:lnTo>
                    <a:pt x="62715" y="117049"/>
                  </a:lnTo>
                  <a:lnTo>
                    <a:pt x="62117" y="114654"/>
                  </a:lnTo>
                  <a:close/>
                  <a:moveTo>
                    <a:pt x="60620" y="115253"/>
                  </a:moveTo>
                  <a:lnTo>
                    <a:pt x="61667" y="118845"/>
                  </a:lnTo>
                  <a:lnTo>
                    <a:pt x="63015" y="122287"/>
                  </a:lnTo>
                  <a:lnTo>
                    <a:pt x="64511" y="125580"/>
                  </a:lnTo>
                  <a:lnTo>
                    <a:pt x="66308" y="128724"/>
                  </a:lnTo>
                  <a:lnTo>
                    <a:pt x="60470" y="132466"/>
                  </a:lnTo>
                  <a:lnTo>
                    <a:pt x="58524" y="128873"/>
                  </a:lnTo>
                  <a:lnTo>
                    <a:pt x="56728" y="125131"/>
                  </a:lnTo>
                  <a:lnTo>
                    <a:pt x="55231" y="121090"/>
                  </a:lnTo>
                  <a:lnTo>
                    <a:pt x="54034" y="117049"/>
                  </a:lnTo>
                  <a:lnTo>
                    <a:pt x="60620" y="115253"/>
                  </a:lnTo>
                  <a:close/>
                  <a:moveTo>
                    <a:pt x="148331" y="116899"/>
                  </a:moveTo>
                  <a:lnTo>
                    <a:pt x="155067" y="118396"/>
                  </a:lnTo>
                  <a:lnTo>
                    <a:pt x="153869" y="122287"/>
                  </a:lnTo>
                  <a:lnTo>
                    <a:pt x="152223" y="126029"/>
                  </a:lnTo>
                  <a:lnTo>
                    <a:pt x="150427" y="129622"/>
                  </a:lnTo>
                  <a:lnTo>
                    <a:pt x="148481" y="133064"/>
                  </a:lnTo>
                  <a:lnTo>
                    <a:pt x="142643" y="129322"/>
                  </a:lnTo>
                  <a:lnTo>
                    <a:pt x="144440" y="126329"/>
                  </a:lnTo>
                  <a:lnTo>
                    <a:pt x="145936" y="123335"/>
                  </a:lnTo>
                  <a:lnTo>
                    <a:pt x="147283" y="120192"/>
                  </a:lnTo>
                  <a:lnTo>
                    <a:pt x="148331" y="116899"/>
                  </a:lnTo>
                  <a:close/>
                  <a:moveTo>
                    <a:pt x="142194" y="130071"/>
                  </a:moveTo>
                  <a:lnTo>
                    <a:pt x="147882" y="133962"/>
                  </a:lnTo>
                  <a:lnTo>
                    <a:pt x="146385" y="135908"/>
                  </a:lnTo>
                  <a:lnTo>
                    <a:pt x="144889" y="138004"/>
                  </a:lnTo>
                  <a:lnTo>
                    <a:pt x="140548" y="132316"/>
                  </a:lnTo>
                  <a:lnTo>
                    <a:pt x="142194" y="130071"/>
                  </a:lnTo>
                  <a:close/>
                  <a:moveTo>
                    <a:pt x="66906" y="129472"/>
                  </a:moveTo>
                  <a:lnTo>
                    <a:pt x="68104" y="131268"/>
                  </a:lnTo>
                  <a:lnTo>
                    <a:pt x="69301" y="132915"/>
                  </a:lnTo>
                  <a:lnTo>
                    <a:pt x="65110" y="138752"/>
                  </a:lnTo>
                  <a:lnTo>
                    <a:pt x="63015" y="136058"/>
                  </a:lnTo>
                  <a:lnTo>
                    <a:pt x="61069" y="133214"/>
                  </a:lnTo>
                  <a:lnTo>
                    <a:pt x="66906" y="129472"/>
                  </a:lnTo>
                  <a:close/>
                  <a:moveTo>
                    <a:pt x="161802" y="141596"/>
                  </a:moveTo>
                  <a:lnTo>
                    <a:pt x="162700" y="141895"/>
                  </a:lnTo>
                  <a:lnTo>
                    <a:pt x="162401" y="142344"/>
                  </a:lnTo>
                  <a:lnTo>
                    <a:pt x="161802" y="141596"/>
                  </a:lnTo>
                  <a:close/>
                  <a:moveTo>
                    <a:pt x="36522" y="123934"/>
                  </a:moveTo>
                  <a:lnTo>
                    <a:pt x="38018" y="128574"/>
                  </a:lnTo>
                  <a:lnTo>
                    <a:pt x="39814" y="133064"/>
                  </a:lnTo>
                  <a:lnTo>
                    <a:pt x="41910" y="137405"/>
                  </a:lnTo>
                  <a:lnTo>
                    <a:pt x="44305" y="141596"/>
                  </a:lnTo>
                  <a:lnTo>
                    <a:pt x="33827" y="145188"/>
                  </a:lnTo>
                  <a:lnTo>
                    <a:pt x="31732" y="141446"/>
                  </a:lnTo>
                  <a:lnTo>
                    <a:pt x="29936" y="137555"/>
                  </a:lnTo>
                  <a:lnTo>
                    <a:pt x="28289" y="133663"/>
                  </a:lnTo>
                  <a:lnTo>
                    <a:pt x="26792" y="129472"/>
                  </a:lnTo>
                  <a:lnTo>
                    <a:pt x="36522" y="123934"/>
                  </a:lnTo>
                  <a:close/>
                  <a:moveTo>
                    <a:pt x="172878" y="123934"/>
                  </a:moveTo>
                  <a:lnTo>
                    <a:pt x="182608" y="129472"/>
                  </a:lnTo>
                  <a:lnTo>
                    <a:pt x="181111" y="133513"/>
                  </a:lnTo>
                  <a:lnTo>
                    <a:pt x="179464" y="137555"/>
                  </a:lnTo>
                  <a:lnTo>
                    <a:pt x="177668" y="141446"/>
                  </a:lnTo>
                  <a:lnTo>
                    <a:pt x="175573" y="145188"/>
                  </a:lnTo>
                  <a:lnTo>
                    <a:pt x="165095" y="141596"/>
                  </a:lnTo>
                  <a:lnTo>
                    <a:pt x="167490" y="137405"/>
                  </a:lnTo>
                  <a:lnTo>
                    <a:pt x="169586" y="133064"/>
                  </a:lnTo>
                  <a:lnTo>
                    <a:pt x="171382" y="128574"/>
                  </a:lnTo>
                  <a:lnTo>
                    <a:pt x="172878" y="123934"/>
                  </a:lnTo>
                  <a:close/>
                  <a:moveTo>
                    <a:pt x="92352" y="129771"/>
                  </a:moveTo>
                  <a:lnTo>
                    <a:pt x="95046" y="147433"/>
                  </a:lnTo>
                  <a:lnTo>
                    <a:pt x="92801" y="146835"/>
                  </a:lnTo>
                  <a:lnTo>
                    <a:pt x="90705" y="146236"/>
                  </a:lnTo>
                  <a:lnTo>
                    <a:pt x="88610" y="145488"/>
                  </a:lnTo>
                  <a:lnTo>
                    <a:pt x="86514" y="144590"/>
                  </a:lnTo>
                  <a:lnTo>
                    <a:pt x="84568" y="143542"/>
                  </a:lnTo>
                  <a:lnTo>
                    <a:pt x="82622" y="142494"/>
                  </a:lnTo>
                  <a:lnTo>
                    <a:pt x="80677" y="141297"/>
                  </a:lnTo>
                  <a:lnTo>
                    <a:pt x="78880" y="140099"/>
                  </a:lnTo>
                  <a:lnTo>
                    <a:pt x="92352" y="129771"/>
                  </a:lnTo>
                  <a:close/>
                  <a:moveTo>
                    <a:pt x="117048" y="129023"/>
                  </a:moveTo>
                  <a:lnTo>
                    <a:pt x="131268" y="139500"/>
                  </a:lnTo>
                  <a:lnTo>
                    <a:pt x="129472" y="140848"/>
                  </a:lnTo>
                  <a:lnTo>
                    <a:pt x="127526" y="142045"/>
                  </a:lnTo>
                  <a:lnTo>
                    <a:pt x="125430" y="143242"/>
                  </a:lnTo>
                  <a:lnTo>
                    <a:pt x="123485" y="144290"/>
                  </a:lnTo>
                  <a:lnTo>
                    <a:pt x="121239" y="145188"/>
                  </a:lnTo>
                  <a:lnTo>
                    <a:pt x="119144" y="146086"/>
                  </a:lnTo>
                  <a:lnTo>
                    <a:pt x="116899" y="146835"/>
                  </a:lnTo>
                  <a:lnTo>
                    <a:pt x="114504" y="147433"/>
                  </a:lnTo>
                  <a:lnTo>
                    <a:pt x="117048" y="129023"/>
                  </a:lnTo>
                  <a:close/>
                  <a:moveTo>
                    <a:pt x="77683" y="140997"/>
                  </a:moveTo>
                  <a:lnTo>
                    <a:pt x="79779" y="142494"/>
                  </a:lnTo>
                  <a:lnTo>
                    <a:pt x="76186" y="148331"/>
                  </a:lnTo>
                  <a:lnTo>
                    <a:pt x="73941" y="146835"/>
                  </a:lnTo>
                  <a:lnTo>
                    <a:pt x="71995" y="145338"/>
                  </a:lnTo>
                  <a:lnTo>
                    <a:pt x="77683" y="140997"/>
                  </a:lnTo>
                  <a:close/>
                  <a:moveTo>
                    <a:pt x="132465" y="140399"/>
                  </a:moveTo>
                  <a:lnTo>
                    <a:pt x="138303" y="144590"/>
                  </a:lnTo>
                  <a:lnTo>
                    <a:pt x="135459" y="146835"/>
                  </a:lnTo>
                  <a:lnTo>
                    <a:pt x="132465" y="148781"/>
                  </a:lnTo>
                  <a:lnTo>
                    <a:pt x="128873" y="142943"/>
                  </a:lnTo>
                  <a:lnTo>
                    <a:pt x="130669" y="141746"/>
                  </a:lnTo>
                  <a:lnTo>
                    <a:pt x="132465" y="140399"/>
                  </a:lnTo>
                  <a:close/>
                  <a:moveTo>
                    <a:pt x="47747" y="141596"/>
                  </a:moveTo>
                  <a:lnTo>
                    <a:pt x="46999" y="142344"/>
                  </a:lnTo>
                  <a:lnTo>
                    <a:pt x="46400" y="143093"/>
                  </a:lnTo>
                  <a:lnTo>
                    <a:pt x="45652" y="143841"/>
                  </a:lnTo>
                  <a:lnTo>
                    <a:pt x="38318" y="152373"/>
                  </a:lnTo>
                  <a:lnTo>
                    <a:pt x="36222" y="149230"/>
                  </a:lnTo>
                  <a:lnTo>
                    <a:pt x="34276" y="146086"/>
                  </a:lnTo>
                  <a:lnTo>
                    <a:pt x="34576" y="145937"/>
                  </a:lnTo>
                  <a:lnTo>
                    <a:pt x="35474" y="147284"/>
                  </a:lnTo>
                  <a:lnTo>
                    <a:pt x="36072" y="148032"/>
                  </a:lnTo>
                  <a:lnTo>
                    <a:pt x="36671" y="148631"/>
                  </a:lnTo>
                  <a:lnTo>
                    <a:pt x="36821" y="148631"/>
                  </a:lnTo>
                  <a:lnTo>
                    <a:pt x="35623" y="146984"/>
                  </a:lnTo>
                  <a:lnTo>
                    <a:pt x="34875" y="145937"/>
                  </a:lnTo>
                  <a:lnTo>
                    <a:pt x="35773" y="145637"/>
                  </a:lnTo>
                  <a:lnTo>
                    <a:pt x="36671" y="146685"/>
                  </a:lnTo>
                  <a:lnTo>
                    <a:pt x="37270" y="147433"/>
                  </a:lnTo>
                  <a:lnTo>
                    <a:pt x="37869" y="148182"/>
                  </a:lnTo>
                  <a:lnTo>
                    <a:pt x="38018" y="148182"/>
                  </a:lnTo>
                  <a:lnTo>
                    <a:pt x="37420" y="147284"/>
                  </a:lnTo>
                  <a:lnTo>
                    <a:pt x="36821" y="146535"/>
                  </a:lnTo>
                  <a:lnTo>
                    <a:pt x="36072" y="145488"/>
                  </a:lnTo>
                  <a:lnTo>
                    <a:pt x="36971" y="145188"/>
                  </a:lnTo>
                  <a:lnTo>
                    <a:pt x="37569" y="146236"/>
                  </a:lnTo>
                  <a:lnTo>
                    <a:pt x="38168" y="146835"/>
                  </a:lnTo>
                  <a:lnTo>
                    <a:pt x="38767" y="147284"/>
                  </a:lnTo>
                  <a:lnTo>
                    <a:pt x="37719" y="145937"/>
                  </a:lnTo>
                  <a:lnTo>
                    <a:pt x="37270" y="145188"/>
                  </a:lnTo>
                  <a:lnTo>
                    <a:pt x="38318" y="144739"/>
                  </a:lnTo>
                  <a:lnTo>
                    <a:pt x="39066" y="145637"/>
                  </a:lnTo>
                  <a:lnTo>
                    <a:pt x="39515" y="146236"/>
                  </a:lnTo>
                  <a:lnTo>
                    <a:pt x="40114" y="146835"/>
                  </a:lnTo>
                  <a:lnTo>
                    <a:pt x="40263" y="146835"/>
                  </a:lnTo>
                  <a:lnTo>
                    <a:pt x="39814" y="146086"/>
                  </a:lnTo>
                  <a:lnTo>
                    <a:pt x="39216" y="145338"/>
                  </a:lnTo>
                  <a:lnTo>
                    <a:pt x="38617" y="144590"/>
                  </a:lnTo>
                  <a:lnTo>
                    <a:pt x="39515" y="144290"/>
                  </a:lnTo>
                  <a:lnTo>
                    <a:pt x="39964" y="145039"/>
                  </a:lnTo>
                  <a:lnTo>
                    <a:pt x="40413" y="145637"/>
                  </a:lnTo>
                  <a:lnTo>
                    <a:pt x="41012" y="146236"/>
                  </a:lnTo>
                  <a:lnTo>
                    <a:pt x="41162" y="146236"/>
                  </a:lnTo>
                  <a:lnTo>
                    <a:pt x="39964" y="144440"/>
                  </a:lnTo>
                  <a:lnTo>
                    <a:pt x="39814" y="144290"/>
                  </a:lnTo>
                  <a:lnTo>
                    <a:pt x="40563" y="143991"/>
                  </a:lnTo>
                  <a:lnTo>
                    <a:pt x="40713" y="144290"/>
                  </a:lnTo>
                  <a:lnTo>
                    <a:pt x="41311" y="145039"/>
                  </a:lnTo>
                  <a:lnTo>
                    <a:pt x="41910" y="145637"/>
                  </a:lnTo>
                  <a:lnTo>
                    <a:pt x="42060" y="145637"/>
                  </a:lnTo>
                  <a:lnTo>
                    <a:pt x="42060" y="145488"/>
                  </a:lnTo>
                  <a:lnTo>
                    <a:pt x="41162" y="144440"/>
                  </a:lnTo>
                  <a:lnTo>
                    <a:pt x="40862" y="143841"/>
                  </a:lnTo>
                  <a:lnTo>
                    <a:pt x="41611" y="143691"/>
                  </a:lnTo>
                  <a:lnTo>
                    <a:pt x="42060" y="144140"/>
                  </a:lnTo>
                  <a:lnTo>
                    <a:pt x="42658" y="145039"/>
                  </a:lnTo>
                  <a:lnTo>
                    <a:pt x="42808" y="145039"/>
                  </a:lnTo>
                  <a:lnTo>
                    <a:pt x="42509" y="144440"/>
                  </a:lnTo>
                  <a:lnTo>
                    <a:pt x="42060" y="143991"/>
                  </a:lnTo>
                  <a:lnTo>
                    <a:pt x="41760" y="143542"/>
                  </a:lnTo>
                  <a:lnTo>
                    <a:pt x="42509" y="143242"/>
                  </a:lnTo>
                  <a:lnTo>
                    <a:pt x="42808" y="143542"/>
                  </a:lnTo>
                  <a:lnTo>
                    <a:pt x="43107" y="143991"/>
                  </a:lnTo>
                  <a:lnTo>
                    <a:pt x="43556" y="144440"/>
                  </a:lnTo>
                  <a:lnTo>
                    <a:pt x="43706" y="144290"/>
                  </a:lnTo>
                  <a:lnTo>
                    <a:pt x="42958" y="143392"/>
                  </a:lnTo>
                  <a:lnTo>
                    <a:pt x="42808" y="143242"/>
                  </a:lnTo>
                  <a:lnTo>
                    <a:pt x="43556" y="142943"/>
                  </a:lnTo>
                  <a:lnTo>
                    <a:pt x="44454" y="143841"/>
                  </a:lnTo>
                  <a:lnTo>
                    <a:pt x="44604" y="143841"/>
                  </a:lnTo>
                  <a:lnTo>
                    <a:pt x="43856" y="142793"/>
                  </a:lnTo>
                  <a:lnTo>
                    <a:pt x="44454" y="142644"/>
                  </a:lnTo>
                  <a:lnTo>
                    <a:pt x="44604" y="142793"/>
                  </a:lnTo>
                  <a:lnTo>
                    <a:pt x="44904" y="143093"/>
                  </a:lnTo>
                  <a:lnTo>
                    <a:pt x="45353" y="143392"/>
                  </a:lnTo>
                  <a:lnTo>
                    <a:pt x="45502" y="143392"/>
                  </a:lnTo>
                  <a:lnTo>
                    <a:pt x="45053" y="142943"/>
                  </a:lnTo>
                  <a:lnTo>
                    <a:pt x="44904" y="142644"/>
                  </a:lnTo>
                  <a:lnTo>
                    <a:pt x="44754" y="142494"/>
                  </a:lnTo>
                  <a:lnTo>
                    <a:pt x="45353" y="142344"/>
                  </a:lnTo>
                  <a:lnTo>
                    <a:pt x="45502" y="142344"/>
                  </a:lnTo>
                  <a:lnTo>
                    <a:pt x="45951" y="142793"/>
                  </a:lnTo>
                  <a:lnTo>
                    <a:pt x="46101" y="142793"/>
                  </a:lnTo>
                  <a:lnTo>
                    <a:pt x="45652" y="142195"/>
                  </a:lnTo>
                  <a:lnTo>
                    <a:pt x="45802" y="142195"/>
                  </a:lnTo>
                  <a:lnTo>
                    <a:pt x="46400" y="142045"/>
                  </a:lnTo>
                  <a:lnTo>
                    <a:pt x="46999" y="142344"/>
                  </a:lnTo>
                  <a:lnTo>
                    <a:pt x="46700" y="141895"/>
                  </a:lnTo>
                  <a:lnTo>
                    <a:pt x="47747" y="141596"/>
                  </a:lnTo>
                  <a:close/>
                  <a:moveTo>
                    <a:pt x="174226" y="110313"/>
                  </a:moveTo>
                  <a:lnTo>
                    <a:pt x="174076" y="112858"/>
                  </a:lnTo>
                  <a:lnTo>
                    <a:pt x="173777" y="115402"/>
                  </a:lnTo>
                  <a:lnTo>
                    <a:pt x="173328" y="117947"/>
                  </a:lnTo>
                  <a:lnTo>
                    <a:pt x="172729" y="120342"/>
                  </a:lnTo>
                  <a:lnTo>
                    <a:pt x="166742" y="120342"/>
                  </a:lnTo>
                  <a:lnTo>
                    <a:pt x="171980" y="123335"/>
                  </a:lnTo>
                  <a:lnTo>
                    <a:pt x="170484" y="128125"/>
                  </a:lnTo>
                  <a:lnTo>
                    <a:pt x="168687" y="132615"/>
                  </a:lnTo>
                  <a:lnTo>
                    <a:pt x="166592" y="137106"/>
                  </a:lnTo>
                  <a:lnTo>
                    <a:pt x="164197" y="141297"/>
                  </a:lnTo>
                  <a:lnTo>
                    <a:pt x="158659" y="139500"/>
                  </a:lnTo>
                  <a:lnTo>
                    <a:pt x="162551" y="143841"/>
                  </a:lnTo>
                  <a:lnTo>
                    <a:pt x="160904" y="146086"/>
                  </a:lnTo>
                  <a:lnTo>
                    <a:pt x="159258" y="148182"/>
                  </a:lnTo>
                  <a:lnTo>
                    <a:pt x="157611" y="150277"/>
                  </a:lnTo>
                  <a:lnTo>
                    <a:pt x="155815" y="152373"/>
                  </a:lnTo>
                  <a:lnTo>
                    <a:pt x="145936" y="139351"/>
                  </a:lnTo>
                  <a:lnTo>
                    <a:pt x="147733" y="137106"/>
                  </a:lnTo>
                  <a:lnTo>
                    <a:pt x="149379" y="134860"/>
                  </a:lnTo>
                  <a:lnTo>
                    <a:pt x="152522" y="136956"/>
                  </a:lnTo>
                  <a:lnTo>
                    <a:pt x="152373" y="137854"/>
                  </a:lnTo>
                  <a:lnTo>
                    <a:pt x="152522" y="138602"/>
                  </a:lnTo>
                  <a:lnTo>
                    <a:pt x="153121" y="139201"/>
                  </a:lnTo>
                  <a:lnTo>
                    <a:pt x="153869" y="139650"/>
                  </a:lnTo>
                  <a:lnTo>
                    <a:pt x="154169" y="139800"/>
                  </a:lnTo>
                  <a:lnTo>
                    <a:pt x="154618" y="139800"/>
                  </a:lnTo>
                  <a:lnTo>
                    <a:pt x="155516" y="139650"/>
                  </a:lnTo>
                  <a:lnTo>
                    <a:pt x="156115" y="139201"/>
                  </a:lnTo>
                  <a:lnTo>
                    <a:pt x="156414" y="138752"/>
                  </a:lnTo>
                  <a:lnTo>
                    <a:pt x="156564" y="138453"/>
                  </a:lnTo>
                  <a:lnTo>
                    <a:pt x="156713" y="138004"/>
                  </a:lnTo>
                  <a:lnTo>
                    <a:pt x="156713" y="137555"/>
                  </a:lnTo>
                  <a:lnTo>
                    <a:pt x="156564" y="136657"/>
                  </a:lnTo>
                  <a:lnTo>
                    <a:pt x="156115" y="136058"/>
                  </a:lnTo>
                  <a:lnTo>
                    <a:pt x="155665" y="135758"/>
                  </a:lnTo>
                  <a:lnTo>
                    <a:pt x="155366" y="135609"/>
                  </a:lnTo>
                  <a:lnTo>
                    <a:pt x="154618" y="135459"/>
                  </a:lnTo>
                  <a:lnTo>
                    <a:pt x="154019" y="135459"/>
                  </a:lnTo>
                  <a:lnTo>
                    <a:pt x="153420" y="135758"/>
                  </a:lnTo>
                  <a:lnTo>
                    <a:pt x="152971" y="136058"/>
                  </a:lnTo>
                  <a:lnTo>
                    <a:pt x="149828" y="134112"/>
                  </a:lnTo>
                  <a:lnTo>
                    <a:pt x="152073" y="130520"/>
                  </a:lnTo>
                  <a:lnTo>
                    <a:pt x="153869" y="126778"/>
                  </a:lnTo>
                  <a:lnTo>
                    <a:pt x="155516" y="122736"/>
                  </a:lnTo>
                  <a:lnTo>
                    <a:pt x="156713" y="118695"/>
                  </a:lnTo>
                  <a:lnTo>
                    <a:pt x="160605" y="119593"/>
                  </a:lnTo>
                  <a:lnTo>
                    <a:pt x="160755" y="120342"/>
                  </a:lnTo>
                  <a:lnTo>
                    <a:pt x="161204" y="121090"/>
                  </a:lnTo>
                  <a:lnTo>
                    <a:pt x="161952" y="121539"/>
                  </a:lnTo>
                  <a:lnTo>
                    <a:pt x="162700" y="121689"/>
                  </a:lnTo>
                  <a:lnTo>
                    <a:pt x="163149" y="121689"/>
                  </a:lnTo>
                  <a:lnTo>
                    <a:pt x="163598" y="121539"/>
                  </a:lnTo>
                  <a:lnTo>
                    <a:pt x="164347" y="121090"/>
                  </a:lnTo>
                  <a:lnTo>
                    <a:pt x="164796" y="120342"/>
                  </a:lnTo>
                  <a:lnTo>
                    <a:pt x="164946" y="120042"/>
                  </a:lnTo>
                  <a:lnTo>
                    <a:pt x="164946" y="119593"/>
                  </a:lnTo>
                  <a:lnTo>
                    <a:pt x="164946" y="119144"/>
                  </a:lnTo>
                  <a:lnTo>
                    <a:pt x="164796" y="118695"/>
                  </a:lnTo>
                  <a:lnTo>
                    <a:pt x="164347" y="117947"/>
                  </a:lnTo>
                  <a:lnTo>
                    <a:pt x="163748" y="117498"/>
                  </a:lnTo>
                  <a:lnTo>
                    <a:pt x="163299" y="117348"/>
                  </a:lnTo>
                  <a:lnTo>
                    <a:pt x="162102" y="117348"/>
                  </a:lnTo>
                  <a:lnTo>
                    <a:pt x="161653" y="117647"/>
                  </a:lnTo>
                  <a:lnTo>
                    <a:pt x="161054" y="118096"/>
                  </a:lnTo>
                  <a:lnTo>
                    <a:pt x="160755" y="118545"/>
                  </a:lnTo>
                  <a:lnTo>
                    <a:pt x="157013" y="117797"/>
                  </a:lnTo>
                  <a:lnTo>
                    <a:pt x="157611" y="115253"/>
                  </a:lnTo>
                  <a:lnTo>
                    <a:pt x="157911" y="112858"/>
                  </a:lnTo>
                  <a:lnTo>
                    <a:pt x="174226" y="110313"/>
                  </a:lnTo>
                  <a:close/>
                  <a:moveTo>
                    <a:pt x="163000" y="142045"/>
                  </a:moveTo>
                  <a:lnTo>
                    <a:pt x="163598" y="142195"/>
                  </a:lnTo>
                  <a:lnTo>
                    <a:pt x="163748" y="142195"/>
                  </a:lnTo>
                  <a:lnTo>
                    <a:pt x="163299" y="142793"/>
                  </a:lnTo>
                  <a:lnTo>
                    <a:pt x="163449" y="142793"/>
                  </a:lnTo>
                  <a:lnTo>
                    <a:pt x="164047" y="142344"/>
                  </a:lnTo>
                  <a:lnTo>
                    <a:pt x="164646" y="142494"/>
                  </a:lnTo>
                  <a:lnTo>
                    <a:pt x="164646" y="142644"/>
                  </a:lnTo>
                  <a:lnTo>
                    <a:pt x="164197" y="143242"/>
                  </a:lnTo>
                  <a:lnTo>
                    <a:pt x="164047" y="143392"/>
                  </a:lnTo>
                  <a:lnTo>
                    <a:pt x="164497" y="143093"/>
                  </a:lnTo>
                  <a:lnTo>
                    <a:pt x="164796" y="142793"/>
                  </a:lnTo>
                  <a:lnTo>
                    <a:pt x="164946" y="142644"/>
                  </a:lnTo>
                  <a:lnTo>
                    <a:pt x="165694" y="142793"/>
                  </a:lnTo>
                  <a:lnTo>
                    <a:pt x="164946" y="143841"/>
                  </a:lnTo>
                  <a:lnTo>
                    <a:pt x="165844" y="142943"/>
                  </a:lnTo>
                  <a:lnTo>
                    <a:pt x="166592" y="143242"/>
                  </a:lnTo>
                  <a:lnTo>
                    <a:pt x="166442" y="143392"/>
                  </a:lnTo>
                  <a:lnTo>
                    <a:pt x="165844" y="144290"/>
                  </a:lnTo>
                  <a:lnTo>
                    <a:pt x="165844" y="144440"/>
                  </a:lnTo>
                  <a:lnTo>
                    <a:pt x="166293" y="143991"/>
                  </a:lnTo>
                  <a:lnTo>
                    <a:pt x="166592" y="143542"/>
                  </a:lnTo>
                  <a:lnTo>
                    <a:pt x="166891" y="143242"/>
                  </a:lnTo>
                  <a:lnTo>
                    <a:pt x="167640" y="143542"/>
                  </a:lnTo>
                  <a:lnTo>
                    <a:pt x="167340" y="143991"/>
                  </a:lnTo>
                  <a:lnTo>
                    <a:pt x="166891" y="144440"/>
                  </a:lnTo>
                  <a:lnTo>
                    <a:pt x="166742" y="145039"/>
                  </a:lnTo>
                  <a:lnTo>
                    <a:pt x="167490" y="144140"/>
                  </a:lnTo>
                  <a:lnTo>
                    <a:pt x="167789" y="143691"/>
                  </a:lnTo>
                  <a:lnTo>
                    <a:pt x="168687" y="143841"/>
                  </a:lnTo>
                  <a:lnTo>
                    <a:pt x="168238" y="144440"/>
                  </a:lnTo>
                  <a:lnTo>
                    <a:pt x="167490" y="145488"/>
                  </a:lnTo>
                  <a:lnTo>
                    <a:pt x="167490" y="145637"/>
                  </a:lnTo>
                  <a:lnTo>
                    <a:pt x="168089" y="145039"/>
                  </a:lnTo>
                  <a:lnTo>
                    <a:pt x="168687" y="144290"/>
                  </a:lnTo>
                  <a:lnTo>
                    <a:pt x="168987" y="143991"/>
                  </a:lnTo>
                  <a:lnTo>
                    <a:pt x="169735" y="144290"/>
                  </a:lnTo>
                  <a:lnTo>
                    <a:pt x="169436" y="144440"/>
                  </a:lnTo>
                  <a:lnTo>
                    <a:pt x="168238" y="146236"/>
                  </a:lnTo>
                  <a:lnTo>
                    <a:pt x="168388" y="146236"/>
                  </a:lnTo>
                  <a:lnTo>
                    <a:pt x="168987" y="145637"/>
                  </a:lnTo>
                  <a:lnTo>
                    <a:pt x="169436" y="145039"/>
                  </a:lnTo>
                  <a:lnTo>
                    <a:pt x="169885" y="144290"/>
                  </a:lnTo>
                  <a:lnTo>
                    <a:pt x="170783" y="144590"/>
                  </a:lnTo>
                  <a:lnTo>
                    <a:pt x="170184" y="145338"/>
                  </a:lnTo>
                  <a:lnTo>
                    <a:pt x="169735" y="146086"/>
                  </a:lnTo>
                  <a:lnTo>
                    <a:pt x="169286" y="146835"/>
                  </a:lnTo>
                  <a:lnTo>
                    <a:pt x="169286" y="146835"/>
                  </a:lnTo>
                  <a:lnTo>
                    <a:pt x="169885" y="146236"/>
                  </a:lnTo>
                  <a:lnTo>
                    <a:pt x="170484" y="145637"/>
                  </a:lnTo>
                  <a:lnTo>
                    <a:pt x="171082" y="144739"/>
                  </a:lnTo>
                  <a:lnTo>
                    <a:pt x="172280" y="145188"/>
                  </a:lnTo>
                  <a:lnTo>
                    <a:pt x="171681" y="145937"/>
                  </a:lnTo>
                  <a:lnTo>
                    <a:pt x="170633" y="147284"/>
                  </a:lnTo>
                  <a:lnTo>
                    <a:pt x="171232" y="146835"/>
                  </a:lnTo>
                  <a:lnTo>
                    <a:pt x="171831" y="146236"/>
                  </a:lnTo>
                  <a:lnTo>
                    <a:pt x="172579" y="145188"/>
                  </a:lnTo>
                  <a:lnTo>
                    <a:pt x="173328" y="145488"/>
                  </a:lnTo>
                  <a:lnTo>
                    <a:pt x="172579" y="146535"/>
                  </a:lnTo>
                  <a:lnTo>
                    <a:pt x="171980" y="147284"/>
                  </a:lnTo>
                  <a:lnTo>
                    <a:pt x="171531" y="148182"/>
                  </a:lnTo>
                  <a:lnTo>
                    <a:pt x="171531" y="148182"/>
                  </a:lnTo>
                  <a:lnTo>
                    <a:pt x="172280" y="147433"/>
                  </a:lnTo>
                  <a:lnTo>
                    <a:pt x="172729" y="146685"/>
                  </a:lnTo>
                  <a:lnTo>
                    <a:pt x="173627" y="145637"/>
                  </a:lnTo>
                  <a:lnTo>
                    <a:pt x="174525" y="145937"/>
                  </a:lnTo>
                  <a:lnTo>
                    <a:pt x="173777" y="146984"/>
                  </a:lnTo>
                  <a:lnTo>
                    <a:pt x="172579" y="148631"/>
                  </a:lnTo>
                  <a:lnTo>
                    <a:pt x="172729" y="148631"/>
                  </a:lnTo>
                  <a:lnTo>
                    <a:pt x="173328" y="148032"/>
                  </a:lnTo>
                  <a:lnTo>
                    <a:pt x="173926" y="147284"/>
                  </a:lnTo>
                  <a:lnTo>
                    <a:pt x="174824" y="145937"/>
                  </a:lnTo>
                  <a:lnTo>
                    <a:pt x="175124" y="146086"/>
                  </a:lnTo>
                  <a:lnTo>
                    <a:pt x="173178" y="149230"/>
                  </a:lnTo>
                  <a:lnTo>
                    <a:pt x="171082" y="152373"/>
                  </a:lnTo>
                  <a:lnTo>
                    <a:pt x="163748" y="143841"/>
                  </a:lnTo>
                  <a:lnTo>
                    <a:pt x="163000" y="143093"/>
                  </a:lnTo>
                  <a:lnTo>
                    <a:pt x="162551" y="142344"/>
                  </a:lnTo>
                  <a:lnTo>
                    <a:pt x="163000" y="142045"/>
                  </a:lnTo>
                  <a:close/>
                  <a:moveTo>
                    <a:pt x="35174" y="110912"/>
                  </a:moveTo>
                  <a:lnTo>
                    <a:pt x="51489" y="113157"/>
                  </a:lnTo>
                  <a:lnTo>
                    <a:pt x="52088" y="116600"/>
                  </a:lnTo>
                  <a:lnTo>
                    <a:pt x="48346" y="117647"/>
                  </a:lnTo>
                  <a:lnTo>
                    <a:pt x="47747" y="117049"/>
                  </a:lnTo>
                  <a:lnTo>
                    <a:pt x="47149" y="116600"/>
                  </a:lnTo>
                  <a:lnTo>
                    <a:pt x="46251" y="116450"/>
                  </a:lnTo>
                  <a:lnTo>
                    <a:pt x="45502" y="116749"/>
                  </a:lnTo>
                  <a:lnTo>
                    <a:pt x="45053" y="116899"/>
                  </a:lnTo>
                  <a:lnTo>
                    <a:pt x="44754" y="117198"/>
                  </a:lnTo>
                  <a:lnTo>
                    <a:pt x="44305" y="117947"/>
                  </a:lnTo>
                  <a:lnTo>
                    <a:pt x="44305" y="118845"/>
                  </a:lnTo>
                  <a:lnTo>
                    <a:pt x="44305" y="119294"/>
                  </a:lnTo>
                  <a:lnTo>
                    <a:pt x="44454" y="119743"/>
                  </a:lnTo>
                  <a:lnTo>
                    <a:pt x="44754" y="120042"/>
                  </a:lnTo>
                  <a:lnTo>
                    <a:pt x="45053" y="120342"/>
                  </a:lnTo>
                  <a:lnTo>
                    <a:pt x="45652" y="120791"/>
                  </a:lnTo>
                  <a:lnTo>
                    <a:pt x="46550" y="120940"/>
                  </a:lnTo>
                  <a:lnTo>
                    <a:pt x="46999" y="120791"/>
                  </a:lnTo>
                  <a:lnTo>
                    <a:pt x="47448" y="120641"/>
                  </a:lnTo>
                  <a:lnTo>
                    <a:pt x="47897" y="120342"/>
                  </a:lnTo>
                  <a:lnTo>
                    <a:pt x="48346" y="119743"/>
                  </a:lnTo>
                  <a:lnTo>
                    <a:pt x="48645" y="119294"/>
                  </a:lnTo>
                  <a:lnTo>
                    <a:pt x="48645" y="118545"/>
                  </a:lnTo>
                  <a:lnTo>
                    <a:pt x="52387" y="117498"/>
                  </a:lnTo>
                  <a:lnTo>
                    <a:pt x="53585" y="121689"/>
                  </a:lnTo>
                  <a:lnTo>
                    <a:pt x="55082" y="125730"/>
                  </a:lnTo>
                  <a:lnTo>
                    <a:pt x="56878" y="129622"/>
                  </a:lnTo>
                  <a:lnTo>
                    <a:pt x="59123" y="133364"/>
                  </a:lnTo>
                  <a:lnTo>
                    <a:pt x="55680" y="135609"/>
                  </a:lnTo>
                  <a:lnTo>
                    <a:pt x="54932" y="135160"/>
                  </a:lnTo>
                  <a:lnTo>
                    <a:pt x="54034" y="135010"/>
                  </a:lnTo>
                  <a:lnTo>
                    <a:pt x="53285" y="135160"/>
                  </a:lnTo>
                  <a:lnTo>
                    <a:pt x="52537" y="135609"/>
                  </a:lnTo>
                  <a:lnTo>
                    <a:pt x="52238" y="136058"/>
                  </a:lnTo>
                  <a:lnTo>
                    <a:pt x="52088" y="136357"/>
                  </a:lnTo>
                  <a:lnTo>
                    <a:pt x="51938" y="137255"/>
                  </a:lnTo>
                  <a:lnTo>
                    <a:pt x="52088" y="138004"/>
                  </a:lnTo>
                  <a:lnTo>
                    <a:pt x="52238" y="138453"/>
                  </a:lnTo>
                  <a:lnTo>
                    <a:pt x="52537" y="138752"/>
                  </a:lnTo>
                  <a:lnTo>
                    <a:pt x="52986" y="139051"/>
                  </a:lnTo>
                  <a:lnTo>
                    <a:pt x="53285" y="139201"/>
                  </a:lnTo>
                  <a:lnTo>
                    <a:pt x="54184" y="139351"/>
                  </a:lnTo>
                  <a:lnTo>
                    <a:pt x="54932" y="139201"/>
                  </a:lnTo>
                  <a:lnTo>
                    <a:pt x="55381" y="139051"/>
                  </a:lnTo>
                  <a:lnTo>
                    <a:pt x="55680" y="138752"/>
                  </a:lnTo>
                  <a:lnTo>
                    <a:pt x="56129" y="138303"/>
                  </a:lnTo>
                  <a:lnTo>
                    <a:pt x="56279" y="137704"/>
                  </a:lnTo>
                  <a:lnTo>
                    <a:pt x="56279" y="136956"/>
                  </a:lnTo>
                  <a:lnTo>
                    <a:pt x="56129" y="136357"/>
                  </a:lnTo>
                  <a:lnTo>
                    <a:pt x="59572" y="134262"/>
                  </a:lnTo>
                  <a:lnTo>
                    <a:pt x="61817" y="137255"/>
                  </a:lnTo>
                  <a:lnTo>
                    <a:pt x="64062" y="140099"/>
                  </a:lnTo>
                  <a:lnTo>
                    <a:pt x="54483" y="153271"/>
                  </a:lnTo>
                  <a:lnTo>
                    <a:pt x="52387" y="151026"/>
                  </a:lnTo>
                  <a:lnTo>
                    <a:pt x="50442" y="148781"/>
                  </a:lnTo>
                  <a:lnTo>
                    <a:pt x="48645" y="146386"/>
                  </a:lnTo>
                  <a:lnTo>
                    <a:pt x="46849" y="143991"/>
                  </a:lnTo>
                  <a:lnTo>
                    <a:pt x="50891" y="139500"/>
                  </a:lnTo>
                  <a:lnTo>
                    <a:pt x="45203" y="141297"/>
                  </a:lnTo>
                  <a:lnTo>
                    <a:pt x="42808" y="137106"/>
                  </a:lnTo>
                  <a:lnTo>
                    <a:pt x="40713" y="132615"/>
                  </a:lnTo>
                  <a:lnTo>
                    <a:pt x="38916" y="128125"/>
                  </a:lnTo>
                  <a:lnTo>
                    <a:pt x="37420" y="123335"/>
                  </a:lnTo>
                  <a:lnTo>
                    <a:pt x="42658" y="120342"/>
                  </a:lnTo>
                  <a:lnTo>
                    <a:pt x="36671" y="120342"/>
                  </a:lnTo>
                  <a:lnTo>
                    <a:pt x="35773" y="115702"/>
                  </a:lnTo>
                  <a:lnTo>
                    <a:pt x="35174" y="110912"/>
                  </a:lnTo>
                  <a:close/>
                  <a:moveTo>
                    <a:pt x="80677" y="143093"/>
                  </a:moveTo>
                  <a:lnTo>
                    <a:pt x="83371" y="144739"/>
                  </a:lnTo>
                  <a:lnTo>
                    <a:pt x="86364" y="146086"/>
                  </a:lnTo>
                  <a:lnTo>
                    <a:pt x="89508" y="147284"/>
                  </a:lnTo>
                  <a:lnTo>
                    <a:pt x="92651" y="148331"/>
                  </a:lnTo>
                  <a:lnTo>
                    <a:pt x="91453" y="155217"/>
                  </a:lnTo>
                  <a:lnTo>
                    <a:pt x="87562" y="154019"/>
                  </a:lnTo>
                  <a:lnTo>
                    <a:pt x="83820" y="152522"/>
                  </a:lnTo>
                  <a:lnTo>
                    <a:pt x="80377" y="150876"/>
                  </a:lnTo>
                  <a:lnTo>
                    <a:pt x="76935" y="148930"/>
                  </a:lnTo>
                  <a:lnTo>
                    <a:pt x="80677" y="143093"/>
                  </a:lnTo>
                  <a:close/>
                  <a:moveTo>
                    <a:pt x="128125" y="143542"/>
                  </a:moveTo>
                  <a:lnTo>
                    <a:pt x="131717" y="149379"/>
                  </a:lnTo>
                  <a:lnTo>
                    <a:pt x="128274" y="151325"/>
                  </a:lnTo>
                  <a:lnTo>
                    <a:pt x="124532" y="152972"/>
                  </a:lnTo>
                  <a:lnTo>
                    <a:pt x="120790" y="154319"/>
                  </a:lnTo>
                  <a:lnTo>
                    <a:pt x="116899" y="155366"/>
                  </a:lnTo>
                  <a:lnTo>
                    <a:pt x="115552" y="148631"/>
                  </a:lnTo>
                  <a:lnTo>
                    <a:pt x="118845" y="147733"/>
                  </a:lnTo>
                  <a:lnTo>
                    <a:pt x="121988" y="146535"/>
                  </a:lnTo>
                  <a:lnTo>
                    <a:pt x="125131" y="145188"/>
                  </a:lnTo>
                  <a:lnTo>
                    <a:pt x="128125" y="143542"/>
                  </a:lnTo>
                  <a:close/>
                  <a:moveTo>
                    <a:pt x="114504" y="148930"/>
                  </a:moveTo>
                  <a:lnTo>
                    <a:pt x="116001" y="155666"/>
                  </a:lnTo>
                  <a:lnTo>
                    <a:pt x="113307" y="156115"/>
                  </a:lnTo>
                  <a:lnTo>
                    <a:pt x="114354" y="148930"/>
                  </a:lnTo>
                  <a:close/>
                  <a:moveTo>
                    <a:pt x="93549" y="148631"/>
                  </a:moveTo>
                  <a:lnTo>
                    <a:pt x="95345" y="149080"/>
                  </a:lnTo>
                  <a:lnTo>
                    <a:pt x="96393" y="156264"/>
                  </a:lnTo>
                  <a:lnTo>
                    <a:pt x="92352" y="155366"/>
                  </a:lnTo>
                  <a:lnTo>
                    <a:pt x="93549" y="148631"/>
                  </a:lnTo>
                  <a:close/>
                  <a:moveTo>
                    <a:pt x="127676" y="117348"/>
                  </a:moveTo>
                  <a:lnTo>
                    <a:pt x="138902" y="132017"/>
                  </a:lnTo>
                  <a:lnTo>
                    <a:pt x="139800" y="133364"/>
                  </a:lnTo>
                  <a:lnTo>
                    <a:pt x="143991" y="138902"/>
                  </a:lnTo>
                  <a:lnTo>
                    <a:pt x="145188" y="140399"/>
                  </a:lnTo>
                  <a:lnTo>
                    <a:pt x="154917" y="153271"/>
                  </a:lnTo>
                  <a:lnTo>
                    <a:pt x="155516" y="154019"/>
                  </a:lnTo>
                  <a:lnTo>
                    <a:pt x="158659" y="158210"/>
                  </a:lnTo>
                  <a:lnTo>
                    <a:pt x="154468" y="155067"/>
                  </a:lnTo>
                  <a:lnTo>
                    <a:pt x="153720" y="154468"/>
                  </a:lnTo>
                  <a:lnTo>
                    <a:pt x="140698" y="144889"/>
                  </a:lnTo>
                  <a:lnTo>
                    <a:pt x="139201" y="143841"/>
                  </a:lnTo>
                  <a:lnTo>
                    <a:pt x="133513" y="139650"/>
                  </a:lnTo>
                  <a:lnTo>
                    <a:pt x="132316" y="138752"/>
                  </a:lnTo>
                  <a:lnTo>
                    <a:pt x="117348" y="127676"/>
                  </a:lnTo>
                  <a:lnTo>
                    <a:pt x="118545" y="118845"/>
                  </a:lnTo>
                  <a:lnTo>
                    <a:pt x="121090" y="118396"/>
                  </a:lnTo>
                  <a:lnTo>
                    <a:pt x="120341" y="118994"/>
                  </a:lnTo>
                  <a:lnTo>
                    <a:pt x="119892" y="119743"/>
                  </a:lnTo>
                  <a:lnTo>
                    <a:pt x="119892" y="119893"/>
                  </a:lnTo>
                  <a:lnTo>
                    <a:pt x="120940" y="119144"/>
                  </a:lnTo>
                  <a:lnTo>
                    <a:pt x="121688" y="118246"/>
                  </a:lnTo>
                  <a:lnTo>
                    <a:pt x="125281" y="117797"/>
                  </a:lnTo>
                  <a:lnTo>
                    <a:pt x="123784" y="119144"/>
                  </a:lnTo>
                  <a:lnTo>
                    <a:pt x="122587" y="120342"/>
                  </a:lnTo>
                  <a:lnTo>
                    <a:pt x="121988" y="121090"/>
                  </a:lnTo>
                  <a:lnTo>
                    <a:pt x="121389" y="121689"/>
                  </a:lnTo>
                  <a:lnTo>
                    <a:pt x="121389" y="121838"/>
                  </a:lnTo>
                  <a:lnTo>
                    <a:pt x="121539" y="121838"/>
                  </a:lnTo>
                  <a:lnTo>
                    <a:pt x="122138" y="121240"/>
                  </a:lnTo>
                  <a:lnTo>
                    <a:pt x="122736" y="120641"/>
                  </a:lnTo>
                  <a:lnTo>
                    <a:pt x="123934" y="119444"/>
                  </a:lnTo>
                  <a:lnTo>
                    <a:pt x="125730" y="117647"/>
                  </a:lnTo>
                  <a:lnTo>
                    <a:pt x="127676" y="117348"/>
                  </a:lnTo>
                  <a:close/>
                  <a:moveTo>
                    <a:pt x="82323" y="117348"/>
                  </a:moveTo>
                  <a:lnTo>
                    <a:pt x="90705" y="118545"/>
                  </a:lnTo>
                  <a:lnTo>
                    <a:pt x="91154" y="121389"/>
                  </a:lnTo>
                  <a:lnTo>
                    <a:pt x="90555" y="120940"/>
                  </a:lnTo>
                  <a:lnTo>
                    <a:pt x="89957" y="120491"/>
                  </a:lnTo>
                  <a:lnTo>
                    <a:pt x="89807" y="120491"/>
                  </a:lnTo>
                  <a:lnTo>
                    <a:pt x="90406" y="121389"/>
                  </a:lnTo>
                  <a:lnTo>
                    <a:pt x="91154" y="122138"/>
                  </a:lnTo>
                  <a:lnTo>
                    <a:pt x="91753" y="125580"/>
                  </a:lnTo>
                  <a:lnTo>
                    <a:pt x="90555" y="124383"/>
                  </a:lnTo>
                  <a:lnTo>
                    <a:pt x="89358" y="123185"/>
                  </a:lnTo>
                  <a:lnTo>
                    <a:pt x="88610" y="122587"/>
                  </a:lnTo>
                  <a:lnTo>
                    <a:pt x="88011" y="121988"/>
                  </a:lnTo>
                  <a:lnTo>
                    <a:pt x="87861" y="121988"/>
                  </a:lnTo>
                  <a:lnTo>
                    <a:pt x="87861" y="122138"/>
                  </a:lnTo>
                  <a:lnTo>
                    <a:pt x="88460" y="122736"/>
                  </a:lnTo>
                  <a:lnTo>
                    <a:pt x="89059" y="123335"/>
                  </a:lnTo>
                  <a:lnTo>
                    <a:pt x="90256" y="124533"/>
                  </a:lnTo>
                  <a:lnTo>
                    <a:pt x="91753" y="126179"/>
                  </a:lnTo>
                  <a:lnTo>
                    <a:pt x="92202" y="128424"/>
                  </a:lnTo>
                  <a:lnTo>
                    <a:pt x="77833" y="139351"/>
                  </a:lnTo>
                  <a:lnTo>
                    <a:pt x="76635" y="140249"/>
                  </a:lnTo>
                  <a:lnTo>
                    <a:pt x="70948" y="144440"/>
                  </a:lnTo>
                  <a:lnTo>
                    <a:pt x="69600" y="145637"/>
                  </a:lnTo>
                  <a:lnTo>
                    <a:pt x="56578" y="155366"/>
                  </a:lnTo>
                  <a:lnTo>
                    <a:pt x="55830" y="155965"/>
                  </a:lnTo>
                  <a:lnTo>
                    <a:pt x="51489" y="159258"/>
                  </a:lnTo>
                  <a:lnTo>
                    <a:pt x="54782" y="154917"/>
                  </a:lnTo>
                  <a:lnTo>
                    <a:pt x="55381" y="154169"/>
                  </a:lnTo>
                  <a:lnTo>
                    <a:pt x="64960" y="141147"/>
                  </a:lnTo>
                  <a:lnTo>
                    <a:pt x="66008" y="139650"/>
                  </a:lnTo>
                  <a:lnTo>
                    <a:pt x="70199" y="133962"/>
                  </a:lnTo>
                  <a:lnTo>
                    <a:pt x="71097" y="132765"/>
                  </a:lnTo>
                  <a:lnTo>
                    <a:pt x="82323" y="117348"/>
                  </a:lnTo>
                  <a:close/>
                  <a:moveTo>
                    <a:pt x="68852" y="162701"/>
                  </a:moveTo>
                  <a:lnTo>
                    <a:pt x="68702" y="163748"/>
                  </a:lnTo>
                  <a:lnTo>
                    <a:pt x="68104" y="163449"/>
                  </a:lnTo>
                  <a:lnTo>
                    <a:pt x="68852" y="162701"/>
                  </a:lnTo>
                  <a:close/>
                  <a:moveTo>
                    <a:pt x="140548" y="162701"/>
                  </a:moveTo>
                  <a:lnTo>
                    <a:pt x="141296" y="163449"/>
                  </a:lnTo>
                  <a:lnTo>
                    <a:pt x="140847" y="163748"/>
                  </a:lnTo>
                  <a:lnTo>
                    <a:pt x="140548" y="162701"/>
                  </a:lnTo>
                  <a:close/>
                  <a:moveTo>
                    <a:pt x="46251" y="144739"/>
                  </a:moveTo>
                  <a:lnTo>
                    <a:pt x="48047" y="147134"/>
                  </a:lnTo>
                  <a:lnTo>
                    <a:pt x="49843" y="149529"/>
                  </a:lnTo>
                  <a:lnTo>
                    <a:pt x="51789" y="151774"/>
                  </a:lnTo>
                  <a:lnTo>
                    <a:pt x="53884" y="154019"/>
                  </a:lnTo>
                  <a:lnTo>
                    <a:pt x="48047" y="161952"/>
                  </a:lnTo>
                  <a:lnTo>
                    <a:pt x="48945" y="162850"/>
                  </a:lnTo>
                  <a:lnTo>
                    <a:pt x="56728" y="156863"/>
                  </a:lnTo>
                  <a:lnTo>
                    <a:pt x="58973" y="158809"/>
                  </a:lnTo>
                  <a:lnTo>
                    <a:pt x="61218" y="160605"/>
                  </a:lnTo>
                  <a:lnTo>
                    <a:pt x="63613" y="162401"/>
                  </a:lnTo>
                  <a:lnTo>
                    <a:pt x="66158" y="164048"/>
                  </a:lnTo>
                  <a:lnTo>
                    <a:pt x="58225" y="171831"/>
                  </a:lnTo>
                  <a:lnTo>
                    <a:pt x="55381" y="169885"/>
                  </a:lnTo>
                  <a:lnTo>
                    <a:pt x="52836" y="167790"/>
                  </a:lnTo>
                  <a:lnTo>
                    <a:pt x="50292" y="165545"/>
                  </a:lnTo>
                  <a:lnTo>
                    <a:pt x="47747" y="163299"/>
                  </a:lnTo>
                  <a:lnTo>
                    <a:pt x="45353" y="160904"/>
                  </a:lnTo>
                  <a:lnTo>
                    <a:pt x="43107" y="158360"/>
                  </a:lnTo>
                  <a:lnTo>
                    <a:pt x="41012" y="155815"/>
                  </a:lnTo>
                  <a:lnTo>
                    <a:pt x="38916" y="153121"/>
                  </a:lnTo>
                  <a:lnTo>
                    <a:pt x="46251" y="144739"/>
                  </a:lnTo>
                  <a:close/>
                  <a:moveTo>
                    <a:pt x="163149" y="144739"/>
                  </a:moveTo>
                  <a:lnTo>
                    <a:pt x="170484" y="153121"/>
                  </a:lnTo>
                  <a:lnTo>
                    <a:pt x="168388" y="155815"/>
                  </a:lnTo>
                  <a:lnTo>
                    <a:pt x="166293" y="158360"/>
                  </a:lnTo>
                  <a:lnTo>
                    <a:pt x="164047" y="160904"/>
                  </a:lnTo>
                  <a:lnTo>
                    <a:pt x="161653" y="163299"/>
                  </a:lnTo>
                  <a:lnTo>
                    <a:pt x="159108" y="165545"/>
                  </a:lnTo>
                  <a:lnTo>
                    <a:pt x="156564" y="167790"/>
                  </a:lnTo>
                  <a:lnTo>
                    <a:pt x="154019" y="169885"/>
                  </a:lnTo>
                  <a:lnTo>
                    <a:pt x="151175" y="171831"/>
                  </a:lnTo>
                  <a:lnTo>
                    <a:pt x="143242" y="164048"/>
                  </a:lnTo>
                  <a:lnTo>
                    <a:pt x="145936" y="162252"/>
                  </a:lnTo>
                  <a:lnTo>
                    <a:pt x="148631" y="160306"/>
                  </a:lnTo>
                  <a:lnTo>
                    <a:pt x="151175" y="158210"/>
                  </a:lnTo>
                  <a:lnTo>
                    <a:pt x="153570" y="155965"/>
                  </a:lnTo>
                  <a:lnTo>
                    <a:pt x="161353" y="161653"/>
                  </a:lnTo>
                  <a:lnTo>
                    <a:pt x="162251" y="160755"/>
                  </a:lnTo>
                  <a:lnTo>
                    <a:pt x="156414" y="153121"/>
                  </a:lnTo>
                  <a:lnTo>
                    <a:pt x="158210" y="151026"/>
                  </a:lnTo>
                  <a:lnTo>
                    <a:pt x="159856" y="149080"/>
                  </a:lnTo>
                  <a:lnTo>
                    <a:pt x="161653" y="146835"/>
                  </a:lnTo>
                  <a:lnTo>
                    <a:pt x="163149" y="144739"/>
                  </a:lnTo>
                  <a:close/>
                  <a:moveTo>
                    <a:pt x="89358" y="171083"/>
                  </a:moveTo>
                  <a:lnTo>
                    <a:pt x="89358" y="172130"/>
                  </a:lnTo>
                  <a:lnTo>
                    <a:pt x="88759" y="171981"/>
                  </a:lnTo>
                  <a:lnTo>
                    <a:pt x="89358" y="171083"/>
                  </a:lnTo>
                  <a:close/>
                  <a:moveTo>
                    <a:pt x="120192" y="171083"/>
                  </a:moveTo>
                  <a:lnTo>
                    <a:pt x="120641" y="171981"/>
                  </a:lnTo>
                  <a:lnTo>
                    <a:pt x="120042" y="172130"/>
                  </a:lnTo>
                  <a:lnTo>
                    <a:pt x="120192" y="171083"/>
                  </a:lnTo>
                  <a:close/>
                  <a:moveTo>
                    <a:pt x="70499" y="146386"/>
                  </a:moveTo>
                  <a:lnTo>
                    <a:pt x="72744" y="148182"/>
                  </a:lnTo>
                  <a:lnTo>
                    <a:pt x="75139" y="149828"/>
                  </a:lnTo>
                  <a:lnTo>
                    <a:pt x="73043" y="153421"/>
                  </a:lnTo>
                  <a:lnTo>
                    <a:pt x="72145" y="153271"/>
                  </a:lnTo>
                  <a:lnTo>
                    <a:pt x="71397" y="153570"/>
                  </a:lnTo>
                  <a:lnTo>
                    <a:pt x="70648" y="154019"/>
                  </a:lnTo>
                  <a:lnTo>
                    <a:pt x="70199" y="154768"/>
                  </a:lnTo>
                  <a:lnTo>
                    <a:pt x="70199" y="155217"/>
                  </a:lnTo>
                  <a:lnTo>
                    <a:pt x="70199" y="155666"/>
                  </a:lnTo>
                  <a:lnTo>
                    <a:pt x="70349" y="156414"/>
                  </a:lnTo>
                  <a:lnTo>
                    <a:pt x="70798" y="157163"/>
                  </a:lnTo>
                  <a:lnTo>
                    <a:pt x="71247" y="157312"/>
                  </a:lnTo>
                  <a:lnTo>
                    <a:pt x="71546" y="157612"/>
                  </a:lnTo>
                  <a:lnTo>
                    <a:pt x="72444" y="157612"/>
                  </a:lnTo>
                  <a:lnTo>
                    <a:pt x="73342" y="157462"/>
                  </a:lnTo>
                  <a:lnTo>
                    <a:pt x="73941" y="157013"/>
                  </a:lnTo>
                  <a:lnTo>
                    <a:pt x="74240" y="156564"/>
                  </a:lnTo>
                  <a:lnTo>
                    <a:pt x="74390" y="156264"/>
                  </a:lnTo>
                  <a:lnTo>
                    <a:pt x="74540" y="155516"/>
                  </a:lnTo>
                  <a:lnTo>
                    <a:pt x="74390" y="154917"/>
                  </a:lnTo>
                  <a:lnTo>
                    <a:pt x="74240" y="154319"/>
                  </a:lnTo>
                  <a:lnTo>
                    <a:pt x="73791" y="153870"/>
                  </a:lnTo>
                  <a:lnTo>
                    <a:pt x="76037" y="150277"/>
                  </a:lnTo>
                  <a:lnTo>
                    <a:pt x="79629" y="152373"/>
                  </a:lnTo>
                  <a:lnTo>
                    <a:pt x="83221" y="154169"/>
                  </a:lnTo>
                  <a:lnTo>
                    <a:pt x="87113" y="155666"/>
                  </a:lnTo>
                  <a:lnTo>
                    <a:pt x="91004" y="156863"/>
                  </a:lnTo>
                  <a:lnTo>
                    <a:pt x="90256" y="161054"/>
                  </a:lnTo>
                  <a:lnTo>
                    <a:pt x="89508" y="161204"/>
                  </a:lnTo>
                  <a:lnTo>
                    <a:pt x="88909" y="161653"/>
                  </a:lnTo>
                  <a:lnTo>
                    <a:pt x="88460" y="162252"/>
                  </a:lnTo>
                  <a:lnTo>
                    <a:pt x="88161" y="163150"/>
                  </a:lnTo>
                  <a:lnTo>
                    <a:pt x="88310" y="163599"/>
                  </a:lnTo>
                  <a:lnTo>
                    <a:pt x="88310" y="164048"/>
                  </a:lnTo>
                  <a:lnTo>
                    <a:pt x="88909" y="164646"/>
                  </a:lnTo>
                  <a:lnTo>
                    <a:pt x="89508" y="165245"/>
                  </a:lnTo>
                  <a:lnTo>
                    <a:pt x="89957" y="165395"/>
                  </a:lnTo>
                  <a:lnTo>
                    <a:pt x="90855" y="165395"/>
                  </a:lnTo>
                  <a:lnTo>
                    <a:pt x="91304" y="165245"/>
                  </a:lnTo>
                  <a:lnTo>
                    <a:pt x="91903" y="164796"/>
                  </a:lnTo>
                  <a:lnTo>
                    <a:pt x="92501" y="164048"/>
                  </a:lnTo>
                  <a:lnTo>
                    <a:pt x="92651" y="163599"/>
                  </a:lnTo>
                  <a:lnTo>
                    <a:pt x="92651" y="163150"/>
                  </a:lnTo>
                  <a:lnTo>
                    <a:pt x="92501" y="162551"/>
                  </a:lnTo>
                  <a:lnTo>
                    <a:pt x="92202" y="161952"/>
                  </a:lnTo>
                  <a:lnTo>
                    <a:pt x="91903" y="161503"/>
                  </a:lnTo>
                  <a:lnTo>
                    <a:pt x="91304" y="161204"/>
                  </a:lnTo>
                  <a:lnTo>
                    <a:pt x="92052" y="157163"/>
                  </a:lnTo>
                  <a:lnTo>
                    <a:pt x="94297" y="157612"/>
                  </a:lnTo>
                  <a:lnTo>
                    <a:pt x="96692" y="158061"/>
                  </a:lnTo>
                  <a:lnTo>
                    <a:pt x="99087" y="174376"/>
                  </a:lnTo>
                  <a:lnTo>
                    <a:pt x="94746" y="173927"/>
                  </a:lnTo>
                  <a:lnTo>
                    <a:pt x="90406" y="173178"/>
                  </a:lnTo>
                  <a:lnTo>
                    <a:pt x="90106" y="167341"/>
                  </a:lnTo>
                  <a:lnTo>
                    <a:pt x="87562" y="172430"/>
                  </a:lnTo>
                  <a:lnTo>
                    <a:pt x="85167" y="171831"/>
                  </a:lnTo>
                  <a:lnTo>
                    <a:pt x="82772" y="171083"/>
                  </a:lnTo>
                  <a:lnTo>
                    <a:pt x="78132" y="169286"/>
                  </a:lnTo>
                  <a:lnTo>
                    <a:pt x="73642" y="167341"/>
                  </a:lnTo>
                  <a:lnTo>
                    <a:pt x="69301" y="164946"/>
                  </a:lnTo>
                  <a:lnTo>
                    <a:pt x="70798" y="159557"/>
                  </a:lnTo>
                  <a:lnTo>
                    <a:pt x="66906" y="163449"/>
                  </a:lnTo>
                  <a:lnTo>
                    <a:pt x="64362" y="161803"/>
                  </a:lnTo>
                  <a:lnTo>
                    <a:pt x="61967" y="160006"/>
                  </a:lnTo>
                  <a:lnTo>
                    <a:pt x="59722" y="158210"/>
                  </a:lnTo>
                  <a:lnTo>
                    <a:pt x="57476" y="156264"/>
                  </a:lnTo>
                  <a:lnTo>
                    <a:pt x="70499" y="146386"/>
                  </a:lnTo>
                  <a:close/>
                  <a:moveTo>
                    <a:pt x="139650" y="145637"/>
                  </a:moveTo>
                  <a:lnTo>
                    <a:pt x="152822" y="155366"/>
                  </a:lnTo>
                  <a:lnTo>
                    <a:pt x="150427" y="157462"/>
                  </a:lnTo>
                  <a:lnTo>
                    <a:pt x="147882" y="159557"/>
                  </a:lnTo>
                  <a:lnTo>
                    <a:pt x="145338" y="161503"/>
                  </a:lnTo>
                  <a:lnTo>
                    <a:pt x="142643" y="163449"/>
                  </a:lnTo>
                  <a:lnTo>
                    <a:pt x="138602" y="159557"/>
                  </a:lnTo>
                  <a:lnTo>
                    <a:pt x="140099" y="164946"/>
                  </a:lnTo>
                  <a:lnTo>
                    <a:pt x="135758" y="167191"/>
                  </a:lnTo>
                  <a:lnTo>
                    <a:pt x="131418" y="169286"/>
                  </a:lnTo>
                  <a:lnTo>
                    <a:pt x="126778" y="171083"/>
                  </a:lnTo>
                  <a:lnTo>
                    <a:pt x="124383" y="171831"/>
                  </a:lnTo>
                  <a:lnTo>
                    <a:pt x="121988" y="172430"/>
                  </a:lnTo>
                  <a:lnTo>
                    <a:pt x="119443" y="167341"/>
                  </a:lnTo>
                  <a:lnTo>
                    <a:pt x="118994" y="173178"/>
                  </a:lnTo>
                  <a:lnTo>
                    <a:pt x="114953" y="173777"/>
                  </a:lnTo>
                  <a:lnTo>
                    <a:pt x="110912" y="174376"/>
                  </a:lnTo>
                  <a:lnTo>
                    <a:pt x="113157" y="157911"/>
                  </a:lnTo>
                  <a:lnTo>
                    <a:pt x="116300" y="157312"/>
                  </a:lnTo>
                  <a:lnTo>
                    <a:pt x="117198" y="161354"/>
                  </a:lnTo>
                  <a:lnTo>
                    <a:pt x="116450" y="161952"/>
                  </a:lnTo>
                  <a:lnTo>
                    <a:pt x="116150" y="162701"/>
                  </a:lnTo>
                  <a:lnTo>
                    <a:pt x="116001" y="163449"/>
                  </a:lnTo>
                  <a:lnTo>
                    <a:pt x="116150" y="164347"/>
                  </a:lnTo>
                  <a:lnTo>
                    <a:pt x="116450" y="164646"/>
                  </a:lnTo>
                  <a:lnTo>
                    <a:pt x="116749" y="164946"/>
                  </a:lnTo>
                  <a:lnTo>
                    <a:pt x="117498" y="165395"/>
                  </a:lnTo>
                  <a:lnTo>
                    <a:pt x="118396" y="165545"/>
                  </a:lnTo>
                  <a:lnTo>
                    <a:pt x="118695" y="165395"/>
                  </a:lnTo>
                  <a:lnTo>
                    <a:pt x="119144" y="165245"/>
                  </a:lnTo>
                  <a:lnTo>
                    <a:pt x="119593" y="165095"/>
                  </a:lnTo>
                  <a:lnTo>
                    <a:pt x="119892" y="164796"/>
                  </a:lnTo>
                  <a:lnTo>
                    <a:pt x="120341" y="164048"/>
                  </a:lnTo>
                  <a:lnTo>
                    <a:pt x="120341" y="163150"/>
                  </a:lnTo>
                  <a:lnTo>
                    <a:pt x="120341" y="162850"/>
                  </a:lnTo>
                  <a:lnTo>
                    <a:pt x="120192" y="162401"/>
                  </a:lnTo>
                  <a:lnTo>
                    <a:pt x="119743" y="161803"/>
                  </a:lnTo>
                  <a:lnTo>
                    <a:pt x="119294" y="161354"/>
                  </a:lnTo>
                  <a:lnTo>
                    <a:pt x="118695" y="161204"/>
                  </a:lnTo>
                  <a:lnTo>
                    <a:pt x="118096" y="161054"/>
                  </a:lnTo>
                  <a:lnTo>
                    <a:pt x="117348" y="157163"/>
                  </a:lnTo>
                  <a:lnTo>
                    <a:pt x="121389" y="155965"/>
                  </a:lnTo>
                  <a:lnTo>
                    <a:pt x="125281" y="154618"/>
                  </a:lnTo>
                  <a:lnTo>
                    <a:pt x="129023" y="152822"/>
                  </a:lnTo>
                  <a:lnTo>
                    <a:pt x="132615" y="150876"/>
                  </a:lnTo>
                  <a:lnTo>
                    <a:pt x="134711" y="154319"/>
                  </a:lnTo>
                  <a:lnTo>
                    <a:pt x="134261" y="155067"/>
                  </a:lnTo>
                  <a:lnTo>
                    <a:pt x="134112" y="155815"/>
                  </a:lnTo>
                  <a:lnTo>
                    <a:pt x="134411" y="156713"/>
                  </a:lnTo>
                  <a:lnTo>
                    <a:pt x="134860" y="157312"/>
                  </a:lnTo>
                  <a:lnTo>
                    <a:pt x="135160" y="157612"/>
                  </a:lnTo>
                  <a:lnTo>
                    <a:pt x="135609" y="157911"/>
                  </a:lnTo>
                  <a:lnTo>
                    <a:pt x="136357" y="158061"/>
                  </a:lnTo>
                  <a:lnTo>
                    <a:pt x="137255" y="157911"/>
                  </a:lnTo>
                  <a:lnTo>
                    <a:pt x="137554" y="157612"/>
                  </a:lnTo>
                  <a:lnTo>
                    <a:pt x="138003" y="157312"/>
                  </a:lnTo>
                  <a:lnTo>
                    <a:pt x="138153" y="157013"/>
                  </a:lnTo>
                  <a:lnTo>
                    <a:pt x="138452" y="156564"/>
                  </a:lnTo>
                  <a:lnTo>
                    <a:pt x="138602" y="155815"/>
                  </a:lnTo>
                  <a:lnTo>
                    <a:pt x="138452" y="154917"/>
                  </a:lnTo>
                  <a:lnTo>
                    <a:pt x="138303" y="154618"/>
                  </a:lnTo>
                  <a:lnTo>
                    <a:pt x="138003" y="154319"/>
                  </a:lnTo>
                  <a:lnTo>
                    <a:pt x="137405" y="153870"/>
                  </a:lnTo>
                  <a:lnTo>
                    <a:pt x="136806" y="153570"/>
                  </a:lnTo>
                  <a:lnTo>
                    <a:pt x="136207" y="153570"/>
                  </a:lnTo>
                  <a:lnTo>
                    <a:pt x="135609" y="153720"/>
                  </a:lnTo>
                  <a:lnTo>
                    <a:pt x="133513" y="150277"/>
                  </a:lnTo>
                  <a:lnTo>
                    <a:pt x="136656" y="148182"/>
                  </a:lnTo>
                  <a:lnTo>
                    <a:pt x="139650" y="145637"/>
                  </a:lnTo>
                  <a:close/>
                  <a:moveTo>
                    <a:pt x="67954" y="163748"/>
                  </a:moveTo>
                  <a:lnTo>
                    <a:pt x="68553" y="163898"/>
                  </a:lnTo>
                  <a:lnTo>
                    <a:pt x="68403" y="164497"/>
                  </a:lnTo>
                  <a:lnTo>
                    <a:pt x="68104" y="165395"/>
                  </a:lnTo>
                  <a:lnTo>
                    <a:pt x="65110" y="176172"/>
                  </a:lnTo>
                  <a:lnTo>
                    <a:pt x="62117" y="174376"/>
                  </a:lnTo>
                  <a:lnTo>
                    <a:pt x="58973" y="172430"/>
                  </a:lnTo>
                  <a:lnTo>
                    <a:pt x="58973" y="172430"/>
                  </a:lnTo>
                  <a:lnTo>
                    <a:pt x="60320" y="173178"/>
                  </a:lnTo>
                  <a:lnTo>
                    <a:pt x="61218" y="173627"/>
                  </a:lnTo>
                  <a:lnTo>
                    <a:pt x="62117" y="173927"/>
                  </a:lnTo>
                  <a:lnTo>
                    <a:pt x="62117" y="173777"/>
                  </a:lnTo>
                  <a:lnTo>
                    <a:pt x="60320" y="172729"/>
                  </a:lnTo>
                  <a:lnTo>
                    <a:pt x="59273" y="172130"/>
                  </a:lnTo>
                  <a:lnTo>
                    <a:pt x="60021" y="171532"/>
                  </a:lnTo>
                  <a:lnTo>
                    <a:pt x="61218" y="172130"/>
                  </a:lnTo>
                  <a:lnTo>
                    <a:pt x="61967" y="172579"/>
                  </a:lnTo>
                  <a:lnTo>
                    <a:pt x="62865" y="173028"/>
                  </a:lnTo>
                  <a:lnTo>
                    <a:pt x="63015" y="172879"/>
                  </a:lnTo>
                  <a:lnTo>
                    <a:pt x="62117" y="172280"/>
                  </a:lnTo>
                  <a:lnTo>
                    <a:pt x="61368" y="171981"/>
                  </a:lnTo>
                  <a:lnTo>
                    <a:pt x="60171" y="171382"/>
                  </a:lnTo>
                  <a:lnTo>
                    <a:pt x="60769" y="170634"/>
                  </a:lnTo>
                  <a:lnTo>
                    <a:pt x="61967" y="171382"/>
                  </a:lnTo>
                  <a:lnTo>
                    <a:pt x="62715" y="171681"/>
                  </a:lnTo>
                  <a:lnTo>
                    <a:pt x="63314" y="171831"/>
                  </a:lnTo>
                  <a:lnTo>
                    <a:pt x="63464" y="171831"/>
                  </a:lnTo>
                  <a:lnTo>
                    <a:pt x="63314" y="171681"/>
                  </a:lnTo>
                  <a:lnTo>
                    <a:pt x="61817" y="170933"/>
                  </a:lnTo>
                  <a:lnTo>
                    <a:pt x="60919" y="170484"/>
                  </a:lnTo>
                  <a:lnTo>
                    <a:pt x="61817" y="169586"/>
                  </a:lnTo>
                  <a:lnTo>
                    <a:pt x="62865" y="170185"/>
                  </a:lnTo>
                  <a:lnTo>
                    <a:pt x="63613" y="170634"/>
                  </a:lnTo>
                  <a:lnTo>
                    <a:pt x="64362" y="170783"/>
                  </a:lnTo>
                  <a:lnTo>
                    <a:pt x="64511" y="170783"/>
                  </a:lnTo>
                  <a:lnTo>
                    <a:pt x="63763" y="170334"/>
                  </a:lnTo>
                  <a:lnTo>
                    <a:pt x="63015" y="169885"/>
                  </a:lnTo>
                  <a:lnTo>
                    <a:pt x="62117" y="169436"/>
                  </a:lnTo>
                  <a:lnTo>
                    <a:pt x="62715" y="168837"/>
                  </a:lnTo>
                  <a:lnTo>
                    <a:pt x="63464" y="169286"/>
                  </a:lnTo>
                  <a:lnTo>
                    <a:pt x="64212" y="169586"/>
                  </a:lnTo>
                  <a:lnTo>
                    <a:pt x="64960" y="169885"/>
                  </a:lnTo>
                  <a:lnTo>
                    <a:pt x="64960" y="169736"/>
                  </a:lnTo>
                  <a:lnTo>
                    <a:pt x="63314" y="168837"/>
                  </a:lnTo>
                  <a:lnTo>
                    <a:pt x="62865" y="168538"/>
                  </a:lnTo>
                  <a:lnTo>
                    <a:pt x="63464" y="168089"/>
                  </a:lnTo>
                  <a:lnTo>
                    <a:pt x="63913" y="168239"/>
                  </a:lnTo>
                  <a:lnTo>
                    <a:pt x="65409" y="168987"/>
                  </a:lnTo>
                  <a:lnTo>
                    <a:pt x="65559" y="168837"/>
                  </a:lnTo>
                  <a:lnTo>
                    <a:pt x="65409" y="168837"/>
                  </a:lnTo>
                  <a:lnTo>
                    <a:pt x="64212" y="168089"/>
                  </a:lnTo>
                  <a:lnTo>
                    <a:pt x="63613" y="167790"/>
                  </a:lnTo>
                  <a:lnTo>
                    <a:pt x="64362" y="167191"/>
                  </a:lnTo>
                  <a:lnTo>
                    <a:pt x="64811" y="167490"/>
                  </a:lnTo>
                  <a:lnTo>
                    <a:pt x="65858" y="168089"/>
                  </a:lnTo>
                  <a:lnTo>
                    <a:pt x="66008" y="167939"/>
                  </a:lnTo>
                  <a:lnTo>
                    <a:pt x="65260" y="167490"/>
                  </a:lnTo>
                  <a:lnTo>
                    <a:pt x="64511" y="167041"/>
                  </a:lnTo>
                  <a:lnTo>
                    <a:pt x="65110" y="166592"/>
                  </a:lnTo>
                  <a:lnTo>
                    <a:pt x="65260" y="166592"/>
                  </a:lnTo>
                  <a:lnTo>
                    <a:pt x="65858" y="166892"/>
                  </a:lnTo>
                  <a:lnTo>
                    <a:pt x="66457" y="167041"/>
                  </a:lnTo>
                  <a:lnTo>
                    <a:pt x="65409" y="166443"/>
                  </a:lnTo>
                  <a:lnTo>
                    <a:pt x="65260" y="166293"/>
                  </a:lnTo>
                  <a:lnTo>
                    <a:pt x="65709" y="165844"/>
                  </a:lnTo>
                  <a:lnTo>
                    <a:pt x="66906" y="166293"/>
                  </a:lnTo>
                  <a:lnTo>
                    <a:pt x="67056" y="166293"/>
                  </a:lnTo>
                  <a:lnTo>
                    <a:pt x="67056" y="166143"/>
                  </a:lnTo>
                  <a:lnTo>
                    <a:pt x="66008" y="165694"/>
                  </a:lnTo>
                  <a:lnTo>
                    <a:pt x="66457" y="165095"/>
                  </a:lnTo>
                  <a:lnTo>
                    <a:pt x="66607" y="165245"/>
                  </a:lnTo>
                  <a:lnTo>
                    <a:pt x="67056" y="165395"/>
                  </a:lnTo>
                  <a:lnTo>
                    <a:pt x="67655" y="165545"/>
                  </a:lnTo>
                  <a:lnTo>
                    <a:pt x="67655" y="165395"/>
                  </a:lnTo>
                  <a:lnTo>
                    <a:pt x="66906" y="164946"/>
                  </a:lnTo>
                  <a:lnTo>
                    <a:pt x="66607" y="164946"/>
                  </a:lnTo>
                  <a:lnTo>
                    <a:pt x="66906" y="164646"/>
                  </a:lnTo>
                  <a:lnTo>
                    <a:pt x="67206" y="164497"/>
                  </a:lnTo>
                  <a:lnTo>
                    <a:pt x="67954" y="164646"/>
                  </a:lnTo>
                  <a:lnTo>
                    <a:pt x="67954" y="164497"/>
                  </a:lnTo>
                  <a:lnTo>
                    <a:pt x="67355" y="164197"/>
                  </a:lnTo>
                  <a:lnTo>
                    <a:pt x="67655" y="163898"/>
                  </a:lnTo>
                  <a:lnTo>
                    <a:pt x="67954" y="163748"/>
                  </a:lnTo>
                  <a:close/>
                  <a:moveTo>
                    <a:pt x="141446" y="163748"/>
                  </a:moveTo>
                  <a:lnTo>
                    <a:pt x="141745" y="163898"/>
                  </a:lnTo>
                  <a:lnTo>
                    <a:pt x="142045" y="164197"/>
                  </a:lnTo>
                  <a:lnTo>
                    <a:pt x="141446" y="164497"/>
                  </a:lnTo>
                  <a:lnTo>
                    <a:pt x="141446" y="164646"/>
                  </a:lnTo>
                  <a:lnTo>
                    <a:pt x="142194" y="164497"/>
                  </a:lnTo>
                  <a:lnTo>
                    <a:pt x="142494" y="164646"/>
                  </a:lnTo>
                  <a:lnTo>
                    <a:pt x="142793" y="164946"/>
                  </a:lnTo>
                  <a:lnTo>
                    <a:pt x="142643" y="164946"/>
                  </a:lnTo>
                  <a:lnTo>
                    <a:pt x="141745" y="165395"/>
                  </a:lnTo>
                  <a:lnTo>
                    <a:pt x="141895" y="165545"/>
                  </a:lnTo>
                  <a:lnTo>
                    <a:pt x="142344" y="165395"/>
                  </a:lnTo>
                  <a:lnTo>
                    <a:pt x="142793" y="165245"/>
                  </a:lnTo>
                  <a:lnTo>
                    <a:pt x="142943" y="165095"/>
                  </a:lnTo>
                  <a:lnTo>
                    <a:pt x="143542" y="165694"/>
                  </a:lnTo>
                  <a:lnTo>
                    <a:pt x="142344" y="166143"/>
                  </a:lnTo>
                  <a:lnTo>
                    <a:pt x="142344" y="166293"/>
                  </a:lnTo>
                  <a:lnTo>
                    <a:pt x="142494" y="166293"/>
                  </a:lnTo>
                  <a:lnTo>
                    <a:pt x="143691" y="165844"/>
                  </a:lnTo>
                  <a:lnTo>
                    <a:pt x="144140" y="166293"/>
                  </a:lnTo>
                  <a:lnTo>
                    <a:pt x="143991" y="166443"/>
                  </a:lnTo>
                  <a:lnTo>
                    <a:pt x="142943" y="167041"/>
                  </a:lnTo>
                  <a:lnTo>
                    <a:pt x="143093" y="167041"/>
                  </a:lnTo>
                  <a:lnTo>
                    <a:pt x="143542" y="166892"/>
                  </a:lnTo>
                  <a:lnTo>
                    <a:pt x="144140" y="166592"/>
                  </a:lnTo>
                  <a:lnTo>
                    <a:pt x="144440" y="166592"/>
                  </a:lnTo>
                  <a:lnTo>
                    <a:pt x="145038" y="167041"/>
                  </a:lnTo>
                  <a:lnTo>
                    <a:pt x="144140" y="167490"/>
                  </a:lnTo>
                  <a:lnTo>
                    <a:pt x="143542" y="167939"/>
                  </a:lnTo>
                  <a:lnTo>
                    <a:pt x="143542" y="168089"/>
                  </a:lnTo>
                  <a:lnTo>
                    <a:pt x="144589" y="167490"/>
                  </a:lnTo>
                  <a:lnTo>
                    <a:pt x="145188" y="167191"/>
                  </a:lnTo>
                  <a:lnTo>
                    <a:pt x="145787" y="167790"/>
                  </a:lnTo>
                  <a:lnTo>
                    <a:pt x="145338" y="168089"/>
                  </a:lnTo>
                  <a:lnTo>
                    <a:pt x="143991" y="168837"/>
                  </a:lnTo>
                  <a:lnTo>
                    <a:pt x="143991" y="168987"/>
                  </a:lnTo>
                  <a:lnTo>
                    <a:pt x="145487" y="168239"/>
                  </a:lnTo>
                  <a:lnTo>
                    <a:pt x="145936" y="168089"/>
                  </a:lnTo>
                  <a:lnTo>
                    <a:pt x="146535" y="168538"/>
                  </a:lnTo>
                  <a:lnTo>
                    <a:pt x="146236" y="168837"/>
                  </a:lnTo>
                  <a:lnTo>
                    <a:pt x="144440" y="169736"/>
                  </a:lnTo>
                  <a:lnTo>
                    <a:pt x="144440" y="169885"/>
                  </a:lnTo>
                  <a:lnTo>
                    <a:pt x="145188" y="169586"/>
                  </a:lnTo>
                  <a:lnTo>
                    <a:pt x="145936" y="169286"/>
                  </a:lnTo>
                  <a:lnTo>
                    <a:pt x="146685" y="168837"/>
                  </a:lnTo>
                  <a:lnTo>
                    <a:pt x="147433" y="169436"/>
                  </a:lnTo>
                  <a:lnTo>
                    <a:pt x="146535" y="169885"/>
                  </a:lnTo>
                  <a:lnTo>
                    <a:pt x="145787" y="170334"/>
                  </a:lnTo>
                  <a:lnTo>
                    <a:pt x="145038" y="170783"/>
                  </a:lnTo>
                  <a:lnTo>
                    <a:pt x="145787" y="170634"/>
                  </a:lnTo>
                  <a:lnTo>
                    <a:pt x="146685" y="170185"/>
                  </a:lnTo>
                  <a:lnTo>
                    <a:pt x="147583" y="169586"/>
                  </a:lnTo>
                  <a:lnTo>
                    <a:pt x="148481" y="170484"/>
                  </a:lnTo>
                  <a:lnTo>
                    <a:pt x="147583" y="170933"/>
                  </a:lnTo>
                  <a:lnTo>
                    <a:pt x="146086" y="171681"/>
                  </a:lnTo>
                  <a:lnTo>
                    <a:pt x="146086" y="171831"/>
                  </a:lnTo>
                  <a:lnTo>
                    <a:pt x="146834" y="171681"/>
                  </a:lnTo>
                  <a:lnTo>
                    <a:pt x="147433" y="171382"/>
                  </a:lnTo>
                  <a:lnTo>
                    <a:pt x="148631" y="170634"/>
                  </a:lnTo>
                  <a:lnTo>
                    <a:pt x="149379" y="171382"/>
                  </a:lnTo>
                  <a:lnTo>
                    <a:pt x="148032" y="171981"/>
                  </a:lnTo>
                  <a:lnTo>
                    <a:pt x="147283" y="172280"/>
                  </a:lnTo>
                  <a:lnTo>
                    <a:pt x="146535" y="172879"/>
                  </a:lnTo>
                  <a:lnTo>
                    <a:pt x="146535" y="173028"/>
                  </a:lnTo>
                  <a:lnTo>
                    <a:pt x="147433" y="172579"/>
                  </a:lnTo>
                  <a:lnTo>
                    <a:pt x="148182" y="172130"/>
                  </a:lnTo>
                  <a:lnTo>
                    <a:pt x="149529" y="171532"/>
                  </a:lnTo>
                  <a:lnTo>
                    <a:pt x="150127" y="172130"/>
                  </a:lnTo>
                  <a:lnTo>
                    <a:pt x="149080" y="172729"/>
                  </a:lnTo>
                  <a:lnTo>
                    <a:pt x="147283" y="173777"/>
                  </a:lnTo>
                  <a:lnTo>
                    <a:pt x="147283" y="173927"/>
                  </a:lnTo>
                  <a:lnTo>
                    <a:pt x="147433" y="173927"/>
                  </a:lnTo>
                  <a:lnTo>
                    <a:pt x="148331" y="173627"/>
                  </a:lnTo>
                  <a:lnTo>
                    <a:pt x="149080" y="173178"/>
                  </a:lnTo>
                  <a:lnTo>
                    <a:pt x="150277" y="172430"/>
                  </a:lnTo>
                  <a:lnTo>
                    <a:pt x="147283" y="174376"/>
                  </a:lnTo>
                  <a:lnTo>
                    <a:pt x="144290" y="176172"/>
                  </a:lnTo>
                  <a:lnTo>
                    <a:pt x="141296" y="165395"/>
                  </a:lnTo>
                  <a:lnTo>
                    <a:pt x="140997" y="164347"/>
                  </a:lnTo>
                  <a:lnTo>
                    <a:pt x="140847" y="163898"/>
                  </a:lnTo>
                  <a:lnTo>
                    <a:pt x="141446" y="163748"/>
                  </a:lnTo>
                  <a:close/>
                  <a:moveTo>
                    <a:pt x="69002" y="165844"/>
                  </a:moveTo>
                  <a:lnTo>
                    <a:pt x="73342" y="168239"/>
                  </a:lnTo>
                  <a:lnTo>
                    <a:pt x="77683" y="170185"/>
                  </a:lnTo>
                  <a:lnTo>
                    <a:pt x="82323" y="171981"/>
                  </a:lnTo>
                  <a:lnTo>
                    <a:pt x="87113" y="173328"/>
                  </a:lnTo>
                  <a:lnTo>
                    <a:pt x="82024" y="183207"/>
                  </a:lnTo>
                  <a:lnTo>
                    <a:pt x="77982" y="181859"/>
                  </a:lnTo>
                  <a:lnTo>
                    <a:pt x="73791" y="180363"/>
                  </a:lnTo>
                  <a:lnTo>
                    <a:pt x="69900" y="178716"/>
                  </a:lnTo>
                  <a:lnTo>
                    <a:pt x="66008" y="176770"/>
                  </a:lnTo>
                  <a:lnTo>
                    <a:pt x="69002" y="165844"/>
                  </a:lnTo>
                  <a:close/>
                  <a:moveTo>
                    <a:pt x="140398" y="165844"/>
                  </a:moveTo>
                  <a:lnTo>
                    <a:pt x="143392" y="176621"/>
                  </a:lnTo>
                  <a:lnTo>
                    <a:pt x="139500" y="178567"/>
                  </a:lnTo>
                  <a:lnTo>
                    <a:pt x="135609" y="180363"/>
                  </a:lnTo>
                  <a:lnTo>
                    <a:pt x="131567" y="181859"/>
                  </a:lnTo>
                  <a:lnTo>
                    <a:pt x="127376" y="183207"/>
                  </a:lnTo>
                  <a:lnTo>
                    <a:pt x="122437" y="173328"/>
                  </a:lnTo>
                  <a:lnTo>
                    <a:pt x="127077" y="171981"/>
                  </a:lnTo>
                  <a:lnTo>
                    <a:pt x="131717" y="170185"/>
                  </a:lnTo>
                  <a:lnTo>
                    <a:pt x="136058" y="168239"/>
                  </a:lnTo>
                  <a:lnTo>
                    <a:pt x="140398" y="165844"/>
                  </a:lnTo>
                  <a:close/>
                  <a:moveTo>
                    <a:pt x="89358" y="172280"/>
                  </a:moveTo>
                  <a:lnTo>
                    <a:pt x="89358" y="172879"/>
                  </a:lnTo>
                  <a:lnTo>
                    <a:pt x="89508" y="173927"/>
                  </a:lnTo>
                  <a:lnTo>
                    <a:pt x="90106" y="185152"/>
                  </a:lnTo>
                  <a:lnTo>
                    <a:pt x="86514" y="184404"/>
                  </a:lnTo>
                  <a:lnTo>
                    <a:pt x="83071" y="183506"/>
                  </a:lnTo>
                  <a:lnTo>
                    <a:pt x="84568" y="183656"/>
                  </a:lnTo>
                  <a:lnTo>
                    <a:pt x="85466" y="183805"/>
                  </a:lnTo>
                  <a:lnTo>
                    <a:pt x="86364" y="183955"/>
                  </a:lnTo>
                  <a:lnTo>
                    <a:pt x="86514" y="183805"/>
                  </a:lnTo>
                  <a:lnTo>
                    <a:pt x="84419" y="183356"/>
                  </a:lnTo>
                  <a:lnTo>
                    <a:pt x="83221" y="183207"/>
                  </a:lnTo>
                  <a:lnTo>
                    <a:pt x="83670" y="182309"/>
                  </a:lnTo>
                  <a:lnTo>
                    <a:pt x="85017" y="182458"/>
                  </a:lnTo>
                  <a:lnTo>
                    <a:pt x="85915" y="182608"/>
                  </a:lnTo>
                  <a:lnTo>
                    <a:pt x="86963" y="182758"/>
                  </a:lnTo>
                  <a:lnTo>
                    <a:pt x="86963" y="182608"/>
                  </a:lnTo>
                  <a:lnTo>
                    <a:pt x="85915" y="182309"/>
                  </a:lnTo>
                  <a:lnTo>
                    <a:pt x="85017" y="182159"/>
                  </a:lnTo>
                  <a:lnTo>
                    <a:pt x="83820" y="182009"/>
                  </a:lnTo>
                  <a:lnTo>
                    <a:pt x="84119" y="181261"/>
                  </a:lnTo>
                  <a:lnTo>
                    <a:pt x="85616" y="181560"/>
                  </a:lnTo>
                  <a:lnTo>
                    <a:pt x="86963" y="181560"/>
                  </a:lnTo>
                  <a:lnTo>
                    <a:pt x="86963" y="181410"/>
                  </a:lnTo>
                  <a:lnTo>
                    <a:pt x="85317" y="181111"/>
                  </a:lnTo>
                  <a:lnTo>
                    <a:pt x="84269" y="180961"/>
                  </a:lnTo>
                  <a:lnTo>
                    <a:pt x="84868" y="179914"/>
                  </a:lnTo>
                  <a:lnTo>
                    <a:pt x="86215" y="180213"/>
                  </a:lnTo>
                  <a:lnTo>
                    <a:pt x="87712" y="180213"/>
                  </a:lnTo>
                  <a:lnTo>
                    <a:pt x="87712" y="180063"/>
                  </a:lnTo>
                  <a:lnTo>
                    <a:pt x="86813" y="179914"/>
                  </a:lnTo>
                  <a:lnTo>
                    <a:pt x="85915" y="179764"/>
                  </a:lnTo>
                  <a:lnTo>
                    <a:pt x="85017" y="179614"/>
                  </a:lnTo>
                  <a:lnTo>
                    <a:pt x="85466" y="178716"/>
                  </a:lnTo>
                  <a:lnTo>
                    <a:pt x="86364" y="179016"/>
                  </a:lnTo>
                  <a:lnTo>
                    <a:pt x="87113" y="179165"/>
                  </a:lnTo>
                  <a:lnTo>
                    <a:pt x="87861" y="179165"/>
                  </a:lnTo>
                  <a:lnTo>
                    <a:pt x="87861" y="179016"/>
                  </a:lnTo>
                  <a:lnTo>
                    <a:pt x="85915" y="178716"/>
                  </a:lnTo>
                  <a:lnTo>
                    <a:pt x="85466" y="178567"/>
                  </a:lnTo>
                  <a:lnTo>
                    <a:pt x="85915" y="177818"/>
                  </a:lnTo>
                  <a:lnTo>
                    <a:pt x="86364" y="177968"/>
                  </a:lnTo>
                  <a:lnTo>
                    <a:pt x="87113" y="177968"/>
                  </a:lnTo>
                  <a:lnTo>
                    <a:pt x="88011" y="178118"/>
                  </a:lnTo>
                  <a:lnTo>
                    <a:pt x="88011" y="177968"/>
                  </a:lnTo>
                  <a:lnTo>
                    <a:pt x="86813" y="177668"/>
                  </a:lnTo>
                  <a:lnTo>
                    <a:pt x="86065" y="177668"/>
                  </a:lnTo>
                  <a:lnTo>
                    <a:pt x="86364" y="176920"/>
                  </a:lnTo>
                  <a:lnTo>
                    <a:pt x="87262" y="177070"/>
                  </a:lnTo>
                  <a:lnTo>
                    <a:pt x="88161" y="177070"/>
                  </a:lnTo>
                  <a:lnTo>
                    <a:pt x="88161" y="176920"/>
                  </a:lnTo>
                  <a:lnTo>
                    <a:pt x="87412" y="176770"/>
                  </a:lnTo>
                  <a:lnTo>
                    <a:pt x="86514" y="176621"/>
                  </a:lnTo>
                  <a:lnTo>
                    <a:pt x="86813" y="175872"/>
                  </a:lnTo>
                  <a:lnTo>
                    <a:pt x="87562" y="176022"/>
                  </a:lnTo>
                  <a:lnTo>
                    <a:pt x="88310" y="176022"/>
                  </a:lnTo>
                  <a:lnTo>
                    <a:pt x="88310" y="175872"/>
                  </a:lnTo>
                  <a:lnTo>
                    <a:pt x="87113" y="175723"/>
                  </a:lnTo>
                  <a:lnTo>
                    <a:pt x="86963" y="175723"/>
                  </a:lnTo>
                  <a:lnTo>
                    <a:pt x="87262" y="174974"/>
                  </a:lnTo>
                  <a:lnTo>
                    <a:pt x="88610" y="175124"/>
                  </a:lnTo>
                  <a:lnTo>
                    <a:pt x="88610" y="174974"/>
                  </a:lnTo>
                  <a:lnTo>
                    <a:pt x="87412" y="174825"/>
                  </a:lnTo>
                  <a:lnTo>
                    <a:pt x="87712" y="174226"/>
                  </a:lnTo>
                  <a:lnTo>
                    <a:pt x="88011" y="174226"/>
                  </a:lnTo>
                  <a:lnTo>
                    <a:pt x="88909" y="174076"/>
                  </a:lnTo>
                  <a:lnTo>
                    <a:pt x="89059" y="174076"/>
                  </a:lnTo>
                  <a:lnTo>
                    <a:pt x="88909" y="173927"/>
                  </a:lnTo>
                  <a:lnTo>
                    <a:pt x="87861" y="173927"/>
                  </a:lnTo>
                  <a:lnTo>
                    <a:pt x="88011" y="173627"/>
                  </a:lnTo>
                  <a:lnTo>
                    <a:pt x="88161" y="173178"/>
                  </a:lnTo>
                  <a:lnTo>
                    <a:pt x="88909" y="173178"/>
                  </a:lnTo>
                  <a:lnTo>
                    <a:pt x="88909" y="173028"/>
                  </a:lnTo>
                  <a:lnTo>
                    <a:pt x="88310" y="173028"/>
                  </a:lnTo>
                  <a:lnTo>
                    <a:pt x="88460" y="172729"/>
                  </a:lnTo>
                  <a:lnTo>
                    <a:pt x="88610" y="172280"/>
                  </a:lnTo>
                  <a:close/>
                  <a:moveTo>
                    <a:pt x="120790" y="172280"/>
                  </a:moveTo>
                  <a:lnTo>
                    <a:pt x="120940" y="172729"/>
                  </a:lnTo>
                  <a:lnTo>
                    <a:pt x="121090" y="173028"/>
                  </a:lnTo>
                  <a:lnTo>
                    <a:pt x="120491" y="173028"/>
                  </a:lnTo>
                  <a:lnTo>
                    <a:pt x="120491" y="173178"/>
                  </a:lnTo>
                  <a:lnTo>
                    <a:pt x="121239" y="173178"/>
                  </a:lnTo>
                  <a:lnTo>
                    <a:pt x="121389" y="173627"/>
                  </a:lnTo>
                  <a:lnTo>
                    <a:pt x="121539" y="173927"/>
                  </a:lnTo>
                  <a:lnTo>
                    <a:pt x="120491" y="173927"/>
                  </a:lnTo>
                  <a:lnTo>
                    <a:pt x="120491" y="174076"/>
                  </a:lnTo>
                  <a:lnTo>
                    <a:pt x="121389" y="174226"/>
                  </a:lnTo>
                  <a:lnTo>
                    <a:pt x="121688" y="174226"/>
                  </a:lnTo>
                  <a:lnTo>
                    <a:pt x="121988" y="174825"/>
                  </a:lnTo>
                  <a:lnTo>
                    <a:pt x="120790" y="174974"/>
                  </a:lnTo>
                  <a:lnTo>
                    <a:pt x="120790" y="175124"/>
                  </a:lnTo>
                  <a:lnTo>
                    <a:pt x="122138" y="174974"/>
                  </a:lnTo>
                  <a:lnTo>
                    <a:pt x="122437" y="175723"/>
                  </a:lnTo>
                  <a:lnTo>
                    <a:pt x="122287" y="175723"/>
                  </a:lnTo>
                  <a:lnTo>
                    <a:pt x="121090" y="175872"/>
                  </a:lnTo>
                  <a:lnTo>
                    <a:pt x="121090" y="176022"/>
                  </a:lnTo>
                  <a:lnTo>
                    <a:pt x="121838" y="176022"/>
                  </a:lnTo>
                  <a:lnTo>
                    <a:pt x="122587" y="175872"/>
                  </a:lnTo>
                  <a:lnTo>
                    <a:pt x="122886" y="176621"/>
                  </a:lnTo>
                  <a:lnTo>
                    <a:pt x="122138" y="176770"/>
                  </a:lnTo>
                  <a:lnTo>
                    <a:pt x="121239" y="176920"/>
                  </a:lnTo>
                  <a:lnTo>
                    <a:pt x="121239" y="177070"/>
                  </a:lnTo>
                  <a:lnTo>
                    <a:pt x="122138" y="177070"/>
                  </a:lnTo>
                  <a:lnTo>
                    <a:pt x="123036" y="176920"/>
                  </a:lnTo>
                  <a:lnTo>
                    <a:pt x="123485" y="177668"/>
                  </a:lnTo>
                  <a:lnTo>
                    <a:pt x="122736" y="177668"/>
                  </a:lnTo>
                  <a:lnTo>
                    <a:pt x="121389" y="177968"/>
                  </a:lnTo>
                  <a:lnTo>
                    <a:pt x="121389" y="178118"/>
                  </a:lnTo>
                  <a:lnTo>
                    <a:pt x="122287" y="177968"/>
                  </a:lnTo>
                  <a:lnTo>
                    <a:pt x="123185" y="177968"/>
                  </a:lnTo>
                  <a:lnTo>
                    <a:pt x="123634" y="177818"/>
                  </a:lnTo>
                  <a:lnTo>
                    <a:pt x="123934" y="178567"/>
                  </a:lnTo>
                  <a:lnTo>
                    <a:pt x="123485" y="178716"/>
                  </a:lnTo>
                  <a:lnTo>
                    <a:pt x="121539" y="179016"/>
                  </a:lnTo>
                  <a:lnTo>
                    <a:pt x="121539" y="179165"/>
                  </a:lnTo>
                  <a:lnTo>
                    <a:pt x="122287" y="179165"/>
                  </a:lnTo>
                  <a:lnTo>
                    <a:pt x="123036" y="179016"/>
                  </a:lnTo>
                  <a:lnTo>
                    <a:pt x="124083" y="178716"/>
                  </a:lnTo>
                  <a:lnTo>
                    <a:pt x="124532" y="179614"/>
                  </a:lnTo>
                  <a:lnTo>
                    <a:pt x="123634" y="179764"/>
                  </a:lnTo>
                  <a:lnTo>
                    <a:pt x="122736" y="179914"/>
                  </a:lnTo>
                  <a:lnTo>
                    <a:pt x="121838" y="180063"/>
                  </a:lnTo>
                  <a:lnTo>
                    <a:pt x="121838" y="180213"/>
                  </a:lnTo>
                  <a:lnTo>
                    <a:pt x="123185" y="180213"/>
                  </a:lnTo>
                  <a:lnTo>
                    <a:pt x="124532" y="179914"/>
                  </a:lnTo>
                  <a:lnTo>
                    <a:pt x="125131" y="180961"/>
                  </a:lnTo>
                  <a:lnTo>
                    <a:pt x="124233" y="181111"/>
                  </a:lnTo>
                  <a:lnTo>
                    <a:pt x="122437" y="181410"/>
                  </a:lnTo>
                  <a:lnTo>
                    <a:pt x="122437" y="181560"/>
                  </a:lnTo>
                  <a:lnTo>
                    <a:pt x="123784" y="181560"/>
                  </a:lnTo>
                  <a:lnTo>
                    <a:pt x="125281" y="181261"/>
                  </a:lnTo>
                  <a:lnTo>
                    <a:pt x="125730" y="182009"/>
                  </a:lnTo>
                  <a:lnTo>
                    <a:pt x="124383" y="182159"/>
                  </a:lnTo>
                  <a:lnTo>
                    <a:pt x="123485" y="182309"/>
                  </a:lnTo>
                  <a:lnTo>
                    <a:pt x="122437" y="182608"/>
                  </a:lnTo>
                  <a:lnTo>
                    <a:pt x="122437" y="182758"/>
                  </a:lnTo>
                  <a:lnTo>
                    <a:pt x="122587" y="182758"/>
                  </a:lnTo>
                  <a:lnTo>
                    <a:pt x="123485" y="182608"/>
                  </a:lnTo>
                  <a:lnTo>
                    <a:pt x="124383" y="182458"/>
                  </a:lnTo>
                  <a:lnTo>
                    <a:pt x="125730" y="182309"/>
                  </a:lnTo>
                  <a:lnTo>
                    <a:pt x="126179" y="183207"/>
                  </a:lnTo>
                  <a:lnTo>
                    <a:pt x="124981" y="183356"/>
                  </a:lnTo>
                  <a:lnTo>
                    <a:pt x="123036" y="183805"/>
                  </a:lnTo>
                  <a:lnTo>
                    <a:pt x="122886" y="183805"/>
                  </a:lnTo>
                  <a:lnTo>
                    <a:pt x="123036" y="183955"/>
                  </a:lnTo>
                  <a:lnTo>
                    <a:pt x="123934" y="183805"/>
                  </a:lnTo>
                  <a:lnTo>
                    <a:pt x="124832" y="183656"/>
                  </a:lnTo>
                  <a:lnTo>
                    <a:pt x="126329" y="183506"/>
                  </a:lnTo>
                  <a:lnTo>
                    <a:pt x="126478" y="183506"/>
                  </a:lnTo>
                  <a:lnTo>
                    <a:pt x="122886" y="184404"/>
                  </a:lnTo>
                  <a:lnTo>
                    <a:pt x="119294" y="185152"/>
                  </a:lnTo>
                  <a:lnTo>
                    <a:pt x="120042" y="173927"/>
                  </a:lnTo>
                  <a:lnTo>
                    <a:pt x="120042" y="172879"/>
                  </a:lnTo>
                  <a:lnTo>
                    <a:pt x="120042" y="172280"/>
                  </a:lnTo>
                  <a:close/>
                  <a:moveTo>
                    <a:pt x="90406" y="174076"/>
                  </a:moveTo>
                  <a:lnTo>
                    <a:pt x="94746" y="174825"/>
                  </a:lnTo>
                  <a:lnTo>
                    <a:pt x="99237" y="175274"/>
                  </a:lnTo>
                  <a:lnTo>
                    <a:pt x="100883" y="186350"/>
                  </a:lnTo>
                  <a:lnTo>
                    <a:pt x="95944" y="185901"/>
                  </a:lnTo>
                  <a:lnTo>
                    <a:pt x="91154" y="185302"/>
                  </a:lnTo>
                  <a:lnTo>
                    <a:pt x="90406" y="174076"/>
                  </a:lnTo>
                  <a:close/>
                  <a:moveTo>
                    <a:pt x="118994" y="174076"/>
                  </a:moveTo>
                  <a:lnTo>
                    <a:pt x="118246" y="185302"/>
                  </a:lnTo>
                  <a:lnTo>
                    <a:pt x="113756" y="185901"/>
                  </a:lnTo>
                  <a:lnTo>
                    <a:pt x="109265" y="186350"/>
                  </a:lnTo>
                  <a:lnTo>
                    <a:pt x="110762" y="175274"/>
                  </a:lnTo>
                  <a:lnTo>
                    <a:pt x="114953" y="174825"/>
                  </a:lnTo>
                  <a:lnTo>
                    <a:pt x="118994" y="174076"/>
                  </a:lnTo>
                  <a:close/>
                  <a:moveTo>
                    <a:pt x="15716" y="108218"/>
                  </a:moveTo>
                  <a:lnTo>
                    <a:pt x="19608" y="108816"/>
                  </a:lnTo>
                  <a:lnTo>
                    <a:pt x="20057" y="113905"/>
                  </a:lnTo>
                  <a:lnTo>
                    <a:pt x="20805" y="118845"/>
                  </a:lnTo>
                  <a:lnTo>
                    <a:pt x="21703" y="123635"/>
                  </a:lnTo>
                  <a:lnTo>
                    <a:pt x="22901" y="128424"/>
                  </a:lnTo>
                  <a:lnTo>
                    <a:pt x="24398" y="133064"/>
                  </a:lnTo>
                  <a:lnTo>
                    <a:pt x="26194" y="137555"/>
                  </a:lnTo>
                  <a:lnTo>
                    <a:pt x="28140" y="141895"/>
                  </a:lnTo>
                  <a:lnTo>
                    <a:pt x="30385" y="146236"/>
                  </a:lnTo>
                  <a:lnTo>
                    <a:pt x="32780" y="150277"/>
                  </a:lnTo>
                  <a:lnTo>
                    <a:pt x="35474" y="154319"/>
                  </a:lnTo>
                  <a:lnTo>
                    <a:pt x="38318" y="158061"/>
                  </a:lnTo>
                  <a:lnTo>
                    <a:pt x="41461" y="161653"/>
                  </a:lnTo>
                  <a:lnTo>
                    <a:pt x="44754" y="165095"/>
                  </a:lnTo>
                  <a:lnTo>
                    <a:pt x="48196" y="168388"/>
                  </a:lnTo>
                  <a:lnTo>
                    <a:pt x="51938" y="171382"/>
                  </a:lnTo>
                  <a:lnTo>
                    <a:pt x="55680" y="174376"/>
                  </a:lnTo>
                  <a:lnTo>
                    <a:pt x="56129" y="174675"/>
                  </a:lnTo>
                  <a:lnTo>
                    <a:pt x="57177" y="175573"/>
                  </a:lnTo>
                  <a:lnTo>
                    <a:pt x="58375" y="176321"/>
                  </a:lnTo>
                  <a:lnTo>
                    <a:pt x="61218" y="177968"/>
                  </a:lnTo>
                  <a:lnTo>
                    <a:pt x="64661" y="179764"/>
                  </a:lnTo>
                  <a:lnTo>
                    <a:pt x="64960" y="179914"/>
                  </a:lnTo>
                  <a:lnTo>
                    <a:pt x="64960" y="180063"/>
                  </a:lnTo>
                  <a:lnTo>
                    <a:pt x="65110" y="180063"/>
                  </a:lnTo>
                  <a:lnTo>
                    <a:pt x="68852" y="181859"/>
                  </a:lnTo>
                  <a:lnTo>
                    <a:pt x="72594" y="183656"/>
                  </a:lnTo>
                  <a:lnTo>
                    <a:pt x="76486" y="185003"/>
                  </a:lnTo>
                  <a:lnTo>
                    <a:pt x="80527" y="186350"/>
                  </a:lnTo>
                  <a:lnTo>
                    <a:pt x="80976" y="186500"/>
                  </a:lnTo>
                  <a:lnTo>
                    <a:pt x="82323" y="186949"/>
                  </a:lnTo>
                  <a:lnTo>
                    <a:pt x="83820" y="187398"/>
                  </a:lnTo>
                  <a:lnTo>
                    <a:pt x="86963" y="187996"/>
                  </a:lnTo>
                  <a:lnTo>
                    <a:pt x="90555" y="188745"/>
                  </a:lnTo>
                  <a:lnTo>
                    <a:pt x="94148" y="189194"/>
                  </a:lnTo>
                  <a:lnTo>
                    <a:pt x="97740" y="189643"/>
                  </a:lnTo>
                  <a:lnTo>
                    <a:pt x="101482" y="189792"/>
                  </a:lnTo>
                  <a:lnTo>
                    <a:pt x="102081" y="193684"/>
                  </a:lnTo>
                  <a:lnTo>
                    <a:pt x="97740" y="193534"/>
                  </a:lnTo>
                  <a:lnTo>
                    <a:pt x="93399" y="193085"/>
                  </a:lnTo>
                  <a:lnTo>
                    <a:pt x="89208" y="192487"/>
                  </a:lnTo>
                  <a:lnTo>
                    <a:pt x="85017" y="191589"/>
                  </a:lnTo>
                  <a:lnTo>
                    <a:pt x="80976" y="190541"/>
                  </a:lnTo>
                  <a:lnTo>
                    <a:pt x="76935" y="189343"/>
                  </a:lnTo>
                  <a:lnTo>
                    <a:pt x="72893" y="187996"/>
                  </a:lnTo>
                  <a:lnTo>
                    <a:pt x="69151" y="186350"/>
                  </a:lnTo>
                  <a:lnTo>
                    <a:pt x="65409" y="184554"/>
                  </a:lnTo>
                  <a:lnTo>
                    <a:pt x="61667" y="182758"/>
                  </a:lnTo>
                  <a:lnTo>
                    <a:pt x="58075" y="180662"/>
                  </a:lnTo>
                  <a:lnTo>
                    <a:pt x="54633" y="178417"/>
                  </a:lnTo>
                  <a:lnTo>
                    <a:pt x="51340" y="176022"/>
                  </a:lnTo>
                  <a:lnTo>
                    <a:pt x="48196" y="173477"/>
                  </a:lnTo>
                  <a:lnTo>
                    <a:pt x="45053" y="170783"/>
                  </a:lnTo>
                  <a:lnTo>
                    <a:pt x="42060" y="167939"/>
                  </a:lnTo>
                  <a:lnTo>
                    <a:pt x="39216" y="164946"/>
                  </a:lnTo>
                  <a:lnTo>
                    <a:pt x="36522" y="161952"/>
                  </a:lnTo>
                  <a:lnTo>
                    <a:pt x="33977" y="158809"/>
                  </a:lnTo>
                  <a:lnTo>
                    <a:pt x="31582" y="155366"/>
                  </a:lnTo>
                  <a:lnTo>
                    <a:pt x="29187" y="152073"/>
                  </a:lnTo>
                  <a:lnTo>
                    <a:pt x="27092" y="148481"/>
                  </a:lnTo>
                  <a:lnTo>
                    <a:pt x="25146" y="144889"/>
                  </a:lnTo>
                  <a:lnTo>
                    <a:pt x="23350" y="141147"/>
                  </a:lnTo>
                  <a:lnTo>
                    <a:pt x="21853" y="137255"/>
                  </a:lnTo>
                  <a:lnTo>
                    <a:pt x="20356" y="133364"/>
                  </a:lnTo>
                  <a:lnTo>
                    <a:pt x="19159" y="129322"/>
                  </a:lnTo>
                  <a:lnTo>
                    <a:pt x="18111" y="125281"/>
                  </a:lnTo>
                  <a:lnTo>
                    <a:pt x="17213" y="121090"/>
                  </a:lnTo>
                  <a:lnTo>
                    <a:pt x="16465" y="116899"/>
                  </a:lnTo>
                  <a:lnTo>
                    <a:pt x="16016" y="112558"/>
                  </a:lnTo>
                  <a:lnTo>
                    <a:pt x="15716" y="108218"/>
                  </a:lnTo>
                  <a:close/>
                  <a:moveTo>
                    <a:pt x="193684" y="107469"/>
                  </a:moveTo>
                  <a:lnTo>
                    <a:pt x="193534" y="111810"/>
                  </a:lnTo>
                  <a:lnTo>
                    <a:pt x="193085" y="116001"/>
                  </a:lnTo>
                  <a:lnTo>
                    <a:pt x="192337" y="120342"/>
                  </a:lnTo>
                  <a:lnTo>
                    <a:pt x="191588" y="124383"/>
                  </a:lnTo>
                  <a:lnTo>
                    <a:pt x="190541" y="128574"/>
                  </a:lnTo>
                  <a:lnTo>
                    <a:pt x="189343" y="132615"/>
                  </a:lnTo>
                  <a:lnTo>
                    <a:pt x="187846" y="136507"/>
                  </a:lnTo>
                  <a:lnTo>
                    <a:pt x="186350" y="140399"/>
                  </a:lnTo>
                  <a:lnTo>
                    <a:pt x="184553" y="144140"/>
                  </a:lnTo>
                  <a:lnTo>
                    <a:pt x="182608" y="147733"/>
                  </a:lnTo>
                  <a:lnTo>
                    <a:pt x="180512" y="151325"/>
                  </a:lnTo>
                  <a:lnTo>
                    <a:pt x="178267" y="154768"/>
                  </a:lnTo>
                  <a:lnTo>
                    <a:pt x="175872" y="158061"/>
                  </a:lnTo>
                  <a:lnTo>
                    <a:pt x="173477" y="161354"/>
                  </a:lnTo>
                  <a:lnTo>
                    <a:pt x="170783" y="164347"/>
                  </a:lnTo>
                  <a:lnTo>
                    <a:pt x="167939" y="167341"/>
                  </a:lnTo>
                  <a:lnTo>
                    <a:pt x="164946" y="170185"/>
                  </a:lnTo>
                  <a:lnTo>
                    <a:pt x="161952" y="172879"/>
                  </a:lnTo>
                  <a:lnTo>
                    <a:pt x="158659" y="175573"/>
                  </a:lnTo>
                  <a:lnTo>
                    <a:pt x="155366" y="177968"/>
                  </a:lnTo>
                  <a:lnTo>
                    <a:pt x="151924" y="180213"/>
                  </a:lnTo>
                  <a:lnTo>
                    <a:pt x="148481" y="182309"/>
                  </a:lnTo>
                  <a:lnTo>
                    <a:pt x="144739" y="184254"/>
                  </a:lnTo>
                  <a:lnTo>
                    <a:pt x="140997" y="186050"/>
                  </a:lnTo>
                  <a:lnTo>
                    <a:pt x="137255" y="187697"/>
                  </a:lnTo>
                  <a:lnTo>
                    <a:pt x="133214" y="189044"/>
                  </a:lnTo>
                  <a:lnTo>
                    <a:pt x="129322" y="190391"/>
                  </a:lnTo>
                  <a:lnTo>
                    <a:pt x="125131" y="191439"/>
                  </a:lnTo>
                  <a:lnTo>
                    <a:pt x="121090" y="192337"/>
                  </a:lnTo>
                  <a:lnTo>
                    <a:pt x="116899" y="192936"/>
                  </a:lnTo>
                  <a:lnTo>
                    <a:pt x="112558" y="193385"/>
                  </a:lnTo>
                  <a:lnTo>
                    <a:pt x="108217" y="193684"/>
                  </a:lnTo>
                  <a:lnTo>
                    <a:pt x="108816" y="189792"/>
                  </a:lnTo>
                  <a:lnTo>
                    <a:pt x="112109" y="189493"/>
                  </a:lnTo>
                  <a:lnTo>
                    <a:pt x="115552" y="189194"/>
                  </a:lnTo>
                  <a:lnTo>
                    <a:pt x="118845" y="188745"/>
                  </a:lnTo>
                  <a:lnTo>
                    <a:pt x="122138" y="187996"/>
                  </a:lnTo>
                  <a:lnTo>
                    <a:pt x="125430" y="187398"/>
                  </a:lnTo>
                  <a:lnTo>
                    <a:pt x="127077" y="186949"/>
                  </a:lnTo>
                  <a:lnTo>
                    <a:pt x="128424" y="186500"/>
                  </a:lnTo>
                  <a:lnTo>
                    <a:pt x="128873" y="186350"/>
                  </a:lnTo>
                  <a:lnTo>
                    <a:pt x="132615" y="185152"/>
                  </a:lnTo>
                  <a:lnTo>
                    <a:pt x="136357" y="183805"/>
                  </a:lnTo>
                  <a:lnTo>
                    <a:pt x="139949" y="182309"/>
                  </a:lnTo>
                  <a:lnTo>
                    <a:pt x="143392" y="180512"/>
                  </a:lnTo>
                  <a:lnTo>
                    <a:pt x="144290" y="180063"/>
                  </a:lnTo>
                  <a:lnTo>
                    <a:pt x="144889" y="179764"/>
                  </a:lnTo>
                  <a:lnTo>
                    <a:pt x="148182" y="177968"/>
                  </a:lnTo>
                  <a:lnTo>
                    <a:pt x="151025" y="176321"/>
                  </a:lnTo>
                  <a:lnTo>
                    <a:pt x="152223" y="175573"/>
                  </a:lnTo>
                  <a:lnTo>
                    <a:pt x="153420" y="174675"/>
                  </a:lnTo>
                  <a:lnTo>
                    <a:pt x="153869" y="174376"/>
                  </a:lnTo>
                  <a:lnTo>
                    <a:pt x="153720" y="174226"/>
                  </a:lnTo>
                  <a:lnTo>
                    <a:pt x="156863" y="171981"/>
                  </a:lnTo>
                  <a:lnTo>
                    <a:pt x="160006" y="169436"/>
                  </a:lnTo>
                  <a:lnTo>
                    <a:pt x="161952" y="167790"/>
                  </a:lnTo>
                  <a:lnTo>
                    <a:pt x="164047" y="165694"/>
                  </a:lnTo>
                  <a:lnTo>
                    <a:pt x="165993" y="163748"/>
                  </a:lnTo>
                  <a:lnTo>
                    <a:pt x="168089" y="161503"/>
                  </a:lnTo>
                  <a:lnTo>
                    <a:pt x="169885" y="159408"/>
                  </a:lnTo>
                  <a:lnTo>
                    <a:pt x="170633" y="158510"/>
                  </a:lnTo>
                  <a:lnTo>
                    <a:pt x="172579" y="156115"/>
                  </a:lnTo>
                  <a:lnTo>
                    <a:pt x="173777" y="154468"/>
                  </a:lnTo>
                  <a:lnTo>
                    <a:pt x="174226" y="153870"/>
                  </a:lnTo>
                  <a:lnTo>
                    <a:pt x="175872" y="151325"/>
                  </a:lnTo>
                  <a:lnTo>
                    <a:pt x="177519" y="148781"/>
                  </a:lnTo>
                  <a:lnTo>
                    <a:pt x="179015" y="146236"/>
                  </a:lnTo>
                  <a:lnTo>
                    <a:pt x="180362" y="143542"/>
                  </a:lnTo>
                  <a:lnTo>
                    <a:pt x="181710" y="140848"/>
                  </a:lnTo>
                  <a:lnTo>
                    <a:pt x="183057" y="138153"/>
                  </a:lnTo>
                  <a:lnTo>
                    <a:pt x="184104" y="135309"/>
                  </a:lnTo>
                  <a:lnTo>
                    <a:pt x="185152" y="132466"/>
                  </a:lnTo>
                  <a:lnTo>
                    <a:pt x="186200" y="129472"/>
                  </a:lnTo>
                  <a:lnTo>
                    <a:pt x="186948" y="126478"/>
                  </a:lnTo>
                  <a:lnTo>
                    <a:pt x="187697" y="123485"/>
                  </a:lnTo>
                  <a:lnTo>
                    <a:pt x="188295" y="120491"/>
                  </a:lnTo>
                  <a:lnTo>
                    <a:pt x="188894" y="117498"/>
                  </a:lnTo>
                  <a:lnTo>
                    <a:pt x="189343" y="114354"/>
                  </a:lnTo>
                  <a:lnTo>
                    <a:pt x="189642" y="111211"/>
                  </a:lnTo>
                  <a:lnTo>
                    <a:pt x="189792" y="108068"/>
                  </a:lnTo>
                  <a:lnTo>
                    <a:pt x="193684" y="107469"/>
                  </a:lnTo>
                  <a:close/>
                  <a:moveTo>
                    <a:pt x="104925" y="105972"/>
                  </a:moveTo>
                  <a:lnTo>
                    <a:pt x="105523" y="106571"/>
                  </a:lnTo>
                  <a:lnTo>
                    <a:pt x="107020" y="108068"/>
                  </a:lnTo>
                  <a:lnTo>
                    <a:pt x="107170" y="108218"/>
                  </a:lnTo>
                  <a:lnTo>
                    <a:pt x="108217" y="109265"/>
                  </a:lnTo>
                  <a:lnTo>
                    <a:pt x="108367" y="109415"/>
                  </a:lnTo>
                  <a:lnTo>
                    <a:pt x="104925" y="109415"/>
                  </a:lnTo>
                  <a:lnTo>
                    <a:pt x="104775" y="109565"/>
                  </a:lnTo>
                  <a:lnTo>
                    <a:pt x="103278" y="109565"/>
                  </a:lnTo>
                  <a:lnTo>
                    <a:pt x="102679" y="109714"/>
                  </a:lnTo>
                  <a:lnTo>
                    <a:pt x="102530" y="109714"/>
                  </a:lnTo>
                  <a:lnTo>
                    <a:pt x="102530" y="109864"/>
                  </a:lnTo>
                  <a:lnTo>
                    <a:pt x="102530" y="110014"/>
                  </a:lnTo>
                  <a:lnTo>
                    <a:pt x="102679" y="110014"/>
                  </a:lnTo>
                  <a:lnTo>
                    <a:pt x="103877" y="110163"/>
                  </a:lnTo>
                  <a:lnTo>
                    <a:pt x="104326" y="110163"/>
                  </a:lnTo>
                  <a:lnTo>
                    <a:pt x="105523" y="110313"/>
                  </a:lnTo>
                  <a:lnTo>
                    <a:pt x="109265" y="110313"/>
                  </a:lnTo>
                  <a:lnTo>
                    <a:pt x="110612" y="111511"/>
                  </a:lnTo>
                  <a:lnTo>
                    <a:pt x="110612" y="111660"/>
                  </a:lnTo>
                  <a:lnTo>
                    <a:pt x="111361" y="112259"/>
                  </a:lnTo>
                  <a:lnTo>
                    <a:pt x="111510" y="112409"/>
                  </a:lnTo>
                  <a:lnTo>
                    <a:pt x="111959" y="112858"/>
                  </a:lnTo>
                  <a:lnTo>
                    <a:pt x="109265" y="112708"/>
                  </a:lnTo>
                  <a:lnTo>
                    <a:pt x="106571" y="112558"/>
                  </a:lnTo>
                  <a:lnTo>
                    <a:pt x="106421" y="112558"/>
                  </a:lnTo>
                  <a:lnTo>
                    <a:pt x="105673" y="112708"/>
                  </a:lnTo>
                  <a:lnTo>
                    <a:pt x="104326" y="112708"/>
                  </a:lnTo>
                  <a:lnTo>
                    <a:pt x="103278" y="112858"/>
                  </a:lnTo>
                  <a:lnTo>
                    <a:pt x="102979" y="112858"/>
                  </a:lnTo>
                  <a:lnTo>
                    <a:pt x="101781" y="113007"/>
                  </a:lnTo>
                  <a:lnTo>
                    <a:pt x="101781" y="113157"/>
                  </a:lnTo>
                  <a:lnTo>
                    <a:pt x="103727" y="113456"/>
                  </a:lnTo>
                  <a:lnTo>
                    <a:pt x="104475" y="113456"/>
                  </a:lnTo>
                  <a:lnTo>
                    <a:pt x="105673" y="113606"/>
                  </a:lnTo>
                  <a:lnTo>
                    <a:pt x="109116" y="113456"/>
                  </a:lnTo>
                  <a:lnTo>
                    <a:pt x="112408" y="113307"/>
                  </a:lnTo>
                  <a:lnTo>
                    <a:pt x="115851" y="116600"/>
                  </a:lnTo>
                  <a:lnTo>
                    <a:pt x="116599" y="117198"/>
                  </a:lnTo>
                  <a:lnTo>
                    <a:pt x="117048" y="117647"/>
                  </a:lnTo>
                  <a:lnTo>
                    <a:pt x="116749" y="119444"/>
                  </a:lnTo>
                  <a:lnTo>
                    <a:pt x="116300" y="119294"/>
                  </a:lnTo>
                  <a:lnTo>
                    <a:pt x="115552" y="119294"/>
                  </a:lnTo>
                  <a:lnTo>
                    <a:pt x="113157" y="119144"/>
                  </a:lnTo>
                  <a:lnTo>
                    <a:pt x="110762" y="119144"/>
                  </a:lnTo>
                  <a:lnTo>
                    <a:pt x="105972" y="119294"/>
                  </a:lnTo>
                  <a:lnTo>
                    <a:pt x="103577" y="119294"/>
                  </a:lnTo>
                  <a:lnTo>
                    <a:pt x="103428" y="119444"/>
                  </a:lnTo>
                  <a:lnTo>
                    <a:pt x="103428" y="119593"/>
                  </a:lnTo>
                  <a:lnTo>
                    <a:pt x="103428" y="119743"/>
                  </a:lnTo>
                  <a:lnTo>
                    <a:pt x="104625" y="119743"/>
                  </a:lnTo>
                  <a:lnTo>
                    <a:pt x="105523" y="119893"/>
                  </a:lnTo>
                  <a:lnTo>
                    <a:pt x="106721" y="119893"/>
                  </a:lnTo>
                  <a:lnTo>
                    <a:pt x="111061" y="120042"/>
                  </a:lnTo>
                  <a:lnTo>
                    <a:pt x="113307" y="120042"/>
                  </a:lnTo>
                  <a:lnTo>
                    <a:pt x="115402" y="119893"/>
                  </a:lnTo>
                  <a:lnTo>
                    <a:pt x="116150" y="119743"/>
                  </a:lnTo>
                  <a:lnTo>
                    <a:pt x="116749" y="119743"/>
                  </a:lnTo>
                  <a:lnTo>
                    <a:pt x="115851" y="126628"/>
                  </a:lnTo>
                  <a:lnTo>
                    <a:pt x="115701" y="127227"/>
                  </a:lnTo>
                  <a:lnTo>
                    <a:pt x="115552" y="127975"/>
                  </a:lnTo>
                  <a:lnTo>
                    <a:pt x="112857" y="147733"/>
                  </a:lnTo>
                  <a:lnTo>
                    <a:pt x="112708" y="149230"/>
                  </a:lnTo>
                  <a:lnTo>
                    <a:pt x="111660" y="156414"/>
                  </a:lnTo>
                  <a:lnTo>
                    <a:pt x="111510" y="158210"/>
                  </a:lnTo>
                  <a:lnTo>
                    <a:pt x="109265" y="174376"/>
                  </a:lnTo>
                  <a:lnTo>
                    <a:pt x="109116" y="175423"/>
                  </a:lnTo>
                  <a:lnTo>
                    <a:pt x="107619" y="186350"/>
                  </a:lnTo>
                  <a:lnTo>
                    <a:pt x="107170" y="189792"/>
                  </a:lnTo>
                  <a:lnTo>
                    <a:pt x="106571" y="193834"/>
                  </a:lnTo>
                  <a:lnTo>
                    <a:pt x="106122" y="197127"/>
                  </a:lnTo>
                  <a:lnTo>
                    <a:pt x="105673" y="199971"/>
                  </a:lnTo>
                  <a:lnTo>
                    <a:pt x="105224" y="203713"/>
                  </a:lnTo>
                  <a:lnTo>
                    <a:pt x="104625" y="199971"/>
                  </a:lnTo>
                  <a:lnTo>
                    <a:pt x="104176" y="197127"/>
                  </a:lnTo>
                  <a:lnTo>
                    <a:pt x="103727" y="193834"/>
                  </a:lnTo>
                  <a:lnTo>
                    <a:pt x="103128" y="189792"/>
                  </a:lnTo>
                  <a:lnTo>
                    <a:pt x="102530" y="186350"/>
                  </a:lnTo>
                  <a:lnTo>
                    <a:pt x="100883" y="175423"/>
                  </a:lnTo>
                  <a:lnTo>
                    <a:pt x="100734" y="174525"/>
                  </a:lnTo>
                  <a:lnTo>
                    <a:pt x="98339" y="158210"/>
                  </a:lnTo>
                  <a:lnTo>
                    <a:pt x="98039" y="156414"/>
                  </a:lnTo>
                  <a:lnTo>
                    <a:pt x="96992" y="149379"/>
                  </a:lnTo>
                  <a:lnTo>
                    <a:pt x="96692" y="147733"/>
                  </a:lnTo>
                  <a:lnTo>
                    <a:pt x="93848" y="128724"/>
                  </a:lnTo>
                  <a:lnTo>
                    <a:pt x="93699" y="127975"/>
                  </a:lnTo>
                  <a:lnTo>
                    <a:pt x="93699" y="127376"/>
                  </a:lnTo>
                  <a:lnTo>
                    <a:pt x="93100" y="124084"/>
                  </a:lnTo>
                  <a:lnTo>
                    <a:pt x="93100" y="123485"/>
                  </a:lnTo>
                  <a:lnTo>
                    <a:pt x="92501" y="119743"/>
                  </a:lnTo>
                  <a:lnTo>
                    <a:pt x="92501" y="119444"/>
                  </a:lnTo>
                  <a:lnTo>
                    <a:pt x="92352" y="118845"/>
                  </a:lnTo>
                  <a:lnTo>
                    <a:pt x="92651" y="118845"/>
                  </a:lnTo>
                  <a:lnTo>
                    <a:pt x="92950" y="118545"/>
                  </a:lnTo>
                  <a:lnTo>
                    <a:pt x="93549" y="117797"/>
                  </a:lnTo>
                  <a:lnTo>
                    <a:pt x="93848" y="117498"/>
                  </a:lnTo>
                  <a:lnTo>
                    <a:pt x="95495" y="115702"/>
                  </a:lnTo>
                  <a:lnTo>
                    <a:pt x="95644" y="115702"/>
                  </a:lnTo>
                  <a:lnTo>
                    <a:pt x="97141" y="113905"/>
                  </a:lnTo>
                  <a:lnTo>
                    <a:pt x="97291" y="113905"/>
                  </a:lnTo>
                  <a:lnTo>
                    <a:pt x="98937" y="112109"/>
                  </a:lnTo>
                  <a:lnTo>
                    <a:pt x="99237" y="111660"/>
                  </a:lnTo>
                  <a:lnTo>
                    <a:pt x="99386" y="112409"/>
                  </a:lnTo>
                  <a:lnTo>
                    <a:pt x="99386" y="112558"/>
                  </a:lnTo>
                  <a:lnTo>
                    <a:pt x="99386" y="113606"/>
                  </a:lnTo>
                  <a:lnTo>
                    <a:pt x="99536" y="113756"/>
                  </a:lnTo>
                  <a:lnTo>
                    <a:pt x="99686" y="113606"/>
                  </a:lnTo>
                  <a:lnTo>
                    <a:pt x="99835" y="113007"/>
                  </a:lnTo>
                  <a:lnTo>
                    <a:pt x="99835" y="112858"/>
                  </a:lnTo>
                  <a:lnTo>
                    <a:pt x="99985" y="111062"/>
                  </a:lnTo>
                  <a:lnTo>
                    <a:pt x="100584" y="110313"/>
                  </a:lnTo>
                  <a:lnTo>
                    <a:pt x="100734" y="110163"/>
                  </a:lnTo>
                  <a:lnTo>
                    <a:pt x="102230" y="108517"/>
                  </a:lnTo>
                  <a:lnTo>
                    <a:pt x="102380" y="108367"/>
                  </a:lnTo>
                  <a:lnTo>
                    <a:pt x="104176" y="106421"/>
                  </a:lnTo>
                  <a:lnTo>
                    <a:pt x="104775" y="105972"/>
                  </a:lnTo>
                  <a:close/>
                  <a:moveTo>
                    <a:pt x="103428" y="0"/>
                  </a:moveTo>
                  <a:lnTo>
                    <a:pt x="101632" y="12423"/>
                  </a:lnTo>
                  <a:lnTo>
                    <a:pt x="97141" y="12573"/>
                  </a:lnTo>
                  <a:lnTo>
                    <a:pt x="92651" y="13172"/>
                  </a:lnTo>
                  <a:lnTo>
                    <a:pt x="88161" y="13770"/>
                  </a:lnTo>
                  <a:lnTo>
                    <a:pt x="83820" y="14669"/>
                  </a:lnTo>
                  <a:lnTo>
                    <a:pt x="79629" y="15866"/>
                  </a:lnTo>
                  <a:lnTo>
                    <a:pt x="75288" y="17063"/>
                  </a:lnTo>
                  <a:lnTo>
                    <a:pt x="71247" y="18560"/>
                  </a:lnTo>
                  <a:lnTo>
                    <a:pt x="67206" y="20207"/>
                  </a:lnTo>
                  <a:lnTo>
                    <a:pt x="63314" y="22152"/>
                  </a:lnTo>
                  <a:lnTo>
                    <a:pt x="59572" y="24098"/>
                  </a:lnTo>
                  <a:lnTo>
                    <a:pt x="55830" y="26343"/>
                  </a:lnTo>
                  <a:lnTo>
                    <a:pt x="52238" y="28738"/>
                  </a:lnTo>
                  <a:lnTo>
                    <a:pt x="48795" y="31283"/>
                  </a:lnTo>
                  <a:lnTo>
                    <a:pt x="45353" y="33977"/>
                  </a:lnTo>
                  <a:lnTo>
                    <a:pt x="42209" y="36821"/>
                  </a:lnTo>
                  <a:lnTo>
                    <a:pt x="39066" y="39665"/>
                  </a:lnTo>
                  <a:lnTo>
                    <a:pt x="36072" y="42808"/>
                  </a:lnTo>
                  <a:lnTo>
                    <a:pt x="33378" y="46101"/>
                  </a:lnTo>
                  <a:lnTo>
                    <a:pt x="30684" y="49394"/>
                  </a:lnTo>
                  <a:lnTo>
                    <a:pt x="28140" y="52986"/>
                  </a:lnTo>
                  <a:lnTo>
                    <a:pt x="25894" y="56579"/>
                  </a:lnTo>
                  <a:lnTo>
                    <a:pt x="23649" y="60320"/>
                  </a:lnTo>
                  <a:lnTo>
                    <a:pt x="21703" y="64212"/>
                  </a:lnTo>
                  <a:lnTo>
                    <a:pt x="19907" y="68104"/>
                  </a:lnTo>
                  <a:lnTo>
                    <a:pt x="18261" y="72145"/>
                  </a:lnTo>
                  <a:lnTo>
                    <a:pt x="16764" y="76186"/>
                  </a:lnTo>
                  <a:lnTo>
                    <a:pt x="15567" y="80527"/>
                  </a:lnTo>
                  <a:lnTo>
                    <a:pt x="14519" y="84718"/>
                  </a:lnTo>
                  <a:lnTo>
                    <a:pt x="13621" y="89059"/>
                  </a:lnTo>
                  <a:lnTo>
                    <a:pt x="12872" y="93549"/>
                  </a:lnTo>
                  <a:lnTo>
                    <a:pt x="12573" y="98039"/>
                  </a:lnTo>
                  <a:lnTo>
                    <a:pt x="12274" y="102680"/>
                  </a:lnTo>
                  <a:lnTo>
                    <a:pt x="0" y="104476"/>
                  </a:lnTo>
                  <a:lnTo>
                    <a:pt x="0" y="106122"/>
                  </a:lnTo>
                  <a:lnTo>
                    <a:pt x="12274" y="107769"/>
                  </a:lnTo>
                  <a:lnTo>
                    <a:pt x="12573" y="112409"/>
                  </a:lnTo>
                  <a:lnTo>
                    <a:pt x="13022" y="116899"/>
                  </a:lnTo>
                  <a:lnTo>
                    <a:pt x="13770" y="121240"/>
                  </a:lnTo>
                  <a:lnTo>
                    <a:pt x="14668" y="125580"/>
                  </a:lnTo>
                  <a:lnTo>
                    <a:pt x="15716" y="129921"/>
                  </a:lnTo>
                  <a:lnTo>
                    <a:pt x="17063" y="134112"/>
                  </a:lnTo>
                  <a:lnTo>
                    <a:pt x="18560" y="138153"/>
                  </a:lnTo>
                  <a:lnTo>
                    <a:pt x="20207" y="142195"/>
                  </a:lnTo>
                  <a:lnTo>
                    <a:pt x="22003" y="146086"/>
                  </a:lnTo>
                  <a:lnTo>
                    <a:pt x="24098" y="149978"/>
                  </a:lnTo>
                  <a:lnTo>
                    <a:pt x="26343" y="153720"/>
                  </a:lnTo>
                  <a:lnTo>
                    <a:pt x="28589" y="157312"/>
                  </a:lnTo>
                  <a:lnTo>
                    <a:pt x="31133" y="160755"/>
                  </a:lnTo>
                  <a:lnTo>
                    <a:pt x="33827" y="164048"/>
                  </a:lnTo>
                  <a:lnTo>
                    <a:pt x="36671" y="167341"/>
                  </a:lnTo>
                  <a:lnTo>
                    <a:pt x="39665" y="170334"/>
                  </a:lnTo>
                  <a:lnTo>
                    <a:pt x="42808" y="173328"/>
                  </a:lnTo>
                  <a:lnTo>
                    <a:pt x="46101" y="176172"/>
                  </a:lnTo>
                  <a:lnTo>
                    <a:pt x="49394" y="178716"/>
                  </a:lnTo>
                  <a:lnTo>
                    <a:pt x="52836" y="181261"/>
                  </a:lnTo>
                  <a:lnTo>
                    <a:pt x="56578" y="183656"/>
                  </a:lnTo>
                  <a:lnTo>
                    <a:pt x="60320" y="185751"/>
                  </a:lnTo>
                  <a:lnTo>
                    <a:pt x="64062" y="187847"/>
                  </a:lnTo>
                  <a:lnTo>
                    <a:pt x="68104" y="189643"/>
                  </a:lnTo>
                  <a:lnTo>
                    <a:pt x="71995" y="191289"/>
                  </a:lnTo>
                  <a:lnTo>
                    <a:pt x="76186" y="192636"/>
                  </a:lnTo>
                  <a:lnTo>
                    <a:pt x="80377" y="193983"/>
                  </a:lnTo>
                  <a:lnTo>
                    <a:pt x="84718" y="195031"/>
                  </a:lnTo>
                  <a:lnTo>
                    <a:pt x="89059" y="195929"/>
                  </a:lnTo>
                  <a:lnTo>
                    <a:pt x="93549" y="196528"/>
                  </a:lnTo>
                  <a:lnTo>
                    <a:pt x="98039" y="196977"/>
                  </a:lnTo>
                  <a:lnTo>
                    <a:pt x="102530" y="197127"/>
                  </a:lnTo>
                  <a:lnTo>
                    <a:pt x="104475" y="209550"/>
                  </a:lnTo>
                  <a:lnTo>
                    <a:pt x="105972" y="209550"/>
                  </a:lnTo>
                  <a:lnTo>
                    <a:pt x="107768" y="197127"/>
                  </a:lnTo>
                  <a:lnTo>
                    <a:pt x="112259" y="196827"/>
                  </a:lnTo>
                  <a:lnTo>
                    <a:pt x="116749" y="196378"/>
                  </a:lnTo>
                  <a:lnTo>
                    <a:pt x="121239" y="195630"/>
                  </a:lnTo>
                  <a:lnTo>
                    <a:pt x="125580" y="194732"/>
                  </a:lnTo>
                  <a:lnTo>
                    <a:pt x="129771" y="193684"/>
                  </a:lnTo>
                  <a:lnTo>
                    <a:pt x="133962" y="192337"/>
                  </a:lnTo>
                  <a:lnTo>
                    <a:pt x="138153" y="190990"/>
                  </a:lnTo>
                  <a:lnTo>
                    <a:pt x="142194" y="189194"/>
                  </a:lnTo>
                  <a:lnTo>
                    <a:pt x="146086" y="187398"/>
                  </a:lnTo>
                  <a:lnTo>
                    <a:pt x="149828" y="185302"/>
                  </a:lnTo>
                  <a:lnTo>
                    <a:pt x="153570" y="183207"/>
                  </a:lnTo>
                  <a:lnTo>
                    <a:pt x="157162" y="180812"/>
                  </a:lnTo>
                  <a:lnTo>
                    <a:pt x="160605" y="178267"/>
                  </a:lnTo>
                  <a:lnTo>
                    <a:pt x="164047" y="175573"/>
                  </a:lnTo>
                  <a:lnTo>
                    <a:pt x="167191" y="172729"/>
                  </a:lnTo>
                  <a:lnTo>
                    <a:pt x="170334" y="169736"/>
                  </a:lnTo>
                  <a:lnTo>
                    <a:pt x="173328" y="166592"/>
                  </a:lnTo>
                  <a:lnTo>
                    <a:pt x="176022" y="163449"/>
                  </a:lnTo>
                  <a:lnTo>
                    <a:pt x="178716" y="160006"/>
                  </a:lnTo>
                  <a:lnTo>
                    <a:pt x="181260" y="156564"/>
                  </a:lnTo>
                  <a:lnTo>
                    <a:pt x="183506" y="152972"/>
                  </a:lnTo>
                  <a:lnTo>
                    <a:pt x="185751" y="149230"/>
                  </a:lnTo>
                  <a:lnTo>
                    <a:pt x="187697" y="145338"/>
                  </a:lnTo>
                  <a:lnTo>
                    <a:pt x="189493" y="141446"/>
                  </a:lnTo>
                  <a:lnTo>
                    <a:pt x="191139" y="137405"/>
                  </a:lnTo>
                  <a:lnTo>
                    <a:pt x="192636" y="133214"/>
                  </a:lnTo>
                  <a:lnTo>
                    <a:pt x="193833" y="129023"/>
                  </a:lnTo>
                  <a:lnTo>
                    <a:pt x="194881" y="124682"/>
                  </a:lnTo>
                  <a:lnTo>
                    <a:pt x="195779" y="120342"/>
                  </a:lnTo>
                  <a:lnTo>
                    <a:pt x="196378" y="116001"/>
                  </a:lnTo>
                  <a:lnTo>
                    <a:pt x="196827" y="111511"/>
                  </a:lnTo>
                  <a:lnTo>
                    <a:pt x="197126" y="106871"/>
                  </a:lnTo>
                  <a:lnTo>
                    <a:pt x="209400" y="105074"/>
                  </a:lnTo>
                  <a:lnTo>
                    <a:pt x="209400" y="103428"/>
                  </a:lnTo>
                  <a:lnTo>
                    <a:pt x="197126" y="101781"/>
                  </a:lnTo>
                  <a:lnTo>
                    <a:pt x="196827" y="97141"/>
                  </a:lnTo>
                  <a:lnTo>
                    <a:pt x="196378" y="92651"/>
                  </a:lnTo>
                  <a:lnTo>
                    <a:pt x="195630" y="88310"/>
                  </a:lnTo>
                  <a:lnTo>
                    <a:pt x="194732" y="83820"/>
                  </a:lnTo>
                  <a:lnTo>
                    <a:pt x="193684" y="79629"/>
                  </a:lnTo>
                  <a:lnTo>
                    <a:pt x="192337" y="75438"/>
                  </a:lnTo>
                  <a:lnTo>
                    <a:pt x="190840" y="71247"/>
                  </a:lnTo>
                  <a:lnTo>
                    <a:pt x="189193" y="67355"/>
                  </a:lnTo>
                  <a:lnTo>
                    <a:pt x="187397" y="63314"/>
                  </a:lnTo>
                  <a:lnTo>
                    <a:pt x="185302" y="59572"/>
                  </a:lnTo>
                  <a:lnTo>
                    <a:pt x="183057" y="55830"/>
                  </a:lnTo>
                  <a:lnTo>
                    <a:pt x="180662" y="52238"/>
                  </a:lnTo>
                  <a:lnTo>
                    <a:pt x="178267" y="48795"/>
                  </a:lnTo>
                  <a:lnTo>
                    <a:pt x="175573" y="45502"/>
                  </a:lnTo>
                  <a:lnTo>
                    <a:pt x="172729" y="42209"/>
                  </a:lnTo>
                  <a:lnTo>
                    <a:pt x="169735" y="39066"/>
                  </a:lnTo>
                  <a:lnTo>
                    <a:pt x="166592" y="36222"/>
                  </a:lnTo>
                  <a:lnTo>
                    <a:pt x="163299" y="33378"/>
                  </a:lnTo>
                  <a:lnTo>
                    <a:pt x="160006" y="30684"/>
                  </a:lnTo>
                  <a:lnTo>
                    <a:pt x="156414" y="28289"/>
                  </a:lnTo>
                  <a:lnTo>
                    <a:pt x="152822" y="25894"/>
                  </a:lnTo>
                  <a:lnTo>
                    <a:pt x="149080" y="23799"/>
                  </a:lnTo>
                  <a:lnTo>
                    <a:pt x="145338" y="21703"/>
                  </a:lnTo>
                  <a:lnTo>
                    <a:pt x="141296" y="19907"/>
                  </a:lnTo>
                  <a:lnTo>
                    <a:pt x="137405" y="18261"/>
                  </a:lnTo>
                  <a:lnTo>
                    <a:pt x="133214" y="16764"/>
                  </a:lnTo>
                  <a:lnTo>
                    <a:pt x="129023" y="15567"/>
                  </a:lnTo>
                  <a:lnTo>
                    <a:pt x="124682" y="14519"/>
                  </a:lnTo>
                  <a:lnTo>
                    <a:pt x="120341" y="13621"/>
                  </a:lnTo>
                  <a:lnTo>
                    <a:pt x="115851" y="13022"/>
                  </a:lnTo>
                  <a:lnTo>
                    <a:pt x="111361" y="12573"/>
                  </a:lnTo>
                  <a:lnTo>
                    <a:pt x="106870" y="12423"/>
                  </a:lnTo>
                  <a:lnTo>
                    <a:pt x="10492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2" name="Google Shape;2192;p58"/>
            <p:cNvSpPr/>
            <p:nvPr/>
          </p:nvSpPr>
          <p:spPr>
            <a:xfrm>
              <a:off x="4088775" y="2591800"/>
              <a:ext cx="18725" cy="291900"/>
            </a:xfrm>
            <a:custGeom>
              <a:rect b="b" l="l" r="r" t="t"/>
              <a:pathLst>
                <a:path extrusionOk="0" h="11676" w="749">
                  <a:moveTo>
                    <a:pt x="299" y="1"/>
                  </a:moveTo>
                  <a:lnTo>
                    <a:pt x="299" y="151"/>
                  </a:lnTo>
                  <a:lnTo>
                    <a:pt x="0" y="4791"/>
                  </a:lnTo>
                  <a:lnTo>
                    <a:pt x="150" y="9281"/>
                  </a:lnTo>
                  <a:lnTo>
                    <a:pt x="150" y="9730"/>
                  </a:lnTo>
                  <a:lnTo>
                    <a:pt x="150" y="9880"/>
                  </a:lnTo>
                  <a:lnTo>
                    <a:pt x="150" y="10329"/>
                  </a:lnTo>
                  <a:lnTo>
                    <a:pt x="150" y="10628"/>
                  </a:lnTo>
                  <a:lnTo>
                    <a:pt x="150" y="11077"/>
                  </a:lnTo>
                  <a:lnTo>
                    <a:pt x="299" y="11526"/>
                  </a:lnTo>
                  <a:lnTo>
                    <a:pt x="299" y="11676"/>
                  </a:lnTo>
                  <a:lnTo>
                    <a:pt x="599" y="11676"/>
                  </a:lnTo>
                  <a:lnTo>
                    <a:pt x="599" y="11526"/>
                  </a:lnTo>
                  <a:lnTo>
                    <a:pt x="599" y="10927"/>
                  </a:lnTo>
                  <a:lnTo>
                    <a:pt x="599" y="10628"/>
                  </a:lnTo>
                  <a:lnTo>
                    <a:pt x="748" y="10329"/>
                  </a:lnTo>
                  <a:lnTo>
                    <a:pt x="748" y="9880"/>
                  </a:lnTo>
                  <a:lnTo>
                    <a:pt x="748" y="9730"/>
                  </a:lnTo>
                  <a:lnTo>
                    <a:pt x="748" y="9281"/>
                  </a:lnTo>
                  <a:lnTo>
                    <a:pt x="748" y="4791"/>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3" name="Google Shape;2193;p58"/>
            <p:cNvSpPr/>
            <p:nvPr/>
          </p:nvSpPr>
          <p:spPr>
            <a:xfrm>
              <a:off x="4253400" y="2584325"/>
              <a:ext cx="15000" cy="276925"/>
            </a:xfrm>
            <a:custGeom>
              <a:rect b="b" l="l" r="r" t="t"/>
              <a:pathLst>
                <a:path extrusionOk="0" h="11077" w="600">
                  <a:moveTo>
                    <a:pt x="151" y="0"/>
                  </a:moveTo>
                  <a:lnTo>
                    <a:pt x="1" y="2096"/>
                  </a:lnTo>
                  <a:lnTo>
                    <a:pt x="1" y="4341"/>
                  </a:lnTo>
                  <a:lnTo>
                    <a:pt x="1" y="5389"/>
                  </a:lnTo>
                  <a:lnTo>
                    <a:pt x="1" y="6287"/>
                  </a:lnTo>
                  <a:lnTo>
                    <a:pt x="151" y="10927"/>
                  </a:lnTo>
                  <a:lnTo>
                    <a:pt x="151" y="11077"/>
                  </a:lnTo>
                  <a:lnTo>
                    <a:pt x="450" y="11077"/>
                  </a:lnTo>
                  <a:lnTo>
                    <a:pt x="450" y="10927"/>
                  </a:lnTo>
                  <a:lnTo>
                    <a:pt x="600" y="5389"/>
                  </a:lnTo>
                  <a:lnTo>
                    <a:pt x="600" y="4341"/>
                  </a:lnTo>
                  <a:lnTo>
                    <a:pt x="600" y="3293"/>
                  </a:lnTo>
                  <a:lnTo>
                    <a:pt x="600" y="1647"/>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4" name="Google Shape;2194;p58"/>
            <p:cNvSpPr/>
            <p:nvPr/>
          </p:nvSpPr>
          <p:spPr>
            <a:xfrm>
              <a:off x="4328250" y="2595550"/>
              <a:ext cx="26225" cy="273200"/>
            </a:xfrm>
            <a:custGeom>
              <a:rect b="b" l="l" r="r" t="t"/>
              <a:pathLst>
                <a:path extrusionOk="0" h="10928" w="1049">
                  <a:moveTo>
                    <a:pt x="449" y="1"/>
                  </a:moveTo>
                  <a:lnTo>
                    <a:pt x="449" y="150"/>
                  </a:lnTo>
                  <a:lnTo>
                    <a:pt x="300" y="1348"/>
                  </a:lnTo>
                  <a:lnTo>
                    <a:pt x="0" y="3742"/>
                  </a:lnTo>
                  <a:lnTo>
                    <a:pt x="0" y="6137"/>
                  </a:lnTo>
                  <a:lnTo>
                    <a:pt x="150" y="8532"/>
                  </a:lnTo>
                  <a:lnTo>
                    <a:pt x="449" y="10777"/>
                  </a:lnTo>
                  <a:lnTo>
                    <a:pt x="599" y="10927"/>
                  </a:lnTo>
                  <a:lnTo>
                    <a:pt x="599" y="10777"/>
                  </a:lnTo>
                  <a:lnTo>
                    <a:pt x="899" y="8383"/>
                  </a:lnTo>
                  <a:lnTo>
                    <a:pt x="1048" y="5838"/>
                  </a:lnTo>
                  <a:lnTo>
                    <a:pt x="1048" y="3144"/>
                  </a:lnTo>
                  <a:lnTo>
                    <a:pt x="749" y="749"/>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5" name="Google Shape;2195;p58"/>
            <p:cNvSpPr/>
            <p:nvPr/>
          </p:nvSpPr>
          <p:spPr>
            <a:xfrm>
              <a:off x="4410575" y="2599300"/>
              <a:ext cx="22475" cy="258200"/>
            </a:xfrm>
            <a:custGeom>
              <a:rect b="b" l="l" r="r" t="t"/>
              <a:pathLst>
                <a:path extrusionOk="0" h="10328" w="899">
                  <a:moveTo>
                    <a:pt x="300" y="0"/>
                  </a:moveTo>
                  <a:lnTo>
                    <a:pt x="300" y="150"/>
                  </a:lnTo>
                  <a:lnTo>
                    <a:pt x="150" y="2844"/>
                  </a:lnTo>
                  <a:lnTo>
                    <a:pt x="0" y="5538"/>
                  </a:lnTo>
                  <a:lnTo>
                    <a:pt x="0" y="7933"/>
                  </a:lnTo>
                  <a:lnTo>
                    <a:pt x="150" y="9131"/>
                  </a:lnTo>
                  <a:lnTo>
                    <a:pt x="449" y="10328"/>
                  </a:lnTo>
                  <a:lnTo>
                    <a:pt x="599" y="10328"/>
                  </a:lnTo>
                  <a:lnTo>
                    <a:pt x="749" y="9131"/>
                  </a:lnTo>
                  <a:lnTo>
                    <a:pt x="898" y="7933"/>
                  </a:lnTo>
                  <a:lnTo>
                    <a:pt x="898" y="5538"/>
                  </a:lnTo>
                  <a:lnTo>
                    <a:pt x="898" y="2844"/>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6" name="Google Shape;2196;p58"/>
            <p:cNvSpPr/>
            <p:nvPr/>
          </p:nvSpPr>
          <p:spPr>
            <a:xfrm>
              <a:off x="4489150" y="2614250"/>
              <a:ext cx="29975" cy="243250"/>
            </a:xfrm>
            <a:custGeom>
              <a:rect b="b" l="l" r="r" t="t"/>
              <a:pathLst>
                <a:path extrusionOk="0" h="9730" w="1199">
                  <a:moveTo>
                    <a:pt x="450" y="1"/>
                  </a:moveTo>
                  <a:lnTo>
                    <a:pt x="300" y="2396"/>
                  </a:lnTo>
                  <a:lnTo>
                    <a:pt x="1" y="4940"/>
                  </a:lnTo>
                  <a:lnTo>
                    <a:pt x="1" y="7335"/>
                  </a:lnTo>
                  <a:lnTo>
                    <a:pt x="150" y="8533"/>
                  </a:lnTo>
                  <a:lnTo>
                    <a:pt x="450" y="9580"/>
                  </a:lnTo>
                  <a:lnTo>
                    <a:pt x="599" y="9730"/>
                  </a:lnTo>
                  <a:lnTo>
                    <a:pt x="749" y="9580"/>
                  </a:lnTo>
                  <a:lnTo>
                    <a:pt x="899" y="8533"/>
                  </a:lnTo>
                  <a:lnTo>
                    <a:pt x="1048" y="7335"/>
                  </a:lnTo>
                  <a:lnTo>
                    <a:pt x="1198" y="4940"/>
                  </a:lnTo>
                  <a:lnTo>
                    <a:pt x="899" y="2396"/>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7" name="Google Shape;2197;p58"/>
            <p:cNvSpPr/>
            <p:nvPr/>
          </p:nvSpPr>
          <p:spPr>
            <a:xfrm>
              <a:off x="4571475" y="2621750"/>
              <a:ext cx="22475" cy="243250"/>
            </a:xfrm>
            <a:custGeom>
              <a:rect b="b" l="l" r="r" t="t"/>
              <a:pathLst>
                <a:path extrusionOk="0" h="9730" w="899">
                  <a:moveTo>
                    <a:pt x="450" y="0"/>
                  </a:moveTo>
                  <a:lnTo>
                    <a:pt x="300" y="150"/>
                  </a:lnTo>
                  <a:lnTo>
                    <a:pt x="300" y="300"/>
                  </a:lnTo>
                  <a:lnTo>
                    <a:pt x="150" y="2694"/>
                  </a:lnTo>
                  <a:lnTo>
                    <a:pt x="150" y="5239"/>
                  </a:lnTo>
                  <a:lnTo>
                    <a:pt x="1" y="7484"/>
                  </a:lnTo>
                  <a:lnTo>
                    <a:pt x="150" y="8532"/>
                  </a:lnTo>
                  <a:lnTo>
                    <a:pt x="300" y="9580"/>
                  </a:lnTo>
                  <a:lnTo>
                    <a:pt x="450" y="9729"/>
                  </a:lnTo>
                  <a:lnTo>
                    <a:pt x="599" y="9580"/>
                  </a:lnTo>
                  <a:lnTo>
                    <a:pt x="899" y="8532"/>
                  </a:lnTo>
                  <a:lnTo>
                    <a:pt x="899" y="7484"/>
                  </a:lnTo>
                  <a:lnTo>
                    <a:pt x="899" y="5239"/>
                  </a:lnTo>
                  <a:lnTo>
                    <a:pt x="899" y="2694"/>
                  </a:lnTo>
                  <a:lnTo>
                    <a:pt x="599" y="300"/>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8" name="Google Shape;2198;p58"/>
            <p:cNvSpPr/>
            <p:nvPr/>
          </p:nvSpPr>
          <p:spPr>
            <a:xfrm>
              <a:off x="4653800" y="2636700"/>
              <a:ext cx="22475" cy="232050"/>
            </a:xfrm>
            <a:custGeom>
              <a:rect b="b" l="l" r="r" t="t"/>
              <a:pathLst>
                <a:path extrusionOk="0" h="9282" w="899">
                  <a:moveTo>
                    <a:pt x="150" y="1"/>
                  </a:moveTo>
                  <a:lnTo>
                    <a:pt x="0" y="2246"/>
                  </a:lnTo>
                  <a:lnTo>
                    <a:pt x="0" y="4641"/>
                  </a:lnTo>
                  <a:lnTo>
                    <a:pt x="150" y="9131"/>
                  </a:lnTo>
                  <a:lnTo>
                    <a:pt x="300" y="9281"/>
                  </a:lnTo>
                  <a:lnTo>
                    <a:pt x="599" y="9281"/>
                  </a:lnTo>
                  <a:lnTo>
                    <a:pt x="599" y="9131"/>
                  </a:lnTo>
                  <a:lnTo>
                    <a:pt x="899" y="4641"/>
                  </a:lnTo>
                  <a:lnTo>
                    <a:pt x="749" y="2246"/>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9" name="Google Shape;2199;p58"/>
            <p:cNvSpPr/>
            <p:nvPr/>
          </p:nvSpPr>
          <p:spPr>
            <a:xfrm>
              <a:off x="4736125" y="2640450"/>
              <a:ext cx="22475" cy="235775"/>
            </a:xfrm>
            <a:custGeom>
              <a:rect b="b" l="l" r="r" t="t"/>
              <a:pathLst>
                <a:path extrusionOk="0" h="9431" w="899">
                  <a:moveTo>
                    <a:pt x="449" y="1"/>
                  </a:moveTo>
                  <a:lnTo>
                    <a:pt x="300" y="150"/>
                  </a:lnTo>
                  <a:lnTo>
                    <a:pt x="150" y="1198"/>
                  </a:lnTo>
                  <a:lnTo>
                    <a:pt x="0" y="2246"/>
                  </a:lnTo>
                  <a:lnTo>
                    <a:pt x="0" y="4491"/>
                  </a:lnTo>
                  <a:lnTo>
                    <a:pt x="0" y="6886"/>
                  </a:lnTo>
                  <a:lnTo>
                    <a:pt x="150" y="9281"/>
                  </a:lnTo>
                  <a:lnTo>
                    <a:pt x="150" y="9430"/>
                  </a:lnTo>
                  <a:lnTo>
                    <a:pt x="449" y="9430"/>
                  </a:lnTo>
                  <a:lnTo>
                    <a:pt x="599" y="9281"/>
                  </a:lnTo>
                  <a:lnTo>
                    <a:pt x="749" y="6886"/>
                  </a:lnTo>
                  <a:lnTo>
                    <a:pt x="898" y="4491"/>
                  </a:lnTo>
                  <a:lnTo>
                    <a:pt x="898" y="2246"/>
                  </a:lnTo>
                  <a:lnTo>
                    <a:pt x="898" y="119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0" name="Google Shape;2200;p58"/>
            <p:cNvSpPr/>
            <p:nvPr/>
          </p:nvSpPr>
          <p:spPr>
            <a:xfrm>
              <a:off x="4814700" y="2659175"/>
              <a:ext cx="22475" cy="205825"/>
            </a:xfrm>
            <a:custGeom>
              <a:rect b="b" l="l" r="r" t="t"/>
              <a:pathLst>
                <a:path extrusionOk="0" h="8233" w="899">
                  <a:moveTo>
                    <a:pt x="599" y="0"/>
                  </a:moveTo>
                  <a:lnTo>
                    <a:pt x="450" y="150"/>
                  </a:lnTo>
                  <a:lnTo>
                    <a:pt x="1" y="4041"/>
                  </a:lnTo>
                  <a:lnTo>
                    <a:pt x="1" y="5987"/>
                  </a:lnTo>
                  <a:lnTo>
                    <a:pt x="150" y="7933"/>
                  </a:lnTo>
                  <a:lnTo>
                    <a:pt x="300" y="8083"/>
                  </a:lnTo>
                  <a:lnTo>
                    <a:pt x="450" y="8232"/>
                  </a:lnTo>
                  <a:lnTo>
                    <a:pt x="599" y="8083"/>
                  </a:lnTo>
                  <a:lnTo>
                    <a:pt x="749" y="7933"/>
                  </a:lnTo>
                  <a:lnTo>
                    <a:pt x="899" y="5987"/>
                  </a:lnTo>
                  <a:lnTo>
                    <a:pt x="899" y="4041"/>
                  </a:lnTo>
                  <a:lnTo>
                    <a:pt x="899" y="2096"/>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1" name="Google Shape;2201;p58"/>
            <p:cNvSpPr/>
            <p:nvPr/>
          </p:nvSpPr>
          <p:spPr>
            <a:xfrm>
              <a:off x="4893275" y="2670400"/>
              <a:ext cx="29975" cy="243250"/>
            </a:xfrm>
            <a:custGeom>
              <a:rect b="b" l="l" r="r" t="t"/>
              <a:pathLst>
                <a:path extrusionOk="0" h="9730" w="1199">
                  <a:moveTo>
                    <a:pt x="600" y="0"/>
                  </a:moveTo>
                  <a:lnTo>
                    <a:pt x="450" y="150"/>
                  </a:lnTo>
                  <a:lnTo>
                    <a:pt x="151" y="2245"/>
                  </a:lnTo>
                  <a:lnTo>
                    <a:pt x="1" y="4041"/>
                  </a:lnTo>
                  <a:lnTo>
                    <a:pt x="1" y="5987"/>
                  </a:lnTo>
                  <a:lnTo>
                    <a:pt x="151" y="7783"/>
                  </a:lnTo>
                  <a:lnTo>
                    <a:pt x="300" y="9580"/>
                  </a:lnTo>
                  <a:lnTo>
                    <a:pt x="450" y="9729"/>
                  </a:lnTo>
                  <a:lnTo>
                    <a:pt x="600" y="9729"/>
                  </a:lnTo>
                  <a:lnTo>
                    <a:pt x="749" y="9580"/>
                  </a:lnTo>
                  <a:lnTo>
                    <a:pt x="1049" y="7334"/>
                  </a:lnTo>
                  <a:lnTo>
                    <a:pt x="1198" y="4939"/>
                  </a:lnTo>
                  <a:lnTo>
                    <a:pt x="1049" y="2395"/>
                  </a:lnTo>
                  <a:lnTo>
                    <a:pt x="749" y="150"/>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2" name="Google Shape;2202;p58"/>
            <p:cNvSpPr/>
            <p:nvPr/>
          </p:nvSpPr>
          <p:spPr>
            <a:xfrm>
              <a:off x="4975600" y="2681625"/>
              <a:ext cx="22475" cy="194600"/>
            </a:xfrm>
            <a:custGeom>
              <a:rect b="b" l="l" r="r" t="t"/>
              <a:pathLst>
                <a:path extrusionOk="0" h="7784" w="899">
                  <a:moveTo>
                    <a:pt x="300" y="0"/>
                  </a:moveTo>
                  <a:lnTo>
                    <a:pt x="150" y="1946"/>
                  </a:lnTo>
                  <a:lnTo>
                    <a:pt x="1" y="3742"/>
                  </a:lnTo>
                  <a:lnTo>
                    <a:pt x="1" y="5688"/>
                  </a:lnTo>
                  <a:lnTo>
                    <a:pt x="300" y="7484"/>
                  </a:lnTo>
                  <a:lnTo>
                    <a:pt x="300" y="7783"/>
                  </a:lnTo>
                  <a:lnTo>
                    <a:pt x="600" y="7783"/>
                  </a:lnTo>
                  <a:lnTo>
                    <a:pt x="749" y="7484"/>
                  </a:lnTo>
                  <a:lnTo>
                    <a:pt x="899" y="5688"/>
                  </a:lnTo>
                  <a:lnTo>
                    <a:pt x="899" y="3742"/>
                  </a:lnTo>
                  <a:lnTo>
                    <a:pt x="899" y="1946"/>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3" name="Google Shape;2203;p58"/>
            <p:cNvSpPr/>
            <p:nvPr/>
          </p:nvSpPr>
          <p:spPr>
            <a:xfrm>
              <a:off x="5136500" y="2700325"/>
              <a:ext cx="22500" cy="164675"/>
            </a:xfrm>
            <a:custGeom>
              <a:rect b="b" l="l" r="r" t="t"/>
              <a:pathLst>
                <a:path extrusionOk="0" h="6587" w="900">
                  <a:moveTo>
                    <a:pt x="300" y="1"/>
                  </a:moveTo>
                  <a:lnTo>
                    <a:pt x="151" y="150"/>
                  </a:lnTo>
                  <a:lnTo>
                    <a:pt x="1" y="1647"/>
                  </a:lnTo>
                  <a:lnTo>
                    <a:pt x="1" y="3293"/>
                  </a:lnTo>
                  <a:lnTo>
                    <a:pt x="1" y="4940"/>
                  </a:lnTo>
                  <a:lnTo>
                    <a:pt x="300" y="6437"/>
                  </a:lnTo>
                  <a:lnTo>
                    <a:pt x="300" y="6586"/>
                  </a:lnTo>
                  <a:lnTo>
                    <a:pt x="600" y="6586"/>
                  </a:lnTo>
                  <a:lnTo>
                    <a:pt x="749" y="6437"/>
                  </a:lnTo>
                  <a:lnTo>
                    <a:pt x="749"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4" name="Google Shape;2204;p58"/>
            <p:cNvSpPr/>
            <p:nvPr/>
          </p:nvSpPr>
          <p:spPr>
            <a:xfrm>
              <a:off x="5057925" y="2692850"/>
              <a:ext cx="22475" cy="172150"/>
            </a:xfrm>
            <a:custGeom>
              <a:rect b="b" l="l" r="r" t="t"/>
              <a:pathLst>
                <a:path extrusionOk="0" h="6886" w="899">
                  <a:moveTo>
                    <a:pt x="300" y="0"/>
                  </a:moveTo>
                  <a:lnTo>
                    <a:pt x="300" y="150"/>
                  </a:lnTo>
                  <a:lnTo>
                    <a:pt x="1" y="1647"/>
                  </a:lnTo>
                  <a:lnTo>
                    <a:pt x="1" y="3293"/>
                  </a:lnTo>
                  <a:lnTo>
                    <a:pt x="1" y="4940"/>
                  </a:lnTo>
                  <a:lnTo>
                    <a:pt x="150" y="6586"/>
                  </a:lnTo>
                  <a:lnTo>
                    <a:pt x="300" y="6736"/>
                  </a:lnTo>
                  <a:lnTo>
                    <a:pt x="450" y="6885"/>
                  </a:lnTo>
                  <a:lnTo>
                    <a:pt x="599" y="6736"/>
                  </a:lnTo>
                  <a:lnTo>
                    <a:pt x="599" y="6586"/>
                  </a:lnTo>
                  <a:lnTo>
                    <a:pt x="899" y="4940"/>
                  </a:lnTo>
                  <a:lnTo>
                    <a:pt x="899" y="3293"/>
                  </a:lnTo>
                  <a:lnTo>
                    <a:pt x="749" y="1647"/>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5" name="Google Shape;2205;p58"/>
            <p:cNvSpPr/>
            <p:nvPr/>
          </p:nvSpPr>
          <p:spPr>
            <a:xfrm>
              <a:off x="5218825" y="2711550"/>
              <a:ext cx="22475" cy="149700"/>
            </a:xfrm>
            <a:custGeom>
              <a:rect b="b" l="l" r="r" t="t"/>
              <a:pathLst>
                <a:path extrusionOk="0" h="5988" w="899">
                  <a:moveTo>
                    <a:pt x="450" y="1"/>
                  </a:moveTo>
                  <a:lnTo>
                    <a:pt x="300" y="150"/>
                  </a:lnTo>
                  <a:lnTo>
                    <a:pt x="1" y="1497"/>
                  </a:lnTo>
                  <a:lnTo>
                    <a:pt x="1" y="2994"/>
                  </a:lnTo>
                  <a:lnTo>
                    <a:pt x="1" y="4491"/>
                  </a:lnTo>
                  <a:lnTo>
                    <a:pt x="151" y="5838"/>
                  </a:lnTo>
                  <a:lnTo>
                    <a:pt x="300" y="5988"/>
                  </a:lnTo>
                  <a:lnTo>
                    <a:pt x="600" y="5988"/>
                  </a:lnTo>
                  <a:lnTo>
                    <a:pt x="600"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6" name="Google Shape;2206;p58"/>
            <p:cNvSpPr/>
            <p:nvPr/>
          </p:nvSpPr>
          <p:spPr>
            <a:xfrm>
              <a:off x="5297425" y="2726525"/>
              <a:ext cx="26200" cy="134725"/>
            </a:xfrm>
            <a:custGeom>
              <a:rect b="b" l="l" r="r" t="t"/>
              <a:pathLst>
                <a:path extrusionOk="0" h="5389" w="1048">
                  <a:moveTo>
                    <a:pt x="300" y="0"/>
                  </a:moveTo>
                  <a:lnTo>
                    <a:pt x="300" y="150"/>
                  </a:lnTo>
                  <a:lnTo>
                    <a:pt x="0" y="1347"/>
                  </a:lnTo>
                  <a:lnTo>
                    <a:pt x="0" y="2694"/>
                  </a:lnTo>
                  <a:lnTo>
                    <a:pt x="0" y="3892"/>
                  </a:lnTo>
                  <a:lnTo>
                    <a:pt x="300" y="5089"/>
                  </a:lnTo>
                  <a:lnTo>
                    <a:pt x="300" y="5239"/>
                  </a:lnTo>
                  <a:lnTo>
                    <a:pt x="449" y="5389"/>
                  </a:lnTo>
                  <a:lnTo>
                    <a:pt x="599" y="5239"/>
                  </a:lnTo>
                  <a:lnTo>
                    <a:pt x="749" y="5089"/>
                  </a:lnTo>
                  <a:lnTo>
                    <a:pt x="898" y="3892"/>
                  </a:lnTo>
                  <a:lnTo>
                    <a:pt x="1048" y="269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7" name="Google Shape;2207;p58"/>
            <p:cNvSpPr/>
            <p:nvPr/>
          </p:nvSpPr>
          <p:spPr>
            <a:xfrm>
              <a:off x="5379750" y="2734000"/>
              <a:ext cx="22475" cy="142225"/>
            </a:xfrm>
            <a:custGeom>
              <a:rect b="b" l="l" r="r" t="t"/>
              <a:pathLst>
                <a:path extrusionOk="0" h="5689" w="899">
                  <a:moveTo>
                    <a:pt x="449" y="1"/>
                  </a:moveTo>
                  <a:lnTo>
                    <a:pt x="150" y="150"/>
                  </a:lnTo>
                  <a:lnTo>
                    <a:pt x="0" y="1497"/>
                  </a:lnTo>
                  <a:lnTo>
                    <a:pt x="0" y="2994"/>
                  </a:lnTo>
                  <a:lnTo>
                    <a:pt x="0" y="4341"/>
                  </a:lnTo>
                  <a:lnTo>
                    <a:pt x="150" y="4940"/>
                  </a:lnTo>
                  <a:lnTo>
                    <a:pt x="299" y="5539"/>
                  </a:lnTo>
                  <a:lnTo>
                    <a:pt x="449" y="5688"/>
                  </a:lnTo>
                  <a:lnTo>
                    <a:pt x="599" y="5539"/>
                  </a:lnTo>
                  <a:lnTo>
                    <a:pt x="748" y="4940"/>
                  </a:lnTo>
                  <a:lnTo>
                    <a:pt x="898" y="4341"/>
                  </a:lnTo>
                  <a:lnTo>
                    <a:pt x="898" y="2994"/>
                  </a:lnTo>
                  <a:lnTo>
                    <a:pt x="748" y="1497"/>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8" name="Google Shape;2208;p58"/>
            <p:cNvSpPr/>
            <p:nvPr/>
          </p:nvSpPr>
          <p:spPr>
            <a:xfrm>
              <a:off x="5458325" y="2748975"/>
              <a:ext cx="22475" cy="131000"/>
            </a:xfrm>
            <a:custGeom>
              <a:rect b="b" l="l" r="r" t="t"/>
              <a:pathLst>
                <a:path extrusionOk="0" h="5240" w="899">
                  <a:moveTo>
                    <a:pt x="300" y="0"/>
                  </a:moveTo>
                  <a:lnTo>
                    <a:pt x="300" y="150"/>
                  </a:lnTo>
                  <a:lnTo>
                    <a:pt x="150" y="1347"/>
                  </a:lnTo>
                  <a:lnTo>
                    <a:pt x="0" y="2844"/>
                  </a:lnTo>
                  <a:lnTo>
                    <a:pt x="150" y="4042"/>
                  </a:lnTo>
                  <a:lnTo>
                    <a:pt x="150" y="4640"/>
                  </a:lnTo>
                  <a:lnTo>
                    <a:pt x="449" y="5239"/>
                  </a:lnTo>
                  <a:lnTo>
                    <a:pt x="599" y="5239"/>
                  </a:lnTo>
                  <a:lnTo>
                    <a:pt x="898" y="4640"/>
                  </a:lnTo>
                  <a:lnTo>
                    <a:pt x="898" y="4042"/>
                  </a:lnTo>
                  <a:lnTo>
                    <a:pt x="898" y="284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9" name="Google Shape;2209;p58"/>
            <p:cNvSpPr/>
            <p:nvPr/>
          </p:nvSpPr>
          <p:spPr>
            <a:xfrm>
              <a:off x="5536900" y="2748975"/>
              <a:ext cx="29950" cy="134725"/>
            </a:xfrm>
            <a:custGeom>
              <a:rect b="b" l="l" r="r" t="t"/>
              <a:pathLst>
                <a:path extrusionOk="0" h="5389" w="1198">
                  <a:moveTo>
                    <a:pt x="450" y="0"/>
                  </a:moveTo>
                  <a:lnTo>
                    <a:pt x="450" y="150"/>
                  </a:lnTo>
                  <a:lnTo>
                    <a:pt x="150" y="1347"/>
                  </a:lnTo>
                  <a:lnTo>
                    <a:pt x="1" y="2695"/>
                  </a:lnTo>
                  <a:lnTo>
                    <a:pt x="150" y="4042"/>
                  </a:lnTo>
                  <a:lnTo>
                    <a:pt x="150" y="4790"/>
                  </a:lnTo>
                  <a:lnTo>
                    <a:pt x="450" y="5389"/>
                  </a:lnTo>
                  <a:lnTo>
                    <a:pt x="749" y="5389"/>
                  </a:lnTo>
                  <a:lnTo>
                    <a:pt x="1048" y="4790"/>
                  </a:lnTo>
                  <a:lnTo>
                    <a:pt x="1198" y="4042"/>
                  </a:lnTo>
                  <a:lnTo>
                    <a:pt x="1198" y="2695"/>
                  </a:lnTo>
                  <a:lnTo>
                    <a:pt x="1048" y="134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0" name="Google Shape;2210;p58"/>
            <p:cNvSpPr/>
            <p:nvPr/>
          </p:nvSpPr>
          <p:spPr>
            <a:xfrm>
              <a:off x="5619225" y="2767675"/>
              <a:ext cx="26225" cy="134750"/>
            </a:xfrm>
            <a:custGeom>
              <a:rect b="b" l="l" r="r" t="t"/>
              <a:pathLst>
                <a:path extrusionOk="0" h="5390" w="1049">
                  <a:moveTo>
                    <a:pt x="599" y="1"/>
                  </a:moveTo>
                  <a:lnTo>
                    <a:pt x="450" y="150"/>
                  </a:lnTo>
                  <a:lnTo>
                    <a:pt x="150" y="1348"/>
                  </a:lnTo>
                  <a:lnTo>
                    <a:pt x="0" y="2695"/>
                  </a:lnTo>
                  <a:lnTo>
                    <a:pt x="150" y="4042"/>
                  </a:lnTo>
                  <a:lnTo>
                    <a:pt x="300" y="5239"/>
                  </a:lnTo>
                  <a:lnTo>
                    <a:pt x="599" y="5389"/>
                  </a:lnTo>
                  <a:lnTo>
                    <a:pt x="749" y="5239"/>
                  </a:lnTo>
                  <a:lnTo>
                    <a:pt x="1048" y="4042"/>
                  </a:lnTo>
                  <a:lnTo>
                    <a:pt x="1048" y="2695"/>
                  </a:lnTo>
                  <a:lnTo>
                    <a:pt x="899" y="134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1" name="Google Shape;2211;p58"/>
            <p:cNvSpPr/>
            <p:nvPr/>
          </p:nvSpPr>
          <p:spPr>
            <a:xfrm>
              <a:off x="5701550" y="2778900"/>
              <a:ext cx="22475" cy="108550"/>
            </a:xfrm>
            <a:custGeom>
              <a:rect b="b" l="l" r="r" t="t"/>
              <a:pathLst>
                <a:path extrusionOk="0" h="4342" w="899">
                  <a:moveTo>
                    <a:pt x="300" y="1"/>
                  </a:moveTo>
                  <a:lnTo>
                    <a:pt x="0" y="1049"/>
                  </a:lnTo>
                  <a:lnTo>
                    <a:pt x="0" y="2096"/>
                  </a:lnTo>
                  <a:lnTo>
                    <a:pt x="0" y="3144"/>
                  </a:lnTo>
                  <a:lnTo>
                    <a:pt x="150" y="3743"/>
                  </a:lnTo>
                  <a:lnTo>
                    <a:pt x="300" y="4192"/>
                  </a:lnTo>
                  <a:lnTo>
                    <a:pt x="449" y="4341"/>
                  </a:lnTo>
                  <a:lnTo>
                    <a:pt x="749" y="4192"/>
                  </a:lnTo>
                  <a:lnTo>
                    <a:pt x="898" y="3743"/>
                  </a:lnTo>
                  <a:lnTo>
                    <a:pt x="898" y="3144"/>
                  </a:lnTo>
                  <a:lnTo>
                    <a:pt x="898" y="2096"/>
                  </a:lnTo>
                  <a:lnTo>
                    <a:pt x="898" y="1049"/>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2" name="Google Shape;2212;p58"/>
            <p:cNvSpPr/>
            <p:nvPr/>
          </p:nvSpPr>
          <p:spPr>
            <a:xfrm>
              <a:off x="5783875" y="2786400"/>
              <a:ext cx="22475" cy="82350"/>
            </a:xfrm>
            <a:custGeom>
              <a:rect b="b" l="l" r="r" t="t"/>
              <a:pathLst>
                <a:path extrusionOk="0" h="3294" w="899">
                  <a:moveTo>
                    <a:pt x="449" y="0"/>
                  </a:moveTo>
                  <a:lnTo>
                    <a:pt x="300" y="150"/>
                  </a:lnTo>
                  <a:lnTo>
                    <a:pt x="0" y="1647"/>
                  </a:lnTo>
                  <a:lnTo>
                    <a:pt x="0" y="2395"/>
                  </a:lnTo>
                  <a:lnTo>
                    <a:pt x="150" y="3143"/>
                  </a:lnTo>
                  <a:lnTo>
                    <a:pt x="300" y="3293"/>
                  </a:lnTo>
                  <a:lnTo>
                    <a:pt x="599" y="3293"/>
                  </a:lnTo>
                  <a:lnTo>
                    <a:pt x="749" y="3143"/>
                  </a:lnTo>
                  <a:lnTo>
                    <a:pt x="898" y="2395"/>
                  </a:lnTo>
                  <a:lnTo>
                    <a:pt x="749" y="1647"/>
                  </a:lnTo>
                  <a:lnTo>
                    <a:pt x="599" y="150"/>
                  </a:lnTo>
                  <a:lnTo>
                    <a:pt x="4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3" name="Google Shape;2213;p58"/>
            <p:cNvSpPr/>
            <p:nvPr/>
          </p:nvSpPr>
          <p:spPr>
            <a:xfrm>
              <a:off x="5862450" y="2793875"/>
              <a:ext cx="22475" cy="67375"/>
            </a:xfrm>
            <a:custGeom>
              <a:rect b="b" l="l" r="r" t="t"/>
              <a:pathLst>
                <a:path extrusionOk="0" h="2695" w="899">
                  <a:moveTo>
                    <a:pt x="300" y="0"/>
                  </a:moveTo>
                  <a:lnTo>
                    <a:pt x="150" y="599"/>
                  </a:lnTo>
                  <a:lnTo>
                    <a:pt x="1" y="1348"/>
                  </a:lnTo>
                  <a:lnTo>
                    <a:pt x="150" y="1946"/>
                  </a:lnTo>
                  <a:lnTo>
                    <a:pt x="300" y="2545"/>
                  </a:lnTo>
                  <a:lnTo>
                    <a:pt x="300" y="2695"/>
                  </a:lnTo>
                  <a:lnTo>
                    <a:pt x="599" y="2695"/>
                  </a:lnTo>
                  <a:lnTo>
                    <a:pt x="749" y="2545"/>
                  </a:lnTo>
                  <a:lnTo>
                    <a:pt x="899" y="1946"/>
                  </a:lnTo>
                  <a:lnTo>
                    <a:pt x="899" y="1348"/>
                  </a:lnTo>
                  <a:lnTo>
                    <a:pt x="899" y="599"/>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4" name="Google Shape;2214;p58"/>
            <p:cNvSpPr/>
            <p:nvPr/>
          </p:nvSpPr>
          <p:spPr>
            <a:xfrm>
              <a:off x="5944775" y="2808850"/>
              <a:ext cx="22475" cy="67375"/>
            </a:xfrm>
            <a:custGeom>
              <a:rect b="b" l="l" r="r" t="t"/>
              <a:pathLst>
                <a:path extrusionOk="0" h="2695" w="899">
                  <a:moveTo>
                    <a:pt x="300" y="0"/>
                  </a:moveTo>
                  <a:lnTo>
                    <a:pt x="150" y="599"/>
                  </a:lnTo>
                  <a:lnTo>
                    <a:pt x="1" y="1347"/>
                  </a:lnTo>
                  <a:lnTo>
                    <a:pt x="1" y="2096"/>
                  </a:lnTo>
                  <a:lnTo>
                    <a:pt x="150" y="2395"/>
                  </a:lnTo>
                  <a:lnTo>
                    <a:pt x="300" y="2545"/>
                  </a:lnTo>
                  <a:lnTo>
                    <a:pt x="450" y="2694"/>
                  </a:lnTo>
                  <a:lnTo>
                    <a:pt x="599" y="2545"/>
                  </a:lnTo>
                  <a:lnTo>
                    <a:pt x="749" y="2395"/>
                  </a:lnTo>
                  <a:lnTo>
                    <a:pt x="899" y="2096"/>
                  </a:lnTo>
                  <a:lnTo>
                    <a:pt x="899" y="1347"/>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5" name="Google Shape;2215;p58"/>
            <p:cNvSpPr/>
            <p:nvPr/>
          </p:nvSpPr>
          <p:spPr>
            <a:xfrm>
              <a:off x="6027100" y="2812575"/>
              <a:ext cx="18725" cy="59900"/>
            </a:xfrm>
            <a:custGeom>
              <a:rect b="b" l="l" r="r" t="t"/>
              <a:pathLst>
                <a:path extrusionOk="0" h="2396" w="749">
                  <a:moveTo>
                    <a:pt x="300" y="1"/>
                  </a:moveTo>
                  <a:lnTo>
                    <a:pt x="150" y="151"/>
                  </a:lnTo>
                  <a:lnTo>
                    <a:pt x="0" y="1198"/>
                  </a:lnTo>
                  <a:lnTo>
                    <a:pt x="150" y="2246"/>
                  </a:lnTo>
                  <a:lnTo>
                    <a:pt x="150" y="2396"/>
                  </a:lnTo>
                  <a:lnTo>
                    <a:pt x="449" y="2396"/>
                  </a:lnTo>
                  <a:lnTo>
                    <a:pt x="599" y="224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2100" fill="hold"/>
                                        <p:tgtEl>
                                          <p:spTgt spid="2046"/>
                                        </p:tgtEl>
                                        <p:attrNameLst>
                                          <p:attrName>r</p:attrName>
                                        </p:attrNameLst>
                                      </p:cBhvr>
                                    </p:animRo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9" name="Shape 2219"/>
        <p:cNvGrpSpPr/>
        <p:nvPr/>
      </p:nvGrpSpPr>
      <p:grpSpPr>
        <a:xfrm>
          <a:off x="0" y="0"/>
          <a:ext cx="0" cy="0"/>
          <a:chOff x="0" y="0"/>
          <a:chExt cx="0" cy="0"/>
        </a:xfrm>
      </p:grpSpPr>
      <p:sp>
        <p:nvSpPr>
          <p:cNvPr id="2220" name="Google Shape;2220;p59"/>
          <p:cNvSpPr txBox="1"/>
          <p:nvPr>
            <p:ph type="title"/>
          </p:nvPr>
        </p:nvSpPr>
        <p:spPr>
          <a:xfrm>
            <a:off x="720000" y="455150"/>
            <a:ext cx="77040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400"/>
              <a:buNone/>
            </a:pPr>
            <a:r>
              <a:rPr lang="en"/>
              <a:t>Vergelyking</a:t>
            </a:r>
            <a:endParaRPr/>
          </a:p>
        </p:txBody>
      </p:sp>
      <p:sp>
        <p:nvSpPr>
          <p:cNvPr id="2221" name="Google Shape;2221;p59"/>
          <p:cNvSpPr txBox="1"/>
          <p:nvPr>
            <p:ph idx="1" type="body"/>
          </p:nvPr>
        </p:nvSpPr>
        <p:spPr>
          <a:xfrm>
            <a:off x="624007" y="3403371"/>
            <a:ext cx="4462200" cy="3119100"/>
          </a:xfrm>
          <a:prstGeom prst="rect">
            <a:avLst/>
          </a:prstGeom>
          <a:noFill/>
          <a:ln>
            <a:noFill/>
          </a:ln>
        </p:spPr>
        <p:txBody>
          <a:bodyPr anchorCtr="0" anchor="t" bIns="91425" lIns="91425" spcFirstLastPara="1" rIns="91425" wrap="square" tIns="91425">
            <a:noAutofit/>
          </a:bodyPr>
          <a:lstStyle/>
          <a:p>
            <a:pPr indent="-317500" lvl="0" marL="457200" rtl="0" algn="l">
              <a:lnSpc>
                <a:spcPct val="150000"/>
              </a:lnSpc>
              <a:spcBef>
                <a:spcPts val="0"/>
              </a:spcBef>
              <a:spcAft>
                <a:spcPts val="0"/>
              </a:spcAft>
              <a:buSzPts val="1400"/>
              <a:buChar char="●"/>
            </a:pPr>
            <a:r>
              <a:rPr lang="en"/>
              <a:t>Insertion Sort was die mees effektief op ons toetsdata</a:t>
            </a:r>
            <a:endParaRPr/>
          </a:p>
          <a:p>
            <a:pPr indent="-317500" lvl="0" marL="457200" rtl="0" algn="l">
              <a:lnSpc>
                <a:spcPct val="150000"/>
              </a:lnSpc>
              <a:spcBef>
                <a:spcPts val="0"/>
              </a:spcBef>
              <a:spcAft>
                <a:spcPts val="0"/>
              </a:spcAft>
              <a:buSzPts val="1400"/>
              <a:buChar char="●"/>
            </a:pPr>
            <a:r>
              <a:rPr lang="en"/>
              <a:t>Merge en Heap Sort behoort beter te wees vir groot datastelle</a:t>
            </a:r>
            <a:endParaRPr/>
          </a:p>
        </p:txBody>
      </p:sp>
      <p:grpSp>
        <p:nvGrpSpPr>
          <p:cNvPr id="2222" name="Google Shape;2222;p59"/>
          <p:cNvGrpSpPr/>
          <p:nvPr/>
        </p:nvGrpSpPr>
        <p:grpSpPr>
          <a:xfrm>
            <a:off x="5192772" y="3542516"/>
            <a:ext cx="2287695" cy="2289334"/>
            <a:chOff x="1192500" y="238125"/>
            <a:chExt cx="5235000" cy="5238750"/>
          </a:xfrm>
        </p:grpSpPr>
        <p:sp>
          <p:nvSpPr>
            <p:cNvPr id="2223" name="Google Shape;2223;p59"/>
            <p:cNvSpPr/>
            <p:nvPr/>
          </p:nvSpPr>
          <p:spPr>
            <a:xfrm>
              <a:off x="4141150" y="2266250"/>
              <a:ext cx="123500" cy="123525"/>
            </a:xfrm>
            <a:custGeom>
              <a:rect b="b" l="l" r="r" t="t"/>
              <a:pathLst>
                <a:path extrusionOk="0" h="4941" w="4940">
                  <a:moveTo>
                    <a:pt x="1" y="1"/>
                  </a:moveTo>
                  <a:lnTo>
                    <a:pt x="1" y="150"/>
                  </a:lnTo>
                  <a:lnTo>
                    <a:pt x="1048" y="1348"/>
                  </a:lnTo>
                  <a:lnTo>
                    <a:pt x="2246" y="2545"/>
                  </a:lnTo>
                  <a:lnTo>
                    <a:pt x="4790" y="4940"/>
                  </a:lnTo>
                  <a:lnTo>
                    <a:pt x="4940" y="4940"/>
                  </a:lnTo>
                  <a:lnTo>
                    <a:pt x="4940" y="4791"/>
                  </a:lnTo>
                  <a:lnTo>
                    <a:pt x="2545" y="23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4" name="Google Shape;2224;p59"/>
            <p:cNvSpPr/>
            <p:nvPr/>
          </p:nvSpPr>
          <p:spPr>
            <a:xfrm>
              <a:off x="4189800" y="2221350"/>
              <a:ext cx="123500" cy="131000"/>
            </a:xfrm>
            <a:custGeom>
              <a:rect b="b" l="l" r="r" t="t"/>
              <a:pathLst>
                <a:path extrusionOk="0" h="5240" w="4940">
                  <a:moveTo>
                    <a:pt x="150" y="1"/>
                  </a:moveTo>
                  <a:lnTo>
                    <a:pt x="0" y="150"/>
                  </a:lnTo>
                  <a:lnTo>
                    <a:pt x="1048" y="1497"/>
                  </a:lnTo>
                  <a:lnTo>
                    <a:pt x="2246" y="2695"/>
                  </a:lnTo>
                  <a:lnTo>
                    <a:pt x="3443" y="3892"/>
                  </a:lnTo>
                  <a:lnTo>
                    <a:pt x="4790" y="5239"/>
                  </a:lnTo>
                  <a:lnTo>
                    <a:pt x="4940" y="5239"/>
                  </a:lnTo>
                  <a:lnTo>
                    <a:pt x="4940" y="5090"/>
                  </a:lnTo>
                  <a:lnTo>
                    <a:pt x="2545" y="2396"/>
                  </a:lnTo>
                  <a:lnTo>
                    <a:pt x="1347" y="1198"/>
                  </a:lnTo>
                  <a:lnTo>
                    <a:pt x="749" y="5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5" name="Google Shape;2225;p59"/>
            <p:cNvSpPr/>
            <p:nvPr/>
          </p:nvSpPr>
          <p:spPr>
            <a:xfrm>
              <a:off x="4242175" y="2187675"/>
              <a:ext cx="108550" cy="112275"/>
            </a:xfrm>
            <a:custGeom>
              <a:rect b="b" l="l" r="r" t="t"/>
              <a:pathLst>
                <a:path extrusionOk="0" h="4491" w="4342">
                  <a:moveTo>
                    <a:pt x="1" y="1"/>
                  </a:moveTo>
                  <a:lnTo>
                    <a:pt x="1" y="150"/>
                  </a:lnTo>
                  <a:lnTo>
                    <a:pt x="1947" y="2395"/>
                  </a:lnTo>
                  <a:lnTo>
                    <a:pt x="4042" y="4491"/>
                  </a:lnTo>
                  <a:lnTo>
                    <a:pt x="4342" y="4491"/>
                  </a:lnTo>
                  <a:lnTo>
                    <a:pt x="4342" y="4341"/>
                  </a:lnTo>
                  <a:lnTo>
                    <a:pt x="2246" y="20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6" name="Google Shape;2226;p59"/>
            <p:cNvSpPr/>
            <p:nvPr/>
          </p:nvSpPr>
          <p:spPr>
            <a:xfrm>
              <a:off x="4290825" y="2154000"/>
              <a:ext cx="131000" cy="131000"/>
            </a:xfrm>
            <a:custGeom>
              <a:rect b="b" l="l" r="r" t="t"/>
              <a:pathLst>
                <a:path extrusionOk="0" h="5240" w="5240">
                  <a:moveTo>
                    <a:pt x="1" y="0"/>
                  </a:moveTo>
                  <a:lnTo>
                    <a:pt x="1" y="150"/>
                  </a:lnTo>
                  <a:lnTo>
                    <a:pt x="1198" y="1348"/>
                  </a:lnTo>
                  <a:lnTo>
                    <a:pt x="2396" y="2695"/>
                  </a:lnTo>
                  <a:lnTo>
                    <a:pt x="3743" y="4042"/>
                  </a:lnTo>
                  <a:lnTo>
                    <a:pt x="5090" y="5239"/>
                  </a:lnTo>
                  <a:lnTo>
                    <a:pt x="5239" y="5239"/>
                  </a:lnTo>
                  <a:lnTo>
                    <a:pt x="5239" y="5090"/>
                  </a:lnTo>
                  <a:lnTo>
                    <a:pt x="4042" y="3742"/>
                  </a:lnTo>
                  <a:lnTo>
                    <a:pt x="2695" y="2395"/>
                  </a:lnTo>
                  <a:lnTo>
                    <a:pt x="149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7" name="Google Shape;2227;p59"/>
            <p:cNvSpPr/>
            <p:nvPr/>
          </p:nvSpPr>
          <p:spPr>
            <a:xfrm>
              <a:off x="4339475" y="2112825"/>
              <a:ext cx="104800" cy="104800"/>
            </a:xfrm>
            <a:custGeom>
              <a:rect b="b" l="l" r="r" t="t"/>
              <a:pathLst>
                <a:path extrusionOk="0" h="4192" w="4192">
                  <a:moveTo>
                    <a:pt x="0" y="1"/>
                  </a:moveTo>
                  <a:lnTo>
                    <a:pt x="0" y="151"/>
                  </a:lnTo>
                  <a:lnTo>
                    <a:pt x="899" y="1198"/>
                  </a:lnTo>
                  <a:lnTo>
                    <a:pt x="1946" y="2246"/>
                  </a:lnTo>
                  <a:lnTo>
                    <a:pt x="4042" y="4192"/>
                  </a:lnTo>
                  <a:lnTo>
                    <a:pt x="4191" y="4192"/>
                  </a:lnTo>
                  <a:lnTo>
                    <a:pt x="4191" y="4042"/>
                  </a:lnTo>
                  <a:lnTo>
                    <a:pt x="2246" y="1947"/>
                  </a:lnTo>
                  <a:lnTo>
                    <a:pt x="1198" y="10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8" name="Google Shape;2228;p59"/>
            <p:cNvSpPr/>
            <p:nvPr/>
          </p:nvSpPr>
          <p:spPr>
            <a:xfrm>
              <a:off x="4436775" y="2041750"/>
              <a:ext cx="89825" cy="86075"/>
            </a:xfrm>
            <a:custGeom>
              <a:rect b="b" l="l" r="r" t="t"/>
              <a:pathLst>
                <a:path extrusionOk="0" h="3443" w="3593">
                  <a:moveTo>
                    <a:pt x="0" y="0"/>
                  </a:moveTo>
                  <a:lnTo>
                    <a:pt x="1647" y="1796"/>
                  </a:lnTo>
                  <a:lnTo>
                    <a:pt x="3443" y="3443"/>
                  </a:lnTo>
                  <a:lnTo>
                    <a:pt x="3592" y="3443"/>
                  </a:lnTo>
                  <a:lnTo>
                    <a:pt x="3592" y="3293"/>
                  </a:lnTo>
                  <a:lnTo>
                    <a:pt x="2844" y="2395"/>
                  </a:lnTo>
                  <a:lnTo>
                    <a:pt x="1946"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9" name="Google Shape;2229;p59"/>
            <p:cNvSpPr/>
            <p:nvPr/>
          </p:nvSpPr>
          <p:spPr>
            <a:xfrm>
              <a:off x="4388125" y="2079150"/>
              <a:ext cx="93575" cy="89850"/>
            </a:xfrm>
            <a:custGeom>
              <a:rect b="b" l="l" r="r" t="t"/>
              <a:pathLst>
                <a:path extrusionOk="0" h="3594" w="3743">
                  <a:moveTo>
                    <a:pt x="0" y="1"/>
                  </a:moveTo>
                  <a:lnTo>
                    <a:pt x="1647" y="1947"/>
                  </a:lnTo>
                  <a:lnTo>
                    <a:pt x="3443" y="3593"/>
                  </a:lnTo>
                  <a:lnTo>
                    <a:pt x="3742" y="3593"/>
                  </a:lnTo>
                  <a:lnTo>
                    <a:pt x="3742" y="3443"/>
                  </a:lnTo>
                  <a:lnTo>
                    <a:pt x="1946" y="16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0" name="Google Shape;2230;p59"/>
            <p:cNvSpPr/>
            <p:nvPr/>
          </p:nvSpPr>
          <p:spPr>
            <a:xfrm>
              <a:off x="4485400" y="2000575"/>
              <a:ext cx="82350" cy="78600"/>
            </a:xfrm>
            <a:custGeom>
              <a:rect b="b" l="l" r="r" t="t"/>
              <a:pathLst>
                <a:path extrusionOk="0" h="3144" w="3294">
                  <a:moveTo>
                    <a:pt x="1" y="1"/>
                  </a:moveTo>
                  <a:lnTo>
                    <a:pt x="1" y="150"/>
                  </a:lnTo>
                  <a:lnTo>
                    <a:pt x="1498" y="1797"/>
                  </a:lnTo>
                  <a:lnTo>
                    <a:pt x="2246" y="2545"/>
                  </a:lnTo>
                  <a:lnTo>
                    <a:pt x="3144" y="3144"/>
                  </a:lnTo>
                  <a:lnTo>
                    <a:pt x="3294" y="3144"/>
                  </a:lnTo>
                  <a:lnTo>
                    <a:pt x="3294" y="2994"/>
                  </a:lnTo>
                  <a:lnTo>
                    <a:pt x="2545" y="2246"/>
                  </a:lnTo>
                  <a:lnTo>
                    <a:pt x="1797" y="1497"/>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1" name="Google Shape;2231;p59"/>
            <p:cNvSpPr/>
            <p:nvPr/>
          </p:nvSpPr>
          <p:spPr>
            <a:xfrm>
              <a:off x="4537800" y="1966900"/>
              <a:ext cx="71125" cy="67375"/>
            </a:xfrm>
            <a:custGeom>
              <a:rect b="b" l="l" r="r" t="t"/>
              <a:pathLst>
                <a:path extrusionOk="0" h="2695" w="2845">
                  <a:moveTo>
                    <a:pt x="0" y="1"/>
                  </a:moveTo>
                  <a:lnTo>
                    <a:pt x="0" y="150"/>
                  </a:lnTo>
                  <a:lnTo>
                    <a:pt x="1198" y="1497"/>
                  </a:lnTo>
                  <a:lnTo>
                    <a:pt x="2695" y="2695"/>
                  </a:lnTo>
                  <a:lnTo>
                    <a:pt x="2844" y="2695"/>
                  </a:lnTo>
                  <a:lnTo>
                    <a:pt x="2844" y="2545"/>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2" name="Google Shape;2232;p59"/>
            <p:cNvSpPr/>
            <p:nvPr/>
          </p:nvSpPr>
          <p:spPr>
            <a:xfrm>
              <a:off x="4586450" y="1925750"/>
              <a:ext cx="74850" cy="74850"/>
            </a:xfrm>
            <a:custGeom>
              <a:rect b="b" l="l" r="r" t="t"/>
              <a:pathLst>
                <a:path extrusionOk="0" h="2994" w="2994">
                  <a:moveTo>
                    <a:pt x="0" y="0"/>
                  </a:moveTo>
                  <a:lnTo>
                    <a:pt x="0" y="150"/>
                  </a:lnTo>
                  <a:lnTo>
                    <a:pt x="1347" y="1796"/>
                  </a:lnTo>
                  <a:lnTo>
                    <a:pt x="2096" y="2395"/>
                  </a:lnTo>
                  <a:lnTo>
                    <a:pt x="2994" y="2994"/>
                  </a:lnTo>
                  <a:lnTo>
                    <a:pt x="2994" y="2994"/>
                  </a:lnTo>
                  <a:lnTo>
                    <a:pt x="2395" y="2096"/>
                  </a:lnTo>
                  <a:lnTo>
                    <a:pt x="1647"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3" name="Google Shape;2233;p59"/>
            <p:cNvSpPr/>
            <p:nvPr/>
          </p:nvSpPr>
          <p:spPr>
            <a:xfrm>
              <a:off x="4635100" y="1888325"/>
              <a:ext cx="74850" cy="71125"/>
            </a:xfrm>
            <a:custGeom>
              <a:rect b="b" l="l" r="r" t="t"/>
              <a:pathLst>
                <a:path extrusionOk="0" h="2845" w="2994">
                  <a:moveTo>
                    <a:pt x="150" y="0"/>
                  </a:moveTo>
                  <a:lnTo>
                    <a:pt x="150" y="150"/>
                  </a:lnTo>
                  <a:lnTo>
                    <a:pt x="0" y="150"/>
                  </a:lnTo>
                  <a:lnTo>
                    <a:pt x="1347" y="1647"/>
                  </a:lnTo>
                  <a:lnTo>
                    <a:pt x="2096" y="2245"/>
                  </a:lnTo>
                  <a:lnTo>
                    <a:pt x="2844" y="2844"/>
                  </a:lnTo>
                  <a:lnTo>
                    <a:pt x="2994" y="2844"/>
                  </a:lnTo>
                  <a:lnTo>
                    <a:pt x="2395" y="1946"/>
                  </a:lnTo>
                  <a:lnTo>
                    <a:pt x="1647" y="13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4" name="Google Shape;2234;p59"/>
            <p:cNvSpPr/>
            <p:nvPr/>
          </p:nvSpPr>
          <p:spPr>
            <a:xfrm>
              <a:off x="4683725" y="1847150"/>
              <a:ext cx="71125" cy="71125"/>
            </a:xfrm>
            <a:custGeom>
              <a:rect b="b" l="l" r="r" t="t"/>
              <a:pathLst>
                <a:path extrusionOk="0" h="2845" w="2845">
                  <a:moveTo>
                    <a:pt x="1" y="1"/>
                  </a:moveTo>
                  <a:lnTo>
                    <a:pt x="1" y="150"/>
                  </a:lnTo>
                  <a:lnTo>
                    <a:pt x="1348" y="1647"/>
                  </a:lnTo>
                  <a:lnTo>
                    <a:pt x="1947" y="2246"/>
                  </a:lnTo>
                  <a:lnTo>
                    <a:pt x="2695" y="2845"/>
                  </a:lnTo>
                  <a:lnTo>
                    <a:pt x="2845" y="2845"/>
                  </a:lnTo>
                  <a:lnTo>
                    <a:pt x="2845" y="2695"/>
                  </a:lnTo>
                  <a:lnTo>
                    <a:pt x="2246" y="1947"/>
                  </a:lnTo>
                  <a:lnTo>
                    <a:pt x="1647" y="1348"/>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5" name="Google Shape;2235;p59"/>
            <p:cNvSpPr/>
            <p:nvPr/>
          </p:nvSpPr>
          <p:spPr>
            <a:xfrm>
              <a:off x="4736125" y="1813475"/>
              <a:ext cx="71125" cy="71125"/>
            </a:xfrm>
            <a:custGeom>
              <a:rect b="b" l="l" r="r" t="t"/>
              <a:pathLst>
                <a:path extrusionOk="0" h="2845" w="2845">
                  <a:moveTo>
                    <a:pt x="0" y="1"/>
                  </a:moveTo>
                  <a:lnTo>
                    <a:pt x="1348" y="1497"/>
                  </a:lnTo>
                  <a:lnTo>
                    <a:pt x="1946" y="2246"/>
                  </a:lnTo>
                  <a:lnTo>
                    <a:pt x="2695" y="2845"/>
                  </a:lnTo>
                  <a:lnTo>
                    <a:pt x="2844" y="2845"/>
                  </a:lnTo>
                  <a:lnTo>
                    <a:pt x="2844" y="2695"/>
                  </a:lnTo>
                  <a:lnTo>
                    <a:pt x="2246" y="1947"/>
                  </a:lnTo>
                  <a:lnTo>
                    <a:pt x="1647" y="134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6" name="Google Shape;2236;p59"/>
            <p:cNvSpPr/>
            <p:nvPr/>
          </p:nvSpPr>
          <p:spPr>
            <a:xfrm>
              <a:off x="4784775" y="1776050"/>
              <a:ext cx="56150" cy="56175"/>
            </a:xfrm>
            <a:custGeom>
              <a:rect b="b" l="l" r="r" t="t"/>
              <a:pathLst>
                <a:path extrusionOk="0" h="2247" w="2246">
                  <a:moveTo>
                    <a:pt x="0" y="1"/>
                  </a:moveTo>
                  <a:lnTo>
                    <a:pt x="898" y="1198"/>
                  </a:lnTo>
                  <a:lnTo>
                    <a:pt x="1497" y="1797"/>
                  </a:lnTo>
                  <a:lnTo>
                    <a:pt x="2096" y="2246"/>
                  </a:lnTo>
                  <a:lnTo>
                    <a:pt x="2245" y="2246"/>
                  </a:lnTo>
                  <a:lnTo>
                    <a:pt x="2245" y="2096"/>
                  </a:lnTo>
                  <a:lnTo>
                    <a:pt x="1796" y="1498"/>
                  </a:lnTo>
                  <a:lnTo>
                    <a:pt x="1198" y="8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7" name="Google Shape;2237;p59"/>
            <p:cNvSpPr/>
            <p:nvPr/>
          </p:nvSpPr>
          <p:spPr>
            <a:xfrm>
              <a:off x="4833425" y="1738650"/>
              <a:ext cx="41175" cy="41175"/>
            </a:xfrm>
            <a:custGeom>
              <a:rect b="b" l="l" r="r" t="t"/>
              <a:pathLst>
                <a:path extrusionOk="0" h="1647" w="1647">
                  <a:moveTo>
                    <a:pt x="0" y="0"/>
                  </a:moveTo>
                  <a:lnTo>
                    <a:pt x="748" y="898"/>
                  </a:lnTo>
                  <a:lnTo>
                    <a:pt x="1497" y="1647"/>
                  </a:lnTo>
                  <a:lnTo>
                    <a:pt x="1646" y="1647"/>
                  </a:lnTo>
                  <a:lnTo>
                    <a:pt x="1646" y="149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8" name="Google Shape;2238;p59"/>
            <p:cNvSpPr/>
            <p:nvPr/>
          </p:nvSpPr>
          <p:spPr>
            <a:xfrm>
              <a:off x="4882050" y="1697475"/>
              <a:ext cx="33700" cy="33700"/>
            </a:xfrm>
            <a:custGeom>
              <a:rect b="b" l="l" r="r" t="t"/>
              <a:pathLst>
                <a:path extrusionOk="0" h="1348" w="1348">
                  <a:moveTo>
                    <a:pt x="1" y="1"/>
                  </a:moveTo>
                  <a:lnTo>
                    <a:pt x="450" y="749"/>
                  </a:lnTo>
                  <a:lnTo>
                    <a:pt x="1198" y="1348"/>
                  </a:lnTo>
                  <a:lnTo>
                    <a:pt x="1348" y="1348"/>
                  </a:lnTo>
                  <a:lnTo>
                    <a:pt x="1348" y="1198"/>
                  </a:lnTo>
                  <a:lnTo>
                    <a:pt x="749" y="45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9" name="Google Shape;2239;p59"/>
            <p:cNvSpPr/>
            <p:nvPr/>
          </p:nvSpPr>
          <p:spPr>
            <a:xfrm>
              <a:off x="4930700" y="1660050"/>
              <a:ext cx="37450" cy="33700"/>
            </a:xfrm>
            <a:custGeom>
              <a:rect b="b" l="l" r="r" t="t"/>
              <a:pathLst>
                <a:path extrusionOk="0" h="1348" w="1498">
                  <a:moveTo>
                    <a:pt x="1" y="1"/>
                  </a:moveTo>
                  <a:lnTo>
                    <a:pt x="1" y="151"/>
                  </a:lnTo>
                  <a:lnTo>
                    <a:pt x="599" y="899"/>
                  </a:lnTo>
                  <a:lnTo>
                    <a:pt x="899" y="1198"/>
                  </a:lnTo>
                  <a:lnTo>
                    <a:pt x="1348" y="1348"/>
                  </a:lnTo>
                  <a:lnTo>
                    <a:pt x="1497" y="1348"/>
                  </a:lnTo>
                  <a:lnTo>
                    <a:pt x="1497" y="1198"/>
                  </a:lnTo>
                  <a:lnTo>
                    <a:pt x="1198" y="899"/>
                  </a:lnTo>
                  <a:lnTo>
                    <a:pt x="899"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0" name="Google Shape;2240;p59"/>
            <p:cNvSpPr/>
            <p:nvPr/>
          </p:nvSpPr>
          <p:spPr>
            <a:xfrm>
              <a:off x="4979350" y="1618900"/>
              <a:ext cx="29950" cy="29950"/>
            </a:xfrm>
            <a:custGeom>
              <a:rect b="b" l="l" r="r" t="t"/>
              <a:pathLst>
                <a:path extrusionOk="0" h="1198" w="1198">
                  <a:moveTo>
                    <a:pt x="0" y="0"/>
                  </a:moveTo>
                  <a:lnTo>
                    <a:pt x="0" y="150"/>
                  </a:lnTo>
                  <a:lnTo>
                    <a:pt x="450" y="749"/>
                  </a:lnTo>
                  <a:lnTo>
                    <a:pt x="1048" y="1198"/>
                  </a:lnTo>
                  <a:lnTo>
                    <a:pt x="1198" y="1198"/>
                  </a:lnTo>
                  <a:lnTo>
                    <a:pt x="1198" y="1048"/>
                  </a:lnTo>
                  <a:lnTo>
                    <a:pt x="599" y="449"/>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1" name="Google Shape;2241;p59"/>
            <p:cNvSpPr/>
            <p:nvPr/>
          </p:nvSpPr>
          <p:spPr>
            <a:xfrm>
              <a:off x="3228125" y="2386000"/>
              <a:ext cx="123500" cy="127250"/>
            </a:xfrm>
            <a:custGeom>
              <a:rect b="b" l="l" r="r" t="t"/>
              <a:pathLst>
                <a:path extrusionOk="0" h="5090" w="4940">
                  <a:moveTo>
                    <a:pt x="4790" y="1"/>
                  </a:moveTo>
                  <a:lnTo>
                    <a:pt x="2395" y="2395"/>
                  </a:lnTo>
                  <a:lnTo>
                    <a:pt x="0" y="4940"/>
                  </a:lnTo>
                  <a:lnTo>
                    <a:pt x="0" y="5090"/>
                  </a:lnTo>
                  <a:lnTo>
                    <a:pt x="150" y="5090"/>
                  </a:lnTo>
                  <a:lnTo>
                    <a:pt x="1347" y="3892"/>
                  </a:lnTo>
                  <a:lnTo>
                    <a:pt x="2545" y="2695"/>
                  </a:lnTo>
                  <a:lnTo>
                    <a:pt x="4939" y="150"/>
                  </a:lnTo>
                  <a:lnTo>
                    <a:pt x="49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2" name="Google Shape;2242;p59"/>
            <p:cNvSpPr/>
            <p:nvPr/>
          </p:nvSpPr>
          <p:spPr>
            <a:xfrm>
              <a:off x="3183200" y="2337350"/>
              <a:ext cx="131000" cy="123525"/>
            </a:xfrm>
            <a:custGeom>
              <a:rect b="b" l="l" r="r" t="t"/>
              <a:pathLst>
                <a:path extrusionOk="0" h="4941" w="5240">
                  <a:moveTo>
                    <a:pt x="5090" y="1"/>
                  </a:moveTo>
                  <a:lnTo>
                    <a:pt x="2396" y="2545"/>
                  </a:lnTo>
                  <a:lnTo>
                    <a:pt x="1198" y="3593"/>
                  </a:lnTo>
                  <a:lnTo>
                    <a:pt x="600" y="4192"/>
                  </a:lnTo>
                  <a:lnTo>
                    <a:pt x="1" y="4940"/>
                  </a:lnTo>
                  <a:lnTo>
                    <a:pt x="151" y="4940"/>
                  </a:lnTo>
                  <a:lnTo>
                    <a:pt x="1498" y="3892"/>
                  </a:lnTo>
                  <a:lnTo>
                    <a:pt x="2695" y="2845"/>
                  </a:lnTo>
                  <a:lnTo>
                    <a:pt x="3893" y="1497"/>
                  </a:lnTo>
                  <a:lnTo>
                    <a:pt x="5240" y="150"/>
                  </a:lnTo>
                  <a:lnTo>
                    <a:pt x="52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3" name="Google Shape;2243;p59"/>
            <p:cNvSpPr/>
            <p:nvPr/>
          </p:nvSpPr>
          <p:spPr>
            <a:xfrm>
              <a:off x="3149525" y="2303675"/>
              <a:ext cx="112300" cy="108550"/>
            </a:xfrm>
            <a:custGeom>
              <a:rect b="b" l="l" r="r" t="t"/>
              <a:pathLst>
                <a:path extrusionOk="0" h="4342" w="4492">
                  <a:moveTo>
                    <a:pt x="4341" y="1"/>
                  </a:moveTo>
                  <a:lnTo>
                    <a:pt x="2096" y="1946"/>
                  </a:lnTo>
                  <a:lnTo>
                    <a:pt x="1" y="4192"/>
                  </a:lnTo>
                  <a:lnTo>
                    <a:pt x="1" y="4341"/>
                  </a:lnTo>
                  <a:lnTo>
                    <a:pt x="150" y="4341"/>
                  </a:lnTo>
                  <a:lnTo>
                    <a:pt x="2396" y="2246"/>
                  </a:lnTo>
                  <a:lnTo>
                    <a:pt x="4491" y="150"/>
                  </a:lnTo>
                  <a:lnTo>
                    <a:pt x="44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4" name="Google Shape;2244;p59"/>
            <p:cNvSpPr/>
            <p:nvPr/>
          </p:nvSpPr>
          <p:spPr>
            <a:xfrm>
              <a:off x="3115850" y="2228850"/>
              <a:ext cx="131000" cy="130975"/>
            </a:xfrm>
            <a:custGeom>
              <a:rect b="b" l="l" r="r" t="t"/>
              <a:pathLst>
                <a:path extrusionOk="0" h="5239" w="5240">
                  <a:moveTo>
                    <a:pt x="5090" y="0"/>
                  </a:moveTo>
                  <a:lnTo>
                    <a:pt x="3743" y="1197"/>
                  </a:lnTo>
                  <a:lnTo>
                    <a:pt x="2396" y="2545"/>
                  </a:lnTo>
                  <a:lnTo>
                    <a:pt x="1198" y="3892"/>
                  </a:lnTo>
                  <a:lnTo>
                    <a:pt x="1" y="5089"/>
                  </a:lnTo>
                  <a:lnTo>
                    <a:pt x="1" y="5239"/>
                  </a:lnTo>
                  <a:lnTo>
                    <a:pt x="150" y="5239"/>
                  </a:lnTo>
                  <a:lnTo>
                    <a:pt x="1497" y="4041"/>
                  </a:lnTo>
                  <a:lnTo>
                    <a:pt x="2695" y="2844"/>
                  </a:lnTo>
                  <a:lnTo>
                    <a:pt x="4042" y="1497"/>
                  </a:lnTo>
                  <a:lnTo>
                    <a:pt x="5239" y="150"/>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5" name="Google Shape;2245;p59"/>
            <p:cNvSpPr/>
            <p:nvPr/>
          </p:nvSpPr>
          <p:spPr>
            <a:xfrm>
              <a:off x="3074700" y="2210125"/>
              <a:ext cx="104800" cy="101050"/>
            </a:xfrm>
            <a:custGeom>
              <a:rect b="b" l="l" r="r" t="t"/>
              <a:pathLst>
                <a:path extrusionOk="0" h="4042" w="4192">
                  <a:moveTo>
                    <a:pt x="4042" y="1"/>
                  </a:moveTo>
                  <a:lnTo>
                    <a:pt x="1946" y="1797"/>
                  </a:lnTo>
                  <a:lnTo>
                    <a:pt x="1048" y="2845"/>
                  </a:lnTo>
                  <a:lnTo>
                    <a:pt x="0" y="4042"/>
                  </a:lnTo>
                  <a:lnTo>
                    <a:pt x="150" y="4042"/>
                  </a:lnTo>
                  <a:lnTo>
                    <a:pt x="1198" y="3144"/>
                  </a:lnTo>
                  <a:lnTo>
                    <a:pt x="2245" y="2096"/>
                  </a:lnTo>
                  <a:lnTo>
                    <a:pt x="4191" y="150"/>
                  </a:lnTo>
                  <a:lnTo>
                    <a:pt x="41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6" name="Google Shape;2246;p59"/>
            <p:cNvSpPr/>
            <p:nvPr/>
          </p:nvSpPr>
          <p:spPr>
            <a:xfrm>
              <a:off x="3003600" y="2127800"/>
              <a:ext cx="86075" cy="86100"/>
            </a:xfrm>
            <a:custGeom>
              <a:rect b="b" l="l" r="r" t="t"/>
              <a:pathLst>
                <a:path extrusionOk="0" h="3444" w="3443">
                  <a:moveTo>
                    <a:pt x="3293" y="1"/>
                  </a:moveTo>
                  <a:lnTo>
                    <a:pt x="2395" y="749"/>
                  </a:lnTo>
                  <a:lnTo>
                    <a:pt x="1497" y="1497"/>
                  </a:lnTo>
                  <a:lnTo>
                    <a:pt x="0" y="3294"/>
                  </a:lnTo>
                  <a:lnTo>
                    <a:pt x="0" y="3443"/>
                  </a:lnTo>
                  <a:lnTo>
                    <a:pt x="1796"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7" name="Google Shape;2247;p59"/>
            <p:cNvSpPr/>
            <p:nvPr/>
          </p:nvSpPr>
          <p:spPr>
            <a:xfrm>
              <a:off x="3041025" y="2172700"/>
              <a:ext cx="89825" cy="89850"/>
            </a:xfrm>
            <a:custGeom>
              <a:rect b="b" l="l" r="r" t="t"/>
              <a:pathLst>
                <a:path extrusionOk="0" h="3594" w="3593">
                  <a:moveTo>
                    <a:pt x="3443" y="1"/>
                  </a:moveTo>
                  <a:lnTo>
                    <a:pt x="1647" y="1647"/>
                  </a:lnTo>
                  <a:lnTo>
                    <a:pt x="0" y="3443"/>
                  </a:lnTo>
                  <a:lnTo>
                    <a:pt x="0" y="3593"/>
                  </a:lnTo>
                  <a:lnTo>
                    <a:pt x="1946" y="1947"/>
                  </a:lnTo>
                  <a:lnTo>
                    <a:pt x="3592" y="151"/>
                  </a:lnTo>
                  <a:lnTo>
                    <a:pt x="35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8" name="Google Shape;2248;p59"/>
            <p:cNvSpPr/>
            <p:nvPr/>
          </p:nvSpPr>
          <p:spPr>
            <a:xfrm>
              <a:off x="2962425" y="2086650"/>
              <a:ext cx="78625" cy="78600"/>
            </a:xfrm>
            <a:custGeom>
              <a:rect b="b" l="l" r="r" t="t"/>
              <a:pathLst>
                <a:path extrusionOk="0" h="3144" w="3145">
                  <a:moveTo>
                    <a:pt x="2994" y="0"/>
                  </a:moveTo>
                  <a:lnTo>
                    <a:pt x="2246" y="599"/>
                  </a:lnTo>
                  <a:lnTo>
                    <a:pt x="1049" y="1796"/>
                  </a:lnTo>
                  <a:lnTo>
                    <a:pt x="1" y="2994"/>
                  </a:lnTo>
                  <a:lnTo>
                    <a:pt x="1" y="3143"/>
                  </a:lnTo>
                  <a:lnTo>
                    <a:pt x="151" y="3143"/>
                  </a:lnTo>
                  <a:lnTo>
                    <a:pt x="1797" y="1647"/>
                  </a:lnTo>
                  <a:lnTo>
                    <a:pt x="2545" y="898"/>
                  </a:lnTo>
                  <a:lnTo>
                    <a:pt x="3144" y="150"/>
                  </a:lnTo>
                  <a:lnTo>
                    <a:pt x="31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9" name="Google Shape;2249;p59"/>
            <p:cNvSpPr/>
            <p:nvPr/>
          </p:nvSpPr>
          <p:spPr>
            <a:xfrm>
              <a:off x="2928750" y="2041750"/>
              <a:ext cx="67375" cy="71100"/>
            </a:xfrm>
            <a:custGeom>
              <a:rect b="b" l="l" r="r" t="t"/>
              <a:pathLst>
                <a:path extrusionOk="0" h="2844" w="2695">
                  <a:moveTo>
                    <a:pt x="2545" y="0"/>
                  </a:moveTo>
                  <a:lnTo>
                    <a:pt x="1198" y="1347"/>
                  </a:lnTo>
                  <a:lnTo>
                    <a:pt x="1" y="2694"/>
                  </a:lnTo>
                  <a:lnTo>
                    <a:pt x="1" y="2844"/>
                  </a:lnTo>
                  <a:lnTo>
                    <a:pt x="150" y="2844"/>
                  </a:lnTo>
                  <a:lnTo>
                    <a:pt x="1498" y="1647"/>
                  </a:lnTo>
                  <a:lnTo>
                    <a:pt x="2695" y="150"/>
                  </a:lnTo>
                  <a:lnTo>
                    <a:pt x="269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0" name="Google Shape;2250;p59"/>
            <p:cNvSpPr/>
            <p:nvPr/>
          </p:nvSpPr>
          <p:spPr>
            <a:xfrm>
              <a:off x="2887600" y="1989350"/>
              <a:ext cx="74850" cy="74875"/>
            </a:xfrm>
            <a:custGeom>
              <a:rect b="b" l="l" r="r" t="t"/>
              <a:pathLst>
                <a:path extrusionOk="0" h="2995" w="2994">
                  <a:moveTo>
                    <a:pt x="2994" y="1"/>
                  </a:moveTo>
                  <a:lnTo>
                    <a:pt x="2096" y="599"/>
                  </a:lnTo>
                  <a:lnTo>
                    <a:pt x="1497" y="1348"/>
                  </a:lnTo>
                  <a:lnTo>
                    <a:pt x="0" y="2994"/>
                  </a:lnTo>
                  <a:lnTo>
                    <a:pt x="150" y="2994"/>
                  </a:lnTo>
                  <a:lnTo>
                    <a:pt x="1796" y="1647"/>
                  </a:lnTo>
                  <a:lnTo>
                    <a:pt x="2395" y="899"/>
                  </a:lnTo>
                  <a:lnTo>
                    <a:pt x="2994" y="150"/>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1" name="Google Shape;2251;p59"/>
            <p:cNvSpPr/>
            <p:nvPr/>
          </p:nvSpPr>
          <p:spPr>
            <a:xfrm>
              <a:off x="2853925" y="1944450"/>
              <a:ext cx="67375" cy="71125"/>
            </a:xfrm>
            <a:custGeom>
              <a:rect b="b" l="l" r="r" t="t"/>
              <a:pathLst>
                <a:path extrusionOk="0" h="2845" w="2695">
                  <a:moveTo>
                    <a:pt x="2694" y="0"/>
                  </a:moveTo>
                  <a:lnTo>
                    <a:pt x="1946" y="599"/>
                  </a:lnTo>
                  <a:lnTo>
                    <a:pt x="1198" y="1198"/>
                  </a:lnTo>
                  <a:lnTo>
                    <a:pt x="0" y="2695"/>
                  </a:lnTo>
                  <a:lnTo>
                    <a:pt x="0" y="2844"/>
                  </a:lnTo>
                  <a:lnTo>
                    <a:pt x="1497" y="1497"/>
                  </a:lnTo>
                  <a:lnTo>
                    <a:pt x="2245" y="749"/>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2" name="Google Shape;2252;p59"/>
            <p:cNvSpPr/>
            <p:nvPr/>
          </p:nvSpPr>
          <p:spPr>
            <a:xfrm>
              <a:off x="2809025" y="1899550"/>
              <a:ext cx="71100" cy="71125"/>
            </a:xfrm>
            <a:custGeom>
              <a:rect b="b" l="l" r="r" t="t"/>
              <a:pathLst>
                <a:path extrusionOk="0" h="2845" w="2844">
                  <a:moveTo>
                    <a:pt x="2694" y="0"/>
                  </a:moveTo>
                  <a:lnTo>
                    <a:pt x="1946" y="449"/>
                  </a:lnTo>
                  <a:lnTo>
                    <a:pt x="1347" y="1198"/>
                  </a:lnTo>
                  <a:lnTo>
                    <a:pt x="0" y="2695"/>
                  </a:lnTo>
                  <a:lnTo>
                    <a:pt x="0" y="2844"/>
                  </a:lnTo>
                  <a:lnTo>
                    <a:pt x="150" y="2844"/>
                  </a:lnTo>
                  <a:lnTo>
                    <a:pt x="1647" y="1497"/>
                  </a:lnTo>
                  <a:lnTo>
                    <a:pt x="2245" y="749"/>
                  </a:lnTo>
                  <a:lnTo>
                    <a:pt x="2844" y="150"/>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3" name="Google Shape;2253;p59"/>
            <p:cNvSpPr/>
            <p:nvPr/>
          </p:nvSpPr>
          <p:spPr>
            <a:xfrm>
              <a:off x="2775325" y="1847150"/>
              <a:ext cx="71125" cy="67375"/>
            </a:xfrm>
            <a:custGeom>
              <a:rect b="b" l="l" r="r" t="t"/>
              <a:pathLst>
                <a:path extrusionOk="0" h="2695" w="2845">
                  <a:moveTo>
                    <a:pt x="2695" y="1"/>
                  </a:moveTo>
                  <a:lnTo>
                    <a:pt x="1947" y="450"/>
                  </a:lnTo>
                  <a:lnTo>
                    <a:pt x="1348" y="1198"/>
                  </a:lnTo>
                  <a:lnTo>
                    <a:pt x="1" y="2695"/>
                  </a:lnTo>
                  <a:lnTo>
                    <a:pt x="151" y="2695"/>
                  </a:lnTo>
                  <a:lnTo>
                    <a:pt x="1647" y="1498"/>
                  </a:lnTo>
                  <a:lnTo>
                    <a:pt x="2246" y="749"/>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4" name="Google Shape;2254;p59"/>
            <p:cNvSpPr/>
            <p:nvPr/>
          </p:nvSpPr>
          <p:spPr>
            <a:xfrm>
              <a:off x="2737925" y="1809750"/>
              <a:ext cx="56150" cy="56150"/>
            </a:xfrm>
            <a:custGeom>
              <a:rect b="b" l="l" r="r" t="t"/>
              <a:pathLst>
                <a:path extrusionOk="0" h="2246" w="2246">
                  <a:moveTo>
                    <a:pt x="2096" y="0"/>
                  </a:moveTo>
                  <a:lnTo>
                    <a:pt x="1497" y="449"/>
                  </a:lnTo>
                  <a:lnTo>
                    <a:pt x="898" y="1048"/>
                  </a:lnTo>
                  <a:lnTo>
                    <a:pt x="0" y="2245"/>
                  </a:lnTo>
                  <a:lnTo>
                    <a:pt x="1198" y="1347"/>
                  </a:lnTo>
                  <a:lnTo>
                    <a:pt x="1796" y="748"/>
                  </a:lnTo>
                  <a:lnTo>
                    <a:pt x="2245" y="150"/>
                  </a:lnTo>
                  <a:lnTo>
                    <a:pt x="22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5" name="Google Shape;2255;p59"/>
            <p:cNvSpPr/>
            <p:nvPr/>
          </p:nvSpPr>
          <p:spPr>
            <a:xfrm>
              <a:off x="2700500" y="1776050"/>
              <a:ext cx="41175" cy="41200"/>
            </a:xfrm>
            <a:custGeom>
              <a:rect b="b" l="l" r="r" t="t"/>
              <a:pathLst>
                <a:path extrusionOk="0" h="1648" w="1647">
                  <a:moveTo>
                    <a:pt x="1497" y="1"/>
                  </a:moveTo>
                  <a:lnTo>
                    <a:pt x="599" y="749"/>
                  </a:lnTo>
                  <a:lnTo>
                    <a:pt x="0" y="1647"/>
                  </a:lnTo>
                  <a:lnTo>
                    <a:pt x="0" y="1647"/>
                  </a:lnTo>
                  <a:lnTo>
                    <a:pt x="898" y="1049"/>
                  </a:lnTo>
                  <a:lnTo>
                    <a:pt x="1647" y="151"/>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6" name="Google Shape;2256;p59"/>
            <p:cNvSpPr/>
            <p:nvPr/>
          </p:nvSpPr>
          <p:spPr>
            <a:xfrm>
              <a:off x="2659325" y="1734900"/>
              <a:ext cx="33725" cy="37450"/>
            </a:xfrm>
            <a:custGeom>
              <a:rect b="b" l="l" r="r" t="t"/>
              <a:pathLst>
                <a:path extrusionOk="0" h="1498" w="1349">
                  <a:moveTo>
                    <a:pt x="1198" y="0"/>
                  </a:moveTo>
                  <a:lnTo>
                    <a:pt x="450" y="599"/>
                  </a:lnTo>
                  <a:lnTo>
                    <a:pt x="1" y="1348"/>
                  </a:lnTo>
                  <a:lnTo>
                    <a:pt x="1" y="1497"/>
                  </a:lnTo>
                  <a:lnTo>
                    <a:pt x="151" y="1497"/>
                  </a:lnTo>
                  <a:lnTo>
                    <a:pt x="749" y="899"/>
                  </a:lnTo>
                  <a:lnTo>
                    <a:pt x="134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7" name="Google Shape;2257;p59"/>
            <p:cNvSpPr/>
            <p:nvPr/>
          </p:nvSpPr>
          <p:spPr>
            <a:xfrm>
              <a:off x="2621925" y="1686250"/>
              <a:ext cx="37425" cy="33700"/>
            </a:xfrm>
            <a:custGeom>
              <a:rect b="b" l="l" r="r" t="t"/>
              <a:pathLst>
                <a:path extrusionOk="0" h="1348" w="1497">
                  <a:moveTo>
                    <a:pt x="1347" y="1"/>
                  </a:moveTo>
                  <a:lnTo>
                    <a:pt x="898" y="150"/>
                  </a:lnTo>
                  <a:lnTo>
                    <a:pt x="599" y="450"/>
                  </a:lnTo>
                  <a:lnTo>
                    <a:pt x="0" y="1198"/>
                  </a:lnTo>
                  <a:lnTo>
                    <a:pt x="0" y="1348"/>
                  </a:lnTo>
                  <a:lnTo>
                    <a:pt x="150" y="1348"/>
                  </a:lnTo>
                  <a:lnTo>
                    <a:pt x="898" y="749"/>
                  </a:lnTo>
                  <a:lnTo>
                    <a:pt x="1198" y="450"/>
                  </a:lnTo>
                  <a:lnTo>
                    <a:pt x="14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8" name="Google Shape;2258;p59"/>
            <p:cNvSpPr/>
            <p:nvPr/>
          </p:nvSpPr>
          <p:spPr>
            <a:xfrm>
              <a:off x="2580750" y="1641350"/>
              <a:ext cx="29975" cy="33700"/>
            </a:xfrm>
            <a:custGeom>
              <a:rect b="b" l="l" r="r" t="t"/>
              <a:pathLst>
                <a:path extrusionOk="0" h="1348" w="1199">
                  <a:moveTo>
                    <a:pt x="1048" y="0"/>
                  </a:moveTo>
                  <a:lnTo>
                    <a:pt x="450" y="599"/>
                  </a:lnTo>
                  <a:lnTo>
                    <a:pt x="1" y="1198"/>
                  </a:lnTo>
                  <a:lnTo>
                    <a:pt x="1" y="1348"/>
                  </a:lnTo>
                  <a:lnTo>
                    <a:pt x="150" y="1348"/>
                  </a:lnTo>
                  <a:lnTo>
                    <a:pt x="749" y="749"/>
                  </a:lnTo>
                  <a:lnTo>
                    <a:pt x="119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9" name="Google Shape;2259;p59"/>
            <p:cNvSpPr/>
            <p:nvPr/>
          </p:nvSpPr>
          <p:spPr>
            <a:xfrm>
              <a:off x="4268375" y="3201750"/>
              <a:ext cx="123500" cy="127250"/>
            </a:xfrm>
            <a:custGeom>
              <a:rect b="b" l="l" r="r" t="t"/>
              <a:pathLst>
                <a:path extrusionOk="0" h="5090" w="4940">
                  <a:moveTo>
                    <a:pt x="4940" y="0"/>
                  </a:moveTo>
                  <a:lnTo>
                    <a:pt x="3593" y="1198"/>
                  </a:lnTo>
                  <a:lnTo>
                    <a:pt x="2395" y="2395"/>
                  </a:lnTo>
                  <a:lnTo>
                    <a:pt x="1" y="4940"/>
                  </a:lnTo>
                  <a:lnTo>
                    <a:pt x="1" y="5090"/>
                  </a:lnTo>
                  <a:lnTo>
                    <a:pt x="150" y="5090"/>
                  </a:lnTo>
                  <a:lnTo>
                    <a:pt x="2695" y="2695"/>
                  </a:lnTo>
                  <a:lnTo>
                    <a:pt x="4940" y="150"/>
                  </a:lnTo>
                  <a:lnTo>
                    <a:pt x="49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0" name="Google Shape;2260;p59"/>
            <p:cNvSpPr/>
            <p:nvPr/>
          </p:nvSpPr>
          <p:spPr>
            <a:xfrm>
              <a:off x="4309550" y="3250400"/>
              <a:ext cx="127250" cy="127250"/>
            </a:xfrm>
            <a:custGeom>
              <a:rect b="b" l="l" r="r" t="t"/>
              <a:pathLst>
                <a:path extrusionOk="0" h="5090" w="5090">
                  <a:moveTo>
                    <a:pt x="4939" y="0"/>
                  </a:moveTo>
                  <a:lnTo>
                    <a:pt x="3742" y="1048"/>
                  </a:lnTo>
                  <a:lnTo>
                    <a:pt x="2545" y="2245"/>
                  </a:lnTo>
                  <a:lnTo>
                    <a:pt x="1197" y="3593"/>
                  </a:lnTo>
                  <a:lnTo>
                    <a:pt x="0" y="4940"/>
                  </a:lnTo>
                  <a:lnTo>
                    <a:pt x="0" y="5089"/>
                  </a:lnTo>
                  <a:lnTo>
                    <a:pt x="150" y="5089"/>
                  </a:lnTo>
                  <a:lnTo>
                    <a:pt x="2844" y="2545"/>
                  </a:lnTo>
                  <a:lnTo>
                    <a:pt x="4041" y="1497"/>
                  </a:lnTo>
                  <a:lnTo>
                    <a:pt x="4640" y="898"/>
                  </a:lnTo>
                  <a:lnTo>
                    <a:pt x="5089" y="1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1" name="Google Shape;2261;p59"/>
            <p:cNvSpPr/>
            <p:nvPr/>
          </p:nvSpPr>
          <p:spPr>
            <a:xfrm>
              <a:off x="4361925" y="3302775"/>
              <a:ext cx="108550" cy="108550"/>
            </a:xfrm>
            <a:custGeom>
              <a:rect b="b" l="l" r="r" t="t"/>
              <a:pathLst>
                <a:path extrusionOk="0" h="4342" w="4342">
                  <a:moveTo>
                    <a:pt x="4341" y="1"/>
                  </a:moveTo>
                  <a:lnTo>
                    <a:pt x="2096" y="2096"/>
                  </a:lnTo>
                  <a:lnTo>
                    <a:pt x="1" y="4192"/>
                  </a:lnTo>
                  <a:lnTo>
                    <a:pt x="1" y="4341"/>
                  </a:lnTo>
                  <a:lnTo>
                    <a:pt x="150" y="4341"/>
                  </a:lnTo>
                  <a:lnTo>
                    <a:pt x="2246" y="2396"/>
                  </a:lnTo>
                  <a:lnTo>
                    <a:pt x="4341" y="150"/>
                  </a:lnTo>
                  <a:lnTo>
                    <a:pt x="434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2" name="Google Shape;2262;p59"/>
            <p:cNvSpPr/>
            <p:nvPr/>
          </p:nvSpPr>
          <p:spPr>
            <a:xfrm>
              <a:off x="4376900" y="3355175"/>
              <a:ext cx="131000" cy="127250"/>
            </a:xfrm>
            <a:custGeom>
              <a:rect b="b" l="l" r="r" t="t"/>
              <a:pathLst>
                <a:path extrusionOk="0" h="5090" w="5240">
                  <a:moveTo>
                    <a:pt x="5089" y="0"/>
                  </a:moveTo>
                  <a:lnTo>
                    <a:pt x="3742" y="1198"/>
                  </a:lnTo>
                  <a:lnTo>
                    <a:pt x="2395" y="2395"/>
                  </a:lnTo>
                  <a:lnTo>
                    <a:pt x="1198" y="3593"/>
                  </a:lnTo>
                  <a:lnTo>
                    <a:pt x="0" y="4940"/>
                  </a:lnTo>
                  <a:lnTo>
                    <a:pt x="0" y="5089"/>
                  </a:lnTo>
                  <a:lnTo>
                    <a:pt x="150" y="5089"/>
                  </a:lnTo>
                  <a:lnTo>
                    <a:pt x="1497" y="3892"/>
                  </a:lnTo>
                  <a:lnTo>
                    <a:pt x="2694" y="2694"/>
                  </a:lnTo>
                  <a:lnTo>
                    <a:pt x="4042" y="1347"/>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3" name="Google Shape;2263;p59"/>
            <p:cNvSpPr/>
            <p:nvPr/>
          </p:nvSpPr>
          <p:spPr>
            <a:xfrm>
              <a:off x="4440500" y="3403825"/>
              <a:ext cx="104800" cy="101050"/>
            </a:xfrm>
            <a:custGeom>
              <a:rect b="b" l="l" r="r" t="t"/>
              <a:pathLst>
                <a:path extrusionOk="0" h="4042" w="4192">
                  <a:moveTo>
                    <a:pt x="4042" y="0"/>
                  </a:moveTo>
                  <a:lnTo>
                    <a:pt x="2994" y="898"/>
                  </a:lnTo>
                  <a:lnTo>
                    <a:pt x="1947" y="1796"/>
                  </a:lnTo>
                  <a:lnTo>
                    <a:pt x="1" y="3892"/>
                  </a:lnTo>
                  <a:lnTo>
                    <a:pt x="1" y="4041"/>
                  </a:lnTo>
                  <a:lnTo>
                    <a:pt x="150" y="4041"/>
                  </a:lnTo>
                  <a:lnTo>
                    <a:pt x="2246" y="2096"/>
                  </a:lnTo>
                  <a:lnTo>
                    <a:pt x="3294" y="1048"/>
                  </a:lnTo>
                  <a:lnTo>
                    <a:pt x="41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4" name="Google Shape;2264;p59"/>
            <p:cNvSpPr/>
            <p:nvPr/>
          </p:nvSpPr>
          <p:spPr>
            <a:xfrm>
              <a:off x="4534050" y="3501100"/>
              <a:ext cx="86100" cy="86100"/>
            </a:xfrm>
            <a:custGeom>
              <a:rect b="b" l="l" r="r" t="t"/>
              <a:pathLst>
                <a:path extrusionOk="0" h="3444" w="3444">
                  <a:moveTo>
                    <a:pt x="3294" y="1"/>
                  </a:moveTo>
                  <a:lnTo>
                    <a:pt x="1498" y="1498"/>
                  </a:lnTo>
                  <a:lnTo>
                    <a:pt x="1" y="3294"/>
                  </a:lnTo>
                  <a:lnTo>
                    <a:pt x="1" y="3443"/>
                  </a:lnTo>
                  <a:lnTo>
                    <a:pt x="150" y="3443"/>
                  </a:lnTo>
                  <a:lnTo>
                    <a:pt x="1049" y="2695"/>
                  </a:lnTo>
                  <a:lnTo>
                    <a:pt x="1947"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5" name="Google Shape;2265;p59"/>
            <p:cNvSpPr/>
            <p:nvPr/>
          </p:nvSpPr>
          <p:spPr>
            <a:xfrm>
              <a:off x="4492900" y="3452450"/>
              <a:ext cx="89825" cy="89850"/>
            </a:xfrm>
            <a:custGeom>
              <a:rect b="b" l="l" r="r" t="t"/>
              <a:pathLst>
                <a:path extrusionOk="0" h="3594" w="3593">
                  <a:moveTo>
                    <a:pt x="3443" y="1"/>
                  </a:moveTo>
                  <a:lnTo>
                    <a:pt x="1647" y="1647"/>
                  </a:lnTo>
                  <a:lnTo>
                    <a:pt x="0" y="3444"/>
                  </a:lnTo>
                  <a:lnTo>
                    <a:pt x="0" y="3593"/>
                  </a:lnTo>
                  <a:lnTo>
                    <a:pt x="150" y="3593"/>
                  </a:lnTo>
                  <a:lnTo>
                    <a:pt x="1946" y="1947"/>
                  </a:lnTo>
                  <a:lnTo>
                    <a:pt x="3593" y="151"/>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6" name="Google Shape;2266;p59"/>
            <p:cNvSpPr/>
            <p:nvPr/>
          </p:nvSpPr>
          <p:spPr>
            <a:xfrm>
              <a:off x="4578950" y="3549750"/>
              <a:ext cx="78625" cy="78600"/>
            </a:xfrm>
            <a:custGeom>
              <a:rect b="b" l="l" r="r" t="t"/>
              <a:pathLst>
                <a:path extrusionOk="0" h="3144" w="3145">
                  <a:moveTo>
                    <a:pt x="3144" y="1"/>
                  </a:moveTo>
                  <a:lnTo>
                    <a:pt x="1498" y="1497"/>
                  </a:lnTo>
                  <a:lnTo>
                    <a:pt x="749" y="2246"/>
                  </a:lnTo>
                  <a:lnTo>
                    <a:pt x="1" y="2994"/>
                  </a:lnTo>
                  <a:lnTo>
                    <a:pt x="1" y="3144"/>
                  </a:lnTo>
                  <a:lnTo>
                    <a:pt x="151" y="3144"/>
                  </a:lnTo>
                  <a:lnTo>
                    <a:pt x="450" y="2994"/>
                  </a:lnTo>
                  <a:lnTo>
                    <a:pt x="1947" y="1647"/>
                  </a:lnTo>
                  <a:lnTo>
                    <a:pt x="3144" y="150"/>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7" name="Google Shape;2267;p59"/>
            <p:cNvSpPr/>
            <p:nvPr/>
          </p:nvSpPr>
          <p:spPr>
            <a:xfrm>
              <a:off x="4623875" y="3598400"/>
              <a:ext cx="71100" cy="74850"/>
            </a:xfrm>
            <a:custGeom>
              <a:rect b="b" l="l" r="r" t="t"/>
              <a:pathLst>
                <a:path extrusionOk="0" h="2994" w="2844">
                  <a:moveTo>
                    <a:pt x="2694" y="0"/>
                  </a:moveTo>
                  <a:lnTo>
                    <a:pt x="1197" y="1347"/>
                  </a:lnTo>
                  <a:lnTo>
                    <a:pt x="0" y="2695"/>
                  </a:lnTo>
                  <a:lnTo>
                    <a:pt x="0" y="2994"/>
                  </a:lnTo>
                  <a:lnTo>
                    <a:pt x="150" y="2994"/>
                  </a:lnTo>
                  <a:lnTo>
                    <a:pt x="1647" y="1647"/>
                  </a:lnTo>
                  <a:lnTo>
                    <a:pt x="2844"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8" name="Google Shape;2268;p59"/>
            <p:cNvSpPr/>
            <p:nvPr/>
          </p:nvSpPr>
          <p:spPr>
            <a:xfrm>
              <a:off x="4657550" y="3650775"/>
              <a:ext cx="74850" cy="74875"/>
            </a:xfrm>
            <a:custGeom>
              <a:rect b="b" l="l" r="r" t="t"/>
              <a:pathLst>
                <a:path extrusionOk="0" h="2995" w="2994">
                  <a:moveTo>
                    <a:pt x="2844" y="1"/>
                  </a:moveTo>
                  <a:lnTo>
                    <a:pt x="1347" y="1348"/>
                  </a:lnTo>
                  <a:lnTo>
                    <a:pt x="599" y="2096"/>
                  </a:lnTo>
                  <a:lnTo>
                    <a:pt x="0" y="2845"/>
                  </a:lnTo>
                  <a:lnTo>
                    <a:pt x="0" y="2994"/>
                  </a:lnTo>
                  <a:lnTo>
                    <a:pt x="150" y="2994"/>
                  </a:lnTo>
                  <a:lnTo>
                    <a:pt x="898" y="2396"/>
                  </a:lnTo>
                  <a:lnTo>
                    <a:pt x="1647" y="1647"/>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9" name="Google Shape;2269;p59"/>
            <p:cNvSpPr/>
            <p:nvPr/>
          </p:nvSpPr>
          <p:spPr>
            <a:xfrm>
              <a:off x="4698700" y="3699425"/>
              <a:ext cx="71125" cy="71125"/>
            </a:xfrm>
            <a:custGeom>
              <a:rect b="b" l="l" r="r" t="t"/>
              <a:pathLst>
                <a:path extrusionOk="0" h="2845" w="2845">
                  <a:moveTo>
                    <a:pt x="2695" y="1"/>
                  </a:moveTo>
                  <a:lnTo>
                    <a:pt x="1348" y="1348"/>
                  </a:lnTo>
                  <a:lnTo>
                    <a:pt x="599" y="1947"/>
                  </a:lnTo>
                  <a:lnTo>
                    <a:pt x="1" y="2845"/>
                  </a:lnTo>
                  <a:lnTo>
                    <a:pt x="150" y="2845"/>
                  </a:lnTo>
                  <a:lnTo>
                    <a:pt x="899" y="2246"/>
                  </a:lnTo>
                  <a:lnTo>
                    <a:pt x="1497" y="1647"/>
                  </a:lnTo>
                  <a:lnTo>
                    <a:pt x="2845" y="150"/>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0" name="Google Shape;2270;p59"/>
            <p:cNvSpPr/>
            <p:nvPr/>
          </p:nvSpPr>
          <p:spPr>
            <a:xfrm>
              <a:off x="4739875" y="3744325"/>
              <a:ext cx="74850" cy="71125"/>
            </a:xfrm>
            <a:custGeom>
              <a:rect b="b" l="l" r="r" t="t"/>
              <a:pathLst>
                <a:path extrusionOk="0" h="2845" w="2994">
                  <a:moveTo>
                    <a:pt x="2844" y="1"/>
                  </a:moveTo>
                  <a:lnTo>
                    <a:pt x="1347" y="1348"/>
                  </a:lnTo>
                  <a:lnTo>
                    <a:pt x="599" y="1947"/>
                  </a:lnTo>
                  <a:lnTo>
                    <a:pt x="0" y="2695"/>
                  </a:lnTo>
                  <a:lnTo>
                    <a:pt x="150" y="2845"/>
                  </a:lnTo>
                  <a:lnTo>
                    <a:pt x="898" y="2396"/>
                  </a:lnTo>
                  <a:lnTo>
                    <a:pt x="1647" y="1647"/>
                  </a:lnTo>
                  <a:lnTo>
                    <a:pt x="2994" y="151"/>
                  </a:lnTo>
                  <a:lnTo>
                    <a:pt x="28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1" name="Google Shape;2271;p59"/>
            <p:cNvSpPr/>
            <p:nvPr/>
          </p:nvSpPr>
          <p:spPr>
            <a:xfrm>
              <a:off x="4777275" y="3800475"/>
              <a:ext cx="71125" cy="67375"/>
            </a:xfrm>
            <a:custGeom>
              <a:rect b="b" l="l" r="r" t="t"/>
              <a:pathLst>
                <a:path extrusionOk="0" h="2695" w="2845">
                  <a:moveTo>
                    <a:pt x="2695" y="0"/>
                  </a:moveTo>
                  <a:lnTo>
                    <a:pt x="1198" y="1197"/>
                  </a:lnTo>
                  <a:lnTo>
                    <a:pt x="600" y="1946"/>
                  </a:lnTo>
                  <a:lnTo>
                    <a:pt x="1" y="2545"/>
                  </a:lnTo>
                  <a:lnTo>
                    <a:pt x="1" y="2694"/>
                  </a:lnTo>
                  <a:lnTo>
                    <a:pt x="151" y="2694"/>
                  </a:lnTo>
                  <a:lnTo>
                    <a:pt x="749" y="2245"/>
                  </a:lnTo>
                  <a:lnTo>
                    <a:pt x="1498" y="149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2" name="Google Shape;2272;p59"/>
            <p:cNvSpPr/>
            <p:nvPr/>
          </p:nvSpPr>
          <p:spPr>
            <a:xfrm>
              <a:off x="4829675" y="3845375"/>
              <a:ext cx="56150" cy="59875"/>
            </a:xfrm>
            <a:custGeom>
              <a:rect b="b" l="l" r="r" t="t"/>
              <a:pathLst>
                <a:path extrusionOk="0" h="2395" w="2246">
                  <a:moveTo>
                    <a:pt x="2096" y="0"/>
                  </a:moveTo>
                  <a:lnTo>
                    <a:pt x="898" y="1048"/>
                  </a:lnTo>
                  <a:lnTo>
                    <a:pt x="449" y="1647"/>
                  </a:lnTo>
                  <a:lnTo>
                    <a:pt x="0" y="2245"/>
                  </a:lnTo>
                  <a:lnTo>
                    <a:pt x="0" y="2395"/>
                  </a:lnTo>
                  <a:lnTo>
                    <a:pt x="749" y="1946"/>
                  </a:lnTo>
                  <a:lnTo>
                    <a:pt x="1198" y="1347"/>
                  </a:lnTo>
                  <a:lnTo>
                    <a:pt x="2246" y="150"/>
                  </a:lnTo>
                  <a:lnTo>
                    <a:pt x="22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3" name="Google Shape;2273;p59"/>
            <p:cNvSpPr/>
            <p:nvPr/>
          </p:nvSpPr>
          <p:spPr>
            <a:xfrm>
              <a:off x="4882050" y="3897750"/>
              <a:ext cx="41200" cy="41200"/>
            </a:xfrm>
            <a:custGeom>
              <a:rect b="b" l="l" r="r" t="t"/>
              <a:pathLst>
                <a:path extrusionOk="0" h="1648" w="1648">
                  <a:moveTo>
                    <a:pt x="1498" y="1"/>
                  </a:moveTo>
                  <a:lnTo>
                    <a:pt x="749" y="599"/>
                  </a:lnTo>
                  <a:lnTo>
                    <a:pt x="1" y="1497"/>
                  </a:lnTo>
                  <a:lnTo>
                    <a:pt x="1" y="1647"/>
                  </a:lnTo>
                  <a:lnTo>
                    <a:pt x="151" y="1647"/>
                  </a:lnTo>
                  <a:lnTo>
                    <a:pt x="899" y="899"/>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4" name="Google Shape;2274;p59"/>
            <p:cNvSpPr/>
            <p:nvPr/>
          </p:nvSpPr>
          <p:spPr>
            <a:xfrm>
              <a:off x="4926950" y="3942650"/>
              <a:ext cx="37450" cy="37450"/>
            </a:xfrm>
            <a:custGeom>
              <a:rect b="b" l="l" r="r" t="t"/>
              <a:pathLst>
                <a:path extrusionOk="0" h="1498" w="1498">
                  <a:moveTo>
                    <a:pt x="1348" y="1"/>
                  </a:moveTo>
                  <a:lnTo>
                    <a:pt x="600" y="600"/>
                  </a:lnTo>
                  <a:lnTo>
                    <a:pt x="1" y="1348"/>
                  </a:lnTo>
                  <a:lnTo>
                    <a:pt x="151" y="1348"/>
                  </a:lnTo>
                  <a:lnTo>
                    <a:pt x="300" y="1498"/>
                  </a:lnTo>
                  <a:lnTo>
                    <a:pt x="899" y="899"/>
                  </a:lnTo>
                  <a:lnTo>
                    <a:pt x="1498" y="150"/>
                  </a:lnTo>
                  <a:lnTo>
                    <a:pt x="149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5" name="Google Shape;2275;p59"/>
            <p:cNvSpPr/>
            <p:nvPr/>
          </p:nvSpPr>
          <p:spPr>
            <a:xfrm>
              <a:off x="4964375" y="3995050"/>
              <a:ext cx="37450" cy="33700"/>
            </a:xfrm>
            <a:custGeom>
              <a:rect b="b" l="l" r="r" t="t"/>
              <a:pathLst>
                <a:path extrusionOk="0" h="1348" w="1498">
                  <a:moveTo>
                    <a:pt x="1348" y="0"/>
                  </a:moveTo>
                  <a:lnTo>
                    <a:pt x="599" y="599"/>
                  </a:lnTo>
                  <a:lnTo>
                    <a:pt x="300" y="898"/>
                  </a:lnTo>
                  <a:lnTo>
                    <a:pt x="1" y="1198"/>
                  </a:lnTo>
                  <a:lnTo>
                    <a:pt x="1" y="1347"/>
                  </a:lnTo>
                  <a:lnTo>
                    <a:pt x="150" y="1347"/>
                  </a:lnTo>
                  <a:lnTo>
                    <a:pt x="599" y="1198"/>
                  </a:lnTo>
                  <a:lnTo>
                    <a:pt x="899" y="749"/>
                  </a:lnTo>
                  <a:lnTo>
                    <a:pt x="149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6" name="Google Shape;2276;p59"/>
            <p:cNvSpPr/>
            <p:nvPr/>
          </p:nvSpPr>
          <p:spPr>
            <a:xfrm>
              <a:off x="5009275" y="4039950"/>
              <a:ext cx="33725" cy="29950"/>
            </a:xfrm>
            <a:custGeom>
              <a:rect b="b" l="l" r="r" t="t"/>
              <a:pathLst>
                <a:path extrusionOk="0" h="1198" w="1349">
                  <a:moveTo>
                    <a:pt x="1198" y="0"/>
                  </a:moveTo>
                  <a:lnTo>
                    <a:pt x="600" y="599"/>
                  </a:lnTo>
                  <a:lnTo>
                    <a:pt x="1" y="1048"/>
                  </a:lnTo>
                  <a:lnTo>
                    <a:pt x="1" y="1198"/>
                  </a:lnTo>
                  <a:lnTo>
                    <a:pt x="151" y="1198"/>
                  </a:lnTo>
                  <a:lnTo>
                    <a:pt x="749" y="749"/>
                  </a:lnTo>
                  <a:lnTo>
                    <a:pt x="134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7" name="Google Shape;2277;p59"/>
            <p:cNvSpPr/>
            <p:nvPr/>
          </p:nvSpPr>
          <p:spPr>
            <a:xfrm>
              <a:off x="3344125" y="3328975"/>
              <a:ext cx="127250" cy="123500"/>
            </a:xfrm>
            <a:custGeom>
              <a:rect b="b" l="l" r="r" t="t"/>
              <a:pathLst>
                <a:path extrusionOk="0" h="4940" w="5090">
                  <a:moveTo>
                    <a:pt x="0" y="1"/>
                  </a:moveTo>
                  <a:lnTo>
                    <a:pt x="0" y="150"/>
                  </a:lnTo>
                  <a:lnTo>
                    <a:pt x="2395" y="2695"/>
                  </a:lnTo>
                  <a:lnTo>
                    <a:pt x="4939" y="4940"/>
                  </a:lnTo>
                  <a:lnTo>
                    <a:pt x="5089" y="4940"/>
                  </a:lnTo>
                  <a:lnTo>
                    <a:pt x="3892" y="3593"/>
                  </a:lnTo>
                  <a:lnTo>
                    <a:pt x="2694" y="2395"/>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8" name="Google Shape;2278;p59"/>
            <p:cNvSpPr/>
            <p:nvPr/>
          </p:nvSpPr>
          <p:spPr>
            <a:xfrm>
              <a:off x="3295475" y="3370125"/>
              <a:ext cx="123500" cy="127275"/>
            </a:xfrm>
            <a:custGeom>
              <a:rect b="b" l="l" r="r" t="t"/>
              <a:pathLst>
                <a:path extrusionOk="0" h="5091" w="4940">
                  <a:moveTo>
                    <a:pt x="0" y="1"/>
                  </a:moveTo>
                  <a:lnTo>
                    <a:pt x="0" y="151"/>
                  </a:lnTo>
                  <a:lnTo>
                    <a:pt x="2545" y="2845"/>
                  </a:lnTo>
                  <a:lnTo>
                    <a:pt x="3593" y="4042"/>
                  </a:lnTo>
                  <a:lnTo>
                    <a:pt x="4191" y="4641"/>
                  </a:lnTo>
                  <a:lnTo>
                    <a:pt x="4940" y="5090"/>
                  </a:lnTo>
                  <a:lnTo>
                    <a:pt x="4940" y="4940"/>
                  </a:lnTo>
                  <a:lnTo>
                    <a:pt x="3892" y="3743"/>
                  </a:lnTo>
                  <a:lnTo>
                    <a:pt x="2844" y="2546"/>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79" name="Google Shape;2279;p59"/>
            <p:cNvSpPr/>
            <p:nvPr/>
          </p:nvSpPr>
          <p:spPr>
            <a:xfrm>
              <a:off x="3261800" y="3422525"/>
              <a:ext cx="108525" cy="108550"/>
            </a:xfrm>
            <a:custGeom>
              <a:rect b="b" l="l" r="r" t="t"/>
              <a:pathLst>
                <a:path extrusionOk="0" h="4342" w="4341">
                  <a:moveTo>
                    <a:pt x="0" y="0"/>
                  </a:moveTo>
                  <a:lnTo>
                    <a:pt x="0" y="150"/>
                  </a:lnTo>
                  <a:lnTo>
                    <a:pt x="1946" y="2246"/>
                  </a:lnTo>
                  <a:lnTo>
                    <a:pt x="4191" y="4341"/>
                  </a:lnTo>
                  <a:lnTo>
                    <a:pt x="4341" y="4341"/>
                  </a:lnTo>
                  <a:lnTo>
                    <a:pt x="4341" y="4191"/>
                  </a:lnTo>
                  <a:lnTo>
                    <a:pt x="2245" y="2096"/>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0" name="Google Shape;2280;p59"/>
            <p:cNvSpPr/>
            <p:nvPr/>
          </p:nvSpPr>
          <p:spPr>
            <a:xfrm>
              <a:off x="3190700" y="3437500"/>
              <a:ext cx="127250" cy="130975"/>
            </a:xfrm>
            <a:custGeom>
              <a:rect b="b" l="l" r="r" t="t"/>
              <a:pathLst>
                <a:path extrusionOk="0" h="5239" w="5090">
                  <a:moveTo>
                    <a:pt x="0" y="0"/>
                  </a:moveTo>
                  <a:lnTo>
                    <a:pt x="0" y="150"/>
                  </a:lnTo>
                  <a:lnTo>
                    <a:pt x="1198" y="1497"/>
                  </a:lnTo>
                  <a:lnTo>
                    <a:pt x="2395" y="2694"/>
                  </a:lnTo>
                  <a:lnTo>
                    <a:pt x="3742" y="4042"/>
                  </a:lnTo>
                  <a:lnTo>
                    <a:pt x="5089" y="5239"/>
                  </a:lnTo>
                  <a:lnTo>
                    <a:pt x="5089" y="5089"/>
                  </a:lnTo>
                  <a:lnTo>
                    <a:pt x="3892" y="3742"/>
                  </a:lnTo>
                  <a:lnTo>
                    <a:pt x="2694" y="2395"/>
                  </a:lnTo>
                  <a:lnTo>
                    <a:pt x="134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1" name="Google Shape;2281;p59"/>
            <p:cNvSpPr/>
            <p:nvPr/>
          </p:nvSpPr>
          <p:spPr>
            <a:xfrm>
              <a:off x="3168250" y="3501100"/>
              <a:ext cx="101050" cy="104800"/>
            </a:xfrm>
            <a:custGeom>
              <a:rect b="b" l="l" r="r" t="t"/>
              <a:pathLst>
                <a:path extrusionOk="0" h="4192" w="4042">
                  <a:moveTo>
                    <a:pt x="0" y="1"/>
                  </a:moveTo>
                  <a:lnTo>
                    <a:pt x="0" y="150"/>
                  </a:lnTo>
                  <a:lnTo>
                    <a:pt x="1946" y="2246"/>
                  </a:lnTo>
                  <a:lnTo>
                    <a:pt x="2844" y="3294"/>
                  </a:lnTo>
                  <a:lnTo>
                    <a:pt x="4041" y="4192"/>
                  </a:lnTo>
                  <a:lnTo>
                    <a:pt x="4041" y="4042"/>
                  </a:lnTo>
                  <a:lnTo>
                    <a:pt x="3143" y="2994"/>
                  </a:lnTo>
                  <a:lnTo>
                    <a:pt x="2245" y="19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2" name="Google Shape;2282;p59"/>
            <p:cNvSpPr/>
            <p:nvPr/>
          </p:nvSpPr>
          <p:spPr>
            <a:xfrm>
              <a:off x="3085925" y="3594650"/>
              <a:ext cx="86075" cy="86100"/>
            </a:xfrm>
            <a:custGeom>
              <a:rect b="b" l="l" r="r" t="t"/>
              <a:pathLst>
                <a:path extrusionOk="0" h="3444" w="3443">
                  <a:moveTo>
                    <a:pt x="0" y="1"/>
                  </a:moveTo>
                  <a:lnTo>
                    <a:pt x="0" y="150"/>
                  </a:lnTo>
                  <a:lnTo>
                    <a:pt x="749" y="1048"/>
                  </a:lnTo>
                  <a:lnTo>
                    <a:pt x="1497" y="1947"/>
                  </a:lnTo>
                  <a:lnTo>
                    <a:pt x="3443" y="3443"/>
                  </a:lnTo>
                  <a:lnTo>
                    <a:pt x="3443" y="3294"/>
                  </a:lnTo>
                  <a:lnTo>
                    <a:pt x="1946" y="149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3" name="Google Shape;2283;p59"/>
            <p:cNvSpPr/>
            <p:nvPr/>
          </p:nvSpPr>
          <p:spPr>
            <a:xfrm>
              <a:off x="3130825" y="3553500"/>
              <a:ext cx="89825" cy="89825"/>
            </a:xfrm>
            <a:custGeom>
              <a:rect b="b" l="l" r="r" t="t"/>
              <a:pathLst>
                <a:path extrusionOk="0" h="3593" w="3593">
                  <a:moveTo>
                    <a:pt x="0" y="0"/>
                  </a:moveTo>
                  <a:lnTo>
                    <a:pt x="0" y="150"/>
                  </a:lnTo>
                  <a:lnTo>
                    <a:pt x="1647" y="1946"/>
                  </a:lnTo>
                  <a:lnTo>
                    <a:pt x="3443" y="3593"/>
                  </a:lnTo>
                  <a:lnTo>
                    <a:pt x="3593" y="3593"/>
                  </a:lnTo>
                  <a:lnTo>
                    <a:pt x="3593" y="3443"/>
                  </a:lnTo>
                  <a:lnTo>
                    <a:pt x="1946" y="16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4" name="Google Shape;2284;p59"/>
            <p:cNvSpPr/>
            <p:nvPr/>
          </p:nvSpPr>
          <p:spPr>
            <a:xfrm>
              <a:off x="3044750" y="3639550"/>
              <a:ext cx="78625" cy="78625"/>
            </a:xfrm>
            <a:custGeom>
              <a:rect b="b" l="l" r="r" t="t"/>
              <a:pathLst>
                <a:path extrusionOk="0" h="3145" w="3145">
                  <a:moveTo>
                    <a:pt x="1" y="1"/>
                  </a:moveTo>
                  <a:lnTo>
                    <a:pt x="1" y="151"/>
                  </a:lnTo>
                  <a:lnTo>
                    <a:pt x="599" y="1049"/>
                  </a:lnTo>
                  <a:lnTo>
                    <a:pt x="1348" y="1797"/>
                  </a:lnTo>
                  <a:lnTo>
                    <a:pt x="2994" y="3144"/>
                  </a:lnTo>
                  <a:lnTo>
                    <a:pt x="3144" y="3144"/>
                  </a:lnTo>
                  <a:lnTo>
                    <a:pt x="2096" y="1797"/>
                  </a:lnTo>
                  <a:lnTo>
                    <a:pt x="1049" y="8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5" name="Google Shape;2285;p59"/>
            <p:cNvSpPr/>
            <p:nvPr/>
          </p:nvSpPr>
          <p:spPr>
            <a:xfrm>
              <a:off x="2999850" y="3684450"/>
              <a:ext cx="71125" cy="71125"/>
            </a:xfrm>
            <a:custGeom>
              <a:rect b="b" l="l" r="r" t="t"/>
              <a:pathLst>
                <a:path extrusionOk="0" h="2845" w="2845">
                  <a:moveTo>
                    <a:pt x="1" y="1"/>
                  </a:moveTo>
                  <a:lnTo>
                    <a:pt x="1" y="151"/>
                  </a:lnTo>
                  <a:lnTo>
                    <a:pt x="1348" y="1647"/>
                  </a:lnTo>
                  <a:lnTo>
                    <a:pt x="2845" y="2845"/>
                  </a:lnTo>
                  <a:lnTo>
                    <a:pt x="2845" y="2695"/>
                  </a:lnTo>
                  <a:lnTo>
                    <a:pt x="164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6" name="Google Shape;2286;p59"/>
            <p:cNvSpPr/>
            <p:nvPr/>
          </p:nvSpPr>
          <p:spPr>
            <a:xfrm>
              <a:off x="2947475" y="3718150"/>
              <a:ext cx="74850" cy="74850"/>
            </a:xfrm>
            <a:custGeom>
              <a:rect b="b" l="l" r="r" t="t"/>
              <a:pathLst>
                <a:path extrusionOk="0" h="2994" w="2994">
                  <a:moveTo>
                    <a:pt x="0" y="0"/>
                  </a:moveTo>
                  <a:lnTo>
                    <a:pt x="0" y="150"/>
                  </a:lnTo>
                  <a:lnTo>
                    <a:pt x="599" y="898"/>
                  </a:lnTo>
                  <a:lnTo>
                    <a:pt x="1347" y="1647"/>
                  </a:lnTo>
                  <a:lnTo>
                    <a:pt x="2994" y="2994"/>
                  </a:lnTo>
                  <a:lnTo>
                    <a:pt x="2994" y="2844"/>
                  </a:lnTo>
                  <a:lnTo>
                    <a:pt x="1647" y="134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7" name="Google Shape;2287;p59"/>
            <p:cNvSpPr/>
            <p:nvPr/>
          </p:nvSpPr>
          <p:spPr>
            <a:xfrm>
              <a:off x="2902575" y="3759300"/>
              <a:ext cx="71100" cy="71125"/>
            </a:xfrm>
            <a:custGeom>
              <a:rect b="b" l="l" r="r" t="t"/>
              <a:pathLst>
                <a:path extrusionOk="0" h="2845" w="2844">
                  <a:moveTo>
                    <a:pt x="0" y="1"/>
                  </a:moveTo>
                  <a:lnTo>
                    <a:pt x="0" y="150"/>
                  </a:lnTo>
                  <a:lnTo>
                    <a:pt x="599" y="899"/>
                  </a:lnTo>
                  <a:lnTo>
                    <a:pt x="1197" y="1497"/>
                  </a:lnTo>
                  <a:lnTo>
                    <a:pt x="2694" y="2844"/>
                  </a:lnTo>
                  <a:lnTo>
                    <a:pt x="2844" y="2844"/>
                  </a:lnTo>
                  <a:lnTo>
                    <a:pt x="2844" y="2695"/>
                  </a:lnTo>
                  <a:lnTo>
                    <a:pt x="1497" y="1348"/>
                  </a:lnTo>
                  <a:lnTo>
                    <a:pt x="898" y="5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8" name="Google Shape;2288;p59"/>
            <p:cNvSpPr/>
            <p:nvPr/>
          </p:nvSpPr>
          <p:spPr>
            <a:xfrm>
              <a:off x="2857650" y="3800475"/>
              <a:ext cx="71125" cy="71100"/>
            </a:xfrm>
            <a:custGeom>
              <a:rect b="b" l="l" r="r" t="t"/>
              <a:pathLst>
                <a:path extrusionOk="0" h="2844" w="2845">
                  <a:moveTo>
                    <a:pt x="151" y="0"/>
                  </a:moveTo>
                  <a:lnTo>
                    <a:pt x="1" y="150"/>
                  </a:lnTo>
                  <a:lnTo>
                    <a:pt x="1" y="449"/>
                  </a:lnTo>
                  <a:lnTo>
                    <a:pt x="600" y="1048"/>
                  </a:lnTo>
                  <a:lnTo>
                    <a:pt x="1198" y="1646"/>
                  </a:lnTo>
                  <a:lnTo>
                    <a:pt x="2695" y="2844"/>
                  </a:lnTo>
                  <a:lnTo>
                    <a:pt x="2845" y="2844"/>
                  </a:lnTo>
                  <a:lnTo>
                    <a:pt x="1498" y="1347"/>
                  </a:lnTo>
                  <a:lnTo>
                    <a:pt x="749" y="599"/>
                  </a:lnTo>
                  <a:lnTo>
                    <a:pt x="15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89" name="Google Shape;2289;p59"/>
            <p:cNvSpPr/>
            <p:nvPr/>
          </p:nvSpPr>
          <p:spPr>
            <a:xfrm>
              <a:off x="2805275" y="3837875"/>
              <a:ext cx="67375" cy="71125"/>
            </a:xfrm>
            <a:custGeom>
              <a:rect b="b" l="l" r="r" t="t"/>
              <a:pathLst>
                <a:path extrusionOk="0" h="2845" w="2695">
                  <a:moveTo>
                    <a:pt x="0" y="1"/>
                  </a:moveTo>
                  <a:lnTo>
                    <a:pt x="0" y="150"/>
                  </a:lnTo>
                  <a:lnTo>
                    <a:pt x="449" y="749"/>
                  </a:lnTo>
                  <a:lnTo>
                    <a:pt x="1198" y="1498"/>
                  </a:lnTo>
                  <a:lnTo>
                    <a:pt x="2695" y="2845"/>
                  </a:lnTo>
                  <a:lnTo>
                    <a:pt x="2695" y="2695"/>
                  </a:lnTo>
                  <a:lnTo>
                    <a:pt x="1497" y="1198"/>
                  </a:lnTo>
                  <a:lnTo>
                    <a:pt x="749" y="600"/>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0" name="Google Shape;2290;p59"/>
            <p:cNvSpPr/>
            <p:nvPr/>
          </p:nvSpPr>
          <p:spPr>
            <a:xfrm>
              <a:off x="2767850" y="3890275"/>
              <a:ext cx="59900" cy="56150"/>
            </a:xfrm>
            <a:custGeom>
              <a:rect b="b" l="l" r="r" t="t"/>
              <a:pathLst>
                <a:path extrusionOk="0" h="2246" w="2396">
                  <a:moveTo>
                    <a:pt x="1" y="0"/>
                  </a:moveTo>
                  <a:lnTo>
                    <a:pt x="450" y="749"/>
                  </a:lnTo>
                  <a:lnTo>
                    <a:pt x="1048" y="1198"/>
                  </a:lnTo>
                  <a:lnTo>
                    <a:pt x="2246" y="2245"/>
                  </a:lnTo>
                  <a:lnTo>
                    <a:pt x="2395" y="2096"/>
                  </a:lnTo>
                  <a:lnTo>
                    <a:pt x="1348" y="898"/>
                  </a:lnTo>
                  <a:lnTo>
                    <a:pt x="749" y="44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1" name="Google Shape;2291;p59"/>
            <p:cNvSpPr/>
            <p:nvPr/>
          </p:nvSpPr>
          <p:spPr>
            <a:xfrm>
              <a:off x="2734175" y="3942650"/>
              <a:ext cx="41175" cy="41200"/>
            </a:xfrm>
            <a:custGeom>
              <a:rect b="b" l="l" r="r" t="t"/>
              <a:pathLst>
                <a:path extrusionOk="0" h="1648" w="1647">
                  <a:moveTo>
                    <a:pt x="0" y="1"/>
                  </a:moveTo>
                  <a:lnTo>
                    <a:pt x="0" y="150"/>
                  </a:lnTo>
                  <a:lnTo>
                    <a:pt x="749" y="899"/>
                  </a:lnTo>
                  <a:lnTo>
                    <a:pt x="1647" y="1647"/>
                  </a:lnTo>
                  <a:lnTo>
                    <a:pt x="1647" y="1498"/>
                  </a:lnTo>
                  <a:lnTo>
                    <a:pt x="1048" y="7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2" name="Google Shape;2292;p59"/>
            <p:cNvSpPr/>
            <p:nvPr/>
          </p:nvSpPr>
          <p:spPr>
            <a:xfrm>
              <a:off x="2693025" y="3987550"/>
              <a:ext cx="37425" cy="37450"/>
            </a:xfrm>
            <a:custGeom>
              <a:rect b="b" l="l" r="r" t="t"/>
              <a:pathLst>
                <a:path extrusionOk="0" h="1498" w="1497">
                  <a:moveTo>
                    <a:pt x="150" y="1"/>
                  </a:moveTo>
                  <a:lnTo>
                    <a:pt x="0" y="151"/>
                  </a:lnTo>
                  <a:lnTo>
                    <a:pt x="0" y="300"/>
                  </a:lnTo>
                  <a:lnTo>
                    <a:pt x="599" y="899"/>
                  </a:lnTo>
                  <a:lnTo>
                    <a:pt x="1347" y="1498"/>
                  </a:lnTo>
                  <a:lnTo>
                    <a:pt x="1497" y="1498"/>
                  </a:lnTo>
                  <a:lnTo>
                    <a:pt x="1497" y="1348"/>
                  </a:lnTo>
                  <a:lnTo>
                    <a:pt x="89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3" name="Google Shape;2293;p59"/>
            <p:cNvSpPr/>
            <p:nvPr/>
          </p:nvSpPr>
          <p:spPr>
            <a:xfrm>
              <a:off x="2644375" y="4024975"/>
              <a:ext cx="33700" cy="37450"/>
            </a:xfrm>
            <a:custGeom>
              <a:rect b="b" l="l" r="r" t="t"/>
              <a:pathLst>
                <a:path extrusionOk="0" h="1498" w="1348">
                  <a:moveTo>
                    <a:pt x="0" y="1"/>
                  </a:moveTo>
                  <a:lnTo>
                    <a:pt x="0" y="150"/>
                  </a:lnTo>
                  <a:lnTo>
                    <a:pt x="150" y="599"/>
                  </a:lnTo>
                  <a:lnTo>
                    <a:pt x="449" y="899"/>
                  </a:lnTo>
                  <a:lnTo>
                    <a:pt x="1198" y="1498"/>
                  </a:lnTo>
                  <a:lnTo>
                    <a:pt x="1347" y="1348"/>
                  </a:lnTo>
                  <a:lnTo>
                    <a:pt x="749" y="599"/>
                  </a:lnTo>
                  <a:lnTo>
                    <a:pt x="449" y="3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4" name="Google Shape;2294;p59"/>
            <p:cNvSpPr/>
            <p:nvPr/>
          </p:nvSpPr>
          <p:spPr>
            <a:xfrm>
              <a:off x="2599475" y="4069875"/>
              <a:ext cx="33700" cy="33700"/>
            </a:xfrm>
            <a:custGeom>
              <a:rect b="b" l="l" r="r" t="t"/>
              <a:pathLst>
                <a:path extrusionOk="0" h="1348" w="1348">
                  <a:moveTo>
                    <a:pt x="0" y="1"/>
                  </a:moveTo>
                  <a:lnTo>
                    <a:pt x="0" y="151"/>
                  </a:lnTo>
                  <a:lnTo>
                    <a:pt x="599" y="749"/>
                  </a:lnTo>
                  <a:lnTo>
                    <a:pt x="1197" y="1348"/>
                  </a:lnTo>
                  <a:lnTo>
                    <a:pt x="1347" y="1198"/>
                  </a:lnTo>
                  <a:lnTo>
                    <a:pt x="74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5" name="Google Shape;2295;p59"/>
            <p:cNvSpPr/>
            <p:nvPr/>
          </p:nvSpPr>
          <p:spPr>
            <a:xfrm>
              <a:off x="3546175" y="2558125"/>
              <a:ext cx="291900" cy="18750"/>
            </a:xfrm>
            <a:custGeom>
              <a:rect b="b" l="l" r="r" t="t"/>
              <a:pathLst>
                <a:path extrusionOk="0" h="750" w="11676">
                  <a:moveTo>
                    <a:pt x="4641" y="1"/>
                  </a:moveTo>
                  <a:lnTo>
                    <a:pt x="150" y="150"/>
                  </a:lnTo>
                  <a:lnTo>
                    <a:pt x="1" y="300"/>
                  </a:lnTo>
                  <a:lnTo>
                    <a:pt x="1" y="450"/>
                  </a:lnTo>
                  <a:lnTo>
                    <a:pt x="150" y="450"/>
                  </a:lnTo>
                  <a:lnTo>
                    <a:pt x="4641" y="749"/>
                  </a:lnTo>
                  <a:lnTo>
                    <a:pt x="9131" y="749"/>
                  </a:lnTo>
                  <a:lnTo>
                    <a:pt x="9730" y="599"/>
                  </a:lnTo>
                  <a:lnTo>
                    <a:pt x="11526" y="599"/>
                  </a:lnTo>
                  <a:lnTo>
                    <a:pt x="11676" y="450"/>
                  </a:lnTo>
                  <a:lnTo>
                    <a:pt x="11676" y="300"/>
                  </a:lnTo>
                  <a:lnTo>
                    <a:pt x="11526" y="150"/>
                  </a:lnTo>
                  <a:lnTo>
                    <a:pt x="9580" y="150"/>
                  </a:lnTo>
                  <a:lnTo>
                    <a:pt x="913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6" name="Google Shape;2296;p59"/>
            <p:cNvSpPr/>
            <p:nvPr/>
          </p:nvSpPr>
          <p:spPr>
            <a:xfrm>
              <a:off x="3534950" y="2397225"/>
              <a:ext cx="280675" cy="18725"/>
            </a:xfrm>
            <a:custGeom>
              <a:rect b="b" l="l" r="r" t="t"/>
              <a:pathLst>
                <a:path extrusionOk="0" h="749" w="11227">
                  <a:moveTo>
                    <a:pt x="2396" y="1"/>
                  </a:moveTo>
                  <a:lnTo>
                    <a:pt x="150" y="300"/>
                  </a:lnTo>
                  <a:lnTo>
                    <a:pt x="1" y="300"/>
                  </a:lnTo>
                  <a:lnTo>
                    <a:pt x="150" y="450"/>
                  </a:lnTo>
                  <a:lnTo>
                    <a:pt x="2845" y="749"/>
                  </a:lnTo>
                  <a:lnTo>
                    <a:pt x="6586" y="749"/>
                  </a:lnTo>
                  <a:lnTo>
                    <a:pt x="7634" y="599"/>
                  </a:lnTo>
                  <a:lnTo>
                    <a:pt x="11077" y="599"/>
                  </a:lnTo>
                  <a:lnTo>
                    <a:pt x="11227" y="450"/>
                  </a:lnTo>
                  <a:lnTo>
                    <a:pt x="11227" y="300"/>
                  </a:lnTo>
                  <a:lnTo>
                    <a:pt x="11077" y="150"/>
                  </a:lnTo>
                  <a:lnTo>
                    <a:pt x="673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7" name="Google Shape;2297;p59"/>
            <p:cNvSpPr/>
            <p:nvPr/>
          </p:nvSpPr>
          <p:spPr>
            <a:xfrm>
              <a:off x="3546175" y="2311150"/>
              <a:ext cx="273200" cy="26225"/>
            </a:xfrm>
            <a:custGeom>
              <a:rect b="b" l="l" r="r" t="t"/>
              <a:pathLst>
                <a:path extrusionOk="0" h="1049" w="10928">
                  <a:moveTo>
                    <a:pt x="4192" y="1"/>
                  </a:moveTo>
                  <a:lnTo>
                    <a:pt x="1797" y="151"/>
                  </a:lnTo>
                  <a:lnTo>
                    <a:pt x="899" y="300"/>
                  </a:lnTo>
                  <a:lnTo>
                    <a:pt x="150" y="450"/>
                  </a:lnTo>
                  <a:lnTo>
                    <a:pt x="1" y="600"/>
                  </a:lnTo>
                  <a:lnTo>
                    <a:pt x="150" y="600"/>
                  </a:lnTo>
                  <a:lnTo>
                    <a:pt x="450" y="749"/>
                  </a:lnTo>
                  <a:lnTo>
                    <a:pt x="1647" y="899"/>
                  </a:lnTo>
                  <a:lnTo>
                    <a:pt x="2845" y="899"/>
                  </a:lnTo>
                  <a:lnTo>
                    <a:pt x="4940" y="1049"/>
                  </a:lnTo>
                  <a:lnTo>
                    <a:pt x="7036" y="1049"/>
                  </a:lnTo>
                  <a:lnTo>
                    <a:pt x="8981" y="899"/>
                  </a:lnTo>
                  <a:lnTo>
                    <a:pt x="10927" y="600"/>
                  </a:lnTo>
                  <a:lnTo>
                    <a:pt x="10927" y="450"/>
                  </a:lnTo>
                  <a:lnTo>
                    <a:pt x="8682" y="151"/>
                  </a:lnTo>
                  <a:lnTo>
                    <a:pt x="643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8" name="Google Shape;2298;p59"/>
            <p:cNvSpPr/>
            <p:nvPr/>
          </p:nvSpPr>
          <p:spPr>
            <a:xfrm>
              <a:off x="3549925" y="2232575"/>
              <a:ext cx="261950" cy="22475"/>
            </a:xfrm>
            <a:custGeom>
              <a:rect b="b" l="l" r="r" t="t"/>
              <a:pathLst>
                <a:path extrusionOk="0" h="899" w="10478">
                  <a:moveTo>
                    <a:pt x="5688" y="1"/>
                  </a:moveTo>
                  <a:lnTo>
                    <a:pt x="2994" y="150"/>
                  </a:lnTo>
                  <a:lnTo>
                    <a:pt x="150" y="300"/>
                  </a:lnTo>
                  <a:lnTo>
                    <a:pt x="0" y="450"/>
                  </a:lnTo>
                  <a:lnTo>
                    <a:pt x="150" y="599"/>
                  </a:lnTo>
                  <a:lnTo>
                    <a:pt x="2994" y="899"/>
                  </a:lnTo>
                  <a:lnTo>
                    <a:pt x="8083" y="899"/>
                  </a:lnTo>
                  <a:lnTo>
                    <a:pt x="9280" y="749"/>
                  </a:lnTo>
                  <a:lnTo>
                    <a:pt x="10478" y="599"/>
                  </a:lnTo>
                  <a:lnTo>
                    <a:pt x="10478" y="450"/>
                  </a:lnTo>
                  <a:lnTo>
                    <a:pt x="9280" y="150"/>
                  </a:lnTo>
                  <a:lnTo>
                    <a:pt x="808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99" name="Google Shape;2299;p59"/>
            <p:cNvSpPr/>
            <p:nvPr/>
          </p:nvSpPr>
          <p:spPr>
            <a:xfrm>
              <a:off x="3564900" y="2150250"/>
              <a:ext cx="246975" cy="26225"/>
            </a:xfrm>
            <a:custGeom>
              <a:rect b="b" l="l" r="r" t="t"/>
              <a:pathLst>
                <a:path extrusionOk="0" h="1049" w="9879">
                  <a:moveTo>
                    <a:pt x="4939" y="1"/>
                  </a:moveTo>
                  <a:lnTo>
                    <a:pt x="2545" y="150"/>
                  </a:lnTo>
                  <a:lnTo>
                    <a:pt x="150" y="300"/>
                  </a:lnTo>
                  <a:lnTo>
                    <a:pt x="0" y="450"/>
                  </a:lnTo>
                  <a:lnTo>
                    <a:pt x="150" y="599"/>
                  </a:lnTo>
                  <a:lnTo>
                    <a:pt x="2545" y="899"/>
                  </a:lnTo>
                  <a:lnTo>
                    <a:pt x="4939" y="1049"/>
                  </a:lnTo>
                  <a:lnTo>
                    <a:pt x="7484" y="1049"/>
                  </a:lnTo>
                  <a:lnTo>
                    <a:pt x="8532" y="899"/>
                  </a:lnTo>
                  <a:lnTo>
                    <a:pt x="9729" y="749"/>
                  </a:lnTo>
                  <a:lnTo>
                    <a:pt x="9879" y="599"/>
                  </a:lnTo>
                  <a:lnTo>
                    <a:pt x="9729" y="450"/>
                  </a:lnTo>
                  <a:lnTo>
                    <a:pt x="8532" y="150"/>
                  </a:lnTo>
                  <a:lnTo>
                    <a:pt x="748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0" name="Google Shape;2300;p59"/>
            <p:cNvSpPr/>
            <p:nvPr/>
          </p:nvSpPr>
          <p:spPr>
            <a:xfrm>
              <a:off x="3576125" y="2071675"/>
              <a:ext cx="243250" cy="22475"/>
            </a:xfrm>
            <a:custGeom>
              <a:rect b="b" l="l" r="r" t="t"/>
              <a:pathLst>
                <a:path extrusionOk="0" h="899" w="9730">
                  <a:moveTo>
                    <a:pt x="5239" y="1"/>
                  </a:moveTo>
                  <a:lnTo>
                    <a:pt x="2694" y="150"/>
                  </a:lnTo>
                  <a:lnTo>
                    <a:pt x="150" y="300"/>
                  </a:lnTo>
                  <a:lnTo>
                    <a:pt x="0" y="300"/>
                  </a:lnTo>
                  <a:lnTo>
                    <a:pt x="0" y="450"/>
                  </a:lnTo>
                  <a:lnTo>
                    <a:pt x="0" y="599"/>
                  </a:lnTo>
                  <a:lnTo>
                    <a:pt x="150" y="599"/>
                  </a:lnTo>
                  <a:lnTo>
                    <a:pt x="2694" y="749"/>
                  </a:lnTo>
                  <a:lnTo>
                    <a:pt x="5239" y="899"/>
                  </a:lnTo>
                  <a:lnTo>
                    <a:pt x="8532" y="899"/>
                  </a:lnTo>
                  <a:lnTo>
                    <a:pt x="9580" y="599"/>
                  </a:lnTo>
                  <a:lnTo>
                    <a:pt x="9729" y="450"/>
                  </a:lnTo>
                  <a:lnTo>
                    <a:pt x="9580" y="300"/>
                  </a:lnTo>
                  <a:lnTo>
                    <a:pt x="8532" y="150"/>
                  </a:lnTo>
                  <a:lnTo>
                    <a:pt x="733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1" name="Google Shape;2301;p59"/>
            <p:cNvSpPr/>
            <p:nvPr/>
          </p:nvSpPr>
          <p:spPr>
            <a:xfrm>
              <a:off x="3587350" y="1993100"/>
              <a:ext cx="235750" cy="22475"/>
            </a:xfrm>
            <a:custGeom>
              <a:rect b="b" l="l" r="r" t="t"/>
              <a:pathLst>
                <a:path extrusionOk="0" h="899" w="9430">
                  <a:moveTo>
                    <a:pt x="2395" y="0"/>
                  </a:moveTo>
                  <a:lnTo>
                    <a:pt x="150" y="300"/>
                  </a:lnTo>
                  <a:lnTo>
                    <a:pt x="0" y="449"/>
                  </a:lnTo>
                  <a:lnTo>
                    <a:pt x="150" y="599"/>
                  </a:lnTo>
                  <a:lnTo>
                    <a:pt x="2395" y="749"/>
                  </a:lnTo>
                  <a:lnTo>
                    <a:pt x="4640" y="898"/>
                  </a:lnTo>
                  <a:lnTo>
                    <a:pt x="9131" y="599"/>
                  </a:lnTo>
                  <a:lnTo>
                    <a:pt x="9280" y="599"/>
                  </a:lnTo>
                  <a:lnTo>
                    <a:pt x="9430" y="449"/>
                  </a:lnTo>
                  <a:lnTo>
                    <a:pt x="9280" y="150"/>
                  </a:lnTo>
                  <a:lnTo>
                    <a:pt x="9131" y="150"/>
                  </a:lnTo>
                  <a:lnTo>
                    <a:pt x="46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2" name="Google Shape;2302;p59"/>
            <p:cNvSpPr/>
            <p:nvPr/>
          </p:nvSpPr>
          <p:spPr>
            <a:xfrm>
              <a:off x="3594825" y="1907025"/>
              <a:ext cx="235775" cy="22475"/>
            </a:xfrm>
            <a:custGeom>
              <a:rect b="b" l="l" r="r" t="t"/>
              <a:pathLst>
                <a:path extrusionOk="0" h="899" w="9431">
                  <a:moveTo>
                    <a:pt x="1198" y="1"/>
                  </a:moveTo>
                  <a:lnTo>
                    <a:pt x="150" y="300"/>
                  </a:lnTo>
                  <a:lnTo>
                    <a:pt x="1" y="300"/>
                  </a:lnTo>
                  <a:lnTo>
                    <a:pt x="1" y="450"/>
                  </a:lnTo>
                  <a:lnTo>
                    <a:pt x="1" y="599"/>
                  </a:lnTo>
                  <a:lnTo>
                    <a:pt x="150" y="599"/>
                  </a:lnTo>
                  <a:lnTo>
                    <a:pt x="1198" y="899"/>
                  </a:lnTo>
                  <a:lnTo>
                    <a:pt x="6736" y="899"/>
                  </a:lnTo>
                  <a:lnTo>
                    <a:pt x="9281" y="749"/>
                  </a:lnTo>
                  <a:lnTo>
                    <a:pt x="9430" y="749"/>
                  </a:lnTo>
                  <a:lnTo>
                    <a:pt x="9430" y="599"/>
                  </a:lnTo>
                  <a:lnTo>
                    <a:pt x="9430" y="450"/>
                  </a:lnTo>
                  <a:lnTo>
                    <a:pt x="9281" y="450"/>
                  </a:lnTo>
                  <a:lnTo>
                    <a:pt x="6736" y="150"/>
                  </a:lnTo>
                  <a:lnTo>
                    <a:pt x="4341" y="150"/>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3" name="Google Shape;2303;p59"/>
            <p:cNvSpPr/>
            <p:nvPr/>
          </p:nvSpPr>
          <p:spPr>
            <a:xfrm>
              <a:off x="3609800" y="1828450"/>
              <a:ext cx="205825" cy="22475"/>
            </a:xfrm>
            <a:custGeom>
              <a:rect b="b" l="l" r="r" t="t"/>
              <a:pathLst>
                <a:path extrusionOk="0" h="899" w="8233">
                  <a:moveTo>
                    <a:pt x="4042" y="0"/>
                  </a:moveTo>
                  <a:lnTo>
                    <a:pt x="2096" y="150"/>
                  </a:lnTo>
                  <a:lnTo>
                    <a:pt x="150" y="300"/>
                  </a:lnTo>
                  <a:lnTo>
                    <a:pt x="0" y="449"/>
                  </a:lnTo>
                  <a:lnTo>
                    <a:pt x="150" y="599"/>
                  </a:lnTo>
                  <a:lnTo>
                    <a:pt x="4042" y="898"/>
                  </a:lnTo>
                  <a:lnTo>
                    <a:pt x="5987" y="898"/>
                  </a:lnTo>
                  <a:lnTo>
                    <a:pt x="7933" y="749"/>
                  </a:lnTo>
                  <a:lnTo>
                    <a:pt x="8233" y="749"/>
                  </a:lnTo>
                  <a:lnTo>
                    <a:pt x="8233" y="449"/>
                  </a:lnTo>
                  <a:lnTo>
                    <a:pt x="8233" y="300"/>
                  </a:lnTo>
                  <a:lnTo>
                    <a:pt x="7933" y="300"/>
                  </a:lnTo>
                  <a:lnTo>
                    <a:pt x="598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4" name="Google Shape;2304;p59"/>
            <p:cNvSpPr/>
            <p:nvPr/>
          </p:nvSpPr>
          <p:spPr>
            <a:xfrm>
              <a:off x="3624750" y="1746125"/>
              <a:ext cx="243275" cy="26225"/>
            </a:xfrm>
            <a:custGeom>
              <a:rect b="b" l="l" r="r" t="t"/>
              <a:pathLst>
                <a:path extrusionOk="0" h="1049" w="9731">
                  <a:moveTo>
                    <a:pt x="4791" y="0"/>
                  </a:moveTo>
                  <a:lnTo>
                    <a:pt x="2396" y="150"/>
                  </a:lnTo>
                  <a:lnTo>
                    <a:pt x="151" y="450"/>
                  </a:lnTo>
                  <a:lnTo>
                    <a:pt x="1" y="599"/>
                  </a:lnTo>
                  <a:lnTo>
                    <a:pt x="151" y="749"/>
                  </a:lnTo>
                  <a:lnTo>
                    <a:pt x="2096" y="899"/>
                  </a:lnTo>
                  <a:lnTo>
                    <a:pt x="4042" y="1048"/>
                  </a:lnTo>
                  <a:lnTo>
                    <a:pt x="7784" y="1048"/>
                  </a:lnTo>
                  <a:lnTo>
                    <a:pt x="9580" y="749"/>
                  </a:lnTo>
                  <a:lnTo>
                    <a:pt x="9730" y="749"/>
                  </a:lnTo>
                  <a:lnTo>
                    <a:pt x="9730" y="450"/>
                  </a:lnTo>
                  <a:lnTo>
                    <a:pt x="9580" y="30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5" name="Google Shape;2305;p59"/>
            <p:cNvSpPr/>
            <p:nvPr/>
          </p:nvSpPr>
          <p:spPr>
            <a:xfrm>
              <a:off x="3632250" y="1667550"/>
              <a:ext cx="198350" cy="22475"/>
            </a:xfrm>
            <a:custGeom>
              <a:rect b="b" l="l" r="r" t="t"/>
              <a:pathLst>
                <a:path extrusionOk="0" h="899" w="7934">
                  <a:moveTo>
                    <a:pt x="1946" y="0"/>
                  </a:moveTo>
                  <a:lnTo>
                    <a:pt x="150" y="300"/>
                  </a:lnTo>
                  <a:lnTo>
                    <a:pt x="0" y="449"/>
                  </a:lnTo>
                  <a:lnTo>
                    <a:pt x="150" y="599"/>
                  </a:lnTo>
                  <a:lnTo>
                    <a:pt x="1946" y="898"/>
                  </a:lnTo>
                  <a:lnTo>
                    <a:pt x="5838" y="898"/>
                  </a:lnTo>
                  <a:lnTo>
                    <a:pt x="7634" y="749"/>
                  </a:lnTo>
                  <a:lnTo>
                    <a:pt x="7784" y="599"/>
                  </a:lnTo>
                  <a:lnTo>
                    <a:pt x="7933" y="449"/>
                  </a:lnTo>
                  <a:lnTo>
                    <a:pt x="7784" y="300"/>
                  </a:lnTo>
                  <a:lnTo>
                    <a:pt x="7634" y="300"/>
                  </a:lnTo>
                  <a:lnTo>
                    <a:pt x="5838"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6" name="Google Shape;2306;p59"/>
            <p:cNvSpPr/>
            <p:nvPr/>
          </p:nvSpPr>
          <p:spPr>
            <a:xfrm>
              <a:off x="3654700" y="1506650"/>
              <a:ext cx="164675" cy="26200"/>
            </a:xfrm>
            <a:custGeom>
              <a:rect b="b" l="l" r="r" t="t"/>
              <a:pathLst>
                <a:path extrusionOk="0" h="1048" w="6587">
                  <a:moveTo>
                    <a:pt x="2994" y="0"/>
                  </a:moveTo>
                  <a:lnTo>
                    <a:pt x="1497" y="150"/>
                  </a:lnTo>
                  <a:lnTo>
                    <a:pt x="150" y="449"/>
                  </a:lnTo>
                  <a:lnTo>
                    <a:pt x="0" y="449"/>
                  </a:lnTo>
                  <a:lnTo>
                    <a:pt x="0" y="599"/>
                  </a:lnTo>
                  <a:lnTo>
                    <a:pt x="150" y="748"/>
                  </a:lnTo>
                  <a:lnTo>
                    <a:pt x="1647" y="898"/>
                  </a:lnTo>
                  <a:lnTo>
                    <a:pt x="3293" y="1048"/>
                  </a:lnTo>
                  <a:lnTo>
                    <a:pt x="4790" y="898"/>
                  </a:lnTo>
                  <a:lnTo>
                    <a:pt x="6437" y="748"/>
                  </a:lnTo>
                  <a:lnTo>
                    <a:pt x="6586" y="599"/>
                  </a:lnTo>
                  <a:lnTo>
                    <a:pt x="6586" y="449"/>
                  </a:lnTo>
                  <a:lnTo>
                    <a:pt x="6586" y="299"/>
                  </a:lnTo>
                  <a:lnTo>
                    <a:pt x="6437" y="299"/>
                  </a:lnTo>
                  <a:lnTo>
                    <a:pt x="5838" y="150"/>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7" name="Google Shape;2307;p59"/>
            <p:cNvSpPr/>
            <p:nvPr/>
          </p:nvSpPr>
          <p:spPr>
            <a:xfrm>
              <a:off x="3643475" y="1588950"/>
              <a:ext cx="172150" cy="22500"/>
            </a:xfrm>
            <a:custGeom>
              <a:rect b="b" l="l" r="r" t="t"/>
              <a:pathLst>
                <a:path extrusionOk="0" h="900" w="6886">
                  <a:moveTo>
                    <a:pt x="1796" y="1"/>
                  </a:moveTo>
                  <a:lnTo>
                    <a:pt x="150" y="300"/>
                  </a:lnTo>
                  <a:lnTo>
                    <a:pt x="0" y="300"/>
                  </a:lnTo>
                  <a:lnTo>
                    <a:pt x="0" y="450"/>
                  </a:lnTo>
                  <a:lnTo>
                    <a:pt x="150" y="600"/>
                  </a:lnTo>
                  <a:lnTo>
                    <a:pt x="1796" y="749"/>
                  </a:lnTo>
                  <a:lnTo>
                    <a:pt x="3443" y="899"/>
                  </a:lnTo>
                  <a:lnTo>
                    <a:pt x="5089" y="899"/>
                  </a:lnTo>
                  <a:lnTo>
                    <a:pt x="6736" y="600"/>
                  </a:lnTo>
                  <a:lnTo>
                    <a:pt x="6886" y="600"/>
                  </a:lnTo>
                  <a:lnTo>
                    <a:pt x="6886" y="450"/>
                  </a:lnTo>
                  <a:lnTo>
                    <a:pt x="6886" y="300"/>
                  </a:lnTo>
                  <a:lnTo>
                    <a:pt x="6736" y="151"/>
                  </a:lnTo>
                  <a:lnTo>
                    <a:pt x="508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8" name="Google Shape;2308;p59"/>
            <p:cNvSpPr/>
            <p:nvPr/>
          </p:nvSpPr>
          <p:spPr>
            <a:xfrm>
              <a:off x="3665925" y="1424325"/>
              <a:ext cx="149700" cy="26200"/>
            </a:xfrm>
            <a:custGeom>
              <a:rect b="b" l="l" r="r" t="t"/>
              <a:pathLst>
                <a:path extrusionOk="0" h="1048" w="5988">
                  <a:moveTo>
                    <a:pt x="2844" y="0"/>
                  </a:moveTo>
                  <a:lnTo>
                    <a:pt x="1497" y="150"/>
                  </a:lnTo>
                  <a:lnTo>
                    <a:pt x="0" y="299"/>
                  </a:lnTo>
                  <a:lnTo>
                    <a:pt x="0" y="599"/>
                  </a:lnTo>
                  <a:lnTo>
                    <a:pt x="0" y="749"/>
                  </a:lnTo>
                  <a:lnTo>
                    <a:pt x="1497" y="898"/>
                  </a:lnTo>
                  <a:lnTo>
                    <a:pt x="2844" y="1048"/>
                  </a:lnTo>
                  <a:lnTo>
                    <a:pt x="4341" y="1048"/>
                  </a:lnTo>
                  <a:lnTo>
                    <a:pt x="5688" y="749"/>
                  </a:lnTo>
                  <a:lnTo>
                    <a:pt x="5838" y="599"/>
                  </a:lnTo>
                  <a:lnTo>
                    <a:pt x="5988" y="599"/>
                  </a:lnTo>
                  <a:lnTo>
                    <a:pt x="5838" y="449"/>
                  </a:lnTo>
                  <a:lnTo>
                    <a:pt x="5688" y="299"/>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09" name="Google Shape;2309;p59"/>
            <p:cNvSpPr/>
            <p:nvPr/>
          </p:nvSpPr>
          <p:spPr>
            <a:xfrm>
              <a:off x="3677150" y="1345725"/>
              <a:ext cx="134725" cy="26225"/>
            </a:xfrm>
            <a:custGeom>
              <a:rect b="b" l="l" r="r" t="t"/>
              <a:pathLst>
                <a:path extrusionOk="0" h="1049" w="5389">
                  <a:moveTo>
                    <a:pt x="1497" y="1"/>
                  </a:moveTo>
                  <a:lnTo>
                    <a:pt x="150" y="300"/>
                  </a:lnTo>
                  <a:lnTo>
                    <a:pt x="150" y="450"/>
                  </a:lnTo>
                  <a:lnTo>
                    <a:pt x="0" y="450"/>
                  </a:lnTo>
                  <a:lnTo>
                    <a:pt x="150" y="600"/>
                  </a:lnTo>
                  <a:lnTo>
                    <a:pt x="150" y="749"/>
                  </a:lnTo>
                  <a:lnTo>
                    <a:pt x="1497" y="899"/>
                  </a:lnTo>
                  <a:lnTo>
                    <a:pt x="2695" y="1049"/>
                  </a:lnTo>
                  <a:lnTo>
                    <a:pt x="4042" y="899"/>
                  </a:lnTo>
                  <a:lnTo>
                    <a:pt x="5239" y="749"/>
                  </a:lnTo>
                  <a:lnTo>
                    <a:pt x="5389" y="600"/>
                  </a:lnTo>
                  <a:lnTo>
                    <a:pt x="5389" y="450"/>
                  </a:lnTo>
                  <a:lnTo>
                    <a:pt x="5389" y="300"/>
                  </a:lnTo>
                  <a:lnTo>
                    <a:pt x="5239" y="151"/>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0" name="Google Shape;2310;p59"/>
            <p:cNvSpPr/>
            <p:nvPr/>
          </p:nvSpPr>
          <p:spPr>
            <a:xfrm>
              <a:off x="3688375" y="1267150"/>
              <a:ext cx="142225" cy="18725"/>
            </a:xfrm>
            <a:custGeom>
              <a:rect b="b" l="l" r="r" t="t"/>
              <a:pathLst>
                <a:path extrusionOk="0" h="749" w="5689">
                  <a:moveTo>
                    <a:pt x="1497" y="1"/>
                  </a:moveTo>
                  <a:lnTo>
                    <a:pt x="150" y="300"/>
                  </a:lnTo>
                  <a:lnTo>
                    <a:pt x="0" y="450"/>
                  </a:lnTo>
                  <a:lnTo>
                    <a:pt x="150" y="599"/>
                  </a:lnTo>
                  <a:lnTo>
                    <a:pt x="1497" y="749"/>
                  </a:lnTo>
                  <a:lnTo>
                    <a:pt x="4940" y="749"/>
                  </a:lnTo>
                  <a:lnTo>
                    <a:pt x="5539" y="450"/>
                  </a:lnTo>
                  <a:lnTo>
                    <a:pt x="5688" y="300"/>
                  </a:lnTo>
                  <a:lnTo>
                    <a:pt x="5539" y="150"/>
                  </a:lnTo>
                  <a:lnTo>
                    <a:pt x="49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1" name="Google Shape;2311;p59"/>
            <p:cNvSpPr/>
            <p:nvPr/>
          </p:nvSpPr>
          <p:spPr>
            <a:xfrm>
              <a:off x="3699600" y="1184825"/>
              <a:ext cx="134725" cy="22475"/>
            </a:xfrm>
            <a:custGeom>
              <a:rect b="b" l="l" r="r" t="t"/>
              <a:pathLst>
                <a:path extrusionOk="0" h="899" w="5389">
                  <a:moveTo>
                    <a:pt x="2844" y="1"/>
                  </a:moveTo>
                  <a:lnTo>
                    <a:pt x="1497" y="150"/>
                  </a:lnTo>
                  <a:lnTo>
                    <a:pt x="150" y="300"/>
                  </a:lnTo>
                  <a:lnTo>
                    <a:pt x="0" y="300"/>
                  </a:lnTo>
                  <a:lnTo>
                    <a:pt x="0" y="450"/>
                  </a:lnTo>
                  <a:lnTo>
                    <a:pt x="0" y="599"/>
                  </a:lnTo>
                  <a:lnTo>
                    <a:pt x="150" y="749"/>
                  </a:lnTo>
                  <a:lnTo>
                    <a:pt x="1497" y="899"/>
                  </a:lnTo>
                  <a:lnTo>
                    <a:pt x="4042" y="899"/>
                  </a:lnTo>
                  <a:lnTo>
                    <a:pt x="4790" y="749"/>
                  </a:lnTo>
                  <a:lnTo>
                    <a:pt x="5239" y="599"/>
                  </a:lnTo>
                  <a:lnTo>
                    <a:pt x="5389" y="450"/>
                  </a:lnTo>
                  <a:lnTo>
                    <a:pt x="5239" y="300"/>
                  </a:lnTo>
                  <a:lnTo>
                    <a:pt x="4790" y="15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2" name="Google Shape;2312;p59"/>
            <p:cNvSpPr/>
            <p:nvPr/>
          </p:nvSpPr>
          <p:spPr>
            <a:xfrm>
              <a:off x="3703350" y="1098775"/>
              <a:ext cx="134725" cy="29950"/>
            </a:xfrm>
            <a:custGeom>
              <a:rect b="b" l="l" r="r" t="t"/>
              <a:pathLst>
                <a:path extrusionOk="0" h="1198" w="5389">
                  <a:moveTo>
                    <a:pt x="2694" y="0"/>
                  </a:moveTo>
                  <a:lnTo>
                    <a:pt x="1347" y="150"/>
                  </a:lnTo>
                  <a:lnTo>
                    <a:pt x="150" y="449"/>
                  </a:lnTo>
                  <a:lnTo>
                    <a:pt x="0" y="449"/>
                  </a:lnTo>
                  <a:lnTo>
                    <a:pt x="0" y="599"/>
                  </a:lnTo>
                  <a:lnTo>
                    <a:pt x="0" y="748"/>
                  </a:lnTo>
                  <a:lnTo>
                    <a:pt x="150" y="898"/>
                  </a:lnTo>
                  <a:lnTo>
                    <a:pt x="1347" y="1048"/>
                  </a:lnTo>
                  <a:lnTo>
                    <a:pt x="2694" y="1198"/>
                  </a:lnTo>
                  <a:lnTo>
                    <a:pt x="4041" y="1198"/>
                  </a:lnTo>
                  <a:lnTo>
                    <a:pt x="4640" y="1048"/>
                  </a:lnTo>
                  <a:lnTo>
                    <a:pt x="5239" y="898"/>
                  </a:lnTo>
                  <a:lnTo>
                    <a:pt x="5389" y="748"/>
                  </a:lnTo>
                  <a:lnTo>
                    <a:pt x="5389" y="449"/>
                  </a:lnTo>
                  <a:lnTo>
                    <a:pt x="5239" y="449"/>
                  </a:lnTo>
                  <a:lnTo>
                    <a:pt x="4640" y="299"/>
                  </a:lnTo>
                  <a:lnTo>
                    <a:pt x="4041"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3" name="Google Shape;2313;p59"/>
            <p:cNvSpPr/>
            <p:nvPr/>
          </p:nvSpPr>
          <p:spPr>
            <a:xfrm>
              <a:off x="3718300" y="1020175"/>
              <a:ext cx="134750" cy="26225"/>
            </a:xfrm>
            <a:custGeom>
              <a:rect b="b" l="l" r="r" t="t"/>
              <a:pathLst>
                <a:path extrusionOk="0" h="1049" w="5390">
                  <a:moveTo>
                    <a:pt x="2695" y="1"/>
                  </a:moveTo>
                  <a:lnTo>
                    <a:pt x="1348" y="151"/>
                  </a:lnTo>
                  <a:lnTo>
                    <a:pt x="151" y="300"/>
                  </a:lnTo>
                  <a:lnTo>
                    <a:pt x="1" y="600"/>
                  </a:lnTo>
                  <a:lnTo>
                    <a:pt x="151" y="749"/>
                  </a:lnTo>
                  <a:lnTo>
                    <a:pt x="1348" y="899"/>
                  </a:lnTo>
                  <a:lnTo>
                    <a:pt x="2695" y="1049"/>
                  </a:lnTo>
                  <a:lnTo>
                    <a:pt x="4042" y="1049"/>
                  </a:lnTo>
                  <a:lnTo>
                    <a:pt x="5240" y="749"/>
                  </a:lnTo>
                  <a:lnTo>
                    <a:pt x="5389" y="600"/>
                  </a:lnTo>
                  <a:lnTo>
                    <a:pt x="5240" y="30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4" name="Google Shape;2314;p59"/>
            <p:cNvSpPr/>
            <p:nvPr/>
          </p:nvSpPr>
          <p:spPr>
            <a:xfrm>
              <a:off x="3729525" y="941600"/>
              <a:ext cx="108550" cy="22475"/>
            </a:xfrm>
            <a:custGeom>
              <a:rect b="b" l="l" r="r" t="t"/>
              <a:pathLst>
                <a:path extrusionOk="0" h="899" w="4342">
                  <a:moveTo>
                    <a:pt x="2246" y="1"/>
                  </a:moveTo>
                  <a:lnTo>
                    <a:pt x="1198" y="150"/>
                  </a:lnTo>
                  <a:lnTo>
                    <a:pt x="151" y="300"/>
                  </a:lnTo>
                  <a:lnTo>
                    <a:pt x="1" y="450"/>
                  </a:lnTo>
                  <a:lnTo>
                    <a:pt x="151" y="599"/>
                  </a:lnTo>
                  <a:lnTo>
                    <a:pt x="1198" y="899"/>
                  </a:lnTo>
                  <a:lnTo>
                    <a:pt x="3743" y="899"/>
                  </a:lnTo>
                  <a:lnTo>
                    <a:pt x="4342" y="599"/>
                  </a:lnTo>
                  <a:lnTo>
                    <a:pt x="4342" y="450"/>
                  </a:lnTo>
                  <a:lnTo>
                    <a:pt x="4342" y="300"/>
                  </a:lnTo>
                  <a:lnTo>
                    <a:pt x="3743" y="150"/>
                  </a:lnTo>
                  <a:lnTo>
                    <a:pt x="3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5" name="Google Shape;2315;p59"/>
            <p:cNvSpPr/>
            <p:nvPr/>
          </p:nvSpPr>
          <p:spPr>
            <a:xfrm>
              <a:off x="3740750" y="863025"/>
              <a:ext cx="82350" cy="18725"/>
            </a:xfrm>
            <a:custGeom>
              <a:rect b="b" l="l" r="r" t="t"/>
              <a:pathLst>
                <a:path extrusionOk="0" h="749" w="3294">
                  <a:moveTo>
                    <a:pt x="1498" y="0"/>
                  </a:moveTo>
                  <a:lnTo>
                    <a:pt x="151" y="300"/>
                  </a:lnTo>
                  <a:lnTo>
                    <a:pt x="1" y="449"/>
                  </a:lnTo>
                  <a:lnTo>
                    <a:pt x="151" y="599"/>
                  </a:lnTo>
                  <a:lnTo>
                    <a:pt x="1647" y="749"/>
                  </a:lnTo>
                  <a:lnTo>
                    <a:pt x="2396" y="749"/>
                  </a:lnTo>
                  <a:lnTo>
                    <a:pt x="2995" y="599"/>
                  </a:lnTo>
                  <a:lnTo>
                    <a:pt x="3144" y="599"/>
                  </a:lnTo>
                  <a:lnTo>
                    <a:pt x="3294" y="449"/>
                  </a:lnTo>
                  <a:lnTo>
                    <a:pt x="3144" y="150"/>
                  </a:lnTo>
                  <a:lnTo>
                    <a:pt x="2995" y="150"/>
                  </a:lnTo>
                  <a:lnTo>
                    <a:pt x="23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6" name="Google Shape;2316;p59"/>
            <p:cNvSpPr/>
            <p:nvPr/>
          </p:nvSpPr>
          <p:spPr>
            <a:xfrm>
              <a:off x="3744500" y="780700"/>
              <a:ext cx="71125" cy="22475"/>
            </a:xfrm>
            <a:custGeom>
              <a:rect b="b" l="l" r="r" t="t"/>
              <a:pathLst>
                <a:path extrusionOk="0" h="899" w="2845">
                  <a:moveTo>
                    <a:pt x="1348" y="0"/>
                  </a:moveTo>
                  <a:lnTo>
                    <a:pt x="749" y="150"/>
                  </a:lnTo>
                  <a:lnTo>
                    <a:pt x="150" y="300"/>
                  </a:lnTo>
                  <a:lnTo>
                    <a:pt x="1" y="449"/>
                  </a:lnTo>
                  <a:lnTo>
                    <a:pt x="150" y="599"/>
                  </a:lnTo>
                  <a:lnTo>
                    <a:pt x="749" y="898"/>
                  </a:lnTo>
                  <a:lnTo>
                    <a:pt x="1946" y="898"/>
                  </a:lnTo>
                  <a:lnTo>
                    <a:pt x="2545" y="749"/>
                  </a:lnTo>
                  <a:lnTo>
                    <a:pt x="2695" y="599"/>
                  </a:lnTo>
                  <a:lnTo>
                    <a:pt x="2845" y="449"/>
                  </a:lnTo>
                  <a:lnTo>
                    <a:pt x="2695" y="300"/>
                  </a:lnTo>
                  <a:lnTo>
                    <a:pt x="2545" y="150"/>
                  </a:lnTo>
                  <a:lnTo>
                    <a:pt x="19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7" name="Google Shape;2317;p59"/>
            <p:cNvSpPr/>
            <p:nvPr/>
          </p:nvSpPr>
          <p:spPr>
            <a:xfrm>
              <a:off x="3759475" y="698375"/>
              <a:ext cx="67375" cy="26225"/>
            </a:xfrm>
            <a:custGeom>
              <a:rect b="b" l="l" r="r" t="t"/>
              <a:pathLst>
                <a:path extrusionOk="0" h="1049" w="2695">
                  <a:moveTo>
                    <a:pt x="1497" y="0"/>
                  </a:moveTo>
                  <a:lnTo>
                    <a:pt x="150" y="300"/>
                  </a:lnTo>
                  <a:lnTo>
                    <a:pt x="0" y="450"/>
                  </a:lnTo>
                  <a:lnTo>
                    <a:pt x="150" y="749"/>
                  </a:lnTo>
                  <a:lnTo>
                    <a:pt x="749" y="899"/>
                  </a:lnTo>
                  <a:lnTo>
                    <a:pt x="1497" y="1048"/>
                  </a:lnTo>
                  <a:lnTo>
                    <a:pt x="2096" y="899"/>
                  </a:lnTo>
                  <a:lnTo>
                    <a:pt x="2395" y="899"/>
                  </a:lnTo>
                  <a:lnTo>
                    <a:pt x="2695" y="749"/>
                  </a:lnTo>
                  <a:lnTo>
                    <a:pt x="2695" y="450"/>
                  </a:lnTo>
                  <a:lnTo>
                    <a:pt x="26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8" name="Google Shape;2318;p59"/>
            <p:cNvSpPr/>
            <p:nvPr/>
          </p:nvSpPr>
          <p:spPr>
            <a:xfrm>
              <a:off x="3766950" y="623525"/>
              <a:ext cx="59900" cy="15000"/>
            </a:xfrm>
            <a:custGeom>
              <a:rect b="b" l="l" r="r" t="t"/>
              <a:pathLst>
                <a:path extrusionOk="0" h="600" w="2396">
                  <a:moveTo>
                    <a:pt x="1048" y="1"/>
                  </a:moveTo>
                  <a:lnTo>
                    <a:pt x="1" y="151"/>
                  </a:lnTo>
                  <a:lnTo>
                    <a:pt x="1" y="300"/>
                  </a:lnTo>
                  <a:lnTo>
                    <a:pt x="1" y="450"/>
                  </a:lnTo>
                  <a:lnTo>
                    <a:pt x="1048" y="600"/>
                  </a:lnTo>
                  <a:lnTo>
                    <a:pt x="2246" y="450"/>
                  </a:lnTo>
                  <a:lnTo>
                    <a:pt x="2396" y="300"/>
                  </a:lnTo>
                  <a:lnTo>
                    <a:pt x="2246" y="151"/>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19" name="Google Shape;2319;p59"/>
            <p:cNvSpPr/>
            <p:nvPr/>
          </p:nvSpPr>
          <p:spPr>
            <a:xfrm>
              <a:off x="3512500" y="2827550"/>
              <a:ext cx="18725" cy="295650"/>
            </a:xfrm>
            <a:custGeom>
              <a:rect b="b" l="l" r="r" t="t"/>
              <a:pathLst>
                <a:path extrusionOk="0" h="11826" w="749">
                  <a:moveTo>
                    <a:pt x="300" y="1"/>
                  </a:moveTo>
                  <a:lnTo>
                    <a:pt x="150" y="150"/>
                  </a:lnTo>
                  <a:lnTo>
                    <a:pt x="150" y="300"/>
                  </a:lnTo>
                  <a:lnTo>
                    <a:pt x="150" y="749"/>
                  </a:lnTo>
                  <a:lnTo>
                    <a:pt x="1" y="1497"/>
                  </a:lnTo>
                  <a:lnTo>
                    <a:pt x="1" y="2096"/>
                  </a:lnTo>
                  <a:lnTo>
                    <a:pt x="1" y="2695"/>
                  </a:lnTo>
                  <a:lnTo>
                    <a:pt x="1" y="7185"/>
                  </a:lnTo>
                  <a:lnTo>
                    <a:pt x="150" y="11676"/>
                  </a:lnTo>
                  <a:lnTo>
                    <a:pt x="300" y="11825"/>
                  </a:lnTo>
                  <a:lnTo>
                    <a:pt x="450" y="11676"/>
                  </a:lnTo>
                  <a:lnTo>
                    <a:pt x="749" y="7185"/>
                  </a:lnTo>
                  <a:lnTo>
                    <a:pt x="599" y="2695"/>
                  </a:lnTo>
                  <a:lnTo>
                    <a:pt x="599" y="2096"/>
                  </a:lnTo>
                  <a:lnTo>
                    <a:pt x="599" y="1497"/>
                  </a:lnTo>
                  <a:lnTo>
                    <a:pt x="599" y="1348"/>
                  </a:lnTo>
                  <a:lnTo>
                    <a:pt x="599" y="749"/>
                  </a:lnTo>
                  <a:lnTo>
                    <a:pt x="450" y="30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0" name="Google Shape;2320;p59"/>
            <p:cNvSpPr/>
            <p:nvPr/>
          </p:nvSpPr>
          <p:spPr>
            <a:xfrm>
              <a:off x="3351600" y="2850000"/>
              <a:ext cx="15000" cy="280675"/>
            </a:xfrm>
            <a:custGeom>
              <a:rect b="b" l="l" r="r" t="t"/>
              <a:pathLst>
                <a:path extrusionOk="0" h="11227" w="600">
                  <a:moveTo>
                    <a:pt x="300" y="1"/>
                  </a:moveTo>
                  <a:lnTo>
                    <a:pt x="150" y="150"/>
                  </a:lnTo>
                  <a:lnTo>
                    <a:pt x="0" y="5539"/>
                  </a:lnTo>
                  <a:lnTo>
                    <a:pt x="0" y="6587"/>
                  </a:lnTo>
                  <a:lnTo>
                    <a:pt x="0" y="7634"/>
                  </a:lnTo>
                  <a:lnTo>
                    <a:pt x="0" y="9430"/>
                  </a:lnTo>
                  <a:lnTo>
                    <a:pt x="150" y="11077"/>
                  </a:lnTo>
                  <a:lnTo>
                    <a:pt x="300" y="11227"/>
                  </a:lnTo>
                  <a:lnTo>
                    <a:pt x="449" y="11077"/>
                  </a:lnTo>
                  <a:lnTo>
                    <a:pt x="599" y="8832"/>
                  </a:lnTo>
                  <a:lnTo>
                    <a:pt x="599" y="6587"/>
                  </a:lnTo>
                  <a:lnTo>
                    <a:pt x="599" y="5539"/>
                  </a:lnTo>
                  <a:lnTo>
                    <a:pt x="599" y="4641"/>
                  </a:lnTo>
                  <a:lnTo>
                    <a:pt x="449" y="15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1" name="Google Shape;2321;p59"/>
            <p:cNvSpPr/>
            <p:nvPr/>
          </p:nvSpPr>
          <p:spPr>
            <a:xfrm>
              <a:off x="3265525" y="2846250"/>
              <a:ext cx="26225" cy="273200"/>
            </a:xfrm>
            <a:custGeom>
              <a:rect b="b" l="l" r="r" t="t"/>
              <a:pathLst>
                <a:path extrusionOk="0" h="10928" w="1049">
                  <a:moveTo>
                    <a:pt x="450" y="1"/>
                  </a:moveTo>
                  <a:lnTo>
                    <a:pt x="150" y="2396"/>
                  </a:lnTo>
                  <a:lnTo>
                    <a:pt x="1" y="4940"/>
                  </a:lnTo>
                  <a:lnTo>
                    <a:pt x="1" y="7485"/>
                  </a:lnTo>
                  <a:lnTo>
                    <a:pt x="300" y="9880"/>
                  </a:lnTo>
                  <a:lnTo>
                    <a:pt x="300" y="10778"/>
                  </a:lnTo>
                  <a:lnTo>
                    <a:pt x="450" y="10928"/>
                  </a:lnTo>
                  <a:lnTo>
                    <a:pt x="600" y="10778"/>
                  </a:lnTo>
                  <a:lnTo>
                    <a:pt x="600" y="10478"/>
                  </a:lnTo>
                  <a:lnTo>
                    <a:pt x="749" y="9131"/>
                  </a:lnTo>
                  <a:lnTo>
                    <a:pt x="1049" y="6886"/>
                  </a:lnTo>
                  <a:lnTo>
                    <a:pt x="1049" y="4491"/>
                  </a:lnTo>
                  <a:lnTo>
                    <a:pt x="899" y="2246"/>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2" name="Google Shape;2322;p59"/>
            <p:cNvSpPr/>
            <p:nvPr/>
          </p:nvSpPr>
          <p:spPr>
            <a:xfrm>
              <a:off x="3186950" y="2857500"/>
              <a:ext cx="22475" cy="258200"/>
            </a:xfrm>
            <a:custGeom>
              <a:rect b="b" l="l" r="r" t="t"/>
              <a:pathLst>
                <a:path extrusionOk="0" h="10328" w="899">
                  <a:moveTo>
                    <a:pt x="300" y="0"/>
                  </a:moveTo>
                  <a:lnTo>
                    <a:pt x="150" y="1048"/>
                  </a:lnTo>
                  <a:lnTo>
                    <a:pt x="1" y="2245"/>
                  </a:lnTo>
                  <a:lnTo>
                    <a:pt x="1" y="4640"/>
                  </a:lnTo>
                  <a:lnTo>
                    <a:pt x="1" y="7484"/>
                  </a:lnTo>
                  <a:lnTo>
                    <a:pt x="300" y="10178"/>
                  </a:lnTo>
                  <a:lnTo>
                    <a:pt x="300" y="10328"/>
                  </a:lnTo>
                  <a:lnTo>
                    <a:pt x="599" y="10328"/>
                  </a:lnTo>
                  <a:lnTo>
                    <a:pt x="599" y="10178"/>
                  </a:lnTo>
                  <a:lnTo>
                    <a:pt x="749" y="7484"/>
                  </a:lnTo>
                  <a:lnTo>
                    <a:pt x="899" y="4640"/>
                  </a:lnTo>
                  <a:lnTo>
                    <a:pt x="899" y="2245"/>
                  </a:lnTo>
                  <a:lnTo>
                    <a:pt x="749" y="1048"/>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3" name="Google Shape;2323;p59"/>
            <p:cNvSpPr/>
            <p:nvPr/>
          </p:nvSpPr>
          <p:spPr>
            <a:xfrm>
              <a:off x="3100875" y="2857500"/>
              <a:ext cx="29975" cy="243250"/>
            </a:xfrm>
            <a:custGeom>
              <a:rect b="b" l="l" r="r" t="t"/>
              <a:pathLst>
                <a:path extrusionOk="0" h="9730" w="1199">
                  <a:moveTo>
                    <a:pt x="450" y="0"/>
                  </a:moveTo>
                  <a:lnTo>
                    <a:pt x="300" y="1197"/>
                  </a:lnTo>
                  <a:lnTo>
                    <a:pt x="151" y="2395"/>
                  </a:lnTo>
                  <a:lnTo>
                    <a:pt x="1" y="4790"/>
                  </a:lnTo>
                  <a:lnTo>
                    <a:pt x="300" y="7334"/>
                  </a:lnTo>
                  <a:lnTo>
                    <a:pt x="450" y="9579"/>
                  </a:lnTo>
                  <a:lnTo>
                    <a:pt x="600" y="9729"/>
                  </a:lnTo>
                  <a:lnTo>
                    <a:pt x="749" y="9579"/>
                  </a:lnTo>
                  <a:lnTo>
                    <a:pt x="899" y="7334"/>
                  </a:lnTo>
                  <a:lnTo>
                    <a:pt x="1198" y="4790"/>
                  </a:lnTo>
                  <a:lnTo>
                    <a:pt x="1198" y="2395"/>
                  </a:lnTo>
                  <a:lnTo>
                    <a:pt x="1049" y="1197"/>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4" name="Google Shape;2324;p59"/>
            <p:cNvSpPr/>
            <p:nvPr/>
          </p:nvSpPr>
          <p:spPr>
            <a:xfrm>
              <a:off x="3026050" y="2846250"/>
              <a:ext cx="22475" cy="243275"/>
            </a:xfrm>
            <a:custGeom>
              <a:rect b="b" l="l" r="r" t="t"/>
              <a:pathLst>
                <a:path extrusionOk="0" h="9731" w="899">
                  <a:moveTo>
                    <a:pt x="449" y="1"/>
                  </a:moveTo>
                  <a:lnTo>
                    <a:pt x="300" y="151"/>
                  </a:lnTo>
                  <a:lnTo>
                    <a:pt x="0" y="1198"/>
                  </a:lnTo>
                  <a:lnTo>
                    <a:pt x="0" y="2396"/>
                  </a:lnTo>
                  <a:lnTo>
                    <a:pt x="0" y="4641"/>
                  </a:lnTo>
                  <a:lnTo>
                    <a:pt x="0" y="7036"/>
                  </a:lnTo>
                  <a:lnTo>
                    <a:pt x="300" y="9580"/>
                  </a:lnTo>
                  <a:lnTo>
                    <a:pt x="300" y="9730"/>
                  </a:lnTo>
                  <a:lnTo>
                    <a:pt x="599" y="9730"/>
                  </a:lnTo>
                  <a:lnTo>
                    <a:pt x="599" y="9580"/>
                  </a:lnTo>
                  <a:lnTo>
                    <a:pt x="749" y="7036"/>
                  </a:lnTo>
                  <a:lnTo>
                    <a:pt x="749" y="4641"/>
                  </a:lnTo>
                  <a:lnTo>
                    <a:pt x="898" y="239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5" name="Google Shape;2325;p59"/>
            <p:cNvSpPr/>
            <p:nvPr/>
          </p:nvSpPr>
          <p:spPr>
            <a:xfrm>
              <a:off x="2943725" y="2846250"/>
              <a:ext cx="22475" cy="232050"/>
            </a:xfrm>
            <a:custGeom>
              <a:rect b="b" l="l" r="r" t="t"/>
              <a:pathLst>
                <a:path extrusionOk="0" h="9282" w="899">
                  <a:moveTo>
                    <a:pt x="300" y="1"/>
                  </a:moveTo>
                  <a:lnTo>
                    <a:pt x="300" y="151"/>
                  </a:lnTo>
                  <a:lnTo>
                    <a:pt x="0" y="4641"/>
                  </a:lnTo>
                  <a:lnTo>
                    <a:pt x="150" y="6886"/>
                  </a:lnTo>
                  <a:lnTo>
                    <a:pt x="300" y="9131"/>
                  </a:lnTo>
                  <a:lnTo>
                    <a:pt x="599" y="9281"/>
                  </a:lnTo>
                  <a:lnTo>
                    <a:pt x="749" y="9131"/>
                  </a:lnTo>
                  <a:lnTo>
                    <a:pt x="899" y="6886"/>
                  </a:lnTo>
                  <a:lnTo>
                    <a:pt x="899" y="4641"/>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6" name="Google Shape;2326;p59"/>
            <p:cNvSpPr/>
            <p:nvPr/>
          </p:nvSpPr>
          <p:spPr>
            <a:xfrm>
              <a:off x="2861400" y="2835025"/>
              <a:ext cx="22475" cy="235775"/>
            </a:xfrm>
            <a:custGeom>
              <a:rect b="b" l="l" r="r" t="t"/>
              <a:pathLst>
                <a:path extrusionOk="0" h="9431" w="899">
                  <a:moveTo>
                    <a:pt x="599" y="1"/>
                  </a:moveTo>
                  <a:lnTo>
                    <a:pt x="450" y="151"/>
                  </a:lnTo>
                  <a:lnTo>
                    <a:pt x="300" y="300"/>
                  </a:lnTo>
                  <a:lnTo>
                    <a:pt x="150" y="2695"/>
                  </a:lnTo>
                  <a:lnTo>
                    <a:pt x="1" y="5090"/>
                  </a:lnTo>
                  <a:lnTo>
                    <a:pt x="1" y="7186"/>
                  </a:lnTo>
                  <a:lnTo>
                    <a:pt x="1" y="8383"/>
                  </a:lnTo>
                  <a:lnTo>
                    <a:pt x="150" y="9431"/>
                  </a:lnTo>
                  <a:lnTo>
                    <a:pt x="599" y="9431"/>
                  </a:lnTo>
                  <a:lnTo>
                    <a:pt x="749" y="8383"/>
                  </a:lnTo>
                  <a:lnTo>
                    <a:pt x="899" y="7186"/>
                  </a:lnTo>
                  <a:lnTo>
                    <a:pt x="899" y="5090"/>
                  </a:lnTo>
                  <a:lnTo>
                    <a:pt x="899" y="2695"/>
                  </a:lnTo>
                  <a:lnTo>
                    <a:pt x="749" y="300"/>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7" name="Google Shape;2327;p59"/>
            <p:cNvSpPr/>
            <p:nvPr/>
          </p:nvSpPr>
          <p:spPr>
            <a:xfrm>
              <a:off x="2782825" y="2850000"/>
              <a:ext cx="22475" cy="205825"/>
            </a:xfrm>
            <a:custGeom>
              <a:rect b="b" l="l" r="r" t="t"/>
              <a:pathLst>
                <a:path extrusionOk="0" h="8233" w="899">
                  <a:moveTo>
                    <a:pt x="449" y="1"/>
                  </a:moveTo>
                  <a:lnTo>
                    <a:pt x="300" y="150"/>
                  </a:lnTo>
                  <a:lnTo>
                    <a:pt x="150" y="300"/>
                  </a:lnTo>
                  <a:lnTo>
                    <a:pt x="0" y="2246"/>
                  </a:lnTo>
                  <a:lnTo>
                    <a:pt x="0" y="4192"/>
                  </a:lnTo>
                  <a:lnTo>
                    <a:pt x="0" y="6137"/>
                  </a:lnTo>
                  <a:lnTo>
                    <a:pt x="300" y="8083"/>
                  </a:lnTo>
                  <a:lnTo>
                    <a:pt x="300" y="8233"/>
                  </a:lnTo>
                  <a:lnTo>
                    <a:pt x="449" y="8083"/>
                  </a:lnTo>
                  <a:lnTo>
                    <a:pt x="898" y="4192"/>
                  </a:lnTo>
                  <a:lnTo>
                    <a:pt x="898" y="2246"/>
                  </a:lnTo>
                  <a:lnTo>
                    <a:pt x="749" y="300"/>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8" name="Google Shape;2328;p59"/>
            <p:cNvSpPr/>
            <p:nvPr/>
          </p:nvSpPr>
          <p:spPr>
            <a:xfrm>
              <a:off x="2696750" y="2797625"/>
              <a:ext cx="29975" cy="246975"/>
            </a:xfrm>
            <a:custGeom>
              <a:rect b="b" l="l" r="r" t="t"/>
              <a:pathLst>
                <a:path extrusionOk="0" h="9879" w="1199">
                  <a:moveTo>
                    <a:pt x="599" y="0"/>
                  </a:moveTo>
                  <a:lnTo>
                    <a:pt x="450" y="150"/>
                  </a:lnTo>
                  <a:lnTo>
                    <a:pt x="150" y="2545"/>
                  </a:lnTo>
                  <a:lnTo>
                    <a:pt x="1" y="4940"/>
                  </a:lnTo>
                  <a:lnTo>
                    <a:pt x="150" y="7334"/>
                  </a:lnTo>
                  <a:lnTo>
                    <a:pt x="450" y="9729"/>
                  </a:lnTo>
                  <a:lnTo>
                    <a:pt x="599" y="9879"/>
                  </a:lnTo>
                  <a:lnTo>
                    <a:pt x="749" y="9729"/>
                  </a:lnTo>
                  <a:lnTo>
                    <a:pt x="1048" y="7634"/>
                  </a:lnTo>
                  <a:lnTo>
                    <a:pt x="1198" y="5688"/>
                  </a:lnTo>
                  <a:lnTo>
                    <a:pt x="1198" y="3892"/>
                  </a:lnTo>
                  <a:lnTo>
                    <a:pt x="1048" y="1946"/>
                  </a:lnTo>
                  <a:lnTo>
                    <a:pt x="899" y="150"/>
                  </a:lnTo>
                  <a:lnTo>
                    <a:pt x="74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29" name="Google Shape;2329;p59"/>
            <p:cNvSpPr/>
            <p:nvPr/>
          </p:nvSpPr>
          <p:spPr>
            <a:xfrm>
              <a:off x="2621925" y="2838775"/>
              <a:ext cx="22475" cy="194600"/>
            </a:xfrm>
            <a:custGeom>
              <a:rect b="b" l="l" r="r" t="t"/>
              <a:pathLst>
                <a:path extrusionOk="0" h="7784" w="899">
                  <a:moveTo>
                    <a:pt x="299" y="1"/>
                  </a:moveTo>
                  <a:lnTo>
                    <a:pt x="150" y="150"/>
                  </a:lnTo>
                  <a:lnTo>
                    <a:pt x="0" y="2096"/>
                  </a:lnTo>
                  <a:lnTo>
                    <a:pt x="0" y="3892"/>
                  </a:lnTo>
                  <a:lnTo>
                    <a:pt x="0" y="5838"/>
                  </a:lnTo>
                  <a:lnTo>
                    <a:pt x="299" y="7634"/>
                  </a:lnTo>
                  <a:lnTo>
                    <a:pt x="449" y="7784"/>
                  </a:lnTo>
                  <a:lnTo>
                    <a:pt x="599" y="7634"/>
                  </a:lnTo>
                  <a:lnTo>
                    <a:pt x="749" y="5838"/>
                  </a:lnTo>
                  <a:lnTo>
                    <a:pt x="898" y="3892"/>
                  </a:lnTo>
                  <a:lnTo>
                    <a:pt x="749" y="2096"/>
                  </a:lnTo>
                  <a:lnTo>
                    <a:pt x="59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0" name="Google Shape;2330;p59"/>
            <p:cNvSpPr/>
            <p:nvPr/>
          </p:nvSpPr>
          <p:spPr>
            <a:xfrm>
              <a:off x="2461000" y="2846250"/>
              <a:ext cx="22500" cy="164675"/>
            </a:xfrm>
            <a:custGeom>
              <a:rect b="b" l="l" r="r" t="t"/>
              <a:pathLst>
                <a:path extrusionOk="0" h="6587" w="900">
                  <a:moveTo>
                    <a:pt x="450" y="1"/>
                  </a:moveTo>
                  <a:lnTo>
                    <a:pt x="300" y="151"/>
                  </a:lnTo>
                  <a:lnTo>
                    <a:pt x="151" y="300"/>
                  </a:lnTo>
                  <a:lnTo>
                    <a:pt x="151" y="899"/>
                  </a:lnTo>
                  <a:lnTo>
                    <a:pt x="1" y="2246"/>
                  </a:lnTo>
                  <a:lnTo>
                    <a:pt x="1" y="3743"/>
                  </a:lnTo>
                  <a:lnTo>
                    <a:pt x="151" y="5090"/>
                  </a:lnTo>
                  <a:lnTo>
                    <a:pt x="300" y="6587"/>
                  </a:lnTo>
                  <a:lnTo>
                    <a:pt x="600" y="6587"/>
                  </a:lnTo>
                  <a:lnTo>
                    <a:pt x="899" y="4940"/>
                  </a:lnTo>
                  <a:lnTo>
                    <a:pt x="899" y="3444"/>
                  </a:lnTo>
                  <a:lnTo>
                    <a:pt x="899" y="1797"/>
                  </a:lnTo>
                  <a:lnTo>
                    <a:pt x="600" y="300"/>
                  </a:lnTo>
                  <a:lnTo>
                    <a:pt x="600"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1" name="Google Shape;2331;p59"/>
            <p:cNvSpPr/>
            <p:nvPr/>
          </p:nvSpPr>
          <p:spPr>
            <a:xfrm>
              <a:off x="2539600" y="2850000"/>
              <a:ext cx="22475" cy="172150"/>
            </a:xfrm>
            <a:custGeom>
              <a:rect b="b" l="l" r="r" t="t"/>
              <a:pathLst>
                <a:path extrusionOk="0" h="6886" w="899">
                  <a:moveTo>
                    <a:pt x="300" y="1"/>
                  </a:moveTo>
                  <a:lnTo>
                    <a:pt x="300" y="150"/>
                  </a:lnTo>
                  <a:lnTo>
                    <a:pt x="0" y="1797"/>
                  </a:lnTo>
                  <a:lnTo>
                    <a:pt x="0" y="3443"/>
                  </a:lnTo>
                  <a:lnTo>
                    <a:pt x="150" y="5090"/>
                  </a:lnTo>
                  <a:lnTo>
                    <a:pt x="300" y="6736"/>
                  </a:lnTo>
                  <a:lnTo>
                    <a:pt x="449" y="6886"/>
                  </a:lnTo>
                  <a:lnTo>
                    <a:pt x="599" y="6886"/>
                  </a:lnTo>
                  <a:lnTo>
                    <a:pt x="599" y="6736"/>
                  </a:lnTo>
                  <a:lnTo>
                    <a:pt x="898" y="5090"/>
                  </a:lnTo>
                  <a:lnTo>
                    <a:pt x="898" y="3443"/>
                  </a:lnTo>
                  <a:lnTo>
                    <a:pt x="898" y="1797"/>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2" name="Google Shape;2332;p59"/>
            <p:cNvSpPr/>
            <p:nvPr/>
          </p:nvSpPr>
          <p:spPr>
            <a:xfrm>
              <a:off x="2378700" y="2853750"/>
              <a:ext cx="22475" cy="149700"/>
            </a:xfrm>
            <a:custGeom>
              <a:rect b="b" l="l" r="r" t="t"/>
              <a:pathLst>
                <a:path extrusionOk="0" h="5988" w="899">
                  <a:moveTo>
                    <a:pt x="299" y="0"/>
                  </a:moveTo>
                  <a:lnTo>
                    <a:pt x="299" y="150"/>
                  </a:lnTo>
                  <a:lnTo>
                    <a:pt x="0" y="1497"/>
                  </a:lnTo>
                  <a:lnTo>
                    <a:pt x="0" y="2994"/>
                  </a:lnTo>
                  <a:lnTo>
                    <a:pt x="150" y="4491"/>
                  </a:lnTo>
                  <a:lnTo>
                    <a:pt x="299" y="5838"/>
                  </a:lnTo>
                  <a:lnTo>
                    <a:pt x="449" y="5987"/>
                  </a:lnTo>
                  <a:lnTo>
                    <a:pt x="599" y="5838"/>
                  </a:lnTo>
                  <a:lnTo>
                    <a:pt x="898" y="4491"/>
                  </a:lnTo>
                  <a:lnTo>
                    <a:pt x="898" y="2994"/>
                  </a:lnTo>
                  <a:lnTo>
                    <a:pt x="898" y="1497"/>
                  </a:lnTo>
                  <a:lnTo>
                    <a:pt x="748"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3" name="Google Shape;2333;p59"/>
            <p:cNvSpPr/>
            <p:nvPr/>
          </p:nvSpPr>
          <p:spPr>
            <a:xfrm>
              <a:off x="2296375" y="2853750"/>
              <a:ext cx="26200" cy="134725"/>
            </a:xfrm>
            <a:custGeom>
              <a:rect b="b" l="l" r="r" t="t"/>
              <a:pathLst>
                <a:path extrusionOk="0" h="5389" w="1048">
                  <a:moveTo>
                    <a:pt x="449" y="0"/>
                  </a:moveTo>
                  <a:lnTo>
                    <a:pt x="299" y="150"/>
                  </a:lnTo>
                  <a:lnTo>
                    <a:pt x="150" y="1497"/>
                  </a:lnTo>
                  <a:lnTo>
                    <a:pt x="0" y="2695"/>
                  </a:lnTo>
                  <a:lnTo>
                    <a:pt x="150" y="4042"/>
                  </a:lnTo>
                  <a:lnTo>
                    <a:pt x="449" y="5239"/>
                  </a:lnTo>
                  <a:lnTo>
                    <a:pt x="449" y="5389"/>
                  </a:lnTo>
                  <a:lnTo>
                    <a:pt x="749" y="5389"/>
                  </a:lnTo>
                  <a:lnTo>
                    <a:pt x="749" y="5239"/>
                  </a:lnTo>
                  <a:lnTo>
                    <a:pt x="1048" y="4042"/>
                  </a:lnTo>
                  <a:lnTo>
                    <a:pt x="1048" y="2695"/>
                  </a:lnTo>
                  <a:lnTo>
                    <a:pt x="1048" y="149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4" name="Google Shape;2334;p59"/>
            <p:cNvSpPr/>
            <p:nvPr/>
          </p:nvSpPr>
          <p:spPr>
            <a:xfrm>
              <a:off x="2217775" y="2838775"/>
              <a:ext cx="22475" cy="142225"/>
            </a:xfrm>
            <a:custGeom>
              <a:rect b="b" l="l" r="r" t="t"/>
              <a:pathLst>
                <a:path extrusionOk="0" h="5689" w="899">
                  <a:moveTo>
                    <a:pt x="300" y="1"/>
                  </a:moveTo>
                  <a:lnTo>
                    <a:pt x="151" y="599"/>
                  </a:lnTo>
                  <a:lnTo>
                    <a:pt x="1" y="1348"/>
                  </a:lnTo>
                  <a:lnTo>
                    <a:pt x="1" y="2695"/>
                  </a:lnTo>
                  <a:lnTo>
                    <a:pt x="151" y="4042"/>
                  </a:lnTo>
                  <a:lnTo>
                    <a:pt x="300" y="5539"/>
                  </a:lnTo>
                  <a:lnTo>
                    <a:pt x="450" y="5688"/>
                  </a:lnTo>
                  <a:lnTo>
                    <a:pt x="749" y="5539"/>
                  </a:lnTo>
                  <a:lnTo>
                    <a:pt x="899" y="4042"/>
                  </a:lnTo>
                  <a:lnTo>
                    <a:pt x="899" y="2695"/>
                  </a:lnTo>
                  <a:lnTo>
                    <a:pt x="899" y="1348"/>
                  </a:lnTo>
                  <a:lnTo>
                    <a:pt x="749" y="599"/>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5" name="Google Shape;2335;p59"/>
            <p:cNvSpPr/>
            <p:nvPr/>
          </p:nvSpPr>
          <p:spPr>
            <a:xfrm>
              <a:off x="2139200" y="2831300"/>
              <a:ext cx="22475" cy="134725"/>
            </a:xfrm>
            <a:custGeom>
              <a:rect b="b" l="l" r="r" t="t"/>
              <a:pathLst>
                <a:path extrusionOk="0" h="5389" w="899">
                  <a:moveTo>
                    <a:pt x="300" y="0"/>
                  </a:moveTo>
                  <a:lnTo>
                    <a:pt x="150" y="150"/>
                  </a:lnTo>
                  <a:lnTo>
                    <a:pt x="1" y="749"/>
                  </a:lnTo>
                  <a:lnTo>
                    <a:pt x="1" y="1347"/>
                  </a:lnTo>
                  <a:lnTo>
                    <a:pt x="1" y="2545"/>
                  </a:lnTo>
                  <a:lnTo>
                    <a:pt x="1" y="3892"/>
                  </a:lnTo>
                  <a:lnTo>
                    <a:pt x="150" y="5239"/>
                  </a:lnTo>
                  <a:lnTo>
                    <a:pt x="300" y="5389"/>
                  </a:lnTo>
                  <a:lnTo>
                    <a:pt x="599" y="5389"/>
                  </a:lnTo>
                  <a:lnTo>
                    <a:pt x="599" y="5239"/>
                  </a:lnTo>
                  <a:lnTo>
                    <a:pt x="749" y="3892"/>
                  </a:lnTo>
                  <a:lnTo>
                    <a:pt x="899" y="2545"/>
                  </a:lnTo>
                  <a:lnTo>
                    <a:pt x="749" y="1347"/>
                  </a:lnTo>
                  <a:lnTo>
                    <a:pt x="749" y="749"/>
                  </a:lnTo>
                  <a:lnTo>
                    <a:pt x="450" y="150"/>
                  </a:lnTo>
                  <a:lnTo>
                    <a:pt x="3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6" name="Google Shape;2336;p59"/>
            <p:cNvSpPr/>
            <p:nvPr/>
          </p:nvSpPr>
          <p:spPr>
            <a:xfrm>
              <a:off x="2053150" y="2827550"/>
              <a:ext cx="29950" cy="138475"/>
            </a:xfrm>
            <a:custGeom>
              <a:rect b="b" l="l" r="r" t="t"/>
              <a:pathLst>
                <a:path extrusionOk="0" h="5539" w="1198">
                  <a:moveTo>
                    <a:pt x="599" y="1"/>
                  </a:moveTo>
                  <a:lnTo>
                    <a:pt x="449" y="150"/>
                  </a:lnTo>
                  <a:lnTo>
                    <a:pt x="150" y="749"/>
                  </a:lnTo>
                  <a:lnTo>
                    <a:pt x="0" y="1348"/>
                  </a:lnTo>
                  <a:lnTo>
                    <a:pt x="0" y="2695"/>
                  </a:lnTo>
                  <a:lnTo>
                    <a:pt x="150" y="4042"/>
                  </a:lnTo>
                  <a:lnTo>
                    <a:pt x="449" y="5389"/>
                  </a:lnTo>
                  <a:lnTo>
                    <a:pt x="599" y="5539"/>
                  </a:lnTo>
                  <a:lnTo>
                    <a:pt x="748" y="5389"/>
                  </a:lnTo>
                  <a:lnTo>
                    <a:pt x="1048" y="4042"/>
                  </a:lnTo>
                  <a:lnTo>
                    <a:pt x="1197" y="2695"/>
                  </a:lnTo>
                  <a:lnTo>
                    <a:pt x="1048" y="1348"/>
                  </a:lnTo>
                  <a:lnTo>
                    <a:pt x="1048" y="749"/>
                  </a:lnTo>
                  <a:lnTo>
                    <a:pt x="748"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7" name="Google Shape;2337;p59"/>
            <p:cNvSpPr/>
            <p:nvPr/>
          </p:nvSpPr>
          <p:spPr>
            <a:xfrm>
              <a:off x="1974550" y="2812575"/>
              <a:ext cx="26225" cy="134750"/>
            </a:xfrm>
            <a:custGeom>
              <a:rect b="b" l="l" r="r" t="t"/>
              <a:pathLst>
                <a:path extrusionOk="0" h="5390" w="1049">
                  <a:moveTo>
                    <a:pt x="450" y="1"/>
                  </a:moveTo>
                  <a:lnTo>
                    <a:pt x="300" y="151"/>
                  </a:lnTo>
                  <a:lnTo>
                    <a:pt x="1" y="1348"/>
                  </a:lnTo>
                  <a:lnTo>
                    <a:pt x="1" y="2695"/>
                  </a:lnTo>
                  <a:lnTo>
                    <a:pt x="150" y="4042"/>
                  </a:lnTo>
                  <a:lnTo>
                    <a:pt x="300" y="5240"/>
                  </a:lnTo>
                  <a:lnTo>
                    <a:pt x="450" y="5389"/>
                  </a:lnTo>
                  <a:lnTo>
                    <a:pt x="599" y="5240"/>
                  </a:lnTo>
                  <a:lnTo>
                    <a:pt x="899" y="4042"/>
                  </a:lnTo>
                  <a:lnTo>
                    <a:pt x="1049" y="2695"/>
                  </a:lnTo>
                  <a:lnTo>
                    <a:pt x="899" y="1348"/>
                  </a:lnTo>
                  <a:lnTo>
                    <a:pt x="749"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8" name="Google Shape;2338;p59"/>
            <p:cNvSpPr/>
            <p:nvPr/>
          </p:nvSpPr>
          <p:spPr>
            <a:xfrm>
              <a:off x="1895975" y="2827550"/>
              <a:ext cx="22475" cy="108550"/>
            </a:xfrm>
            <a:custGeom>
              <a:rect b="b" l="l" r="r" t="t"/>
              <a:pathLst>
                <a:path extrusionOk="0" h="4342" w="899">
                  <a:moveTo>
                    <a:pt x="450" y="1"/>
                  </a:moveTo>
                  <a:lnTo>
                    <a:pt x="150" y="150"/>
                  </a:lnTo>
                  <a:lnTo>
                    <a:pt x="1" y="599"/>
                  </a:lnTo>
                  <a:lnTo>
                    <a:pt x="1" y="1048"/>
                  </a:lnTo>
                  <a:lnTo>
                    <a:pt x="1" y="2096"/>
                  </a:lnTo>
                  <a:lnTo>
                    <a:pt x="1" y="3144"/>
                  </a:lnTo>
                  <a:lnTo>
                    <a:pt x="300" y="4192"/>
                  </a:lnTo>
                  <a:lnTo>
                    <a:pt x="450" y="4341"/>
                  </a:lnTo>
                  <a:lnTo>
                    <a:pt x="599" y="4192"/>
                  </a:lnTo>
                  <a:lnTo>
                    <a:pt x="899" y="3144"/>
                  </a:lnTo>
                  <a:lnTo>
                    <a:pt x="899" y="2096"/>
                  </a:lnTo>
                  <a:lnTo>
                    <a:pt x="899" y="1048"/>
                  </a:lnTo>
                  <a:lnTo>
                    <a:pt x="749" y="599"/>
                  </a:lnTo>
                  <a:lnTo>
                    <a:pt x="599"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39" name="Google Shape;2339;p59"/>
            <p:cNvSpPr/>
            <p:nvPr/>
          </p:nvSpPr>
          <p:spPr>
            <a:xfrm>
              <a:off x="1813650" y="2846250"/>
              <a:ext cx="22475" cy="78625"/>
            </a:xfrm>
            <a:custGeom>
              <a:rect b="b" l="l" r="r" t="t"/>
              <a:pathLst>
                <a:path extrusionOk="0" h="3145" w="899">
                  <a:moveTo>
                    <a:pt x="300" y="1"/>
                  </a:moveTo>
                  <a:lnTo>
                    <a:pt x="150" y="151"/>
                  </a:lnTo>
                  <a:lnTo>
                    <a:pt x="1" y="899"/>
                  </a:lnTo>
                  <a:lnTo>
                    <a:pt x="150" y="1647"/>
                  </a:lnTo>
                  <a:lnTo>
                    <a:pt x="300" y="3144"/>
                  </a:lnTo>
                  <a:lnTo>
                    <a:pt x="599" y="3144"/>
                  </a:lnTo>
                  <a:lnTo>
                    <a:pt x="899" y="1647"/>
                  </a:lnTo>
                  <a:lnTo>
                    <a:pt x="899" y="899"/>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0" name="Google Shape;2340;p59"/>
            <p:cNvSpPr/>
            <p:nvPr/>
          </p:nvSpPr>
          <p:spPr>
            <a:xfrm>
              <a:off x="1735075" y="2853750"/>
              <a:ext cx="22475" cy="67375"/>
            </a:xfrm>
            <a:custGeom>
              <a:rect b="b" l="l" r="r" t="t"/>
              <a:pathLst>
                <a:path extrusionOk="0" h="2695" w="899">
                  <a:moveTo>
                    <a:pt x="300" y="0"/>
                  </a:moveTo>
                  <a:lnTo>
                    <a:pt x="150" y="150"/>
                  </a:lnTo>
                  <a:lnTo>
                    <a:pt x="0" y="749"/>
                  </a:lnTo>
                  <a:lnTo>
                    <a:pt x="0" y="1347"/>
                  </a:lnTo>
                  <a:lnTo>
                    <a:pt x="0" y="1946"/>
                  </a:lnTo>
                  <a:lnTo>
                    <a:pt x="300" y="2545"/>
                  </a:lnTo>
                  <a:lnTo>
                    <a:pt x="449" y="2695"/>
                  </a:lnTo>
                  <a:lnTo>
                    <a:pt x="599" y="2545"/>
                  </a:lnTo>
                  <a:lnTo>
                    <a:pt x="749" y="1946"/>
                  </a:lnTo>
                  <a:lnTo>
                    <a:pt x="898" y="1347"/>
                  </a:lnTo>
                  <a:lnTo>
                    <a:pt x="749" y="749"/>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1" name="Google Shape;2341;p59"/>
            <p:cNvSpPr/>
            <p:nvPr/>
          </p:nvSpPr>
          <p:spPr>
            <a:xfrm>
              <a:off x="1652750" y="2838775"/>
              <a:ext cx="22475" cy="67375"/>
            </a:xfrm>
            <a:custGeom>
              <a:rect b="b" l="l" r="r" t="t"/>
              <a:pathLst>
                <a:path extrusionOk="0" h="2695" w="899">
                  <a:moveTo>
                    <a:pt x="300" y="1"/>
                  </a:moveTo>
                  <a:lnTo>
                    <a:pt x="150" y="300"/>
                  </a:lnTo>
                  <a:lnTo>
                    <a:pt x="0" y="599"/>
                  </a:lnTo>
                  <a:lnTo>
                    <a:pt x="0" y="1348"/>
                  </a:lnTo>
                  <a:lnTo>
                    <a:pt x="300" y="2545"/>
                  </a:lnTo>
                  <a:lnTo>
                    <a:pt x="449" y="2695"/>
                  </a:lnTo>
                  <a:lnTo>
                    <a:pt x="599" y="2545"/>
                  </a:lnTo>
                  <a:lnTo>
                    <a:pt x="749" y="1946"/>
                  </a:lnTo>
                  <a:lnTo>
                    <a:pt x="899" y="1348"/>
                  </a:lnTo>
                  <a:lnTo>
                    <a:pt x="899" y="599"/>
                  </a:lnTo>
                  <a:lnTo>
                    <a:pt x="749" y="30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2" name="Google Shape;2342;p59"/>
            <p:cNvSpPr/>
            <p:nvPr/>
          </p:nvSpPr>
          <p:spPr>
            <a:xfrm>
              <a:off x="1574175" y="2842525"/>
              <a:ext cx="18725" cy="59900"/>
            </a:xfrm>
            <a:custGeom>
              <a:rect b="b" l="l" r="r" t="t"/>
              <a:pathLst>
                <a:path extrusionOk="0" h="2396" w="749">
                  <a:moveTo>
                    <a:pt x="300" y="0"/>
                  </a:moveTo>
                  <a:lnTo>
                    <a:pt x="150" y="150"/>
                  </a:lnTo>
                  <a:lnTo>
                    <a:pt x="0" y="1198"/>
                  </a:lnTo>
                  <a:lnTo>
                    <a:pt x="150" y="2245"/>
                  </a:lnTo>
                  <a:lnTo>
                    <a:pt x="300" y="2395"/>
                  </a:lnTo>
                  <a:lnTo>
                    <a:pt x="449" y="2395"/>
                  </a:lnTo>
                  <a:lnTo>
                    <a:pt x="599" y="2245"/>
                  </a:lnTo>
                  <a:lnTo>
                    <a:pt x="749" y="1198"/>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3" name="Google Shape;2343;p59"/>
            <p:cNvSpPr/>
            <p:nvPr/>
          </p:nvSpPr>
          <p:spPr>
            <a:xfrm>
              <a:off x="3781925" y="3138125"/>
              <a:ext cx="291900" cy="18750"/>
            </a:xfrm>
            <a:custGeom>
              <a:rect b="b" l="l" r="r" t="t"/>
              <a:pathLst>
                <a:path extrusionOk="0" h="750" w="11676">
                  <a:moveTo>
                    <a:pt x="2096" y="1"/>
                  </a:moveTo>
                  <a:lnTo>
                    <a:pt x="898" y="151"/>
                  </a:lnTo>
                  <a:lnTo>
                    <a:pt x="0" y="151"/>
                  </a:lnTo>
                  <a:lnTo>
                    <a:pt x="0" y="300"/>
                  </a:lnTo>
                  <a:lnTo>
                    <a:pt x="0" y="450"/>
                  </a:lnTo>
                  <a:lnTo>
                    <a:pt x="150" y="450"/>
                  </a:lnTo>
                  <a:lnTo>
                    <a:pt x="898" y="600"/>
                  </a:lnTo>
                  <a:lnTo>
                    <a:pt x="2246" y="600"/>
                  </a:lnTo>
                  <a:lnTo>
                    <a:pt x="6886" y="749"/>
                  </a:lnTo>
                  <a:lnTo>
                    <a:pt x="9280" y="600"/>
                  </a:lnTo>
                  <a:lnTo>
                    <a:pt x="11526" y="450"/>
                  </a:lnTo>
                  <a:lnTo>
                    <a:pt x="11675" y="450"/>
                  </a:lnTo>
                  <a:lnTo>
                    <a:pt x="11675" y="300"/>
                  </a:lnTo>
                  <a:lnTo>
                    <a:pt x="11526" y="151"/>
                  </a:lnTo>
                  <a:lnTo>
                    <a:pt x="928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4" name="Google Shape;2344;p59"/>
            <p:cNvSpPr/>
            <p:nvPr/>
          </p:nvSpPr>
          <p:spPr>
            <a:xfrm>
              <a:off x="3804375" y="3299050"/>
              <a:ext cx="280675" cy="18725"/>
            </a:xfrm>
            <a:custGeom>
              <a:rect b="b" l="l" r="r" t="t"/>
              <a:pathLst>
                <a:path extrusionOk="0" h="749" w="11227">
                  <a:moveTo>
                    <a:pt x="3742" y="0"/>
                  </a:moveTo>
                  <a:lnTo>
                    <a:pt x="150" y="150"/>
                  </a:lnTo>
                  <a:lnTo>
                    <a:pt x="0" y="299"/>
                  </a:lnTo>
                  <a:lnTo>
                    <a:pt x="0" y="449"/>
                  </a:lnTo>
                  <a:lnTo>
                    <a:pt x="150" y="599"/>
                  </a:lnTo>
                  <a:lnTo>
                    <a:pt x="4491" y="748"/>
                  </a:lnTo>
                  <a:lnTo>
                    <a:pt x="8682" y="748"/>
                  </a:lnTo>
                  <a:lnTo>
                    <a:pt x="10478" y="599"/>
                  </a:lnTo>
                  <a:lnTo>
                    <a:pt x="11077" y="449"/>
                  </a:lnTo>
                  <a:lnTo>
                    <a:pt x="11226" y="299"/>
                  </a:lnTo>
                  <a:lnTo>
                    <a:pt x="11077" y="299"/>
                  </a:lnTo>
                  <a:lnTo>
                    <a:pt x="10628"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5" name="Google Shape;2345;p59"/>
            <p:cNvSpPr/>
            <p:nvPr/>
          </p:nvSpPr>
          <p:spPr>
            <a:xfrm>
              <a:off x="3800625" y="3377625"/>
              <a:ext cx="273200" cy="26225"/>
            </a:xfrm>
            <a:custGeom>
              <a:rect b="b" l="l" r="r" t="t"/>
              <a:pathLst>
                <a:path extrusionOk="0" h="1049" w="10928">
                  <a:moveTo>
                    <a:pt x="1947" y="0"/>
                  </a:moveTo>
                  <a:lnTo>
                    <a:pt x="1" y="300"/>
                  </a:lnTo>
                  <a:lnTo>
                    <a:pt x="1" y="449"/>
                  </a:lnTo>
                  <a:lnTo>
                    <a:pt x="2246" y="898"/>
                  </a:lnTo>
                  <a:lnTo>
                    <a:pt x="4491" y="1048"/>
                  </a:lnTo>
                  <a:lnTo>
                    <a:pt x="6886" y="898"/>
                  </a:lnTo>
                  <a:lnTo>
                    <a:pt x="9131" y="749"/>
                  </a:lnTo>
                  <a:lnTo>
                    <a:pt x="10029" y="749"/>
                  </a:lnTo>
                  <a:lnTo>
                    <a:pt x="10179" y="599"/>
                  </a:lnTo>
                  <a:lnTo>
                    <a:pt x="10927" y="599"/>
                  </a:lnTo>
                  <a:lnTo>
                    <a:pt x="10927" y="449"/>
                  </a:lnTo>
                  <a:lnTo>
                    <a:pt x="10778" y="300"/>
                  </a:lnTo>
                  <a:lnTo>
                    <a:pt x="10329" y="300"/>
                  </a:lnTo>
                  <a:lnTo>
                    <a:pt x="9281"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6" name="Google Shape;2346;p59"/>
            <p:cNvSpPr/>
            <p:nvPr/>
          </p:nvSpPr>
          <p:spPr>
            <a:xfrm>
              <a:off x="3808125" y="3459950"/>
              <a:ext cx="261950" cy="18725"/>
            </a:xfrm>
            <a:custGeom>
              <a:rect b="b" l="l" r="r" t="t"/>
              <a:pathLst>
                <a:path extrusionOk="0" h="749" w="10478">
                  <a:moveTo>
                    <a:pt x="1198" y="0"/>
                  </a:moveTo>
                  <a:lnTo>
                    <a:pt x="0" y="300"/>
                  </a:lnTo>
                  <a:lnTo>
                    <a:pt x="0" y="449"/>
                  </a:lnTo>
                  <a:lnTo>
                    <a:pt x="1198" y="749"/>
                  </a:lnTo>
                  <a:lnTo>
                    <a:pt x="7185" y="749"/>
                  </a:lnTo>
                  <a:lnTo>
                    <a:pt x="9430" y="599"/>
                  </a:lnTo>
                  <a:lnTo>
                    <a:pt x="10178" y="599"/>
                  </a:lnTo>
                  <a:lnTo>
                    <a:pt x="10328" y="449"/>
                  </a:lnTo>
                  <a:lnTo>
                    <a:pt x="10478" y="449"/>
                  </a:lnTo>
                  <a:lnTo>
                    <a:pt x="10328" y="150"/>
                  </a:lnTo>
                  <a:lnTo>
                    <a:pt x="9580" y="15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7" name="Google Shape;2347;p59"/>
            <p:cNvSpPr/>
            <p:nvPr/>
          </p:nvSpPr>
          <p:spPr>
            <a:xfrm>
              <a:off x="3808125" y="3534775"/>
              <a:ext cx="246975" cy="29975"/>
            </a:xfrm>
            <a:custGeom>
              <a:rect b="b" l="l" r="r" t="t"/>
              <a:pathLst>
                <a:path extrusionOk="0" h="1199" w="9879">
                  <a:moveTo>
                    <a:pt x="4640" y="1"/>
                  </a:moveTo>
                  <a:lnTo>
                    <a:pt x="2245" y="151"/>
                  </a:lnTo>
                  <a:lnTo>
                    <a:pt x="1198" y="300"/>
                  </a:lnTo>
                  <a:lnTo>
                    <a:pt x="150" y="450"/>
                  </a:lnTo>
                  <a:lnTo>
                    <a:pt x="0" y="600"/>
                  </a:lnTo>
                  <a:lnTo>
                    <a:pt x="150" y="749"/>
                  </a:lnTo>
                  <a:lnTo>
                    <a:pt x="898" y="899"/>
                  </a:lnTo>
                  <a:lnTo>
                    <a:pt x="2395" y="1198"/>
                  </a:lnTo>
                  <a:lnTo>
                    <a:pt x="4341" y="1198"/>
                  </a:lnTo>
                  <a:lnTo>
                    <a:pt x="6287" y="1049"/>
                  </a:lnTo>
                  <a:lnTo>
                    <a:pt x="7933" y="899"/>
                  </a:lnTo>
                  <a:lnTo>
                    <a:pt x="8981" y="899"/>
                  </a:lnTo>
                  <a:lnTo>
                    <a:pt x="9729" y="749"/>
                  </a:lnTo>
                  <a:lnTo>
                    <a:pt x="9879" y="600"/>
                  </a:lnTo>
                  <a:lnTo>
                    <a:pt x="9729" y="600"/>
                  </a:lnTo>
                  <a:lnTo>
                    <a:pt x="9131" y="450"/>
                  </a:lnTo>
                  <a:lnTo>
                    <a:pt x="6885" y="300"/>
                  </a:lnTo>
                  <a:lnTo>
                    <a:pt x="46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8" name="Google Shape;2348;p59"/>
            <p:cNvSpPr/>
            <p:nvPr/>
          </p:nvSpPr>
          <p:spPr>
            <a:xfrm>
              <a:off x="3800625" y="3620850"/>
              <a:ext cx="243250" cy="18725"/>
            </a:xfrm>
            <a:custGeom>
              <a:rect b="b" l="l" r="r" t="t"/>
              <a:pathLst>
                <a:path extrusionOk="0" h="749" w="9730">
                  <a:moveTo>
                    <a:pt x="1198" y="0"/>
                  </a:moveTo>
                  <a:lnTo>
                    <a:pt x="150" y="300"/>
                  </a:lnTo>
                  <a:lnTo>
                    <a:pt x="1" y="449"/>
                  </a:lnTo>
                  <a:lnTo>
                    <a:pt x="150" y="599"/>
                  </a:lnTo>
                  <a:lnTo>
                    <a:pt x="1198" y="749"/>
                  </a:lnTo>
                  <a:lnTo>
                    <a:pt x="4491" y="749"/>
                  </a:lnTo>
                  <a:lnTo>
                    <a:pt x="8832" y="599"/>
                  </a:lnTo>
                  <a:lnTo>
                    <a:pt x="9580" y="599"/>
                  </a:lnTo>
                  <a:lnTo>
                    <a:pt x="9730" y="449"/>
                  </a:lnTo>
                  <a:lnTo>
                    <a:pt x="9730" y="300"/>
                  </a:lnTo>
                  <a:lnTo>
                    <a:pt x="9580" y="150"/>
                  </a:lnTo>
                  <a:lnTo>
                    <a:pt x="8982" y="150"/>
                  </a:lnTo>
                  <a:lnTo>
                    <a:pt x="67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49" name="Google Shape;2349;p59"/>
            <p:cNvSpPr/>
            <p:nvPr/>
          </p:nvSpPr>
          <p:spPr>
            <a:xfrm>
              <a:off x="3796900" y="3699425"/>
              <a:ext cx="235750" cy="22475"/>
            </a:xfrm>
            <a:custGeom>
              <a:rect b="b" l="l" r="r" t="t"/>
              <a:pathLst>
                <a:path extrusionOk="0" h="899" w="9430">
                  <a:moveTo>
                    <a:pt x="4490" y="1"/>
                  </a:moveTo>
                  <a:lnTo>
                    <a:pt x="299" y="300"/>
                  </a:lnTo>
                  <a:lnTo>
                    <a:pt x="0" y="300"/>
                  </a:lnTo>
                  <a:lnTo>
                    <a:pt x="0" y="599"/>
                  </a:lnTo>
                  <a:lnTo>
                    <a:pt x="299" y="749"/>
                  </a:lnTo>
                  <a:lnTo>
                    <a:pt x="4490" y="899"/>
                  </a:lnTo>
                  <a:lnTo>
                    <a:pt x="6586" y="899"/>
                  </a:lnTo>
                  <a:lnTo>
                    <a:pt x="8681" y="599"/>
                  </a:lnTo>
                  <a:lnTo>
                    <a:pt x="9280" y="599"/>
                  </a:lnTo>
                  <a:lnTo>
                    <a:pt x="9430" y="450"/>
                  </a:lnTo>
                  <a:lnTo>
                    <a:pt x="9280" y="300"/>
                  </a:lnTo>
                  <a:lnTo>
                    <a:pt x="8681" y="150"/>
                  </a:lnTo>
                  <a:lnTo>
                    <a:pt x="658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0" name="Google Shape;2350;p59"/>
            <p:cNvSpPr/>
            <p:nvPr/>
          </p:nvSpPr>
          <p:spPr>
            <a:xfrm>
              <a:off x="3789400" y="3781750"/>
              <a:ext cx="235775" cy="26225"/>
            </a:xfrm>
            <a:custGeom>
              <a:rect b="b" l="l" r="r" t="t"/>
              <a:pathLst>
                <a:path extrusionOk="0" h="1049" w="9431">
                  <a:moveTo>
                    <a:pt x="3593" y="1"/>
                  </a:moveTo>
                  <a:lnTo>
                    <a:pt x="1947" y="150"/>
                  </a:lnTo>
                  <a:lnTo>
                    <a:pt x="150" y="150"/>
                  </a:lnTo>
                  <a:lnTo>
                    <a:pt x="1" y="300"/>
                  </a:lnTo>
                  <a:lnTo>
                    <a:pt x="1" y="450"/>
                  </a:lnTo>
                  <a:lnTo>
                    <a:pt x="1" y="599"/>
                  </a:lnTo>
                  <a:lnTo>
                    <a:pt x="150" y="599"/>
                  </a:lnTo>
                  <a:lnTo>
                    <a:pt x="2695" y="749"/>
                  </a:lnTo>
                  <a:lnTo>
                    <a:pt x="5090" y="899"/>
                  </a:lnTo>
                  <a:lnTo>
                    <a:pt x="6736" y="1048"/>
                  </a:lnTo>
                  <a:lnTo>
                    <a:pt x="8383" y="899"/>
                  </a:lnTo>
                  <a:lnTo>
                    <a:pt x="9131" y="749"/>
                  </a:lnTo>
                  <a:lnTo>
                    <a:pt x="9431" y="749"/>
                  </a:lnTo>
                  <a:lnTo>
                    <a:pt x="9431" y="599"/>
                  </a:lnTo>
                  <a:lnTo>
                    <a:pt x="9431" y="450"/>
                  </a:lnTo>
                  <a:lnTo>
                    <a:pt x="9281" y="300"/>
                  </a:lnTo>
                  <a:lnTo>
                    <a:pt x="8532" y="150"/>
                  </a:lnTo>
                  <a:lnTo>
                    <a:pt x="7185" y="150"/>
                  </a:lnTo>
                  <a:lnTo>
                    <a:pt x="59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1" name="Google Shape;2351;p59"/>
            <p:cNvSpPr/>
            <p:nvPr/>
          </p:nvSpPr>
          <p:spPr>
            <a:xfrm>
              <a:off x="3804375" y="3864075"/>
              <a:ext cx="205825" cy="22475"/>
            </a:xfrm>
            <a:custGeom>
              <a:rect b="b" l="l" r="r" t="t"/>
              <a:pathLst>
                <a:path extrusionOk="0" h="899" w="8233">
                  <a:moveTo>
                    <a:pt x="2096" y="1"/>
                  </a:moveTo>
                  <a:lnTo>
                    <a:pt x="150" y="150"/>
                  </a:lnTo>
                  <a:lnTo>
                    <a:pt x="0" y="150"/>
                  </a:lnTo>
                  <a:lnTo>
                    <a:pt x="0" y="300"/>
                  </a:lnTo>
                  <a:lnTo>
                    <a:pt x="0" y="599"/>
                  </a:lnTo>
                  <a:lnTo>
                    <a:pt x="150" y="599"/>
                  </a:lnTo>
                  <a:lnTo>
                    <a:pt x="2096" y="749"/>
                  </a:lnTo>
                  <a:lnTo>
                    <a:pt x="3892" y="899"/>
                  </a:lnTo>
                  <a:lnTo>
                    <a:pt x="7484" y="599"/>
                  </a:lnTo>
                  <a:lnTo>
                    <a:pt x="8083" y="599"/>
                  </a:lnTo>
                  <a:lnTo>
                    <a:pt x="8233" y="450"/>
                  </a:lnTo>
                  <a:lnTo>
                    <a:pt x="8083" y="300"/>
                  </a:lnTo>
                  <a:lnTo>
                    <a:pt x="7484" y="300"/>
                  </a:lnTo>
                  <a:lnTo>
                    <a:pt x="38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2" name="Google Shape;2352;p59"/>
            <p:cNvSpPr/>
            <p:nvPr/>
          </p:nvSpPr>
          <p:spPr>
            <a:xfrm>
              <a:off x="3751975" y="3938925"/>
              <a:ext cx="243275" cy="29950"/>
            </a:xfrm>
            <a:custGeom>
              <a:rect b="b" l="l" r="r" t="t"/>
              <a:pathLst>
                <a:path extrusionOk="0" h="1198" w="9731">
                  <a:moveTo>
                    <a:pt x="3743" y="0"/>
                  </a:moveTo>
                  <a:lnTo>
                    <a:pt x="1947" y="150"/>
                  </a:lnTo>
                  <a:lnTo>
                    <a:pt x="151" y="449"/>
                  </a:lnTo>
                  <a:lnTo>
                    <a:pt x="1" y="449"/>
                  </a:lnTo>
                  <a:lnTo>
                    <a:pt x="1" y="599"/>
                  </a:lnTo>
                  <a:lnTo>
                    <a:pt x="151" y="898"/>
                  </a:lnTo>
                  <a:lnTo>
                    <a:pt x="2246" y="1048"/>
                  </a:lnTo>
                  <a:lnTo>
                    <a:pt x="4641" y="1198"/>
                  </a:lnTo>
                  <a:lnTo>
                    <a:pt x="6886" y="1048"/>
                  </a:lnTo>
                  <a:lnTo>
                    <a:pt x="9131" y="898"/>
                  </a:lnTo>
                  <a:lnTo>
                    <a:pt x="9580" y="749"/>
                  </a:lnTo>
                  <a:lnTo>
                    <a:pt x="9730" y="599"/>
                  </a:lnTo>
                  <a:lnTo>
                    <a:pt x="9580" y="449"/>
                  </a:lnTo>
                  <a:lnTo>
                    <a:pt x="9131" y="299"/>
                  </a:lnTo>
                  <a:lnTo>
                    <a:pt x="7635" y="150"/>
                  </a:lnTo>
                  <a:lnTo>
                    <a:pt x="568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3" name="Google Shape;2353;p59"/>
            <p:cNvSpPr/>
            <p:nvPr/>
          </p:nvSpPr>
          <p:spPr>
            <a:xfrm>
              <a:off x="3789400" y="4021250"/>
              <a:ext cx="198350" cy="26200"/>
            </a:xfrm>
            <a:custGeom>
              <a:rect b="b" l="l" r="r" t="t"/>
              <a:pathLst>
                <a:path extrusionOk="0" h="1048" w="7934">
                  <a:moveTo>
                    <a:pt x="3743" y="0"/>
                  </a:moveTo>
                  <a:lnTo>
                    <a:pt x="1947" y="150"/>
                  </a:lnTo>
                  <a:lnTo>
                    <a:pt x="300" y="299"/>
                  </a:lnTo>
                  <a:lnTo>
                    <a:pt x="150" y="299"/>
                  </a:lnTo>
                  <a:lnTo>
                    <a:pt x="1" y="449"/>
                  </a:lnTo>
                  <a:lnTo>
                    <a:pt x="150" y="599"/>
                  </a:lnTo>
                  <a:lnTo>
                    <a:pt x="300" y="748"/>
                  </a:lnTo>
                  <a:lnTo>
                    <a:pt x="3743" y="1048"/>
                  </a:lnTo>
                  <a:lnTo>
                    <a:pt x="5389" y="1048"/>
                  </a:lnTo>
                  <a:lnTo>
                    <a:pt x="7185" y="748"/>
                  </a:lnTo>
                  <a:lnTo>
                    <a:pt x="7784" y="748"/>
                  </a:lnTo>
                  <a:lnTo>
                    <a:pt x="7934" y="599"/>
                  </a:lnTo>
                  <a:lnTo>
                    <a:pt x="7784" y="449"/>
                  </a:lnTo>
                  <a:lnTo>
                    <a:pt x="7185" y="299"/>
                  </a:lnTo>
                  <a:lnTo>
                    <a:pt x="5539" y="150"/>
                  </a:lnTo>
                  <a:lnTo>
                    <a:pt x="37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4" name="Google Shape;2354;p59"/>
            <p:cNvSpPr/>
            <p:nvPr/>
          </p:nvSpPr>
          <p:spPr>
            <a:xfrm>
              <a:off x="3800625" y="4182150"/>
              <a:ext cx="164675" cy="26200"/>
            </a:xfrm>
            <a:custGeom>
              <a:rect b="b" l="l" r="r" t="t"/>
              <a:pathLst>
                <a:path extrusionOk="0" h="1048" w="6587">
                  <a:moveTo>
                    <a:pt x="2994" y="0"/>
                  </a:moveTo>
                  <a:lnTo>
                    <a:pt x="1498" y="150"/>
                  </a:lnTo>
                  <a:lnTo>
                    <a:pt x="150" y="300"/>
                  </a:lnTo>
                  <a:lnTo>
                    <a:pt x="1" y="449"/>
                  </a:lnTo>
                  <a:lnTo>
                    <a:pt x="1" y="599"/>
                  </a:lnTo>
                  <a:lnTo>
                    <a:pt x="1" y="749"/>
                  </a:lnTo>
                  <a:lnTo>
                    <a:pt x="150" y="749"/>
                  </a:lnTo>
                  <a:lnTo>
                    <a:pt x="749" y="898"/>
                  </a:lnTo>
                  <a:lnTo>
                    <a:pt x="2096" y="1048"/>
                  </a:lnTo>
                  <a:lnTo>
                    <a:pt x="3294" y="1048"/>
                  </a:lnTo>
                  <a:lnTo>
                    <a:pt x="5838" y="749"/>
                  </a:lnTo>
                  <a:lnTo>
                    <a:pt x="6437" y="599"/>
                  </a:lnTo>
                  <a:lnTo>
                    <a:pt x="6587" y="599"/>
                  </a:lnTo>
                  <a:lnTo>
                    <a:pt x="6587" y="449"/>
                  </a:lnTo>
                  <a:lnTo>
                    <a:pt x="6587" y="300"/>
                  </a:lnTo>
                  <a:lnTo>
                    <a:pt x="6437" y="300"/>
                  </a:lnTo>
                  <a:lnTo>
                    <a:pt x="5838" y="150"/>
                  </a:lnTo>
                  <a:lnTo>
                    <a:pt x="449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5" name="Google Shape;2355;p59"/>
            <p:cNvSpPr/>
            <p:nvPr/>
          </p:nvSpPr>
          <p:spPr>
            <a:xfrm>
              <a:off x="3804375" y="4103550"/>
              <a:ext cx="172150" cy="22500"/>
            </a:xfrm>
            <a:custGeom>
              <a:rect b="b" l="l" r="r" t="t"/>
              <a:pathLst>
                <a:path extrusionOk="0" h="900" w="6886">
                  <a:moveTo>
                    <a:pt x="1647" y="1"/>
                  </a:moveTo>
                  <a:lnTo>
                    <a:pt x="150" y="151"/>
                  </a:lnTo>
                  <a:lnTo>
                    <a:pt x="0" y="300"/>
                  </a:lnTo>
                  <a:lnTo>
                    <a:pt x="0" y="450"/>
                  </a:lnTo>
                  <a:lnTo>
                    <a:pt x="0" y="600"/>
                  </a:lnTo>
                  <a:lnTo>
                    <a:pt x="150" y="749"/>
                  </a:lnTo>
                  <a:lnTo>
                    <a:pt x="1647" y="899"/>
                  </a:lnTo>
                  <a:lnTo>
                    <a:pt x="3144" y="899"/>
                  </a:lnTo>
                  <a:lnTo>
                    <a:pt x="6137" y="749"/>
                  </a:lnTo>
                  <a:lnTo>
                    <a:pt x="6736" y="600"/>
                  </a:lnTo>
                  <a:lnTo>
                    <a:pt x="6886" y="600"/>
                  </a:lnTo>
                  <a:lnTo>
                    <a:pt x="6886" y="450"/>
                  </a:lnTo>
                  <a:lnTo>
                    <a:pt x="6886" y="300"/>
                  </a:lnTo>
                  <a:lnTo>
                    <a:pt x="6736" y="300"/>
                  </a:lnTo>
                  <a:lnTo>
                    <a:pt x="6137" y="151"/>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6" name="Google Shape;2356;p59"/>
            <p:cNvSpPr/>
            <p:nvPr/>
          </p:nvSpPr>
          <p:spPr>
            <a:xfrm>
              <a:off x="3804375" y="4264475"/>
              <a:ext cx="149700" cy="22475"/>
            </a:xfrm>
            <a:custGeom>
              <a:rect b="b" l="l" r="r" t="t"/>
              <a:pathLst>
                <a:path extrusionOk="0" h="899" w="5988">
                  <a:moveTo>
                    <a:pt x="1497" y="0"/>
                  </a:moveTo>
                  <a:lnTo>
                    <a:pt x="150" y="300"/>
                  </a:lnTo>
                  <a:lnTo>
                    <a:pt x="0" y="449"/>
                  </a:lnTo>
                  <a:lnTo>
                    <a:pt x="150" y="599"/>
                  </a:lnTo>
                  <a:lnTo>
                    <a:pt x="150" y="749"/>
                  </a:lnTo>
                  <a:lnTo>
                    <a:pt x="1497" y="898"/>
                  </a:lnTo>
                  <a:lnTo>
                    <a:pt x="3892" y="898"/>
                  </a:lnTo>
                  <a:lnTo>
                    <a:pt x="5239" y="749"/>
                  </a:lnTo>
                  <a:lnTo>
                    <a:pt x="5988" y="599"/>
                  </a:lnTo>
                  <a:lnTo>
                    <a:pt x="5988" y="449"/>
                  </a:lnTo>
                  <a:lnTo>
                    <a:pt x="5988" y="300"/>
                  </a:lnTo>
                  <a:lnTo>
                    <a:pt x="5239" y="150"/>
                  </a:lnTo>
                  <a:lnTo>
                    <a:pt x="404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7" name="Google Shape;2357;p59"/>
            <p:cNvSpPr/>
            <p:nvPr/>
          </p:nvSpPr>
          <p:spPr>
            <a:xfrm>
              <a:off x="3808125" y="4343050"/>
              <a:ext cx="134725" cy="26225"/>
            </a:xfrm>
            <a:custGeom>
              <a:rect b="b" l="l" r="r" t="t"/>
              <a:pathLst>
                <a:path extrusionOk="0" h="1049" w="5389">
                  <a:moveTo>
                    <a:pt x="2395" y="0"/>
                  </a:moveTo>
                  <a:lnTo>
                    <a:pt x="1198" y="150"/>
                  </a:lnTo>
                  <a:lnTo>
                    <a:pt x="150" y="300"/>
                  </a:lnTo>
                  <a:lnTo>
                    <a:pt x="0" y="449"/>
                  </a:lnTo>
                  <a:lnTo>
                    <a:pt x="0" y="599"/>
                  </a:lnTo>
                  <a:lnTo>
                    <a:pt x="0" y="749"/>
                  </a:lnTo>
                  <a:lnTo>
                    <a:pt x="150" y="749"/>
                  </a:lnTo>
                  <a:lnTo>
                    <a:pt x="300" y="898"/>
                  </a:lnTo>
                  <a:lnTo>
                    <a:pt x="1347" y="1048"/>
                  </a:lnTo>
                  <a:lnTo>
                    <a:pt x="2395" y="1048"/>
                  </a:lnTo>
                  <a:lnTo>
                    <a:pt x="3892" y="898"/>
                  </a:lnTo>
                  <a:lnTo>
                    <a:pt x="4640" y="749"/>
                  </a:lnTo>
                  <a:lnTo>
                    <a:pt x="5239" y="749"/>
                  </a:lnTo>
                  <a:lnTo>
                    <a:pt x="5239" y="599"/>
                  </a:lnTo>
                  <a:lnTo>
                    <a:pt x="5389" y="449"/>
                  </a:lnTo>
                  <a:lnTo>
                    <a:pt x="5239" y="30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8" name="Google Shape;2358;p59"/>
            <p:cNvSpPr/>
            <p:nvPr/>
          </p:nvSpPr>
          <p:spPr>
            <a:xfrm>
              <a:off x="3789400" y="4425375"/>
              <a:ext cx="142225" cy="22475"/>
            </a:xfrm>
            <a:custGeom>
              <a:rect b="b" l="l" r="r" t="t"/>
              <a:pathLst>
                <a:path extrusionOk="0" h="899" w="5689">
                  <a:moveTo>
                    <a:pt x="1348" y="0"/>
                  </a:moveTo>
                  <a:lnTo>
                    <a:pt x="749" y="150"/>
                  </a:lnTo>
                  <a:lnTo>
                    <a:pt x="150" y="300"/>
                  </a:lnTo>
                  <a:lnTo>
                    <a:pt x="1" y="599"/>
                  </a:lnTo>
                  <a:lnTo>
                    <a:pt x="150" y="599"/>
                  </a:lnTo>
                  <a:lnTo>
                    <a:pt x="749" y="898"/>
                  </a:lnTo>
                  <a:lnTo>
                    <a:pt x="2695" y="898"/>
                  </a:lnTo>
                  <a:lnTo>
                    <a:pt x="4940" y="749"/>
                  </a:lnTo>
                  <a:lnTo>
                    <a:pt x="5539" y="599"/>
                  </a:lnTo>
                  <a:lnTo>
                    <a:pt x="5689" y="599"/>
                  </a:lnTo>
                  <a:lnTo>
                    <a:pt x="5689" y="449"/>
                  </a:lnTo>
                  <a:lnTo>
                    <a:pt x="5539" y="300"/>
                  </a:lnTo>
                  <a:lnTo>
                    <a:pt x="4940"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59" name="Google Shape;2359;p59"/>
            <p:cNvSpPr/>
            <p:nvPr/>
          </p:nvSpPr>
          <p:spPr>
            <a:xfrm>
              <a:off x="3785675" y="4507700"/>
              <a:ext cx="134725" cy="22475"/>
            </a:xfrm>
            <a:custGeom>
              <a:rect b="b" l="l" r="r" t="t"/>
              <a:pathLst>
                <a:path extrusionOk="0" h="899" w="5389">
                  <a:moveTo>
                    <a:pt x="1497" y="0"/>
                  </a:moveTo>
                  <a:lnTo>
                    <a:pt x="449" y="150"/>
                  </a:lnTo>
                  <a:lnTo>
                    <a:pt x="150" y="300"/>
                  </a:lnTo>
                  <a:lnTo>
                    <a:pt x="0" y="300"/>
                  </a:lnTo>
                  <a:lnTo>
                    <a:pt x="0" y="449"/>
                  </a:lnTo>
                  <a:lnTo>
                    <a:pt x="150" y="599"/>
                  </a:lnTo>
                  <a:lnTo>
                    <a:pt x="599" y="749"/>
                  </a:lnTo>
                  <a:lnTo>
                    <a:pt x="1198" y="898"/>
                  </a:lnTo>
                  <a:lnTo>
                    <a:pt x="2545" y="898"/>
                  </a:lnTo>
                  <a:lnTo>
                    <a:pt x="4640" y="749"/>
                  </a:lnTo>
                  <a:lnTo>
                    <a:pt x="5239" y="599"/>
                  </a:lnTo>
                  <a:lnTo>
                    <a:pt x="5389" y="449"/>
                  </a:lnTo>
                  <a:lnTo>
                    <a:pt x="5389" y="300"/>
                  </a:lnTo>
                  <a:lnTo>
                    <a:pt x="5239" y="15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0" name="Google Shape;2360;p59"/>
            <p:cNvSpPr/>
            <p:nvPr/>
          </p:nvSpPr>
          <p:spPr>
            <a:xfrm>
              <a:off x="3781925" y="4586275"/>
              <a:ext cx="134725" cy="26225"/>
            </a:xfrm>
            <a:custGeom>
              <a:rect b="b" l="l" r="r" t="t"/>
              <a:pathLst>
                <a:path extrusionOk="0" h="1049" w="5389">
                  <a:moveTo>
                    <a:pt x="1348" y="1"/>
                  </a:moveTo>
                  <a:lnTo>
                    <a:pt x="749" y="150"/>
                  </a:lnTo>
                  <a:lnTo>
                    <a:pt x="150" y="300"/>
                  </a:lnTo>
                  <a:lnTo>
                    <a:pt x="0" y="450"/>
                  </a:lnTo>
                  <a:lnTo>
                    <a:pt x="0" y="599"/>
                  </a:lnTo>
                  <a:lnTo>
                    <a:pt x="150" y="749"/>
                  </a:lnTo>
                  <a:lnTo>
                    <a:pt x="1048" y="1048"/>
                  </a:lnTo>
                  <a:lnTo>
                    <a:pt x="3293" y="1048"/>
                  </a:lnTo>
                  <a:lnTo>
                    <a:pt x="4341" y="899"/>
                  </a:lnTo>
                  <a:lnTo>
                    <a:pt x="5089" y="749"/>
                  </a:lnTo>
                  <a:lnTo>
                    <a:pt x="5239" y="749"/>
                  </a:lnTo>
                  <a:lnTo>
                    <a:pt x="5389" y="599"/>
                  </a:lnTo>
                  <a:lnTo>
                    <a:pt x="5389" y="450"/>
                  </a:lnTo>
                  <a:lnTo>
                    <a:pt x="5239" y="300"/>
                  </a:lnTo>
                  <a:lnTo>
                    <a:pt x="5089" y="300"/>
                  </a:lnTo>
                  <a:lnTo>
                    <a:pt x="4341" y="150"/>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1" name="Google Shape;2361;p59"/>
            <p:cNvSpPr/>
            <p:nvPr/>
          </p:nvSpPr>
          <p:spPr>
            <a:xfrm>
              <a:off x="3766950" y="4668600"/>
              <a:ext cx="134750" cy="26225"/>
            </a:xfrm>
            <a:custGeom>
              <a:rect b="b" l="l" r="r" t="t"/>
              <a:pathLst>
                <a:path extrusionOk="0" h="1049" w="5390">
                  <a:moveTo>
                    <a:pt x="1198" y="0"/>
                  </a:moveTo>
                  <a:lnTo>
                    <a:pt x="150" y="300"/>
                  </a:lnTo>
                  <a:lnTo>
                    <a:pt x="1" y="449"/>
                  </a:lnTo>
                  <a:lnTo>
                    <a:pt x="150" y="599"/>
                  </a:lnTo>
                  <a:lnTo>
                    <a:pt x="1198" y="899"/>
                  </a:lnTo>
                  <a:lnTo>
                    <a:pt x="2246" y="1048"/>
                  </a:lnTo>
                  <a:lnTo>
                    <a:pt x="3294" y="899"/>
                  </a:lnTo>
                  <a:lnTo>
                    <a:pt x="4491" y="749"/>
                  </a:lnTo>
                  <a:lnTo>
                    <a:pt x="5239" y="599"/>
                  </a:lnTo>
                  <a:lnTo>
                    <a:pt x="5389" y="449"/>
                  </a:lnTo>
                  <a:lnTo>
                    <a:pt x="5239" y="300"/>
                  </a:lnTo>
                  <a:lnTo>
                    <a:pt x="4491" y="150"/>
                  </a:lnTo>
                  <a:lnTo>
                    <a:pt x="34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2" name="Google Shape;2362;p59"/>
            <p:cNvSpPr/>
            <p:nvPr/>
          </p:nvSpPr>
          <p:spPr>
            <a:xfrm>
              <a:off x="3781925" y="4750925"/>
              <a:ext cx="108550" cy="18725"/>
            </a:xfrm>
            <a:custGeom>
              <a:rect b="b" l="l" r="r" t="t"/>
              <a:pathLst>
                <a:path extrusionOk="0" h="749" w="4342">
                  <a:moveTo>
                    <a:pt x="599" y="0"/>
                  </a:moveTo>
                  <a:lnTo>
                    <a:pt x="0" y="150"/>
                  </a:lnTo>
                  <a:lnTo>
                    <a:pt x="0" y="449"/>
                  </a:lnTo>
                  <a:lnTo>
                    <a:pt x="0" y="599"/>
                  </a:lnTo>
                  <a:lnTo>
                    <a:pt x="599" y="749"/>
                  </a:lnTo>
                  <a:lnTo>
                    <a:pt x="3443" y="749"/>
                  </a:lnTo>
                  <a:lnTo>
                    <a:pt x="4191" y="449"/>
                  </a:lnTo>
                  <a:lnTo>
                    <a:pt x="4341" y="449"/>
                  </a:lnTo>
                  <a:lnTo>
                    <a:pt x="4191" y="300"/>
                  </a:lnTo>
                  <a:lnTo>
                    <a:pt x="4191" y="150"/>
                  </a:lnTo>
                  <a:lnTo>
                    <a:pt x="35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3" name="Google Shape;2363;p59"/>
            <p:cNvSpPr/>
            <p:nvPr/>
          </p:nvSpPr>
          <p:spPr>
            <a:xfrm>
              <a:off x="3796900" y="4829500"/>
              <a:ext cx="82350" cy="22475"/>
            </a:xfrm>
            <a:custGeom>
              <a:rect b="b" l="l" r="r" t="t"/>
              <a:pathLst>
                <a:path extrusionOk="0" h="899" w="3294">
                  <a:moveTo>
                    <a:pt x="749" y="1"/>
                  </a:moveTo>
                  <a:lnTo>
                    <a:pt x="299" y="150"/>
                  </a:lnTo>
                  <a:lnTo>
                    <a:pt x="150" y="300"/>
                  </a:lnTo>
                  <a:lnTo>
                    <a:pt x="0" y="450"/>
                  </a:lnTo>
                  <a:lnTo>
                    <a:pt x="150" y="599"/>
                  </a:lnTo>
                  <a:lnTo>
                    <a:pt x="299" y="749"/>
                  </a:lnTo>
                  <a:lnTo>
                    <a:pt x="749" y="899"/>
                  </a:lnTo>
                  <a:lnTo>
                    <a:pt x="1347" y="899"/>
                  </a:lnTo>
                  <a:lnTo>
                    <a:pt x="2395" y="749"/>
                  </a:lnTo>
                  <a:lnTo>
                    <a:pt x="3143" y="599"/>
                  </a:lnTo>
                  <a:lnTo>
                    <a:pt x="3293" y="450"/>
                  </a:lnTo>
                  <a:lnTo>
                    <a:pt x="3143" y="300"/>
                  </a:lnTo>
                  <a:lnTo>
                    <a:pt x="2545" y="150"/>
                  </a:lnTo>
                  <a:lnTo>
                    <a:pt x="13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4" name="Google Shape;2364;p59"/>
            <p:cNvSpPr/>
            <p:nvPr/>
          </p:nvSpPr>
          <p:spPr>
            <a:xfrm>
              <a:off x="3804375" y="4911825"/>
              <a:ext cx="71125" cy="18725"/>
            </a:xfrm>
            <a:custGeom>
              <a:rect b="b" l="l" r="r" t="t"/>
              <a:pathLst>
                <a:path extrusionOk="0" h="749" w="2845">
                  <a:moveTo>
                    <a:pt x="899" y="1"/>
                  </a:moveTo>
                  <a:lnTo>
                    <a:pt x="150" y="150"/>
                  </a:lnTo>
                  <a:lnTo>
                    <a:pt x="150" y="300"/>
                  </a:lnTo>
                  <a:lnTo>
                    <a:pt x="0" y="450"/>
                  </a:lnTo>
                  <a:lnTo>
                    <a:pt x="150" y="599"/>
                  </a:lnTo>
                  <a:lnTo>
                    <a:pt x="899" y="749"/>
                  </a:lnTo>
                  <a:lnTo>
                    <a:pt x="1647" y="749"/>
                  </a:lnTo>
                  <a:lnTo>
                    <a:pt x="2395" y="599"/>
                  </a:lnTo>
                  <a:lnTo>
                    <a:pt x="2695" y="599"/>
                  </a:lnTo>
                  <a:lnTo>
                    <a:pt x="2844" y="450"/>
                  </a:lnTo>
                  <a:lnTo>
                    <a:pt x="2695" y="150"/>
                  </a:lnTo>
                  <a:lnTo>
                    <a:pt x="2395" y="150"/>
                  </a:lnTo>
                  <a:lnTo>
                    <a:pt x="17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5" name="Google Shape;2365;p59"/>
            <p:cNvSpPr/>
            <p:nvPr/>
          </p:nvSpPr>
          <p:spPr>
            <a:xfrm>
              <a:off x="3793150" y="4990400"/>
              <a:ext cx="67375" cy="22475"/>
            </a:xfrm>
            <a:custGeom>
              <a:rect b="b" l="l" r="r" t="t"/>
              <a:pathLst>
                <a:path extrusionOk="0" h="899" w="2695">
                  <a:moveTo>
                    <a:pt x="1048" y="1"/>
                  </a:moveTo>
                  <a:lnTo>
                    <a:pt x="449" y="150"/>
                  </a:lnTo>
                  <a:lnTo>
                    <a:pt x="0" y="300"/>
                  </a:lnTo>
                  <a:lnTo>
                    <a:pt x="0" y="450"/>
                  </a:lnTo>
                  <a:lnTo>
                    <a:pt x="0" y="749"/>
                  </a:lnTo>
                  <a:lnTo>
                    <a:pt x="300" y="899"/>
                  </a:lnTo>
                  <a:lnTo>
                    <a:pt x="1647" y="899"/>
                  </a:lnTo>
                  <a:lnTo>
                    <a:pt x="2395" y="749"/>
                  </a:lnTo>
                  <a:lnTo>
                    <a:pt x="2545" y="600"/>
                  </a:lnTo>
                  <a:lnTo>
                    <a:pt x="2695" y="450"/>
                  </a:lnTo>
                  <a:lnTo>
                    <a:pt x="2545" y="300"/>
                  </a:lnTo>
                  <a:lnTo>
                    <a:pt x="2395" y="300"/>
                  </a:lnTo>
                  <a:lnTo>
                    <a:pt x="1797" y="150"/>
                  </a:lnTo>
                  <a:lnTo>
                    <a:pt x="104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6" name="Google Shape;2366;p59"/>
            <p:cNvSpPr/>
            <p:nvPr/>
          </p:nvSpPr>
          <p:spPr>
            <a:xfrm>
              <a:off x="3793150" y="5076475"/>
              <a:ext cx="59900" cy="15000"/>
            </a:xfrm>
            <a:custGeom>
              <a:rect b="b" l="l" r="r" t="t"/>
              <a:pathLst>
                <a:path extrusionOk="0" h="600" w="2396">
                  <a:moveTo>
                    <a:pt x="150" y="0"/>
                  </a:moveTo>
                  <a:lnTo>
                    <a:pt x="150" y="150"/>
                  </a:lnTo>
                  <a:lnTo>
                    <a:pt x="0" y="300"/>
                  </a:lnTo>
                  <a:lnTo>
                    <a:pt x="0" y="449"/>
                  </a:lnTo>
                  <a:lnTo>
                    <a:pt x="300" y="449"/>
                  </a:lnTo>
                  <a:lnTo>
                    <a:pt x="1048" y="599"/>
                  </a:lnTo>
                  <a:lnTo>
                    <a:pt x="1946" y="599"/>
                  </a:lnTo>
                  <a:lnTo>
                    <a:pt x="2395" y="449"/>
                  </a:lnTo>
                  <a:lnTo>
                    <a:pt x="23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7" name="Google Shape;2367;p59"/>
            <p:cNvSpPr/>
            <p:nvPr/>
          </p:nvSpPr>
          <p:spPr>
            <a:xfrm>
              <a:off x="1192500" y="238125"/>
              <a:ext cx="5235000" cy="5238750"/>
            </a:xfrm>
            <a:custGeom>
              <a:rect b="b" l="l" r="r" t="t"/>
              <a:pathLst>
                <a:path extrusionOk="0" h="209550" w="209400">
                  <a:moveTo>
                    <a:pt x="100135" y="23200"/>
                  </a:moveTo>
                  <a:lnTo>
                    <a:pt x="98638" y="34276"/>
                  </a:lnTo>
                  <a:lnTo>
                    <a:pt x="94597" y="34725"/>
                  </a:lnTo>
                  <a:lnTo>
                    <a:pt x="90555" y="35324"/>
                  </a:lnTo>
                  <a:lnTo>
                    <a:pt x="90555" y="35324"/>
                  </a:lnTo>
                  <a:lnTo>
                    <a:pt x="90705" y="24248"/>
                  </a:lnTo>
                  <a:lnTo>
                    <a:pt x="95345" y="23649"/>
                  </a:lnTo>
                  <a:lnTo>
                    <a:pt x="100135" y="23200"/>
                  </a:lnTo>
                  <a:close/>
                  <a:moveTo>
                    <a:pt x="108517" y="23200"/>
                  </a:moveTo>
                  <a:lnTo>
                    <a:pt x="113606" y="23500"/>
                  </a:lnTo>
                  <a:lnTo>
                    <a:pt x="118845" y="24248"/>
                  </a:lnTo>
                  <a:lnTo>
                    <a:pt x="118845" y="35324"/>
                  </a:lnTo>
                  <a:lnTo>
                    <a:pt x="114504" y="34576"/>
                  </a:lnTo>
                  <a:lnTo>
                    <a:pt x="110163" y="34127"/>
                  </a:lnTo>
                  <a:lnTo>
                    <a:pt x="108517" y="23200"/>
                  </a:lnTo>
                  <a:close/>
                  <a:moveTo>
                    <a:pt x="89657" y="24398"/>
                  </a:moveTo>
                  <a:lnTo>
                    <a:pt x="89657" y="24547"/>
                  </a:lnTo>
                  <a:lnTo>
                    <a:pt x="88310" y="24996"/>
                  </a:lnTo>
                  <a:lnTo>
                    <a:pt x="87262" y="25146"/>
                  </a:lnTo>
                  <a:lnTo>
                    <a:pt x="86215" y="25595"/>
                  </a:lnTo>
                  <a:lnTo>
                    <a:pt x="86215" y="25745"/>
                  </a:lnTo>
                  <a:lnTo>
                    <a:pt x="88011" y="25296"/>
                  </a:lnTo>
                  <a:lnTo>
                    <a:pt x="88909" y="25146"/>
                  </a:lnTo>
                  <a:lnTo>
                    <a:pt x="89657" y="24996"/>
                  </a:lnTo>
                  <a:lnTo>
                    <a:pt x="89657" y="25745"/>
                  </a:lnTo>
                  <a:lnTo>
                    <a:pt x="88310" y="26194"/>
                  </a:lnTo>
                  <a:lnTo>
                    <a:pt x="87412" y="26493"/>
                  </a:lnTo>
                  <a:lnTo>
                    <a:pt x="86514" y="26792"/>
                  </a:lnTo>
                  <a:lnTo>
                    <a:pt x="86364" y="26942"/>
                  </a:lnTo>
                  <a:lnTo>
                    <a:pt x="86514" y="26942"/>
                  </a:lnTo>
                  <a:lnTo>
                    <a:pt x="88460" y="26493"/>
                  </a:lnTo>
                  <a:lnTo>
                    <a:pt x="89657" y="26194"/>
                  </a:lnTo>
                  <a:lnTo>
                    <a:pt x="89657" y="27092"/>
                  </a:lnTo>
                  <a:lnTo>
                    <a:pt x="88310" y="27541"/>
                  </a:lnTo>
                  <a:lnTo>
                    <a:pt x="87412" y="27691"/>
                  </a:lnTo>
                  <a:lnTo>
                    <a:pt x="86514" y="28140"/>
                  </a:lnTo>
                  <a:lnTo>
                    <a:pt x="86514" y="28289"/>
                  </a:lnTo>
                  <a:lnTo>
                    <a:pt x="87412" y="27990"/>
                  </a:lnTo>
                  <a:lnTo>
                    <a:pt x="88310" y="27840"/>
                  </a:lnTo>
                  <a:lnTo>
                    <a:pt x="89657" y="27391"/>
                  </a:lnTo>
                  <a:lnTo>
                    <a:pt x="89657" y="28289"/>
                  </a:lnTo>
                  <a:lnTo>
                    <a:pt x="88310" y="28589"/>
                  </a:lnTo>
                  <a:lnTo>
                    <a:pt x="87562" y="28888"/>
                  </a:lnTo>
                  <a:lnTo>
                    <a:pt x="86963" y="29187"/>
                  </a:lnTo>
                  <a:lnTo>
                    <a:pt x="86963" y="29337"/>
                  </a:lnTo>
                  <a:lnTo>
                    <a:pt x="87113" y="29337"/>
                  </a:lnTo>
                  <a:lnTo>
                    <a:pt x="88759" y="28738"/>
                  </a:lnTo>
                  <a:lnTo>
                    <a:pt x="89657" y="28589"/>
                  </a:lnTo>
                  <a:lnTo>
                    <a:pt x="89657" y="29786"/>
                  </a:lnTo>
                  <a:lnTo>
                    <a:pt x="88610" y="30085"/>
                  </a:lnTo>
                  <a:lnTo>
                    <a:pt x="87712" y="30385"/>
                  </a:lnTo>
                  <a:lnTo>
                    <a:pt x="86963" y="30684"/>
                  </a:lnTo>
                  <a:lnTo>
                    <a:pt x="86963" y="30834"/>
                  </a:lnTo>
                  <a:lnTo>
                    <a:pt x="87861" y="30534"/>
                  </a:lnTo>
                  <a:lnTo>
                    <a:pt x="88610" y="30385"/>
                  </a:lnTo>
                  <a:lnTo>
                    <a:pt x="89657" y="30085"/>
                  </a:lnTo>
                  <a:lnTo>
                    <a:pt x="89657" y="30983"/>
                  </a:lnTo>
                  <a:lnTo>
                    <a:pt x="88759" y="31133"/>
                  </a:lnTo>
                  <a:lnTo>
                    <a:pt x="88011" y="31433"/>
                  </a:lnTo>
                  <a:lnTo>
                    <a:pt x="87262" y="31732"/>
                  </a:lnTo>
                  <a:lnTo>
                    <a:pt x="87262" y="31882"/>
                  </a:lnTo>
                  <a:lnTo>
                    <a:pt x="89208" y="31283"/>
                  </a:lnTo>
                  <a:lnTo>
                    <a:pt x="89657" y="31283"/>
                  </a:lnTo>
                  <a:lnTo>
                    <a:pt x="89657" y="32031"/>
                  </a:lnTo>
                  <a:lnTo>
                    <a:pt x="89059" y="32181"/>
                  </a:lnTo>
                  <a:lnTo>
                    <a:pt x="87562" y="32780"/>
                  </a:lnTo>
                  <a:lnTo>
                    <a:pt x="87562" y="32929"/>
                  </a:lnTo>
                  <a:lnTo>
                    <a:pt x="87712" y="32929"/>
                  </a:lnTo>
                  <a:lnTo>
                    <a:pt x="89059" y="32480"/>
                  </a:lnTo>
                  <a:lnTo>
                    <a:pt x="89657" y="32331"/>
                  </a:lnTo>
                  <a:lnTo>
                    <a:pt x="89657" y="32331"/>
                  </a:lnTo>
                  <a:lnTo>
                    <a:pt x="89508" y="33229"/>
                  </a:lnTo>
                  <a:lnTo>
                    <a:pt x="88759" y="33378"/>
                  </a:lnTo>
                  <a:lnTo>
                    <a:pt x="87861" y="33678"/>
                  </a:lnTo>
                  <a:lnTo>
                    <a:pt x="87861" y="33827"/>
                  </a:lnTo>
                  <a:lnTo>
                    <a:pt x="88759" y="33678"/>
                  </a:lnTo>
                  <a:lnTo>
                    <a:pt x="89508" y="33378"/>
                  </a:lnTo>
                  <a:lnTo>
                    <a:pt x="89508" y="34276"/>
                  </a:lnTo>
                  <a:lnTo>
                    <a:pt x="89208" y="34276"/>
                  </a:lnTo>
                  <a:lnTo>
                    <a:pt x="88759" y="34576"/>
                  </a:lnTo>
                  <a:lnTo>
                    <a:pt x="88161" y="34725"/>
                  </a:lnTo>
                  <a:lnTo>
                    <a:pt x="88161" y="34875"/>
                  </a:lnTo>
                  <a:lnTo>
                    <a:pt x="89358" y="34576"/>
                  </a:lnTo>
                  <a:lnTo>
                    <a:pt x="89508" y="34426"/>
                  </a:lnTo>
                  <a:lnTo>
                    <a:pt x="89508" y="35174"/>
                  </a:lnTo>
                  <a:lnTo>
                    <a:pt x="88310" y="35773"/>
                  </a:lnTo>
                  <a:lnTo>
                    <a:pt x="88310" y="35923"/>
                  </a:lnTo>
                  <a:lnTo>
                    <a:pt x="88460" y="35923"/>
                  </a:lnTo>
                  <a:lnTo>
                    <a:pt x="89059" y="35624"/>
                  </a:lnTo>
                  <a:lnTo>
                    <a:pt x="89508" y="35474"/>
                  </a:lnTo>
                  <a:lnTo>
                    <a:pt x="89508" y="35624"/>
                  </a:lnTo>
                  <a:lnTo>
                    <a:pt x="89508" y="36222"/>
                  </a:lnTo>
                  <a:lnTo>
                    <a:pt x="89358" y="36222"/>
                  </a:lnTo>
                  <a:lnTo>
                    <a:pt x="88909" y="36522"/>
                  </a:lnTo>
                  <a:lnTo>
                    <a:pt x="88460" y="36821"/>
                  </a:lnTo>
                  <a:lnTo>
                    <a:pt x="88610" y="36821"/>
                  </a:lnTo>
                  <a:lnTo>
                    <a:pt x="88909" y="36671"/>
                  </a:lnTo>
                  <a:lnTo>
                    <a:pt x="89358" y="36522"/>
                  </a:lnTo>
                  <a:lnTo>
                    <a:pt x="89508" y="36522"/>
                  </a:lnTo>
                  <a:lnTo>
                    <a:pt x="89508" y="37120"/>
                  </a:lnTo>
                  <a:lnTo>
                    <a:pt x="89508" y="37270"/>
                  </a:lnTo>
                  <a:lnTo>
                    <a:pt x="88909" y="37569"/>
                  </a:lnTo>
                  <a:lnTo>
                    <a:pt x="88909" y="37719"/>
                  </a:lnTo>
                  <a:lnTo>
                    <a:pt x="89508" y="37420"/>
                  </a:lnTo>
                  <a:lnTo>
                    <a:pt x="89508" y="38318"/>
                  </a:lnTo>
                  <a:lnTo>
                    <a:pt x="88909" y="38617"/>
                  </a:lnTo>
                  <a:lnTo>
                    <a:pt x="88011" y="36971"/>
                  </a:lnTo>
                  <a:lnTo>
                    <a:pt x="87412" y="36073"/>
                  </a:lnTo>
                  <a:lnTo>
                    <a:pt x="82024" y="26343"/>
                  </a:lnTo>
                  <a:lnTo>
                    <a:pt x="85766" y="25296"/>
                  </a:lnTo>
                  <a:lnTo>
                    <a:pt x="89657" y="24398"/>
                  </a:lnTo>
                  <a:close/>
                  <a:moveTo>
                    <a:pt x="119743" y="24398"/>
                  </a:moveTo>
                  <a:lnTo>
                    <a:pt x="123634" y="25296"/>
                  </a:lnTo>
                  <a:lnTo>
                    <a:pt x="127526" y="26343"/>
                  </a:lnTo>
                  <a:lnTo>
                    <a:pt x="121988" y="36073"/>
                  </a:lnTo>
                  <a:lnTo>
                    <a:pt x="121389" y="36971"/>
                  </a:lnTo>
                  <a:lnTo>
                    <a:pt x="120491" y="38617"/>
                  </a:lnTo>
                  <a:lnTo>
                    <a:pt x="120042" y="38318"/>
                  </a:lnTo>
                  <a:lnTo>
                    <a:pt x="119892" y="38318"/>
                  </a:lnTo>
                  <a:lnTo>
                    <a:pt x="119892" y="37420"/>
                  </a:lnTo>
                  <a:lnTo>
                    <a:pt x="120491" y="37719"/>
                  </a:lnTo>
                  <a:lnTo>
                    <a:pt x="120641" y="37569"/>
                  </a:lnTo>
                  <a:lnTo>
                    <a:pt x="119892" y="37270"/>
                  </a:lnTo>
                  <a:lnTo>
                    <a:pt x="119892" y="37120"/>
                  </a:lnTo>
                  <a:lnTo>
                    <a:pt x="119892" y="36671"/>
                  </a:lnTo>
                  <a:lnTo>
                    <a:pt x="119892" y="36522"/>
                  </a:lnTo>
                  <a:lnTo>
                    <a:pt x="120042" y="36522"/>
                  </a:lnTo>
                  <a:lnTo>
                    <a:pt x="120491" y="36821"/>
                  </a:lnTo>
                  <a:lnTo>
                    <a:pt x="120940" y="36821"/>
                  </a:lnTo>
                  <a:lnTo>
                    <a:pt x="120491" y="36522"/>
                  </a:lnTo>
                  <a:lnTo>
                    <a:pt x="120042" y="36222"/>
                  </a:lnTo>
                  <a:lnTo>
                    <a:pt x="119892" y="36222"/>
                  </a:lnTo>
                  <a:lnTo>
                    <a:pt x="119892" y="35624"/>
                  </a:lnTo>
                  <a:lnTo>
                    <a:pt x="119892" y="35474"/>
                  </a:lnTo>
                  <a:lnTo>
                    <a:pt x="120491" y="35773"/>
                  </a:lnTo>
                  <a:lnTo>
                    <a:pt x="120940" y="35923"/>
                  </a:lnTo>
                  <a:lnTo>
                    <a:pt x="121090" y="35923"/>
                  </a:lnTo>
                  <a:lnTo>
                    <a:pt x="121090" y="35773"/>
                  </a:lnTo>
                  <a:lnTo>
                    <a:pt x="119892" y="35174"/>
                  </a:lnTo>
                  <a:lnTo>
                    <a:pt x="119892" y="34426"/>
                  </a:lnTo>
                  <a:lnTo>
                    <a:pt x="120042" y="34576"/>
                  </a:lnTo>
                  <a:lnTo>
                    <a:pt x="121239" y="34875"/>
                  </a:lnTo>
                  <a:lnTo>
                    <a:pt x="121239" y="34725"/>
                  </a:lnTo>
                  <a:lnTo>
                    <a:pt x="120790" y="34576"/>
                  </a:lnTo>
                  <a:lnTo>
                    <a:pt x="120192" y="34276"/>
                  </a:lnTo>
                  <a:lnTo>
                    <a:pt x="119892" y="34276"/>
                  </a:lnTo>
                  <a:lnTo>
                    <a:pt x="119892" y="33378"/>
                  </a:lnTo>
                  <a:lnTo>
                    <a:pt x="120641" y="33678"/>
                  </a:lnTo>
                  <a:lnTo>
                    <a:pt x="121539" y="33827"/>
                  </a:lnTo>
                  <a:lnTo>
                    <a:pt x="121539" y="33678"/>
                  </a:lnTo>
                  <a:lnTo>
                    <a:pt x="120790" y="33378"/>
                  </a:lnTo>
                  <a:lnTo>
                    <a:pt x="119892" y="33229"/>
                  </a:lnTo>
                  <a:lnTo>
                    <a:pt x="119892" y="32331"/>
                  </a:lnTo>
                  <a:lnTo>
                    <a:pt x="120491" y="32480"/>
                  </a:lnTo>
                  <a:lnTo>
                    <a:pt x="121838" y="32929"/>
                  </a:lnTo>
                  <a:lnTo>
                    <a:pt x="121838" y="32780"/>
                  </a:lnTo>
                  <a:lnTo>
                    <a:pt x="120341" y="32181"/>
                  </a:lnTo>
                  <a:lnTo>
                    <a:pt x="119892" y="32031"/>
                  </a:lnTo>
                  <a:lnTo>
                    <a:pt x="119892" y="31283"/>
                  </a:lnTo>
                  <a:lnTo>
                    <a:pt x="120192" y="31283"/>
                  </a:lnTo>
                  <a:lnTo>
                    <a:pt x="122138" y="31882"/>
                  </a:lnTo>
                  <a:lnTo>
                    <a:pt x="122138" y="31732"/>
                  </a:lnTo>
                  <a:lnTo>
                    <a:pt x="121539" y="31433"/>
                  </a:lnTo>
                  <a:lnTo>
                    <a:pt x="120641" y="31133"/>
                  </a:lnTo>
                  <a:lnTo>
                    <a:pt x="119892" y="30983"/>
                  </a:lnTo>
                  <a:lnTo>
                    <a:pt x="119892" y="30085"/>
                  </a:lnTo>
                  <a:lnTo>
                    <a:pt x="120790" y="30385"/>
                  </a:lnTo>
                  <a:lnTo>
                    <a:pt x="121688" y="30534"/>
                  </a:lnTo>
                  <a:lnTo>
                    <a:pt x="122437" y="30834"/>
                  </a:lnTo>
                  <a:lnTo>
                    <a:pt x="122437" y="30684"/>
                  </a:lnTo>
                  <a:lnTo>
                    <a:pt x="121688" y="30385"/>
                  </a:lnTo>
                  <a:lnTo>
                    <a:pt x="120940" y="30085"/>
                  </a:lnTo>
                  <a:lnTo>
                    <a:pt x="119892" y="29786"/>
                  </a:lnTo>
                  <a:lnTo>
                    <a:pt x="119743" y="28589"/>
                  </a:lnTo>
                  <a:lnTo>
                    <a:pt x="120790" y="28738"/>
                  </a:lnTo>
                  <a:lnTo>
                    <a:pt x="122437" y="29337"/>
                  </a:lnTo>
                  <a:lnTo>
                    <a:pt x="122437" y="29187"/>
                  </a:lnTo>
                  <a:lnTo>
                    <a:pt x="121838" y="28888"/>
                  </a:lnTo>
                  <a:lnTo>
                    <a:pt x="121239" y="28589"/>
                  </a:lnTo>
                  <a:lnTo>
                    <a:pt x="119743" y="28289"/>
                  </a:lnTo>
                  <a:lnTo>
                    <a:pt x="119743" y="27391"/>
                  </a:lnTo>
                  <a:lnTo>
                    <a:pt x="121090" y="27840"/>
                  </a:lnTo>
                  <a:lnTo>
                    <a:pt x="121988" y="27990"/>
                  </a:lnTo>
                  <a:lnTo>
                    <a:pt x="122886" y="28289"/>
                  </a:lnTo>
                  <a:lnTo>
                    <a:pt x="122886" y="28140"/>
                  </a:lnTo>
                  <a:lnTo>
                    <a:pt x="121988" y="27691"/>
                  </a:lnTo>
                  <a:lnTo>
                    <a:pt x="121090" y="27541"/>
                  </a:lnTo>
                  <a:lnTo>
                    <a:pt x="119743" y="27092"/>
                  </a:lnTo>
                  <a:lnTo>
                    <a:pt x="119743" y="26194"/>
                  </a:lnTo>
                  <a:lnTo>
                    <a:pt x="120940" y="26493"/>
                  </a:lnTo>
                  <a:lnTo>
                    <a:pt x="122886" y="26942"/>
                  </a:lnTo>
                  <a:lnTo>
                    <a:pt x="123036" y="26942"/>
                  </a:lnTo>
                  <a:lnTo>
                    <a:pt x="123036" y="26792"/>
                  </a:lnTo>
                  <a:lnTo>
                    <a:pt x="122138" y="26493"/>
                  </a:lnTo>
                  <a:lnTo>
                    <a:pt x="121239" y="26194"/>
                  </a:lnTo>
                  <a:lnTo>
                    <a:pt x="119743" y="25745"/>
                  </a:lnTo>
                  <a:lnTo>
                    <a:pt x="119743" y="24996"/>
                  </a:lnTo>
                  <a:lnTo>
                    <a:pt x="120641" y="25146"/>
                  </a:lnTo>
                  <a:lnTo>
                    <a:pt x="121539" y="25296"/>
                  </a:lnTo>
                  <a:lnTo>
                    <a:pt x="123185" y="25745"/>
                  </a:lnTo>
                  <a:lnTo>
                    <a:pt x="123335" y="25595"/>
                  </a:lnTo>
                  <a:lnTo>
                    <a:pt x="123185" y="25595"/>
                  </a:lnTo>
                  <a:lnTo>
                    <a:pt x="122287" y="25146"/>
                  </a:lnTo>
                  <a:lnTo>
                    <a:pt x="121090" y="24996"/>
                  </a:lnTo>
                  <a:lnTo>
                    <a:pt x="119743" y="24547"/>
                  </a:lnTo>
                  <a:lnTo>
                    <a:pt x="119743" y="24398"/>
                  </a:lnTo>
                  <a:close/>
                  <a:moveTo>
                    <a:pt x="89508" y="38467"/>
                  </a:moveTo>
                  <a:lnTo>
                    <a:pt x="89508" y="39665"/>
                  </a:lnTo>
                  <a:lnTo>
                    <a:pt x="89059" y="38767"/>
                  </a:lnTo>
                  <a:lnTo>
                    <a:pt x="89508" y="38467"/>
                  </a:lnTo>
                  <a:close/>
                  <a:moveTo>
                    <a:pt x="119892" y="38467"/>
                  </a:moveTo>
                  <a:lnTo>
                    <a:pt x="120491" y="38767"/>
                  </a:lnTo>
                  <a:lnTo>
                    <a:pt x="119892" y="39665"/>
                  </a:lnTo>
                  <a:lnTo>
                    <a:pt x="119892" y="38467"/>
                  </a:lnTo>
                  <a:close/>
                  <a:moveTo>
                    <a:pt x="80976" y="26643"/>
                  </a:moveTo>
                  <a:lnTo>
                    <a:pt x="86514" y="36372"/>
                  </a:lnTo>
                  <a:lnTo>
                    <a:pt x="81874" y="37719"/>
                  </a:lnTo>
                  <a:lnTo>
                    <a:pt x="77384" y="39515"/>
                  </a:lnTo>
                  <a:lnTo>
                    <a:pt x="73043" y="41461"/>
                  </a:lnTo>
                  <a:lnTo>
                    <a:pt x="68702" y="43706"/>
                  </a:lnTo>
                  <a:lnTo>
                    <a:pt x="65260" y="33229"/>
                  </a:lnTo>
                  <a:lnTo>
                    <a:pt x="69002" y="31283"/>
                  </a:lnTo>
                  <a:lnTo>
                    <a:pt x="72893" y="29487"/>
                  </a:lnTo>
                  <a:lnTo>
                    <a:pt x="76935" y="27990"/>
                  </a:lnTo>
                  <a:lnTo>
                    <a:pt x="80976" y="26643"/>
                  </a:lnTo>
                  <a:close/>
                  <a:moveTo>
                    <a:pt x="128424" y="26643"/>
                  </a:moveTo>
                  <a:lnTo>
                    <a:pt x="132465" y="27990"/>
                  </a:lnTo>
                  <a:lnTo>
                    <a:pt x="136507" y="29487"/>
                  </a:lnTo>
                  <a:lnTo>
                    <a:pt x="140398" y="31283"/>
                  </a:lnTo>
                  <a:lnTo>
                    <a:pt x="144140" y="33229"/>
                  </a:lnTo>
                  <a:lnTo>
                    <a:pt x="140698" y="43706"/>
                  </a:lnTo>
                  <a:lnTo>
                    <a:pt x="136507" y="41461"/>
                  </a:lnTo>
                  <a:lnTo>
                    <a:pt x="132166" y="39515"/>
                  </a:lnTo>
                  <a:lnTo>
                    <a:pt x="127526" y="37719"/>
                  </a:lnTo>
                  <a:lnTo>
                    <a:pt x="122886" y="36372"/>
                  </a:lnTo>
                  <a:lnTo>
                    <a:pt x="128424" y="26643"/>
                  </a:lnTo>
                  <a:close/>
                  <a:moveTo>
                    <a:pt x="64511" y="33678"/>
                  </a:moveTo>
                  <a:lnTo>
                    <a:pt x="64511" y="33827"/>
                  </a:lnTo>
                  <a:lnTo>
                    <a:pt x="63314" y="34576"/>
                  </a:lnTo>
                  <a:lnTo>
                    <a:pt x="62416" y="35174"/>
                  </a:lnTo>
                  <a:lnTo>
                    <a:pt x="61518" y="35923"/>
                  </a:lnTo>
                  <a:lnTo>
                    <a:pt x="61667" y="35923"/>
                  </a:lnTo>
                  <a:lnTo>
                    <a:pt x="63613" y="34725"/>
                  </a:lnTo>
                  <a:lnTo>
                    <a:pt x="64511" y="34127"/>
                  </a:lnTo>
                  <a:lnTo>
                    <a:pt x="64811" y="35025"/>
                  </a:lnTo>
                  <a:lnTo>
                    <a:pt x="63613" y="35923"/>
                  </a:lnTo>
                  <a:lnTo>
                    <a:pt x="62865" y="36372"/>
                  </a:lnTo>
                  <a:lnTo>
                    <a:pt x="62117" y="36971"/>
                  </a:lnTo>
                  <a:lnTo>
                    <a:pt x="62117" y="37120"/>
                  </a:lnTo>
                  <a:lnTo>
                    <a:pt x="62266" y="37120"/>
                  </a:lnTo>
                  <a:lnTo>
                    <a:pt x="63913" y="36073"/>
                  </a:lnTo>
                  <a:lnTo>
                    <a:pt x="64960" y="35324"/>
                  </a:lnTo>
                  <a:lnTo>
                    <a:pt x="65260" y="36222"/>
                  </a:lnTo>
                  <a:lnTo>
                    <a:pt x="64062" y="36971"/>
                  </a:lnTo>
                  <a:lnTo>
                    <a:pt x="63314" y="37569"/>
                  </a:lnTo>
                  <a:lnTo>
                    <a:pt x="62566" y="38168"/>
                  </a:lnTo>
                  <a:lnTo>
                    <a:pt x="62566" y="38318"/>
                  </a:lnTo>
                  <a:lnTo>
                    <a:pt x="62715" y="38318"/>
                  </a:lnTo>
                  <a:lnTo>
                    <a:pt x="63464" y="37869"/>
                  </a:lnTo>
                  <a:lnTo>
                    <a:pt x="64212" y="37270"/>
                  </a:lnTo>
                  <a:lnTo>
                    <a:pt x="65409" y="36372"/>
                  </a:lnTo>
                  <a:lnTo>
                    <a:pt x="65559" y="37270"/>
                  </a:lnTo>
                  <a:lnTo>
                    <a:pt x="64661" y="38018"/>
                  </a:lnTo>
                  <a:lnTo>
                    <a:pt x="63913" y="38467"/>
                  </a:lnTo>
                  <a:lnTo>
                    <a:pt x="63464" y="39066"/>
                  </a:lnTo>
                  <a:lnTo>
                    <a:pt x="63464" y="39216"/>
                  </a:lnTo>
                  <a:lnTo>
                    <a:pt x="63613" y="39216"/>
                  </a:lnTo>
                  <a:lnTo>
                    <a:pt x="64960" y="38168"/>
                  </a:lnTo>
                  <a:lnTo>
                    <a:pt x="65709" y="37569"/>
                  </a:lnTo>
                  <a:lnTo>
                    <a:pt x="66158" y="38767"/>
                  </a:lnTo>
                  <a:lnTo>
                    <a:pt x="65260" y="39365"/>
                  </a:lnTo>
                  <a:lnTo>
                    <a:pt x="64511" y="39815"/>
                  </a:lnTo>
                  <a:lnTo>
                    <a:pt x="63913" y="40413"/>
                  </a:lnTo>
                  <a:lnTo>
                    <a:pt x="63913" y="40563"/>
                  </a:lnTo>
                  <a:lnTo>
                    <a:pt x="64661" y="40114"/>
                  </a:lnTo>
                  <a:lnTo>
                    <a:pt x="65409" y="39515"/>
                  </a:lnTo>
                  <a:lnTo>
                    <a:pt x="66158" y="39066"/>
                  </a:lnTo>
                  <a:lnTo>
                    <a:pt x="66457" y="39964"/>
                  </a:lnTo>
                  <a:lnTo>
                    <a:pt x="65709" y="40264"/>
                  </a:lnTo>
                  <a:lnTo>
                    <a:pt x="65110" y="40862"/>
                  </a:lnTo>
                  <a:lnTo>
                    <a:pt x="64511" y="41461"/>
                  </a:lnTo>
                  <a:lnTo>
                    <a:pt x="64511" y="41461"/>
                  </a:lnTo>
                  <a:lnTo>
                    <a:pt x="66308" y="40264"/>
                  </a:lnTo>
                  <a:lnTo>
                    <a:pt x="66607" y="40114"/>
                  </a:lnTo>
                  <a:lnTo>
                    <a:pt x="66757" y="40862"/>
                  </a:lnTo>
                  <a:lnTo>
                    <a:pt x="66457" y="41162"/>
                  </a:lnTo>
                  <a:lnTo>
                    <a:pt x="65858" y="41611"/>
                  </a:lnTo>
                  <a:lnTo>
                    <a:pt x="65110" y="42209"/>
                  </a:lnTo>
                  <a:lnTo>
                    <a:pt x="65110" y="42359"/>
                  </a:lnTo>
                  <a:lnTo>
                    <a:pt x="65260" y="42359"/>
                  </a:lnTo>
                  <a:lnTo>
                    <a:pt x="66457" y="41461"/>
                  </a:lnTo>
                  <a:lnTo>
                    <a:pt x="66906" y="41162"/>
                  </a:lnTo>
                  <a:lnTo>
                    <a:pt x="67206" y="41910"/>
                  </a:lnTo>
                  <a:lnTo>
                    <a:pt x="66607" y="42359"/>
                  </a:lnTo>
                  <a:lnTo>
                    <a:pt x="65709" y="43107"/>
                  </a:lnTo>
                  <a:lnTo>
                    <a:pt x="65858" y="43107"/>
                  </a:lnTo>
                  <a:lnTo>
                    <a:pt x="66308" y="42808"/>
                  </a:lnTo>
                  <a:lnTo>
                    <a:pt x="66757" y="42509"/>
                  </a:lnTo>
                  <a:lnTo>
                    <a:pt x="67206" y="42209"/>
                  </a:lnTo>
                  <a:lnTo>
                    <a:pt x="67505" y="42958"/>
                  </a:lnTo>
                  <a:lnTo>
                    <a:pt x="67206" y="43257"/>
                  </a:lnTo>
                  <a:lnTo>
                    <a:pt x="66757" y="43556"/>
                  </a:lnTo>
                  <a:lnTo>
                    <a:pt x="66308" y="44006"/>
                  </a:lnTo>
                  <a:lnTo>
                    <a:pt x="66457" y="44006"/>
                  </a:lnTo>
                  <a:lnTo>
                    <a:pt x="67505" y="43257"/>
                  </a:lnTo>
                  <a:lnTo>
                    <a:pt x="67804" y="43856"/>
                  </a:lnTo>
                  <a:lnTo>
                    <a:pt x="66906" y="44754"/>
                  </a:lnTo>
                  <a:lnTo>
                    <a:pt x="66906" y="44904"/>
                  </a:lnTo>
                  <a:lnTo>
                    <a:pt x="67505" y="44455"/>
                  </a:lnTo>
                  <a:lnTo>
                    <a:pt x="67954" y="44155"/>
                  </a:lnTo>
                  <a:lnTo>
                    <a:pt x="67954" y="44305"/>
                  </a:lnTo>
                  <a:lnTo>
                    <a:pt x="68104" y="44754"/>
                  </a:lnTo>
                  <a:lnTo>
                    <a:pt x="67954" y="45053"/>
                  </a:lnTo>
                  <a:lnTo>
                    <a:pt x="67505" y="45353"/>
                  </a:lnTo>
                  <a:lnTo>
                    <a:pt x="67355" y="45652"/>
                  </a:lnTo>
                  <a:lnTo>
                    <a:pt x="67355" y="45802"/>
                  </a:lnTo>
                  <a:lnTo>
                    <a:pt x="67804" y="45502"/>
                  </a:lnTo>
                  <a:lnTo>
                    <a:pt x="68104" y="45203"/>
                  </a:lnTo>
                  <a:lnTo>
                    <a:pt x="68253" y="45053"/>
                  </a:lnTo>
                  <a:lnTo>
                    <a:pt x="68253" y="45203"/>
                  </a:lnTo>
                  <a:lnTo>
                    <a:pt x="68403" y="45802"/>
                  </a:lnTo>
                  <a:lnTo>
                    <a:pt x="67954" y="46400"/>
                  </a:lnTo>
                  <a:lnTo>
                    <a:pt x="68553" y="46101"/>
                  </a:lnTo>
                  <a:lnTo>
                    <a:pt x="68702" y="46849"/>
                  </a:lnTo>
                  <a:lnTo>
                    <a:pt x="68403" y="47298"/>
                  </a:lnTo>
                  <a:lnTo>
                    <a:pt x="66906" y="46101"/>
                  </a:lnTo>
                  <a:lnTo>
                    <a:pt x="66158" y="45353"/>
                  </a:lnTo>
                  <a:lnTo>
                    <a:pt x="57776" y="38018"/>
                  </a:lnTo>
                  <a:lnTo>
                    <a:pt x="61069" y="35773"/>
                  </a:lnTo>
                  <a:lnTo>
                    <a:pt x="64511" y="33678"/>
                  </a:lnTo>
                  <a:close/>
                  <a:moveTo>
                    <a:pt x="145038" y="33678"/>
                  </a:moveTo>
                  <a:lnTo>
                    <a:pt x="148331" y="35773"/>
                  </a:lnTo>
                  <a:lnTo>
                    <a:pt x="151624" y="38018"/>
                  </a:lnTo>
                  <a:lnTo>
                    <a:pt x="143242" y="45353"/>
                  </a:lnTo>
                  <a:lnTo>
                    <a:pt x="142494" y="46101"/>
                  </a:lnTo>
                  <a:lnTo>
                    <a:pt x="141147" y="47298"/>
                  </a:lnTo>
                  <a:lnTo>
                    <a:pt x="140698" y="46849"/>
                  </a:lnTo>
                  <a:lnTo>
                    <a:pt x="140997" y="46101"/>
                  </a:lnTo>
                  <a:lnTo>
                    <a:pt x="141446" y="46400"/>
                  </a:lnTo>
                  <a:lnTo>
                    <a:pt x="140997" y="45802"/>
                  </a:lnTo>
                  <a:lnTo>
                    <a:pt x="141147" y="45203"/>
                  </a:lnTo>
                  <a:lnTo>
                    <a:pt x="141296" y="45053"/>
                  </a:lnTo>
                  <a:lnTo>
                    <a:pt x="141296" y="45203"/>
                  </a:lnTo>
                  <a:lnTo>
                    <a:pt x="141895" y="45652"/>
                  </a:lnTo>
                  <a:lnTo>
                    <a:pt x="142045" y="45802"/>
                  </a:lnTo>
                  <a:lnTo>
                    <a:pt x="142194" y="45652"/>
                  </a:lnTo>
                  <a:lnTo>
                    <a:pt x="141895" y="45353"/>
                  </a:lnTo>
                  <a:lnTo>
                    <a:pt x="141446" y="45053"/>
                  </a:lnTo>
                  <a:lnTo>
                    <a:pt x="141296" y="44754"/>
                  </a:lnTo>
                  <a:lnTo>
                    <a:pt x="141596" y="44305"/>
                  </a:lnTo>
                  <a:lnTo>
                    <a:pt x="141596" y="44155"/>
                  </a:lnTo>
                  <a:lnTo>
                    <a:pt x="142194" y="44754"/>
                  </a:lnTo>
                  <a:lnTo>
                    <a:pt x="142494" y="44904"/>
                  </a:lnTo>
                  <a:lnTo>
                    <a:pt x="142643" y="44754"/>
                  </a:lnTo>
                  <a:lnTo>
                    <a:pt x="141596" y="43856"/>
                  </a:lnTo>
                  <a:lnTo>
                    <a:pt x="141895" y="43257"/>
                  </a:lnTo>
                  <a:lnTo>
                    <a:pt x="142045" y="43257"/>
                  </a:lnTo>
                  <a:lnTo>
                    <a:pt x="143093" y="44006"/>
                  </a:lnTo>
                  <a:lnTo>
                    <a:pt x="143093" y="44006"/>
                  </a:lnTo>
                  <a:lnTo>
                    <a:pt x="142643" y="43556"/>
                  </a:lnTo>
                  <a:lnTo>
                    <a:pt x="142344" y="43257"/>
                  </a:lnTo>
                  <a:lnTo>
                    <a:pt x="141895" y="42958"/>
                  </a:lnTo>
                  <a:lnTo>
                    <a:pt x="142194" y="42209"/>
                  </a:lnTo>
                  <a:lnTo>
                    <a:pt x="142643" y="42509"/>
                  </a:lnTo>
                  <a:lnTo>
                    <a:pt x="143093" y="42808"/>
                  </a:lnTo>
                  <a:lnTo>
                    <a:pt x="143691" y="43107"/>
                  </a:lnTo>
                  <a:lnTo>
                    <a:pt x="142793" y="42359"/>
                  </a:lnTo>
                  <a:lnTo>
                    <a:pt x="142344" y="41910"/>
                  </a:lnTo>
                  <a:lnTo>
                    <a:pt x="142494" y="41162"/>
                  </a:lnTo>
                  <a:lnTo>
                    <a:pt x="143093" y="41461"/>
                  </a:lnTo>
                  <a:lnTo>
                    <a:pt x="144140" y="42359"/>
                  </a:lnTo>
                  <a:lnTo>
                    <a:pt x="144290" y="42359"/>
                  </a:lnTo>
                  <a:lnTo>
                    <a:pt x="144290" y="42209"/>
                  </a:lnTo>
                  <a:lnTo>
                    <a:pt x="143691" y="41611"/>
                  </a:lnTo>
                  <a:lnTo>
                    <a:pt x="142943" y="41162"/>
                  </a:lnTo>
                  <a:lnTo>
                    <a:pt x="142643" y="40862"/>
                  </a:lnTo>
                  <a:lnTo>
                    <a:pt x="142943" y="40114"/>
                  </a:lnTo>
                  <a:lnTo>
                    <a:pt x="143093" y="40264"/>
                  </a:lnTo>
                  <a:lnTo>
                    <a:pt x="144889" y="41461"/>
                  </a:lnTo>
                  <a:lnTo>
                    <a:pt x="144290" y="40862"/>
                  </a:lnTo>
                  <a:lnTo>
                    <a:pt x="143691" y="40264"/>
                  </a:lnTo>
                  <a:lnTo>
                    <a:pt x="142943" y="39964"/>
                  </a:lnTo>
                  <a:lnTo>
                    <a:pt x="143242" y="39066"/>
                  </a:lnTo>
                  <a:lnTo>
                    <a:pt x="143991" y="39515"/>
                  </a:lnTo>
                  <a:lnTo>
                    <a:pt x="144739" y="40114"/>
                  </a:lnTo>
                  <a:lnTo>
                    <a:pt x="145487" y="40563"/>
                  </a:lnTo>
                  <a:lnTo>
                    <a:pt x="145487" y="40413"/>
                  </a:lnTo>
                  <a:lnTo>
                    <a:pt x="144889" y="39815"/>
                  </a:lnTo>
                  <a:lnTo>
                    <a:pt x="144290" y="39365"/>
                  </a:lnTo>
                  <a:lnTo>
                    <a:pt x="143392" y="38767"/>
                  </a:lnTo>
                  <a:lnTo>
                    <a:pt x="143691" y="37569"/>
                  </a:lnTo>
                  <a:lnTo>
                    <a:pt x="144589" y="38168"/>
                  </a:lnTo>
                  <a:lnTo>
                    <a:pt x="145936" y="39216"/>
                  </a:lnTo>
                  <a:lnTo>
                    <a:pt x="145936" y="39066"/>
                  </a:lnTo>
                  <a:lnTo>
                    <a:pt x="145487" y="38467"/>
                  </a:lnTo>
                  <a:lnTo>
                    <a:pt x="144889" y="38018"/>
                  </a:lnTo>
                  <a:lnTo>
                    <a:pt x="143841" y="37270"/>
                  </a:lnTo>
                  <a:lnTo>
                    <a:pt x="144140" y="36372"/>
                  </a:lnTo>
                  <a:lnTo>
                    <a:pt x="145188" y="37270"/>
                  </a:lnTo>
                  <a:lnTo>
                    <a:pt x="145936" y="37869"/>
                  </a:lnTo>
                  <a:lnTo>
                    <a:pt x="146834" y="38318"/>
                  </a:lnTo>
                  <a:lnTo>
                    <a:pt x="146834" y="38168"/>
                  </a:lnTo>
                  <a:lnTo>
                    <a:pt x="146086" y="37569"/>
                  </a:lnTo>
                  <a:lnTo>
                    <a:pt x="145338" y="36971"/>
                  </a:lnTo>
                  <a:lnTo>
                    <a:pt x="144140" y="36222"/>
                  </a:lnTo>
                  <a:lnTo>
                    <a:pt x="144440" y="35324"/>
                  </a:lnTo>
                  <a:lnTo>
                    <a:pt x="145487" y="36073"/>
                  </a:lnTo>
                  <a:lnTo>
                    <a:pt x="147134" y="37120"/>
                  </a:lnTo>
                  <a:lnTo>
                    <a:pt x="147283" y="37120"/>
                  </a:lnTo>
                  <a:lnTo>
                    <a:pt x="147283" y="36971"/>
                  </a:lnTo>
                  <a:lnTo>
                    <a:pt x="146535" y="36372"/>
                  </a:lnTo>
                  <a:lnTo>
                    <a:pt x="145936" y="35923"/>
                  </a:lnTo>
                  <a:lnTo>
                    <a:pt x="144589" y="35025"/>
                  </a:lnTo>
                  <a:lnTo>
                    <a:pt x="144889" y="34127"/>
                  </a:lnTo>
                  <a:lnTo>
                    <a:pt x="145787" y="34725"/>
                  </a:lnTo>
                  <a:lnTo>
                    <a:pt x="147882" y="35923"/>
                  </a:lnTo>
                  <a:lnTo>
                    <a:pt x="147134" y="35174"/>
                  </a:lnTo>
                  <a:lnTo>
                    <a:pt x="146236" y="34576"/>
                  </a:lnTo>
                  <a:lnTo>
                    <a:pt x="145038" y="33827"/>
                  </a:lnTo>
                  <a:lnTo>
                    <a:pt x="145038" y="33678"/>
                  </a:lnTo>
                  <a:close/>
                  <a:moveTo>
                    <a:pt x="140548" y="46999"/>
                  </a:moveTo>
                  <a:lnTo>
                    <a:pt x="140997" y="47448"/>
                  </a:lnTo>
                  <a:lnTo>
                    <a:pt x="140249" y="48047"/>
                  </a:lnTo>
                  <a:lnTo>
                    <a:pt x="140249" y="48047"/>
                  </a:lnTo>
                  <a:lnTo>
                    <a:pt x="140548" y="46999"/>
                  </a:lnTo>
                  <a:close/>
                  <a:moveTo>
                    <a:pt x="68852" y="46999"/>
                  </a:moveTo>
                  <a:lnTo>
                    <a:pt x="69151" y="48047"/>
                  </a:lnTo>
                  <a:lnTo>
                    <a:pt x="69151" y="48047"/>
                  </a:lnTo>
                  <a:lnTo>
                    <a:pt x="68403" y="47448"/>
                  </a:lnTo>
                  <a:lnTo>
                    <a:pt x="68852" y="46999"/>
                  </a:lnTo>
                  <a:close/>
                  <a:moveTo>
                    <a:pt x="96094" y="53286"/>
                  </a:moveTo>
                  <a:lnTo>
                    <a:pt x="95046" y="60620"/>
                  </a:lnTo>
                  <a:lnTo>
                    <a:pt x="94896" y="60620"/>
                  </a:lnTo>
                  <a:lnTo>
                    <a:pt x="93100" y="53884"/>
                  </a:lnTo>
                  <a:lnTo>
                    <a:pt x="96094" y="53286"/>
                  </a:lnTo>
                  <a:close/>
                  <a:moveTo>
                    <a:pt x="113007" y="53286"/>
                  </a:moveTo>
                  <a:lnTo>
                    <a:pt x="116150" y="53884"/>
                  </a:lnTo>
                  <a:lnTo>
                    <a:pt x="114803" y="60620"/>
                  </a:lnTo>
                  <a:lnTo>
                    <a:pt x="114055" y="60470"/>
                  </a:lnTo>
                  <a:lnTo>
                    <a:pt x="113007" y="53286"/>
                  </a:lnTo>
                  <a:close/>
                  <a:moveTo>
                    <a:pt x="110313" y="35174"/>
                  </a:moveTo>
                  <a:lnTo>
                    <a:pt x="114654" y="35624"/>
                  </a:lnTo>
                  <a:lnTo>
                    <a:pt x="118994" y="36372"/>
                  </a:lnTo>
                  <a:lnTo>
                    <a:pt x="118994" y="43257"/>
                  </a:lnTo>
                  <a:lnTo>
                    <a:pt x="122437" y="37270"/>
                  </a:lnTo>
                  <a:lnTo>
                    <a:pt x="127077" y="38617"/>
                  </a:lnTo>
                  <a:lnTo>
                    <a:pt x="131717" y="40413"/>
                  </a:lnTo>
                  <a:lnTo>
                    <a:pt x="136058" y="42359"/>
                  </a:lnTo>
                  <a:lnTo>
                    <a:pt x="140398" y="44754"/>
                  </a:lnTo>
                  <a:lnTo>
                    <a:pt x="138153" y="51190"/>
                  </a:lnTo>
                  <a:lnTo>
                    <a:pt x="138153" y="51190"/>
                  </a:lnTo>
                  <a:lnTo>
                    <a:pt x="143392" y="46700"/>
                  </a:lnTo>
                  <a:lnTo>
                    <a:pt x="145637" y="48197"/>
                  </a:lnTo>
                  <a:lnTo>
                    <a:pt x="147733" y="49843"/>
                  </a:lnTo>
                  <a:lnTo>
                    <a:pt x="149828" y="51489"/>
                  </a:lnTo>
                  <a:lnTo>
                    <a:pt x="151774" y="53286"/>
                  </a:lnTo>
                  <a:lnTo>
                    <a:pt x="138902" y="63164"/>
                  </a:lnTo>
                  <a:lnTo>
                    <a:pt x="136207" y="61069"/>
                  </a:lnTo>
                  <a:lnTo>
                    <a:pt x="133513" y="59273"/>
                  </a:lnTo>
                  <a:lnTo>
                    <a:pt x="135609" y="55980"/>
                  </a:lnTo>
                  <a:lnTo>
                    <a:pt x="136357" y="55980"/>
                  </a:lnTo>
                  <a:lnTo>
                    <a:pt x="137105" y="55830"/>
                  </a:lnTo>
                  <a:lnTo>
                    <a:pt x="137704" y="55231"/>
                  </a:lnTo>
                  <a:lnTo>
                    <a:pt x="138153" y="54483"/>
                  </a:lnTo>
                  <a:lnTo>
                    <a:pt x="138303" y="54034"/>
                  </a:lnTo>
                  <a:lnTo>
                    <a:pt x="138303" y="53735"/>
                  </a:lnTo>
                  <a:lnTo>
                    <a:pt x="138003" y="52837"/>
                  </a:lnTo>
                  <a:lnTo>
                    <a:pt x="137554" y="52238"/>
                  </a:lnTo>
                  <a:lnTo>
                    <a:pt x="137255" y="51938"/>
                  </a:lnTo>
                  <a:lnTo>
                    <a:pt x="136806" y="51789"/>
                  </a:lnTo>
                  <a:lnTo>
                    <a:pt x="136357" y="51639"/>
                  </a:lnTo>
                  <a:lnTo>
                    <a:pt x="135908" y="51639"/>
                  </a:lnTo>
                  <a:lnTo>
                    <a:pt x="135160" y="51789"/>
                  </a:lnTo>
                  <a:lnTo>
                    <a:pt x="134411" y="52388"/>
                  </a:lnTo>
                  <a:lnTo>
                    <a:pt x="134261" y="52687"/>
                  </a:lnTo>
                  <a:lnTo>
                    <a:pt x="133962" y="53136"/>
                  </a:lnTo>
                  <a:lnTo>
                    <a:pt x="133962" y="53735"/>
                  </a:lnTo>
                  <a:lnTo>
                    <a:pt x="133962" y="54483"/>
                  </a:lnTo>
                  <a:lnTo>
                    <a:pt x="134261" y="55082"/>
                  </a:lnTo>
                  <a:lnTo>
                    <a:pt x="134711" y="55531"/>
                  </a:lnTo>
                  <a:lnTo>
                    <a:pt x="132765" y="58824"/>
                  </a:lnTo>
                  <a:lnTo>
                    <a:pt x="129172" y="56728"/>
                  </a:lnTo>
                  <a:lnTo>
                    <a:pt x="125430" y="54932"/>
                  </a:lnTo>
                  <a:lnTo>
                    <a:pt x="121539" y="53585"/>
                  </a:lnTo>
                  <a:lnTo>
                    <a:pt x="117348" y="52388"/>
                  </a:lnTo>
                  <a:lnTo>
                    <a:pt x="118246" y="48346"/>
                  </a:lnTo>
                  <a:lnTo>
                    <a:pt x="118994" y="48047"/>
                  </a:lnTo>
                  <a:lnTo>
                    <a:pt x="119743" y="47598"/>
                  </a:lnTo>
                  <a:lnTo>
                    <a:pt x="120192" y="46999"/>
                  </a:lnTo>
                  <a:lnTo>
                    <a:pt x="120341" y="46101"/>
                  </a:lnTo>
                  <a:lnTo>
                    <a:pt x="120341" y="45652"/>
                  </a:lnTo>
                  <a:lnTo>
                    <a:pt x="120192" y="45203"/>
                  </a:lnTo>
                  <a:lnTo>
                    <a:pt x="119743" y="44604"/>
                  </a:lnTo>
                  <a:lnTo>
                    <a:pt x="118994" y="44155"/>
                  </a:lnTo>
                  <a:lnTo>
                    <a:pt x="118545" y="44006"/>
                  </a:lnTo>
                  <a:lnTo>
                    <a:pt x="118096" y="43856"/>
                  </a:lnTo>
                  <a:lnTo>
                    <a:pt x="117647" y="44006"/>
                  </a:lnTo>
                  <a:lnTo>
                    <a:pt x="117198" y="44155"/>
                  </a:lnTo>
                  <a:lnTo>
                    <a:pt x="116599" y="44604"/>
                  </a:lnTo>
                  <a:lnTo>
                    <a:pt x="116150" y="45203"/>
                  </a:lnTo>
                  <a:lnTo>
                    <a:pt x="116001" y="45652"/>
                  </a:lnTo>
                  <a:lnTo>
                    <a:pt x="115851" y="46101"/>
                  </a:lnTo>
                  <a:lnTo>
                    <a:pt x="116001" y="46849"/>
                  </a:lnTo>
                  <a:lnTo>
                    <a:pt x="116300" y="47298"/>
                  </a:lnTo>
                  <a:lnTo>
                    <a:pt x="116749" y="47897"/>
                  </a:lnTo>
                  <a:lnTo>
                    <a:pt x="117348" y="48197"/>
                  </a:lnTo>
                  <a:lnTo>
                    <a:pt x="116450" y="52238"/>
                  </a:lnTo>
                  <a:lnTo>
                    <a:pt x="112708" y="51489"/>
                  </a:lnTo>
                  <a:lnTo>
                    <a:pt x="110313" y="35174"/>
                  </a:lnTo>
                  <a:close/>
                  <a:moveTo>
                    <a:pt x="98488" y="35174"/>
                  </a:moveTo>
                  <a:lnTo>
                    <a:pt x="96243" y="51489"/>
                  </a:lnTo>
                  <a:lnTo>
                    <a:pt x="92651" y="52238"/>
                  </a:lnTo>
                  <a:lnTo>
                    <a:pt x="91453" y="48346"/>
                  </a:lnTo>
                  <a:lnTo>
                    <a:pt x="92052" y="47747"/>
                  </a:lnTo>
                  <a:lnTo>
                    <a:pt x="92501" y="46999"/>
                  </a:lnTo>
                  <a:lnTo>
                    <a:pt x="92501" y="46251"/>
                  </a:lnTo>
                  <a:lnTo>
                    <a:pt x="92352" y="45353"/>
                  </a:lnTo>
                  <a:lnTo>
                    <a:pt x="92052" y="45053"/>
                  </a:lnTo>
                  <a:lnTo>
                    <a:pt x="91753" y="44754"/>
                  </a:lnTo>
                  <a:lnTo>
                    <a:pt x="91004" y="44305"/>
                  </a:lnTo>
                  <a:lnTo>
                    <a:pt x="90256" y="44155"/>
                  </a:lnTo>
                  <a:lnTo>
                    <a:pt x="89807" y="44305"/>
                  </a:lnTo>
                  <a:lnTo>
                    <a:pt x="89358" y="44455"/>
                  </a:lnTo>
                  <a:lnTo>
                    <a:pt x="88909" y="44604"/>
                  </a:lnTo>
                  <a:lnTo>
                    <a:pt x="88610" y="44904"/>
                  </a:lnTo>
                  <a:lnTo>
                    <a:pt x="88310" y="45652"/>
                  </a:lnTo>
                  <a:lnTo>
                    <a:pt x="88161" y="46550"/>
                  </a:lnTo>
                  <a:lnTo>
                    <a:pt x="88161" y="46999"/>
                  </a:lnTo>
                  <a:lnTo>
                    <a:pt x="88310" y="47448"/>
                  </a:lnTo>
                  <a:lnTo>
                    <a:pt x="88759" y="47897"/>
                  </a:lnTo>
                  <a:lnTo>
                    <a:pt x="89208" y="48346"/>
                  </a:lnTo>
                  <a:lnTo>
                    <a:pt x="89807" y="48496"/>
                  </a:lnTo>
                  <a:lnTo>
                    <a:pt x="90555" y="48646"/>
                  </a:lnTo>
                  <a:lnTo>
                    <a:pt x="91603" y="52537"/>
                  </a:lnTo>
                  <a:lnTo>
                    <a:pt x="87412" y="53735"/>
                  </a:lnTo>
                  <a:lnTo>
                    <a:pt x="83521" y="55231"/>
                  </a:lnTo>
                  <a:lnTo>
                    <a:pt x="79629" y="57028"/>
                  </a:lnTo>
                  <a:lnTo>
                    <a:pt x="75887" y="59273"/>
                  </a:lnTo>
                  <a:lnTo>
                    <a:pt x="73941" y="55680"/>
                  </a:lnTo>
                  <a:lnTo>
                    <a:pt x="74390" y="54932"/>
                  </a:lnTo>
                  <a:lnTo>
                    <a:pt x="74540" y="54034"/>
                  </a:lnTo>
                  <a:lnTo>
                    <a:pt x="74240" y="53286"/>
                  </a:lnTo>
                  <a:lnTo>
                    <a:pt x="73791" y="52537"/>
                  </a:lnTo>
                  <a:lnTo>
                    <a:pt x="73492" y="52238"/>
                  </a:lnTo>
                  <a:lnTo>
                    <a:pt x="73043" y="52088"/>
                  </a:lnTo>
                  <a:lnTo>
                    <a:pt x="72295" y="51938"/>
                  </a:lnTo>
                  <a:lnTo>
                    <a:pt x="71397" y="52088"/>
                  </a:lnTo>
                  <a:lnTo>
                    <a:pt x="71097" y="52388"/>
                  </a:lnTo>
                  <a:lnTo>
                    <a:pt x="70648" y="52687"/>
                  </a:lnTo>
                  <a:lnTo>
                    <a:pt x="70499" y="52986"/>
                  </a:lnTo>
                  <a:lnTo>
                    <a:pt x="70199" y="53286"/>
                  </a:lnTo>
                  <a:lnTo>
                    <a:pt x="70049" y="54184"/>
                  </a:lnTo>
                  <a:lnTo>
                    <a:pt x="70199" y="55082"/>
                  </a:lnTo>
                  <a:lnTo>
                    <a:pt x="70499" y="55381"/>
                  </a:lnTo>
                  <a:lnTo>
                    <a:pt x="70798" y="55680"/>
                  </a:lnTo>
                  <a:lnTo>
                    <a:pt x="71247" y="56129"/>
                  </a:lnTo>
                  <a:lnTo>
                    <a:pt x="71846" y="56279"/>
                  </a:lnTo>
                  <a:lnTo>
                    <a:pt x="72444" y="56429"/>
                  </a:lnTo>
                  <a:lnTo>
                    <a:pt x="73043" y="56279"/>
                  </a:lnTo>
                  <a:lnTo>
                    <a:pt x="75139" y="59722"/>
                  </a:lnTo>
                  <a:lnTo>
                    <a:pt x="72444" y="61668"/>
                  </a:lnTo>
                  <a:lnTo>
                    <a:pt x="69750" y="63763"/>
                  </a:lnTo>
                  <a:lnTo>
                    <a:pt x="56728" y="54184"/>
                  </a:lnTo>
                  <a:lnTo>
                    <a:pt x="58824" y="52088"/>
                  </a:lnTo>
                  <a:lnTo>
                    <a:pt x="61218" y="50142"/>
                  </a:lnTo>
                  <a:lnTo>
                    <a:pt x="63613" y="48346"/>
                  </a:lnTo>
                  <a:lnTo>
                    <a:pt x="66008" y="46550"/>
                  </a:lnTo>
                  <a:lnTo>
                    <a:pt x="71247" y="51190"/>
                  </a:lnTo>
                  <a:lnTo>
                    <a:pt x="71247" y="51190"/>
                  </a:lnTo>
                  <a:lnTo>
                    <a:pt x="69151" y="44754"/>
                  </a:lnTo>
                  <a:lnTo>
                    <a:pt x="73342" y="42359"/>
                  </a:lnTo>
                  <a:lnTo>
                    <a:pt x="77683" y="40264"/>
                  </a:lnTo>
                  <a:lnTo>
                    <a:pt x="82323" y="38617"/>
                  </a:lnTo>
                  <a:lnTo>
                    <a:pt x="86963" y="37120"/>
                  </a:lnTo>
                  <a:lnTo>
                    <a:pt x="90406" y="43257"/>
                  </a:lnTo>
                  <a:lnTo>
                    <a:pt x="90555" y="36372"/>
                  </a:lnTo>
                  <a:lnTo>
                    <a:pt x="94447" y="35624"/>
                  </a:lnTo>
                  <a:lnTo>
                    <a:pt x="98488" y="35174"/>
                  </a:lnTo>
                  <a:close/>
                  <a:moveTo>
                    <a:pt x="56878" y="38467"/>
                  </a:moveTo>
                  <a:lnTo>
                    <a:pt x="65260" y="45951"/>
                  </a:lnTo>
                  <a:lnTo>
                    <a:pt x="62865" y="47747"/>
                  </a:lnTo>
                  <a:lnTo>
                    <a:pt x="60470" y="49544"/>
                  </a:lnTo>
                  <a:lnTo>
                    <a:pt x="58075" y="51489"/>
                  </a:lnTo>
                  <a:lnTo>
                    <a:pt x="55830" y="53585"/>
                  </a:lnTo>
                  <a:lnTo>
                    <a:pt x="48196" y="47897"/>
                  </a:lnTo>
                  <a:lnTo>
                    <a:pt x="47298" y="48646"/>
                  </a:lnTo>
                  <a:lnTo>
                    <a:pt x="53136" y="56279"/>
                  </a:lnTo>
                  <a:lnTo>
                    <a:pt x="51040" y="58524"/>
                  </a:lnTo>
                  <a:lnTo>
                    <a:pt x="49244" y="60770"/>
                  </a:lnTo>
                  <a:lnTo>
                    <a:pt x="47448" y="63164"/>
                  </a:lnTo>
                  <a:lnTo>
                    <a:pt x="45802" y="65559"/>
                  </a:lnTo>
                  <a:lnTo>
                    <a:pt x="38018" y="57477"/>
                  </a:lnTo>
                  <a:lnTo>
                    <a:pt x="40114" y="54782"/>
                  </a:lnTo>
                  <a:lnTo>
                    <a:pt x="42209" y="52238"/>
                  </a:lnTo>
                  <a:lnTo>
                    <a:pt x="44454" y="49693"/>
                  </a:lnTo>
                  <a:lnTo>
                    <a:pt x="46700" y="47298"/>
                  </a:lnTo>
                  <a:lnTo>
                    <a:pt x="49094" y="44904"/>
                  </a:lnTo>
                  <a:lnTo>
                    <a:pt x="51639" y="42658"/>
                  </a:lnTo>
                  <a:lnTo>
                    <a:pt x="54184" y="40563"/>
                  </a:lnTo>
                  <a:lnTo>
                    <a:pt x="56878" y="38467"/>
                  </a:lnTo>
                  <a:close/>
                  <a:moveTo>
                    <a:pt x="152522" y="38617"/>
                  </a:moveTo>
                  <a:lnTo>
                    <a:pt x="155216" y="40563"/>
                  </a:lnTo>
                  <a:lnTo>
                    <a:pt x="157761" y="42658"/>
                  </a:lnTo>
                  <a:lnTo>
                    <a:pt x="160306" y="44904"/>
                  </a:lnTo>
                  <a:lnTo>
                    <a:pt x="162700" y="47298"/>
                  </a:lnTo>
                  <a:lnTo>
                    <a:pt x="164946" y="49693"/>
                  </a:lnTo>
                  <a:lnTo>
                    <a:pt x="167191" y="52238"/>
                  </a:lnTo>
                  <a:lnTo>
                    <a:pt x="169286" y="54932"/>
                  </a:lnTo>
                  <a:lnTo>
                    <a:pt x="171382" y="57626"/>
                  </a:lnTo>
                  <a:lnTo>
                    <a:pt x="163748" y="65559"/>
                  </a:lnTo>
                  <a:lnTo>
                    <a:pt x="161802" y="62865"/>
                  </a:lnTo>
                  <a:lnTo>
                    <a:pt x="159707" y="60320"/>
                  </a:lnTo>
                  <a:lnTo>
                    <a:pt x="157611" y="57776"/>
                  </a:lnTo>
                  <a:lnTo>
                    <a:pt x="155366" y="55381"/>
                  </a:lnTo>
                  <a:lnTo>
                    <a:pt x="161054" y="47897"/>
                  </a:lnTo>
                  <a:lnTo>
                    <a:pt x="160156" y="46999"/>
                  </a:lnTo>
                  <a:lnTo>
                    <a:pt x="152672" y="52687"/>
                  </a:lnTo>
                  <a:lnTo>
                    <a:pt x="150576" y="50891"/>
                  </a:lnTo>
                  <a:lnTo>
                    <a:pt x="148481" y="49095"/>
                  </a:lnTo>
                  <a:lnTo>
                    <a:pt x="146385" y="47448"/>
                  </a:lnTo>
                  <a:lnTo>
                    <a:pt x="144140" y="45951"/>
                  </a:lnTo>
                  <a:lnTo>
                    <a:pt x="152522" y="38617"/>
                  </a:lnTo>
                  <a:close/>
                  <a:moveTo>
                    <a:pt x="117048" y="54184"/>
                  </a:moveTo>
                  <a:lnTo>
                    <a:pt x="120940" y="55231"/>
                  </a:lnTo>
                  <a:lnTo>
                    <a:pt x="124682" y="56579"/>
                  </a:lnTo>
                  <a:lnTo>
                    <a:pt x="128424" y="58375"/>
                  </a:lnTo>
                  <a:lnTo>
                    <a:pt x="131867" y="60320"/>
                  </a:lnTo>
                  <a:lnTo>
                    <a:pt x="128274" y="66158"/>
                  </a:lnTo>
                  <a:lnTo>
                    <a:pt x="125281" y="64511"/>
                  </a:lnTo>
                  <a:lnTo>
                    <a:pt x="122287" y="63015"/>
                  </a:lnTo>
                  <a:lnTo>
                    <a:pt x="118994" y="61817"/>
                  </a:lnTo>
                  <a:lnTo>
                    <a:pt x="115701" y="60919"/>
                  </a:lnTo>
                  <a:lnTo>
                    <a:pt x="117048" y="54184"/>
                  </a:lnTo>
                  <a:close/>
                  <a:moveTo>
                    <a:pt x="92052" y="54184"/>
                  </a:moveTo>
                  <a:lnTo>
                    <a:pt x="93998" y="60770"/>
                  </a:lnTo>
                  <a:lnTo>
                    <a:pt x="90406" y="61817"/>
                  </a:lnTo>
                  <a:lnTo>
                    <a:pt x="86813" y="63164"/>
                  </a:lnTo>
                  <a:lnTo>
                    <a:pt x="83521" y="64811"/>
                  </a:lnTo>
                  <a:lnTo>
                    <a:pt x="80228" y="66757"/>
                  </a:lnTo>
                  <a:lnTo>
                    <a:pt x="76785" y="60770"/>
                  </a:lnTo>
                  <a:lnTo>
                    <a:pt x="80377" y="58674"/>
                  </a:lnTo>
                  <a:lnTo>
                    <a:pt x="84119" y="56878"/>
                  </a:lnTo>
                  <a:lnTo>
                    <a:pt x="88011" y="55381"/>
                  </a:lnTo>
                  <a:lnTo>
                    <a:pt x="92052" y="54184"/>
                  </a:lnTo>
                  <a:close/>
                  <a:moveTo>
                    <a:pt x="132615" y="60770"/>
                  </a:moveTo>
                  <a:lnTo>
                    <a:pt x="135160" y="62416"/>
                  </a:lnTo>
                  <a:lnTo>
                    <a:pt x="137405" y="64212"/>
                  </a:lnTo>
                  <a:lnTo>
                    <a:pt x="131717" y="68553"/>
                  </a:lnTo>
                  <a:lnTo>
                    <a:pt x="129172" y="66607"/>
                  </a:lnTo>
                  <a:lnTo>
                    <a:pt x="132615" y="60770"/>
                  </a:lnTo>
                  <a:close/>
                  <a:moveTo>
                    <a:pt x="37569" y="58375"/>
                  </a:moveTo>
                  <a:lnTo>
                    <a:pt x="38168" y="59123"/>
                  </a:lnTo>
                  <a:lnTo>
                    <a:pt x="37420" y="60320"/>
                  </a:lnTo>
                  <a:lnTo>
                    <a:pt x="36971" y="61219"/>
                  </a:lnTo>
                  <a:lnTo>
                    <a:pt x="36671" y="62117"/>
                  </a:lnTo>
                  <a:lnTo>
                    <a:pt x="37719" y="60470"/>
                  </a:lnTo>
                  <a:lnTo>
                    <a:pt x="38467" y="59273"/>
                  </a:lnTo>
                  <a:lnTo>
                    <a:pt x="39066" y="60021"/>
                  </a:lnTo>
                  <a:lnTo>
                    <a:pt x="38318" y="61219"/>
                  </a:lnTo>
                  <a:lnTo>
                    <a:pt x="37869" y="62117"/>
                  </a:lnTo>
                  <a:lnTo>
                    <a:pt x="37569" y="63015"/>
                  </a:lnTo>
                  <a:lnTo>
                    <a:pt x="37569" y="63015"/>
                  </a:lnTo>
                  <a:lnTo>
                    <a:pt x="38168" y="62266"/>
                  </a:lnTo>
                  <a:lnTo>
                    <a:pt x="38617" y="61368"/>
                  </a:lnTo>
                  <a:lnTo>
                    <a:pt x="39216" y="60171"/>
                  </a:lnTo>
                  <a:lnTo>
                    <a:pt x="39814" y="60770"/>
                  </a:lnTo>
                  <a:lnTo>
                    <a:pt x="39066" y="62117"/>
                  </a:lnTo>
                  <a:lnTo>
                    <a:pt x="38916" y="62715"/>
                  </a:lnTo>
                  <a:lnTo>
                    <a:pt x="38617" y="63314"/>
                  </a:lnTo>
                  <a:lnTo>
                    <a:pt x="38767" y="63464"/>
                  </a:lnTo>
                  <a:lnTo>
                    <a:pt x="39665" y="61967"/>
                  </a:lnTo>
                  <a:lnTo>
                    <a:pt x="40114" y="61069"/>
                  </a:lnTo>
                  <a:lnTo>
                    <a:pt x="40862" y="61967"/>
                  </a:lnTo>
                  <a:lnTo>
                    <a:pt x="40413" y="62865"/>
                  </a:lnTo>
                  <a:lnTo>
                    <a:pt x="39964" y="63613"/>
                  </a:lnTo>
                  <a:lnTo>
                    <a:pt x="39665" y="64511"/>
                  </a:lnTo>
                  <a:lnTo>
                    <a:pt x="39814" y="64511"/>
                  </a:lnTo>
                  <a:lnTo>
                    <a:pt x="40263" y="63763"/>
                  </a:lnTo>
                  <a:lnTo>
                    <a:pt x="40563" y="63015"/>
                  </a:lnTo>
                  <a:lnTo>
                    <a:pt x="41162" y="62117"/>
                  </a:lnTo>
                  <a:lnTo>
                    <a:pt x="41760" y="62865"/>
                  </a:lnTo>
                  <a:lnTo>
                    <a:pt x="41311" y="63613"/>
                  </a:lnTo>
                  <a:lnTo>
                    <a:pt x="40862" y="64362"/>
                  </a:lnTo>
                  <a:lnTo>
                    <a:pt x="40563" y="65110"/>
                  </a:lnTo>
                  <a:lnTo>
                    <a:pt x="40713" y="65110"/>
                  </a:lnTo>
                  <a:lnTo>
                    <a:pt x="41760" y="63314"/>
                  </a:lnTo>
                  <a:lnTo>
                    <a:pt x="41910" y="63015"/>
                  </a:lnTo>
                  <a:lnTo>
                    <a:pt x="42509" y="63613"/>
                  </a:lnTo>
                  <a:lnTo>
                    <a:pt x="42209" y="64062"/>
                  </a:lnTo>
                  <a:lnTo>
                    <a:pt x="41611" y="65559"/>
                  </a:lnTo>
                  <a:lnTo>
                    <a:pt x="41760" y="65559"/>
                  </a:lnTo>
                  <a:lnTo>
                    <a:pt x="42359" y="64212"/>
                  </a:lnTo>
                  <a:lnTo>
                    <a:pt x="42658" y="63763"/>
                  </a:lnTo>
                  <a:lnTo>
                    <a:pt x="43257" y="64362"/>
                  </a:lnTo>
                  <a:lnTo>
                    <a:pt x="42958" y="64961"/>
                  </a:lnTo>
                  <a:lnTo>
                    <a:pt x="42509" y="66008"/>
                  </a:lnTo>
                  <a:lnTo>
                    <a:pt x="43107" y="65410"/>
                  </a:lnTo>
                  <a:lnTo>
                    <a:pt x="43407" y="64511"/>
                  </a:lnTo>
                  <a:lnTo>
                    <a:pt x="44005" y="65110"/>
                  </a:lnTo>
                  <a:lnTo>
                    <a:pt x="43856" y="65410"/>
                  </a:lnTo>
                  <a:lnTo>
                    <a:pt x="43556" y="66008"/>
                  </a:lnTo>
                  <a:lnTo>
                    <a:pt x="43407" y="66457"/>
                  </a:lnTo>
                  <a:lnTo>
                    <a:pt x="43556" y="66607"/>
                  </a:lnTo>
                  <a:lnTo>
                    <a:pt x="44005" y="65559"/>
                  </a:lnTo>
                  <a:lnTo>
                    <a:pt x="44155" y="65410"/>
                  </a:lnTo>
                  <a:lnTo>
                    <a:pt x="44754" y="65859"/>
                  </a:lnTo>
                  <a:lnTo>
                    <a:pt x="44155" y="67056"/>
                  </a:lnTo>
                  <a:lnTo>
                    <a:pt x="44305" y="67206"/>
                  </a:lnTo>
                  <a:lnTo>
                    <a:pt x="44904" y="66158"/>
                  </a:lnTo>
                  <a:lnTo>
                    <a:pt x="45203" y="66457"/>
                  </a:lnTo>
                  <a:lnTo>
                    <a:pt x="45353" y="66607"/>
                  </a:lnTo>
                  <a:lnTo>
                    <a:pt x="45203" y="66757"/>
                  </a:lnTo>
                  <a:lnTo>
                    <a:pt x="45053" y="67206"/>
                  </a:lnTo>
                  <a:lnTo>
                    <a:pt x="45053" y="67655"/>
                  </a:lnTo>
                  <a:lnTo>
                    <a:pt x="45053" y="67804"/>
                  </a:lnTo>
                  <a:lnTo>
                    <a:pt x="45203" y="67804"/>
                  </a:lnTo>
                  <a:lnTo>
                    <a:pt x="45502" y="66906"/>
                  </a:lnTo>
                  <a:lnTo>
                    <a:pt x="45502" y="66757"/>
                  </a:lnTo>
                  <a:lnTo>
                    <a:pt x="45951" y="67206"/>
                  </a:lnTo>
                  <a:lnTo>
                    <a:pt x="46101" y="67355"/>
                  </a:lnTo>
                  <a:lnTo>
                    <a:pt x="45802" y="68104"/>
                  </a:lnTo>
                  <a:lnTo>
                    <a:pt x="45951" y="68104"/>
                  </a:lnTo>
                  <a:lnTo>
                    <a:pt x="46251" y="67505"/>
                  </a:lnTo>
                  <a:lnTo>
                    <a:pt x="46849" y="68104"/>
                  </a:lnTo>
                  <a:lnTo>
                    <a:pt x="46700" y="68104"/>
                  </a:lnTo>
                  <a:lnTo>
                    <a:pt x="46700" y="68702"/>
                  </a:lnTo>
                  <a:lnTo>
                    <a:pt x="45203" y="68253"/>
                  </a:lnTo>
                  <a:lnTo>
                    <a:pt x="44155" y="68104"/>
                  </a:lnTo>
                  <a:lnTo>
                    <a:pt x="33378" y="64961"/>
                  </a:lnTo>
                  <a:lnTo>
                    <a:pt x="35534" y="61368"/>
                  </a:lnTo>
                  <a:lnTo>
                    <a:pt x="35623" y="61368"/>
                  </a:lnTo>
                  <a:lnTo>
                    <a:pt x="36971" y="59422"/>
                  </a:lnTo>
                  <a:lnTo>
                    <a:pt x="37569" y="58375"/>
                  </a:lnTo>
                  <a:close/>
                  <a:moveTo>
                    <a:pt x="171831" y="58375"/>
                  </a:moveTo>
                  <a:lnTo>
                    <a:pt x="172579" y="59422"/>
                  </a:lnTo>
                  <a:lnTo>
                    <a:pt x="173777" y="61368"/>
                  </a:lnTo>
                  <a:lnTo>
                    <a:pt x="173926" y="61368"/>
                  </a:lnTo>
                  <a:lnTo>
                    <a:pt x="176022" y="64961"/>
                  </a:lnTo>
                  <a:lnTo>
                    <a:pt x="165245" y="68104"/>
                  </a:lnTo>
                  <a:lnTo>
                    <a:pt x="164197" y="68403"/>
                  </a:lnTo>
                  <a:lnTo>
                    <a:pt x="162850" y="68702"/>
                  </a:lnTo>
                  <a:lnTo>
                    <a:pt x="162700" y="68104"/>
                  </a:lnTo>
                  <a:lnTo>
                    <a:pt x="163149" y="67505"/>
                  </a:lnTo>
                  <a:lnTo>
                    <a:pt x="163449" y="68104"/>
                  </a:lnTo>
                  <a:lnTo>
                    <a:pt x="163598" y="68104"/>
                  </a:lnTo>
                  <a:lnTo>
                    <a:pt x="163449" y="67355"/>
                  </a:lnTo>
                  <a:lnTo>
                    <a:pt x="163449" y="67206"/>
                  </a:lnTo>
                  <a:lnTo>
                    <a:pt x="163898" y="66757"/>
                  </a:lnTo>
                  <a:lnTo>
                    <a:pt x="163898" y="66906"/>
                  </a:lnTo>
                  <a:lnTo>
                    <a:pt x="164347" y="67804"/>
                  </a:lnTo>
                  <a:lnTo>
                    <a:pt x="164497" y="67655"/>
                  </a:lnTo>
                  <a:lnTo>
                    <a:pt x="164347" y="67206"/>
                  </a:lnTo>
                  <a:lnTo>
                    <a:pt x="164197" y="66757"/>
                  </a:lnTo>
                  <a:lnTo>
                    <a:pt x="164047" y="66607"/>
                  </a:lnTo>
                  <a:lnTo>
                    <a:pt x="164197" y="66457"/>
                  </a:lnTo>
                  <a:lnTo>
                    <a:pt x="164497" y="66158"/>
                  </a:lnTo>
                  <a:lnTo>
                    <a:pt x="165095" y="67206"/>
                  </a:lnTo>
                  <a:lnTo>
                    <a:pt x="165245" y="67206"/>
                  </a:lnTo>
                  <a:lnTo>
                    <a:pt x="165245" y="67056"/>
                  </a:lnTo>
                  <a:lnTo>
                    <a:pt x="164796" y="65859"/>
                  </a:lnTo>
                  <a:lnTo>
                    <a:pt x="165245" y="65410"/>
                  </a:lnTo>
                  <a:lnTo>
                    <a:pt x="165395" y="65559"/>
                  </a:lnTo>
                  <a:lnTo>
                    <a:pt x="165993" y="66607"/>
                  </a:lnTo>
                  <a:lnTo>
                    <a:pt x="165993" y="66457"/>
                  </a:lnTo>
                  <a:lnTo>
                    <a:pt x="165844" y="66008"/>
                  </a:lnTo>
                  <a:lnTo>
                    <a:pt x="165544" y="65410"/>
                  </a:lnTo>
                  <a:lnTo>
                    <a:pt x="165395" y="65110"/>
                  </a:lnTo>
                  <a:lnTo>
                    <a:pt x="165993" y="64511"/>
                  </a:lnTo>
                  <a:lnTo>
                    <a:pt x="166442" y="65410"/>
                  </a:lnTo>
                  <a:lnTo>
                    <a:pt x="166891" y="66008"/>
                  </a:lnTo>
                  <a:lnTo>
                    <a:pt x="167041" y="66008"/>
                  </a:lnTo>
                  <a:lnTo>
                    <a:pt x="166442" y="64961"/>
                  </a:lnTo>
                  <a:lnTo>
                    <a:pt x="166143" y="64362"/>
                  </a:lnTo>
                  <a:lnTo>
                    <a:pt x="166742" y="63763"/>
                  </a:lnTo>
                  <a:lnTo>
                    <a:pt x="167041" y="64212"/>
                  </a:lnTo>
                  <a:lnTo>
                    <a:pt x="167640" y="65559"/>
                  </a:lnTo>
                  <a:lnTo>
                    <a:pt x="167789" y="65559"/>
                  </a:lnTo>
                  <a:lnTo>
                    <a:pt x="167191" y="64062"/>
                  </a:lnTo>
                  <a:lnTo>
                    <a:pt x="166891" y="63613"/>
                  </a:lnTo>
                  <a:lnTo>
                    <a:pt x="167490" y="63015"/>
                  </a:lnTo>
                  <a:lnTo>
                    <a:pt x="167789" y="63314"/>
                  </a:lnTo>
                  <a:lnTo>
                    <a:pt x="168687" y="65110"/>
                  </a:lnTo>
                  <a:lnTo>
                    <a:pt x="168837" y="65110"/>
                  </a:lnTo>
                  <a:lnTo>
                    <a:pt x="168538" y="64362"/>
                  </a:lnTo>
                  <a:lnTo>
                    <a:pt x="168238" y="63613"/>
                  </a:lnTo>
                  <a:lnTo>
                    <a:pt x="167640" y="62865"/>
                  </a:lnTo>
                  <a:lnTo>
                    <a:pt x="168388" y="62117"/>
                  </a:lnTo>
                  <a:lnTo>
                    <a:pt x="168837" y="63015"/>
                  </a:lnTo>
                  <a:lnTo>
                    <a:pt x="169286" y="63763"/>
                  </a:lnTo>
                  <a:lnTo>
                    <a:pt x="169735" y="64511"/>
                  </a:lnTo>
                  <a:lnTo>
                    <a:pt x="169436" y="63613"/>
                  </a:lnTo>
                  <a:lnTo>
                    <a:pt x="168987" y="62865"/>
                  </a:lnTo>
                  <a:lnTo>
                    <a:pt x="168538" y="61967"/>
                  </a:lnTo>
                  <a:lnTo>
                    <a:pt x="169436" y="61069"/>
                  </a:lnTo>
                  <a:lnTo>
                    <a:pt x="169885" y="61967"/>
                  </a:lnTo>
                  <a:lnTo>
                    <a:pt x="170633" y="63464"/>
                  </a:lnTo>
                  <a:lnTo>
                    <a:pt x="170783" y="63464"/>
                  </a:lnTo>
                  <a:lnTo>
                    <a:pt x="170783" y="63314"/>
                  </a:lnTo>
                  <a:lnTo>
                    <a:pt x="170633" y="62715"/>
                  </a:lnTo>
                  <a:lnTo>
                    <a:pt x="170334" y="62117"/>
                  </a:lnTo>
                  <a:lnTo>
                    <a:pt x="169586" y="60770"/>
                  </a:lnTo>
                  <a:lnTo>
                    <a:pt x="170184" y="60171"/>
                  </a:lnTo>
                  <a:lnTo>
                    <a:pt x="170783" y="61368"/>
                  </a:lnTo>
                  <a:lnTo>
                    <a:pt x="171232" y="62266"/>
                  </a:lnTo>
                  <a:lnTo>
                    <a:pt x="171831" y="63015"/>
                  </a:lnTo>
                  <a:lnTo>
                    <a:pt x="171531" y="62117"/>
                  </a:lnTo>
                  <a:lnTo>
                    <a:pt x="171082" y="61219"/>
                  </a:lnTo>
                  <a:lnTo>
                    <a:pt x="170334" y="60021"/>
                  </a:lnTo>
                  <a:lnTo>
                    <a:pt x="171082" y="59273"/>
                  </a:lnTo>
                  <a:lnTo>
                    <a:pt x="171681" y="60470"/>
                  </a:lnTo>
                  <a:lnTo>
                    <a:pt x="172729" y="62117"/>
                  </a:lnTo>
                  <a:lnTo>
                    <a:pt x="172878" y="62117"/>
                  </a:lnTo>
                  <a:lnTo>
                    <a:pt x="172429" y="61219"/>
                  </a:lnTo>
                  <a:lnTo>
                    <a:pt x="171980" y="60320"/>
                  </a:lnTo>
                  <a:lnTo>
                    <a:pt x="171232" y="59123"/>
                  </a:lnTo>
                  <a:lnTo>
                    <a:pt x="171831" y="58375"/>
                  </a:lnTo>
                  <a:close/>
                  <a:moveTo>
                    <a:pt x="46999" y="68253"/>
                  </a:moveTo>
                  <a:lnTo>
                    <a:pt x="47747" y="69002"/>
                  </a:lnTo>
                  <a:lnTo>
                    <a:pt x="47747" y="69002"/>
                  </a:lnTo>
                  <a:lnTo>
                    <a:pt x="46849" y="68852"/>
                  </a:lnTo>
                  <a:lnTo>
                    <a:pt x="46999" y="68253"/>
                  </a:lnTo>
                  <a:close/>
                  <a:moveTo>
                    <a:pt x="162401" y="68253"/>
                  </a:moveTo>
                  <a:lnTo>
                    <a:pt x="162700" y="68852"/>
                  </a:lnTo>
                  <a:lnTo>
                    <a:pt x="161653" y="69002"/>
                  </a:lnTo>
                  <a:lnTo>
                    <a:pt x="161653" y="69002"/>
                  </a:lnTo>
                  <a:lnTo>
                    <a:pt x="162401" y="68253"/>
                  </a:lnTo>
                  <a:close/>
                  <a:moveTo>
                    <a:pt x="76037" y="61219"/>
                  </a:moveTo>
                  <a:lnTo>
                    <a:pt x="79479" y="67206"/>
                  </a:lnTo>
                  <a:lnTo>
                    <a:pt x="76935" y="69002"/>
                  </a:lnTo>
                  <a:lnTo>
                    <a:pt x="71247" y="64811"/>
                  </a:lnTo>
                  <a:lnTo>
                    <a:pt x="73492" y="63015"/>
                  </a:lnTo>
                  <a:lnTo>
                    <a:pt x="76037" y="61219"/>
                  </a:lnTo>
                  <a:close/>
                  <a:moveTo>
                    <a:pt x="114354" y="62117"/>
                  </a:moveTo>
                  <a:lnTo>
                    <a:pt x="116599" y="62566"/>
                  </a:lnTo>
                  <a:lnTo>
                    <a:pt x="118695" y="63314"/>
                  </a:lnTo>
                  <a:lnTo>
                    <a:pt x="120790" y="64062"/>
                  </a:lnTo>
                  <a:lnTo>
                    <a:pt x="122886" y="64961"/>
                  </a:lnTo>
                  <a:lnTo>
                    <a:pt x="124832" y="65859"/>
                  </a:lnTo>
                  <a:lnTo>
                    <a:pt x="126778" y="67056"/>
                  </a:lnTo>
                  <a:lnTo>
                    <a:pt x="128723" y="68104"/>
                  </a:lnTo>
                  <a:lnTo>
                    <a:pt x="130520" y="69451"/>
                  </a:lnTo>
                  <a:lnTo>
                    <a:pt x="117048" y="79629"/>
                  </a:lnTo>
                  <a:lnTo>
                    <a:pt x="114354" y="62117"/>
                  </a:lnTo>
                  <a:close/>
                  <a:moveTo>
                    <a:pt x="64511" y="71546"/>
                  </a:moveTo>
                  <a:lnTo>
                    <a:pt x="68852" y="77234"/>
                  </a:lnTo>
                  <a:lnTo>
                    <a:pt x="67056" y="79779"/>
                  </a:lnTo>
                  <a:lnTo>
                    <a:pt x="61218" y="76186"/>
                  </a:lnTo>
                  <a:lnTo>
                    <a:pt x="62865" y="73792"/>
                  </a:lnTo>
                  <a:lnTo>
                    <a:pt x="64511" y="71546"/>
                  </a:lnTo>
                  <a:close/>
                  <a:moveTo>
                    <a:pt x="94896" y="62117"/>
                  </a:moveTo>
                  <a:lnTo>
                    <a:pt x="92352" y="80377"/>
                  </a:lnTo>
                  <a:lnTo>
                    <a:pt x="78132" y="69900"/>
                  </a:lnTo>
                  <a:lnTo>
                    <a:pt x="80078" y="68553"/>
                  </a:lnTo>
                  <a:lnTo>
                    <a:pt x="81874" y="67355"/>
                  </a:lnTo>
                  <a:lnTo>
                    <a:pt x="83970" y="66158"/>
                  </a:lnTo>
                  <a:lnTo>
                    <a:pt x="86065" y="65110"/>
                  </a:lnTo>
                  <a:lnTo>
                    <a:pt x="88161" y="64212"/>
                  </a:lnTo>
                  <a:lnTo>
                    <a:pt x="90256" y="63464"/>
                  </a:lnTo>
                  <a:lnTo>
                    <a:pt x="92501" y="62715"/>
                  </a:lnTo>
                  <a:lnTo>
                    <a:pt x="94896" y="62117"/>
                  </a:lnTo>
                  <a:close/>
                  <a:moveTo>
                    <a:pt x="144140" y="70648"/>
                  </a:moveTo>
                  <a:lnTo>
                    <a:pt x="146535" y="73792"/>
                  </a:lnTo>
                  <a:lnTo>
                    <a:pt x="148780" y="77084"/>
                  </a:lnTo>
                  <a:lnTo>
                    <a:pt x="143093" y="80826"/>
                  </a:lnTo>
                  <a:lnTo>
                    <a:pt x="141596" y="78581"/>
                  </a:lnTo>
                  <a:lnTo>
                    <a:pt x="139949" y="76336"/>
                  </a:lnTo>
                  <a:lnTo>
                    <a:pt x="144140" y="70648"/>
                  </a:lnTo>
                  <a:close/>
                  <a:moveTo>
                    <a:pt x="32929" y="65859"/>
                  </a:moveTo>
                  <a:lnTo>
                    <a:pt x="43706" y="68852"/>
                  </a:lnTo>
                  <a:lnTo>
                    <a:pt x="41311" y="73193"/>
                  </a:lnTo>
                  <a:lnTo>
                    <a:pt x="39365" y="77534"/>
                  </a:lnTo>
                  <a:lnTo>
                    <a:pt x="37569" y="82024"/>
                  </a:lnTo>
                  <a:lnTo>
                    <a:pt x="36222" y="86664"/>
                  </a:lnTo>
                  <a:lnTo>
                    <a:pt x="26343" y="81575"/>
                  </a:lnTo>
                  <a:lnTo>
                    <a:pt x="26643" y="80527"/>
                  </a:lnTo>
                  <a:lnTo>
                    <a:pt x="27990" y="76635"/>
                  </a:lnTo>
                  <a:lnTo>
                    <a:pt x="29487" y="73043"/>
                  </a:lnTo>
                  <a:lnTo>
                    <a:pt x="31133" y="69301"/>
                  </a:lnTo>
                  <a:lnTo>
                    <a:pt x="32929" y="65859"/>
                  </a:lnTo>
                  <a:close/>
                  <a:moveTo>
                    <a:pt x="176471" y="65859"/>
                  </a:moveTo>
                  <a:lnTo>
                    <a:pt x="178417" y="69601"/>
                  </a:lnTo>
                  <a:lnTo>
                    <a:pt x="180213" y="73492"/>
                  </a:lnTo>
                  <a:lnTo>
                    <a:pt x="181710" y="77534"/>
                  </a:lnTo>
                  <a:lnTo>
                    <a:pt x="183057" y="81575"/>
                  </a:lnTo>
                  <a:lnTo>
                    <a:pt x="173178" y="86814"/>
                  </a:lnTo>
                  <a:lnTo>
                    <a:pt x="171831" y="82024"/>
                  </a:lnTo>
                  <a:lnTo>
                    <a:pt x="170035" y="77534"/>
                  </a:lnTo>
                  <a:lnTo>
                    <a:pt x="168089" y="73193"/>
                  </a:lnTo>
                  <a:lnTo>
                    <a:pt x="165694" y="68852"/>
                  </a:lnTo>
                  <a:lnTo>
                    <a:pt x="176471" y="65859"/>
                  </a:lnTo>
                  <a:close/>
                  <a:moveTo>
                    <a:pt x="38168" y="88909"/>
                  </a:moveTo>
                  <a:lnTo>
                    <a:pt x="39216" y="89358"/>
                  </a:lnTo>
                  <a:lnTo>
                    <a:pt x="38168" y="89358"/>
                  </a:lnTo>
                  <a:lnTo>
                    <a:pt x="38168" y="88909"/>
                  </a:lnTo>
                  <a:close/>
                  <a:moveTo>
                    <a:pt x="171232" y="88909"/>
                  </a:moveTo>
                  <a:lnTo>
                    <a:pt x="171232" y="89358"/>
                  </a:lnTo>
                  <a:lnTo>
                    <a:pt x="170334" y="89358"/>
                  </a:lnTo>
                  <a:lnTo>
                    <a:pt x="171232" y="88909"/>
                  </a:lnTo>
                  <a:close/>
                  <a:moveTo>
                    <a:pt x="26194" y="82623"/>
                  </a:moveTo>
                  <a:lnTo>
                    <a:pt x="26942" y="83072"/>
                  </a:lnTo>
                  <a:lnTo>
                    <a:pt x="26643" y="84568"/>
                  </a:lnTo>
                  <a:lnTo>
                    <a:pt x="26493" y="85466"/>
                  </a:lnTo>
                  <a:lnTo>
                    <a:pt x="26343" y="86365"/>
                  </a:lnTo>
                  <a:lnTo>
                    <a:pt x="26493" y="86365"/>
                  </a:lnTo>
                  <a:lnTo>
                    <a:pt x="26942" y="84419"/>
                  </a:lnTo>
                  <a:lnTo>
                    <a:pt x="27241" y="83221"/>
                  </a:lnTo>
                  <a:lnTo>
                    <a:pt x="27990" y="83670"/>
                  </a:lnTo>
                  <a:lnTo>
                    <a:pt x="27840" y="85017"/>
                  </a:lnTo>
                  <a:lnTo>
                    <a:pt x="27690" y="85916"/>
                  </a:lnTo>
                  <a:lnTo>
                    <a:pt x="27541" y="86814"/>
                  </a:lnTo>
                  <a:lnTo>
                    <a:pt x="27541" y="86963"/>
                  </a:lnTo>
                  <a:lnTo>
                    <a:pt x="27690" y="86963"/>
                  </a:lnTo>
                  <a:lnTo>
                    <a:pt x="27990" y="85916"/>
                  </a:lnTo>
                  <a:lnTo>
                    <a:pt x="28140" y="85017"/>
                  </a:lnTo>
                  <a:lnTo>
                    <a:pt x="28289" y="83670"/>
                  </a:lnTo>
                  <a:lnTo>
                    <a:pt x="29038" y="84119"/>
                  </a:lnTo>
                  <a:lnTo>
                    <a:pt x="28738" y="85466"/>
                  </a:lnTo>
                  <a:lnTo>
                    <a:pt x="28738" y="86215"/>
                  </a:lnTo>
                  <a:lnTo>
                    <a:pt x="28738" y="86963"/>
                  </a:lnTo>
                  <a:lnTo>
                    <a:pt x="28888" y="86963"/>
                  </a:lnTo>
                  <a:lnTo>
                    <a:pt x="29187" y="85167"/>
                  </a:lnTo>
                  <a:lnTo>
                    <a:pt x="29337" y="84269"/>
                  </a:lnTo>
                  <a:lnTo>
                    <a:pt x="30385" y="84868"/>
                  </a:lnTo>
                  <a:lnTo>
                    <a:pt x="30085" y="86215"/>
                  </a:lnTo>
                  <a:lnTo>
                    <a:pt x="30085" y="87562"/>
                  </a:lnTo>
                  <a:lnTo>
                    <a:pt x="30385" y="86814"/>
                  </a:lnTo>
                  <a:lnTo>
                    <a:pt x="30534" y="85766"/>
                  </a:lnTo>
                  <a:lnTo>
                    <a:pt x="30684" y="85017"/>
                  </a:lnTo>
                  <a:lnTo>
                    <a:pt x="31432" y="85317"/>
                  </a:lnTo>
                  <a:lnTo>
                    <a:pt x="31283" y="86365"/>
                  </a:lnTo>
                  <a:lnTo>
                    <a:pt x="31133" y="87113"/>
                  </a:lnTo>
                  <a:lnTo>
                    <a:pt x="31133" y="87861"/>
                  </a:lnTo>
                  <a:lnTo>
                    <a:pt x="31283" y="87861"/>
                  </a:lnTo>
                  <a:lnTo>
                    <a:pt x="31582" y="85916"/>
                  </a:lnTo>
                  <a:lnTo>
                    <a:pt x="31732" y="85466"/>
                  </a:lnTo>
                  <a:lnTo>
                    <a:pt x="32480" y="85916"/>
                  </a:lnTo>
                  <a:lnTo>
                    <a:pt x="32331" y="86215"/>
                  </a:lnTo>
                  <a:lnTo>
                    <a:pt x="32181" y="87113"/>
                  </a:lnTo>
                  <a:lnTo>
                    <a:pt x="32181" y="88011"/>
                  </a:lnTo>
                  <a:lnTo>
                    <a:pt x="32331" y="88011"/>
                  </a:lnTo>
                  <a:lnTo>
                    <a:pt x="32480" y="86814"/>
                  </a:lnTo>
                  <a:lnTo>
                    <a:pt x="32630" y="86065"/>
                  </a:lnTo>
                  <a:lnTo>
                    <a:pt x="33378" y="86365"/>
                  </a:lnTo>
                  <a:lnTo>
                    <a:pt x="33229" y="87263"/>
                  </a:lnTo>
                  <a:lnTo>
                    <a:pt x="33229" y="88161"/>
                  </a:lnTo>
                  <a:lnTo>
                    <a:pt x="33528" y="87412"/>
                  </a:lnTo>
                  <a:lnTo>
                    <a:pt x="33678" y="86514"/>
                  </a:lnTo>
                  <a:lnTo>
                    <a:pt x="34426" y="86814"/>
                  </a:lnTo>
                  <a:lnTo>
                    <a:pt x="34276" y="87263"/>
                  </a:lnTo>
                  <a:lnTo>
                    <a:pt x="34276" y="87712"/>
                  </a:lnTo>
                  <a:lnTo>
                    <a:pt x="34276" y="88310"/>
                  </a:lnTo>
                  <a:lnTo>
                    <a:pt x="34576" y="87263"/>
                  </a:lnTo>
                  <a:lnTo>
                    <a:pt x="34576" y="86963"/>
                  </a:lnTo>
                  <a:lnTo>
                    <a:pt x="35324" y="87263"/>
                  </a:lnTo>
                  <a:lnTo>
                    <a:pt x="35174" y="88610"/>
                  </a:lnTo>
                  <a:lnTo>
                    <a:pt x="35324" y="88759"/>
                  </a:lnTo>
                  <a:lnTo>
                    <a:pt x="35324" y="88610"/>
                  </a:lnTo>
                  <a:lnTo>
                    <a:pt x="35474" y="87412"/>
                  </a:lnTo>
                  <a:lnTo>
                    <a:pt x="35923" y="87712"/>
                  </a:lnTo>
                  <a:lnTo>
                    <a:pt x="36072" y="87712"/>
                  </a:lnTo>
                  <a:lnTo>
                    <a:pt x="36072" y="88011"/>
                  </a:lnTo>
                  <a:lnTo>
                    <a:pt x="36222" y="88909"/>
                  </a:lnTo>
                  <a:lnTo>
                    <a:pt x="36372" y="88161"/>
                  </a:lnTo>
                  <a:lnTo>
                    <a:pt x="36372" y="87861"/>
                  </a:lnTo>
                  <a:lnTo>
                    <a:pt x="36821" y="88161"/>
                  </a:lnTo>
                  <a:lnTo>
                    <a:pt x="36971" y="88310"/>
                  </a:lnTo>
                  <a:lnTo>
                    <a:pt x="37120" y="89059"/>
                  </a:lnTo>
                  <a:lnTo>
                    <a:pt x="37270" y="88310"/>
                  </a:lnTo>
                  <a:lnTo>
                    <a:pt x="38018" y="88759"/>
                  </a:lnTo>
                  <a:lnTo>
                    <a:pt x="38018" y="89358"/>
                  </a:lnTo>
                  <a:lnTo>
                    <a:pt x="36522" y="89508"/>
                  </a:lnTo>
                  <a:lnTo>
                    <a:pt x="35474" y="89508"/>
                  </a:lnTo>
                  <a:lnTo>
                    <a:pt x="24398" y="90107"/>
                  </a:lnTo>
                  <a:lnTo>
                    <a:pt x="24398" y="90107"/>
                  </a:lnTo>
                  <a:lnTo>
                    <a:pt x="25146" y="86065"/>
                  </a:lnTo>
                  <a:lnTo>
                    <a:pt x="25296" y="86065"/>
                  </a:lnTo>
                  <a:lnTo>
                    <a:pt x="25745" y="84269"/>
                  </a:lnTo>
                  <a:lnTo>
                    <a:pt x="26044" y="83521"/>
                  </a:lnTo>
                  <a:lnTo>
                    <a:pt x="26194" y="82623"/>
                  </a:lnTo>
                  <a:close/>
                  <a:moveTo>
                    <a:pt x="183356" y="82623"/>
                  </a:moveTo>
                  <a:lnTo>
                    <a:pt x="183506" y="83521"/>
                  </a:lnTo>
                  <a:lnTo>
                    <a:pt x="183655" y="84269"/>
                  </a:lnTo>
                  <a:lnTo>
                    <a:pt x="184104" y="86065"/>
                  </a:lnTo>
                  <a:lnTo>
                    <a:pt x="184254" y="86065"/>
                  </a:lnTo>
                  <a:lnTo>
                    <a:pt x="185002" y="90107"/>
                  </a:lnTo>
                  <a:lnTo>
                    <a:pt x="185002" y="90107"/>
                  </a:lnTo>
                  <a:lnTo>
                    <a:pt x="173926" y="89508"/>
                  </a:lnTo>
                  <a:lnTo>
                    <a:pt x="172878" y="89508"/>
                  </a:lnTo>
                  <a:lnTo>
                    <a:pt x="171382" y="89358"/>
                  </a:lnTo>
                  <a:lnTo>
                    <a:pt x="171531" y="88759"/>
                  </a:lnTo>
                  <a:lnTo>
                    <a:pt x="172130" y="88310"/>
                  </a:lnTo>
                  <a:lnTo>
                    <a:pt x="172280" y="89059"/>
                  </a:lnTo>
                  <a:lnTo>
                    <a:pt x="172429" y="89059"/>
                  </a:lnTo>
                  <a:lnTo>
                    <a:pt x="172429" y="88310"/>
                  </a:lnTo>
                  <a:lnTo>
                    <a:pt x="172579" y="88161"/>
                  </a:lnTo>
                  <a:lnTo>
                    <a:pt x="173028" y="87861"/>
                  </a:lnTo>
                  <a:lnTo>
                    <a:pt x="173028" y="88161"/>
                  </a:lnTo>
                  <a:lnTo>
                    <a:pt x="173178" y="88909"/>
                  </a:lnTo>
                  <a:lnTo>
                    <a:pt x="173178" y="89059"/>
                  </a:lnTo>
                  <a:lnTo>
                    <a:pt x="173328" y="88909"/>
                  </a:lnTo>
                  <a:lnTo>
                    <a:pt x="173328" y="88011"/>
                  </a:lnTo>
                  <a:lnTo>
                    <a:pt x="173328" y="87712"/>
                  </a:lnTo>
                  <a:lnTo>
                    <a:pt x="173477" y="87712"/>
                  </a:lnTo>
                  <a:lnTo>
                    <a:pt x="173926" y="87412"/>
                  </a:lnTo>
                  <a:lnTo>
                    <a:pt x="174076" y="88610"/>
                  </a:lnTo>
                  <a:lnTo>
                    <a:pt x="174226" y="88759"/>
                  </a:lnTo>
                  <a:lnTo>
                    <a:pt x="174226" y="88610"/>
                  </a:lnTo>
                  <a:lnTo>
                    <a:pt x="174226" y="87263"/>
                  </a:lnTo>
                  <a:lnTo>
                    <a:pt x="174824" y="86963"/>
                  </a:lnTo>
                  <a:lnTo>
                    <a:pt x="174824" y="87263"/>
                  </a:lnTo>
                  <a:lnTo>
                    <a:pt x="175124" y="88310"/>
                  </a:lnTo>
                  <a:lnTo>
                    <a:pt x="175273" y="87712"/>
                  </a:lnTo>
                  <a:lnTo>
                    <a:pt x="175124" y="87263"/>
                  </a:lnTo>
                  <a:lnTo>
                    <a:pt x="175124" y="86814"/>
                  </a:lnTo>
                  <a:lnTo>
                    <a:pt x="175722" y="86514"/>
                  </a:lnTo>
                  <a:lnTo>
                    <a:pt x="175872" y="87412"/>
                  </a:lnTo>
                  <a:lnTo>
                    <a:pt x="176171" y="88161"/>
                  </a:lnTo>
                  <a:lnTo>
                    <a:pt x="176171" y="87263"/>
                  </a:lnTo>
                  <a:lnTo>
                    <a:pt x="176022" y="86365"/>
                  </a:lnTo>
                  <a:lnTo>
                    <a:pt x="176770" y="86065"/>
                  </a:lnTo>
                  <a:lnTo>
                    <a:pt x="176920" y="86814"/>
                  </a:lnTo>
                  <a:lnTo>
                    <a:pt x="177069" y="88011"/>
                  </a:lnTo>
                  <a:lnTo>
                    <a:pt x="177219" y="88011"/>
                  </a:lnTo>
                  <a:lnTo>
                    <a:pt x="177219" y="87113"/>
                  </a:lnTo>
                  <a:lnTo>
                    <a:pt x="177069" y="86215"/>
                  </a:lnTo>
                  <a:lnTo>
                    <a:pt x="177069" y="85916"/>
                  </a:lnTo>
                  <a:lnTo>
                    <a:pt x="177668" y="85466"/>
                  </a:lnTo>
                  <a:lnTo>
                    <a:pt x="177818" y="85916"/>
                  </a:lnTo>
                  <a:lnTo>
                    <a:pt x="178267" y="87861"/>
                  </a:lnTo>
                  <a:lnTo>
                    <a:pt x="178267" y="87113"/>
                  </a:lnTo>
                  <a:lnTo>
                    <a:pt x="178117" y="86365"/>
                  </a:lnTo>
                  <a:lnTo>
                    <a:pt x="177968" y="85317"/>
                  </a:lnTo>
                  <a:lnTo>
                    <a:pt x="178716" y="85017"/>
                  </a:lnTo>
                  <a:lnTo>
                    <a:pt x="178866" y="85766"/>
                  </a:lnTo>
                  <a:lnTo>
                    <a:pt x="179015" y="86814"/>
                  </a:lnTo>
                  <a:lnTo>
                    <a:pt x="179315" y="87562"/>
                  </a:lnTo>
                  <a:lnTo>
                    <a:pt x="179315" y="86215"/>
                  </a:lnTo>
                  <a:lnTo>
                    <a:pt x="179015" y="84868"/>
                  </a:lnTo>
                  <a:lnTo>
                    <a:pt x="180063" y="84269"/>
                  </a:lnTo>
                  <a:lnTo>
                    <a:pt x="180362" y="85167"/>
                  </a:lnTo>
                  <a:lnTo>
                    <a:pt x="180512" y="86963"/>
                  </a:lnTo>
                  <a:lnTo>
                    <a:pt x="180662" y="86963"/>
                  </a:lnTo>
                  <a:lnTo>
                    <a:pt x="180662" y="86215"/>
                  </a:lnTo>
                  <a:lnTo>
                    <a:pt x="180662" y="85466"/>
                  </a:lnTo>
                  <a:lnTo>
                    <a:pt x="180362" y="84119"/>
                  </a:lnTo>
                  <a:lnTo>
                    <a:pt x="181111" y="83670"/>
                  </a:lnTo>
                  <a:lnTo>
                    <a:pt x="181410" y="85017"/>
                  </a:lnTo>
                  <a:lnTo>
                    <a:pt x="181560" y="85916"/>
                  </a:lnTo>
                  <a:lnTo>
                    <a:pt x="181859" y="86963"/>
                  </a:lnTo>
                  <a:lnTo>
                    <a:pt x="181859" y="86814"/>
                  </a:lnTo>
                  <a:lnTo>
                    <a:pt x="181859" y="85916"/>
                  </a:lnTo>
                  <a:lnTo>
                    <a:pt x="181710" y="85017"/>
                  </a:lnTo>
                  <a:lnTo>
                    <a:pt x="181410" y="83670"/>
                  </a:lnTo>
                  <a:lnTo>
                    <a:pt x="182308" y="83221"/>
                  </a:lnTo>
                  <a:lnTo>
                    <a:pt x="182458" y="84419"/>
                  </a:lnTo>
                  <a:lnTo>
                    <a:pt x="182907" y="86365"/>
                  </a:lnTo>
                  <a:lnTo>
                    <a:pt x="183057" y="86365"/>
                  </a:lnTo>
                  <a:lnTo>
                    <a:pt x="183057" y="85466"/>
                  </a:lnTo>
                  <a:lnTo>
                    <a:pt x="182907" y="84568"/>
                  </a:lnTo>
                  <a:lnTo>
                    <a:pt x="182608" y="83072"/>
                  </a:lnTo>
                  <a:lnTo>
                    <a:pt x="183356" y="82623"/>
                  </a:lnTo>
                  <a:close/>
                  <a:moveTo>
                    <a:pt x="50891" y="51340"/>
                  </a:moveTo>
                  <a:lnTo>
                    <a:pt x="54932" y="54333"/>
                  </a:lnTo>
                  <a:lnTo>
                    <a:pt x="55680" y="54932"/>
                  </a:lnTo>
                  <a:lnTo>
                    <a:pt x="68852" y="64661"/>
                  </a:lnTo>
                  <a:lnTo>
                    <a:pt x="70199" y="65709"/>
                  </a:lnTo>
                  <a:lnTo>
                    <a:pt x="75887" y="69900"/>
                  </a:lnTo>
                  <a:lnTo>
                    <a:pt x="77084" y="70798"/>
                  </a:lnTo>
                  <a:lnTo>
                    <a:pt x="92052" y="81874"/>
                  </a:lnTo>
                  <a:lnTo>
                    <a:pt x="90855" y="90705"/>
                  </a:lnTo>
                  <a:lnTo>
                    <a:pt x="88460" y="91154"/>
                  </a:lnTo>
                  <a:lnTo>
                    <a:pt x="89059" y="90406"/>
                  </a:lnTo>
                  <a:lnTo>
                    <a:pt x="89657" y="89807"/>
                  </a:lnTo>
                  <a:lnTo>
                    <a:pt x="89657" y="89657"/>
                  </a:lnTo>
                  <a:lnTo>
                    <a:pt x="89508" y="89657"/>
                  </a:lnTo>
                  <a:lnTo>
                    <a:pt x="88610" y="90406"/>
                  </a:lnTo>
                  <a:lnTo>
                    <a:pt x="87861" y="91154"/>
                  </a:lnTo>
                  <a:lnTo>
                    <a:pt x="84269" y="91753"/>
                  </a:lnTo>
                  <a:lnTo>
                    <a:pt x="85766" y="90406"/>
                  </a:lnTo>
                  <a:lnTo>
                    <a:pt x="86963" y="89059"/>
                  </a:lnTo>
                  <a:lnTo>
                    <a:pt x="87562" y="88460"/>
                  </a:lnTo>
                  <a:lnTo>
                    <a:pt x="88011" y="87861"/>
                  </a:lnTo>
                  <a:lnTo>
                    <a:pt x="88011" y="87712"/>
                  </a:lnTo>
                  <a:lnTo>
                    <a:pt x="87262" y="88310"/>
                  </a:lnTo>
                  <a:lnTo>
                    <a:pt x="86664" y="88909"/>
                  </a:lnTo>
                  <a:lnTo>
                    <a:pt x="85466" y="90107"/>
                  </a:lnTo>
                  <a:lnTo>
                    <a:pt x="83820" y="91753"/>
                  </a:lnTo>
                  <a:lnTo>
                    <a:pt x="81724" y="92052"/>
                  </a:lnTo>
                  <a:lnTo>
                    <a:pt x="70499" y="77384"/>
                  </a:lnTo>
                  <a:lnTo>
                    <a:pt x="69600" y="76186"/>
                  </a:lnTo>
                  <a:lnTo>
                    <a:pt x="65409" y="70499"/>
                  </a:lnTo>
                  <a:lnTo>
                    <a:pt x="64362" y="69152"/>
                  </a:lnTo>
                  <a:lnTo>
                    <a:pt x="54483" y="56279"/>
                  </a:lnTo>
                  <a:lnTo>
                    <a:pt x="53884" y="55381"/>
                  </a:lnTo>
                  <a:lnTo>
                    <a:pt x="50891" y="51340"/>
                  </a:lnTo>
                  <a:close/>
                  <a:moveTo>
                    <a:pt x="157462" y="50591"/>
                  </a:moveTo>
                  <a:lnTo>
                    <a:pt x="154468" y="54483"/>
                  </a:lnTo>
                  <a:lnTo>
                    <a:pt x="154019" y="55231"/>
                  </a:lnTo>
                  <a:lnTo>
                    <a:pt x="144290" y="68253"/>
                  </a:lnTo>
                  <a:lnTo>
                    <a:pt x="143242" y="69750"/>
                  </a:lnTo>
                  <a:lnTo>
                    <a:pt x="139051" y="75438"/>
                  </a:lnTo>
                  <a:lnTo>
                    <a:pt x="138153" y="76635"/>
                  </a:lnTo>
                  <a:lnTo>
                    <a:pt x="126778" y="92052"/>
                  </a:lnTo>
                  <a:lnTo>
                    <a:pt x="118695" y="91005"/>
                  </a:lnTo>
                  <a:lnTo>
                    <a:pt x="118396" y="88759"/>
                  </a:lnTo>
                  <a:lnTo>
                    <a:pt x="118396" y="88759"/>
                  </a:lnTo>
                  <a:lnTo>
                    <a:pt x="119144" y="89358"/>
                  </a:lnTo>
                  <a:lnTo>
                    <a:pt x="119144" y="89208"/>
                  </a:lnTo>
                  <a:lnTo>
                    <a:pt x="118246" y="88161"/>
                  </a:lnTo>
                  <a:lnTo>
                    <a:pt x="117797" y="84718"/>
                  </a:lnTo>
                  <a:lnTo>
                    <a:pt x="118545" y="85466"/>
                  </a:lnTo>
                  <a:lnTo>
                    <a:pt x="119743" y="86664"/>
                  </a:lnTo>
                  <a:lnTo>
                    <a:pt x="120341" y="87263"/>
                  </a:lnTo>
                  <a:lnTo>
                    <a:pt x="120940" y="87712"/>
                  </a:lnTo>
                  <a:lnTo>
                    <a:pt x="121090" y="87712"/>
                  </a:lnTo>
                  <a:lnTo>
                    <a:pt x="120641" y="86963"/>
                  </a:lnTo>
                  <a:lnTo>
                    <a:pt x="120042" y="86365"/>
                  </a:lnTo>
                  <a:lnTo>
                    <a:pt x="118695" y="85167"/>
                  </a:lnTo>
                  <a:lnTo>
                    <a:pt x="117647" y="84119"/>
                  </a:lnTo>
                  <a:lnTo>
                    <a:pt x="117198" y="80976"/>
                  </a:lnTo>
                  <a:lnTo>
                    <a:pt x="131567" y="70199"/>
                  </a:lnTo>
                  <a:lnTo>
                    <a:pt x="132765" y="69301"/>
                  </a:lnTo>
                  <a:lnTo>
                    <a:pt x="138452" y="64961"/>
                  </a:lnTo>
                  <a:lnTo>
                    <a:pt x="139800" y="63913"/>
                  </a:lnTo>
                  <a:lnTo>
                    <a:pt x="152672" y="54184"/>
                  </a:lnTo>
                  <a:lnTo>
                    <a:pt x="153570" y="53585"/>
                  </a:lnTo>
                  <a:lnTo>
                    <a:pt x="157462" y="50591"/>
                  </a:lnTo>
                  <a:close/>
                  <a:moveTo>
                    <a:pt x="149379" y="77833"/>
                  </a:moveTo>
                  <a:lnTo>
                    <a:pt x="151175" y="81275"/>
                  </a:lnTo>
                  <a:lnTo>
                    <a:pt x="152822" y="84868"/>
                  </a:lnTo>
                  <a:lnTo>
                    <a:pt x="154169" y="88460"/>
                  </a:lnTo>
                  <a:lnTo>
                    <a:pt x="155366" y="92352"/>
                  </a:lnTo>
                  <a:lnTo>
                    <a:pt x="148481" y="93100"/>
                  </a:lnTo>
                  <a:lnTo>
                    <a:pt x="147583" y="90107"/>
                  </a:lnTo>
                  <a:lnTo>
                    <a:pt x="146385" y="87263"/>
                  </a:lnTo>
                  <a:lnTo>
                    <a:pt x="145038" y="84419"/>
                  </a:lnTo>
                  <a:lnTo>
                    <a:pt x="143542" y="81575"/>
                  </a:lnTo>
                  <a:lnTo>
                    <a:pt x="149379" y="77833"/>
                  </a:lnTo>
                  <a:close/>
                  <a:moveTo>
                    <a:pt x="60620" y="76935"/>
                  </a:moveTo>
                  <a:lnTo>
                    <a:pt x="66457" y="80527"/>
                  </a:lnTo>
                  <a:lnTo>
                    <a:pt x="64661" y="83521"/>
                  </a:lnTo>
                  <a:lnTo>
                    <a:pt x="63164" y="86664"/>
                  </a:lnTo>
                  <a:lnTo>
                    <a:pt x="61967" y="89957"/>
                  </a:lnTo>
                  <a:lnTo>
                    <a:pt x="60919" y="93399"/>
                  </a:lnTo>
                  <a:lnTo>
                    <a:pt x="54184" y="91903"/>
                  </a:lnTo>
                  <a:lnTo>
                    <a:pt x="55381" y="88011"/>
                  </a:lnTo>
                  <a:lnTo>
                    <a:pt x="56878" y="84119"/>
                  </a:lnTo>
                  <a:lnTo>
                    <a:pt x="58524" y="80527"/>
                  </a:lnTo>
                  <a:lnTo>
                    <a:pt x="60620" y="76935"/>
                  </a:lnTo>
                  <a:close/>
                  <a:moveTo>
                    <a:pt x="139051" y="77683"/>
                  </a:moveTo>
                  <a:lnTo>
                    <a:pt x="140398" y="79479"/>
                  </a:lnTo>
                  <a:lnTo>
                    <a:pt x="141745" y="81575"/>
                  </a:lnTo>
                  <a:lnTo>
                    <a:pt x="142943" y="83521"/>
                  </a:lnTo>
                  <a:lnTo>
                    <a:pt x="144140" y="85766"/>
                  </a:lnTo>
                  <a:lnTo>
                    <a:pt x="145038" y="87861"/>
                  </a:lnTo>
                  <a:lnTo>
                    <a:pt x="145936" y="90256"/>
                  </a:lnTo>
                  <a:lnTo>
                    <a:pt x="146685" y="92501"/>
                  </a:lnTo>
                  <a:lnTo>
                    <a:pt x="147283" y="94896"/>
                  </a:lnTo>
                  <a:lnTo>
                    <a:pt x="128274" y="92202"/>
                  </a:lnTo>
                  <a:lnTo>
                    <a:pt x="139051" y="77683"/>
                  </a:lnTo>
                  <a:close/>
                  <a:moveTo>
                    <a:pt x="69750" y="78432"/>
                  </a:moveTo>
                  <a:lnTo>
                    <a:pt x="80377" y="92352"/>
                  </a:lnTo>
                  <a:lnTo>
                    <a:pt x="61967" y="95046"/>
                  </a:lnTo>
                  <a:lnTo>
                    <a:pt x="61967" y="95046"/>
                  </a:lnTo>
                  <a:lnTo>
                    <a:pt x="62566" y="92801"/>
                  </a:lnTo>
                  <a:lnTo>
                    <a:pt x="63314" y="90556"/>
                  </a:lnTo>
                  <a:lnTo>
                    <a:pt x="64062" y="88460"/>
                  </a:lnTo>
                  <a:lnTo>
                    <a:pt x="64960" y="86215"/>
                  </a:lnTo>
                  <a:lnTo>
                    <a:pt x="66008" y="84119"/>
                  </a:lnTo>
                  <a:lnTo>
                    <a:pt x="67206" y="82174"/>
                  </a:lnTo>
                  <a:lnTo>
                    <a:pt x="68403" y="80228"/>
                  </a:lnTo>
                  <a:lnTo>
                    <a:pt x="69750" y="78432"/>
                  </a:lnTo>
                  <a:close/>
                  <a:moveTo>
                    <a:pt x="155516" y="93250"/>
                  </a:moveTo>
                  <a:lnTo>
                    <a:pt x="156115" y="96094"/>
                  </a:lnTo>
                  <a:lnTo>
                    <a:pt x="148930" y="95046"/>
                  </a:lnTo>
                  <a:lnTo>
                    <a:pt x="148631" y="94148"/>
                  </a:lnTo>
                  <a:lnTo>
                    <a:pt x="155516" y="93250"/>
                  </a:lnTo>
                  <a:close/>
                  <a:moveTo>
                    <a:pt x="53884" y="92950"/>
                  </a:moveTo>
                  <a:lnTo>
                    <a:pt x="60620" y="94447"/>
                  </a:lnTo>
                  <a:lnTo>
                    <a:pt x="60470" y="95345"/>
                  </a:lnTo>
                  <a:lnTo>
                    <a:pt x="53285" y="96393"/>
                  </a:lnTo>
                  <a:lnTo>
                    <a:pt x="53884" y="92950"/>
                  </a:lnTo>
                  <a:close/>
                  <a:moveTo>
                    <a:pt x="154767" y="56129"/>
                  </a:moveTo>
                  <a:lnTo>
                    <a:pt x="157013" y="58524"/>
                  </a:lnTo>
                  <a:lnTo>
                    <a:pt x="159108" y="61069"/>
                  </a:lnTo>
                  <a:lnTo>
                    <a:pt x="161054" y="63613"/>
                  </a:lnTo>
                  <a:lnTo>
                    <a:pt x="163000" y="66308"/>
                  </a:lnTo>
                  <a:lnTo>
                    <a:pt x="158509" y="70948"/>
                  </a:lnTo>
                  <a:lnTo>
                    <a:pt x="164796" y="69152"/>
                  </a:lnTo>
                  <a:lnTo>
                    <a:pt x="167041" y="73492"/>
                  </a:lnTo>
                  <a:lnTo>
                    <a:pt x="169137" y="77833"/>
                  </a:lnTo>
                  <a:lnTo>
                    <a:pt x="170933" y="82473"/>
                  </a:lnTo>
                  <a:lnTo>
                    <a:pt x="172280" y="87263"/>
                  </a:lnTo>
                  <a:lnTo>
                    <a:pt x="166592" y="90107"/>
                  </a:lnTo>
                  <a:lnTo>
                    <a:pt x="173028" y="90406"/>
                  </a:lnTo>
                  <a:lnTo>
                    <a:pt x="173777" y="94447"/>
                  </a:lnTo>
                  <a:lnTo>
                    <a:pt x="174226" y="98638"/>
                  </a:lnTo>
                  <a:lnTo>
                    <a:pt x="157911" y="96393"/>
                  </a:lnTo>
                  <a:lnTo>
                    <a:pt x="157312" y="93100"/>
                  </a:lnTo>
                  <a:lnTo>
                    <a:pt x="161204" y="92651"/>
                  </a:lnTo>
                  <a:lnTo>
                    <a:pt x="161653" y="93250"/>
                  </a:lnTo>
                  <a:lnTo>
                    <a:pt x="162401" y="93699"/>
                  </a:lnTo>
                  <a:lnTo>
                    <a:pt x="163299" y="93848"/>
                  </a:lnTo>
                  <a:lnTo>
                    <a:pt x="164047" y="93549"/>
                  </a:lnTo>
                  <a:lnTo>
                    <a:pt x="164497" y="93399"/>
                  </a:lnTo>
                  <a:lnTo>
                    <a:pt x="164796" y="93100"/>
                  </a:lnTo>
                  <a:lnTo>
                    <a:pt x="165245" y="92352"/>
                  </a:lnTo>
                  <a:lnTo>
                    <a:pt x="165395" y="91603"/>
                  </a:lnTo>
                  <a:lnTo>
                    <a:pt x="165245" y="91154"/>
                  </a:lnTo>
                  <a:lnTo>
                    <a:pt x="165095" y="90705"/>
                  </a:lnTo>
                  <a:lnTo>
                    <a:pt x="164946" y="90256"/>
                  </a:lnTo>
                  <a:lnTo>
                    <a:pt x="164646" y="89957"/>
                  </a:lnTo>
                  <a:lnTo>
                    <a:pt x="163898" y="89508"/>
                  </a:lnTo>
                  <a:lnTo>
                    <a:pt x="163000" y="89358"/>
                  </a:lnTo>
                  <a:lnTo>
                    <a:pt x="162700" y="89508"/>
                  </a:lnTo>
                  <a:lnTo>
                    <a:pt x="162251" y="89657"/>
                  </a:lnTo>
                  <a:lnTo>
                    <a:pt x="161653" y="89957"/>
                  </a:lnTo>
                  <a:lnTo>
                    <a:pt x="161353" y="90406"/>
                  </a:lnTo>
                  <a:lnTo>
                    <a:pt x="161054" y="91005"/>
                  </a:lnTo>
                  <a:lnTo>
                    <a:pt x="160904" y="91603"/>
                  </a:lnTo>
                  <a:lnTo>
                    <a:pt x="157013" y="92052"/>
                  </a:lnTo>
                  <a:lnTo>
                    <a:pt x="155965" y="88161"/>
                  </a:lnTo>
                  <a:lnTo>
                    <a:pt x="154468" y="84269"/>
                  </a:lnTo>
                  <a:lnTo>
                    <a:pt x="152822" y="80527"/>
                  </a:lnTo>
                  <a:lnTo>
                    <a:pt x="150876" y="76935"/>
                  </a:lnTo>
                  <a:lnTo>
                    <a:pt x="154169" y="74690"/>
                  </a:lnTo>
                  <a:lnTo>
                    <a:pt x="154917" y="75139"/>
                  </a:lnTo>
                  <a:lnTo>
                    <a:pt x="155665" y="75288"/>
                  </a:lnTo>
                  <a:lnTo>
                    <a:pt x="156564" y="74989"/>
                  </a:lnTo>
                  <a:lnTo>
                    <a:pt x="157312" y="74540"/>
                  </a:lnTo>
                  <a:lnTo>
                    <a:pt x="157611" y="74241"/>
                  </a:lnTo>
                  <a:lnTo>
                    <a:pt x="157761" y="73941"/>
                  </a:lnTo>
                  <a:lnTo>
                    <a:pt x="157911" y="73043"/>
                  </a:lnTo>
                  <a:lnTo>
                    <a:pt x="157761" y="72295"/>
                  </a:lnTo>
                  <a:lnTo>
                    <a:pt x="157611" y="71846"/>
                  </a:lnTo>
                  <a:lnTo>
                    <a:pt x="157312" y="71546"/>
                  </a:lnTo>
                  <a:lnTo>
                    <a:pt x="157013" y="71247"/>
                  </a:lnTo>
                  <a:lnTo>
                    <a:pt x="156564" y="70948"/>
                  </a:lnTo>
                  <a:lnTo>
                    <a:pt x="155815" y="70798"/>
                  </a:lnTo>
                  <a:lnTo>
                    <a:pt x="154917" y="70948"/>
                  </a:lnTo>
                  <a:lnTo>
                    <a:pt x="154468" y="71097"/>
                  </a:lnTo>
                  <a:lnTo>
                    <a:pt x="154169" y="71397"/>
                  </a:lnTo>
                  <a:lnTo>
                    <a:pt x="153720" y="71995"/>
                  </a:lnTo>
                  <a:lnTo>
                    <a:pt x="153570" y="72594"/>
                  </a:lnTo>
                  <a:lnTo>
                    <a:pt x="153570" y="73193"/>
                  </a:lnTo>
                  <a:lnTo>
                    <a:pt x="153720" y="73792"/>
                  </a:lnTo>
                  <a:lnTo>
                    <a:pt x="150277" y="76037"/>
                  </a:lnTo>
                  <a:lnTo>
                    <a:pt x="147882" y="72594"/>
                  </a:lnTo>
                  <a:lnTo>
                    <a:pt x="145188" y="69301"/>
                  </a:lnTo>
                  <a:lnTo>
                    <a:pt x="154767" y="56129"/>
                  </a:lnTo>
                  <a:close/>
                  <a:moveTo>
                    <a:pt x="53735" y="57177"/>
                  </a:moveTo>
                  <a:lnTo>
                    <a:pt x="63464" y="70050"/>
                  </a:lnTo>
                  <a:lnTo>
                    <a:pt x="61518" y="72594"/>
                  </a:lnTo>
                  <a:lnTo>
                    <a:pt x="59722" y="75139"/>
                  </a:lnTo>
                  <a:lnTo>
                    <a:pt x="56429" y="73193"/>
                  </a:lnTo>
                  <a:lnTo>
                    <a:pt x="56578" y="72444"/>
                  </a:lnTo>
                  <a:lnTo>
                    <a:pt x="56279" y="71546"/>
                  </a:lnTo>
                  <a:lnTo>
                    <a:pt x="55830" y="70948"/>
                  </a:lnTo>
                  <a:lnTo>
                    <a:pt x="55082" y="70499"/>
                  </a:lnTo>
                  <a:lnTo>
                    <a:pt x="54633" y="70349"/>
                  </a:lnTo>
                  <a:lnTo>
                    <a:pt x="54184" y="70349"/>
                  </a:lnTo>
                  <a:lnTo>
                    <a:pt x="53435" y="70648"/>
                  </a:lnTo>
                  <a:lnTo>
                    <a:pt x="52687" y="71097"/>
                  </a:lnTo>
                  <a:lnTo>
                    <a:pt x="52537" y="71397"/>
                  </a:lnTo>
                  <a:lnTo>
                    <a:pt x="52238" y="71846"/>
                  </a:lnTo>
                  <a:lnTo>
                    <a:pt x="52238" y="72295"/>
                  </a:lnTo>
                  <a:lnTo>
                    <a:pt x="52238" y="72744"/>
                  </a:lnTo>
                  <a:lnTo>
                    <a:pt x="52387" y="73492"/>
                  </a:lnTo>
                  <a:lnTo>
                    <a:pt x="52836" y="74241"/>
                  </a:lnTo>
                  <a:lnTo>
                    <a:pt x="53285" y="74540"/>
                  </a:lnTo>
                  <a:lnTo>
                    <a:pt x="53585" y="74690"/>
                  </a:lnTo>
                  <a:lnTo>
                    <a:pt x="54333" y="74839"/>
                  </a:lnTo>
                  <a:lnTo>
                    <a:pt x="54932" y="74690"/>
                  </a:lnTo>
                  <a:lnTo>
                    <a:pt x="55531" y="74540"/>
                  </a:lnTo>
                  <a:lnTo>
                    <a:pt x="55980" y="74091"/>
                  </a:lnTo>
                  <a:lnTo>
                    <a:pt x="59123" y="76037"/>
                  </a:lnTo>
                  <a:lnTo>
                    <a:pt x="57027" y="79629"/>
                  </a:lnTo>
                  <a:lnTo>
                    <a:pt x="55231" y="83521"/>
                  </a:lnTo>
                  <a:lnTo>
                    <a:pt x="53585" y="87412"/>
                  </a:lnTo>
                  <a:lnTo>
                    <a:pt x="52387" y="91603"/>
                  </a:lnTo>
                  <a:lnTo>
                    <a:pt x="48645" y="90705"/>
                  </a:lnTo>
                  <a:lnTo>
                    <a:pt x="48496" y="89957"/>
                  </a:lnTo>
                  <a:lnTo>
                    <a:pt x="47897" y="89208"/>
                  </a:lnTo>
                  <a:lnTo>
                    <a:pt x="47298" y="88759"/>
                  </a:lnTo>
                  <a:lnTo>
                    <a:pt x="46400" y="88610"/>
                  </a:lnTo>
                  <a:lnTo>
                    <a:pt x="45951" y="88759"/>
                  </a:lnTo>
                  <a:lnTo>
                    <a:pt x="45652" y="88759"/>
                  </a:lnTo>
                  <a:lnTo>
                    <a:pt x="44904" y="89358"/>
                  </a:lnTo>
                  <a:lnTo>
                    <a:pt x="44454" y="89957"/>
                  </a:lnTo>
                  <a:lnTo>
                    <a:pt x="44305" y="90406"/>
                  </a:lnTo>
                  <a:lnTo>
                    <a:pt x="44155" y="90855"/>
                  </a:lnTo>
                  <a:lnTo>
                    <a:pt x="44305" y="91304"/>
                  </a:lnTo>
                  <a:lnTo>
                    <a:pt x="44454" y="91753"/>
                  </a:lnTo>
                  <a:lnTo>
                    <a:pt x="44904" y="92352"/>
                  </a:lnTo>
                  <a:lnTo>
                    <a:pt x="45502" y="92950"/>
                  </a:lnTo>
                  <a:lnTo>
                    <a:pt x="45951" y="92950"/>
                  </a:lnTo>
                  <a:lnTo>
                    <a:pt x="46400" y="93100"/>
                  </a:lnTo>
                  <a:lnTo>
                    <a:pt x="46999" y="92950"/>
                  </a:lnTo>
                  <a:lnTo>
                    <a:pt x="47598" y="92651"/>
                  </a:lnTo>
                  <a:lnTo>
                    <a:pt x="48047" y="92352"/>
                  </a:lnTo>
                  <a:lnTo>
                    <a:pt x="48496" y="91753"/>
                  </a:lnTo>
                  <a:lnTo>
                    <a:pt x="52238" y="92501"/>
                  </a:lnTo>
                  <a:lnTo>
                    <a:pt x="51789" y="94597"/>
                  </a:lnTo>
                  <a:lnTo>
                    <a:pt x="51340" y="96692"/>
                  </a:lnTo>
                  <a:lnTo>
                    <a:pt x="35025" y="99237"/>
                  </a:lnTo>
                  <a:lnTo>
                    <a:pt x="35623" y="94747"/>
                  </a:lnTo>
                  <a:lnTo>
                    <a:pt x="36372" y="90406"/>
                  </a:lnTo>
                  <a:lnTo>
                    <a:pt x="42808" y="90107"/>
                  </a:lnTo>
                  <a:lnTo>
                    <a:pt x="37120" y="87113"/>
                  </a:lnTo>
                  <a:lnTo>
                    <a:pt x="38467" y="82473"/>
                  </a:lnTo>
                  <a:lnTo>
                    <a:pt x="40263" y="77833"/>
                  </a:lnTo>
                  <a:lnTo>
                    <a:pt x="42359" y="73492"/>
                  </a:lnTo>
                  <a:lnTo>
                    <a:pt x="44604" y="69152"/>
                  </a:lnTo>
                  <a:lnTo>
                    <a:pt x="50891" y="70948"/>
                  </a:lnTo>
                  <a:lnTo>
                    <a:pt x="46400" y="66308"/>
                  </a:lnTo>
                  <a:lnTo>
                    <a:pt x="48047" y="63913"/>
                  </a:lnTo>
                  <a:lnTo>
                    <a:pt x="49843" y="61518"/>
                  </a:lnTo>
                  <a:lnTo>
                    <a:pt x="51789" y="59273"/>
                  </a:lnTo>
                  <a:lnTo>
                    <a:pt x="53735" y="57177"/>
                  </a:lnTo>
                  <a:close/>
                  <a:moveTo>
                    <a:pt x="174076" y="90556"/>
                  </a:moveTo>
                  <a:lnTo>
                    <a:pt x="185302" y="91005"/>
                  </a:lnTo>
                  <a:lnTo>
                    <a:pt x="185901" y="95645"/>
                  </a:lnTo>
                  <a:lnTo>
                    <a:pt x="186200" y="100285"/>
                  </a:lnTo>
                  <a:lnTo>
                    <a:pt x="175273" y="98638"/>
                  </a:lnTo>
                  <a:lnTo>
                    <a:pt x="174824" y="94597"/>
                  </a:lnTo>
                  <a:lnTo>
                    <a:pt x="174076" y="90556"/>
                  </a:lnTo>
                  <a:close/>
                  <a:moveTo>
                    <a:pt x="35324" y="90556"/>
                  </a:moveTo>
                  <a:lnTo>
                    <a:pt x="34576" y="94896"/>
                  </a:lnTo>
                  <a:lnTo>
                    <a:pt x="34127" y="99387"/>
                  </a:lnTo>
                  <a:lnTo>
                    <a:pt x="23050" y="101033"/>
                  </a:lnTo>
                  <a:lnTo>
                    <a:pt x="23500" y="95944"/>
                  </a:lnTo>
                  <a:lnTo>
                    <a:pt x="24098" y="91154"/>
                  </a:lnTo>
                  <a:lnTo>
                    <a:pt x="35324" y="90556"/>
                  </a:lnTo>
                  <a:close/>
                  <a:moveTo>
                    <a:pt x="107319" y="15716"/>
                  </a:moveTo>
                  <a:lnTo>
                    <a:pt x="111660" y="16016"/>
                  </a:lnTo>
                  <a:lnTo>
                    <a:pt x="116001" y="16465"/>
                  </a:lnTo>
                  <a:lnTo>
                    <a:pt x="120192" y="17063"/>
                  </a:lnTo>
                  <a:lnTo>
                    <a:pt x="124383" y="17961"/>
                  </a:lnTo>
                  <a:lnTo>
                    <a:pt x="128424" y="19009"/>
                  </a:lnTo>
                  <a:lnTo>
                    <a:pt x="132465" y="20207"/>
                  </a:lnTo>
                  <a:lnTo>
                    <a:pt x="136507" y="21554"/>
                  </a:lnTo>
                  <a:lnTo>
                    <a:pt x="140249" y="23200"/>
                  </a:lnTo>
                  <a:lnTo>
                    <a:pt x="143991" y="24847"/>
                  </a:lnTo>
                  <a:lnTo>
                    <a:pt x="147733" y="26792"/>
                  </a:lnTo>
                  <a:lnTo>
                    <a:pt x="151325" y="28888"/>
                  </a:lnTo>
                  <a:lnTo>
                    <a:pt x="154767" y="31133"/>
                  </a:lnTo>
                  <a:lnTo>
                    <a:pt x="158060" y="33528"/>
                  </a:lnTo>
                  <a:lnTo>
                    <a:pt x="161204" y="36073"/>
                  </a:lnTo>
                  <a:lnTo>
                    <a:pt x="164347" y="38767"/>
                  </a:lnTo>
                  <a:lnTo>
                    <a:pt x="167340" y="41611"/>
                  </a:lnTo>
                  <a:lnTo>
                    <a:pt x="170184" y="44455"/>
                  </a:lnTo>
                  <a:lnTo>
                    <a:pt x="172878" y="47598"/>
                  </a:lnTo>
                  <a:lnTo>
                    <a:pt x="175423" y="50741"/>
                  </a:lnTo>
                  <a:lnTo>
                    <a:pt x="177818" y="54034"/>
                  </a:lnTo>
                  <a:lnTo>
                    <a:pt x="180063" y="57477"/>
                  </a:lnTo>
                  <a:lnTo>
                    <a:pt x="182308" y="61069"/>
                  </a:lnTo>
                  <a:lnTo>
                    <a:pt x="184254" y="64661"/>
                  </a:lnTo>
                  <a:lnTo>
                    <a:pt x="186050" y="68403"/>
                  </a:lnTo>
                  <a:lnTo>
                    <a:pt x="187547" y="72295"/>
                  </a:lnTo>
                  <a:lnTo>
                    <a:pt x="189044" y="76186"/>
                  </a:lnTo>
                  <a:lnTo>
                    <a:pt x="190241" y="80228"/>
                  </a:lnTo>
                  <a:lnTo>
                    <a:pt x="191289" y="84269"/>
                  </a:lnTo>
                  <a:lnTo>
                    <a:pt x="192187" y="88460"/>
                  </a:lnTo>
                  <a:lnTo>
                    <a:pt x="192935" y="92651"/>
                  </a:lnTo>
                  <a:lnTo>
                    <a:pt x="193384" y="96842"/>
                  </a:lnTo>
                  <a:lnTo>
                    <a:pt x="193684" y="101183"/>
                  </a:lnTo>
                  <a:lnTo>
                    <a:pt x="189792" y="100734"/>
                  </a:lnTo>
                  <a:lnTo>
                    <a:pt x="189343" y="95944"/>
                  </a:lnTo>
                  <a:lnTo>
                    <a:pt x="188744" y="91454"/>
                  </a:lnTo>
                  <a:lnTo>
                    <a:pt x="187846" y="86814"/>
                  </a:lnTo>
                  <a:lnTo>
                    <a:pt x="186799" y="82323"/>
                  </a:lnTo>
                  <a:lnTo>
                    <a:pt x="185451" y="77983"/>
                  </a:lnTo>
                  <a:lnTo>
                    <a:pt x="183955" y="73792"/>
                  </a:lnTo>
                  <a:lnTo>
                    <a:pt x="182159" y="69601"/>
                  </a:lnTo>
                  <a:lnTo>
                    <a:pt x="180213" y="65559"/>
                  </a:lnTo>
                  <a:lnTo>
                    <a:pt x="178117" y="61668"/>
                  </a:lnTo>
                  <a:lnTo>
                    <a:pt x="175722" y="57926"/>
                  </a:lnTo>
                  <a:lnTo>
                    <a:pt x="173178" y="54184"/>
                  </a:lnTo>
                  <a:lnTo>
                    <a:pt x="170334" y="50741"/>
                  </a:lnTo>
                  <a:lnTo>
                    <a:pt x="167490" y="47298"/>
                  </a:lnTo>
                  <a:lnTo>
                    <a:pt x="164347" y="44155"/>
                  </a:lnTo>
                  <a:lnTo>
                    <a:pt x="161204" y="41162"/>
                  </a:lnTo>
                  <a:lnTo>
                    <a:pt x="157761" y="38318"/>
                  </a:lnTo>
                  <a:lnTo>
                    <a:pt x="156414" y="37120"/>
                  </a:lnTo>
                  <a:lnTo>
                    <a:pt x="152373" y="34276"/>
                  </a:lnTo>
                  <a:lnTo>
                    <a:pt x="148182" y="31582"/>
                  </a:lnTo>
                  <a:lnTo>
                    <a:pt x="146535" y="30684"/>
                  </a:lnTo>
                  <a:lnTo>
                    <a:pt x="143691" y="29038"/>
                  </a:lnTo>
                  <a:lnTo>
                    <a:pt x="143392" y="28888"/>
                  </a:lnTo>
                  <a:lnTo>
                    <a:pt x="140099" y="27391"/>
                  </a:lnTo>
                  <a:lnTo>
                    <a:pt x="138902" y="26792"/>
                  </a:lnTo>
                  <a:lnTo>
                    <a:pt x="135309" y="25296"/>
                  </a:lnTo>
                  <a:lnTo>
                    <a:pt x="131567" y="23949"/>
                  </a:lnTo>
                  <a:lnTo>
                    <a:pt x="127825" y="22751"/>
                  </a:lnTo>
                  <a:lnTo>
                    <a:pt x="123934" y="21853"/>
                  </a:lnTo>
                  <a:lnTo>
                    <a:pt x="120042" y="20955"/>
                  </a:lnTo>
                  <a:lnTo>
                    <a:pt x="116001" y="20356"/>
                  </a:lnTo>
                  <a:lnTo>
                    <a:pt x="111959" y="19907"/>
                  </a:lnTo>
                  <a:lnTo>
                    <a:pt x="107918" y="19758"/>
                  </a:lnTo>
                  <a:lnTo>
                    <a:pt x="107319" y="15716"/>
                  </a:lnTo>
                  <a:close/>
                  <a:moveTo>
                    <a:pt x="101183" y="15716"/>
                  </a:moveTo>
                  <a:lnTo>
                    <a:pt x="100584" y="19758"/>
                  </a:lnTo>
                  <a:lnTo>
                    <a:pt x="96543" y="20057"/>
                  </a:lnTo>
                  <a:lnTo>
                    <a:pt x="92501" y="20506"/>
                  </a:lnTo>
                  <a:lnTo>
                    <a:pt x="88460" y="21105"/>
                  </a:lnTo>
                  <a:lnTo>
                    <a:pt x="84568" y="22003"/>
                  </a:lnTo>
                  <a:lnTo>
                    <a:pt x="80826" y="23051"/>
                  </a:lnTo>
                  <a:lnTo>
                    <a:pt x="76935" y="24248"/>
                  </a:lnTo>
                  <a:lnTo>
                    <a:pt x="73342" y="25595"/>
                  </a:lnTo>
                  <a:lnTo>
                    <a:pt x="69600" y="27242"/>
                  </a:lnTo>
                  <a:lnTo>
                    <a:pt x="66158" y="28888"/>
                  </a:lnTo>
                  <a:lnTo>
                    <a:pt x="62715" y="30684"/>
                  </a:lnTo>
                  <a:lnTo>
                    <a:pt x="59422" y="32780"/>
                  </a:lnTo>
                  <a:lnTo>
                    <a:pt x="56129" y="34875"/>
                  </a:lnTo>
                  <a:lnTo>
                    <a:pt x="52986" y="37120"/>
                  </a:lnTo>
                  <a:lnTo>
                    <a:pt x="49993" y="39665"/>
                  </a:lnTo>
                  <a:lnTo>
                    <a:pt x="46999" y="42209"/>
                  </a:lnTo>
                  <a:lnTo>
                    <a:pt x="44305" y="44904"/>
                  </a:lnTo>
                  <a:lnTo>
                    <a:pt x="41611" y="47747"/>
                  </a:lnTo>
                  <a:lnTo>
                    <a:pt x="39066" y="50591"/>
                  </a:lnTo>
                  <a:lnTo>
                    <a:pt x="36671" y="53585"/>
                  </a:lnTo>
                  <a:lnTo>
                    <a:pt x="34426" y="56878"/>
                  </a:lnTo>
                  <a:lnTo>
                    <a:pt x="32331" y="60021"/>
                  </a:lnTo>
                  <a:lnTo>
                    <a:pt x="30235" y="63464"/>
                  </a:lnTo>
                  <a:lnTo>
                    <a:pt x="28439" y="66906"/>
                  </a:lnTo>
                  <a:lnTo>
                    <a:pt x="26792" y="70349"/>
                  </a:lnTo>
                  <a:lnTo>
                    <a:pt x="25296" y="74091"/>
                  </a:lnTo>
                  <a:lnTo>
                    <a:pt x="23949" y="77833"/>
                  </a:lnTo>
                  <a:lnTo>
                    <a:pt x="22751" y="81575"/>
                  </a:lnTo>
                  <a:lnTo>
                    <a:pt x="21853" y="85466"/>
                  </a:lnTo>
                  <a:lnTo>
                    <a:pt x="20955" y="89358"/>
                  </a:lnTo>
                  <a:lnTo>
                    <a:pt x="20356" y="93399"/>
                  </a:lnTo>
                  <a:lnTo>
                    <a:pt x="19907" y="97441"/>
                  </a:lnTo>
                  <a:lnTo>
                    <a:pt x="19608" y="101482"/>
                  </a:lnTo>
                  <a:lnTo>
                    <a:pt x="15716" y="102081"/>
                  </a:lnTo>
                  <a:lnTo>
                    <a:pt x="15866" y="97740"/>
                  </a:lnTo>
                  <a:lnTo>
                    <a:pt x="16315" y="93399"/>
                  </a:lnTo>
                  <a:lnTo>
                    <a:pt x="17063" y="89208"/>
                  </a:lnTo>
                  <a:lnTo>
                    <a:pt x="17812" y="85017"/>
                  </a:lnTo>
                  <a:lnTo>
                    <a:pt x="18859" y="80976"/>
                  </a:lnTo>
                  <a:lnTo>
                    <a:pt x="20057" y="76935"/>
                  </a:lnTo>
                  <a:lnTo>
                    <a:pt x="21554" y="73043"/>
                  </a:lnTo>
                  <a:lnTo>
                    <a:pt x="23050" y="69152"/>
                  </a:lnTo>
                  <a:lnTo>
                    <a:pt x="24847" y="65410"/>
                  </a:lnTo>
                  <a:lnTo>
                    <a:pt x="26792" y="61817"/>
                  </a:lnTo>
                  <a:lnTo>
                    <a:pt x="28888" y="58225"/>
                  </a:lnTo>
                  <a:lnTo>
                    <a:pt x="31133" y="54782"/>
                  </a:lnTo>
                  <a:lnTo>
                    <a:pt x="33378" y="51340"/>
                  </a:lnTo>
                  <a:lnTo>
                    <a:pt x="35923" y="48197"/>
                  </a:lnTo>
                  <a:lnTo>
                    <a:pt x="38617" y="45053"/>
                  </a:lnTo>
                  <a:lnTo>
                    <a:pt x="41461" y="42060"/>
                  </a:lnTo>
                  <a:lnTo>
                    <a:pt x="44454" y="39216"/>
                  </a:lnTo>
                  <a:lnTo>
                    <a:pt x="47448" y="36522"/>
                  </a:lnTo>
                  <a:lnTo>
                    <a:pt x="50741" y="33977"/>
                  </a:lnTo>
                  <a:lnTo>
                    <a:pt x="54034" y="31582"/>
                  </a:lnTo>
                  <a:lnTo>
                    <a:pt x="57476" y="29337"/>
                  </a:lnTo>
                  <a:lnTo>
                    <a:pt x="60919" y="27242"/>
                  </a:lnTo>
                  <a:lnTo>
                    <a:pt x="64661" y="25296"/>
                  </a:lnTo>
                  <a:lnTo>
                    <a:pt x="68403" y="23500"/>
                  </a:lnTo>
                  <a:lnTo>
                    <a:pt x="72145" y="21853"/>
                  </a:lnTo>
                  <a:lnTo>
                    <a:pt x="76186" y="20356"/>
                  </a:lnTo>
                  <a:lnTo>
                    <a:pt x="80078" y="19159"/>
                  </a:lnTo>
                  <a:lnTo>
                    <a:pt x="84119" y="18111"/>
                  </a:lnTo>
                  <a:lnTo>
                    <a:pt x="88310" y="17213"/>
                  </a:lnTo>
                  <a:lnTo>
                    <a:pt x="92501" y="16614"/>
                  </a:lnTo>
                  <a:lnTo>
                    <a:pt x="96842" y="16016"/>
                  </a:lnTo>
                  <a:lnTo>
                    <a:pt x="101183" y="15716"/>
                  </a:lnTo>
                  <a:close/>
                  <a:moveTo>
                    <a:pt x="104176" y="5837"/>
                  </a:moveTo>
                  <a:lnTo>
                    <a:pt x="105224" y="12274"/>
                  </a:lnTo>
                  <a:lnTo>
                    <a:pt x="105673" y="15716"/>
                  </a:lnTo>
                  <a:lnTo>
                    <a:pt x="106272" y="19608"/>
                  </a:lnTo>
                  <a:lnTo>
                    <a:pt x="106870" y="23051"/>
                  </a:lnTo>
                  <a:lnTo>
                    <a:pt x="108517" y="33977"/>
                  </a:lnTo>
                  <a:lnTo>
                    <a:pt x="108666" y="35025"/>
                  </a:lnTo>
                  <a:lnTo>
                    <a:pt x="111061" y="51190"/>
                  </a:lnTo>
                  <a:lnTo>
                    <a:pt x="111361" y="52986"/>
                  </a:lnTo>
                  <a:lnTo>
                    <a:pt x="112408" y="60171"/>
                  </a:lnTo>
                  <a:lnTo>
                    <a:pt x="112708" y="61668"/>
                  </a:lnTo>
                  <a:lnTo>
                    <a:pt x="115552" y="80826"/>
                  </a:lnTo>
                  <a:lnTo>
                    <a:pt x="115701" y="81425"/>
                  </a:lnTo>
                  <a:lnTo>
                    <a:pt x="115701" y="82174"/>
                  </a:lnTo>
                  <a:lnTo>
                    <a:pt x="116300" y="86215"/>
                  </a:lnTo>
                  <a:lnTo>
                    <a:pt x="116450" y="86814"/>
                  </a:lnTo>
                  <a:lnTo>
                    <a:pt x="117048" y="90556"/>
                  </a:lnTo>
                  <a:lnTo>
                    <a:pt x="117048" y="90705"/>
                  </a:lnTo>
                  <a:lnTo>
                    <a:pt x="116749" y="90705"/>
                  </a:lnTo>
                  <a:lnTo>
                    <a:pt x="115252" y="92352"/>
                  </a:lnTo>
                  <a:lnTo>
                    <a:pt x="113606" y="94148"/>
                  </a:lnTo>
                  <a:lnTo>
                    <a:pt x="113456" y="94148"/>
                  </a:lnTo>
                  <a:lnTo>
                    <a:pt x="111810" y="95944"/>
                  </a:lnTo>
                  <a:lnTo>
                    <a:pt x="110163" y="97740"/>
                  </a:lnTo>
                  <a:lnTo>
                    <a:pt x="110163" y="97590"/>
                  </a:lnTo>
                  <a:lnTo>
                    <a:pt x="110014" y="95794"/>
                  </a:lnTo>
                  <a:lnTo>
                    <a:pt x="109714" y="95794"/>
                  </a:lnTo>
                  <a:lnTo>
                    <a:pt x="109565" y="97141"/>
                  </a:lnTo>
                  <a:lnTo>
                    <a:pt x="109565" y="97291"/>
                  </a:lnTo>
                  <a:lnTo>
                    <a:pt x="109415" y="98489"/>
                  </a:lnTo>
                  <a:lnTo>
                    <a:pt x="108517" y="99536"/>
                  </a:lnTo>
                  <a:lnTo>
                    <a:pt x="108367" y="99686"/>
                  </a:lnTo>
                  <a:lnTo>
                    <a:pt x="106870" y="101332"/>
                  </a:lnTo>
                  <a:lnTo>
                    <a:pt x="106721" y="101482"/>
                  </a:lnTo>
                  <a:lnTo>
                    <a:pt x="105224" y="102979"/>
                  </a:lnTo>
                  <a:lnTo>
                    <a:pt x="104775" y="103428"/>
                  </a:lnTo>
                  <a:lnTo>
                    <a:pt x="104625" y="103578"/>
                  </a:lnTo>
                  <a:lnTo>
                    <a:pt x="104026" y="102979"/>
                  </a:lnTo>
                  <a:lnTo>
                    <a:pt x="103577" y="102530"/>
                  </a:lnTo>
                  <a:lnTo>
                    <a:pt x="102380" y="101482"/>
                  </a:lnTo>
                  <a:lnTo>
                    <a:pt x="102380" y="101332"/>
                  </a:lnTo>
                  <a:lnTo>
                    <a:pt x="101033" y="100135"/>
                  </a:lnTo>
                  <a:lnTo>
                    <a:pt x="103428" y="100135"/>
                  </a:lnTo>
                  <a:lnTo>
                    <a:pt x="103877" y="99985"/>
                  </a:lnTo>
                  <a:lnTo>
                    <a:pt x="105523" y="99985"/>
                  </a:lnTo>
                  <a:lnTo>
                    <a:pt x="106721" y="99836"/>
                  </a:lnTo>
                  <a:lnTo>
                    <a:pt x="106870" y="99686"/>
                  </a:lnTo>
                  <a:lnTo>
                    <a:pt x="106870" y="99536"/>
                  </a:lnTo>
                  <a:lnTo>
                    <a:pt x="106721" y="99387"/>
                  </a:lnTo>
                  <a:lnTo>
                    <a:pt x="105224" y="99237"/>
                  </a:lnTo>
                  <a:lnTo>
                    <a:pt x="100135" y="99237"/>
                  </a:lnTo>
                  <a:lnTo>
                    <a:pt x="98788" y="98039"/>
                  </a:lnTo>
                  <a:lnTo>
                    <a:pt x="98788" y="97890"/>
                  </a:lnTo>
                  <a:lnTo>
                    <a:pt x="97441" y="96692"/>
                  </a:lnTo>
                  <a:lnTo>
                    <a:pt x="99835" y="96842"/>
                  </a:lnTo>
                  <a:lnTo>
                    <a:pt x="105074" y="96842"/>
                  </a:lnTo>
                  <a:lnTo>
                    <a:pt x="105523" y="96692"/>
                  </a:lnTo>
                  <a:lnTo>
                    <a:pt x="105673" y="96692"/>
                  </a:lnTo>
                  <a:lnTo>
                    <a:pt x="107619" y="96543"/>
                  </a:lnTo>
                  <a:lnTo>
                    <a:pt x="107619" y="96393"/>
                  </a:lnTo>
                  <a:lnTo>
                    <a:pt x="107619" y="96243"/>
                  </a:lnTo>
                  <a:lnTo>
                    <a:pt x="105074" y="95944"/>
                  </a:lnTo>
                  <a:lnTo>
                    <a:pt x="100284" y="95944"/>
                  </a:lnTo>
                  <a:lnTo>
                    <a:pt x="97141" y="96243"/>
                  </a:lnTo>
                  <a:lnTo>
                    <a:pt x="96992" y="96243"/>
                  </a:lnTo>
                  <a:lnTo>
                    <a:pt x="92352" y="91753"/>
                  </a:lnTo>
                  <a:lnTo>
                    <a:pt x="92651" y="90107"/>
                  </a:lnTo>
                  <a:lnTo>
                    <a:pt x="95195" y="90406"/>
                  </a:lnTo>
                  <a:lnTo>
                    <a:pt x="97890" y="90406"/>
                  </a:lnTo>
                  <a:lnTo>
                    <a:pt x="103128" y="90256"/>
                  </a:lnTo>
                  <a:lnTo>
                    <a:pt x="104925" y="90256"/>
                  </a:lnTo>
                  <a:lnTo>
                    <a:pt x="105224" y="90107"/>
                  </a:lnTo>
                  <a:lnTo>
                    <a:pt x="105972" y="90107"/>
                  </a:lnTo>
                  <a:lnTo>
                    <a:pt x="105972" y="89957"/>
                  </a:lnTo>
                  <a:lnTo>
                    <a:pt x="105972" y="89807"/>
                  </a:lnTo>
                  <a:lnTo>
                    <a:pt x="105823" y="89657"/>
                  </a:lnTo>
                  <a:lnTo>
                    <a:pt x="102679" y="89657"/>
                  </a:lnTo>
                  <a:lnTo>
                    <a:pt x="97590" y="89508"/>
                  </a:lnTo>
                  <a:lnTo>
                    <a:pt x="95195" y="89508"/>
                  </a:lnTo>
                  <a:lnTo>
                    <a:pt x="92651" y="89807"/>
                  </a:lnTo>
                  <a:lnTo>
                    <a:pt x="93549" y="82922"/>
                  </a:lnTo>
                  <a:lnTo>
                    <a:pt x="93699" y="82174"/>
                  </a:lnTo>
                  <a:lnTo>
                    <a:pt x="93848" y="81425"/>
                  </a:lnTo>
                  <a:lnTo>
                    <a:pt x="96543" y="61817"/>
                  </a:lnTo>
                  <a:lnTo>
                    <a:pt x="96692" y="60171"/>
                  </a:lnTo>
                  <a:lnTo>
                    <a:pt x="97740" y="53136"/>
                  </a:lnTo>
                  <a:lnTo>
                    <a:pt x="97890" y="51340"/>
                  </a:lnTo>
                  <a:lnTo>
                    <a:pt x="100135" y="35025"/>
                  </a:lnTo>
                  <a:lnTo>
                    <a:pt x="100284" y="34127"/>
                  </a:lnTo>
                  <a:lnTo>
                    <a:pt x="101781" y="23051"/>
                  </a:lnTo>
                  <a:lnTo>
                    <a:pt x="102230" y="19608"/>
                  </a:lnTo>
                  <a:lnTo>
                    <a:pt x="102829" y="15716"/>
                  </a:lnTo>
                  <a:lnTo>
                    <a:pt x="103278" y="12274"/>
                  </a:lnTo>
                  <a:lnTo>
                    <a:pt x="104176" y="5837"/>
                  </a:lnTo>
                  <a:close/>
                  <a:moveTo>
                    <a:pt x="53285" y="113456"/>
                  </a:moveTo>
                  <a:lnTo>
                    <a:pt x="60021" y="114354"/>
                  </a:lnTo>
                  <a:lnTo>
                    <a:pt x="53884" y="116151"/>
                  </a:lnTo>
                  <a:lnTo>
                    <a:pt x="53285" y="113456"/>
                  </a:lnTo>
                  <a:close/>
                  <a:moveTo>
                    <a:pt x="90705" y="92352"/>
                  </a:moveTo>
                  <a:lnTo>
                    <a:pt x="90555" y="92651"/>
                  </a:lnTo>
                  <a:lnTo>
                    <a:pt x="92052" y="93998"/>
                  </a:lnTo>
                  <a:lnTo>
                    <a:pt x="92202" y="94148"/>
                  </a:lnTo>
                  <a:lnTo>
                    <a:pt x="93998" y="95794"/>
                  </a:lnTo>
                  <a:lnTo>
                    <a:pt x="95794" y="97441"/>
                  </a:lnTo>
                  <a:lnTo>
                    <a:pt x="95794" y="97590"/>
                  </a:lnTo>
                  <a:lnTo>
                    <a:pt x="97590" y="99087"/>
                  </a:lnTo>
                  <a:lnTo>
                    <a:pt x="97590" y="99237"/>
                  </a:lnTo>
                  <a:lnTo>
                    <a:pt x="97740" y="99387"/>
                  </a:lnTo>
                  <a:lnTo>
                    <a:pt x="97291" y="99387"/>
                  </a:lnTo>
                  <a:lnTo>
                    <a:pt x="95794" y="99536"/>
                  </a:lnTo>
                  <a:lnTo>
                    <a:pt x="95644" y="99686"/>
                  </a:lnTo>
                  <a:lnTo>
                    <a:pt x="95794" y="99686"/>
                  </a:lnTo>
                  <a:lnTo>
                    <a:pt x="96842" y="99836"/>
                  </a:lnTo>
                  <a:lnTo>
                    <a:pt x="96992" y="99836"/>
                  </a:lnTo>
                  <a:lnTo>
                    <a:pt x="98488" y="99985"/>
                  </a:lnTo>
                  <a:lnTo>
                    <a:pt x="99237" y="100734"/>
                  </a:lnTo>
                  <a:lnTo>
                    <a:pt x="99386" y="100883"/>
                  </a:lnTo>
                  <a:lnTo>
                    <a:pt x="101183" y="102530"/>
                  </a:lnTo>
                  <a:lnTo>
                    <a:pt x="101183" y="102680"/>
                  </a:lnTo>
                  <a:lnTo>
                    <a:pt x="102829" y="104027"/>
                  </a:lnTo>
                  <a:lnTo>
                    <a:pt x="103428" y="104625"/>
                  </a:lnTo>
                  <a:lnTo>
                    <a:pt x="103577" y="104775"/>
                  </a:lnTo>
                  <a:lnTo>
                    <a:pt x="103428" y="104775"/>
                  </a:lnTo>
                  <a:lnTo>
                    <a:pt x="102979" y="105374"/>
                  </a:lnTo>
                  <a:lnTo>
                    <a:pt x="102829" y="105523"/>
                  </a:lnTo>
                  <a:lnTo>
                    <a:pt x="102230" y="106122"/>
                  </a:lnTo>
                  <a:lnTo>
                    <a:pt x="101183" y="107320"/>
                  </a:lnTo>
                  <a:lnTo>
                    <a:pt x="101033" y="107320"/>
                  </a:lnTo>
                  <a:lnTo>
                    <a:pt x="99985" y="108517"/>
                  </a:lnTo>
                  <a:lnTo>
                    <a:pt x="99985" y="106122"/>
                  </a:lnTo>
                  <a:lnTo>
                    <a:pt x="99985" y="105523"/>
                  </a:lnTo>
                  <a:lnTo>
                    <a:pt x="99985" y="105374"/>
                  </a:lnTo>
                  <a:lnTo>
                    <a:pt x="99985" y="104925"/>
                  </a:lnTo>
                  <a:lnTo>
                    <a:pt x="99985" y="104775"/>
                  </a:lnTo>
                  <a:lnTo>
                    <a:pt x="99985" y="104176"/>
                  </a:lnTo>
                  <a:lnTo>
                    <a:pt x="99835" y="104027"/>
                  </a:lnTo>
                  <a:lnTo>
                    <a:pt x="99835" y="103727"/>
                  </a:lnTo>
                  <a:lnTo>
                    <a:pt x="99686" y="102680"/>
                  </a:lnTo>
                  <a:lnTo>
                    <a:pt x="99686" y="102530"/>
                  </a:lnTo>
                  <a:lnTo>
                    <a:pt x="99386" y="102530"/>
                  </a:lnTo>
                  <a:lnTo>
                    <a:pt x="99386" y="102680"/>
                  </a:lnTo>
                  <a:lnTo>
                    <a:pt x="99237" y="104176"/>
                  </a:lnTo>
                  <a:lnTo>
                    <a:pt x="99237" y="104476"/>
                  </a:lnTo>
                  <a:lnTo>
                    <a:pt x="99237" y="104625"/>
                  </a:lnTo>
                  <a:lnTo>
                    <a:pt x="99237" y="104775"/>
                  </a:lnTo>
                  <a:lnTo>
                    <a:pt x="99237" y="104925"/>
                  </a:lnTo>
                  <a:lnTo>
                    <a:pt x="99087" y="105374"/>
                  </a:lnTo>
                  <a:lnTo>
                    <a:pt x="99087" y="105523"/>
                  </a:lnTo>
                  <a:lnTo>
                    <a:pt x="99087" y="106122"/>
                  </a:lnTo>
                  <a:lnTo>
                    <a:pt x="99087" y="108667"/>
                  </a:lnTo>
                  <a:lnTo>
                    <a:pt x="99087" y="108816"/>
                  </a:lnTo>
                  <a:lnTo>
                    <a:pt x="99087" y="109415"/>
                  </a:lnTo>
                  <a:lnTo>
                    <a:pt x="96543" y="111960"/>
                  </a:lnTo>
                  <a:lnTo>
                    <a:pt x="96842" y="109116"/>
                  </a:lnTo>
                  <a:lnTo>
                    <a:pt x="96842" y="106272"/>
                  </a:lnTo>
                  <a:lnTo>
                    <a:pt x="96842" y="105523"/>
                  </a:lnTo>
                  <a:lnTo>
                    <a:pt x="96842" y="104925"/>
                  </a:lnTo>
                  <a:lnTo>
                    <a:pt x="96692" y="104326"/>
                  </a:lnTo>
                  <a:lnTo>
                    <a:pt x="96692" y="103727"/>
                  </a:lnTo>
                  <a:lnTo>
                    <a:pt x="96692" y="103428"/>
                  </a:lnTo>
                  <a:lnTo>
                    <a:pt x="96393" y="101931"/>
                  </a:lnTo>
                  <a:lnTo>
                    <a:pt x="96393" y="101781"/>
                  </a:lnTo>
                  <a:lnTo>
                    <a:pt x="96243" y="101931"/>
                  </a:lnTo>
                  <a:lnTo>
                    <a:pt x="95944" y="104176"/>
                  </a:lnTo>
                  <a:lnTo>
                    <a:pt x="95944" y="104326"/>
                  </a:lnTo>
                  <a:lnTo>
                    <a:pt x="95944" y="104925"/>
                  </a:lnTo>
                  <a:lnTo>
                    <a:pt x="95944" y="105523"/>
                  </a:lnTo>
                  <a:lnTo>
                    <a:pt x="95944" y="105673"/>
                  </a:lnTo>
                  <a:lnTo>
                    <a:pt x="95944" y="106272"/>
                  </a:lnTo>
                  <a:lnTo>
                    <a:pt x="95944" y="109415"/>
                  </a:lnTo>
                  <a:lnTo>
                    <a:pt x="96094" y="112558"/>
                  </a:lnTo>
                  <a:lnTo>
                    <a:pt x="91753" y="117049"/>
                  </a:lnTo>
                  <a:lnTo>
                    <a:pt x="90106" y="116899"/>
                  </a:lnTo>
                  <a:lnTo>
                    <a:pt x="90106" y="116749"/>
                  </a:lnTo>
                  <a:lnTo>
                    <a:pt x="90256" y="114354"/>
                  </a:lnTo>
                  <a:lnTo>
                    <a:pt x="90406" y="111810"/>
                  </a:lnTo>
                  <a:lnTo>
                    <a:pt x="90256" y="106721"/>
                  </a:lnTo>
                  <a:lnTo>
                    <a:pt x="90106" y="105823"/>
                  </a:lnTo>
                  <a:lnTo>
                    <a:pt x="90106" y="105224"/>
                  </a:lnTo>
                  <a:lnTo>
                    <a:pt x="90106" y="105074"/>
                  </a:lnTo>
                  <a:lnTo>
                    <a:pt x="90106" y="104176"/>
                  </a:lnTo>
                  <a:lnTo>
                    <a:pt x="90106" y="103727"/>
                  </a:lnTo>
                  <a:lnTo>
                    <a:pt x="90106" y="103578"/>
                  </a:lnTo>
                  <a:lnTo>
                    <a:pt x="89957" y="103428"/>
                  </a:lnTo>
                  <a:lnTo>
                    <a:pt x="89807" y="103578"/>
                  </a:lnTo>
                  <a:lnTo>
                    <a:pt x="89657" y="103578"/>
                  </a:lnTo>
                  <a:lnTo>
                    <a:pt x="89657" y="103727"/>
                  </a:lnTo>
                  <a:lnTo>
                    <a:pt x="89657" y="104625"/>
                  </a:lnTo>
                  <a:lnTo>
                    <a:pt x="89657" y="105523"/>
                  </a:lnTo>
                  <a:lnTo>
                    <a:pt x="89508" y="106571"/>
                  </a:lnTo>
                  <a:lnTo>
                    <a:pt x="89508" y="107769"/>
                  </a:lnTo>
                  <a:lnTo>
                    <a:pt x="89358" y="112259"/>
                  </a:lnTo>
                  <a:lnTo>
                    <a:pt x="89508" y="114504"/>
                  </a:lnTo>
                  <a:lnTo>
                    <a:pt x="89657" y="116749"/>
                  </a:lnTo>
                  <a:lnTo>
                    <a:pt x="89657" y="116749"/>
                  </a:lnTo>
                  <a:lnTo>
                    <a:pt x="83521" y="116001"/>
                  </a:lnTo>
                  <a:lnTo>
                    <a:pt x="82772" y="115851"/>
                  </a:lnTo>
                  <a:lnTo>
                    <a:pt x="82024" y="115702"/>
                  </a:lnTo>
                  <a:lnTo>
                    <a:pt x="61667" y="113007"/>
                  </a:lnTo>
                  <a:lnTo>
                    <a:pt x="60171" y="112708"/>
                  </a:lnTo>
                  <a:lnTo>
                    <a:pt x="52986" y="111810"/>
                  </a:lnTo>
                  <a:lnTo>
                    <a:pt x="51190" y="111511"/>
                  </a:lnTo>
                  <a:lnTo>
                    <a:pt x="35025" y="109265"/>
                  </a:lnTo>
                  <a:lnTo>
                    <a:pt x="33977" y="109116"/>
                  </a:lnTo>
                  <a:lnTo>
                    <a:pt x="23050" y="107619"/>
                  </a:lnTo>
                  <a:lnTo>
                    <a:pt x="19608" y="107170"/>
                  </a:lnTo>
                  <a:lnTo>
                    <a:pt x="15716" y="106571"/>
                  </a:lnTo>
                  <a:lnTo>
                    <a:pt x="12274" y="106122"/>
                  </a:lnTo>
                  <a:lnTo>
                    <a:pt x="5688" y="105224"/>
                  </a:lnTo>
                  <a:lnTo>
                    <a:pt x="12274" y="104326"/>
                  </a:lnTo>
                  <a:lnTo>
                    <a:pt x="15716" y="103727"/>
                  </a:lnTo>
                  <a:lnTo>
                    <a:pt x="19608" y="103129"/>
                  </a:lnTo>
                  <a:lnTo>
                    <a:pt x="23050" y="102680"/>
                  </a:lnTo>
                  <a:lnTo>
                    <a:pt x="33977" y="101033"/>
                  </a:lnTo>
                  <a:lnTo>
                    <a:pt x="35025" y="100883"/>
                  </a:lnTo>
                  <a:lnTo>
                    <a:pt x="51190" y="98339"/>
                  </a:lnTo>
                  <a:lnTo>
                    <a:pt x="52986" y="98039"/>
                  </a:lnTo>
                  <a:lnTo>
                    <a:pt x="60171" y="96992"/>
                  </a:lnTo>
                  <a:lnTo>
                    <a:pt x="61667" y="96842"/>
                  </a:lnTo>
                  <a:lnTo>
                    <a:pt x="81425" y="93848"/>
                  </a:lnTo>
                  <a:lnTo>
                    <a:pt x="82173" y="93699"/>
                  </a:lnTo>
                  <a:lnTo>
                    <a:pt x="82922" y="93549"/>
                  </a:lnTo>
                  <a:lnTo>
                    <a:pt x="85915" y="93100"/>
                  </a:lnTo>
                  <a:lnTo>
                    <a:pt x="86514" y="93100"/>
                  </a:lnTo>
                  <a:lnTo>
                    <a:pt x="90106" y="92501"/>
                  </a:lnTo>
                  <a:lnTo>
                    <a:pt x="90555" y="92352"/>
                  </a:lnTo>
                  <a:close/>
                  <a:moveTo>
                    <a:pt x="117647" y="92501"/>
                  </a:moveTo>
                  <a:lnTo>
                    <a:pt x="119294" y="92651"/>
                  </a:lnTo>
                  <a:lnTo>
                    <a:pt x="119144" y="95046"/>
                  </a:lnTo>
                  <a:lnTo>
                    <a:pt x="118994" y="97590"/>
                  </a:lnTo>
                  <a:lnTo>
                    <a:pt x="119144" y="102530"/>
                  </a:lnTo>
                  <a:lnTo>
                    <a:pt x="119144" y="103428"/>
                  </a:lnTo>
                  <a:lnTo>
                    <a:pt x="119294" y="104176"/>
                  </a:lnTo>
                  <a:lnTo>
                    <a:pt x="119294" y="104476"/>
                  </a:lnTo>
                  <a:lnTo>
                    <a:pt x="119294" y="105224"/>
                  </a:lnTo>
                  <a:lnTo>
                    <a:pt x="119294" y="105823"/>
                  </a:lnTo>
                  <a:lnTo>
                    <a:pt x="119294" y="105972"/>
                  </a:lnTo>
                  <a:lnTo>
                    <a:pt x="119593" y="105972"/>
                  </a:lnTo>
                  <a:lnTo>
                    <a:pt x="119743" y="105823"/>
                  </a:lnTo>
                  <a:lnTo>
                    <a:pt x="119743" y="104775"/>
                  </a:lnTo>
                  <a:lnTo>
                    <a:pt x="119743" y="103727"/>
                  </a:lnTo>
                  <a:lnTo>
                    <a:pt x="119892" y="102680"/>
                  </a:lnTo>
                  <a:lnTo>
                    <a:pt x="119892" y="101482"/>
                  </a:lnTo>
                  <a:lnTo>
                    <a:pt x="120042" y="97141"/>
                  </a:lnTo>
                  <a:lnTo>
                    <a:pt x="119892" y="94896"/>
                  </a:lnTo>
                  <a:lnTo>
                    <a:pt x="119743" y="92651"/>
                  </a:lnTo>
                  <a:lnTo>
                    <a:pt x="119743" y="92651"/>
                  </a:lnTo>
                  <a:lnTo>
                    <a:pt x="125730" y="93549"/>
                  </a:lnTo>
                  <a:lnTo>
                    <a:pt x="126478" y="93699"/>
                  </a:lnTo>
                  <a:lnTo>
                    <a:pt x="127077" y="93699"/>
                  </a:lnTo>
                  <a:lnTo>
                    <a:pt x="147733" y="96543"/>
                  </a:lnTo>
                  <a:lnTo>
                    <a:pt x="149229" y="96842"/>
                  </a:lnTo>
                  <a:lnTo>
                    <a:pt x="156414" y="97740"/>
                  </a:lnTo>
                  <a:lnTo>
                    <a:pt x="158210" y="98039"/>
                  </a:lnTo>
                  <a:lnTo>
                    <a:pt x="174375" y="100285"/>
                  </a:lnTo>
                  <a:lnTo>
                    <a:pt x="175423" y="100434"/>
                  </a:lnTo>
                  <a:lnTo>
                    <a:pt x="186350" y="101931"/>
                  </a:lnTo>
                  <a:lnTo>
                    <a:pt x="189792" y="102380"/>
                  </a:lnTo>
                  <a:lnTo>
                    <a:pt x="193684" y="102829"/>
                  </a:lnTo>
                  <a:lnTo>
                    <a:pt x="197126" y="103278"/>
                  </a:lnTo>
                  <a:lnTo>
                    <a:pt x="203712" y="104326"/>
                  </a:lnTo>
                  <a:lnTo>
                    <a:pt x="197126" y="105224"/>
                  </a:lnTo>
                  <a:lnTo>
                    <a:pt x="193684" y="105823"/>
                  </a:lnTo>
                  <a:lnTo>
                    <a:pt x="189792" y="106421"/>
                  </a:lnTo>
                  <a:lnTo>
                    <a:pt x="186350" y="106871"/>
                  </a:lnTo>
                  <a:lnTo>
                    <a:pt x="175423" y="108517"/>
                  </a:lnTo>
                  <a:lnTo>
                    <a:pt x="174375" y="108667"/>
                  </a:lnTo>
                  <a:lnTo>
                    <a:pt x="158210" y="111062"/>
                  </a:lnTo>
                  <a:lnTo>
                    <a:pt x="156414" y="111361"/>
                  </a:lnTo>
                  <a:lnTo>
                    <a:pt x="149229" y="112409"/>
                  </a:lnTo>
                  <a:lnTo>
                    <a:pt x="147733" y="112708"/>
                  </a:lnTo>
                  <a:lnTo>
                    <a:pt x="127975" y="115702"/>
                  </a:lnTo>
                  <a:lnTo>
                    <a:pt x="127376" y="115851"/>
                  </a:lnTo>
                  <a:lnTo>
                    <a:pt x="126628" y="115851"/>
                  </a:lnTo>
                  <a:lnTo>
                    <a:pt x="123634" y="116300"/>
                  </a:lnTo>
                  <a:lnTo>
                    <a:pt x="123036" y="116450"/>
                  </a:lnTo>
                  <a:lnTo>
                    <a:pt x="119443" y="117049"/>
                  </a:lnTo>
                  <a:lnTo>
                    <a:pt x="118695" y="117049"/>
                  </a:lnTo>
                  <a:lnTo>
                    <a:pt x="118695" y="116899"/>
                  </a:lnTo>
                  <a:lnTo>
                    <a:pt x="117348" y="115552"/>
                  </a:lnTo>
                  <a:lnTo>
                    <a:pt x="117198" y="115402"/>
                  </a:lnTo>
                  <a:lnTo>
                    <a:pt x="115552" y="113756"/>
                  </a:lnTo>
                  <a:lnTo>
                    <a:pt x="115402" y="113756"/>
                  </a:lnTo>
                  <a:lnTo>
                    <a:pt x="113756" y="112109"/>
                  </a:lnTo>
                  <a:lnTo>
                    <a:pt x="113606" y="111960"/>
                  </a:lnTo>
                  <a:lnTo>
                    <a:pt x="111959" y="110463"/>
                  </a:lnTo>
                  <a:lnTo>
                    <a:pt x="111810" y="110313"/>
                  </a:lnTo>
                  <a:lnTo>
                    <a:pt x="111660" y="110163"/>
                  </a:lnTo>
                  <a:lnTo>
                    <a:pt x="112259" y="110163"/>
                  </a:lnTo>
                  <a:lnTo>
                    <a:pt x="113606" y="110014"/>
                  </a:lnTo>
                  <a:lnTo>
                    <a:pt x="113756" y="109864"/>
                  </a:lnTo>
                  <a:lnTo>
                    <a:pt x="113606" y="109714"/>
                  </a:lnTo>
                  <a:lnTo>
                    <a:pt x="112558" y="109714"/>
                  </a:lnTo>
                  <a:lnTo>
                    <a:pt x="110912" y="109565"/>
                  </a:lnTo>
                  <a:lnTo>
                    <a:pt x="110912" y="109415"/>
                  </a:lnTo>
                  <a:lnTo>
                    <a:pt x="110762" y="109265"/>
                  </a:lnTo>
                  <a:lnTo>
                    <a:pt x="110163" y="108816"/>
                  </a:lnTo>
                  <a:lnTo>
                    <a:pt x="110014" y="108667"/>
                  </a:lnTo>
                  <a:lnTo>
                    <a:pt x="108367" y="107020"/>
                  </a:lnTo>
                  <a:lnTo>
                    <a:pt x="108217" y="106871"/>
                  </a:lnTo>
                  <a:lnTo>
                    <a:pt x="106571" y="105374"/>
                  </a:lnTo>
                  <a:lnTo>
                    <a:pt x="106122" y="104925"/>
                  </a:lnTo>
                  <a:lnTo>
                    <a:pt x="105972" y="104775"/>
                  </a:lnTo>
                  <a:lnTo>
                    <a:pt x="105823" y="104775"/>
                  </a:lnTo>
                  <a:lnTo>
                    <a:pt x="106272" y="104326"/>
                  </a:lnTo>
                  <a:lnTo>
                    <a:pt x="106272" y="104176"/>
                  </a:lnTo>
                  <a:lnTo>
                    <a:pt x="106870" y="103727"/>
                  </a:lnTo>
                  <a:lnTo>
                    <a:pt x="107918" y="102530"/>
                  </a:lnTo>
                  <a:lnTo>
                    <a:pt x="109415" y="101033"/>
                  </a:lnTo>
                  <a:lnTo>
                    <a:pt x="109415" y="103578"/>
                  </a:lnTo>
                  <a:lnTo>
                    <a:pt x="109415" y="104176"/>
                  </a:lnTo>
                  <a:lnTo>
                    <a:pt x="109415" y="104775"/>
                  </a:lnTo>
                  <a:lnTo>
                    <a:pt x="109415" y="104925"/>
                  </a:lnTo>
                  <a:lnTo>
                    <a:pt x="109415" y="105374"/>
                  </a:lnTo>
                  <a:lnTo>
                    <a:pt x="109565" y="105673"/>
                  </a:lnTo>
                  <a:lnTo>
                    <a:pt x="109565" y="105823"/>
                  </a:lnTo>
                  <a:lnTo>
                    <a:pt x="109714" y="106871"/>
                  </a:lnTo>
                  <a:lnTo>
                    <a:pt x="109864" y="107020"/>
                  </a:lnTo>
                  <a:lnTo>
                    <a:pt x="109864" y="106871"/>
                  </a:lnTo>
                  <a:lnTo>
                    <a:pt x="110014" y="106871"/>
                  </a:lnTo>
                  <a:lnTo>
                    <a:pt x="110163" y="105374"/>
                  </a:lnTo>
                  <a:lnTo>
                    <a:pt x="110163" y="105224"/>
                  </a:lnTo>
                  <a:lnTo>
                    <a:pt x="110163" y="104925"/>
                  </a:lnTo>
                  <a:lnTo>
                    <a:pt x="110163" y="104775"/>
                  </a:lnTo>
                  <a:lnTo>
                    <a:pt x="110163" y="104176"/>
                  </a:lnTo>
                  <a:lnTo>
                    <a:pt x="110313" y="104027"/>
                  </a:lnTo>
                  <a:lnTo>
                    <a:pt x="110313" y="103578"/>
                  </a:lnTo>
                  <a:lnTo>
                    <a:pt x="110313" y="100135"/>
                  </a:lnTo>
                  <a:lnTo>
                    <a:pt x="112857" y="97441"/>
                  </a:lnTo>
                  <a:lnTo>
                    <a:pt x="112558" y="100434"/>
                  </a:lnTo>
                  <a:lnTo>
                    <a:pt x="112558" y="103578"/>
                  </a:lnTo>
                  <a:lnTo>
                    <a:pt x="112558" y="104027"/>
                  </a:lnTo>
                  <a:lnTo>
                    <a:pt x="112558" y="104176"/>
                  </a:lnTo>
                  <a:lnTo>
                    <a:pt x="112558" y="104625"/>
                  </a:lnTo>
                  <a:lnTo>
                    <a:pt x="112558" y="104775"/>
                  </a:lnTo>
                  <a:lnTo>
                    <a:pt x="112708" y="105224"/>
                  </a:lnTo>
                  <a:lnTo>
                    <a:pt x="112708" y="105972"/>
                  </a:lnTo>
                  <a:lnTo>
                    <a:pt x="112708" y="106122"/>
                  </a:lnTo>
                  <a:lnTo>
                    <a:pt x="112857" y="107619"/>
                  </a:lnTo>
                  <a:lnTo>
                    <a:pt x="113007" y="107769"/>
                  </a:lnTo>
                  <a:lnTo>
                    <a:pt x="113157" y="107619"/>
                  </a:lnTo>
                  <a:lnTo>
                    <a:pt x="113456" y="105374"/>
                  </a:lnTo>
                  <a:lnTo>
                    <a:pt x="113456" y="105224"/>
                  </a:lnTo>
                  <a:lnTo>
                    <a:pt x="113456" y="104775"/>
                  </a:lnTo>
                  <a:lnTo>
                    <a:pt x="113456" y="104625"/>
                  </a:lnTo>
                  <a:lnTo>
                    <a:pt x="113456" y="104176"/>
                  </a:lnTo>
                  <a:lnTo>
                    <a:pt x="113456" y="104027"/>
                  </a:lnTo>
                  <a:lnTo>
                    <a:pt x="113456" y="103578"/>
                  </a:lnTo>
                  <a:lnTo>
                    <a:pt x="113456" y="100285"/>
                  </a:lnTo>
                  <a:lnTo>
                    <a:pt x="113307" y="96992"/>
                  </a:lnTo>
                  <a:lnTo>
                    <a:pt x="117647" y="92501"/>
                  </a:lnTo>
                  <a:close/>
                  <a:moveTo>
                    <a:pt x="156115" y="113007"/>
                  </a:moveTo>
                  <a:lnTo>
                    <a:pt x="155815" y="115253"/>
                  </a:lnTo>
                  <a:lnTo>
                    <a:pt x="155216" y="117348"/>
                  </a:lnTo>
                  <a:lnTo>
                    <a:pt x="148481" y="116001"/>
                  </a:lnTo>
                  <a:lnTo>
                    <a:pt x="148930" y="114205"/>
                  </a:lnTo>
                  <a:lnTo>
                    <a:pt x="156115" y="113007"/>
                  </a:lnTo>
                  <a:close/>
                  <a:moveTo>
                    <a:pt x="23200" y="109265"/>
                  </a:moveTo>
                  <a:lnTo>
                    <a:pt x="34127" y="110762"/>
                  </a:lnTo>
                  <a:lnTo>
                    <a:pt x="34725" y="115552"/>
                  </a:lnTo>
                  <a:lnTo>
                    <a:pt x="35623" y="120342"/>
                  </a:lnTo>
                  <a:lnTo>
                    <a:pt x="24547" y="120342"/>
                  </a:lnTo>
                  <a:lnTo>
                    <a:pt x="24098" y="117647"/>
                  </a:lnTo>
                  <a:lnTo>
                    <a:pt x="23649" y="114803"/>
                  </a:lnTo>
                  <a:lnTo>
                    <a:pt x="23350" y="112109"/>
                  </a:lnTo>
                  <a:lnTo>
                    <a:pt x="23200" y="109265"/>
                  </a:lnTo>
                  <a:close/>
                  <a:moveTo>
                    <a:pt x="186350" y="108517"/>
                  </a:moveTo>
                  <a:lnTo>
                    <a:pt x="186050" y="111511"/>
                  </a:lnTo>
                  <a:lnTo>
                    <a:pt x="185751" y="114504"/>
                  </a:lnTo>
                  <a:lnTo>
                    <a:pt x="185451" y="117348"/>
                  </a:lnTo>
                  <a:lnTo>
                    <a:pt x="184853" y="120342"/>
                  </a:lnTo>
                  <a:lnTo>
                    <a:pt x="173777" y="120342"/>
                  </a:lnTo>
                  <a:lnTo>
                    <a:pt x="174226" y="117797"/>
                  </a:lnTo>
                  <a:lnTo>
                    <a:pt x="174675" y="115253"/>
                  </a:lnTo>
                  <a:lnTo>
                    <a:pt x="174974" y="112708"/>
                  </a:lnTo>
                  <a:lnTo>
                    <a:pt x="175273" y="110163"/>
                  </a:lnTo>
                  <a:lnTo>
                    <a:pt x="186350" y="108517"/>
                  </a:lnTo>
                  <a:close/>
                  <a:moveTo>
                    <a:pt x="37869" y="121240"/>
                  </a:moveTo>
                  <a:lnTo>
                    <a:pt x="39066" y="121389"/>
                  </a:lnTo>
                  <a:lnTo>
                    <a:pt x="38168" y="121838"/>
                  </a:lnTo>
                  <a:lnTo>
                    <a:pt x="37869" y="121240"/>
                  </a:lnTo>
                  <a:close/>
                  <a:moveTo>
                    <a:pt x="171531" y="121240"/>
                  </a:moveTo>
                  <a:lnTo>
                    <a:pt x="171232" y="121838"/>
                  </a:lnTo>
                  <a:lnTo>
                    <a:pt x="170484" y="121389"/>
                  </a:lnTo>
                  <a:lnTo>
                    <a:pt x="171531" y="121240"/>
                  </a:lnTo>
                  <a:close/>
                  <a:moveTo>
                    <a:pt x="37569" y="121240"/>
                  </a:moveTo>
                  <a:lnTo>
                    <a:pt x="37719" y="121389"/>
                  </a:lnTo>
                  <a:lnTo>
                    <a:pt x="38018" y="121838"/>
                  </a:lnTo>
                  <a:lnTo>
                    <a:pt x="37120" y="122437"/>
                  </a:lnTo>
                  <a:lnTo>
                    <a:pt x="36222" y="122886"/>
                  </a:lnTo>
                  <a:lnTo>
                    <a:pt x="26493" y="128574"/>
                  </a:lnTo>
                  <a:lnTo>
                    <a:pt x="25595" y="124982"/>
                  </a:lnTo>
                  <a:lnTo>
                    <a:pt x="24697" y="121240"/>
                  </a:lnTo>
                  <a:lnTo>
                    <a:pt x="25146" y="121240"/>
                  </a:lnTo>
                  <a:lnTo>
                    <a:pt x="25595" y="122736"/>
                  </a:lnTo>
                  <a:lnTo>
                    <a:pt x="25894" y="123635"/>
                  </a:lnTo>
                  <a:lnTo>
                    <a:pt x="26194" y="124533"/>
                  </a:lnTo>
                  <a:lnTo>
                    <a:pt x="26343" y="124533"/>
                  </a:lnTo>
                  <a:lnTo>
                    <a:pt x="26343" y="124383"/>
                  </a:lnTo>
                  <a:lnTo>
                    <a:pt x="25894" y="122437"/>
                  </a:lnTo>
                  <a:lnTo>
                    <a:pt x="25445" y="121240"/>
                  </a:lnTo>
                  <a:lnTo>
                    <a:pt x="26493" y="121240"/>
                  </a:lnTo>
                  <a:lnTo>
                    <a:pt x="26942" y="122587"/>
                  </a:lnTo>
                  <a:lnTo>
                    <a:pt x="27092" y="123485"/>
                  </a:lnTo>
                  <a:lnTo>
                    <a:pt x="27541" y="124383"/>
                  </a:lnTo>
                  <a:lnTo>
                    <a:pt x="27690" y="124383"/>
                  </a:lnTo>
                  <a:lnTo>
                    <a:pt x="27391" y="123485"/>
                  </a:lnTo>
                  <a:lnTo>
                    <a:pt x="27241" y="122587"/>
                  </a:lnTo>
                  <a:lnTo>
                    <a:pt x="26792" y="121240"/>
                  </a:lnTo>
                  <a:lnTo>
                    <a:pt x="27541" y="121240"/>
                  </a:lnTo>
                  <a:lnTo>
                    <a:pt x="27990" y="122736"/>
                  </a:lnTo>
                  <a:lnTo>
                    <a:pt x="28289" y="123335"/>
                  </a:lnTo>
                  <a:lnTo>
                    <a:pt x="28589" y="123934"/>
                  </a:lnTo>
                  <a:lnTo>
                    <a:pt x="28738" y="123934"/>
                  </a:lnTo>
                  <a:lnTo>
                    <a:pt x="28738" y="123784"/>
                  </a:lnTo>
                  <a:lnTo>
                    <a:pt x="28140" y="122287"/>
                  </a:lnTo>
                  <a:lnTo>
                    <a:pt x="27840" y="121240"/>
                  </a:lnTo>
                  <a:lnTo>
                    <a:pt x="29187" y="121240"/>
                  </a:lnTo>
                  <a:lnTo>
                    <a:pt x="29487" y="122287"/>
                  </a:lnTo>
                  <a:lnTo>
                    <a:pt x="29786" y="123185"/>
                  </a:lnTo>
                  <a:lnTo>
                    <a:pt x="30085" y="123934"/>
                  </a:lnTo>
                  <a:lnTo>
                    <a:pt x="30235" y="123934"/>
                  </a:lnTo>
                  <a:lnTo>
                    <a:pt x="29936" y="123036"/>
                  </a:lnTo>
                  <a:lnTo>
                    <a:pt x="29786" y="122287"/>
                  </a:lnTo>
                  <a:lnTo>
                    <a:pt x="29337" y="121240"/>
                  </a:lnTo>
                  <a:lnTo>
                    <a:pt x="30385" y="121240"/>
                  </a:lnTo>
                  <a:lnTo>
                    <a:pt x="30534" y="122138"/>
                  </a:lnTo>
                  <a:lnTo>
                    <a:pt x="30834" y="122886"/>
                  </a:lnTo>
                  <a:lnTo>
                    <a:pt x="31133" y="123635"/>
                  </a:lnTo>
                  <a:lnTo>
                    <a:pt x="31283" y="123635"/>
                  </a:lnTo>
                  <a:lnTo>
                    <a:pt x="30684" y="121689"/>
                  </a:lnTo>
                  <a:lnTo>
                    <a:pt x="30684" y="121240"/>
                  </a:lnTo>
                  <a:lnTo>
                    <a:pt x="31432" y="121240"/>
                  </a:lnTo>
                  <a:lnTo>
                    <a:pt x="31582" y="121838"/>
                  </a:lnTo>
                  <a:lnTo>
                    <a:pt x="32181" y="123335"/>
                  </a:lnTo>
                  <a:lnTo>
                    <a:pt x="32331" y="123335"/>
                  </a:lnTo>
                  <a:lnTo>
                    <a:pt x="32331" y="123185"/>
                  </a:lnTo>
                  <a:lnTo>
                    <a:pt x="31881" y="121838"/>
                  </a:lnTo>
                  <a:lnTo>
                    <a:pt x="31732" y="121240"/>
                  </a:lnTo>
                  <a:lnTo>
                    <a:pt x="32480" y="121240"/>
                  </a:lnTo>
                  <a:lnTo>
                    <a:pt x="32780" y="122138"/>
                  </a:lnTo>
                  <a:lnTo>
                    <a:pt x="33079" y="123036"/>
                  </a:lnTo>
                  <a:lnTo>
                    <a:pt x="33229" y="123036"/>
                  </a:lnTo>
                  <a:lnTo>
                    <a:pt x="33079" y="122138"/>
                  </a:lnTo>
                  <a:lnTo>
                    <a:pt x="32780" y="121240"/>
                  </a:lnTo>
                  <a:lnTo>
                    <a:pt x="33528" y="121240"/>
                  </a:lnTo>
                  <a:lnTo>
                    <a:pt x="33678" y="121689"/>
                  </a:lnTo>
                  <a:lnTo>
                    <a:pt x="33827" y="122138"/>
                  </a:lnTo>
                  <a:lnTo>
                    <a:pt x="34127" y="122736"/>
                  </a:lnTo>
                  <a:lnTo>
                    <a:pt x="34276" y="122587"/>
                  </a:lnTo>
                  <a:lnTo>
                    <a:pt x="33977" y="121539"/>
                  </a:lnTo>
                  <a:lnTo>
                    <a:pt x="33827" y="121240"/>
                  </a:lnTo>
                  <a:lnTo>
                    <a:pt x="34576" y="121240"/>
                  </a:lnTo>
                  <a:lnTo>
                    <a:pt x="35174" y="122437"/>
                  </a:lnTo>
                  <a:lnTo>
                    <a:pt x="35324" y="122437"/>
                  </a:lnTo>
                  <a:lnTo>
                    <a:pt x="34875" y="121240"/>
                  </a:lnTo>
                  <a:lnTo>
                    <a:pt x="35623" y="121240"/>
                  </a:lnTo>
                  <a:lnTo>
                    <a:pt x="35623" y="121539"/>
                  </a:lnTo>
                  <a:lnTo>
                    <a:pt x="36072" y="122287"/>
                  </a:lnTo>
                  <a:lnTo>
                    <a:pt x="36222" y="122437"/>
                  </a:lnTo>
                  <a:lnTo>
                    <a:pt x="36222" y="122287"/>
                  </a:lnTo>
                  <a:lnTo>
                    <a:pt x="35923" y="121389"/>
                  </a:lnTo>
                  <a:lnTo>
                    <a:pt x="35923" y="121240"/>
                  </a:lnTo>
                  <a:lnTo>
                    <a:pt x="36522" y="121240"/>
                  </a:lnTo>
                  <a:lnTo>
                    <a:pt x="36522" y="121389"/>
                  </a:lnTo>
                  <a:lnTo>
                    <a:pt x="36971" y="121988"/>
                  </a:lnTo>
                  <a:lnTo>
                    <a:pt x="37120" y="121838"/>
                  </a:lnTo>
                  <a:lnTo>
                    <a:pt x="36821" y="121389"/>
                  </a:lnTo>
                  <a:lnTo>
                    <a:pt x="36821" y="121240"/>
                  </a:lnTo>
                  <a:close/>
                  <a:moveTo>
                    <a:pt x="184703" y="121240"/>
                  </a:moveTo>
                  <a:lnTo>
                    <a:pt x="183805" y="124982"/>
                  </a:lnTo>
                  <a:lnTo>
                    <a:pt x="182907" y="128574"/>
                  </a:lnTo>
                  <a:lnTo>
                    <a:pt x="173178" y="122886"/>
                  </a:lnTo>
                  <a:lnTo>
                    <a:pt x="172280" y="122437"/>
                  </a:lnTo>
                  <a:lnTo>
                    <a:pt x="171382" y="121838"/>
                  </a:lnTo>
                  <a:lnTo>
                    <a:pt x="171831" y="121389"/>
                  </a:lnTo>
                  <a:lnTo>
                    <a:pt x="171831" y="121240"/>
                  </a:lnTo>
                  <a:lnTo>
                    <a:pt x="172579" y="121240"/>
                  </a:lnTo>
                  <a:lnTo>
                    <a:pt x="172429" y="121539"/>
                  </a:lnTo>
                  <a:lnTo>
                    <a:pt x="172429" y="121838"/>
                  </a:lnTo>
                  <a:lnTo>
                    <a:pt x="172429" y="121988"/>
                  </a:lnTo>
                  <a:lnTo>
                    <a:pt x="172878" y="121389"/>
                  </a:lnTo>
                  <a:lnTo>
                    <a:pt x="172878" y="121240"/>
                  </a:lnTo>
                  <a:lnTo>
                    <a:pt x="173627" y="121240"/>
                  </a:lnTo>
                  <a:lnTo>
                    <a:pt x="173477" y="121389"/>
                  </a:lnTo>
                  <a:lnTo>
                    <a:pt x="173477" y="121539"/>
                  </a:lnTo>
                  <a:lnTo>
                    <a:pt x="173178" y="122287"/>
                  </a:lnTo>
                  <a:lnTo>
                    <a:pt x="173178" y="122437"/>
                  </a:lnTo>
                  <a:lnTo>
                    <a:pt x="173328" y="122287"/>
                  </a:lnTo>
                  <a:lnTo>
                    <a:pt x="173777" y="121539"/>
                  </a:lnTo>
                  <a:lnTo>
                    <a:pt x="173926" y="121240"/>
                  </a:lnTo>
                  <a:lnTo>
                    <a:pt x="174525" y="121240"/>
                  </a:lnTo>
                  <a:lnTo>
                    <a:pt x="174226" y="122437"/>
                  </a:lnTo>
                  <a:lnTo>
                    <a:pt x="174375" y="122437"/>
                  </a:lnTo>
                  <a:lnTo>
                    <a:pt x="174824" y="121240"/>
                  </a:lnTo>
                  <a:lnTo>
                    <a:pt x="175573" y="121240"/>
                  </a:lnTo>
                  <a:lnTo>
                    <a:pt x="175573" y="121539"/>
                  </a:lnTo>
                  <a:lnTo>
                    <a:pt x="175124" y="122587"/>
                  </a:lnTo>
                  <a:lnTo>
                    <a:pt x="175273" y="122736"/>
                  </a:lnTo>
                  <a:lnTo>
                    <a:pt x="175573" y="122138"/>
                  </a:lnTo>
                  <a:lnTo>
                    <a:pt x="175722" y="121689"/>
                  </a:lnTo>
                  <a:lnTo>
                    <a:pt x="175872" y="121240"/>
                  </a:lnTo>
                  <a:lnTo>
                    <a:pt x="176620" y="121240"/>
                  </a:lnTo>
                  <a:lnTo>
                    <a:pt x="176321" y="122138"/>
                  </a:lnTo>
                  <a:lnTo>
                    <a:pt x="176171" y="123036"/>
                  </a:lnTo>
                  <a:lnTo>
                    <a:pt x="176321" y="123036"/>
                  </a:lnTo>
                  <a:lnTo>
                    <a:pt x="176620" y="122138"/>
                  </a:lnTo>
                  <a:lnTo>
                    <a:pt x="176920" y="121240"/>
                  </a:lnTo>
                  <a:lnTo>
                    <a:pt x="177818" y="121240"/>
                  </a:lnTo>
                  <a:lnTo>
                    <a:pt x="177519" y="121838"/>
                  </a:lnTo>
                  <a:lnTo>
                    <a:pt x="177069" y="123185"/>
                  </a:lnTo>
                  <a:lnTo>
                    <a:pt x="177219" y="123335"/>
                  </a:lnTo>
                  <a:lnTo>
                    <a:pt x="177818" y="121838"/>
                  </a:lnTo>
                  <a:lnTo>
                    <a:pt x="177968" y="121240"/>
                  </a:lnTo>
                  <a:lnTo>
                    <a:pt x="178866" y="121240"/>
                  </a:lnTo>
                  <a:lnTo>
                    <a:pt x="178716" y="121689"/>
                  </a:lnTo>
                  <a:lnTo>
                    <a:pt x="178117" y="123635"/>
                  </a:lnTo>
                  <a:lnTo>
                    <a:pt x="178267" y="123635"/>
                  </a:lnTo>
                  <a:lnTo>
                    <a:pt x="178566" y="122886"/>
                  </a:lnTo>
                  <a:lnTo>
                    <a:pt x="178866" y="122138"/>
                  </a:lnTo>
                  <a:lnTo>
                    <a:pt x="179015" y="121240"/>
                  </a:lnTo>
                  <a:lnTo>
                    <a:pt x="180063" y="121240"/>
                  </a:lnTo>
                  <a:lnTo>
                    <a:pt x="179764" y="122287"/>
                  </a:lnTo>
                  <a:lnTo>
                    <a:pt x="179464" y="123036"/>
                  </a:lnTo>
                  <a:lnTo>
                    <a:pt x="179315" y="123934"/>
                  </a:lnTo>
                  <a:lnTo>
                    <a:pt x="179764" y="123185"/>
                  </a:lnTo>
                  <a:lnTo>
                    <a:pt x="180063" y="122287"/>
                  </a:lnTo>
                  <a:lnTo>
                    <a:pt x="180362" y="121240"/>
                  </a:lnTo>
                  <a:lnTo>
                    <a:pt x="181560" y="121240"/>
                  </a:lnTo>
                  <a:lnTo>
                    <a:pt x="181260" y="122287"/>
                  </a:lnTo>
                  <a:lnTo>
                    <a:pt x="180662" y="123784"/>
                  </a:lnTo>
                  <a:lnTo>
                    <a:pt x="180662" y="123934"/>
                  </a:lnTo>
                  <a:lnTo>
                    <a:pt x="180811" y="123934"/>
                  </a:lnTo>
                  <a:lnTo>
                    <a:pt x="181111" y="123335"/>
                  </a:lnTo>
                  <a:lnTo>
                    <a:pt x="181410" y="122736"/>
                  </a:lnTo>
                  <a:lnTo>
                    <a:pt x="181859" y="121240"/>
                  </a:lnTo>
                  <a:lnTo>
                    <a:pt x="182757" y="121240"/>
                  </a:lnTo>
                  <a:lnTo>
                    <a:pt x="182308" y="122587"/>
                  </a:lnTo>
                  <a:lnTo>
                    <a:pt x="182009" y="123485"/>
                  </a:lnTo>
                  <a:lnTo>
                    <a:pt x="181859" y="124383"/>
                  </a:lnTo>
                  <a:lnTo>
                    <a:pt x="182308" y="123485"/>
                  </a:lnTo>
                  <a:lnTo>
                    <a:pt x="182608" y="122587"/>
                  </a:lnTo>
                  <a:lnTo>
                    <a:pt x="182907" y="121240"/>
                  </a:lnTo>
                  <a:lnTo>
                    <a:pt x="183955" y="121240"/>
                  </a:lnTo>
                  <a:lnTo>
                    <a:pt x="183506" y="122437"/>
                  </a:lnTo>
                  <a:lnTo>
                    <a:pt x="183057" y="124383"/>
                  </a:lnTo>
                  <a:lnTo>
                    <a:pt x="183057" y="124533"/>
                  </a:lnTo>
                  <a:lnTo>
                    <a:pt x="183206" y="124533"/>
                  </a:lnTo>
                  <a:lnTo>
                    <a:pt x="183506" y="123635"/>
                  </a:lnTo>
                  <a:lnTo>
                    <a:pt x="183805" y="122736"/>
                  </a:lnTo>
                  <a:lnTo>
                    <a:pt x="184254" y="121240"/>
                  </a:lnTo>
                  <a:close/>
                  <a:moveTo>
                    <a:pt x="147433" y="114354"/>
                  </a:moveTo>
                  <a:lnTo>
                    <a:pt x="146834" y="116749"/>
                  </a:lnTo>
                  <a:lnTo>
                    <a:pt x="146086" y="118845"/>
                  </a:lnTo>
                  <a:lnTo>
                    <a:pt x="145338" y="121090"/>
                  </a:lnTo>
                  <a:lnTo>
                    <a:pt x="144440" y="123185"/>
                  </a:lnTo>
                  <a:lnTo>
                    <a:pt x="143392" y="125281"/>
                  </a:lnTo>
                  <a:lnTo>
                    <a:pt x="142194" y="127227"/>
                  </a:lnTo>
                  <a:lnTo>
                    <a:pt x="140997" y="129173"/>
                  </a:lnTo>
                  <a:lnTo>
                    <a:pt x="139650" y="131118"/>
                  </a:lnTo>
                  <a:lnTo>
                    <a:pt x="129172" y="117198"/>
                  </a:lnTo>
                  <a:lnTo>
                    <a:pt x="147433" y="114354"/>
                  </a:lnTo>
                  <a:close/>
                  <a:moveTo>
                    <a:pt x="62117" y="114654"/>
                  </a:moveTo>
                  <a:lnTo>
                    <a:pt x="80976" y="117198"/>
                  </a:lnTo>
                  <a:lnTo>
                    <a:pt x="70199" y="131717"/>
                  </a:lnTo>
                  <a:lnTo>
                    <a:pt x="68852" y="129921"/>
                  </a:lnTo>
                  <a:lnTo>
                    <a:pt x="67505" y="127826"/>
                  </a:lnTo>
                  <a:lnTo>
                    <a:pt x="66308" y="125880"/>
                  </a:lnTo>
                  <a:lnTo>
                    <a:pt x="65260" y="123635"/>
                  </a:lnTo>
                  <a:lnTo>
                    <a:pt x="64212" y="121539"/>
                  </a:lnTo>
                  <a:lnTo>
                    <a:pt x="63464" y="119294"/>
                  </a:lnTo>
                  <a:lnTo>
                    <a:pt x="62715" y="117049"/>
                  </a:lnTo>
                  <a:lnTo>
                    <a:pt x="62117" y="114654"/>
                  </a:lnTo>
                  <a:close/>
                  <a:moveTo>
                    <a:pt x="60620" y="115253"/>
                  </a:moveTo>
                  <a:lnTo>
                    <a:pt x="61667" y="118845"/>
                  </a:lnTo>
                  <a:lnTo>
                    <a:pt x="63015" y="122287"/>
                  </a:lnTo>
                  <a:lnTo>
                    <a:pt x="64511" y="125580"/>
                  </a:lnTo>
                  <a:lnTo>
                    <a:pt x="66308" y="128724"/>
                  </a:lnTo>
                  <a:lnTo>
                    <a:pt x="60470" y="132466"/>
                  </a:lnTo>
                  <a:lnTo>
                    <a:pt x="58524" y="128873"/>
                  </a:lnTo>
                  <a:lnTo>
                    <a:pt x="56728" y="125131"/>
                  </a:lnTo>
                  <a:lnTo>
                    <a:pt x="55231" y="121090"/>
                  </a:lnTo>
                  <a:lnTo>
                    <a:pt x="54034" y="117049"/>
                  </a:lnTo>
                  <a:lnTo>
                    <a:pt x="60620" y="115253"/>
                  </a:lnTo>
                  <a:close/>
                  <a:moveTo>
                    <a:pt x="148331" y="116899"/>
                  </a:moveTo>
                  <a:lnTo>
                    <a:pt x="155067" y="118396"/>
                  </a:lnTo>
                  <a:lnTo>
                    <a:pt x="153869" y="122287"/>
                  </a:lnTo>
                  <a:lnTo>
                    <a:pt x="152223" y="126029"/>
                  </a:lnTo>
                  <a:lnTo>
                    <a:pt x="150427" y="129622"/>
                  </a:lnTo>
                  <a:lnTo>
                    <a:pt x="148481" y="133064"/>
                  </a:lnTo>
                  <a:lnTo>
                    <a:pt x="142643" y="129322"/>
                  </a:lnTo>
                  <a:lnTo>
                    <a:pt x="144440" y="126329"/>
                  </a:lnTo>
                  <a:lnTo>
                    <a:pt x="145936" y="123335"/>
                  </a:lnTo>
                  <a:lnTo>
                    <a:pt x="147283" y="120192"/>
                  </a:lnTo>
                  <a:lnTo>
                    <a:pt x="148331" y="116899"/>
                  </a:lnTo>
                  <a:close/>
                  <a:moveTo>
                    <a:pt x="142194" y="130071"/>
                  </a:moveTo>
                  <a:lnTo>
                    <a:pt x="147882" y="133962"/>
                  </a:lnTo>
                  <a:lnTo>
                    <a:pt x="146385" y="135908"/>
                  </a:lnTo>
                  <a:lnTo>
                    <a:pt x="144889" y="138004"/>
                  </a:lnTo>
                  <a:lnTo>
                    <a:pt x="140548" y="132316"/>
                  </a:lnTo>
                  <a:lnTo>
                    <a:pt x="142194" y="130071"/>
                  </a:lnTo>
                  <a:close/>
                  <a:moveTo>
                    <a:pt x="66906" y="129472"/>
                  </a:moveTo>
                  <a:lnTo>
                    <a:pt x="68104" y="131268"/>
                  </a:lnTo>
                  <a:lnTo>
                    <a:pt x="69301" y="132915"/>
                  </a:lnTo>
                  <a:lnTo>
                    <a:pt x="65110" y="138752"/>
                  </a:lnTo>
                  <a:lnTo>
                    <a:pt x="63015" y="136058"/>
                  </a:lnTo>
                  <a:lnTo>
                    <a:pt x="61069" y="133214"/>
                  </a:lnTo>
                  <a:lnTo>
                    <a:pt x="66906" y="129472"/>
                  </a:lnTo>
                  <a:close/>
                  <a:moveTo>
                    <a:pt x="161802" y="141596"/>
                  </a:moveTo>
                  <a:lnTo>
                    <a:pt x="162700" y="141895"/>
                  </a:lnTo>
                  <a:lnTo>
                    <a:pt x="162401" y="142344"/>
                  </a:lnTo>
                  <a:lnTo>
                    <a:pt x="161802" y="141596"/>
                  </a:lnTo>
                  <a:close/>
                  <a:moveTo>
                    <a:pt x="36522" y="123934"/>
                  </a:moveTo>
                  <a:lnTo>
                    <a:pt x="38018" y="128574"/>
                  </a:lnTo>
                  <a:lnTo>
                    <a:pt x="39814" y="133064"/>
                  </a:lnTo>
                  <a:lnTo>
                    <a:pt x="41910" y="137405"/>
                  </a:lnTo>
                  <a:lnTo>
                    <a:pt x="44305" y="141596"/>
                  </a:lnTo>
                  <a:lnTo>
                    <a:pt x="33827" y="145188"/>
                  </a:lnTo>
                  <a:lnTo>
                    <a:pt x="31732" y="141446"/>
                  </a:lnTo>
                  <a:lnTo>
                    <a:pt x="29936" y="137555"/>
                  </a:lnTo>
                  <a:lnTo>
                    <a:pt x="28289" y="133663"/>
                  </a:lnTo>
                  <a:lnTo>
                    <a:pt x="26792" y="129472"/>
                  </a:lnTo>
                  <a:lnTo>
                    <a:pt x="36522" y="123934"/>
                  </a:lnTo>
                  <a:close/>
                  <a:moveTo>
                    <a:pt x="172878" y="123934"/>
                  </a:moveTo>
                  <a:lnTo>
                    <a:pt x="182608" y="129472"/>
                  </a:lnTo>
                  <a:lnTo>
                    <a:pt x="181111" y="133513"/>
                  </a:lnTo>
                  <a:lnTo>
                    <a:pt x="179464" y="137555"/>
                  </a:lnTo>
                  <a:lnTo>
                    <a:pt x="177668" y="141446"/>
                  </a:lnTo>
                  <a:lnTo>
                    <a:pt x="175573" y="145188"/>
                  </a:lnTo>
                  <a:lnTo>
                    <a:pt x="165095" y="141596"/>
                  </a:lnTo>
                  <a:lnTo>
                    <a:pt x="167490" y="137405"/>
                  </a:lnTo>
                  <a:lnTo>
                    <a:pt x="169586" y="133064"/>
                  </a:lnTo>
                  <a:lnTo>
                    <a:pt x="171382" y="128574"/>
                  </a:lnTo>
                  <a:lnTo>
                    <a:pt x="172878" y="123934"/>
                  </a:lnTo>
                  <a:close/>
                  <a:moveTo>
                    <a:pt x="92352" y="129771"/>
                  </a:moveTo>
                  <a:lnTo>
                    <a:pt x="95046" y="147433"/>
                  </a:lnTo>
                  <a:lnTo>
                    <a:pt x="92801" y="146835"/>
                  </a:lnTo>
                  <a:lnTo>
                    <a:pt x="90705" y="146236"/>
                  </a:lnTo>
                  <a:lnTo>
                    <a:pt x="88610" y="145488"/>
                  </a:lnTo>
                  <a:lnTo>
                    <a:pt x="86514" y="144590"/>
                  </a:lnTo>
                  <a:lnTo>
                    <a:pt x="84568" y="143542"/>
                  </a:lnTo>
                  <a:lnTo>
                    <a:pt x="82622" y="142494"/>
                  </a:lnTo>
                  <a:lnTo>
                    <a:pt x="80677" y="141297"/>
                  </a:lnTo>
                  <a:lnTo>
                    <a:pt x="78880" y="140099"/>
                  </a:lnTo>
                  <a:lnTo>
                    <a:pt x="92352" y="129771"/>
                  </a:lnTo>
                  <a:close/>
                  <a:moveTo>
                    <a:pt x="117048" y="129023"/>
                  </a:moveTo>
                  <a:lnTo>
                    <a:pt x="131268" y="139500"/>
                  </a:lnTo>
                  <a:lnTo>
                    <a:pt x="129472" y="140848"/>
                  </a:lnTo>
                  <a:lnTo>
                    <a:pt x="127526" y="142045"/>
                  </a:lnTo>
                  <a:lnTo>
                    <a:pt x="125430" y="143242"/>
                  </a:lnTo>
                  <a:lnTo>
                    <a:pt x="123485" y="144290"/>
                  </a:lnTo>
                  <a:lnTo>
                    <a:pt x="121239" y="145188"/>
                  </a:lnTo>
                  <a:lnTo>
                    <a:pt x="119144" y="146086"/>
                  </a:lnTo>
                  <a:lnTo>
                    <a:pt x="116899" y="146835"/>
                  </a:lnTo>
                  <a:lnTo>
                    <a:pt x="114504" y="147433"/>
                  </a:lnTo>
                  <a:lnTo>
                    <a:pt x="117048" y="129023"/>
                  </a:lnTo>
                  <a:close/>
                  <a:moveTo>
                    <a:pt x="77683" y="140997"/>
                  </a:moveTo>
                  <a:lnTo>
                    <a:pt x="79779" y="142494"/>
                  </a:lnTo>
                  <a:lnTo>
                    <a:pt x="76186" y="148331"/>
                  </a:lnTo>
                  <a:lnTo>
                    <a:pt x="73941" y="146835"/>
                  </a:lnTo>
                  <a:lnTo>
                    <a:pt x="71995" y="145338"/>
                  </a:lnTo>
                  <a:lnTo>
                    <a:pt x="77683" y="140997"/>
                  </a:lnTo>
                  <a:close/>
                  <a:moveTo>
                    <a:pt x="132465" y="140399"/>
                  </a:moveTo>
                  <a:lnTo>
                    <a:pt x="138303" y="144590"/>
                  </a:lnTo>
                  <a:lnTo>
                    <a:pt x="135459" y="146835"/>
                  </a:lnTo>
                  <a:lnTo>
                    <a:pt x="132465" y="148781"/>
                  </a:lnTo>
                  <a:lnTo>
                    <a:pt x="128873" y="142943"/>
                  </a:lnTo>
                  <a:lnTo>
                    <a:pt x="130669" y="141746"/>
                  </a:lnTo>
                  <a:lnTo>
                    <a:pt x="132465" y="140399"/>
                  </a:lnTo>
                  <a:close/>
                  <a:moveTo>
                    <a:pt x="47747" y="141596"/>
                  </a:moveTo>
                  <a:lnTo>
                    <a:pt x="46999" y="142344"/>
                  </a:lnTo>
                  <a:lnTo>
                    <a:pt x="46400" y="143093"/>
                  </a:lnTo>
                  <a:lnTo>
                    <a:pt x="45652" y="143841"/>
                  </a:lnTo>
                  <a:lnTo>
                    <a:pt x="38318" y="152373"/>
                  </a:lnTo>
                  <a:lnTo>
                    <a:pt x="36222" y="149230"/>
                  </a:lnTo>
                  <a:lnTo>
                    <a:pt x="34276" y="146086"/>
                  </a:lnTo>
                  <a:lnTo>
                    <a:pt x="34576" y="145937"/>
                  </a:lnTo>
                  <a:lnTo>
                    <a:pt x="35474" y="147284"/>
                  </a:lnTo>
                  <a:lnTo>
                    <a:pt x="36072" y="148032"/>
                  </a:lnTo>
                  <a:lnTo>
                    <a:pt x="36671" y="148631"/>
                  </a:lnTo>
                  <a:lnTo>
                    <a:pt x="36821" y="148631"/>
                  </a:lnTo>
                  <a:lnTo>
                    <a:pt x="35623" y="146984"/>
                  </a:lnTo>
                  <a:lnTo>
                    <a:pt x="34875" y="145937"/>
                  </a:lnTo>
                  <a:lnTo>
                    <a:pt x="35773" y="145637"/>
                  </a:lnTo>
                  <a:lnTo>
                    <a:pt x="36671" y="146685"/>
                  </a:lnTo>
                  <a:lnTo>
                    <a:pt x="37270" y="147433"/>
                  </a:lnTo>
                  <a:lnTo>
                    <a:pt x="37869" y="148182"/>
                  </a:lnTo>
                  <a:lnTo>
                    <a:pt x="38018" y="148182"/>
                  </a:lnTo>
                  <a:lnTo>
                    <a:pt x="37420" y="147284"/>
                  </a:lnTo>
                  <a:lnTo>
                    <a:pt x="36821" y="146535"/>
                  </a:lnTo>
                  <a:lnTo>
                    <a:pt x="36072" y="145488"/>
                  </a:lnTo>
                  <a:lnTo>
                    <a:pt x="36971" y="145188"/>
                  </a:lnTo>
                  <a:lnTo>
                    <a:pt x="37569" y="146236"/>
                  </a:lnTo>
                  <a:lnTo>
                    <a:pt x="38168" y="146835"/>
                  </a:lnTo>
                  <a:lnTo>
                    <a:pt x="38767" y="147284"/>
                  </a:lnTo>
                  <a:lnTo>
                    <a:pt x="37719" y="145937"/>
                  </a:lnTo>
                  <a:lnTo>
                    <a:pt x="37270" y="145188"/>
                  </a:lnTo>
                  <a:lnTo>
                    <a:pt x="38318" y="144739"/>
                  </a:lnTo>
                  <a:lnTo>
                    <a:pt x="39066" y="145637"/>
                  </a:lnTo>
                  <a:lnTo>
                    <a:pt x="39515" y="146236"/>
                  </a:lnTo>
                  <a:lnTo>
                    <a:pt x="40114" y="146835"/>
                  </a:lnTo>
                  <a:lnTo>
                    <a:pt x="40263" y="146835"/>
                  </a:lnTo>
                  <a:lnTo>
                    <a:pt x="39814" y="146086"/>
                  </a:lnTo>
                  <a:lnTo>
                    <a:pt x="39216" y="145338"/>
                  </a:lnTo>
                  <a:lnTo>
                    <a:pt x="38617" y="144590"/>
                  </a:lnTo>
                  <a:lnTo>
                    <a:pt x="39515" y="144290"/>
                  </a:lnTo>
                  <a:lnTo>
                    <a:pt x="39964" y="145039"/>
                  </a:lnTo>
                  <a:lnTo>
                    <a:pt x="40413" y="145637"/>
                  </a:lnTo>
                  <a:lnTo>
                    <a:pt x="41012" y="146236"/>
                  </a:lnTo>
                  <a:lnTo>
                    <a:pt x="41162" y="146236"/>
                  </a:lnTo>
                  <a:lnTo>
                    <a:pt x="39964" y="144440"/>
                  </a:lnTo>
                  <a:lnTo>
                    <a:pt x="39814" y="144290"/>
                  </a:lnTo>
                  <a:lnTo>
                    <a:pt x="40563" y="143991"/>
                  </a:lnTo>
                  <a:lnTo>
                    <a:pt x="40713" y="144290"/>
                  </a:lnTo>
                  <a:lnTo>
                    <a:pt x="41311" y="145039"/>
                  </a:lnTo>
                  <a:lnTo>
                    <a:pt x="41910" y="145637"/>
                  </a:lnTo>
                  <a:lnTo>
                    <a:pt x="42060" y="145637"/>
                  </a:lnTo>
                  <a:lnTo>
                    <a:pt x="42060" y="145488"/>
                  </a:lnTo>
                  <a:lnTo>
                    <a:pt x="41162" y="144440"/>
                  </a:lnTo>
                  <a:lnTo>
                    <a:pt x="40862" y="143841"/>
                  </a:lnTo>
                  <a:lnTo>
                    <a:pt x="41611" y="143691"/>
                  </a:lnTo>
                  <a:lnTo>
                    <a:pt x="42060" y="144140"/>
                  </a:lnTo>
                  <a:lnTo>
                    <a:pt x="42658" y="145039"/>
                  </a:lnTo>
                  <a:lnTo>
                    <a:pt x="42808" y="145039"/>
                  </a:lnTo>
                  <a:lnTo>
                    <a:pt x="42509" y="144440"/>
                  </a:lnTo>
                  <a:lnTo>
                    <a:pt x="42060" y="143991"/>
                  </a:lnTo>
                  <a:lnTo>
                    <a:pt x="41760" y="143542"/>
                  </a:lnTo>
                  <a:lnTo>
                    <a:pt x="42509" y="143242"/>
                  </a:lnTo>
                  <a:lnTo>
                    <a:pt x="42808" y="143542"/>
                  </a:lnTo>
                  <a:lnTo>
                    <a:pt x="43107" y="143991"/>
                  </a:lnTo>
                  <a:lnTo>
                    <a:pt x="43556" y="144440"/>
                  </a:lnTo>
                  <a:lnTo>
                    <a:pt x="43706" y="144290"/>
                  </a:lnTo>
                  <a:lnTo>
                    <a:pt x="42958" y="143392"/>
                  </a:lnTo>
                  <a:lnTo>
                    <a:pt x="42808" y="143242"/>
                  </a:lnTo>
                  <a:lnTo>
                    <a:pt x="43556" y="142943"/>
                  </a:lnTo>
                  <a:lnTo>
                    <a:pt x="44454" y="143841"/>
                  </a:lnTo>
                  <a:lnTo>
                    <a:pt x="44604" y="143841"/>
                  </a:lnTo>
                  <a:lnTo>
                    <a:pt x="43856" y="142793"/>
                  </a:lnTo>
                  <a:lnTo>
                    <a:pt x="44454" y="142644"/>
                  </a:lnTo>
                  <a:lnTo>
                    <a:pt x="44604" y="142793"/>
                  </a:lnTo>
                  <a:lnTo>
                    <a:pt x="44904" y="143093"/>
                  </a:lnTo>
                  <a:lnTo>
                    <a:pt x="45353" y="143392"/>
                  </a:lnTo>
                  <a:lnTo>
                    <a:pt x="45502" y="143392"/>
                  </a:lnTo>
                  <a:lnTo>
                    <a:pt x="45053" y="142943"/>
                  </a:lnTo>
                  <a:lnTo>
                    <a:pt x="44904" y="142644"/>
                  </a:lnTo>
                  <a:lnTo>
                    <a:pt x="44754" y="142494"/>
                  </a:lnTo>
                  <a:lnTo>
                    <a:pt x="45353" y="142344"/>
                  </a:lnTo>
                  <a:lnTo>
                    <a:pt x="45502" y="142344"/>
                  </a:lnTo>
                  <a:lnTo>
                    <a:pt x="45951" y="142793"/>
                  </a:lnTo>
                  <a:lnTo>
                    <a:pt x="46101" y="142793"/>
                  </a:lnTo>
                  <a:lnTo>
                    <a:pt x="45652" y="142195"/>
                  </a:lnTo>
                  <a:lnTo>
                    <a:pt x="45802" y="142195"/>
                  </a:lnTo>
                  <a:lnTo>
                    <a:pt x="46400" y="142045"/>
                  </a:lnTo>
                  <a:lnTo>
                    <a:pt x="46999" y="142344"/>
                  </a:lnTo>
                  <a:lnTo>
                    <a:pt x="46700" y="141895"/>
                  </a:lnTo>
                  <a:lnTo>
                    <a:pt x="47747" y="141596"/>
                  </a:lnTo>
                  <a:close/>
                  <a:moveTo>
                    <a:pt x="174226" y="110313"/>
                  </a:moveTo>
                  <a:lnTo>
                    <a:pt x="174076" y="112858"/>
                  </a:lnTo>
                  <a:lnTo>
                    <a:pt x="173777" y="115402"/>
                  </a:lnTo>
                  <a:lnTo>
                    <a:pt x="173328" y="117947"/>
                  </a:lnTo>
                  <a:lnTo>
                    <a:pt x="172729" y="120342"/>
                  </a:lnTo>
                  <a:lnTo>
                    <a:pt x="166742" y="120342"/>
                  </a:lnTo>
                  <a:lnTo>
                    <a:pt x="171980" y="123335"/>
                  </a:lnTo>
                  <a:lnTo>
                    <a:pt x="170484" y="128125"/>
                  </a:lnTo>
                  <a:lnTo>
                    <a:pt x="168687" y="132615"/>
                  </a:lnTo>
                  <a:lnTo>
                    <a:pt x="166592" y="137106"/>
                  </a:lnTo>
                  <a:lnTo>
                    <a:pt x="164197" y="141297"/>
                  </a:lnTo>
                  <a:lnTo>
                    <a:pt x="158659" y="139500"/>
                  </a:lnTo>
                  <a:lnTo>
                    <a:pt x="162551" y="143841"/>
                  </a:lnTo>
                  <a:lnTo>
                    <a:pt x="160904" y="146086"/>
                  </a:lnTo>
                  <a:lnTo>
                    <a:pt x="159258" y="148182"/>
                  </a:lnTo>
                  <a:lnTo>
                    <a:pt x="157611" y="150277"/>
                  </a:lnTo>
                  <a:lnTo>
                    <a:pt x="155815" y="152373"/>
                  </a:lnTo>
                  <a:lnTo>
                    <a:pt x="145936" y="139351"/>
                  </a:lnTo>
                  <a:lnTo>
                    <a:pt x="147733" y="137106"/>
                  </a:lnTo>
                  <a:lnTo>
                    <a:pt x="149379" y="134860"/>
                  </a:lnTo>
                  <a:lnTo>
                    <a:pt x="152522" y="136956"/>
                  </a:lnTo>
                  <a:lnTo>
                    <a:pt x="152373" y="137854"/>
                  </a:lnTo>
                  <a:lnTo>
                    <a:pt x="152522" y="138602"/>
                  </a:lnTo>
                  <a:lnTo>
                    <a:pt x="153121" y="139201"/>
                  </a:lnTo>
                  <a:lnTo>
                    <a:pt x="153869" y="139650"/>
                  </a:lnTo>
                  <a:lnTo>
                    <a:pt x="154169" y="139800"/>
                  </a:lnTo>
                  <a:lnTo>
                    <a:pt x="154618" y="139800"/>
                  </a:lnTo>
                  <a:lnTo>
                    <a:pt x="155516" y="139650"/>
                  </a:lnTo>
                  <a:lnTo>
                    <a:pt x="156115" y="139201"/>
                  </a:lnTo>
                  <a:lnTo>
                    <a:pt x="156414" y="138752"/>
                  </a:lnTo>
                  <a:lnTo>
                    <a:pt x="156564" y="138453"/>
                  </a:lnTo>
                  <a:lnTo>
                    <a:pt x="156713" y="138004"/>
                  </a:lnTo>
                  <a:lnTo>
                    <a:pt x="156713" y="137555"/>
                  </a:lnTo>
                  <a:lnTo>
                    <a:pt x="156564" y="136657"/>
                  </a:lnTo>
                  <a:lnTo>
                    <a:pt x="156115" y="136058"/>
                  </a:lnTo>
                  <a:lnTo>
                    <a:pt x="155665" y="135758"/>
                  </a:lnTo>
                  <a:lnTo>
                    <a:pt x="155366" y="135609"/>
                  </a:lnTo>
                  <a:lnTo>
                    <a:pt x="154618" y="135459"/>
                  </a:lnTo>
                  <a:lnTo>
                    <a:pt x="154019" y="135459"/>
                  </a:lnTo>
                  <a:lnTo>
                    <a:pt x="153420" y="135758"/>
                  </a:lnTo>
                  <a:lnTo>
                    <a:pt x="152971" y="136058"/>
                  </a:lnTo>
                  <a:lnTo>
                    <a:pt x="149828" y="134112"/>
                  </a:lnTo>
                  <a:lnTo>
                    <a:pt x="152073" y="130520"/>
                  </a:lnTo>
                  <a:lnTo>
                    <a:pt x="153869" y="126778"/>
                  </a:lnTo>
                  <a:lnTo>
                    <a:pt x="155516" y="122736"/>
                  </a:lnTo>
                  <a:lnTo>
                    <a:pt x="156713" y="118695"/>
                  </a:lnTo>
                  <a:lnTo>
                    <a:pt x="160605" y="119593"/>
                  </a:lnTo>
                  <a:lnTo>
                    <a:pt x="160755" y="120342"/>
                  </a:lnTo>
                  <a:lnTo>
                    <a:pt x="161204" y="121090"/>
                  </a:lnTo>
                  <a:lnTo>
                    <a:pt x="161952" y="121539"/>
                  </a:lnTo>
                  <a:lnTo>
                    <a:pt x="162700" y="121689"/>
                  </a:lnTo>
                  <a:lnTo>
                    <a:pt x="163149" y="121689"/>
                  </a:lnTo>
                  <a:lnTo>
                    <a:pt x="163598" y="121539"/>
                  </a:lnTo>
                  <a:lnTo>
                    <a:pt x="164347" y="121090"/>
                  </a:lnTo>
                  <a:lnTo>
                    <a:pt x="164796" y="120342"/>
                  </a:lnTo>
                  <a:lnTo>
                    <a:pt x="164946" y="120042"/>
                  </a:lnTo>
                  <a:lnTo>
                    <a:pt x="164946" y="119593"/>
                  </a:lnTo>
                  <a:lnTo>
                    <a:pt x="164946" y="119144"/>
                  </a:lnTo>
                  <a:lnTo>
                    <a:pt x="164796" y="118695"/>
                  </a:lnTo>
                  <a:lnTo>
                    <a:pt x="164347" y="117947"/>
                  </a:lnTo>
                  <a:lnTo>
                    <a:pt x="163748" y="117498"/>
                  </a:lnTo>
                  <a:lnTo>
                    <a:pt x="163299" y="117348"/>
                  </a:lnTo>
                  <a:lnTo>
                    <a:pt x="162102" y="117348"/>
                  </a:lnTo>
                  <a:lnTo>
                    <a:pt x="161653" y="117647"/>
                  </a:lnTo>
                  <a:lnTo>
                    <a:pt x="161054" y="118096"/>
                  </a:lnTo>
                  <a:lnTo>
                    <a:pt x="160755" y="118545"/>
                  </a:lnTo>
                  <a:lnTo>
                    <a:pt x="157013" y="117797"/>
                  </a:lnTo>
                  <a:lnTo>
                    <a:pt x="157611" y="115253"/>
                  </a:lnTo>
                  <a:lnTo>
                    <a:pt x="157911" y="112858"/>
                  </a:lnTo>
                  <a:lnTo>
                    <a:pt x="174226" y="110313"/>
                  </a:lnTo>
                  <a:close/>
                  <a:moveTo>
                    <a:pt x="163000" y="142045"/>
                  </a:moveTo>
                  <a:lnTo>
                    <a:pt x="163598" y="142195"/>
                  </a:lnTo>
                  <a:lnTo>
                    <a:pt x="163748" y="142195"/>
                  </a:lnTo>
                  <a:lnTo>
                    <a:pt x="163299" y="142793"/>
                  </a:lnTo>
                  <a:lnTo>
                    <a:pt x="163449" y="142793"/>
                  </a:lnTo>
                  <a:lnTo>
                    <a:pt x="164047" y="142344"/>
                  </a:lnTo>
                  <a:lnTo>
                    <a:pt x="164646" y="142494"/>
                  </a:lnTo>
                  <a:lnTo>
                    <a:pt x="164646" y="142644"/>
                  </a:lnTo>
                  <a:lnTo>
                    <a:pt x="164197" y="143242"/>
                  </a:lnTo>
                  <a:lnTo>
                    <a:pt x="164047" y="143392"/>
                  </a:lnTo>
                  <a:lnTo>
                    <a:pt x="164497" y="143093"/>
                  </a:lnTo>
                  <a:lnTo>
                    <a:pt x="164796" y="142793"/>
                  </a:lnTo>
                  <a:lnTo>
                    <a:pt x="164946" y="142644"/>
                  </a:lnTo>
                  <a:lnTo>
                    <a:pt x="165694" y="142793"/>
                  </a:lnTo>
                  <a:lnTo>
                    <a:pt x="164946" y="143841"/>
                  </a:lnTo>
                  <a:lnTo>
                    <a:pt x="165844" y="142943"/>
                  </a:lnTo>
                  <a:lnTo>
                    <a:pt x="166592" y="143242"/>
                  </a:lnTo>
                  <a:lnTo>
                    <a:pt x="166442" y="143392"/>
                  </a:lnTo>
                  <a:lnTo>
                    <a:pt x="165844" y="144290"/>
                  </a:lnTo>
                  <a:lnTo>
                    <a:pt x="165844" y="144440"/>
                  </a:lnTo>
                  <a:lnTo>
                    <a:pt x="166293" y="143991"/>
                  </a:lnTo>
                  <a:lnTo>
                    <a:pt x="166592" y="143542"/>
                  </a:lnTo>
                  <a:lnTo>
                    <a:pt x="166891" y="143242"/>
                  </a:lnTo>
                  <a:lnTo>
                    <a:pt x="167640" y="143542"/>
                  </a:lnTo>
                  <a:lnTo>
                    <a:pt x="167340" y="143991"/>
                  </a:lnTo>
                  <a:lnTo>
                    <a:pt x="166891" y="144440"/>
                  </a:lnTo>
                  <a:lnTo>
                    <a:pt x="166742" y="145039"/>
                  </a:lnTo>
                  <a:lnTo>
                    <a:pt x="167490" y="144140"/>
                  </a:lnTo>
                  <a:lnTo>
                    <a:pt x="167789" y="143691"/>
                  </a:lnTo>
                  <a:lnTo>
                    <a:pt x="168687" y="143841"/>
                  </a:lnTo>
                  <a:lnTo>
                    <a:pt x="168238" y="144440"/>
                  </a:lnTo>
                  <a:lnTo>
                    <a:pt x="167490" y="145488"/>
                  </a:lnTo>
                  <a:lnTo>
                    <a:pt x="167490" y="145637"/>
                  </a:lnTo>
                  <a:lnTo>
                    <a:pt x="168089" y="145039"/>
                  </a:lnTo>
                  <a:lnTo>
                    <a:pt x="168687" y="144290"/>
                  </a:lnTo>
                  <a:lnTo>
                    <a:pt x="168987" y="143991"/>
                  </a:lnTo>
                  <a:lnTo>
                    <a:pt x="169735" y="144290"/>
                  </a:lnTo>
                  <a:lnTo>
                    <a:pt x="169436" y="144440"/>
                  </a:lnTo>
                  <a:lnTo>
                    <a:pt x="168238" y="146236"/>
                  </a:lnTo>
                  <a:lnTo>
                    <a:pt x="168388" y="146236"/>
                  </a:lnTo>
                  <a:lnTo>
                    <a:pt x="168987" y="145637"/>
                  </a:lnTo>
                  <a:lnTo>
                    <a:pt x="169436" y="145039"/>
                  </a:lnTo>
                  <a:lnTo>
                    <a:pt x="169885" y="144290"/>
                  </a:lnTo>
                  <a:lnTo>
                    <a:pt x="170783" y="144590"/>
                  </a:lnTo>
                  <a:lnTo>
                    <a:pt x="170184" y="145338"/>
                  </a:lnTo>
                  <a:lnTo>
                    <a:pt x="169735" y="146086"/>
                  </a:lnTo>
                  <a:lnTo>
                    <a:pt x="169286" y="146835"/>
                  </a:lnTo>
                  <a:lnTo>
                    <a:pt x="169286" y="146835"/>
                  </a:lnTo>
                  <a:lnTo>
                    <a:pt x="169885" y="146236"/>
                  </a:lnTo>
                  <a:lnTo>
                    <a:pt x="170484" y="145637"/>
                  </a:lnTo>
                  <a:lnTo>
                    <a:pt x="171082" y="144739"/>
                  </a:lnTo>
                  <a:lnTo>
                    <a:pt x="172280" y="145188"/>
                  </a:lnTo>
                  <a:lnTo>
                    <a:pt x="171681" y="145937"/>
                  </a:lnTo>
                  <a:lnTo>
                    <a:pt x="170633" y="147284"/>
                  </a:lnTo>
                  <a:lnTo>
                    <a:pt x="171232" y="146835"/>
                  </a:lnTo>
                  <a:lnTo>
                    <a:pt x="171831" y="146236"/>
                  </a:lnTo>
                  <a:lnTo>
                    <a:pt x="172579" y="145188"/>
                  </a:lnTo>
                  <a:lnTo>
                    <a:pt x="173328" y="145488"/>
                  </a:lnTo>
                  <a:lnTo>
                    <a:pt x="172579" y="146535"/>
                  </a:lnTo>
                  <a:lnTo>
                    <a:pt x="171980" y="147284"/>
                  </a:lnTo>
                  <a:lnTo>
                    <a:pt x="171531" y="148182"/>
                  </a:lnTo>
                  <a:lnTo>
                    <a:pt x="171531" y="148182"/>
                  </a:lnTo>
                  <a:lnTo>
                    <a:pt x="172280" y="147433"/>
                  </a:lnTo>
                  <a:lnTo>
                    <a:pt x="172729" y="146685"/>
                  </a:lnTo>
                  <a:lnTo>
                    <a:pt x="173627" y="145637"/>
                  </a:lnTo>
                  <a:lnTo>
                    <a:pt x="174525" y="145937"/>
                  </a:lnTo>
                  <a:lnTo>
                    <a:pt x="173777" y="146984"/>
                  </a:lnTo>
                  <a:lnTo>
                    <a:pt x="172579" y="148631"/>
                  </a:lnTo>
                  <a:lnTo>
                    <a:pt x="172729" y="148631"/>
                  </a:lnTo>
                  <a:lnTo>
                    <a:pt x="173328" y="148032"/>
                  </a:lnTo>
                  <a:lnTo>
                    <a:pt x="173926" y="147284"/>
                  </a:lnTo>
                  <a:lnTo>
                    <a:pt x="174824" y="145937"/>
                  </a:lnTo>
                  <a:lnTo>
                    <a:pt x="175124" y="146086"/>
                  </a:lnTo>
                  <a:lnTo>
                    <a:pt x="173178" y="149230"/>
                  </a:lnTo>
                  <a:lnTo>
                    <a:pt x="171082" y="152373"/>
                  </a:lnTo>
                  <a:lnTo>
                    <a:pt x="163748" y="143841"/>
                  </a:lnTo>
                  <a:lnTo>
                    <a:pt x="163000" y="143093"/>
                  </a:lnTo>
                  <a:lnTo>
                    <a:pt x="162551" y="142344"/>
                  </a:lnTo>
                  <a:lnTo>
                    <a:pt x="163000" y="142045"/>
                  </a:lnTo>
                  <a:close/>
                  <a:moveTo>
                    <a:pt x="35174" y="110912"/>
                  </a:moveTo>
                  <a:lnTo>
                    <a:pt x="51489" y="113157"/>
                  </a:lnTo>
                  <a:lnTo>
                    <a:pt x="52088" y="116600"/>
                  </a:lnTo>
                  <a:lnTo>
                    <a:pt x="48346" y="117647"/>
                  </a:lnTo>
                  <a:lnTo>
                    <a:pt x="47747" y="117049"/>
                  </a:lnTo>
                  <a:lnTo>
                    <a:pt x="47149" y="116600"/>
                  </a:lnTo>
                  <a:lnTo>
                    <a:pt x="46251" y="116450"/>
                  </a:lnTo>
                  <a:lnTo>
                    <a:pt x="45502" y="116749"/>
                  </a:lnTo>
                  <a:lnTo>
                    <a:pt x="45053" y="116899"/>
                  </a:lnTo>
                  <a:lnTo>
                    <a:pt x="44754" y="117198"/>
                  </a:lnTo>
                  <a:lnTo>
                    <a:pt x="44305" y="117947"/>
                  </a:lnTo>
                  <a:lnTo>
                    <a:pt x="44305" y="118845"/>
                  </a:lnTo>
                  <a:lnTo>
                    <a:pt x="44305" y="119294"/>
                  </a:lnTo>
                  <a:lnTo>
                    <a:pt x="44454" y="119743"/>
                  </a:lnTo>
                  <a:lnTo>
                    <a:pt x="44754" y="120042"/>
                  </a:lnTo>
                  <a:lnTo>
                    <a:pt x="45053" y="120342"/>
                  </a:lnTo>
                  <a:lnTo>
                    <a:pt x="45652" y="120791"/>
                  </a:lnTo>
                  <a:lnTo>
                    <a:pt x="46550" y="120940"/>
                  </a:lnTo>
                  <a:lnTo>
                    <a:pt x="46999" y="120791"/>
                  </a:lnTo>
                  <a:lnTo>
                    <a:pt x="47448" y="120641"/>
                  </a:lnTo>
                  <a:lnTo>
                    <a:pt x="47897" y="120342"/>
                  </a:lnTo>
                  <a:lnTo>
                    <a:pt x="48346" y="119743"/>
                  </a:lnTo>
                  <a:lnTo>
                    <a:pt x="48645" y="119294"/>
                  </a:lnTo>
                  <a:lnTo>
                    <a:pt x="48645" y="118545"/>
                  </a:lnTo>
                  <a:lnTo>
                    <a:pt x="52387" y="117498"/>
                  </a:lnTo>
                  <a:lnTo>
                    <a:pt x="53585" y="121689"/>
                  </a:lnTo>
                  <a:lnTo>
                    <a:pt x="55082" y="125730"/>
                  </a:lnTo>
                  <a:lnTo>
                    <a:pt x="56878" y="129622"/>
                  </a:lnTo>
                  <a:lnTo>
                    <a:pt x="59123" y="133364"/>
                  </a:lnTo>
                  <a:lnTo>
                    <a:pt x="55680" y="135609"/>
                  </a:lnTo>
                  <a:lnTo>
                    <a:pt x="54932" y="135160"/>
                  </a:lnTo>
                  <a:lnTo>
                    <a:pt x="54034" y="135010"/>
                  </a:lnTo>
                  <a:lnTo>
                    <a:pt x="53285" y="135160"/>
                  </a:lnTo>
                  <a:lnTo>
                    <a:pt x="52537" y="135609"/>
                  </a:lnTo>
                  <a:lnTo>
                    <a:pt x="52238" y="136058"/>
                  </a:lnTo>
                  <a:lnTo>
                    <a:pt x="52088" y="136357"/>
                  </a:lnTo>
                  <a:lnTo>
                    <a:pt x="51938" y="137255"/>
                  </a:lnTo>
                  <a:lnTo>
                    <a:pt x="52088" y="138004"/>
                  </a:lnTo>
                  <a:lnTo>
                    <a:pt x="52238" y="138453"/>
                  </a:lnTo>
                  <a:lnTo>
                    <a:pt x="52537" y="138752"/>
                  </a:lnTo>
                  <a:lnTo>
                    <a:pt x="52986" y="139051"/>
                  </a:lnTo>
                  <a:lnTo>
                    <a:pt x="53285" y="139201"/>
                  </a:lnTo>
                  <a:lnTo>
                    <a:pt x="54184" y="139351"/>
                  </a:lnTo>
                  <a:lnTo>
                    <a:pt x="54932" y="139201"/>
                  </a:lnTo>
                  <a:lnTo>
                    <a:pt x="55381" y="139051"/>
                  </a:lnTo>
                  <a:lnTo>
                    <a:pt x="55680" y="138752"/>
                  </a:lnTo>
                  <a:lnTo>
                    <a:pt x="56129" y="138303"/>
                  </a:lnTo>
                  <a:lnTo>
                    <a:pt x="56279" y="137704"/>
                  </a:lnTo>
                  <a:lnTo>
                    <a:pt x="56279" y="136956"/>
                  </a:lnTo>
                  <a:lnTo>
                    <a:pt x="56129" y="136357"/>
                  </a:lnTo>
                  <a:lnTo>
                    <a:pt x="59572" y="134262"/>
                  </a:lnTo>
                  <a:lnTo>
                    <a:pt x="61817" y="137255"/>
                  </a:lnTo>
                  <a:lnTo>
                    <a:pt x="64062" y="140099"/>
                  </a:lnTo>
                  <a:lnTo>
                    <a:pt x="54483" y="153271"/>
                  </a:lnTo>
                  <a:lnTo>
                    <a:pt x="52387" y="151026"/>
                  </a:lnTo>
                  <a:lnTo>
                    <a:pt x="50442" y="148781"/>
                  </a:lnTo>
                  <a:lnTo>
                    <a:pt x="48645" y="146386"/>
                  </a:lnTo>
                  <a:lnTo>
                    <a:pt x="46849" y="143991"/>
                  </a:lnTo>
                  <a:lnTo>
                    <a:pt x="50891" y="139500"/>
                  </a:lnTo>
                  <a:lnTo>
                    <a:pt x="45203" y="141297"/>
                  </a:lnTo>
                  <a:lnTo>
                    <a:pt x="42808" y="137106"/>
                  </a:lnTo>
                  <a:lnTo>
                    <a:pt x="40713" y="132615"/>
                  </a:lnTo>
                  <a:lnTo>
                    <a:pt x="38916" y="128125"/>
                  </a:lnTo>
                  <a:lnTo>
                    <a:pt x="37420" y="123335"/>
                  </a:lnTo>
                  <a:lnTo>
                    <a:pt x="42658" y="120342"/>
                  </a:lnTo>
                  <a:lnTo>
                    <a:pt x="36671" y="120342"/>
                  </a:lnTo>
                  <a:lnTo>
                    <a:pt x="35773" y="115702"/>
                  </a:lnTo>
                  <a:lnTo>
                    <a:pt x="35174" y="110912"/>
                  </a:lnTo>
                  <a:close/>
                  <a:moveTo>
                    <a:pt x="80677" y="143093"/>
                  </a:moveTo>
                  <a:lnTo>
                    <a:pt x="83371" y="144739"/>
                  </a:lnTo>
                  <a:lnTo>
                    <a:pt x="86364" y="146086"/>
                  </a:lnTo>
                  <a:lnTo>
                    <a:pt x="89508" y="147284"/>
                  </a:lnTo>
                  <a:lnTo>
                    <a:pt x="92651" y="148331"/>
                  </a:lnTo>
                  <a:lnTo>
                    <a:pt x="91453" y="155217"/>
                  </a:lnTo>
                  <a:lnTo>
                    <a:pt x="87562" y="154019"/>
                  </a:lnTo>
                  <a:lnTo>
                    <a:pt x="83820" y="152522"/>
                  </a:lnTo>
                  <a:lnTo>
                    <a:pt x="80377" y="150876"/>
                  </a:lnTo>
                  <a:lnTo>
                    <a:pt x="76935" y="148930"/>
                  </a:lnTo>
                  <a:lnTo>
                    <a:pt x="80677" y="143093"/>
                  </a:lnTo>
                  <a:close/>
                  <a:moveTo>
                    <a:pt x="128125" y="143542"/>
                  </a:moveTo>
                  <a:lnTo>
                    <a:pt x="131717" y="149379"/>
                  </a:lnTo>
                  <a:lnTo>
                    <a:pt x="128274" y="151325"/>
                  </a:lnTo>
                  <a:lnTo>
                    <a:pt x="124532" y="152972"/>
                  </a:lnTo>
                  <a:lnTo>
                    <a:pt x="120790" y="154319"/>
                  </a:lnTo>
                  <a:lnTo>
                    <a:pt x="116899" y="155366"/>
                  </a:lnTo>
                  <a:lnTo>
                    <a:pt x="115552" y="148631"/>
                  </a:lnTo>
                  <a:lnTo>
                    <a:pt x="118845" y="147733"/>
                  </a:lnTo>
                  <a:lnTo>
                    <a:pt x="121988" y="146535"/>
                  </a:lnTo>
                  <a:lnTo>
                    <a:pt x="125131" y="145188"/>
                  </a:lnTo>
                  <a:lnTo>
                    <a:pt x="128125" y="143542"/>
                  </a:lnTo>
                  <a:close/>
                  <a:moveTo>
                    <a:pt x="114504" y="148930"/>
                  </a:moveTo>
                  <a:lnTo>
                    <a:pt x="116001" y="155666"/>
                  </a:lnTo>
                  <a:lnTo>
                    <a:pt x="113307" y="156115"/>
                  </a:lnTo>
                  <a:lnTo>
                    <a:pt x="114354" y="148930"/>
                  </a:lnTo>
                  <a:close/>
                  <a:moveTo>
                    <a:pt x="93549" y="148631"/>
                  </a:moveTo>
                  <a:lnTo>
                    <a:pt x="95345" y="149080"/>
                  </a:lnTo>
                  <a:lnTo>
                    <a:pt x="96393" y="156264"/>
                  </a:lnTo>
                  <a:lnTo>
                    <a:pt x="92352" y="155366"/>
                  </a:lnTo>
                  <a:lnTo>
                    <a:pt x="93549" y="148631"/>
                  </a:lnTo>
                  <a:close/>
                  <a:moveTo>
                    <a:pt x="127676" y="117348"/>
                  </a:moveTo>
                  <a:lnTo>
                    <a:pt x="138902" y="132017"/>
                  </a:lnTo>
                  <a:lnTo>
                    <a:pt x="139800" y="133364"/>
                  </a:lnTo>
                  <a:lnTo>
                    <a:pt x="143991" y="138902"/>
                  </a:lnTo>
                  <a:lnTo>
                    <a:pt x="145188" y="140399"/>
                  </a:lnTo>
                  <a:lnTo>
                    <a:pt x="154917" y="153271"/>
                  </a:lnTo>
                  <a:lnTo>
                    <a:pt x="155516" y="154019"/>
                  </a:lnTo>
                  <a:lnTo>
                    <a:pt x="158659" y="158210"/>
                  </a:lnTo>
                  <a:lnTo>
                    <a:pt x="154468" y="155067"/>
                  </a:lnTo>
                  <a:lnTo>
                    <a:pt x="153720" y="154468"/>
                  </a:lnTo>
                  <a:lnTo>
                    <a:pt x="140698" y="144889"/>
                  </a:lnTo>
                  <a:lnTo>
                    <a:pt x="139201" y="143841"/>
                  </a:lnTo>
                  <a:lnTo>
                    <a:pt x="133513" y="139650"/>
                  </a:lnTo>
                  <a:lnTo>
                    <a:pt x="132316" y="138752"/>
                  </a:lnTo>
                  <a:lnTo>
                    <a:pt x="117348" y="127676"/>
                  </a:lnTo>
                  <a:lnTo>
                    <a:pt x="118545" y="118845"/>
                  </a:lnTo>
                  <a:lnTo>
                    <a:pt x="121090" y="118396"/>
                  </a:lnTo>
                  <a:lnTo>
                    <a:pt x="120341" y="118994"/>
                  </a:lnTo>
                  <a:lnTo>
                    <a:pt x="119892" y="119743"/>
                  </a:lnTo>
                  <a:lnTo>
                    <a:pt x="119892" y="119893"/>
                  </a:lnTo>
                  <a:lnTo>
                    <a:pt x="120940" y="119144"/>
                  </a:lnTo>
                  <a:lnTo>
                    <a:pt x="121688" y="118246"/>
                  </a:lnTo>
                  <a:lnTo>
                    <a:pt x="125281" y="117797"/>
                  </a:lnTo>
                  <a:lnTo>
                    <a:pt x="123784" y="119144"/>
                  </a:lnTo>
                  <a:lnTo>
                    <a:pt x="122587" y="120342"/>
                  </a:lnTo>
                  <a:lnTo>
                    <a:pt x="121988" y="121090"/>
                  </a:lnTo>
                  <a:lnTo>
                    <a:pt x="121389" y="121689"/>
                  </a:lnTo>
                  <a:lnTo>
                    <a:pt x="121389" y="121838"/>
                  </a:lnTo>
                  <a:lnTo>
                    <a:pt x="121539" y="121838"/>
                  </a:lnTo>
                  <a:lnTo>
                    <a:pt x="122138" y="121240"/>
                  </a:lnTo>
                  <a:lnTo>
                    <a:pt x="122736" y="120641"/>
                  </a:lnTo>
                  <a:lnTo>
                    <a:pt x="123934" y="119444"/>
                  </a:lnTo>
                  <a:lnTo>
                    <a:pt x="125730" y="117647"/>
                  </a:lnTo>
                  <a:lnTo>
                    <a:pt x="127676" y="117348"/>
                  </a:lnTo>
                  <a:close/>
                  <a:moveTo>
                    <a:pt x="82323" y="117348"/>
                  </a:moveTo>
                  <a:lnTo>
                    <a:pt x="90705" y="118545"/>
                  </a:lnTo>
                  <a:lnTo>
                    <a:pt x="91154" y="121389"/>
                  </a:lnTo>
                  <a:lnTo>
                    <a:pt x="90555" y="120940"/>
                  </a:lnTo>
                  <a:lnTo>
                    <a:pt x="89957" y="120491"/>
                  </a:lnTo>
                  <a:lnTo>
                    <a:pt x="89807" y="120491"/>
                  </a:lnTo>
                  <a:lnTo>
                    <a:pt x="90406" y="121389"/>
                  </a:lnTo>
                  <a:lnTo>
                    <a:pt x="91154" y="122138"/>
                  </a:lnTo>
                  <a:lnTo>
                    <a:pt x="91753" y="125580"/>
                  </a:lnTo>
                  <a:lnTo>
                    <a:pt x="90555" y="124383"/>
                  </a:lnTo>
                  <a:lnTo>
                    <a:pt x="89358" y="123185"/>
                  </a:lnTo>
                  <a:lnTo>
                    <a:pt x="88610" y="122587"/>
                  </a:lnTo>
                  <a:lnTo>
                    <a:pt x="88011" y="121988"/>
                  </a:lnTo>
                  <a:lnTo>
                    <a:pt x="87861" y="121988"/>
                  </a:lnTo>
                  <a:lnTo>
                    <a:pt x="87861" y="122138"/>
                  </a:lnTo>
                  <a:lnTo>
                    <a:pt x="88460" y="122736"/>
                  </a:lnTo>
                  <a:lnTo>
                    <a:pt x="89059" y="123335"/>
                  </a:lnTo>
                  <a:lnTo>
                    <a:pt x="90256" y="124533"/>
                  </a:lnTo>
                  <a:lnTo>
                    <a:pt x="91753" y="126179"/>
                  </a:lnTo>
                  <a:lnTo>
                    <a:pt x="92202" y="128424"/>
                  </a:lnTo>
                  <a:lnTo>
                    <a:pt x="77833" y="139351"/>
                  </a:lnTo>
                  <a:lnTo>
                    <a:pt x="76635" y="140249"/>
                  </a:lnTo>
                  <a:lnTo>
                    <a:pt x="70948" y="144440"/>
                  </a:lnTo>
                  <a:lnTo>
                    <a:pt x="69600" y="145637"/>
                  </a:lnTo>
                  <a:lnTo>
                    <a:pt x="56578" y="155366"/>
                  </a:lnTo>
                  <a:lnTo>
                    <a:pt x="55830" y="155965"/>
                  </a:lnTo>
                  <a:lnTo>
                    <a:pt x="51489" y="159258"/>
                  </a:lnTo>
                  <a:lnTo>
                    <a:pt x="54782" y="154917"/>
                  </a:lnTo>
                  <a:lnTo>
                    <a:pt x="55381" y="154169"/>
                  </a:lnTo>
                  <a:lnTo>
                    <a:pt x="64960" y="141147"/>
                  </a:lnTo>
                  <a:lnTo>
                    <a:pt x="66008" y="139650"/>
                  </a:lnTo>
                  <a:lnTo>
                    <a:pt x="70199" y="133962"/>
                  </a:lnTo>
                  <a:lnTo>
                    <a:pt x="71097" y="132765"/>
                  </a:lnTo>
                  <a:lnTo>
                    <a:pt x="82323" y="117348"/>
                  </a:lnTo>
                  <a:close/>
                  <a:moveTo>
                    <a:pt x="68852" y="162701"/>
                  </a:moveTo>
                  <a:lnTo>
                    <a:pt x="68702" y="163748"/>
                  </a:lnTo>
                  <a:lnTo>
                    <a:pt x="68104" y="163449"/>
                  </a:lnTo>
                  <a:lnTo>
                    <a:pt x="68852" y="162701"/>
                  </a:lnTo>
                  <a:close/>
                  <a:moveTo>
                    <a:pt x="140548" y="162701"/>
                  </a:moveTo>
                  <a:lnTo>
                    <a:pt x="141296" y="163449"/>
                  </a:lnTo>
                  <a:lnTo>
                    <a:pt x="140847" y="163748"/>
                  </a:lnTo>
                  <a:lnTo>
                    <a:pt x="140548" y="162701"/>
                  </a:lnTo>
                  <a:close/>
                  <a:moveTo>
                    <a:pt x="46251" y="144739"/>
                  </a:moveTo>
                  <a:lnTo>
                    <a:pt x="48047" y="147134"/>
                  </a:lnTo>
                  <a:lnTo>
                    <a:pt x="49843" y="149529"/>
                  </a:lnTo>
                  <a:lnTo>
                    <a:pt x="51789" y="151774"/>
                  </a:lnTo>
                  <a:lnTo>
                    <a:pt x="53884" y="154019"/>
                  </a:lnTo>
                  <a:lnTo>
                    <a:pt x="48047" y="161952"/>
                  </a:lnTo>
                  <a:lnTo>
                    <a:pt x="48945" y="162850"/>
                  </a:lnTo>
                  <a:lnTo>
                    <a:pt x="56728" y="156863"/>
                  </a:lnTo>
                  <a:lnTo>
                    <a:pt x="58973" y="158809"/>
                  </a:lnTo>
                  <a:lnTo>
                    <a:pt x="61218" y="160605"/>
                  </a:lnTo>
                  <a:lnTo>
                    <a:pt x="63613" y="162401"/>
                  </a:lnTo>
                  <a:lnTo>
                    <a:pt x="66158" y="164048"/>
                  </a:lnTo>
                  <a:lnTo>
                    <a:pt x="58225" y="171831"/>
                  </a:lnTo>
                  <a:lnTo>
                    <a:pt x="55381" y="169885"/>
                  </a:lnTo>
                  <a:lnTo>
                    <a:pt x="52836" y="167790"/>
                  </a:lnTo>
                  <a:lnTo>
                    <a:pt x="50292" y="165545"/>
                  </a:lnTo>
                  <a:lnTo>
                    <a:pt x="47747" y="163299"/>
                  </a:lnTo>
                  <a:lnTo>
                    <a:pt x="45353" y="160904"/>
                  </a:lnTo>
                  <a:lnTo>
                    <a:pt x="43107" y="158360"/>
                  </a:lnTo>
                  <a:lnTo>
                    <a:pt x="41012" y="155815"/>
                  </a:lnTo>
                  <a:lnTo>
                    <a:pt x="38916" y="153121"/>
                  </a:lnTo>
                  <a:lnTo>
                    <a:pt x="46251" y="144739"/>
                  </a:lnTo>
                  <a:close/>
                  <a:moveTo>
                    <a:pt x="163149" y="144739"/>
                  </a:moveTo>
                  <a:lnTo>
                    <a:pt x="170484" y="153121"/>
                  </a:lnTo>
                  <a:lnTo>
                    <a:pt x="168388" y="155815"/>
                  </a:lnTo>
                  <a:lnTo>
                    <a:pt x="166293" y="158360"/>
                  </a:lnTo>
                  <a:lnTo>
                    <a:pt x="164047" y="160904"/>
                  </a:lnTo>
                  <a:lnTo>
                    <a:pt x="161653" y="163299"/>
                  </a:lnTo>
                  <a:lnTo>
                    <a:pt x="159108" y="165545"/>
                  </a:lnTo>
                  <a:lnTo>
                    <a:pt x="156564" y="167790"/>
                  </a:lnTo>
                  <a:lnTo>
                    <a:pt x="154019" y="169885"/>
                  </a:lnTo>
                  <a:lnTo>
                    <a:pt x="151175" y="171831"/>
                  </a:lnTo>
                  <a:lnTo>
                    <a:pt x="143242" y="164048"/>
                  </a:lnTo>
                  <a:lnTo>
                    <a:pt x="145936" y="162252"/>
                  </a:lnTo>
                  <a:lnTo>
                    <a:pt x="148631" y="160306"/>
                  </a:lnTo>
                  <a:lnTo>
                    <a:pt x="151175" y="158210"/>
                  </a:lnTo>
                  <a:lnTo>
                    <a:pt x="153570" y="155965"/>
                  </a:lnTo>
                  <a:lnTo>
                    <a:pt x="161353" y="161653"/>
                  </a:lnTo>
                  <a:lnTo>
                    <a:pt x="162251" y="160755"/>
                  </a:lnTo>
                  <a:lnTo>
                    <a:pt x="156414" y="153121"/>
                  </a:lnTo>
                  <a:lnTo>
                    <a:pt x="158210" y="151026"/>
                  </a:lnTo>
                  <a:lnTo>
                    <a:pt x="159856" y="149080"/>
                  </a:lnTo>
                  <a:lnTo>
                    <a:pt x="161653" y="146835"/>
                  </a:lnTo>
                  <a:lnTo>
                    <a:pt x="163149" y="144739"/>
                  </a:lnTo>
                  <a:close/>
                  <a:moveTo>
                    <a:pt x="89358" y="171083"/>
                  </a:moveTo>
                  <a:lnTo>
                    <a:pt x="89358" y="172130"/>
                  </a:lnTo>
                  <a:lnTo>
                    <a:pt x="88759" y="171981"/>
                  </a:lnTo>
                  <a:lnTo>
                    <a:pt x="89358" y="171083"/>
                  </a:lnTo>
                  <a:close/>
                  <a:moveTo>
                    <a:pt x="120192" y="171083"/>
                  </a:moveTo>
                  <a:lnTo>
                    <a:pt x="120641" y="171981"/>
                  </a:lnTo>
                  <a:lnTo>
                    <a:pt x="120042" y="172130"/>
                  </a:lnTo>
                  <a:lnTo>
                    <a:pt x="120192" y="171083"/>
                  </a:lnTo>
                  <a:close/>
                  <a:moveTo>
                    <a:pt x="70499" y="146386"/>
                  </a:moveTo>
                  <a:lnTo>
                    <a:pt x="72744" y="148182"/>
                  </a:lnTo>
                  <a:lnTo>
                    <a:pt x="75139" y="149828"/>
                  </a:lnTo>
                  <a:lnTo>
                    <a:pt x="73043" y="153421"/>
                  </a:lnTo>
                  <a:lnTo>
                    <a:pt x="72145" y="153271"/>
                  </a:lnTo>
                  <a:lnTo>
                    <a:pt x="71397" y="153570"/>
                  </a:lnTo>
                  <a:lnTo>
                    <a:pt x="70648" y="154019"/>
                  </a:lnTo>
                  <a:lnTo>
                    <a:pt x="70199" y="154768"/>
                  </a:lnTo>
                  <a:lnTo>
                    <a:pt x="70199" y="155217"/>
                  </a:lnTo>
                  <a:lnTo>
                    <a:pt x="70199" y="155666"/>
                  </a:lnTo>
                  <a:lnTo>
                    <a:pt x="70349" y="156414"/>
                  </a:lnTo>
                  <a:lnTo>
                    <a:pt x="70798" y="157163"/>
                  </a:lnTo>
                  <a:lnTo>
                    <a:pt x="71247" y="157312"/>
                  </a:lnTo>
                  <a:lnTo>
                    <a:pt x="71546" y="157612"/>
                  </a:lnTo>
                  <a:lnTo>
                    <a:pt x="72444" y="157612"/>
                  </a:lnTo>
                  <a:lnTo>
                    <a:pt x="73342" y="157462"/>
                  </a:lnTo>
                  <a:lnTo>
                    <a:pt x="73941" y="157013"/>
                  </a:lnTo>
                  <a:lnTo>
                    <a:pt x="74240" y="156564"/>
                  </a:lnTo>
                  <a:lnTo>
                    <a:pt x="74390" y="156264"/>
                  </a:lnTo>
                  <a:lnTo>
                    <a:pt x="74540" y="155516"/>
                  </a:lnTo>
                  <a:lnTo>
                    <a:pt x="74390" y="154917"/>
                  </a:lnTo>
                  <a:lnTo>
                    <a:pt x="74240" y="154319"/>
                  </a:lnTo>
                  <a:lnTo>
                    <a:pt x="73791" y="153870"/>
                  </a:lnTo>
                  <a:lnTo>
                    <a:pt x="76037" y="150277"/>
                  </a:lnTo>
                  <a:lnTo>
                    <a:pt x="79629" y="152373"/>
                  </a:lnTo>
                  <a:lnTo>
                    <a:pt x="83221" y="154169"/>
                  </a:lnTo>
                  <a:lnTo>
                    <a:pt x="87113" y="155666"/>
                  </a:lnTo>
                  <a:lnTo>
                    <a:pt x="91004" y="156863"/>
                  </a:lnTo>
                  <a:lnTo>
                    <a:pt x="90256" y="161054"/>
                  </a:lnTo>
                  <a:lnTo>
                    <a:pt x="89508" y="161204"/>
                  </a:lnTo>
                  <a:lnTo>
                    <a:pt x="88909" y="161653"/>
                  </a:lnTo>
                  <a:lnTo>
                    <a:pt x="88460" y="162252"/>
                  </a:lnTo>
                  <a:lnTo>
                    <a:pt x="88161" y="163150"/>
                  </a:lnTo>
                  <a:lnTo>
                    <a:pt x="88310" y="163599"/>
                  </a:lnTo>
                  <a:lnTo>
                    <a:pt x="88310" y="164048"/>
                  </a:lnTo>
                  <a:lnTo>
                    <a:pt x="88909" y="164646"/>
                  </a:lnTo>
                  <a:lnTo>
                    <a:pt x="89508" y="165245"/>
                  </a:lnTo>
                  <a:lnTo>
                    <a:pt x="89957" y="165395"/>
                  </a:lnTo>
                  <a:lnTo>
                    <a:pt x="90855" y="165395"/>
                  </a:lnTo>
                  <a:lnTo>
                    <a:pt x="91304" y="165245"/>
                  </a:lnTo>
                  <a:lnTo>
                    <a:pt x="91903" y="164796"/>
                  </a:lnTo>
                  <a:lnTo>
                    <a:pt x="92501" y="164048"/>
                  </a:lnTo>
                  <a:lnTo>
                    <a:pt x="92651" y="163599"/>
                  </a:lnTo>
                  <a:lnTo>
                    <a:pt x="92651" y="163150"/>
                  </a:lnTo>
                  <a:lnTo>
                    <a:pt x="92501" y="162551"/>
                  </a:lnTo>
                  <a:lnTo>
                    <a:pt x="92202" y="161952"/>
                  </a:lnTo>
                  <a:lnTo>
                    <a:pt x="91903" y="161503"/>
                  </a:lnTo>
                  <a:lnTo>
                    <a:pt x="91304" y="161204"/>
                  </a:lnTo>
                  <a:lnTo>
                    <a:pt x="92052" y="157163"/>
                  </a:lnTo>
                  <a:lnTo>
                    <a:pt x="94297" y="157612"/>
                  </a:lnTo>
                  <a:lnTo>
                    <a:pt x="96692" y="158061"/>
                  </a:lnTo>
                  <a:lnTo>
                    <a:pt x="99087" y="174376"/>
                  </a:lnTo>
                  <a:lnTo>
                    <a:pt x="94746" y="173927"/>
                  </a:lnTo>
                  <a:lnTo>
                    <a:pt x="90406" y="173178"/>
                  </a:lnTo>
                  <a:lnTo>
                    <a:pt x="90106" y="167341"/>
                  </a:lnTo>
                  <a:lnTo>
                    <a:pt x="87562" y="172430"/>
                  </a:lnTo>
                  <a:lnTo>
                    <a:pt x="85167" y="171831"/>
                  </a:lnTo>
                  <a:lnTo>
                    <a:pt x="82772" y="171083"/>
                  </a:lnTo>
                  <a:lnTo>
                    <a:pt x="78132" y="169286"/>
                  </a:lnTo>
                  <a:lnTo>
                    <a:pt x="73642" y="167341"/>
                  </a:lnTo>
                  <a:lnTo>
                    <a:pt x="69301" y="164946"/>
                  </a:lnTo>
                  <a:lnTo>
                    <a:pt x="70798" y="159557"/>
                  </a:lnTo>
                  <a:lnTo>
                    <a:pt x="66906" y="163449"/>
                  </a:lnTo>
                  <a:lnTo>
                    <a:pt x="64362" y="161803"/>
                  </a:lnTo>
                  <a:lnTo>
                    <a:pt x="61967" y="160006"/>
                  </a:lnTo>
                  <a:lnTo>
                    <a:pt x="59722" y="158210"/>
                  </a:lnTo>
                  <a:lnTo>
                    <a:pt x="57476" y="156264"/>
                  </a:lnTo>
                  <a:lnTo>
                    <a:pt x="70499" y="146386"/>
                  </a:lnTo>
                  <a:close/>
                  <a:moveTo>
                    <a:pt x="139650" y="145637"/>
                  </a:moveTo>
                  <a:lnTo>
                    <a:pt x="152822" y="155366"/>
                  </a:lnTo>
                  <a:lnTo>
                    <a:pt x="150427" y="157462"/>
                  </a:lnTo>
                  <a:lnTo>
                    <a:pt x="147882" y="159557"/>
                  </a:lnTo>
                  <a:lnTo>
                    <a:pt x="145338" y="161503"/>
                  </a:lnTo>
                  <a:lnTo>
                    <a:pt x="142643" y="163449"/>
                  </a:lnTo>
                  <a:lnTo>
                    <a:pt x="138602" y="159557"/>
                  </a:lnTo>
                  <a:lnTo>
                    <a:pt x="140099" y="164946"/>
                  </a:lnTo>
                  <a:lnTo>
                    <a:pt x="135758" y="167191"/>
                  </a:lnTo>
                  <a:lnTo>
                    <a:pt x="131418" y="169286"/>
                  </a:lnTo>
                  <a:lnTo>
                    <a:pt x="126778" y="171083"/>
                  </a:lnTo>
                  <a:lnTo>
                    <a:pt x="124383" y="171831"/>
                  </a:lnTo>
                  <a:lnTo>
                    <a:pt x="121988" y="172430"/>
                  </a:lnTo>
                  <a:lnTo>
                    <a:pt x="119443" y="167341"/>
                  </a:lnTo>
                  <a:lnTo>
                    <a:pt x="118994" y="173178"/>
                  </a:lnTo>
                  <a:lnTo>
                    <a:pt x="114953" y="173777"/>
                  </a:lnTo>
                  <a:lnTo>
                    <a:pt x="110912" y="174376"/>
                  </a:lnTo>
                  <a:lnTo>
                    <a:pt x="113157" y="157911"/>
                  </a:lnTo>
                  <a:lnTo>
                    <a:pt x="116300" y="157312"/>
                  </a:lnTo>
                  <a:lnTo>
                    <a:pt x="117198" y="161354"/>
                  </a:lnTo>
                  <a:lnTo>
                    <a:pt x="116450" y="161952"/>
                  </a:lnTo>
                  <a:lnTo>
                    <a:pt x="116150" y="162701"/>
                  </a:lnTo>
                  <a:lnTo>
                    <a:pt x="116001" y="163449"/>
                  </a:lnTo>
                  <a:lnTo>
                    <a:pt x="116150" y="164347"/>
                  </a:lnTo>
                  <a:lnTo>
                    <a:pt x="116450" y="164646"/>
                  </a:lnTo>
                  <a:lnTo>
                    <a:pt x="116749" y="164946"/>
                  </a:lnTo>
                  <a:lnTo>
                    <a:pt x="117498" y="165395"/>
                  </a:lnTo>
                  <a:lnTo>
                    <a:pt x="118396" y="165545"/>
                  </a:lnTo>
                  <a:lnTo>
                    <a:pt x="118695" y="165395"/>
                  </a:lnTo>
                  <a:lnTo>
                    <a:pt x="119144" y="165245"/>
                  </a:lnTo>
                  <a:lnTo>
                    <a:pt x="119593" y="165095"/>
                  </a:lnTo>
                  <a:lnTo>
                    <a:pt x="119892" y="164796"/>
                  </a:lnTo>
                  <a:lnTo>
                    <a:pt x="120341" y="164048"/>
                  </a:lnTo>
                  <a:lnTo>
                    <a:pt x="120341" y="163150"/>
                  </a:lnTo>
                  <a:lnTo>
                    <a:pt x="120341" y="162850"/>
                  </a:lnTo>
                  <a:lnTo>
                    <a:pt x="120192" y="162401"/>
                  </a:lnTo>
                  <a:lnTo>
                    <a:pt x="119743" y="161803"/>
                  </a:lnTo>
                  <a:lnTo>
                    <a:pt x="119294" y="161354"/>
                  </a:lnTo>
                  <a:lnTo>
                    <a:pt x="118695" y="161204"/>
                  </a:lnTo>
                  <a:lnTo>
                    <a:pt x="118096" y="161054"/>
                  </a:lnTo>
                  <a:lnTo>
                    <a:pt x="117348" y="157163"/>
                  </a:lnTo>
                  <a:lnTo>
                    <a:pt x="121389" y="155965"/>
                  </a:lnTo>
                  <a:lnTo>
                    <a:pt x="125281" y="154618"/>
                  </a:lnTo>
                  <a:lnTo>
                    <a:pt x="129023" y="152822"/>
                  </a:lnTo>
                  <a:lnTo>
                    <a:pt x="132615" y="150876"/>
                  </a:lnTo>
                  <a:lnTo>
                    <a:pt x="134711" y="154319"/>
                  </a:lnTo>
                  <a:lnTo>
                    <a:pt x="134261" y="155067"/>
                  </a:lnTo>
                  <a:lnTo>
                    <a:pt x="134112" y="155815"/>
                  </a:lnTo>
                  <a:lnTo>
                    <a:pt x="134411" y="156713"/>
                  </a:lnTo>
                  <a:lnTo>
                    <a:pt x="134860" y="157312"/>
                  </a:lnTo>
                  <a:lnTo>
                    <a:pt x="135160" y="157612"/>
                  </a:lnTo>
                  <a:lnTo>
                    <a:pt x="135609" y="157911"/>
                  </a:lnTo>
                  <a:lnTo>
                    <a:pt x="136357" y="158061"/>
                  </a:lnTo>
                  <a:lnTo>
                    <a:pt x="137255" y="157911"/>
                  </a:lnTo>
                  <a:lnTo>
                    <a:pt x="137554" y="157612"/>
                  </a:lnTo>
                  <a:lnTo>
                    <a:pt x="138003" y="157312"/>
                  </a:lnTo>
                  <a:lnTo>
                    <a:pt x="138153" y="157013"/>
                  </a:lnTo>
                  <a:lnTo>
                    <a:pt x="138452" y="156564"/>
                  </a:lnTo>
                  <a:lnTo>
                    <a:pt x="138602" y="155815"/>
                  </a:lnTo>
                  <a:lnTo>
                    <a:pt x="138452" y="154917"/>
                  </a:lnTo>
                  <a:lnTo>
                    <a:pt x="138303" y="154618"/>
                  </a:lnTo>
                  <a:lnTo>
                    <a:pt x="138003" y="154319"/>
                  </a:lnTo>
                  <a:lnTo>
                    <a:pt x="137405" y="153870"/>
                  </a:lnTo>
                  <a:lnTo>
                    <a:pt x="136806" y="153570"/>
                  </a:lnTo>
                  <a:lnTo>
                    <a:pt x="136207" y="153570"/>
                  </a:lnTo>
                  <a:lnTo>
                    <a:pt x="135609" y="153720"/>
                  </a:lnTo>
                  <a:lnTo>
                    <a:pt x="133513" y="150277"/>
                  </a:lnTo>
                  <a:lnTo>
                    <a:pt x="136656" y="148182"/>
                  </a:lnTo>
                  <a:lnTo>
                    <a:pt x="139650" y="145637"/>
                  </a:lnTo>
                  <a:close/>
                  <a:moveTo>
                    <a:pt x="67954" y="163748"/>
                  </a:moveTo>
                  <a:lnTo>
                    <a:pt x="68553" y="163898"/>
                  </a:lnTo>
                  <a:lnTo>
                    <a:pt x="68403" y="164497"/>
                  </a:lnTo>
                  <a:lnTo>
                    <a:pt x="68104" y="165395"/>
                  </a:lnTo>
                  <a:lnTo>
                    <a:pt x="65110" y="176172"/>
                  </a:lnTo>
                  <a:lnTo>
                    <a:pt x="62117" y="174376"/>
                  </a:lnTo>
                  <a:lnTo>
                    <a:pt x="58973" y="172430"/>
                  </a:lnTo>
                  <a:lnTo>
                    <a:pt x="58973" y="172430"/>
                  </a:lnTo>
                  <a:lnTo>
                    <a:pt x="60320" y="173178"/>
                  </a:lnTo>
                  <a:lnTo>
                    <a:pt x="61218" y="173627"/>
                  </a:lnTo>
                  <a:lnTo>
                    <a:pt x="62117" y="173927"/>
                  </a:lnTo>
                  <a:lnTo>
                    <a:pt x="62117" y="173777"/>
                  </a:lnTo>
                  <a:lnTo>
                    <a:pt x="60320" y="172729"/>
                  </a:lnTo>
                  <a:lnTo>
                    <a:pt x="59273" y="172130"/>
                  </a:lnTo>
                  <a:lnTo>
                    <a:pt x="60021" y="171532"/>
                  </a:lnTo>
                  <a:lnTo>
                    <a:pt x="61218" y="172130"/>
                  </a:lnTo>
                  <a:lnTo>
                    <a:pt x="61967" y="172579"/>
                  </a:lnTo>
                  <a:lnTo>
                    <a:pt x="62865" y="173028"/>
                  </a:lnTo>
                  <a:lnTo>
                    <a:pt x="63015" y="172879"/>
                  </a:lnTo>
                  <a:lnTo>
                    <a:pt x="62117" y="172280"/>
                  </a:lnTo>
                  <a:lnTo>
                    <a:pt x="61368" y="171981"/>
                  </a:lnTo>
                  <a:lnTo>
                    <a:pt x="60171" y="171382"/>
                  </a:lnTo>
                  <a:lnTo>
                    <a:pt x="60769" y="170634"/>
                  </a:lnTo>
                  <a:lnTo>
                    <a:pt x="61967" y="171382"/>
                  </a:lnTo>
                  <a:lnTo>
                    <a:pt x="62715" y="171681"/>
                  </a:lnTo>
                  <a:lnTo>
                    <a:pt x="63314" y="171831"/>
                  </a:lnTo>
                  <a:lnTo>
                    <a:pt x="63464" y="171831"/>
                  </a:lnTo>
                  <a:lnTo>
                    <a:pt x="63314" y="171681"/>
                  </a:lnTo>
                  <a:lnTo>
                    <a:pt x="61817" y="170933"/>
                  </a:lnTo>
                  <a:lnTo>
                    <a:pt x="60919" y="170484"/>
                  </a:lnTo>
                  <a:lnTo>
                    <a:pt x="61817" y="169586"/>
                  </a:lnTo>
                  <a:lnTo>
                    <a:pt x="62865" y="170185"/>
                  </a:lnTo>
                  <a:lnTo>
                    <a:pt x="63613" y="170634"/>
                  </a:lnTo>
                  <a:lnTo>
                    <a:pt x="64362" y="170783"/>
                  </a:lnTo>
                  <a:lnTo>
                    <a:pt x="64511" y="170783"/>
                  </a:lnTo>
                  <a:lnTo>
                    <a:pt x="63763" y="170334"/>
                  </a:lnTo>
                  <a:lnTo>
                    <a:pt x="63015" y="169885"/>
                  </a:lnTo>
                  <a:lnTo>
                    <a:pt x="62117" y="169436"/>
                  </a:lnTo>
                  <a:lnTo>
                    <a:pt x="62715" y="168837"/>
                  </a:lnTo>
                  <a:lnTo>
                    <a:pt x="63464" y="169286"/>
                  </a:lnTo>
                  <a:lnTo>
                    <a:pt x="64212" y="169586"/>
                  </a:lnTo>
                  <a:lnTo>
                    <a:pt x="64960" y="169885"/>
                  </a:lnTo>
                  <a:lnTo>
                    <a:pt x="64960" y="169736"/>
                  </a:lnTo>
                  <a:lnTo>
                    <a:pt x="63314" y="168837"/>
                  </a:lnTo>
                  <a:lnTo>
                    <a:pt x="62865" y="168538"/>
                  </a:lnTo>
                  <a:lnTo>
                    <a:pt x="63464" y="168089"/>
                  </a:lnTo>
                  <a:lnTo>
                    <a:pt x="63913" y="168239"/>
                  </a:lnTo>
                  <a:lnTo>
                    <a:pt x="65409" y="168987"/>
                  </a:lnTo>
                  <a:lnTo>
                    <a:pt x="65559" y="168837"/>
                  </a:lnTo>
                  <a:lnTo>
                    <a:pt x="65409" y="168837"/>
                  </a:lnTo>
                  <a:lnTo>
                    <a:pt x="64212" y="168089"/>
                  </a:lnTo>
                  <a:lnTo>
                    <a:pt x="63613" y="167790"/>
                  </a:lnTo>
                  <a:lnTo>
                    <a:pt x="64362" y="167191"/>
                  </a:lnTo>
                  <a:lnTo>
                    <a:pt x="64811" y="167490"/>
                  </a:lnTo>
                  <a:lnTo>
                    <a:pt x="65858" y="168089"/>
                  </a:lnTo>
                  <a:lnTo>
                    <a:pt x="66008" y="167939"/>
                  </a:lnTo>
                  <a:lnTo>
                    <a:pt x="65260" y="167490"/>
                  </a:lnTo>
                  <a:lnTo>
                    <a:pt x="64511" y="167041"/>
                  </a:lnTo>
                  <a:lnTo>
                    <a:pt x="65110" y="166592"/>
                  </a:lnTo>
                  <a:lnTo>
                    <a:pt x="65260" y="166592"/>
                  </a:lnTo>
                  <a:lnTo>
                    <a:pt x="65858" y="166892"/>
                  </a:lnTo>
                  <a:lnTo>
                    <a:pt x="66457" y="167041"/>
                  </a:lnTo>
                  <a:lnTo>
                    <a:pt x="65409" y="166443"/>
                  </a:lnTo>
                  <a:lnTo>
                    <a:pt x="65260" y="166293"/>
                  </a:lnTo>
                  <a:lnTo>
                    <a:pt x="65709" y="165844"/>
                  </a:lnTo>
                  <a:lnTo>
                    <a:pt x="66906" y="166293"/>
                  </a:lnTo>
                  <a:lnTo>
                    <a:pt x="67056" y="166293"/>
                  </a:lnTo>
                  <a:lnTo>
                    <a:pt x="67056" y="166143"/>
                  </a:lnTo>
                  <a:lnTo>
                    <a:pt x="66008" y="165694"/>
                  </a:lnTo>
                  <a:lnTo>
                    <a:pt x="66457" y="165095"/>
                  </a:lnTo>
                  <a:lnTo>
                    <a:pt x="66607" y="165245"/>
                  </a:lnTo>
                  <a:lnTo>
                    <a:pt x="67056" y="165395"/>
                  </a:lnTo>
                  <a:lnTo>
                    <a:pt x="67655" y="165545"/>
                  </a:lnTo>
                  <a:lnTo>
                    <a:pt x="67655" y="165395"/>
                  </a:lnTo>
                  <a:lnTo>
                    <a:pt x="66906" y="164946"/>
                  </a:lnTo>
                  <a:lnTo>
                    <a:pt x="66607" y="164946"/>
                  </a:lnTo>
                  <a:lnTo>
                    <a:pt x="66906" y="164646"/>
                  </a:lnTo>
                  <a:lnTo>
                    <a:pt x="67206" y="164497"/>
                  </a:lnTo>
                  <a:lnTo>
                    <a:pt x="67954" y="164646"/>
                  </a:lnTo>
                  <a:lnTo>
                    <a:pt x="67954" y="164497"/>
                  </a:lnTo>
                  <a:lnTo>
                    <a:pt x="67355" y="164197"/>
                  </a:lnTo>
                  <a:lnTo>
                    <a:pt x="67655" y="163898"/>
                  </a:lnTo>
                  <a:lnTo>
                    <a:pt x="67954" y="163748"/>
                  </a:lnTo>
                  <a:close/>
                  <a:moveTo>
                    <a:pt x="141446" y="163748"/>
                  </a:moveTo>
                  <a:lnTo>
                    <a:pt x="141745" y="163898"/>
                  </a:lnTo>
                  <a:lnTo>
                    <a:pt x="142045" y="164197"/>
                  </a:lnTo>
                  <a:lnTo>
                    <a:pt x="141446" y="164497"/>
                  </a:lnTo>
                  <a:lnTo>
                    <a:pt x="141446" y="164646"/>
                  </a:lnTo>
                  <a:lnTo>
                    <a:pt x="142194" y="164497"/>
                  </a:lnTo>
                  <a:lnTo>
                    <a:pt x="142494" y="164646"/>
                  </a:lnTo>
                  <a:lnTo>
                    <a:pt x="142793" y="164946"/>
                  </a:lnTo>
                  <a:lnTo>
                    <a:pt x="142643" y="164946"/>
                  </a:lnTo>
                  <a:lnTo>
                    <a:pt x="141745" y="165395"/>
                  </a:lnTo>
                  <a:lnTo>
                    <a:pt x="141895" y="165545"/>
                  </a:lnTo>
                  <a:lnTo>
                    <a:pt x="142344" y="165395"/>
                  </a:lnTo>
                  <a:lnTo>
                    <a:pt x="142793" y="165245"/>
                  </a:lnTo>
                  <a:lnTo>
                    <a:pt x="142943" y="165095"/>
                  </a:lnTo>
                  <a:lnTo>
                    <a:pt x="143542" y="165694"/>
                  </a:lnTo>
                  <a:lnTo>
                    <a:pt x="142344" y="166143"/>
                  </a:lnTo>
                  <a:lnTo>
                    <a:pt x="142344" y="166293"/>
                  </a:lnTo>
                  <a:lnTo>
                    <a:pt x="142494" y="166293"/>
                  </a:lnTo>
                  <a:lnTo>
                    <a:pt x="143691" y="165844"/>
                  </a:lnTo>
                  <a:lnTo>
                    <a:pt x="144140" y="166293"/>
                  </a:lnTo>
                  <a:lnTo>
                    <a:pt x="143991" y="166443"/>
                  </a:lnTo>
                  <a:lnTo>
                    <a:pt x="142943" y="167041"/>
                  </a:lnTo>
                  <a:lnTo>
                    <a:pt x="143093" y="167041"/>
                  </a:lnTo>
                  <a:lnTo>
                    <a:pt x="143542" y="166892"/>
                  </a:lnTo>
                  <a:lnTo>
                    <a:pt x="144140" y="166592"/>
                  </a:lnTo>
                  <a:lnTo>
                    <a:pt x="144440" y="166592"/>
                  </a:lnTo>
                  <a:lnTo>
                    <a:pt x="145038" y="167041"/>
                  </a:lnTo>
                  <a:lnTo>
                    <a:pt x="144140" y="167490"/>
                  </a:lnTo>
                  <a:lnTo>
                    <a:pt x="143542" y="167939"/>
                  </a:lnTo>
                  <a:lnTo>
                    <a:pt x="143542" y="168089"/>
                  </a:lnTo>
                  <a:lnTo>
                    <a:pt x="144589" y="167490"/>
                  </a:lnTo>
                  <a:lnTo>
                    <a:pt x="145188" y="167191"/>
                  </a:lnTo>
                  <a:lnTo>
                    <a:pt x="145787" y="167790"/>
                  </a:lnTo>
                  <a:lnTo>
                    <a:pt x="145338" y="168089"/>
                  </a:lnTo>
                  <a:lnTo>
                    <a:pt x="143991" y="168837"/>
                  </a:lnTo>
                  <a:lnTo>
                    <a:pt x="143991" y="168987"/>
                  </a:lnTo>
                  <a:lnTo>
                    <a:pt x="145487" y="168239"/>
                  </a:lnTo>
                  <a:lnTo>
                    <a:pt x="145936" y="168089"/>
                  </a:lnTo>
                  <a:lnTo>
                    <a:pt x="146535" y="168538"/>
                  </a:lnTo>
                  <a:lnTo>
                    <a:pt x="146236" y="168837"/>
                  </a:lnTo>
                  <a:lnTo>
                    <a:pt x="144440" y="169736"/>
                  </a:lnTo>
                  <a:lnTo>
                    <a:pt x="144440" y="169885"/>
                  </a:lnTo>
                  <a:lnTo>
                    <a:pt x="145188" y="169586"/>
                  </a:lnTo>
                  <a:lnTo>
                    <a:pt x="145936" y="169286"/>
                  </a:lnTo>
                  <a:lnTo>
                    <a:pt x="146685" y="168837"/>
                  </a:lnTo>
                  <a:lnTo>
                    <a:pt x="147433" y="169436"/>
                  </a:lnTo>
                  <a:lnTo>
                    <a:pt x="146535" y="169885"/>
                  </a:lnTo>
                  <a:lnTo>
                    <a:pt x="145787" y="170334"/>
                  </a:lnTo>
                  <a:lnTo>
                    <a:pt x="145038" y="170783"/>
                  </a:lnTo>
                  <a:lnTo>
                    <a:pt x="145787" y="170634"/>
                  </a:lnTo>
                  <a:lnTo>
                    <a:pt x="146685" y="170185"/>
                  </a:lnTo>
                  <a:lnTo>
                    <a:pt x="147583" y="169586"/>
                  </a:lnTo>
                  <a:lnTo>
                    <a:pt x="148481" y="170484"/>
                  </a:lnTo>
                  <a:lnTo>
                    <a:pt x="147583" y="170933"/>
                  </a:lnTo>
                  <a:lnTo>
                    <a:pt x="146086" y="171681"/>
                  </a:lnTo>
                  <a:lnTo>
                    <a:pt x="146086" y="171831"/>
                  </a:lnTo>
                  <a:lnTo>
                    <a:pt x="146834" y="171681"/>
                  </a:lnTo>
                  <a:lnTo>
                    <a:pt x="147433" y="171382"/>
                  </a:lnTo>
                  <a:lnTo>
                    <a:pt x="148631" y="170634"/>
                  </a:lnTo>
                  <a:lnTo>
                    <a:pt x="149379" y="171382"/>
                  </a:lnTo>
                  <a:lnTo>
                    <a:pt x="148032" y="171981"/>
                  </a:lnTo>
                  <a:lnTo>
                    <a:pt x="147283" y="172280"/>
                  </a:lnTo>
                  <a:lnTo>
                    <a:pt x="146535" y="172879"/>
                  </a:lnTo>
                  <a:lnTo>
                    <a:pt x="146535" y="173028"/>
                  </a:lnTo>
                  <a:lnTo>
                    <a:pt x="147433" y="172579"/>
                  </a:lnTo>
                  <a:lnTo>
                    <a:pt x="148182" y="172130"/>
                  </a:lnTo>
                  <a:lnTo>
                    <a:pt x="149529" y="171532"/>
                  </a:lnTo>
                  <a:lnTo>
                    <a:pt x="150127" y="172130"/>
                  </a:lnTo>
                  <a:lnTo>
                    <a:pt x="149080" y="172729"/>
                  </a:lnTo>
                  <a:lnTo>
                    <a:pt x="147283" y="173777"/>
                  </a:lnTo>
                  <a:lnTo>
                    <a:pt x="147283" y="173927"/>
                  </a:lnTo>
                  <a:lnTo>
                    <a:pt x="147433" y="173927"/>
                  </a:lnTo>
                  <a:lnTo>
                    <a:pt x="148331" y="173627"/>
                  </a:lnTo>
                  <a:lnTo>
                    <a:pt x="149080" y="173178"/>
                  </a:lnTo>
                  <a:lnTo>
                    <a:pt x="150277" y="172430"/>
                  </a:lnTo>
                  <a:lnTo>
                    <a:pt x="147283" y="174376"/>
                  </a:lnTo>
                  <a:lnTo>
                    <a:pt x="144290" y="176172"/>
                  </a:lnTo>
                  <a:lnTo>
                    <a:pt x="141296" y="165395"/>
                  </a:lnTo>
                  <a:lnTo>
                    <a:pt x="140997" y="164347"/>
                  </a:lnTo>
                  <a:lnTo>
                    <a:pt x="140847" y="163898"/>
                  </a:lnTo>
                  <a:lnTo>
                    <a:pt x="141446" y="163748"/>
                  </a:lnTo>
                  <a:close/>
                  <a:moveTo>
                    <a:pt x="69002" y="165844"/>
                  </a:moveTo>
                  <a:lnTo>
                    <a:pt x="73342" y="168239"/>
                  </a:lnTo>
                  <a:lnTo>
                    <a:pt x="77683" y="170185"/>
                  </a:lnTo>
                  <a:lnTo>
                    <a:pt x="82323" y="171981"/>
                  </a:lnTo>
                  <a:lnTo>
                    <a:pt x="87113" y="173328"/>
                  </a:lnTo>
                  <a:lnTo>
                    <a:pt x="82024" y="183207"/>
                  </a:lnTo>
                  <a:lnTo>
                    <a:pt x="77982" y="181859"/>
                  </a:lnTo>
                  <a:lnTo>
                    <a:pt x="73791" y="180363"/>
                  </a:lnTo>
                  <a:lnTo>
                    <a:pt x="69900" y="178716"/>
                  </a:lnTo>
                  <a:lnTo>
                    <a:pt x="66008" y="176770"/>
                  </a:lnTo>
                  <a:lnTo>
                    <a:pt x="69002" y="165844"/>
                  </a:lnTo>
                  <a:close/>
                  <a:moveTo>
                    <a:pt x="140398" y="165844"/>
                  </a:moveTo>
                  <a:lnTo>
                    <a:pt x="143392" y="176621"/>
                  </a:lnTo>
                  <a:lnTo>
                    <a:pt x="139500" y="178567"/>
                  </a:lnTo>
                  <a:lnTo>
                    <a:pt x="135609" y="180363"/>
                  </a:lnTo>
                  <a:lnTo>
                    <a:pt x="131567" y="181859"/>
                  </a:lnTo>
                  <a:lnTo>
                    <a:pt x="127376" y="183207"/>
                  </a:lnTo>
                  <a:lnTo>
                    <a:pt x="122437" y="173328"/>
                  </a:lnTo>
                  <a:lnTo>
                    <a:pt x="127077" y="171981"/>
                  </a:lnTo>
                  <a:lnTo>
                    <a:pt x="131717" y="170185"/>
                  </a:lnTo>
                  <a:lnTo>
                    <a:pt x="136058" y="168239"/>
                  </a:lnTo>
                  <a:lnTo>
                    <a:pt x="140398" y="165844"/>
                  </a:lnTo>
                  <a:close/>
                  <a:moveTo>
                    <a:pt x="89358" y="172280"/>
                  </a:moveTo>
                  <a:lnTo>
                    <a:pt x="89358" y="172879"/>
                  </a:lnTo>
                  <a:lnTo>
                    <a:pt x="89508" y="173927"/>
                  </a:lnTo>
                  <a:lnTo>
                    <a:pt x="90106" y="185152"/>
                  </a:lnTo>
                  <a:lnTo>
                    <a:pt x="86514" y="184404"/>
                  </a:lnTo>
                  <a:lnTo>
                    <a:pt x="83071" y="183506"/>
                  </a:lnTo>
                  <a:lnTo>
                    <a:pt x="84568" y="183656"/>
                  </a:lnTo>
                  <a:lnTo>
                    <a:pt x="85466" y="183805"/>
                  </a:lnTo>
                  <a:lnTo>
                    <a:pt x="86364" y="183955"/>
                  </a:lnTo>
                  <a:lnTo>
                    <a:pt x="86514" y="183805"/>
                  </a:lnTo>
                  <a:lnTo>
                    <a:pt x="84419" y="183356"/>
                  </a:lnTo>
                  <a:lnTo>
                    <a:pt x="83221" y="183207"/>
                  </a:lnTo>
                  <a:lnTo>
                    <a:pt x="83670" y="182309"/>
                  </a:lnTo>
                  <a:lnTo>
                    <a:pt x="85017" y="182458"/>
                  </a:lnTo>
                  <a:lnTo>
                    <a:pt x="85915" y="182608"/>
                  </a:lnTo>
                  <a:lnTo>
                    <a:pt x="86963" y="182758"/>
                  </a:lnTo>
                  <a:lnTo>
                    <a:pt x="86963" y="182608"/>
                  </a:lnTo>
                  <a:lnTo>
                    <a:pt x="85915" y="182309"/>
                  </a:lnTo>
                  <a:lnTo>
                    <a:pt x="85017" y="182159"/>
                  </a:lnTo>
                  <a:lnTo>
                    <a:pt x="83820" y="182009"/>
                  </a:lnTo>
                  <a:lnTo>
                    <a:pt x="84119" y="181261"/>
                  </a:lnTo>
                  <a:lnTo>
                    <a:pt x="85616" y="181560"/>
                  </a:lnTo>
                  <a:lnTo>
                    <a:pt x="86963" y="181560"/>
                  </a:lnTo>
                  <a:lnTo>
                    <a:pt x="86963" y="181410"/>
                  </a:lnTo>
                  <a:lnTo>
                    <a:pt x="85317" y="181111"/>
                  </a:lnTo>
                  <a:lnTo>
                    <a:pt x="84269" y="180961"/>
                  </a:lnTo>
                  <a:lnTo>
                    <a:pt x="84868" y="179914"/>
                  </a:lnTo>
                  <a:lnTo>
                    <a:pt x="86215" y="180213"/>
                  </a:lnTo>
                  <a:lnTo>
                    <a:pt x="87712" y="180213"/>
                  </a:lnTo>
                  <a:lnTo>
                    <a:pt x="87712" y="180063"/>
                  </a:lnTo>
                  <a:lnTo>
                    <a:pt x="86813" y="179914"/>
                  </a:lnTo>
                  <a:lnTo>
                    <a:pt x="85915" y="179764"/>
                  </a:lnTo>
                  <a:lnTo>
                    <a:pt x="85017" y="179614"/>
                  </a:lnTo>
                  <a:lnTo>
                    <a:pt x="85466" y="178716"/>
                  </a:lnTo>
                  <a:lnTo>
                    <a:pt x="86364" y="179016"/>
                  </a:lnTo>
                  <a:lnTo>
                    <a:pt x="87113" y="179165"/>
                  </a:lnTo>
                  <a:lnTo>
                    <a:pt x="87861" y="179165"/>
                  </a:lnTo>
                  <a:lnTo>
                    <a:pt x="87861" y="179016"/>
                  </a:lnTo>
                  <a:lnTo>
                    <a:pt x="85915" y="178716"/>
                  </a:lnTo>
                  <a:lnTo>
                    <a:pt x="85466" y="178567"/>
                  </a:lnTo>
                  <a:lnTo>
                    <a:pt x="85915" y="177818"/>
                  </a:lnTo>
                  <a:lnTo>
                    <a:pt x="86364" y="177968"/>
                  </a:lnTo>
                  <a:lnTo>
                    <a:pt x="87113" y="177968"/>
                  </a:lnTo>
                  <a:lnTo>
                    <a:pt x="88011" y="178118"/>
                  </a:lnTo>
                  <a:lnTo>
                    <a:pt x="88011" y="177968"/>
                  </a:lnTo>
                  <a:lnTo>
                    <a:pt x="86813" y="177668"/>
                  </a:lnTo>
                  <a:lnTo>
                    <a:pt x="86065" y="177668"/>
                  </a:lnTo>
                  <a:lnTo>
                    <a:pt x="86364" y="176920"/>
                  </a:lnTo>
                  <a:lnTo>
                    <a:pt x="87262" y="177070"/>
                  </a:lnTo>
                  <a:lnTo>
                    <a:pt x="88161" y="177070"/>
                  </a:lnTo>
                  <a:lnTo>
                    <a:pt x="88161" y="176920"/>
                  </a:lnTo>
                  <a:lnTo>
                    <a:pt x="87412" y="176770"/>
                  </a:lnTo>
                  <a:lnTo>
                    <a:pt x="86514" y="176621"/>
                  </a:lnTo>
                  <a:lnTo>
                    <a:pt x="86813" y="175872"/>
                  </a:lnTo>
                  <a:lnTo>
                    <a:pt x="87562" y="176022"/>
                  </a:lnTo>
                  <a:lnTo>
                    <a:pt x="88310" y="176022"/>
                  </a:lnTo>
                  <a:lnTo>
                    <a:pt x="88310" y="175872"/>
                  </a:lnTo>
                  <a:lnTo>
                    <a:pt x="87113" y="175723"/>
                  </a:lnTo>
                  <a:lnTo>
                    <a:pt x="86963" y="175723"/>
                  </a:lnTo>
                  <a:lnTo>
                    <a:pt x="87262" y="174974"/>
                  </a:lnTo>
                  <a:lnTo>
                    <a:pt x="88610" y="175124"/>
                  </a:lnTo>
                  <a:lnTo>
                    <a:pt x="88610" y="174974"/>
                  </a:lnTo>
                  <a:lnTo>
                    <a:pt x="87412" y="174825"/>
                  </a:lnTo>
                  <a:lnTo>
                    <a:pt x="87712" y="174226"/>
                  </a:lnTo>
                  <a:lnTo>
                    <a:pt x="88011" y="174226"/>
                  </a:lnTo>
                  <a:lnTo>
                    <a:pt x="88909" y="174076"/>
                  </a:lnTo>
                  <a:lnTo>
                    <a:pt x="89059" y="174076"/>
                  </a:lnTo>
                  <a:lnTo>
                    <a:pt x="88909" y="173927"/>
                  </a:lnTo>
                  <a:lnTo>
                    <a:pt x="87861" y="173927"/>
                  </a:lnTo>
                  <a:lnTo>
                    <a:pt x="88011" y="173627"/>
                  </a:lnTo>
                  <a:lnTo>
                    <a:pt x="88161" y="173178"/>
                  </a:lnTo>
                  <a:lnTo>
                    <a:pt x="88909" y="173178"/>
                  </a:lnTo>
                  <a:lnTo>
                    <a:pt x="88909" y="173028"/>
                  </a:lnTo>
                  <a:lnTo>
                    <a:pt x="88310" y="173028"/>
                  </a:lnTo>
                  <a:lnTo>
                    <a:pt x="88460" y="172729"/>
                  </a:lnTo>
                  <a:lnTo>
                    <a:pt x="88610" y="172280"/>
                  </a:lnTo>
                  <a:close/>
                  <a:moveTo>
                    <a:pt x="120790" y="172280"/>
                  </a:moveTo>
                  <a:lnTo>
                    <a:pt x="120940" y="172729"/>
                  </a:lnTo>
                  <a:lnTo>
                    <a:pt x="121090" y="173028"/>
                  </a:lnTo>
                  <a:lnTo>
                    <a:pt x="120491" y="173028"/>
                  </a:lnTo>
                  <a:lnTo>
                    <a:pt x="120491" y="173178"/>
                  </a:lnTo>
                  <a:lnTo>
                    <a:pt x="121239" y="173178"/>
                  </a:lnTo>
                  <a:lnTo>
                    <a:pt x="121389" y="173627"/>
                  </a:lnTo>
                  <a:lnTo>
                    <a:pt x="121539" y="173927"/>
                  </a:lnTo>
                  <a:lnTo>
                    <a:pt x="120491" y="173927"/>
                  </a:lnTo>
                  <a:lnTo>
                    <a:pt x="120491" y="174076"/>
                  </a:lnTo>
                  <a:lnTo>
                    <a:pt x="121389" y="174226"/>
                  </a:lnTo>
                  <a:lnTo>
                    <a:pt x="121688" y="174226"/>
                  </a:lnTo>
                  <a:lnTo>
                    <a:pt x="121988" y="174825"/>
                  </a:lnTo>
                  <a:lnTo>
                    <a:pt x="120790" y="174974"/>
                  </a:lnTo>
                  <a:lnTo>
                    <a:pt x="120790" y="175124"/>
                  </a:lnTo>
                  <a:lnTo>
                    <a:pt x="122138" y="174974"/>
                  </a:lnTo>
                  <a:lnTo>
                    <a:pt x="122437" y="175723"/>
                  </a:lnTo>
                  <a:lnTo>
                    <a:pt x="122287" y="175723"/>
                  </a:lnTo>
                  <a:lnTo>
                    <a:pt x="121090" y="175872"/>
                  </a:lnTo>
                  <a:lnTo>
                    <a:pt x="121090" y="176022"/>
                  </a:lnTo>
                  <a:lnTo>
                    <a:pt x="121838" y="176022"/>
                  </a:lnTo>
                  <a:lnTo>
                    <a:pt x="122587" y="175872"/>
                  </a:lnTo>
                  <a:lnTo>
                    <a:pt x="122886" y="176621"/>
                  </a:lnTo>
                  <a:lnTo>
                    <a:pt x="122138" y="176770"/>
                  </a:lnTo>
                  <a:lnTo>
                    <a:pt x="121239" y="176920"/>
                  </a:lnTo>
                  <a:lnTo>
                    <a:pt x="121239" y="177070"/>
                  </a:lnTo>
                  <a:lnTo>
                    <a:pt x="122138" y="177070"/>
                  </a:lnTo>
                  <a:lnTo>
                    <a:pt x="123036" y="176920"/>
                  </a:lnTo>
                  <a:lnTo>
                    <a:pt x="123485" y="177668"/>
                  </a:lnTo>
                  <a:lnTo>
                    <a:pt x="122736" y="177668"/>
                  </a:lnTo>
                  <a:lnTo>
                    <a:pt x="121389" y="177968"/>
                  </a:lnTo>
                  <a:lnTo>
                    <a:pt x="121389" y="178118"/>
                  </a:lnTo>
                  <a:lnTo>
                    <a:pt x="122287" y="177968"/>
                  </a:lnTo>
                  <a:lnTo>
                    <a:pt x="123185" y="177968"/>
                  </a:lnTo>
                  <a:lnTo>
                    <a:pt x="123634" y="177818"/>
                  </a:lnTo>
                  <a:lnTo>
                    <a:pt x="123934" y="178567"/>
                  </a:lnTo>
                  <a:lnTo>
                    <a:pt x="123485" y="178716"/>
                  </a:lnTo>
                  <a:lnTo>
                    <a:pt x="121539" y="179016"/>
                  </a:lnTo>
                  <a:lnTo>
                    <a:pt x="121539" y="179165"/>
                  </a:lnTo>
                  <a:lnTo>
                    <a:pt x="122287" y="179165"/>
                  </a:lnTo>
                  <a:lnTo>
                    <a:pt x="123036" y="179016"/>
                  </a:lnTo>
                  <a:lnTo>
                    <a:pt x="124083" y="178716"/>
                  </a:lnTo>
                  <a:lnTo>
                    <a:pt x="124532" y="179614"/>
                  </a:lnTo>
                  <a:lnTo>
                    <a:pt x="123634" y="179764"/>
                  </a:lnTo>
                  <a:lnTo>
                    <a:pt x="122736" y="179914"/>
                  </a:lnTo>
                  <a:lnTo>
                    <a:pt x="121838" y="180063"/>
                  </a:lnTo>
                  <a:lnTo>
                    <a:pt x="121838" y="180213"/>
                  </a:lnTo>
                  <a:lnTo>
                    <a:pt x="123185" y="180213"/>
                  </a:lnTo>
                  <a:lnTo>
                    <a:pt x="124532" y="179914"/>
                  </a:lnTo>
                  <a:lnTo>
                    <a:pt x="125131" y="180961"/>
                  </a:lnTo>
                  <a:lnTo>
                    <a:pt x="124233" y="181111"/>
                  </a:lnTo>
                  <a:lnTo>
                    <a:pt x="122437" y="181410"/>
                  </a:lnTo>
                  <a:lnTo>
                    <a:pt x="122437" y="181560"/>
                  </a:lnTo>
                  <a:lnTo>
                    <a:pt x="123784" y="181560"/>
                  </a:lnTo>
                  <a:lnTo>
                    <a:pt x="125281" y="181261"/>
                  </a:lnTo>
                  <a:lnTo>
                    <a:pt x="125730" y="182009"/>
                  </a:lnTo>
                  <a:lnTo>
                    <a:pt x="124383" y="182159"/>
                  </a:lnTo>
                  <a:lnTo>
                    <a:pt x="123485" y="182309"/>
                  </a:lnTo>
                  <a:lnTo>
                    <a:pt x="122437" y="182608"/>
                  </a:lnTo>
                  <a:lnTo>
                    <a:pt x="122437" y="182758"/>
                  </a:lnTo>
                  <a:lnTo>
                    <a:pt x="122587" y="182758"/>
                  </a:lnTo>
                  <a:lnTo>
                    <a:pt x="123485" y="182608"/>
                  </a:lnTo>
                  <a:lnTo>
                    <a:pt x="124383" y="182458"/>
                  </a:lnTo>
                  <a:lnTo>
                    <a:pt x="125730" y="182309"/>
                  </a:lnTo>
                  <a:lnTo>
                    <a:pt x="126179" y="183207"/>
                  </a:lnTo>
                  <a:lnTo>
                    <a:pt x="124981" y="183356"/>
                  </a:lnTo>
                  <a:lnTo>
                    <a:pt x="123036" y="183805"/>
                  </a:lnTo>
                  <a:lnTo>
                    <a:pt x="122886" y="183805"/>
                  </a:lnTo>
                  <a:lnTo>
                    <a:pt x="123036" y="183955"/>
                  </a:lnTo>
                  <a:lnTo>
                    <a:pt x="123934" y="183805"/>
                  </a:lnTo>
                  <a:lnTo>
                    <a:pt x="124832" y="183656"/>
                  </a:lnTo>
                  <a:lnTo>
                    <a:pt x="126329" y="183506"/>
                  </a:lnTo>
                  <a:lnTo>
                    <a:pt x="126478" y="183506"/>
                  </a:lnTo>
                  <a:lnTo>
                    <a:pt x="122886" y="184404"/>
                  </a:lnTo>
                  <a:lnTo>
                    <a:pt x="119294" y="185152"/>
                  </a:lnTo>
                  <a:lnTo>
                    <a:pt x="120042" y="173927"/>
                  </a:lnTo>
                  <a:lnTo>
                    <a:pt x="120042" y="172879"/>
                  </a:lnTo>
                  <a:lnTo>
                    <a:pt x="120042" y="172280"/>
                  </a:lnTo>
                  <a:close/>
                  <a:moveTo>
                    <a:pt x="90406" y="174076"/>
                  </a:moveTo>
                  <a:lnTo>
                    <a:pt x="94746" y="174825"/>
                  </a:lnTo>
                  <a:lnTo>
                    <a:pt x="99237" y="175274"/>
                  </a:lnTo>
                  <a:lnTo>
                    <a:pt x="100883" y="186350"/>
                  </a:lnTo>
                  <a:lnTo>
                    <a:pt x="95944" y="185901"/>
                  </a:lnTo>
                  <a:lnTo>
                    <a:pt x="91154" y="185302"/>
                  </a:lnTo>
                  <a:lnTo>
                    <a:pt x="90406" y="174076"/>
                  </a:lnTo>
                  <a:close/>
                  <a:moveTo>
                    <a:pt x="118994" y="174076"/>
                  </a:moveTo>
                  <a:lnTo>
                    <a:pt x="118246" y="185302"/>
                  </a:lnTo>
                  <a:lnTo>
                    <a:pt x="113756" y="185901"/>
                  </a:lnTo>
                  <a:lnTo>
                    <a:pt x="109265" y="186350"/>
                  </a:lnTo>
                  <a:lnTo>
                    <a:pt x="110762" y="175274"/>
                  </a:lnTo>
                  <a:lnTo>
                    <a:pt x="114953" y="174825"/>
                  </a:lnTo>
                  <a:lnTo>
                    <a:pt x="118994" y="174076"/>
                  </a:lnTo>
                  <a:close/>
                  <a:moveTo>
                    <a:pt x="15716" y="108218"/>
                  </a:moveTo>
                  <a:lnTo>
                    <a:pt x="19608" y="108816"/>
                  </a:lnTo>
                  <a:lnTo>
                    <a:pt x="20057" y="113905"/>
                  </a:lnTo>
                  <a:lnTo>
                    <a:pt x="20805" y="118845"/>
                  </a:lnTo>
                  <a:lnTo>
                    <a:pt x="21703" y="123635"/>
                  </a:lnTo>
                  <a:lnTo>
                    <a:pt x="22901" y="128424"/>
                  </a:lnTo>
                  <a:lnTo>
                    <a:pt x="24398" y="133064"/>
                  </a:lnTo>
                  <a:lnTo>
                    <a:pt x="26194" y="137555"/>
                  </a:lnTo>
                  <a:lnTo>
                    <a:pt x="28140" y="141895"/>
                  </a:lnTo>
                  <a:lnTo>
                    <a:pt x="30385" y="146236"/>
                  </a:lnTo>
                  <a:lnTo>
                    <a:pt x="32780" y="150277"/>
                  </a:lnTo>
                  <a:lnTo>
                    <a:pt x="35474" y="154319"/>
                  </a:lnTo>
                  <a:lnTo>
                    <a:pt x="38318" y="158061"/>
                  </a:lnTo>
                  <a:lnTo>
                    <a:pt x="41461" y="161653"/>
                  </a:lnTo>
                  <a:lnTo>
                    <a:pt x="44754" y="165095"/>
                  </a:lnTo>
                  <a:lnTo>
                    <a:pt x="48196" y="168388"/>
                  </a:lnTo>
                  <a:lnTo>
                    <a:pt x="51938" y="171382"/>
                  </a:lnTo>
                  <a:lnTo>
                    <a:pt x="55680" y="174376"/>
                  </a:lnTo>
                  <a:lnTo>
                    <a:pt x="56129" y="174675"/>
                  </a:lnTo>
                  <a:lnTo>
                    <a:pt x="57177" y="175573"/>
                  </a:lnTo>
                  <a:lnTo>
                    <a:pt x="58375" y="176321"/>
                  </a:lnTo>
                  <a:lnTo>
                    <a:pt x="61218" y="177968"/>
                  </a:lnTo>
                  <a:lnTo>
                    <a:pt x="64661" y="179764"/>
                  </a:lnTo>
                  <a:lnTo>
                    <a:pt x="64960" y="179914"/>
                  </a:lnTo>
                  <a:lnTo>
                    <a:pt x="64960" y="180063"/>
                  </a:lnTo>
                  <a:lnTo>
                    <a:pt x="65110" y="180063"/>
                  </a:lnTo>
                  <a:lnTo>
                    <a:pt x="68852" y="181859"/>
                  </a:lnTo>
                  <a:lnTo>
                    <a:pt x="72594" y="183656"/>
                  </a:lnTo>
                  <a:lnTo>
                    <a:pt x="76486" y="185003"/>
                  </a:lnTo>
                  <a:lnTo>
                    <a:pt x="80527" y="186350"/>
                  </a:lnTo>
                  <a:lnTo>
                    <a:pt x="80976" y="186500"/>
                  </a:lnTo>
                  <a:lnTo>
                    <a:pt x="82323" y="186949"/>
                  </a:lnTo>
                  <a:lnTo>
                    <a:pt x="83820" y="187398"/>
                  </a:lnTo>
                  <a:lnTo>
                    <a:pt x="86963" y="187996"/>
                  </a:lnTo>
                  <a:lnTo>
                    <a:pt x="90555" y="188745"/>
                  </a:lnTo>
                  <a:lnTo>
                    <a:pt x="94148" y="189194"/>
                  </a:lnTo>
                  <a:lnTo>
                    <a:pt x="97740" y="189643"/>
                  </a:lnTo>
                  <a:lnTo>
                    <a:pt x="101482" y="189792"/>
                  </a:lnTo>
                  <a:lnTo>
                    <a:pt x="102081" y="193684"/>
                  </a:lnTo>
                  <a:lnTo>
                    <a:pt x="97740" y="193534"/>
                  </a:lnTo>
                  <a:lnTo>
                    <a:pt x="93399" y="193085"/>
                  </a:lnTo>
                  <a:lnTo>
                    <a:pt x="89208" y="192487"/>
                  </a:lnTo>
                  <a:lnTo>
                    <a:pt x="85017" y="191589"/>
                  </a:lnTo>
                  <a:lnTo>
                    <a:pt x="80976" y="190541"/>
                  </a:lnTo>
                  <a:lnTo>
                    <a:pt x="76935" y="189343"/>
                  </a:lnTo>
                  <a:lnTo>
                    <a:pt x="72893" y="187996"/>
                  </a:lnTo>
                  <a:lnTo>
                    <a:pt x="69151" y="186350"/>
                  </a:lnTo>
                  <a:lnTo>
                    <a:pt x="65409" y="184554"/>
                  </a:lnTo>
                  <a:lnTo>
                    <a:pt x="61667" y="182758"/>
                  </a:lnTo>
                  <a:lnTo>
                    <a:pt x="58075" y="180662"/>
                  </a:lnTo>
                  <a:lnTo>
                    <a:pt x="54633" y="178417"/>
                  </a:lnTo>
                  <a:lnTo>
                    <a:pt x="51340" y="176022"/>
                  </a:lnTo>
                  <a:lnTo>
                    <a:pt x="48196" y="173477"/>
                  </a:lnTo>
                  <a:lnTo>
                    <a:pt x="45053" y="170783"/>
                  </a:lnTo>
                  <a:lnTo>
                    <a:pt x="42060" y="167939"/>
                  </a:lnTo>
                  <a:lnTo>
                    <a:pt x="39216" y="164946"/>
                  </a:lnTo>
                  <a:lnTo>
                    <a:pt x="36522" y="161952"/>
                  </a:lnTo>
                  <a:lnTo>
                    <a:pt x="33977" y="158809"/>
                  </a:lnTo>
                  <a:lnTo>
                    <a:pt x="31582" y="155366"/>
                  </a:lnTo>
                  <a:lnTo>
                    <a:pt x="29187" y="152073"/>
                  </a:lnTo>
                  <a:lnTo>
                    <a:pt x="27092" y="148481"/>
                  </a:lnTo>
                  <a:lnTo>
                    <a:pt x="25146" y="144889"/>
                  </a:lnTo>
                  <a:lnTo>
                    <a:pt x="23350" y="141147"/>
                  </a:lnTo>
                  <a:lnTo>
                    <a:pt x="21853" y="137255"/>
                  </a:lnTo>
                  <a:lnTo>
                    <a:pt x="20356" y="133364"/>
                  </a:lnTo>
                  <a:lnTo>
                    <a:pt x="19159" y="129322"/>
                  </a:lnTo>
                  <a:lnTo>
                    <a:pt x="18111" y="125281"/>
                  </a:lnTo>
                  <a:lnTo>
                    <a:pt x="17213" y="121090"/>
                  </a:lnTo>
                  <a:lnTo>
                    <a:pt x="16465" y="116899"/>
                  </a:lnTo>
                  <a:lnTo>
                    <a:pt x="16016" y="112558"/>
                  </a:lnTo>
                  <a:lnTo>
                    <a:pt x="15716" y="108218"/>
                  </a:lnTo>
                  <a:close/>
                  <a:moveTo>
                    <a:pt x="193684" y="107469"/>
                  </a:moveTo>
                  <a:lnTo>
                    <a:pt x="193534" y="111810"/>
                  </a:lnTo>
                  <a:lnTo>
                    <a:pt x="193085" y="116001"/>
                  </a:lnTo>
                  <a:lnTo>
                    <a:pt x="192337" y="120342"/>
                  </a:lnTo>
                  <a:lnTo>
                    <a:pt x="191588" y="124383"/>
                  </a:lnTo>
                  <a:lnTo>
                    <a:pt x="190541" y="128574"/>
                  </a:lnTo>
                  <a:lnTo>
                    <a:pt x="189343" y="132615"/>
                  </a:lnTo>
                  <a:lnTo>
                    <a:pt x="187846" y="136507"/>
                  </a:lnTo>
                  <a:lnTo>
                    <a:pt x="186350" y="140399"/>
                  </a:lnTo>
                  <a:lnTo>
                    <a:pt x="184553" y="144140"/>
                  </a:lnTo>
                  <a:lnTo>
                    <a:pt x="182608" y="147733"/>
                  </a:lnTo>
                  <a:lnTo>
                    <a:pt x="180512" y="151325"/>
                  </a:lnTo>
                  <a:lnTo>
                    <a:pt x="178267" y="154768"/>
                  </a:lnTo>
                  <a:lnTo>
                    <a:pt x="175872" y="158061"/>
                  </a:lnTo>
                  <a:lnTo>
                    <a:pt x="173477" y="161354"/>
                  </a:lnTo>
                  <a:lnTo>
                    <a:pt x="170783" y="164347"/>
                  </a:lnTo>
                  <a:lnTo>
                    <a:pt x="167939" y="167341"/>
                  </a:lnTo>
                  <a:lnTo>
                    <a:pt x="164946" y="170185"/>
                  </a:lnTo>
                  <a:lnTo>
                    <a:pt x="161952" y="172879"/>
                  </a:lnTo>
                  <a:lnTo>
                    <a:pt x="158659" y="175573"/>
                  </a:lnTo>
                  <a:lnTo>
                    <a:pt x="155366" y="177968"/>
                  </a:lnTo>
                  <a:lnTo>
                    <a:pt x="151924" y="180213"/>
                  </a:lnTo>
                  <a:lnTo>
                    <a:pt x="148481" y="182309"/>
                  </a:lnTo>
                  <a:lnTo>
                    <a:pt x="144739" y="184254"/>
                  </a:lnTo>
                  <a:lnTo>
                    <a:pt x="140997" y="186050"/>
                  </a:lnTo>
                  <a:lnTo>
                    <a:pt x="137255" y="187697"/>
                  </a:lnTo>
                  <a:lnTo>
                    <a:pt x="133214" y="189044"/>
                  </a:lnTo>
                  <a:lnTo>
                    <a:pt x="129322" y="190391"/>
                  </a:lnTo>
                  <a:lnTo>
                    <a:pt x="125131" y="191439"/>
                  </a:lnTo>
                  <a:lnTo>
                    <a:pt x="121090" y="192337"/>
                  </a:lnTo>
                  <a:lnTo>
                    <a:pt x="116899" y="192936"/>
                  </a:lnTo>
                  <a:lnTo>
                    <a:pt x="112558" y="193385"/>
                  </a:lnTo>
                  <a:lnTo>
                    <a:pt x="108217" y="193684"/>
                  </a:lnTo>
                  <a:lnTo>
                    <a:pt x="108816" y="189792"/>
                  </a:lnTo>
                  <a:lnTo>
                    <a:pt x="112109" y="189493"/>
                  </a:lnTo>
                  <a:lnTo>
                    <a:pt x="115552" y="189194"/>
                  </a:lnTo>
                  <a:lnTo>
                    <a:pt x="118845" y="188745"/>
                  </a:lnTo>
                  <a:lnTo>
                    <a:pt x="122138" y="187996"/>
                  </a:lnTo>
                  <a:lnTo>
                    <a:pt x="125430" y="187398"/>
                  </a:lnTo>
                  <a:lnTo>
                    <a:pt x="127077" y="186949"/>
                  </a:lnTo>
                  <a:lnTo>
                    <a:pt x="128424" y="186500"/>
                  </a:lnTo>
                  <a:lnTo>
                    <a:pt x="128873" y="186350"/>
                  </a:lnTo>
                  <a:lnTo>
                    <a:pt x="132615" y="185152"/>
                  </a:lnTo>
                  <a:lnTo>
                    <a:pt x="136357" y="183805"/>
                  </a:lnTo>
                  <a:lnTo>
                    <a:pt x="139949" y="182309"/>
                  </a:lnTo>
                  <a:lnTo>
                    <a:pt x="143392" y="180512"/>
                  </a:lnTo>
                  <a:lnTo>
                    <a:pt x="144290" y="180063"/>
                  </a:lnTo>
                  <a:lnTo>
                    <a:pt x="144889" y="179764"/>
                  </a:lnTo>
                  <a:lnTo>
                    <a:pt x="148182" y="177968"/>
                  </a:lnTo>
                  <a:lnTo>
                    <a:pt x="151025" y="176321"/>
                  </a:lnTo>
                  <a:lnTo>
                    <a:pt x="152223" y="175573"/>
                  </a:lnTo>
                  <a:lnTo>
                    <a:pt x="153420" y="174675"/>
                  </a:lnTo>
                  <a:lnTo>
                    <a:pt x="153869" y="174376"/>
                  </a:lnTo>
                  <a:lnTo>
                    <a:pt x="153720" y="174226"/>
                  </a:lnTo>
                  <a:lnTo>
                    <a:pt x="156863" y="171981"/>
                  </a:lnTo>
                  <a:lnTo>
                    <a:pt x="160006" y="169436"/>
                  </a:lnTo>
                  <a:lnTo>
                    <a:pt x="161952" y="167790"/>
                  </a:lnTo>
                  <a:lnTo>
                    <a:pt x="164047" y="165694"/>
                  </a:lnTo>
                  <a:lnTo>
                    <a:pt x="165993" y="163748"/>
                  </a:lnTo>
                  <a:lnTo>
                    <a:pt x="168089" y="161503"/>
                  </a:lnTo>
                  <a:lnTo>
                    <a:pt x="169885" y="159408"/>
                  </a:lnTo>
                  <a:lnTo>
                    <a:pt x="170633" y="158510"/>
                  </a:lnTo>
                  <a:lnTo>
                    <a:pt x="172579" y="156115"/>
                  </a:lnTo>
                  <a:lnTo>
                    <a:pt x="173777" y="154468"/>
                  </a:lnTo>
                  <a:lnTo>
                    <a:pt x="174226" y="153870"/>
                  </a:lnTo>
                  <a:lnTo>
                    <a:pt x="175872" y="151325"/>
                  </a:lnTo>
                  <a:lnTo>
                    <a:pt x="177519" y="148781"/>
                  </a:lnTo>
                  <a:lnTo>
                    <a:pt x="179015" y="146236"/>
                  </a:lnTo>
                  <a:lnTo>
                    <a:pt x="180362" y="143542"/>
                  </a:lnTo>
                  <a:lnTo>
                    <a:pt x="181710" y="140848"/>
                  </a:lnTo>
                  <a:lnTo>
                    <a:pt x="183057" y="138153"/>
                  </a:lnTo>
                  <a:lnTo>
                    <a:pt x="184104" y="135309"/>
                  </a:lnTo>
                  <a:lnTo>
                    <a:pt x="185152" y="132466"/>
                  </a:lnTo>
                  <a:lnTo>
                    <a:pt x="186200" y="129472"/>
                  </a:lnTo>
                  <a:lnTo>
                    <a:pt x="186948" y="126478"/>
                  </a:lnTo>
                  <a:lnTo>
                    <a:pt x="187697" y="123485"/>
                  </a:lnTo>
                  <a:lnTo>
                    <a:pt x="188295" y="120491"/>
                  </a:lnTo>
                  <a:lnTo>
                    <a:pt x="188894" y="117498"/>
                  </a:lnTo>
                  <a:lnTo>
                    <a:pt x="189343" y="114354"/>
                  </a:lnTo>
                  <a:lnTo>
                    <a:pt x="189642" y="111211"/>
                  </a:lnTo>
                  <a:lnTo>
                    <a:pt x="189792" y="108068"/>
                  </a:lnTo>
                  <a:lnTo>
                    <a:pt x="193684" y="107469"/>
                  </a:lnTo>
                  <a:close/>
                  <a:moveTo>
                    <a:pt x="104925" y="105972"/>
                  </a:moveTo>
                  <a:lnTo>
                    <a:pt x="105523" y="106571"/>
                  </a:lnTo>
                  <a:lnTo>
                    <a:pt x="107020" y="108068"/>
                  </a:lnTo>
                  <a:lnTo>
                    <a:pt x="107170" y="108218"/>
                  </a:lnTo>
                  <a:lnTo>
                    <a:pt x="108217" y="109265"/>
                  </a:lnTo>
                  <a:lnTo>
                    <a:pt x="108367" y="109415"/>
                  </a:lnTo>
                  <a:lnTo>
                    <a:pt x="104925" y="109415"/>
                  </a:lnTo>
                  <a:lnTo>
                    <a:pt x="104775" y="109565"/>
                  </a:lnTo>
                  <a:lnTo>
                    <a:pt x="103278" y="109565"/>
                  </a:lnTo>
                  <a:lnTo>
                    <a:pt x="102679" y="109714"/>
                  </a:lnTo>
                  <a:lnTo>
                    <a:pt x="102530" y="109714"/>
                  </a:lnTo>
                  <a:lnTo>
                    <a:pt x="102530" y="109864"/>
                  </a:lnTo>
                  <a:lnTo>
                    <a:pt x="102530" y="110014"/>
                  </a:lnTo>
                  <a:lnTo>
                    <a:pt x="102679" y="110014"/>
                  </a:lnTo>
                  <a:lnTo>
                    <a:pt x="103877" y="110163"/>
                  </a:lnTo>
                  <a:lnTo>
                    <a:pt x="104326" y="110163"/>
                  </a:lnTo>
                  <a:lnTo>
                    <a:pt x="105523" y="110313"/>
                  </a:lnTo>
                  <a:lnTo>
                    <a:pt x="109265" y="110313"/>
                  </a:lnTo>
                  <a:lnTo>
                    <a:pt x="110612" y="111511"/>
                  </a:lnTo>
                  <a:lnTo>
                    <a:pt x="110612" y="111660"/>
                  </a:lnTo>
                  <a:lnTo>
                    <a:pt x="111361" y="112259"/>
                  </a:lnTo>
                  <a:lnTo>
                    <a:pt x="111510" y="112409"/>
                  </a:lnTo>
                  <a:lnTo>
                    <a:pt x="111959" y="112858"/>
                  </a:lnTo>
                  <a:lnTo>
                    <a:pt x="109265" y="112708"/>
                  </a:lnTo>
                  <a:lnTo>
                    <a:pt x="106571" y="112558"/>
                  </a:lnTo>
                  <a:lnTo>
                    <a:pt x="106421" y="112558"/>
                  </a:lnTo>
                  <a:lnTo>
                    <a:pt x="105673" y="112708"/>
                  </a:lnTo>
                  <a:lnTo>
                    <a:pt x="104326" y="112708"/>
                  </a:lnTo>
                  <a:lnTo>
                    <a:pt x="103278" y="112858"/>
                  </a:lnTo>
                  <a:lnTo>
                    <a:pt x="102979" y="112858"/>
                  </a:lnTo>
                  <a:lnTo>
                    <a:pt x="101781" y="113007"/>
                  </a:lnTo>
                  <a:lnTo>
                    <a:pt x="101781" y="113157"/>
                  </a:lnTo>
                  <a:lnTo>
                    <a:pt x="103727" y="113456"/>
                  </a:lnTo>
                  <a:lnTo>
                    <a:pt x="104475" y="113456"/>
                  </a:lnTo>
                  <a:lnTo>
                    <a:pt x="105673" y="113606"/>
                  </a:lnTo>
                  <a:lnTo>
                    <a:pt x="109116" y="113456"/>
                  </a:lnTo>
                  <a:lnTo>
                    <a:pt x="112408" y="113307"/>
                  </a:lnTo>
                  <a:lnTo>
                    <a:pt x="115851" y="116600"/>
                  </a:lnTo>
                  <a:lnTo>
                    <a:pt x="116599" y="117198"/>
                  </a:lnTo>
                  <a:lnTo>
                    <a:pt x="117048" y="117647"/>
                  </a:lnTo>
                  <a:lnTo>
                    <a:pt x="116749" y="119444"/>
                  </a:lnTo>
                  <a:lnTo>
                    <a:pt x="116300" y="119294"/>
                  </a:lnTo>
                  <a:lnTo>
                    <a:pt x="115552" y="119294"/>
                  </a:lnTo>
                  <a:lnTo>
                    <a:pt x="113157" y="119144"/>
                  </a:lnTo>
                  <a:lnTo>
                    <a:pt x="110762" y="119144"/>
                  </a:lnTo>
                  <a:lnTo>
                    <a:pt x="105972" y="119294"/>
                  </a:lnTo>
                  <a:lnTo>
                    <a:pt x="103577" y="119294"/>
                  </a:lnTo>
                  <a:lnTo>
                    <a:pt x="103428" y="119444"/>
                  </a:lnTo>
                  <a:lnTo>
                    <a:pt x="103428" y="119593"/>
                  </a:lnTo>
                  <a:lnTo>
                    <a:pt x="103428" y="119743"/>
                  </a:lnTo>
                  <a:lnTo>
                    <a:pt x="104625" y="119743"/>
                  </a:lnTo>
                  <a:lnTo>
                    <a:pt x="105523" y="119893"/>
                  </a:lnTo>
                  <a:lnTo>
                    <a:pt x="106721" y="119893"/>
                  </a:lnTo>
                  <a:lnTo>
                    <a:pt x="111061" y="120042"/>
                  </a:lnTo>
                  <a:lnTo>
                    <a:pt x="113307" y="120042"/>
                  </a:lnTo>
                  <a:lnTo>
                    <a:pt x="115402" y="119893"/>
                  </a:lnTo>
                  <a:lnTo>
                    <a:pt x="116150" y="119743"/>
                  </a:lnTo>
                  <a:lnTo>
                    <a:pt x="116749" y="119743"/>
                  </a:lnTo>
                  <a:lnTo>
                    <a:pt x="115851" y="126628"/>
                  </a:lnTo>
                  <a:lnTo>
                    <a:pt x="115701" y="127227"/>
                  </a:lnTo>
                  <a:lnTo>
                    <a:pt x="115552" y="127975"/>
                  </a:lnTo>
                  <a:lnTo>
                    <a:pt x="112857" y="147733"/>
                  </a:lnTo>
                  <a:lnTo>
                    <a:pt x="112708" y="149230"/>
                  </a:lnTo>
                  <a:lnTo>
                    <a:pt x="111660" y="156414"/>
                  </a:lnTo>
                  <a:lnTo>
                    <a:pt x="111510" y="158210"/>
                  </a:lnTo>
                  <a:lnTo>
                    <a:pt x="109265" y="174376"/>
                  </a:lnTo>
                  <a:lnTo>
                    <a:pt x="109116" y="175423"/>
                  </a:lnTo>
                  <a:lnTo>
                    <a:pt x="107619" y="186350"/>
                  </a:lnTo>
                  <a:lnTo>
                    <a:pt x="107170" y="189792"/>
                  </a:lnTo>
                  <a:lnTo>
                    <a:pt x="106571" y="193834"/>
                  </a:lnTo>
                  <a:lnTo>
                    <a:pt x="106122" y="197127"/>
                  </a:lnTo>
                  <a:lnTo>
                    <a:pt x="105673" y="199971"/>
                  </a:lnTo>
                  <a:lnTo>
                    <a:pt x="105224" y="203713"/>
                  </a:lnTo>
                  <a:lnTo>
                    <a:pt x="104625" y="199971"/>
                  </a:lnTo>
                  <a:lnTo>
                    <a:pt x="104176" y="197127"/>
                  </a:lnTo>
                  <a:lnTo>
                    <a:pt x="103727" y="193834"/>
                  </a:lnTo>
                  <a:lnTo>
                    <a:pt x="103128" y="189792"/>
                  </a:lnTo>
                  <a:lnTo>
                    <a:pt x="102530" y="186350"/>
                  </a:lnTo>
                  <a:lnTo>
                    <a:pt x="100883" y="175423"/>
                  </a:lnTo>
                  <a:lnTo>
                    <a:pt x="100734" y="174525"/>
                  </a:lnTo>
                  <a:lnTo>
                    <a:pt x="98339" y="158210"/>
                  </a:lnTo>
                  <a:lnTo>
                    <a:pt x="98039" y="156414"/>
                  </a:lnTo>
                  <a:lnTo>
                    <a:pt x="96992" y="149379"/>
                  </a:lnTo>
                  <a:lnTo>
                    <a:pt x="96692" y="147733"/>
                  </a:lnTo>
                  <a:lnTo>
                    <a:pt x="93848" y="128724"/>
                  </a:lnTo>
                  <a:lnTo>
                    <a:pt x="93699" y="127975"/>
                  </a:lnTo>
                  <a:lnTo>
                    <a:pt x="93699" y="127376"/>
                  </a:lnTo>
                  <a:lnTo>
                    <a:pt x="93100" y="124084"/>
                  </a:lnTo>
                  <a:lnTo>
                    <a:pt x="93100" y="123485"/>
                  </a:lnTo>
                  <a:lnTo>
                    <a:pt x="92501" y="119743"/>
                  </a:lnTo>
                  <a:lnTo>
                    <a:pt x="92501" y="119444"/>
                  </a:lnTo>
                  <a:lnTo>
                    <a:pt x="92352" y="118845"/>
                  </a:lnTo>
                  <a:lnTo>
                    <a:pt x="92651" y="118845"/>
                  </a:lnTo>
                  <a:lnTo>
                    <a:pt x="92950" y="118545"/>
                  </a:lnTo>
                  <a:lnTo>
                    <a:pt x="93549" y="117797"/>
                  </a:lnTo>
                  <a:lnTo>
                    <a:pt x="93848" y="117498"/>
                  </a:lnTo>
                  <a:lnTo>
                    <a:pt x="95495" y="115702"/>
                  </a:lnTo>
                  <a:lnTo>
                    <a:pt x="95644" y="115702"/>
                  </a:lnTo>
                  <a:lnTo>
                    <a:pt x="97141" y="113905"/>
                  </a:lnTo>
                  <a:lnTo>
                    <a:pt x="97291" y="113905"/>
                  </a:lnTo>
                  <a:lnTo>
                    <a:pt x="98937" y="112109"/>
                  </a:lnTo>
                  <a:lnTo>
                    <a:pt x="99237" y="111660"/>
                  </a:lnTo>
                  <a:lnTo>
                    <a:pt x="99386" y="112409"/>
                  </a:lnTo>
                  <a:lnTo>
                    <a:pt x="99386" y="112558"/>
                  </a:lnTo>
                  <a:lnTo>
                    <a:pt x="99386" y="113606"/>
                  </a:lnTo>
                  <a:lnTo>
                    <a:pt x="99536" y="113756"/>
                  </a:lnTo>
                  <a:lnTo>
                    <a:pt x="99686" y="113606"/>
                  </a:lnTo>
                  <a:lnTo>
                    <a:pt x="99835" y="113007"/>
                  </a:lnTo>
                  <a:lnTo>
                    <a:pt x="99835" y="112858"/>
                  </a:lnTo>
                  <a:lnTo>
                    <a:pt x="99985" y="111062"/>
                  </a:lnTo>
                  <a:lnTo>
                    <a:pt x="100584" y="110313"/>
                  </a:lnTo>
                  <a:lnTo>
                    <a:pt x="100734" y="110163"/>
                  </a:lnTo>
                  <a:lnTo>
                    <a:pt x="102230" y="108517"/>
                  </a:lnTo>
                  <a:lnTo>
                    <a:pt x="102380" y="108367"/>
                  </a:lnTo>
                  <a:lnTo>
                    <a:pt x="104176" y="106421"/>
                  </a:lnTo>
                  <a:lnTo>
                    <a:pt x="104775" y="105972"/>
                  </a:lnTo>
                  <a:close/>
                  <a:moveTo>
                    <a:pt x="103428" y="0"/>
                  </a:moveTo>
                  <a:lnTo>
                    <a:pt x="101632" y="12423"/>
                  </a:lnTo>
                  <a:lnTo>
                    <a:pt x="97141" y="12573"/>
                  </a:lnTo>
                  <a:lnTo>
                    <a:pt x="92651" y="13172"/>
                  </a:lnTo>
                  <a:lnTo>
                    <a:pt x="88161" y="13770"/>
                  </a:lnTo>
                  <a:lnTo>
                    <a:pt x="83820" y="14669"/>
                  </a:lnTo>
                  <a:lnTo>
                    <a:pt x="79629" y="15866"/>
                  </a:lnTo>
                  <a:lnTo>
                    <a:pt x="75288" y="17063"/>
                  </a:lnTo>
                  <a:lnTo>
                    <a:pt x="71247" y="18560"/>
                  </a:lnTo>
                  <a:lnTo>
                    <a:pt x="67206" y="20207"/>
                  </a:lnTo>
                  <a:lnTo>
                    <a:pt x="63314" y="22152"/>
                  </a:lnTo>
                  <a:lnTo>
                    <a:pt x="59572" y="24098"/>
                  </a:lnTo>
                  <a:lnTo>
                    <a:pt x="55830" y="26343"/>
                  </a:lnTo>
                  <a:lnTo>
                    <a:pt x="52238" y="28738"/>
                  </a:lnTo>
                  <a:lnTo>
                    <a:pt x="48795" y="31283"/>
                  </a:lnTo>
                  <a:lnTo>
                    <a:pt x="45353" y="33977"/>
                  </a:lnTo>
                  <a:lnTo>
                    <a:pt x="42209" y="36821"/>
                  </a:lnTo>
                  <a:lnTo>
                    <a:pt x="39066" y="39665"/>
                  </a:lnTo>
                  <a:lnTo>
                    <a:pt x="36072" y="42808"/>
                  </a:lnTo>
                  <a:lnTo>
                    <a:pt x="33378" y="46101"/>
                  </a:lnTo>
                  <a:lnTo>
                    <a:pt x="30684" y="49394"/>
                  </a:lnTo>
                  <a:lnTo>
                    <a:pt x="28140" y="52986"/>
                  </a:lnTo>
                  <a:lnTo>
                    <a:pt x="25894" y="56579"/>
                  </a:lnTo>
                  <a:lnTo>
                    <a:pt x="23649" y="60320"/>
                  </a:lnTo>
                  <a:lnTo>
                    <a:pt x="21703" y="64212"/>
                  </a:lnTo>
                  <a:lnTo>
                    <a:pt x="19907" y="68104"/>
                  </a:lnTo>
                  <a:lnTo>
                    <a:pt x="18261" y="72145"/>
                  </a:lnTo>
                  <a:lnTo>
                    <a:pt x="16764" y="76186"/>
                  </a:lnTo>
                  <a:lnTo>
                    <a:pt x="15567" y="80527"/>
                  </a:lnTo>
                  <a:lnTo>
                    <a:pt x="14519" y="84718"/>
                  </a:lnTo>
                  <a:lnTo>
                    <a:pt x="13621" y="89059"/>
                  </a:lnTo>
                  <a:lnTo>
                    <a:pt x="12872" y="93549"/>
                  </a:lnTo>
                  <a:lnTo>
                    <a:pt x="12573" y="98039"/>
                  </a:lnTo>
                  <a:lnTo>
                    <a:pt x="12274" y="102680"/>
                  </a:lnTo>
                  <a:lnTo>
                    <a:pt x="0" y="104476"/>
                  </a:lnTo>
                  <a:lnTo>
                    <a:pt x="0" y="106122"/>
                  </a:lnTo>
                  <a:lnTo>
                    <a:pt x="12274" y="107769"/>
                  </a:lnTo>
                  <a:lnTo>
                    <a:pt x="12573" y="112409"/>
                  </a:lnTo>
                  <a:lnTo>
                    <a:pt x="13022" y="116899"/>
                  </a:lnTo>
                  <a:lnTo>
                    <a:pt x="13770" y="121240"/>
                  </a:lnTo>
                  <a:lnTo>
                    <a:pt x="14668" y="125580"/>
                  </a:lnTo>
                  <a:lnTo>
                    <a:pt x="15716" y="129921"/>
                  </a:lnTo>
                  <a:lnTo>
                    <a:pt x="17063" y="134112"/>
                  </a:lnTo>
                  <a:lnTo>
                    <a:pt x="18560" y="138153"/>
                  </a:lnTo>
                  <a:lnTo>
                    <a:pt x="20207" y="142195"/>
                  </a:lnTo>
                  <a:lnTo>
                    <a:pt x="22003" y="146086"/>
                  </a:lnTo>
                  <a:lnTo>
                    <a:pt x="24098" y="149978"/>
                  </a:lnTo>
                  <a:lnTo>
                    <a:pt x="26343" y="153720"/>
                  </a:lnTo>
                  <a:lnTo>
                    <a:pt x="28589" y="157312"/>
                  </a:lnTo>
                  <a:lnTo>
                    <a:pt x="31133" y="160755"/>
                  </a:lnTo>
                  <a:lnTo>
                    <a:pt x="33827" y="164048"/>
                  </a:lnTo>
                  <a:lnTo>
                    <a:pt x="36671" y="167341"/>
                  </a:lnTo>
                  <a:lnTo>
                    <a:pt x="39665" y="170334"/>
                  </a:lnTo>
                  <a:lnTo>
                    <a:pt x="42808" y="173328"/>
                  </a:lnTo>
                  <a:lnTo>
                    <a:pt x="46101" y="176172"/>
                  </a:lnTo>
                  <a:lnTo>
                    <a:pt x="49394" y="178716"/>
                  </a:lnTo>
                  <a:lnTo>
                    <a:pt x="52836" y="181261"/>
                  </a:lnTo>
                  <a:lnTo>
                    <a:pt x="56578" y="183656"/>
                  </a:lnTo>
                  <a:lnTo>
                    <a:pt x="60320" y="185751"/>
                  </a:lnTo>
                  <a:lnTo>
                    <a:pt x="64062" y="187847"/>
                  </a:lnTo>
                  <a:lnTo>
                    <a:pt x="68104" y="189643"/>
                  </a:lnTo>
                  <a:lnTo>
                    <a:pt x="71995" y="191289"/>
                  </a:lnTo>
                  <a:lnTo>
                    <a:pt x="76186" y="192636"/>
                  </a:lnTo>
                  <a:lnTo>
                    <a:pt x="80377" y="193983"/>
                  </a:lnTo>
                  <a:lnTo>
                    <a:pt x="84718" y="195031"/>
                  </a:lnTo>
                  <a:lnTo>
                    <a:pt x="89059" y="195929"/>
                  </a:lnTo>
                  <a:lnTo>
                    <a:pt x="93549" y="196528"/>
                  </a:lnTo>
                  <a:lnTo>
                    <a:pt x="98039" y="196977"/>
                  </a:lnTo>
                  <a:lnTo>
                    <a:pt x="102530" y="197127"/>
                  </a:lnTo>
                  <a:lnTo>
                    <a:pt x="104475" y="209550"/>
                  </a:lnTo>
                  <a:lnTo>
                    <a:pt x="105972" y="209550"/>
                  </a:lnTo>
                  <a:lnTo>
                    <a:pt x="107768" y="197127"/>
                  </a:lnTo>
                  <a:lnTo>
                    <a:pt x="112259" y="196827"/>
                  </a:lnTo>
                  <a:lnTo>
                    <a:pt x="116749" y="196378"/>
                  </a:lnTo>
                  <a:lnTo>
                    <a:pt x="121239" y="195630"/>
                  </a:lnTo>
                  <a:lnTo>
                    <a:pt x="125580" y="194732"/>
                  </a:lnTo>
                  <a:lnTo>
                    <a:pt x="129771" y="193684"/>
                  </a:lnTo>
                  <a:lnTo>
                    <a:pt x="133962" y="192337"/>
                  </a:lnTo>
                  <a:lnTo>
                    <a:pt x="138153" y="190990"/>
                  </a:lnTo>
                  <a:lnTo>
                    <a:pt x="142194" y="189194"/>
                  </a:lnTo>
                  <a:lnTo>
                    <a:pt x="146086" y="187398"/>
                  </a:lnTo>
                  <a:lnTo>
                    <a:pt x="149828" y="185302"/>
                  </a:lnTo>
                  <a:lnTo>
                    <a:pt x="153570" y="183207"/>
                  </a:lnTo>
                  <a:lnTo>
                    <a:pt x="157162" y="180812"/>
                  </a:lnTo>
                  <a:lnTo>
                    <a:pt x="160605" y="178267"/>
                  </a:lnTo>
                  <a:lnTo>
                    <a:pt x="164047" y="175573"/>
                  </a:lnTo>
                  <a:lnTo>
                    <a:pt x="167191" y="172729"/>
                  </a:lnTo>
                  <a:lnTo>
                    <a:pt x="170334" y="169736"/>
                  </a:lnTo>
                  <a:lnTo>
                    <a:pt x="173328" y="166592"/>
                  </a:lnTo>
                  <a:lnTo>
                    <a:pt x="176022" y="163449"/>
                  </a:lnTo>
                  <a:lnTo>
                    <a:pt x="178716" y="160006"/>
                  </a:lnTo>
                  <a:lnTo>
                    <a:pt x="181260" y="156564"/>
                  </a:lnTo>
                  <a:lnTo>
                    <a:pt x="183506" y="152972"/>
                  </a:lnTo>
                  <a:lnTo>
                    <a:pt x="185751" y="149230"/>
                  </a:lnTo>
                  <a:lnTo>
                    <a:pt x="187697" y="145338"/>
                  </a:lnTo>
                  <a:lnTo>
                    <a:pt x="189493" y="141446"/>
                  </a:lnTo>
                  <a:lnTo>
                    <a:pt x="191139" y="137405"/>
                  </a:lnTo>
                  <a:lnTo>
                    <a:pt x="192636" y="133214"/>
                  </a:lnTo>
                  <a:lnTo>
                    <a:pt x="193833" y="129023"/>
                  </a:lnTo>
                  <a:lnTo>
                    <a:pt x="194881" y="124682"/>
                  </a:lnTo>
                  <a:lnTo>
                    <a:pt x="195779" y="120342"/>
                  </a:lnTo>
                  <a:lnTo>
                    <a:pt x="196378" y="116001"/>
                  </a:lnTo>
                  <a:lnTo>
                    <a:pt x="196827" y="111511"/>
                  </a:lnTo>
                  <a:lnTo>
                    <a:pt x="197126" y="106871"/>
                  </a:lnTo>
                  <a:lnTo>
                    <a:pt x="209400" y="105074"/>
                  </a:lnTo>
                  <a:lnTo>
                    <a:pt x="209400" y="103428"/>
                  </a:lnTo>
                  <a:lnTo>
                    <a:pt x="197126" y="101781"/>
                  </a:lnTo>
                  <a:lnTo>
                    <a:pt x="196827" y="97141"/>
                  </a:lnTo>
                  <a:lnTo>
                    <a:pt x="196378" y="92651"/>
                  </a:lnTo>
                  <a:lnTo>
                    <a:pt x="195630" y="88310"/>
                  </a:lnTo>
                  <a:lnTo>
                    <a:pt x="194732" y="83820"/>
                  </a:lnTo>
                  <a:lnTo>
                    <a:pt x="193684" y="79629"/>
                  </a:lnTo>
                  <a:lnTo>
                    <a:pt x="192337" y="75438"/>
                  </a:lnTo>
                  <a:lnTo>
                    <a:pt x="190840" y="71247"/>
                  </a:lnTo>
                  <a:lnTo>
                    <a:pt x="189193" y="67355"/>
                  </a:lnTo>
                  <a:lnTo>
                    <a:pt x="187397" y="63314"/>
                  </a:lnTo>
                  <a:lnTo>
                    <a:pt x="185302" y="59572"/>
                  </a:lnTo>
                  <a:lnTo>
                    <a:pt x="183057" y="55830"/>
                  </a:lnTo>
                  <a:lnTo>
                    <a:pt x="180662" y="52238"/>
                  </a:lnTo>
                  <a:lnTo>
                    <a:pt x="178267" y="48795"/>
                  </a:lnTo>
                  <a:lnTo>
                    <a:pt x="175573" y="45502"/>
                  </a:lnTo>
                  <a:lnTo>
                    <a:pt x="172729" y="42209"/>
                  </a:lnTo>
                  <a:lnTo>
                    <a:pt x="169735" y="39066"/>
                  </a:lnTo>
                  <a:lnTo>
                    <a:pt x="166592" y="36222"/>
                  </a:lnTo>
                  <a:lnTo>
                    <a:pt x="163299" y="33378"/>
                  </a:lnTo>
                  <a:lnTo>
                    <a:pt x="160006" y="30684"/>
                  </a:lnTo>
                  <a:lnTo>
                    <a:pt x="156414" y="28289"/>
                  </a:lnTo>
                  <a:lnTo>
                    <a:pt x="152822" y="25894"/>
                  </a:lnTo>
                  <a:lnTo>
                    <a:pt x="149080" y="23799"/>
                  </a:lnTo>
                  <a:lnTo>
                    <a:pt x="145338" y="21703"/>
                  </a:lnTo>
                  <a:lnTo>
                    <a:pt x="141296" y="19907"/>
                  </a:lnTo>
                  <a:lnTo>
                    <a:pt x="137405" y="18261"/>
                  </a:lnTo>
                  <a:lnTo>
                    <a:pt x="133214" y="16764"/>
                  </a:lnTo>
                  <a:lnTo>
                    <a:pt x="129023" y="15567"/>
                  </a:lnTo>
                  <a:lnTo>
                    <a:pt x="124682" y="14519"/>
                  </a:lnTo>
                  <a:lnTo>
                    <a:pt x="120341" y="13621"/>
                  </a:lnTo>
                  <a:lnTo>
                    <a:pt x="115851" y="13022"/>
                  </a:lnTo>
                  <a:lnTo>
                    <a:pt x="111361" y="12573"/>
                  </a:lnTo>
                  <a:lnTo>
                    <a:pt x="106870" y="12423"/>
                  </a:lnTo>
                  <a:lnTo>
                    <a:pt x="10492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8" name="Google Shape;2368;p59"/>
            <p:cNvSpPr/>
            <p:nvPr/>
          </p:nvSpPr>
          <p:spPr>
            <a:xfrm>
              <a:off x="4088775" y="2591800"/>
              <a:ext cx="18725" cy="291900"/>
            </a:xfrm>
            <a:custGeom>
              <a:rect b="b" l="l" r="r" t="t"/>
              <a:pathLst>
                <a:path extrusionOk="0" h="11676" w="749">
                  <a:moveTo>
                    <a:pt x="299" y="1"/>
                  </a:moveTo>
                  <a:lnTo>
                    <a:pt x="299" y="151"/>
                  </a:lnTo>
                  <a:lnTo>
                    <a:pt x="0" y="4791"/>
                  </a:lnTo>
                  <a:lnTo>
                    <a:pt x="150" y="9281"/>
                  </a:lnTo>
                  <a:lnTo>
                    <a:pt x="150" y="9730"/>
                  </a:lnTo>
                  <a:lnTo>
                    <a:pt x="150" y="9880"/>
                  </a:lnTo>
                  <a:lnTo>
                    <a:pt x="150" y="10329"/>
                  </a:lnTo>
                  <a:lnTo>
                    <a:pt x="150" y="10628"/>
                  </a:lnTo>
                  <a:lnTo>
                    <a:pt x="150" y="11077"/>
                  </a:lnTo>
                  <a:lnTo>
                    <a:pt x="299" y="11526"/>
                  </a:lnTo>
                  <a:lnTo>
                    <a:pt x="299" y="11676"/>
                  </a:lnTo>
                  <a:lnTo>
                    <a:pt x="599" y="11676"/>
                  </a:lnTo>
                  <a:lnTo>
                    <a:pt x="599" y="11526"/>
                  </a:lnTo>
                  <a:lnTo>
                    <a:pt x="599" y="10927"/>
                  </a:lnTo>
                  <a:lnTo>
                    <a:pt x="599" y="10628"/>
                  </a:lnTo>
                  <a:lnTo>
                    <a:pt x="748" y="10329"/>
                  </a:lnTo>
                  <a:lnTo>
                    <a:pt x="748" y="9880"/>
                  </a:lnTo>
                  <a:lnTo>
                    <a:pt x="748" y="9730"/>
                  </a:lnTo>
                  <a:lnTo>
                    <a:pt x="748" y="9281"/>
                  </a:lnTo>
                  <a:lnTo>
                    <a:pt x="748" y="4791"/>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69" name="Google Shape;2369;p59"/>
            <p:cNvSpPr/>
            <p:nvPr/>
          </p:nvSpPr>
          <p:spPr>
            <a:xfrm>
              <a:off x="4253400" y="2584325"/>
              <a:ext cx="15000" cy="276925"/>
            </a:xfrm>
            <a:custGeom>
              <a:rect b="b" l="l" r="r" t="t"/>
              <a:pathLst>
                <a:path extrusionOk="0" h="11077" w="600">
                  <a:moveTo>
                    <a:pt x="151" y="0"/>
                  </a:moveTo>
                  <a:lnTo>
                    <a:pt x="1" y="2096"/>
                  </a:lnTo>
                  <a:lnTo>
                    <a:pt x="1" y="4341"/>
                  </a:lnTo>
                  <a:lnTo>
                    <a:pt x="1" y="5389"/>
                  </a:lnTo>
                  <a:lnTo>
                    <a:pt x="1" y="6287"/>
                  </a:lnTo>
                  <a:lnTo>
                    <a:pt x="151" y="10927"/>
                  </a:lnTo>
                  <a:lnTo>
                    <a:pt x="151" y="11077"/>
                  </a:lnTo>
                  <a:lnTo>
                    <a:pt x="450" y="11077"/>
                  </a:lnTo>
                  <a:lnTo>
                    <a:pt x="450" y="10927"/>
                  </a:lnTo>
                  <a:lnTo>
                    <a:pt x="600" y="5389"/>
                  </a:lnTo>
                  <a:lnTo>
                    <a:pt x="600" y="4341"/>
                  </a:lnTo>
                  <a:lnTo>
                    <a:pt x="600" y="3293"/>
                  </a:lnTo>
                  <a:lnTo>
                    <a:pt x="600" y="1647"/>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0" name="Google Shape;2370;p59"/>
            <p:cNvSpPr/>
            <p:nvPr/>
          </p:nvSpPr>
          <p:spPr>
            <a:xfrm>
              <a:off x="4328250" y="2595550"/>
              <a:ext cx="26225" cy="273200"/>
            </a:xfrm>
            <a:custGeom>
              <a:rect b="b" l="l" r="r" t="t"/>
              <a:pathLst>
                <a:path extrusionOk="0" h="10928" w="1049">
                  <a:moveTo>
                    <a:pt x="449" y="1"/>
                  </a:moveTo>
                  <a:lnTo>
                    <a:pt x="449" y="150"/>
                  </a:lnTo>
                  <a:lnTo>
                    <a:pt x="300" y="1348"/>
                  </a:lnTo>
                  <a:lnTo>
                    <a:pt x="0" y="3742"/>
                  </a:lnTo>
                  <a:lnTo>
                    <a:pt x="0" y="6137"/>
                  </a:lnTo>
                  <a:lnTo>
                    <a:pt x="150" y="8532"/>
                  </a:lnTo>
                  <a:lnTo>
                    <a:pt x="449" y="10777"/>
                  </a:lnTo>
                  <a:lnTo>
                    <a:pt x="599" y="10927"/>
                  </a:lnTo>
                  <a:lnTo>
                    <a:pt x="599" y="10777"/>
                  </a:lnTo>
                  <a:lnTo>
                    <a:pt x="899" y="8383"/>
                  </a:lnTo>
                  <a:lnTo>
                    <a:pt x="1048" y="5838"/>
                  </a:lnTo>
                  <a:lnTo>
                    <a:pt x="1048" y="3144"/>
                  </a:lnTo>
                  <a:lnTo>
                    <a:pt x="749" y="749"/>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1" name="Google Shape;2371;p59"/>
            <p:cNvSpPr/>
            <p:nvPr/>
          </p:nvSpPr>
          <p:spPr>
            <a:xfrm>
              <a:off x="4410575" y="2599300"/>
              <a:ext cx="22475" cy="258200"/>
            </a:xfrm>
            <a:custGeom>
              <a:rect b="b" l="l" r="r" t="t"/>
              <a:pathLst>
                <a:path extrusionOk="0" h="10328" w="899">
                  <a:moveTo>
                    <a:pt x="300" y="0"/>
                  </a:moveTo>
                  <a:lnTo>
                    <a:pt x="300" y="150"/>
                  </a:lnTo>
                  <a:lnTo>
                    <a:pt x="150" y="2844"/>
                  </a:lnTo>
                  <a:lnTo>
                    <a:pt x="0" y="5538"/>
                  </a:lnTo>
                  <a:lnTo>
                    <a:pt x="0" y="7933"/>
                  </a:lnTo>
                  <a:lnTo>
                    <a:pt x="150" y="9131"/>
                  </a:lnTo>
                  <a:lnTo>
                    <a:pt x="449" y="10328"/>
                  </a:lnTo>
                  <a:lnTo>
                    <a:pt x="599" y="10328"/>
                  </a:lnTo>
                  <a:lnTo>
                    <a:pt x="749" y="9131"/>
                  </a:lnTo>
                  <a:lnTo>
                    <a:pt x="898" y="7933"/>
                  </a:lnTo>
                  <a:lnTo>
                    <a:pt x="898" y="5538"/>
                  </a:lnTo>
                  <a:lnTo>
                    <a:pt x="898" y="2844"/>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2" name="Google Shape;2372;p59"/>
            <p:cNvSpPr/>
            <p:nvPr/>
          </p:nvSpPr>
          <p:spPr>
            <a:xfrm>
              <a:off x="4489150" y="2614250"/>
              <a:ext cx="29975" cy="243250"/>
            </a:xfrm>
            <a:custGeom>
              <a:rect b="b" l="l" r="r" t="t"/>
              <a:pathLst>
                <a:path extrusionOk="0" h="9730" w="1199">
                  <a:moveTo>
                    <a:pt x="450" y="1"/>
                  </a:moveTo>
                  <a:lnTo>
                    <a:pt x="300" y="2396"/>
                  </a:lnTo>
                  <a:lnTo>
                    <a:pt x="1" y="4940"/>
                  </a:lnTo>
                  <a:lnTo>
                    <a:pt x="1" y="7335"/>
                  </a:lnTo>
                  <a:lnTo>
                    <a:pt x="150" y="8533"/>
                  </a:lnTo>
                  <a:lnTo>
                    <a:pt x="450" y="9580"/>
                  </a:lnTo>
                  <a:lnTo>
                    <a:pt x="599" y="9730"/>
                  </a:lnTo>
                  <a:lnTo>
                    <a:pt x="749" y="9580"/>
                  </a:lnTo>
                  <a:lnTo>
                    <a:pt x="899" y="8533"/>
                  </a:lnTo>
                  <a:lnTo>
                    <a:pt x="1048" y="7335"/>
                  </a:lnTo>
                  <a:lnTo>
                    <a:pt x="1198" y="4940"/>
                  </a:lnTo>
                  <a:lnTo>
                    <a:pt x="899" y="2396"/>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3" name="Google Shape;2373;p59"/>
            <p:cNvSpPr/>
            <p:nvPr/>
          </p:nvSpPr>
          <p:spPr>
            <a:xfrm>
              <a:off x="4571475" y="2621750"/>
              <a:ext cx="22475" cy="243250"/>
            </a:xfrm>
            <a:custGeom>
              <a:rect b="b" l="l" r="r" t="t"/>
              <a:pathLst>
                <a:path extrusionOk="0" h="9730" w="899">
                  <a:moveTo>
                    <a:pt x="450" y="0"/>
                  </a:moveTo>
                  <a:lnTo>
                    <a:pt x="300" y="150"/>
                  </a:lnTo>
                  <a:lnTo>
                    <a:pt x="300" y="300"/>
                  </a:lnTo>
                  <a:lnTo>
                    <a:pt x="150" y="2694"/>
                  </a:lnTo>
                  <a:lnTo>
                    <a:pt x="150" y="5239"/>
                  </a:lnTo>
                  <a:lnTo>
                    <a:pt x="1" y="7484"/>
                  </a:lnTo>
                  <a:lnTo>
                    <a:pt x="150" y="8532"/>
                  </a:lnTo>
                  <a:lnTo>
                    <a:pt x="300" y="9580"/>
                  </a:lnTo>
                  <a:lnTo>
                    <a:pt x="450" y="9729"/>
                  </a:lnTo>
                  <a:lnTo>
                    <a:pt x="599" y="9580"/>
                  </a:lnTo>
                  <a:lnTo>
                    <a:pt x="899" y="8532"/>
                  </a:lnTo>
                  <a:lnTo>
                    <a:pt x="899" y="7484"/>
                  </a:lnTo>
                  <a:lnTo>
                    <a:pt x="899" y="5239"/>
                  </a:lnTo>
                  <a:lnTo>
                    <a:pt x="899" y="2694"/>
                  </a:lnTo>
                  <a:lnTo>
                    <a:pt x="599" y="300"/>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4" name="Google Shape;2374;p59"/>
            <p:cNvSpPr/>
            <p:nvPr/>
          </p:nvSpPr>
          <p:spPr>
            <a:xfrm>
              <a:off x="4653800" y="2636700"/>
              <a:ext cx="22475" cy="232050"/>
            </a:xfrm>
            <a:custGeom>
              <a:rect b="b" l="l" r="r" t="t"/>
              <a:pathLst>
                <a:path extrusionOk="0" h="9282" w="899">
                  <a:moveTo>
                    <a:pt x="150" y="1"/>
                  </a:moveTo>
                  <a:lnTo>
                    <a:pt x="0" y="2246"/>
                  </a:lnTo>
                  <a:lnTo>
                    <a:pt x="0" y="4641"/>
                  </a:lnTo>
                  <a:lnTo>
                    <a:pt x="150" y="9131"/>
                  </a:lnTo>
                  <a:lnTo>
                    <a:pt x="300" y="9281"/>
                  </a:lnTo>
                  <a:lnTo>
                    <a:pt x="599" y="9281"/>
                  </a:lnTo>
                  <a:lnTo>
                    <a:pt x="599" y="9131"/>
                  </a:lnTo>
                  <a:lnTo>
                    <a:pt x="899" y="4641"/>
                  </a:lnTo>
                  <a:lnTo>
                    <a:pt x="749" y="2246"/>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5" name="Google Shape;2375;p59"/>
            <p:cNvSpPr/>
            <p:nvPr/>
          </p:nvSpPr>
          <p:spPr>
            <a:xfrm>
              <a:off x="4736125" y="2640450"/>
              <a:ext cx="22475" cy="235775"/>
            </a:xfrm>
            <a:custGeom>
              <a:rect b="b" l="l" r="r" t="t"/>
              <a:pathLst>
                <a:path extrusionOk="0" h="9431" w="899">
                  <a:moveTo>
                    <a:pt x="449" y="1"/>
                  </a:moveTo>
                  <a:lnTo>
                    <a:pt x="300" y="150"/>
                  </a:lnTo>
                  <a:lnTo>
                    <a:pt x="150" y="1198"/>
                  </a:lnTo>
                  <a:lnTo>
                    <a:pt x="0" y="2246"/>
                  </a:lnTo>
                  <a:lnTo>
                    <a:pt x="0" y="4491"/>
                  </a:lnTo>
                  <a:lnTo>
                    <a:pt x="0" y="6886"/>
                  </a:lnTo>
                  <a:lnTo>
                    <a:pt x="150" y="9281"/>
                  </a:lnTo>
                  <a:lnTo>
                    <a:pt x="150" y="9430"/>
                  </a:lnTo>
                  <a:lnTo>
                    <a:pt x="449" y="9430"/>
                  </a:lnTo>
                  <a:lnTo>
                    <a:pt x="599" y="9281"/>
                  </a:lnTo>
                  <a:lnTo>
                    <a:pt x="749" y="6886"/>
                  </a:lnTo>
                  <a:lnTo>
                    <a:pt x="898" y="4491"/>
                  </a:lnTo>
                  <a:lnTo>
                    <a:pt x="898" y="2246"/>
                  </a:lnTo>
                  <a:lnTo>
                    <a:pt x="898" y="119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6" name="Google Shape;2376;p59"/>
            <p:cNvSpPr/>
            <p:nvPr/>
          </p:nvSpPr>
          <p:spPr>
            <a:xfrm>
              <a:off x="4814700" y="2659175"/>
              <a:ext cx="22475" cy="205825"/>
            </a:xfrm>
            <a:custGeom>
              <a:rect b="b" l="l" r="r" t="t"/>
              <a:pathLst>
                <a:path extrusionOk="0" h="8233" w="899">
                  <a:moveTo>
                    <a:pt x="599" y="0"/>
                  </a:moveTo>
                  <a:lnTo>
                    <a:pt x="450" y="150"/>
                  </a:lnTo>
                  <a:lnTo>
                    <a:pt x="1" y="4041"/>
                  </a:lnTo>
                  <a:lnTo>
                    <a:pt x="1" y="5987"/>
                  </a:lnTo>
                  <a:lnTo>
                    <a:pt x="150" y="7933"/>
                  </a:lnTo>
                  <a:lnTo>
                    <a:pt x="300" y="8083"/>
                  </a:lnTo>
                  <a:lnTo>
                    <a:pt x="450" y="8232"/>
                  </a:lnTo>
                  <a:lnTo>
                    <a:pt x="599" y="8083"/>
                  </a:lnTo>
                  <a:lnTo>
                    <a:pt x="749" y="7933"/>
                  </a:lnTo>
                  <a:lnTo>
                    <a:pt x="899" y="5987"/>
                  </a:lnTo>
                  <a:lnTo>
                    <a:pt x="899" y="4041"/>
                  </a:lnTo>
                  <a:lnTo>
                    <a:pt x="899" y="2096"/>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7" name="Google Shape;2377;p59"/>
            <p:cNvSpPr/>
            <p:nvPr/>
          </p:nvSpPr>
          <p:spPr>
            <a:xfrm>
              <a:off x="4893275" y="2670400"/>
              <a:ext cx="29975" cy="243250"/>
            </a:xfrm>
            <a:custGeom>
              <a:rect b="b" l="l" r="r" t="t"/>
              <a:pathLst>
                <a:path extrusionOk="0" h="9730" w="1199">
                  <a:moveTo>
                    <a:pt x="600" y="0"/>
                  </a:moveTo>
                  <a:lnTo>
                    <a:pt x="450" y="150"/>
                  </a:lnTo>
                  <a:lnTo>
                    <a:pt x="151" y="2245"/>
                  </a:lnTo>
                  <a:lnTo>
                    <a:pt x="1" y="4041"/>
                  </a:lnTo>
                  <a:lnTo>
                    <a:pt x="1" y="5987"/>
                  </a:lnTo>
                  <a:lnTo>
                    <a:pt x="151" y="7783"/>
                  </a:lnTo>
                  <a:lnTo>
                    <a:pt x="300" y="9580"/>
                  </a:lnTo>
                  <a:lnTo>
                    <a:pt x="450" y="9729"/>
                  </a:lnTo>
                  <a:lnTo>
                    <a:pt x="600" y="9729"/>
                  </a:lnTo>
                  <a:lnTo>
                    <a:pt x="749" y="9580"/>
                  </a:lnTo>
                  <a:lnTo>
                    <a:pt x="1049" y="7334"/>
                  </a:lnTo>
                  <a:lnTo>
                    <a:pt x="1198" y="4939"/>
                  </a:lnTo>
                  <a:lnTo>
                    <a:pt x="1049" y="2395"/>
                  </a:lnTo>
                  <a:lnTo>
                    <a:pt x="749" y="150"/>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8" name="Google Shape;2378;p59"/>
            <p:cNvSpPr/>
            <p:nvPr/>
          </p:nvSpPr>
          <p:spPr>
            <a:xfrm>
              <a:off x="4975600" y="2681625"/>
              <a:ext cx="22475" cy="194600"/>
            </a:xfrm>
            <a:custGeom>
              <a:rect b="b" l="l" r="r" t="t"/>
              <a:pathLst>
                <a:path extrusionOk="0" h="7784" w="899">
                  <a:moveTo>
                    <a:pt x="300" y="0"/>
                  </a:moveTo>
                  <a:lnTo>
                    <a:pt x="150" y="1946"/>
                  </a:lnTo>
                  <a:lnTo>
                    <a:pt x="1" y="3742"/>
                  </a:lnTo>
                  <a:lnTo>
                    <a:pt x="1" y="5688"/>
                  </a:lnTo>
                  <a:lnTo>
                    <a:pt x="300" y="7484"/>
                  </a:lnTo>
                  <a:lnTo>
                    <a:pt x="300" y="7783"/>
                  </a:lnTo>
                  <a:lnTo>
                    <a:pt x="600" y="7783"/>
                  </a:lnTo>
                  <a:lnTo>
                    <a:pt x="749" y="7484"/>
                  </a:lnTo>
                  <a:lnTo>
                    <a:pt x="899" y="5688"/>
                  </a:lnTo>
                  <a:lnTo>
                    <a:pt x="899" y="3742"/>
                  </a:lnTo>
                  <a:lnTo>
                    <a:pt x="899" y="1946"/>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79" name="Google Shape;2379;p59"/>
            <p:cNvSpPr/>
            <p:nvPr/>
          </p:nvSpPr>
          <p:spPr>
            <a:xfrm>
              <a:off x="5136500" y="2700325"/>
              <a:ext cx="22500" cy="164675"/>
            </a:xfrm>
            <a:custGeom>
              <a:rect b="b" l="l" r="r" t="t"/>
              <a:pathLst>
                <a:path extrusionOk="0" h="6587" w="900">
                  <a:moveTo>
                    <a:pt x="300" y="1"/>
                  </a:moveTo>
                  <a:lnTo>
                    <a:pt x="151" y="150"/>
                  </a:lnTo>
                  <a:lnTo>
                    <a:pt x="1" y="1647"/>
                  </a:lnTo>
                  <a:lnTo>
                    <a:pt x="1" y="3293"/>
                  </a:lnTo>
                  <a:lnTo>
                    <a:pt x="1" y="4940"/>
                  </a:lnTo>
                  <a:lnTo>
                    <a:pt x="300" y="6437"/>
                  </a:lnTo>
                  <a:lnTo>
                    <a:pt x="300" y="6586"/>
                  </a:lnTo>
                  <a:lnTo>
                    <a:pt x="600" y="6586"/>
                  </a:lnTo>
                  <a:lnTo>
                    <a:pt x="749" y="6437"/>
                  </a:lnTo>
                  <a:lnTo>
                    <a:pt x="749"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0" name="Google Shape;2380;p59"/>
            <p:cNvSpPr/>
            <p:nvPr/>
          </p:nvSpPr>
          <p:spPr>
            <a:xfrm>
              <a:off x="5057925" y="2692850"/>
              <a:ext cx="22475" cy="172150"/>
            </a:xfrm>
            <a:custGeom>
              <a:rect b="b" l="l" r="r" t="t"/>
              <a:pathLst>
                <a:path extrusionOk="0" h="6886" w="899">
                  <a:moveTo>
                    <a:pt x="300" y="0"/>
                  </a:moveTo>
                  <a:lnTo>
                    <a:pt x="300" y="150"/>
                  </a:lnTo>
                  <a:lnTo>
                    <a:pt x="1" y="1647"/>
                  </a:lnTo>
                  <a:lnTo>
                    <a:pt x="1" y="3293"/>
                  </a:lnTo>
                  <a:lnTo>
                    <a:pt x="1" y="4940"/>
                  </a:lnTo>
                  <a:lnTo>
                    <a:pt x="150" y="6586"/>
                  </a:lnTo>
                  <a:lnTo>
                    <a:pt x="300" y="6736"/>
                  </a:lnTo>
                  <a:lnTo>
                    <a:pt x="450" y="6885"/>
                  </a:lnTo>
                  <a:lnTo>
                    <a:pt x="599" y="6736"/>
                  </a:lnTo>
                  <a:lnTo>
                    <a:pt x="599" y="6586"/>
                  </a:lnTo>
                  <a:lnTo>
                    <a:pt x="899" y="4940"/>
                  </a:lnTo>
                  <a:lnTo>
                    <a:pt x="899" y="3293"/>
                  </a:lnTo>
                  <a:lnTo>
                    <a:pt x="749" y="1647"/>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1" name="Google Shape;2381;p59"/>
            <p:cNvSpPr/>
            <p:nvPr/>
          </p:nvSpPr>
          <p:spPr>
            <a:xfrm>
              <a:off x="5218825" y="2711550"/>
              <a:ext cx="22475" cy="149700"/>
            </a:xfrm>
            <a:custGeom>
              <a:rect b="b" l="l" r="r" t="t"/>
              <a:pathLst>
                <a:path extrusionOk="0" h="5988" w="899">
                  <a:moveTo>
                    <a:pt x="450" y="1"/>
                  </a:moveTo>
                  <a:lnTo>
                    <a:pt x="300" y="150"/>
                  </a:lnTo>
                  <a:lnTo>
                    <a:pt x="1" y="1497"/>
                  </a:lnTo>
                  <a:lnTo>
                    <a:pt x="1" y="2994"/>
                  </a:lnTo>
                  <a:lnTo>
                    <a:pt x="1" y="4491"/>
                  </a:lnTo>
                  <a:lnTo>
                    <a:pt x="151" y="5838"/>
                  </a:lnTo>
                  <a:lnTo>
                    <a:pt x="300" y="5988"/>
                  </a:lnTo>
                  <a:lnTo>
                    <a:pt x="600" y="5988"/>
                  </a:lnTo>
                  <a:lnTo>
                    <a:pt x="600"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2" name="Google Shape;2382;p59"/>
            <p:cNvSpPr/>
            <p:nvPr/>
          </p:nvSpPr>
          <p:spPr>
            <a:xfrm>
              <a:off x="5297425" y="2726525"/>
              <a:ext cx="26200" cy="134725"/>
            </a:xfrm>
            <a:custGeom>
              <a:rect b="b" l="l" r="r" t="t"/>
              <a:pathLst>
                <a:path extrusionOk="0" h="5389" w="1048">
                  <a:moveTo>
                    <a:pt x="300" y="0"/>
                  </a:moveTo>
                  <a:lnTo>
                    <a:pt x="300" y="150"/>
                  </a:lnTo>
                  <a:lnTo>
                    <a:pt x="0" y="1347"/>
                  </a:lnTo>
                  <a:lnTo>
                    <a:pt x="0" y="2694"/>
                  </a:lnTo>
                  <a:lnTo>
                    <a:pt x="0" y="3892"/>
                  </a:lnTo>
                  <a:lnTo>
                    <a:pt x="300" y="5089"/>
                  </a:lnTo>
                  <a:lnTo>
                    <a:pt x="300" y="5239"/>
                  </a:lnTo>
                  <a:lnTo>
                    <a:pt x="449" y="5389"/>
                  </a:lnTo>
                  <a:lnTo>
                    <a:pt x="599" y="5239"/>
                  </a:lnTo>
                  <a:lnTo>
                    <a:pt x="749" y="5089"/>
                  </a:lnTo>
                  <a:lnTo>
                    <a:pt x="898" y="3892"/>
                  </a:lnTo>
                  <a:lnTo>
                    <a:pt x="1048" y="269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3" name="Google Shape;2383;p59"/>
            <p:cNvSpPr/>
            <p:nvPr/>
          </p:nvSpPr>
          <p:spPr>
            <a:xfrm>
              <a:off x="5379750" y="2734000"/>
              <a:ext cx="22475" cy="142225"/>
            </a:xfrm>
            <a:custGeom>
              <a:rect b="b" l="l" r="r" t="t"/>
              <a:pathLst>
                <a:path extrusionOk="0" h="5689" w="899">
                  <a:moveTo>
                    <a:pt x="449" y="1"/>
                  </a:moveTo>
                  <a:lnTo>
                    <a:pt x="150" y="150"/>
                  </a:lnTo>
                  <a:lnTo>
                    <a:pt x="0" y="1497"/>
                  </a:lnTo>
                  <a:lnTo>
                    <a:pt x="0" y="2994"/>
                  </a:lnTo>
                  <a:lnTo>
                    <a:pt x="0" y="4341"/>
                  </a:lnTo>
                  <a:lnTo>
                    <a:pt x="150" y="4940"/>
                  </a:lnTo>
                  <a:lnTo>
                    <a:pt x="299" y="5539"/>
                  </a:lnTo>
                  <a:lnTo>
                    <a:pt x="449" y="5688"/>
                  </a:lnTo>
                  <a:lnTo>
                    <a:pt x="599" y="5539"/>
                  </a:lnTo>
                  <a:lnTo>
                    <a:pt x="748" y="4940"/>
                  </a:lnTo>
                  <a:lnTo>
                    <a:pt x="898" y="4341"/>
                  </a:lnTo>
                  <a:lnTo>
                    <a:pt x="898" y="2994"/>
                  </a:lnTo>
                  <a:lnTo>
                    <a:pt x="748" y="1497"/>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4" name="Google Shape;2384;p59"/>
            <p:cNvSpPr/>
            <p:nvPr/>
          </p:nvSpPr>
          <p:spPr>
            <a:xfrm>
              <a:off x="5458325" y="2748975"/>
              <a:ext cx="22475" cy="131000"/>
            </a:xfrm>
            <a:custGeom>
              <a:rect b="b" l="l" r="r" t="t"/>
              <a:pathLst>
                <a:path extrusionOk="0" h="5240" w="899">
                  <a:moveTo>
                    <a:pt x="300" y="0"/>
                  </a:moveTo>
                  <a:lnTo>
                    <a:pt x="300" y="150"/>
                  </a:lnTo>
                  <a:lnTo>
                    <a:pt x="150" y="1347"/>
                  </a:lnTo>
                  <a:lnTo>
                    <a:pt x="0" y="2844"/>
                  </a:lnTo>
                  <a:lnTo>
                    <a:pt x="150" y="4042"/>
                  </a:lnTo>
                  <a:lnTo>
                    <a:pt x="150" y="4640"/>
                  </a:lnTo>
                  <a:lnTo>
                    <a:pt x="449" y="5239"/>
                  </a:lnTo>
                  <a:lnTo>
                    <a:pt x="599" y="5239"/>
                  </a:lnTo>
                  <a:lnTo>
                    <a:pt x="898" y="4640"/>
                  </a:lnTo>
                  <a:lnTo>
                    <a:pt x="898" y="4042"/>
                  </a:lnTo>
                  <a:lnTo>
                    <a:pt x="898" y="284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5" name="Google Shape;2385;p59"/>
            <p:cNvSpPr/>
            <p:nvPr/>
          </p:nvSpPr>
          <p:spPr>
            <a:xfrm>
              <a:off x="5536900" y="2748975"/>
              <a:ext cx="29950" cy="134725"/>
            </a:xfrm>
            <a:custGeom>
              <a:rect b="b" l="l" r="r" t="t"/>
              <a:pathLst>
                <a:path extrusionOk="0" h="5389" w="1198">
                  <a:moveTo>
                    <a:pt x="450" y="0"/>
                  </a:moveTo>
                  <a:lnTo>
                    <a:pt x="450" y="150"/>
                  </a:lnTo>
                  <a:lnTo>
                    <a:pt x="150" y="1347"/>
                  </a:lnTo>
                  <a:lnTo>
                    <a:pt x="1" y="2695"/>
                  </a:lnTo>
                  <a:lnTo>
                    <a:pt x="150" y="4042"/>
                  </a:lnTo>
                  <a:lnTo>
                    <a:pt x="150" y="4790"/>
                  </a:lnTo>
                  <a:lnTo>
                    <a:pt x="450" y="5389"/>
                  </a:lnTo>
                  <a:lnTo>
                    <a:pt x="749" y="5389"/>
                  </a:lnTo>
                  <a:lnTo>
                    <a:pt x="1048" y="4790"/>
                  </a:lnTo>
                  <a:lnTo>
                    <a:pt x="1198" y="4042"/>
                  </a:lnTo>
                  <a:lnTo>
                    <a:pt x="1198" y="2695"/>
                  </a:lnTo>
                  <a:lnTo>
                    <a:pt x="1048" y="134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6" name="Google Shape;2386;p59"/>
            <p:cNvSpPr/>
            <p:nvPr/>
          </p:nvSpPr>
          <p:spPr>
            <a:xfrm>
              <a:off x="5619225" y="2767675"/>
              <a:ext cx="26225" cy="134750"/>
            </a:xfrm>
            <a:custGeom>
              <a:rect b="b" l="l" r="r" t="t"/>
              <a:pathLst>
                <a:path extrusionOk="0" h="5390" w="1049">
                  <a:moveTo>
                    <a:pt x="599" y="1"/>
                  </a:moveTo>
                  <a:lnTo>
                    <a:pt x="450" y="150"/>
                  </a:lnTo>
                  <a:lnTo>
                    <a:pt x="150" y="1348"/>
                  </a:lnTo>
                  <a:lnTo>
                    <a:pt x="0" y="2695"/>
                  </a:lnTo>
                  <a:lnTo>
                    <a:pt x="150" y="4042"/>
                  </a:lnTo>
                  <a:lnTo>
                    <a:pt x="300" y="5239"/>
                  </a:lnTo>
                  <a:lnTo>
                    <a:pt x="599" y="5389"/>
                  </a:lnTo>
                  <a:lnTo>
                    <a:pt x="749" y="5239"/>
                  </a:lnTo>
                  <a:lnTo>
                    <a:pt x="1048" y="4042"/>
                  </a:lnTo>
                  <a:lnTo>
                    <a:pt x="1048" y="2695"/>
                  </a:lnTo>
                  <a:lnTo>
                    <a:pt x="899" y="134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7" name="Google Shape;2387;p59"/>
            <p:cNvSpPr/>
            <p:nvPr/>
          </p:nvSpPr>
          <p:spPr>
            <a:xfrm>
              <a:off x="5701550" y="2778900"/>
              <a:ext cx="22475" cy="108550"/>
            </a:xfrm>
            <a:custGeom>
              <a:rect b="b" l="l" r="r" t="t"/>
              <a:pathLst>
                <a:path extrusionOk="0" h="4342" w="899">
                  <a:moveTo>
                    <a:pt x="300" y="1"/>
                  </a:moveTo>
                  <a:lnTo>
                    <a:pt x="0" y="1049"/>
                  </a:lnTo>
                  <a:lnTo>
                    <a:pt x="0" y="2096"/>
                  </a:lnTo>
                  <a:lnTo>
                    <a:pt x="0" y="3144"/>
                  </a:lnTo>
                  <a:lnTo>
                    <a:pt x="150" y="3743"/>
                  </a:lnTo>
                  <a:lnTo>
                    <a:pt x="300" y="4192"/>
                  </a:lnTo>
                  <a:lnTo>
                    <a:pt x="449" y="4341"/>
                  </a:lnTo>
                  <a:lnTo>
                    <a:pt x="749" y="4192"/>
                  </a:lnTo>
                  <a:lnTo>
                    <a:pt x="898" y="3743"/>
                  </a:lnTo>
                  <a:lnTo>
                    <a:pt x="898" y="3144"/>
                  </a:lnTo>
                  <a:lnTo>
                    <a:pt x="898" y="2096"/>
                  </a:lnTo>
                  <a:lnTo>
                    <a:pt x="898" y="1049"/>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8" name="Google Shape;2388;p59"/>
            <p:cNvSpPr/>
            <p:nvPr/>
          </p:nvSpPr>
          <p:spPr>
            <a:xfrm>
              <a:off x="5783875" y="2786400"/>
              <a:ext cx="22475" cy="82350"/>
            </a:xfrm>
            <a:custGeom>
              <a:rect b="b" l="l" r="r" t="t"/>
              <a:pathLst>
                <a:path extrusionOk="0" h="3294" w="899">
                  <a:moveTo>
                    <a:pt x="449" y="0"/>
                  </a:moveTo>
                  <a:lnTo>
                    <a:pt x="300" y="150"/>
                  </a:lnTo>
                  <a:lnTo>
                    <a:pt x="0" y="1647"/>
                  </a:lnTo>
                  <a:lnTo>
                    <a:pt x="0" y="2395"/>
                  </a:lnTo>
                  <a:lnTo>
                    <a:pt x="150" y="3143"/>
                  </a:lnTo>
                  <a:lnTo>
                    <a:pt x="300" y="3293"/>
                  </a:lnTo>
                  <a:lnTo>
                    <a:pt x="599" y="3293"/>
                  </a:lnTo>
                  <a:lnTo>
                    <a:pt x="749" y="3143"/>
                  </a:lnTo>
                  <a:lnTo>
                    <a:pt x="898" y="2395"/>
                  </a:lnTo>
                  <a:lnTo>
                    <a:pt x="749" y="1647"/>
                  </a:lnTo>
                  <a:lnTo>
                    <a:pt x="599" y="150"/>
                  </a:lnTo>
                  <a:lnTo>
                    <a:pt x="4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89" name="Google Shape;2389;p59"/>
            <p:cNvSpPr/>
            <p:nvPr/>
          </p:nvSpPr>
          <p:spPr>
            <a:xfrm>
              <a:off x="5862450" y="2793875"/>
              <a:ext cx="22475" cy="67375"/>
            </a:xfrm>
            <a:custGeom>
              <a:rect b="b" l="l" r="r" t="t"/>
              <a:pathLst>
                <a:path extrusionOk="0" h="2695" w="899">
                  <a:moveTo>
                    <a:pt x="300" y="0"/>
                  </a:moveTo>
                  <a:lnTo>
                    <a:pt x="150" y="599"/>
                  </a:lnTo>
                  <a:lnTo>
                    <a:pt x="1" y="1348"/>
                  </a:lnTo>
                  <a:lnTo>
                    <a:pt x="150" y="1946"/>
                  </a:lnTo>
                  <a:lnTo>
                    <a:pt x="300" y="2545"/>
                  </a:lnTo>
                  <a:lnTo>
                    <a:pt x="300" y="2695"/>
                  </a:lnTo>
                  <a:lnTo>
                    <a:pt x="599" y="2695"/>
                  </a:lnTo>
                  <a:lnTo>
                    <a:pt x="749" y="2545"/>
                  </a:lnTo>
                  <a:lnTo>
                    <a:pt x="899" y="1946"/>
                  </a:lnTo>
                  <a:lnTo>
                    <a:pt x="899" y="1348"/>
                  </a:lnTo>
                  <a:lnTo>
                    <a:pt x="899" y="599"/>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90" name="Google Shape;2390;p59"/>
            <p:cNvSpPr/>
            <p:nvPr/>
          </p:nvSpPr>
          <p:spPr>
            <a:xfrm>
              <a:off x="5944775" y="2808850"/>
              <a:ext cx="22475" cy="67375"/>
            </a:xfrm>
            <a:custGeom>
              <a:rect b="b" l="l" r="r" t="t"/>
              <a:pathLst>
                <a:path extrusionOk="0" h="2695" w="899">
                  <a:moveTo>
                    <a:pt x="300" y="0"/>
                  </a:moveTo>
                  <a:lnTo>
                    <a:pt x="150" y="599"/>
                  </a:lnTo>
                  <a:lnTo>
                    <a:pt x="1" y="1347"/>
                  </a:lnTo>
                  <a:lnTo>
                    <a:pt x="1" y="2096"/>
                  </a:lnTo>
                  <a:lnTo>
                    <a:pt x="150" y="2395"/>
                  </a:lnTo>
                  <a:lnTo>
                    <a:pt x="300" y="2545"/>
                  </a:lnTo>
                  <a:lnTo>
                    <a:pt x="450" y="2694"/>
                  </a:lnTo>
                  <a:lnTo>
                    <a:pt x="599" y="2545"/>
                  </a:lnTo>
                  <a:lnTo>
                    <a:pt x="749" y="2395"/>
                  </a:lnTo>
                  <a:lnTo>
                    <a:pt x="899" y="2096"/>
                  </a:lnTo>
                  <a:lnTo>
                    <a:pt x="899" y="1347"/>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391" name="Google Shape;2391;p59"/>
            <p:cNvSpPr/>
            <p:nvPr/>
          </p:nvSpPr>
          <p:spPr>
            <a:xfrm>
              <a:off x="6027100" y="2812575"/>
              <a:ext cx="18725" cy="59900"/>
            </a:xfrm>
            <a:custGeom>
              <a:rect b="b" l="l" r="r" t="t"/>
              <a:pathLst>
                <a:path extrusionOk="0" h="2396" w="749">
                  <a:moveTo>
                    <a:pt x="300" y="1"/>
                  </a:moveTo>
                  <a:lnTo>
                    <a:pt x="150" y="151"/>
                  </a:lnTo>
                  <a:lnTo>
                    <a:pt x="0" y="1198"/>
                  </a:lnTo>
                  <a:lnTo>
                    <a:pt x="150" y="2246"/>
                  </a:lnTo>
                  <a:lnTo>
                    <a:pt x="150" y="2396"/>
                  </a:lnTo>
                  <a:lnTo>
                    <a:pt x="449" y="2396"/>
                  </a:lnTo>
                  <a:lnTo>
                    <a:pt x="599" y="224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pic>
        <p:nvPicPr>
          <p:cNvPr id="2392" name="Google Shape;2392;p59"/>
          <p:cNvPicPr preferRelativeResize="0"/>
          <p:nvPr/>
        </p:nvPicPr>
        <p:blipFill rotWithShape="1">
          <a:blip r:embed="rId3">
            <a:alphaModFix amt="41000"/>
          </a:blip>
          <a:srcRect b="0" l="0" r="0" t="0"/>
          <a:stretch/>
        </p:blipFill>
        <p:spPr>
          <a:xfrm rot="385896">
            <a:off x="6121022" y="954127"/>
            <a:ext cx="6266355" cy="4059022"/>
          </a:xfrm>
          <a:prstGeom prst="rect">
            <a:avLst/>
          </a:prstGeom>
          <a:noFill/>
          <a:ln>
            <a:noFill/>
          </a:ln>
        </p:spPr>
      </p:pic>
      <p:graphicFrame>
        <p:nvGraphicFramePr>
          <p:cNvPr id="2393" name="Google Shape;2393;p59"/>
          <p:cNvGraphicFramePr/>
          <p:nvPr/>
        </p:nvGraphicFramePr>
        <p:xfrm>
          <a:off x="1524000" y="1172647"/>
          <a:ext cx="3000000" cy="3000000"/>
        </p:xfrm>
        <a:graphic>
          <a:graphicData uri="http://schemas.openxmlformats.org/drawingml/2006/table">
            <a:tbl>
              <a:tblPr bandRow="1" firstRow="1">
                <a:noFill/>
                <a:tableStyleId>{BA036F78-B195-4D2E-B46D-90CB9A700597}</a:tableStyleId>
              </a:tblPr>
              <a:tblGrid>
                <a:gridCol w="1524000"/>
                <a:gridCol w="1524000"/>
                <a:gridCol w="1524000"/>
                <a:gridCol w="1524000"/>
              </a:tblGrid>
              <a:tr h="370850">
                <a:tc>
                  <a:txBody>
                    <a:bodyPr/>
                    <a:lstStyle/>
                    <a:p>
                      <a:pPr indent="0" lvl="0" marL="0" marR="0" rtl="0" algn="l">
                        <a:lnSpc>
                          <a:spcPct val="100000"/>
                        </a:lnSpc>
                        <a:spcBef>
                          <a:spcPts val="0"/>
                        </a:spcBef>
                        <a:spcAft>
                          <a:spcPts val="0"/>
                        </a:spcAft>
                        <a:buNone/>
                      </a:pPr>
                      <a:r>
                        <a:rPr lang="en" spc="0" sz="1400" u="none" cap="none" strike="noStrike"/>
                        <a:t>Algoritme</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None/>
                      </a:pPr>
                      <a:r>
                        <a:rPr lang="en" spc="0" sz="1400" u="none" cap="none" strike="noStrike"/>
                        <a:t>Beste</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None/>
                      </a:pPr>
                      <a:r>
                        <a:rPr lang="en" spc="0" sz="1400" u="none" cap="none" strike="noStrike"/>
                        <a:t>Gemiddeld</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None/>
                      </a:pPr>
                      <a:r>
                        <a:rPr lang="en" spc="0" sz="1400" u="none" cap="none" strike="noStrike"/>
                        <a:t>Slegste</a:t>
                      </a:r>
                      <a:endParaRPr spc="0" sz="1400" u="none" cap="none" strike="noStrike"/>
                    </a:p>
                  </a:txBody>
                  <a:tcPr marT="45725" marB="45725" marR="91450" marL="91450"/>
                </a:tc>
              </a:tr>
              <a:tr h="370850">
                <a:tc>
                  <a:txBody>
                    <a:bodyPr/>
                    <a:lstStyle/>
                    <a:p>
                      <a:pPr indent="0" lvl="0" marL="0" marR="0" rtl="0" algn="l">
                        <a:lnSpc>
                          <a:spcPct val="100000"/>
                        </a:lnSpc>
                        <a:spcBef>
                          <a:spcPts val="0"/>
                        </a:spcBef>
                        <a:spcAft>
                          <a:spcPts val="0"/>
                        </a:spcAft>
                        <a:buNone/>
                      </a:pPr>
                      <a:r>
                        <a:rPr lang="en" spc="0" sz="1400" u="none" cap="none" strike="noStrike"/>
                        <a:t>Bubble Sort</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None/>
                      </a:pPr>
                      <a:r>
                        <a:rPr lang="en" spc="0" sz="1400" u="none" cap="none" strike="noStrike"/>
                        <a:t>O(n)</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Clr>
                          <a:srgbClr val="000000"/>
                        </a:buClr>
                        <a:buSzPts val="1400"/>
                        <a:buFont typeface="Arial"/>
                        <a:buNone/>
                      </a:pPr>
                      <a:r>
                        <a:rPr lang="en" spc="0" sz="1400" u="none" cap="none" strike="noStrike"/>
                        <a:t>O(n</a:t>
                      </a:r>
                      <a:r>
                        <a:rPr baseline="30000" lang="en" spc="0" sz="1400" u="none" cap="none" strike="noStrike"/>
                        <a:t>2</a:t>
                      </a:r>
                      <a:r>
                        <a:rPr lang="en" spc="0" sz="1400" u="none" cap="none" strike="noStrike"/>
                        <a:t>)</a:t>
                      </a:r>
                      <a:endParaRPr baseline="30000" spc="0" sz="1400" u="none" cap="none" strike="noStrike"/>
                    </a:p>
                  </a:txBody>
                  <a:tcPr marT="45725" marB="45725" marR="91450" marL="91450"/>
                </a:tc>
                <a:tc>
                  <a:txBody>
                    <a:bodyPr/>
                    <a:lstStyle/>
                    <a:p>
                      <a:pPr indent="0" lvl="0" marL="0" marR="0" rtl="0" algn="l">
                        <a:lnSpc>
                          <a:spcPct val="100000"/>
                        </a:lnSpc>
                        <a:spcBef>
                          <a:spcPts val="0"/>
                        </a:spcBef>
                        <a:spcAft>
                          <a:spcPts val="0"/>
                        </a:spcAft>
                        <a:buClr>
                          <a:srgbClr val="000000"/>
                        </a:buClr>
                        <a:buSzPts val="1400"/>
                        <a:buFont typeface="Arial"/>
                        <a:buNone/>
                      </a:pPr>
                      <a:r>
                        <a:rPr lang="en" spc="0" sz="1400" u="none" cap="none" strike="noStrike"/>
                        <a:t>O(n</a:t>
                      </a:r>
                      <a:r>
                        <a:rPr baseline="30000" lang="en" spc="0" sz="1400" u="none" cap="none" strike="noStrike"/>
                        <a:t>2</a:t>
                      </a:r>
                      <a:r>
                        <a:rPr lang="en" spc="0" sz="1400" u="none" cap="none" strike="noStrike"/>
                        <a:t>)</a:t>
                      </a:r>
                      <a:endParaRPr baseline="30000" spc="0" sz="1400" u="none" cap="none" strike="noStrike"/>
                    </a:p>
                  </a:txBody>
                  <a:tcPr marT="45725" marB="45725" marR="91450" marL="91450"/>
                </a:tc>
              </a:tr>
              <a:tr h="370850">
                <a:tc>
                  <a:txBody>
                    <a:bodyPr/>
                    <a:lstStyle/>
                    <a:p>
                      <a:pPr indent="0" lvl="0" marL="0" marR="0" rtl="0" algn="l">
                        <a:lnSpc>
                          <a:spcPct val="100000"/>
                        </a:lnSpc>
                        <a:spcBef>
                          <a:spcPts val="0"/>
                        </a:spcBef>
                        <a:spcAft>
                          <a:spcPts val="0"/>
                        </a:spcAft>
                        <a:buNone/>
                      </a:pPr>
                      <a:r>
                        <a:rPr lang="en" spc="0" sz="1400" u="none" cap="none" strike="noStrike"/>
                        <a:t>Insertion Sort</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None/>
                      </a:pPr>
                      <a:r>
                        <a:rPr lang="en" spc="0" sz="1400" u="none" cap="none" strike="noStrike"/>
                        <a:t>O(n)</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Clr>
                          <a:srgbClr val="000000"/>
                        </a:buClr>
                        <a:buSzPts val="1400"/>
                        <a:buFont typeface="Arial"/>
                        <a:buNone/>
                      </a:pPr>
                      <a:r>
                        <a:rPr lang="en" spc="0" sz="1400" u="none" cap="none" strike="noStrike"/>
                        <a:t>O(n</a:t>
                      </a:r>
                      <a:r>
                        <a:rPr baseline="30000" lang="en" spc="0" sz="1400" u="none" cap="none" strike="noStrike"/>
                        <a:t>2</a:t>
                      </a:r>
                      <a:r>
                        <a:rPr lang="en" spc="0" sz="1400" u="none" cap="none" strike="noStrike"/>
                        <a:t>)</a:t>
                      </a:r>
                      <a:endParaRPr baseline="30000" spc="0" sz="1400" u="none" cap="none" strike="noStrike"/>
                    </a:p>
                  </a:txBody>
                  <a:tcPr marT="45725" marB="45725" marR="91450" marL="91450"/>
                </a:tc>
                <a:tc>
                  <a:txBody>
                    <a:bodyPr/>
                    <a:lstStyle/>
                    <a:p>
                      <a:pPr indent="0" lvl="0" marL="0" marR="0" rtl="0" algn="l">
                        <a:lnSpc>
                          <a:spcPct val="100000"/>
                        </a:lnSpc>
                        <a:spcBef>
                          <a:spcPts val="0"/>
                        </a:spcBef>
                        <a:spcAft>
                          <a:spcPts val="0"/>
                        </a:spcAft>
                        <a:buClr>
                          <a:srgbClr val="000000"/>
                        </a:buClr>
                        <a:buSzPts val="1400"/>
                        <a:buFont typeface="Arial"/>
                        <a:buNone/>
                      </a:pPr>
                      <a:r>
                        <a:rPr lang="en" spc="0" sz="1400" u="none" cap="none" strike="noStrike"/>
                        <a:t>O(n</a:t>
                      </a:r>
                      <a:r>
                        <a:rPr baseline="30000" lang="en" spc="0" sz="1400" u="none" cap="none" strike="noStrike"/>
                        <a:t>2</a:t>
                      </a:r>
                      <a:r>
                        <a:rPr lang="en" spc="0" sz="1400" u="none" cap="none" strike="noStrike"/>
                        <a:t>)</a:t>
                      </a:r>
                      <a:endParaRPr baseline="30000" spc="0" sz="1400" u="none" cap="none" strike="noStrike"/>
                    </a:p>
                  </a:txBody>
                  <a:tcPr marT="45725" marB="45725" marR="91450" marL="91450"/>
                </a:tc>
              </a:tr>
              <a:tr h="370850">
                <a:tc>
                  <a:txBody>
                    <a:bodyPr/>
                    <a:lstStyle/>
                    <a:p>
                      <a:pPr indent="0" lvl="0" marL="0" marR="0" rtl="0" algn="l">
                        <a:lnSpc>
                          <a:spcPct val="100000"/>
                        </a:lnSpc>
                        <a:spcBef>
                          <a:spcPts val="0"/>
                        </a:spcBef>
                        <a:spcAft>
                          <a:spcPts val="0"/>
                        </a:spcAft>
                        <a:buNone/>
                      </a:pPr>
                      <a:r>
                        <a:rPr lang="en" spc="0" sz="1400" u="none" cap="none" strike="noStrike"/>
                        <a:t>Merge Sort</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Clr>
                          <a:srgbClr val="000000"/>
                        </a:buClr>
                        <a:buSzPts val="1400"/>
                        <a:buFont typeface="Arial"/>
                        <a:buNone/>
                      </a:pPr>
                      <a:r>
                        <a:rPr lang="en" spc="0" sz="1400" u="none" cap="none" strike="noStrike"/>
                        <a:t>O(n log n)</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Clr>
                          <a:srgbClr val="000000"/>
                        </a:buClr>
                        <a:buSzPts val="1400"/>
                        <a:buFont typeface="Arial"/>
                        <a:buNone/>
                      </a:pPr>
                      <a:r>
                        <a:rPr lang="en" spc="0" sz="1400" u="none" cap="none" strike="noStrike"/>
                        <a:t>O(n log n)</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Clr>
                          <a:srgbClr val="000000"/>
                        </a:buClr>
                        <a:buSzPts val="1400"/>
                        <a:buFont typeface="Arial"/>
                        <a:buNone/>
                      </a:pPr>
                      <a:r>
                        <a:rPr lang="en" spc="0" sz="1400" u="none" cap="none" strike="noStrike"/>
                        <a:t>O(n log n)</a:t>
                      </a:r>
                      <a:endParaRPr spc="0" sz="1400" u="none" cap="none" strike="noStrike"/>
                    </a:p>
                  </a:txBody>
                  <a:tcPr marT="45725" marB="45725" marR="91450" marL="91450"/>
                </a:tc>
              </a:tr>
              <a:tr h="370850">
                <a:tc>
                  <a:txBody>
                    <a:bodyPr/>
                    <a:lstStyle/>
                    <a:p>
                      <a:pPr indent="0" lvl="0" marL="0" marR="0" rtl="0" algn="l">
                        <a:lnSpc>
                          <a:spcPct val="100000"/>
                        </a:lnSpc>
                        <a:spcBef>
                          <a:spcPts val="0"/>
                        </a:spcBef>
                        <a:spcAft>
                          <a:spcPts val="0"/>
                        </a:spcAft>
                        <a:buNone/>
                      </a:pPr>
                      <a:r>
                        <a:rPr lang="en" spc="0" sz="1400" u="none" cap="none" strike="noStrike"/>
                        <a:t>Heap Sort</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Clr>
                          <a:srgbClr val="000000"/>
                        </a:buClr>
                        <a:buSzPts val="1400"/>
                        <a:buFont typeface="Arial"/>
                        <a:buNone/>
                      </a:pPr>
                      <a:r>
                        <a:rPr lang="en" spc="0" sz="1400" u="none" cap="none" strike="noStrike"/>
                        <a:t>O(n log n)</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Clr>
                          <a:srgbClr val="000000"/>
                        </a:buClr>
                        <a:buSzPts val="1400"/>
                        <a:buFont typeface="Arial"/>
                        <a:buNone/>
                      </a:pPr>
                      <a:r>
                        <a:rPr lang="en" spc="0" sz="1400" u="none" cap="none" strike="noStrike"/>
                        <a:t>O(n log n)</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Clr>
                          <a:srgbClr val="000000"/>
                        </a:buClr>
                        <a:buSzPts val="1400"/>
                        <a:buFont typeface="Arial"/>
                        <a:buNone/>
                      </a:pPr>
                      <a:r>
                        <a:rPr lang="en" spc="0" sz="1400" u="none" cap="none" strike="noStrike"/>
                        <a:t>O(n log n)</a:t>
                      </a:r>
                      <a:endParaRPr spc="0" sz="1400" u="none" cap="none" strike="noStrike"/>
                    </a:p>
                  </a:txBody>
                  <a:tcPr marT="45725" marB="45725" marR="91450" marL="91450"/>
                </a:tc>
              </a:tr>
              <a:tr h="370850">
                <a:tc>
                  <a:txBody>
                    <a:bodyPr/>
                    <a:lstStyle/>
                    <a:p>
                      <a:pPr indent="0" lvl="0" marL="0" marR="0" rtl="0" algn="l">
                        <a:lnSpc>
                          <a:spcPct val="100000"/>
                        </a:lnSpc>
                        <a:spcBef>
                          <a:spcPts val="0"/>
                        </a:spcBef>
                        <a:spcAft>
                          <a:spcPts val="0"/>
                        </a:spcAft>
                        <a:buNone/>
                      </a:pPr>
                      <a:r>
                        <a:rPr lang="en" spc="0" sz="1400" u="none" cap="none" strike="noStrike"/>
                        <a:t>Quick Sort</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Clr>
                          <a:srgbClr val="000000"/>
                        </a:buClr>
                        <a:buSzPts val="1400"/>
                        <a:buFont typeface="Arial"/>
                        <a:buNone/>
                      </a:pPr>
                      <a:r>
                        <a:rPr lang="en" spc="0" sz="1400" u="none" cap="none" strike="noStrike"/>
                        <a:t>O(n log n)</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Clr>
                          <a:srgbClr val="000000"/>
                        </a:buClr>
                        <a:buSzPts val="1400"/>
                        <a:buFont typeface="Arial"/>
                        <a:buNone/>
                      </a:pPr>
                      <a:r>
                        <a:rPr lang="en" spc="0" sz="1400" u="none" cap="none" strike="noStrike"/>
                        <a:t>O(n log n)</a:t>
                      </a:r>
                      <a:endParaRPr spc="0" sz="1400" u="none" cap="none" strike="noStrike"/>
                    </a:p>
                  </a:txBody>
                  <a:tcPr marT="45725" marB="45725" marR="91450" marL="91450"/>
                </a:tc>
                <a:tc>
                  <a:txBody>
                    <a:bodyPr/>
                    <a:lstStyle/>
                    <a:p>
                      <a:pPr indent="0" lvl="0" marL="0" marR="0" rtl="0" algn="l">
                        <a:lnSpc>
                          <a:spcPct val="100000"/>
                        </a:lnSpc>
                        <a:spcBef>
                          <a:spcPts val="0"/>
                        </a:spcBef>
                        <a:spcAft>
                          <a:spcPts val="0"/>
                        </a:spcAft>
                        <a:buNone/>
                      </a:pPr>
                      <a:r>
                        <a:rPr lang="en" spc="0" sz="1400" u="none" cap="none" strike="noStrike"/>
                        <a:t>O(n</a:t>
                      </a:r>
                      <a:r>
                        <a:rPr baseline="30000" lang="en" spc="0" sz="1400" u="none" cap="none" strike="noStrike"/>
                        <a:t>2</a:t>
                      </a:r>
                      <a:r>
                        <a:rPr lang="en" spc="0" sz="1400" u="none" cap="none" strike="noStrike"/>
                        <a:t>)</a:t>
                      </a:r>
                      <a:endParaRPr baseline="30000" spc="0" sz="1400" u="none" cap="none" strike="noStrike"/>
                    </a:p>
                  </a:txBody>
                  <a:tcPr marT="45725" marB="45725" marR="91450" marL="91450"/>
                </a:tc>
              </a:tr>
            </a:tbl>
          </a:graphicData>
        </a:graphic>
      </p:graphicFrame>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1000" fill="hold"/>
                                        <p:tgtEl>
                                          <p:spTgt spid="2222"/>
                                        </p:tgtEl>
                                        <p:attrNameLst>
                                          <p:attrName>r</p:attrName>
                                        </p:attrNameLst>
                                      </p:cBhvr>
                                    </p:animRo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97" name="Shape 2397"/>
        <p:cNvGrpSpPr/>
        <p:nvPr/>
      </p:nvGrpSpPr>
      <p:grpSpPr>
        <a:xfrm>
          <a:off x="0" y="0"/>
          <a:ext cx="0" cy="0"/>
          <a:chOff x="0" y="0"/>
          <a:chExt cx="0" cy="0"/>
        </a:xfrm>
      </p:grpSpPr>
      <p:sp>
        <p:nvSpPr>
          <p:cNvPr id="2398" name="Google Shape;2398;p60"/>
          <p:cNvSpPr txBox="1"/>
          <p:nvPr>
            <p:ph type="title"/>
          </p:nvPr>
        </p:nvSpPr>
        <p:spPr>
          <a:xfrm>
            <a:off x="720000" y="2302100"/>
            <a:ext cx="3739200" cy="12957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3600"/>
              <a:buNone/>
            </a:pPr>
            <a:r>
              <a:rPr lang="en"/>
              <a:t>Databasis</a:t>
            </a:r>
            <a:endParaRPr/>
          </a:p>
        </p:txBody>
      </p:sp>
      <p:sp>
        <p:nvSpPr>
          <p:cNvPr id="2399" name="Google Shape;2399;p60"/>
          <p:cNvSpPr txBox="1"/>
          <p:nvPr>
            <p:ph idx="2" type="title"/>
          </p:nvPr>
        </p:nvSpPr>
        <p:spPr>
          <a:xfrm>
            <a:off x="720000" y="1164975"/>
            <a:ext cx="1530950" cy="7134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6000"/>
              <a:buNone/>
            </a:pPr>
            <a:r>
              <a:rPr lang="en"/>
              <a:t>08</a:t>
            </a:r>
            <a:endParaRPr/>
          </a:p>
        </p:txBody>
      </p:sp>
      <p:sp>
        <p:nvSpPr>
          <p:cNvPr id="2400" name="Google Shape;2400;p60"/>
          <p:cNvSpPr txBox="1"/>
          <p:nvPr>
            <p:ph idx="1" type="subTitle"/>
          </p:nvPr>
        </p:nvSpPr>
        <p:spPr>
          <a:xfrm>
            <a:off x="720000" y="3679125"/>
            <a:ext cx="3081000" cy="7134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1600"/>
              </a:spcAft>
              <a:buSzPts val="1400"/>
              <a:buNone/>
            </a:pPr>
            <a:r>
              <a:rPr lang="en"/>
              <a:t>Databasis ontwerp wat gebruik gaan word</a:t>
            </a:r>
            <a:endParaRPr/>
          </a:p>
        </p:txBody>
      </p:sp>
      <p:cxnSp>
        <p:nvCxnSpPr>
          <p:cNvPr id="2401" name="Google Shape;2401;p60"/>
          <p:cNvCxnSpPr/>
          <p:nvPr/>
        </p:nvCxnSpPr>
        <p:spPr>
          <a:xfrm>
            <a:off x="886250" y="2134753"/>
            <a:ext cx="1364700" cy="0"/>
          </a:xfrm>
          <a:prstGeom prst="straightConnector1">
            <a:avLst/>
          </a:prstGeom>
          <a:noFill/>
          <a:ln cap="flat" cmpd="sng" w="9525">
            <a:solidFill>
              <a:schemeClr val="dk1"/>
            </a:solidFill>
            <a:prstDash val="solid"/>
            <a:round/>
            <a:headEnd len="sm" w="sm" type="none"/>
            <a:tailEnd len="sm" w="sm" type="none"/>
          </a:ln>
        </p:spPr>
      </p:cxnSp>
      <p:grpSp>
        <p:nvGrpSpPr>
          <p:cNvPr id="2402" name="Google Shape;2402;p60"/>
          <p:cNvGrpSpPr/>
          <p:nvPr/>
        </p:nvGrpSpPr>
        <p:grpSpPr>
          <a:xfrm>
            <a:off x="4712859" y="2535991"/>
            <a:ext cx="2287695" cy="2289334"/>
            <a:chOff x="1192500" y="238125"/>
            <a:chExt cx="5235000" cy="5238750"/>
          </a:xfrm>
        </p:grpSpPr>
        <p:sp>
          <p:nvSpPr>
            <p:cNvPr id="2403" name="Google Shape;2403;p60"/>
            <p:cNvSpPr/>
            <p:nvPr/>
          </p:nvSpPr>
          <p:spPr>
            <a:xfrm>
              <a:off x="4141150" y="2266250"/>
              <a:ext cx="123500" cy="123525"/>
            </a:xfrm>
            <a:custGeom>
              <a:rect b="b" l="l" r="r" t="t"/>
              <a:pathLst>
                <a:path extrusionOk="0" h="4941" w="4940">
                  <a:moveTo>
                    <a:pt x="1" y="1"/>
                  </a:moveTo>
                  <a:lnTo>
                    <a:pt x="1" y="150"/>
                  </a:lnTo>
                  <a:lnTo>
                    <a:pt x="1048" y="1348"/>
                  </a:lnTo>
                  <a:lnTo>
                    <a:pt x="2246" y="2545"/>
                  </a:lnTo>
                  <a:lnTo>
                    <a:pt x="4790" y="4940"/>
                  </a:lnTo>
                  <a:lnTo>
                    <a:pt x="4940" y="4940"/>
                  </a:lnTo>
                  <a:lnTo>
                    <a:pt x="4940" y="4791"/>
                  </a:lnTo>
                  <a:lnTo>
                    <a:pt x="2545" y="23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4" name="Google Shape;2404;p60"/>
            <p:cNvSpPr/>
            <p:nvPr/>
          </p:nvSpPr>
          <p:spPr>
            <a:xfrm>
              <a:off x="4189800" y="2221350"/>
              <a:ext cx="123500" cy="131000"/>
            </a:xfrm>
            <a:custGeom>
              <a:rect b="b" l="l" r="r" t="t"/>
              <a:pathLst>
                <a:path extrusionOk="0" h="5240" w="4940">
                  <a:moveTo>
                    <a:pt x="150" y="1"/>
                  </a:moveTo>
                  <a:lnTo>
                    <a:pt x="0" y="150"/>
                  </a:lnTo>
                  <a:lnTo>
                    <a:pt x="1048" y="1497"/>
                  </a:lnTo>
                  <a:lnTo>
                    <a:pt x="2246" y="2695"/>
                  </a:lnTo>
                  <a:lnTo>
                    <a:pt x="3443" y="3892"/>
                  </a:lnTo>
                  <a:lnTo>
                    <a:pt x="4790" y="5239"/>
                  </a:lnTo>
                  <a:lnTo>
                    <a:pt x="4940" y="5239"/>
                  </a:lnTo>
                  <a:lnTo>
                    <a:pt x="4940" y="5090"/>
                  </a:lnTo>
                  <a:lnTo>
                    <a:pt x="2545" y="2396"/>
                  </a:lnTo>
                  <a:lnTo>
                    <a:pt x="1347" y="1198"/>
                  </a:lnTo>
                  <a:lnTo>
                    <a:pt x="749" y="5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5" name="Google Shape;2405;p60"/>
            <p:cNvSpPr/>
            <p:nvPr/>
          </p:nvSpPr>
          <p:spPr>
            <a:xfrm>
              <a:off x="4242175" y="2187675"/>
              <a:ext cx="108550" cy="112275"/>
            </a:xfrm>
            <a:custGeom>
              <a:rect b="b" l="l" r="r" t="t"/>
              <a:pathLst>
                <a:path extrusionOk="0" h="4491" w="4342">
                  <a:moveTo>
                    <a:pt x="1" y="1"/>
                  </a:moveTo>
                  <a:lnTo>
                    <a:pt x="1" y="150"/>
                  </a:lnTo>
                  <a:lnTo>
                    <a:pt x="1947" y="2395"/>
                  </a:lnTo>
                  <a:lnTo>
                    <a:pt x="4042" y="4491"/>
                  </a:lnTo>
                  <a:lnTo>
                    <a:pt x="4342" y="4491"/>
                  </a:lnTo>
                  <a:lnTo>
                    <a:pt x="4342" y="4341"/>
                  </a:lnTo>
                  <a:lnTo>
                    <a:pt x="2246" y="20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6" name="Google Shape;2406;p60"/>
            <p:cNvSpPr/>
            <p:nvPr/>
          </p:nvSpPr>
          <p:spPr>
            <a:xfrm>
              <a:off x="4290825" y="2154000"/>
              <a:ext cx="131000" cy="131000"/>
            </a:xfrm>
            <a:custGeom>
              <a:rect b="b" l="l" r="r" t="t"/>
              <a:pathLst>
                <a:path extrusionOk="0" h="5240" w="5240">
                  <a:moveTo>
                    <a:pt x="1" y="0"/>
                  </a:moveTo>
                  <a:lnTo>
                    <a:pt x="1" y="150"/>
                  </a:lnTo>
                  <a:lnTo>
                    <a:pt x="1198" y="1348"/>
                  </a:lnTo>
                  <a:lnTo>
                    <a:pt x="2396" y="2695"/>
                  </a:lnTo>
                  <a:lnTo>
                    <a:pt x="3743" y="4042"/>
                  </a:lnTo>
                  <a:lnTo>
                    <a:pt x="5090" y="5239"/>
                  </a:lnTo>
                  <a:lnTo>
                    <a:pt x="5239" y="5239"/>
                  </a:lnTo>
                  <a:lnTo>
                    <a:pt x="5239" y="5090"/>
                  </a:lnTo>
                  <a:lnTo>
                    <a:pt x="4042" y="3742"/>
                  </a:lnTo>
                  <a:lnTo>
                    <a:pt x="2695" y="2395"/>
                  </a:lnTo>
                  <a:lnTo>
                    <a:pt x="149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7" name="Google Shape;2407;p60"/>
            <p:cNvSpPr/>
            <p:nvPr/>
          </p:nvSpPr>
          <p:spPr>
            <a:xfrm>
              <a:off x="4339475" y="2112825"/>
              <a:ext cx="104800" cy="104800"/>
            </a:xfrm>
            <a:custGeom>
              <a:rect b="b" l="l" r="r" t="t"/>
              <a:pathLst>
                <a:path extrusionOk="0" h="4192" w="4192">
                  <a:moveTo>
                    <a:pt x="0" y="1"/>
                  </a:moveTo>
                  <a:lnTo>
                    <a:pt x="0" y="151"/>
                  </a:lnTo>
                  <a:lnTo>
                    <a:pt x="899" y="1198"/>
                  </a:lnTo>
                  <a:lnTo>
                    <a:pt x="1946" y="2246"/>
                  </a:lnTo>
                  <a:lnTo>
                    <a:pt x="4042" y="4192"/>
                  </a:lnTo>
                  <a:lnTo>
                    <a:pt x="4191" y="4192"/>
                  </a:lnTo>
                  <a:lnTo>
                    <a:pt x="4191" y="4042"/>
                  </a:lnTo>
                  <a:lnTo>
                    <a:pt x="2246" y="1947"/>
                  </a:lnTo>
                  <a:lnTo>
                    <a:pt x="1198" y="10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8" name="Google Shape;2408;p60"/>
            <p:cNvSpPr/>
            <p:nvPr/>
          </p:nvSpPr>
          <p:spPr>
            <a:xfrm>
              <a:off x="4436775" y="2041750"/>
              <a:ext cx="89825" cy="86075"/>
            </a:xfrm>
            <a:custGeom>
              <a:rect b="b" l="l" r="r" t="t"/>
              <a:pathLst>
                <a:path extrusionOk="0" h="3443" w="3593">
                  <a:moveTo>
                    <a:pt x="0" y="0"/>
                  </a:moveTo>
                  <a:lnTo>
                    <a:pt x="1647" y="1796"/>
                  </a:lnTo>
                  <a:lnTo>
                    <a:pt x="3443" y="3443"/>
                  </a:lnTo>
                  <a:lnTo>
                    <a:pt x="3592" y="3443"/>
                  </a:lnTo>
                  <a:lnTo>
                    <a:pt x="3592" y="3293"/>
                  </a:lnTo>
                  <a:lnTo>
                    <a:pt x="2844" y="2395"/>
                  </a:lnTo>
                  <a:lnTo>
                    <a:pt x="1946"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09" name="Google Shape;2409;p60"/>
            <p:cNvSpPr/>
            <p:nvPr/>
          </p:nvSpPr>
          <p:spPr>
            <a:xfrm>
              <a:off x="4388125" y="2079150"/>
              <a:ext cx="93575" cy="89850"/>
            </a:xfrm>
            <a:custGeom>
              <a:rect b="b" l="l" r="r" t="t"/>
              <a:pathLst>
                <a:path extrusionOk="0" h="3594" w="3743">
                  <a:moveTo>
                    <a:pt x="0" y="1"/>
                  </a:moveTo>
                  <a:lnTo>
                    <a:pt x="1647" y="1947"/>
                  </a:lnTo>
                  <a:lnTo>
                    <a:pt x="3443" y="3593"/>
                  </a:lnTo>
                  <a:lnTo>
                    <a:pt x="3742" y="3593"/>
                  </a:lnTo>
                  <a:lnTo>
                    <a:pt x="3742" y="3443"/>
                  </a:lnTo>
                  <a:lnTo>
                    <a:pt x="1946" y="16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0" name="Google Shape;2410;p60"/>
            <p:cNvSpPr/>
            <p:nvPr/>
          </p:nvSpPr>
          <p:spPr>
            <a:xfrm>
              <a:off x="4485400" y="2000575"/>
              <a:ext cx="82350" cy="78600"/>
            </a:xfrm>
            <a:custGeom>
              <a:rect b="b" l="l" r="r" t="t"/>
              <a:pathLst>
                <a:path extrusionOk="0" h="3144" w="3294">
                  <a:moveTo>
                    <a:pt x="1" y="1"/>
                  </a:moveTo>
                  <a:lnTo>
                    <a:pt x="1" y="150"/>
                  </a:lnTo>
                  <a:lnTo>
                    <a:pt x="1498" y="1797"/>
                  </a:lnTo>
                  <a:lnTo>
                    <a:pt x="2246" y="2545"/>
                  </a:lnTo>
                  <a:lnTo>
                    <a:pt x="3144" y="3144"/>
                  </a:lnTo>
                  <a:lnTo>
                    <a:pt x="3294" y="3144"/>
                  </a:lnTo>
                  <a:lnTo>
                    <a:pt x="3294" y="2994"/>
                  </a:lnTo>
                  <a:lnTo>
                    <a:pt x="2545" y="2246"/>
                  </a:lnTo>
                  <a:lnTo>
                    <a:pt x="1797" y="1497"/>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1" name="Google Shape;2411;p60"/>
            <p:cNvSpPr/>
            <p:nvPr/>
          </p:nvSpPr>
          <p:spPr>
            <a:xfrm>
              <a:off x="4537800" y="1966900"/>
              <a:ext cx="71125" cy="67375"/>
            </a:xfrm>
            <a:custGeom>
              <a:rect b="b" l="l" r="r" t="t"/>
              <a:pathLst>
                <a:path extrusionOk="0" h="2695" w="2845">
                  <a:moveTo>
                    <a:pt x="0" y="1"/>
                  </a:moveTo>
                  <a:lnTo>
                    <a:pt x="0" y="150"/>
                  </a:lnTo>
                  <a:lnTo>
                    <a:pt x="1198" y="1497"/>
                  </a:lnTo>
                  <a:lnTo>
                    <a:pt x="2695" y="2695"/>
                  </a:lnTo>
                  <a:lnTo>
                    <a:pt x="2844" y="2695"/>
                  </a:lnTo>
                  <a:lnTo>
                    <a:pt x="2844" y="2545"/>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2" name="Google Shape;2412;p60"/>
            <p:cNvSpPr/>
            <p:nvPr/>
          </p:nvSpPr>
          <p:spPr>
            <a:xfrm>
              <a:off x="4586450" y="1925750"/>
              <a:ext cx="74850" cy="74850"/>
            </a:xfrm>
            <a:custGeom>
              <a:rect b="b" l="l" r="r" t="t"/>
              <a:pathLst>
                <a:path extrusionOk="0" h="2994" w="2994">
                  <a:moveTo>
                    <a:pt x="0" y="0"/>
                  </a:moveTo>
                  <a:lnTo>
                    <a:pt x="0" y="150"/>
                  </a:lnTo>
                  <a:lnTo>
                    <a:pt x="1347" y="1796"/>
                  </a:lnTo>
                  <a:lnTo>
                    <a:pt x="2096" y="2395"/>
                  </a:lnTo>
                  <a:lnTo>
                    <a:pt x="2994" y="2994"/>
                  </a:lnTo>
                  <a:lnTo>
                    <a:pt x="2994" y="2994"/>
                  </a:lnTo>
                  <a:lnTo>
                    <a:pt x="2395" y="2096"/>
                  </a:lnTo>
                  <a:lnTo>
                    <a:pt x="1647"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3" name="Google Shape;2413;p60"/>
            <p:cNvSpPr/>
            <p:nvPr/>
          </p:nvSpPr>
          <p:spPr>
            <a:xfrm>
              <a:off x="4635100" y="1888325"/>
              <a:ext cx="74850" cy="71125"/>
            </a:xfrm>
            <a:custGeom>
              <a:rect b="b" l="l" r="r" t="t"/>
              <a:pathLst>
                <a:path extrusionOk="0" h="2845" w="2994">
                  <a:moveTo>
                    <a:pt x="150" y="0"/>
                  </a:moveTo>
                  <a:lnTo>
                    <a:pt x="150" y="150"/>
                  </a:lnTo>
                  <a:lnTo>
                    <a:pt x="0" y="150"/>
                  </a:lnTo>
                  <a:lnTo>
                    <a:pt x="1347" y="1647"/>
                  </a:lnTo>
                  <a:lnTo>
                    <a:pt x="2096" y="2245"/>
                  </a:lnTo>
                  <a:lnTo>
                    <a:pt x="2844" y="2844"/>
                  </a:lnTo>
                  <a:lnTo>
                    <a:pt x="2994" y="2844"/>
                  </a:lnTo>
                  <a:lnTo>
                    <a:pt x="2395" y="1946"/>
                  </a:lnTo>
                  <a:lnTo>
                    <a:pt x="1647" y="13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4" name="Google Shape;2414;p60"/>
            <p:cNvSpPr/>
            <p:nvPr/>
          </p:nvSpPr>
          <p:spPr>
            <a:xfrm>
              <a:off x="4683725" y="1847150"/>
              <a:ext cx="71125" cy="71125"/>
            </a:xfrm>
            <a:custGeom>
              <a:rect b="b" l="l" r="r" t="t"/>
              <a:pathLst>
                <a:path extrusionOk="0" h="2845" w="2845">
                  <a:moveTo>
                    <a:pt x="1" y="1"/>
                  </a:moveTo>
                  <a:lnTo>
                    <a:pt x="1" y="150"/>
                  </a:lnTo>
                  <a:lnTo>
                    <a:pt x="1348" y="1647"/>
                  </a:lnTo>
                  <a:lnTo>
                    <a:pt x="1947" y="2246"/>
                  </a:lnTo>
                  <a:lnTo>
                    <a:pt x="2695" y="2845"/>
                  </a:lnTo>
                  <a:lnTo>
                    <a:pt x="2845" y="2845"/>
                  </a:lnTo>
                  <a:lnTo>
                    <a:pt x="2845" y="2695"/>
                  </a:lnTo>
                  <a:lnTo>
                    <a:pt x="2246" y="1947"/>
                  </a:lnTo>
                  <a:lnTo>
                    <a:pt x="1647" y="1348"/>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5" name="Google Shape;2415;p60"/>
            <p:cNvSpPr/>
            <p:nvPr/>
          </p:nvSpPr>
          <p:spPr>
            <a:xfrm>
              <a:off x="4736125" y="1813475"/>
              <a:ext cx="71125" cy="71125"/>
            </a:xfrm>
            <a:custGeom>
              <a:rect b="b" l="l" r="r" t="t"/>
              <a:pathLst>
                <a:path extrusionOk="0" h="2845" w="2845">
                  <a:moveTo>
                    <a:pt x="0" y="1"/>
                  </a:moveTo>
                  <a:lnTo>
                    <a:pt x="1348" y="1497"/>
                  </a:lnTo>
                  <a:lnTo>
                    <a:pt x="1946" y="2246"/>
                  </a:lnTo>
                  <a:lnTo>
                    <a:pt x="2695" y="2845"/>
                  </a:lnTo>
                  <a:lnTo>
                    <a:pt x="2844" y="2845"/>
                  </a:lnTo>
                  <a:lnTo>
                    <a:pt x="2844" y="2695"/>
                  </a:lnTo>
                  <a:lnTo>
                    <a:pt x="2246" y="1947"/>
                  </a:lnTo>
                  <a:lnTo>
                    <a:pt x="1647" y="134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6" name="Google Shape;2416;p60"/>
            <p:cNvSpPr/>
            <p:nvPr/>
          </p:nvSpPr>
          <p:spPr>
            <a:xfrm>
              <a:off x="4784775" y="1776050"/>
              <a:ext cx="56150" cy="56175"/>
            </a:xfrm>
            <a:custGeom>
              <a:rect b="b" l="l" r="r" t="t"/>
              <a:pathLst>
                <a:path extrusionOk="0" h="2247" w="2246">
                  <a:moveTo>
                    <a:pt x="0" y="1"/>
                  </a:moveTo>
                  <a:lnTo>
                    <a:pt x="898" y="1198"/>
                  </a:lnTo>
                  <a:lnTo>
                    <a:pt x="1497" y="1797"/>
                  </a:lnTo>
                  <a:lnTo>
                    <a:pt x="2096" y="2246"/>
                  </a:lnTo>
                  <a:lnTo>
                    <a:pt x="2245" y="2246"/>
                  </a:lnTo>
                  <a:lnTo>
                    <a:pt x="2245" y="2096"/>
                  </a:lnTo>
                  <a:lnTo>
                    <a:pt x="1796" y="1498"/>
                  </a:lnTo>
                  <a:lnTo>
                    <a:pt x="1198" y="8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7" name="Google Shape;2417;p60"/>
            <p:cNvSpPr/>
            <p:nvPr/>
          </p:nvSpPr>
          <p:spPr>
            <a:xfrm>
              <a:off x="4833425" y="1738650"/>
              <a:ext cx="41175" cy="41175"/>
            </a:xfrm>
            <a:custGeom>
              <a:rect b="b" l="l" r="r" t="t"/>
              <a:pathLst>
                <a:path extrusionOk="0" h="1647" w="1647">
                  <a:moveTo>
                    <a:pt x="0" y="0"/>
                  </a:moveTo>
                  <a:lnTo>
                    <a:pt x="748" y="898"/>
                  </a:lnTo>
                  <a:lnTo>
                    <a:pt x="1497" y="1647"/>
                  </a:lnTo>
                  <a:lnTo>
                    <a:pt x="1646" y="1647"/>
                  </a:lnTo>
                  <a:lnTo>
                    <a:pt x="1646" y="149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8" name="Google Shape;2418;p60"/>
            <p:cNvSpPr/>
            <p:nvPr/>
          </p:nvSpPr>
          <p:spPr>
            <a:xfrm>
              <a:off x="4882050" y="1697475"/>
              <a:ext cx="33700" cy="33700"/>
            </a:xfrm>
            <a:custGeom>
              <a:rect b="b" l="l" r="r" t="t"/>
              <a:pathLst>
                <a:path extrusionOk="0" h="1348" w="1348">
                  <a:moveTo>
                    <a:pt x="1" y="1"/>
                  </a:moveTo>
                  <a:lnTo>
                    <a:pt x="450" y="749"/>
                  </a:lnTo>
                  <a:lnTo>
                    <a:pt x="1198" y="1348"/>
                  </a:lnTo>
                  <a:lnTo>
                    <a:pt x="1348" y="1348"/>
                  </a:lnTo>
                  <a:lnTo>
                    <a:pt x="1348" y="1198"/>
                  </a:lnTo>
                  <a:lnTo>
                    <a:pt x="749" y="45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19" name="Google Shape;2419;p60"/>
            <p:cNvSpPr/>
            <p:nvPr/>
          </p:nvSpPr>
          <p:spPr>
            <a:xfrm>
              <a:off x="4930700" y="1660050"/>
              <a:ext cx="37450" cy="33700"/>
            </a:xfrm>
            <a:custGeom>
              <a:rect b="b" l="l" r="r" t="t"/>
              <a:pathLst>
                <a:path extrusionOk="0" h="1348" w="1498">
                  <a:moveTo>
                    <a:pt x="1" y="1"/>
                  </a:moveTo>
                  <a:lnTo>
                    <a:pt x="1" y="151"/>
                  </a:lnTo>
                  <a:lnTo>
                    <a:pt x="599" y="899"/>
                  </a:lnTo>
                  <a:lnTo>
                    <a:pt x="899" y="1198"/>
                  </a:lnTo>
                  <a:lnTo>
                    <a:pt x="1348" y="1348"/>
                  </a:lnTo>
                  <a:lnTo>
                    <a:pt x="1497" y="1348"/>
                  </a:lnTo>
                  <a:lnTo>
                    <a:pt x="1497" y="1198"/>
                  </a:lnTo>
                  <a:lnTo>
                    <a:pt x="1198" y="899"/>
                  </a:lnTo>
                  <a:lnTo>
                    <a:pt x="899"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0" name="Google Shape;2420;p60"/>
            <p:cNvSpPr/>
            <p:nvPr/>
          </p:nvSpPr>
          <p:spPr>
            <a:xfrm>
              <a:off x="4979350" y="1618900"/>
              <a:ext cx="29950" cy="29950"/>
            </a:xfrm>
            <a:custGeom>
              <a:rect b="b" l="l" r="r" t="t"/>
              <a:pathLst>
                <a:path extrusionOk="0" h="1198" w="1198">
                  <a:moveTo>
                    <a:pt x="0" y="0"/>
                  </a:moveTo>
                  <a:lnTo>
                    <a:pt x="0" y="150"/>
                  </a:lnTo>
                  <a:lnTo>
                    <a:pt x="450" y="749"/>
                  </a:lnTo>
                  <a:lnTo>
                    <a:pt x="1048" y="1198"/>
                  </a:lnTo>
                  <a:lnTo>
                    <a:pt x="1198" y="1198"/>
                  </a:lnTo>
                  <a:lnTo>
                    <a:pt x="1198" y="1048"/>
                  </a:lnTo>
                  <a:lnTo>
                    <a:pt x="599" y="449"/>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1" name="Google Shape;2421;p60"/>
            <p:cNvSpPr/>
            <p:nvPr/>
          </p:nvSpPr>
          <p:spPr>
            <a:xfrm>
              <a:off x="3228125" y="2386000"/>
              <a:ext cx="123500" cy="127250"/>
            </a:xfrm>
            <a:custGeom>
              <a:rect b="b" l="l" r="r" t="t"/>
              <a:pathLst>
                <a:path extrusionOk="0" h="5090" w="4940">
                  <a:moveTo>
                    <a:pt x="4790" y="1"/>
                  </a:moveTo>
                  <a:lnTo>
                    <a:pt x="2395" y="2395"/>
                  </a:lnTo>
                  <a:lnTo>
                    <a:pt x="0" y="4940"/>
                  </a:lnTo>
                  <a:lnTo>
                    <a:pt x="0" y="5090"/>
                  </a:lnTo>
                  <a:lnTo>
                    <a:pt x="150" y="5090"/>
                  </a:lnTo>
                  <a:lnTo>
                    <a:pt x="1347" y="3892"/>
                  </a:lnTo>
                  <a:lnTo>
                    <a:pt x="2545" y="2695"/>
                  </a:lnTo>
                  <a:lnTo>
                    <a:pt x="4939" y="150"/>
                  </a:lnTo>
                  <a:lnTo>
                    <a:pt x="49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2" name="Google Shape;2422;p60"/>
            <p:cNvSpPr/>
            <p:nvPr/>
          </p:nvSpPr>
          <p:spPr>
            <a:xfrm>
              <a:off x="3183200" y="2337350"/>
              <a:ext cx="131000" cy="123525"/>
            </a:xfrm>
            <a:custGeom>
              <a:rect b="b" l="l" r="r" t="t"/>
              <a:pathLst>
                <a:path extrusionOk="0" h="4941" w="5240">
                  <a:moveTo>
                    <a:pt x="5090" y="1"/>
                  </a:moveTo>
                  <a:lnTo>
                    <a:pt x="2396" y="2545"/>
                  </a:lnTo>
                  <a:lnTo>
                    <a:pt x="1198" y="3593"/>
                  </a:lnTo>
                  <a:lnTo>
                    <a:pt x="600" y="4192"/>
                  </a:lnTo>
                  <a:lnTo>
                    <a:pt x="1" y="4940"/>
                  </a:lnTo>
                  <a:lnTo>
                    <a:pt x="151" y="4940"/>
                  </a:lnTo>
                  <a:lnTo>
                    <a:pt x="1498" y="3892"/>
                  </a:lnTo>
                  <a:lnTo>
                    <a:pt x="2695" y="2845"/>
                  </a:lnTo>
                  <a:lnTo>
                    <a:pt x="3893" y="1497"/>
                  </a:lnTo>
                  <a:lnTo>
                    <a:pt x="5240" y="150"/>
                  </a:lnTo>
                  <a:lnTo>
                    <a:pt x="52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3" name="Google Shape;2423;p60"/>
            <p:cNvSpPr/>
            <p:nvPr/>
          </p:nvSpPr>
          <p:spPr>
            <a:xfrm>
              <a:off x="3149525" y="2303675"/>
              <a:ext cx="112300" cy="108550"/>
            </a:xfrm>
            <a:custGeom>
              <a:rect b="b" l="l" r="r" t="t"/>
              <a:pathLst>
                <a:path extrusionOk="0" h="4342" w="4492">
                  <a:moveTo>
                    <a:pt x="4341" y="1"/>
                  </a:moveTo>
                  <a:lnTo>
                    <a:pt x="2096" y="1946"/>
                  </a:lnTo>
                  <a:lnTo>
                    <a:pt x="1" y="4192"/>
                  </a:lnTo>
                  <a:lnTo>
                    <a:pt x="1" y="4341"/>
                  </a:lnTo>
                  <a:lnTo>
                    <a:pt x="150" y="4341"/>
                  </a:lnTo>
                  <a:lnTo>
                    <a:pt x="2396" y="2246"/>
                  </a:lnTo>
                  <a:lnTo>
                    <a:pt x="4491" y="150"/>
                  </a:lnTo>
                  <a:lnTo>
                    <a:pt x="44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4" name="Google Shape;2424;p60"/>
            <p:cNvSpPr/>
            <p:nvPr/>
          </p:nvSpPr>
          <p:spPr>
            <a:xfrm>
              <a:off x="3115850" y="2228850"/>
              <a:ext cx="131000" cy="130975"/>
            </a:xfrm>
            <a:custGeom>
              <a:rect b="b" l="l" r="r" t="t"/>
              <a:pathLst>
                <a:path extrusionOk="0" h="5239" w="5240">
                  <a:moveTo>
                    <a:pt x="5090" y="0"/>
                  </a:moveTo>
                  <a:lnTo>
                    <a:pt x="3743" y="1197"/>
                  </a:lnTo>
                  <a:lnTo>
                    <a:pt x="2396" y="2545"/>
                  </a:lnTo>
                  <a:lnTo>
                    <a:pt x="1198" y="3892"/>
                  </a:lnTo>
                  <a:lnTo>
                    <a:pt x="1" y="5089"/>
                  </a:lnTo>
                  <a:lnTo>
                    <a:pt x="1" y="5239"/>
                  </a:lnTo>
                  <a:lnTo>
                    <a:pt x="150" y="5239"/>
                  </a:lnTo>
                  <a:lnTo>
                    <a:pt x="1497" y="4041"/>
                  </a:lnTo>
                  <a:lnTo>
                    <a:pt x="2695" y="2844"/>
                  </a:lnTo>
                  <a:lnTo>
                    <a:pt x="4042" y="1497"/>
                  </a:lnTo>
                  <a:lnTo>
                    <a:pt x="5239" y="150"/>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5" name="Google Shape;2425;p60"/>
            <p:cNvSpPr/>
            <p:nvPr/>
          </p:nvSpPr>
          <p:spPr>
            <a:xfrm>
              <a:off x="3074700" y="2210125"/>
              <a:ext cx="104800" cy="101050"/>
            </a:xfrm>
            <a:custGeom>
              <a:rect b="b" l="l" r="r" t="t"/>
              <a:pathLst>
                <a:path extrusionOk="0" h="4042" w="4192">
                  <a:moveTo>
                    <a:pt x="4042" y="1"/>
                  </a:moveTo>
                  <a:lnTo>
                    <a:pt x="1946" y="1797"/>
                  </a:lnTo>
                  <a:lnTo>
                    <a:pt x="1048" y="2845"/>
                  </a:lnTo>
                  <a:lnTo>
                    <a:pt x="0" y="4042"/>
                  </a:lnTo>
                  <a:lnTo>
                    <a:pt x="150" y="4042"/>
                  </a:lnTo>
                  <a:lnTo>
                    <a:pt x="1198" y="3144"/>
                  </a:lnTo>
                  <a:lnTo>
                    <a:pt x="2245" y="2096"/>
                  </a:lnTo>
                  <a:lnTo>
                    <a:pt x="4191" y="150"/>
                  </a:lnTo>
                  <a:lnTo>
                    <a:pt x="41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6" name="Google Shape;2426;p60"/>
            <p:cNvSpPr/>
            <p:nvPr/>
          </p:nvSpPr>
          <p:spPr>
            <a:xfrm>
              <a:off x="3003600" y="2127800"/>
              <a:ext cx="86075" cy="86100"/>
            </a:xfrm>
            <a:custGeom>
              <a:rect b="b" l="l" r="r" t="t"/>
              <a:pathLst>
                <a:path extrusionOk="0" h="3444" w="3443">
                  <a:moveTo>
                    <a:pt x="3293" y="1"/>
                  </a:moveTo>
                  <a:lnTo>
                    <a:pt x="2395" y="749"/>
                  </a:lnTo>
                  <a:lnTo>
                    <a:pt x="1497" y="1497"/>
                  </a:lnTo>
                  <a:lnTo>
                    <a:pt x="0" y="3294"/>
                  </a:lnTo>
                  <a:lnTo>
                    <a:pt x="0" y="3443"/>
                  </a:lnTo>
                  <a:lnTo>
                    <a:pt x="1796"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7" name="Google Shape;2427;p60"/>
            <p:cNvSpPr/>
            <p:nvPr/>
          </p:nvSpPr>
          <p:spPr>
            <a:xfrm>
              <a:off x="3041025" y="2172700"/>
              <a:ext cx="89825" cy="89850"/>
            </a:xfrm>
            <a:custGeom>
              <a:rect b="b" l="l" r="r" t="t"/>
              <a:pathLst>
                <a:path extrusionOk="0" h="3594" w="3593">
                  <a:moveTo>
                    <a:pt x="3443" y="1"/>
                  </a:moveTo>
                  <a:lnTo>
                    <a:pt x="1647" y="1647"/>
                  </a:lnTo>
                  <a:lnTo>
                    <a:pt x="0" y="3443"/>
                  </a:lnTo>
                  <a:lnTo>
                    <a:pt x="0" y="3593"/>
                  </a:lnTo>
                  <a:lnTo>
                    <a:pt x="1946" y="1947"/>
                  </a:lnTo>
                  <a:lnTo>
                    <a:pt x="3592" y="151"/>
                  </a:lnTo>
                  <a:lnTo>
                    <a:pt x="35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8" name="Google Shape;2428;p60"/>
            <p:cNvSpPr/>
            <p:nvPr/>
          </p:nvSpPr>
          <p:spPr>
            <a:xfrm>
              <a:off x="2962425" y="2086650"/>
              <a:ext cx="78625" cy="78600"/>
            </a:xfrm>
            <a:custGeom>
              <a:rect b="b" l="l" r="r" t="t"/>
              <a:pathLst>
                <a:path extrusionOk="0" h="3144" w="3145">
                  <a:moveTo>
                    <a:pt x="2994" y="0"/>
                  </a:moveTo>
                  <a:lnTo>
                    <a:pt x="2246" y="599"/>
                  </a:lnTo>
                  <a:lnTo>
                    <a:pt x="1049" y="1796"/>
                  </a:lnTo>
                  <a:lnTo>
                    <a:pt x="1" y="2994"/>
                  </a:lnTo>
                  <a:lnTo>
                    <a:pt x="1" y="3143"/>
                  </a:lnTo>
                  <a:lnTo>
                    <a:pt x="151" y="3143"/>
                  </a:lnTo>
                  <a:lnTo>
                    <a:pt x="1797" y="1647"/>
                  </a:lnTo>
                  <a:lnTo>
                    <a:pt x="2545" y="898"/>
                  </a:lnTo>
                  <a:lnTo>
                    <a:pt x="3144" y="150"/>
                  </a:lnTo>
                  <a:lnTo>
                    <a:pt x="31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29" name="Google Shape;2429;p60"/>
            <p:cNvSpPr/>
            <p:nvPr/>
          </p:nvSpPr>
          <p:spPr>
            <a:xfrm>
              <a:off x="2928750" y="2041750"/>
              <a:ext cx="67375" cy="71100"/>
            </a:xfrm>
            <a:custGeom>
              <a:rect b="b" l="l" r="r" t="t"/>
              <a:pathLst>
                <a:path extrusionOk="0" h="2844" w="2695">
                  <a:moveTo>
                    <a:pt x="2545" y="0"/>
                  </a:moveTo>
                  <a:lnTo>
                    <a:pt x="1198" y="1347"/>
                  </a:lnTo>
                  <a:lnTo>
                    <a:pt x="1" y="2694"/>
                  </a:lnTo>
                  <a:lnTo>
                    <a:pt x="1" y="2844"/>
                  </a:lnTo>
                  <a:lnTo>
                    <a:pt x="150" y="2844"/>
                  </a:lnTo>
                  <a:lnTo>
                    <a:pt x="1498" y="1647"/>
                  </a:lnTo>
                  <a:lnTo>
                    <a:pt x="2695" y="150"/>
                  </a:lnTo>
                  <a:lnTo>
                    <a:pt x="269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0" name="Google Shape;2430;p60"/>
            <p:cNvSpPr/>
            <p:nvPr/>
          </p:nvSpPr>
          <p:spPr>
            <a:xfrm>
              <a:off x="2887600" y="1989350"/>
              <a:ext cx="74850" cy="74875"/>
            </a:xfrm>
            <a:custGeom>
              <a:rect b="b" l="l" r="r" t="t"/>
              <a:pathLst>
                <a:path extrusionOk="0" h="2995" w="2994">
                  <a:moveTo>
                    <a:pt x="2994" y="1"/>
                  </a:moveTo>
                  <a:lnTo>
                    <a:pt x="2096" y="599"/>
                  </a:lnTo>
                  <a:lnTo>
                    <a:pt x="1497" y="1348"/>
                  </a:lnTo>
                  <a:lnTo>
                    <a:pt x="0" y="2994"/>
                  </a:lnTo>
                  <a:lnTo>
                    <a:pt x="150" y="2994"/>
                  </a:lnTo>
                  <a:lnTo>
                    <a:pt x="1796" y="1647"/>
                  </a:lnTo>
                  <a:lnTo>
                    <a:pt x="2395" y="899"/>
                  </a:lnTo>
                  <a:lnTo>
                    <a:pt x="2994" y="150"/>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1" name="Google Shape;2431;p60"/>
            <p:cNvSpPr/>
            <p:nvPr/>
          </p:nvSpPr>
          <p:spPr>
            <a:xfrm>
              <a:off x="2853925" y="1944450"/>
              <a:ext cx="67375" cy="71125"/>
            </a:xfrm>
            <a:custGeom>
              <a:rect b="b" l="l" r="r" t="t"/>
              <a:pathLst>
                <a:path extrusionOk="0" h="2845" w="2695">
                  <a:moveTo>
                    <a:pt x="2694" y="0"/>
                  </a:moveTo>
                  <a:lnTo>
                    <a:pt x="1946" y="599"/>
                  </a:lnTo>
                  <a:lnTo>
                    <a:pt x="1198" y="1198"/>
                  </a:lnTo>
                  <a:lnTo>
                    <a:pt x="0" y="2695"/>
                  </a:lnTo>
                  <a:lnTo>
                    <a:pt x="0" y="2844"/>
                  </a:lnTo>
                  <a:lnTo>
                    <a:pt x="1497" y="1497"/>
                  </a:lnTo>
                  <a:lnTo>
                    <a:pt x="2245" y="749"/>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2" name="Google Shape;2432;p60"/>
            <p:cNvSpPr/>
            <p:nvPr/>
          </p:nvSpPr>
          <p:spPr>
            <a:xfrm>
              <a:off x="2809025" y="1899550"/>
              <a:ext cx="71100" cy="71125"/>
            </a:xfrm>
            <a:custGeom>
              <a:rect b="b" l="l" r="r" t="t"/>
              <a:pathLst>
                <a:path extrusionOk="0" h="2845" w="2844">
                  <a:moveTo>
                    <a:pt x="2694" y="0"/>
                  </a:moveTo>
                  <a:lnTo>
                    <a:pt x="1946" y="449"/>
                  </a:lnTo>
                  <a:lnTo>
                    <a:pt x="1347" y="1198"/>
                  </a:lnTo>
                  <a:lnTo>
                    <a:pt x="0" y="2695"/>
                  </a:lnTo>
                  <a:lnTo>
                    <a:pt x="0" y="2844"/>
                  </a:lnTo>
                  <a:lnTo>
                    <a:pt x="150" y="2844"/>
                  </a:lnTo>
                  <a:lnTo>
                    <a:pt x="1647" y="1497"/>
                  </a:lnTo>
                  <a:lnTo>
                    <a:pt x="2245" y="749"/>
                  </a:lnTo>
                  <a:lnTo>
                    <a:pt x="2844" y="150"/>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3" name="Google Shape;2433;p60"/>
            <p:cNvSpPr/>
            <p:nvPr/>
          </p:nvSpPr>
          <p:spPr>
            <a:xfrm>
              <a:off x="2775325" y="1847150"/>
              <a:ext cx="71125" cy="67375"/>
            </a:xfrm>
            <a:custGeom>
              <a:rect b="b" l="l" r="r" t="t"/>
              <a:pathLst>
                <a:path extrusionOk="0" h="2695" w="2845">
                  <a:moveTo>
                    <a:pt x="2695" y="1"/>
                  </a:moveTo>
                  <a:lnTo>
                    <a:pt x="1947" y="450"/>
                  </a:lnTo>
                  <a:lnTo>
                    <a:pt x="1348" y="1198"/>
                  </a:lnTo>
                  <a:lnTo>
                    <a:pt x="1" y="2695"/>
                  </a:lnTo>
                  <a:lnTo>
                    <a:pt x="151" y="2695"/>
                  </a:lnTo>
                  <a:lnTo>
                    <a:pt x="1647" y="1498"/>
                  </a:lnTo>
                  <a:lnTo>
                    <a:pt x="2246" y="749"/>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4" name="Google Shape;2434;p60"/>
            <p:cNvSpPr/>
            <p:nvPr/>
          </p:nvSpPr>
          <p:spPr>
            <a:xfrm>
              <a:off x="2737925" y="1809750"/>
              <a:ext cx="56150" cy="56150"/>
            </a:xfrm>
            <a:custGeom>
              <a:rect b="b" l="l" r="r" t="t"/>
              <a:pathLst>
                <a:path extrusionOk="0" h="2246" w="2246">
                  <a:moveTo>
                    <a:pt x="2096" y="0"/>
                  </a:moveTo>
                  <a:lnTo>
                    <a:pt x="1497" y="449"/>
                  </a:lnTo>
                  <a:lnTo>
                    <a:pt x="898" y="1048"/>
                  </a:lnTo>
                  <a:lnTo>
                    <a:pt x="0" y="2245"/>
                  </a:lnTo>
                  <a:lnTo>
                    <a:pt x="1198" y="1347"/>
                  </a:lnTo>
                  <a:lnTo>
                    <a:pt x="1796" y="748"/>
                  </a:lnTo>
                  <a:lnTo>
                    <a:pt x="2245" y="150"/>
                  </a:lnTo>
                  <a:lnTo>
                    <a:pt x="22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5" name="Google Shape;2435;p60"/>
            <p:cNvSpPr/>
            <p:nvPr/>
          </p:nvSpPr>
          <p:spPr>
            <a:xfrm>
              <a:off x="2700500" y="1776050"/>
              <a:ext cx="41175" cy="41200"/>
            </a:xfrm>
            <a:custGeom>
              <a:rect b="b" l="l" r="r" t="t"/>
              <a:pathLst>
                <a:path extrusionOk="0" h="1648" w="1647">
                  <a:moveTo>
                    <a:pt x="1497" y="1"/>
                  </a:moveTo>
                  <a:lnTo>
                    <a:pt x="599" y="749"/>
                  </a:lnTo>
                  <a:lnTo>
                    <a:pt x="0" y="1647"/>
                  </a:lnTo>
                  <a:lnTo>
                    <a:pt x="0" y="1647"/>
                  </a:lnTo>
                  <a:lnTo>
                    <a:pt x="898" y="1049"/>
                  </a:lnTo>
                  <a:lnTo>
                    <a:pt x="1647" y="151"/>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6" name="Google Shape;2436;p60"/>
            <p:cNvSpPr/>
            <p:nvPr/>
          </p:nvSpPr>
          <p:spPr>
            <a:xfrm>
              <a:off x="2659325" y="1734900"/>
              <a:ext cx="33725" cy="37450"/>
            </a:xfrm>
            <a:custGeom>
              <a:rect b="b" l="l" r="r" t="t"/>
              <a:pathLst>
                <a:path extrusionOk="0" h="1498" w="1349">
                  <a:moveTo>
                    <a:pt x="1198" y="0"/>
                  </a:moveTo>
                  <a:lnTo>
                    <a:pt x="450" y="599"/>
                  </a:lnTo>
                  <a:lnTo>
                    <a:pt x="1" y="1348"/>
                  </a:lnTo>
                  <a:lnTo>
                    <a:pt x="1" y="1497"/>
                  </a:lnTo>
                  <a:lnTo>
                    <a:pt x="151" y="1497"/>
                  </a:lnTo>
                  <a:lnTo>
                    <a:pt x="749" y="899"/>
                  </a:lnTo>
                  <a:lnTo>
                    <a:pt x="134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7" name="Google Shape;2437;p60"/>
            <p:cNvSpPr/>
            <p:nvPr/>
          </p:nvSpPr>
          <p:spPr>
            <a:xfrm>
              <a:off x="2621925" y="1686250"/>
              <a:ext cx="37425" cy="33700"/>
            </a:xfrm>
            <a:custGeom>
              <a:rect b="b" l="l" r="r" t="t"/>
              <a:pathLst>
                <a:path extrusionOk="0" h="1348" w="1497">
                  <a:moveTo>
                    <a:pt x="1347" y="1"/>
                  </a:moveTo>
                  <a:lnTo>
                    <a:pt x="898" y="150"/>
                  </a:lnTo>
                  <a:lnTo>
                    <a:pt x="599" y="450"/>
                  </a:lnTo>
                  <a:lnTo>
                    <a:pt x="0" y="1198"/>
                  </a:lnTo>
                  <a:lnTo>
                    <a:pt x="0" y="1348"/>
                  </a:lnTo>
                  <a:lnTo>
                    <a:pt x="150" y="1348"/>
                  </a:lnTo>
                  <a:lnTo>
                    <a:pt x="898" y="749"/>
                  </a:lnTo>
                  <a:lnTo>
                    <a:pt x="1198" y="450"/>
                  </a:lnTo>
                  <a:lnTo>
                    <a:pt x="14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8" name="Google Shape;2438;p60"/>
            <p:cNvSpPr/>
            <p:nvPr/>
          </p:nvSpPr>
          <p:spPr>
            <a:xfrm>
              <a:off x="2580750" y="1641350"/>
              <a:ext cx="29975" cy="33700"/>
            </a:xfrm>
            <a:custGeom>
              <a:rect b="b" l="l" r="r" t="t"/>
              <a:pathLst>
                <a:path extrusionOk="0" h="1348" w="1199">
                  <a:moveTo>
                    <a:pt x="1048" y="0"/>
                  </a:moveTo>
                  <a:lnTo>
                    <a:pt x="450" y="599"/>
                  </a:lnTo>
                  <a:lnTo>
                    <a:pt x="1" y="1198"/>
                  </a:lnTo>
                  <a:lnTo>
                    <a:pt x="1" y="1348"/>
                  </a:lnTo>
                  <a:lnTo>
                    <a:pt x="150" y="1348"/>
                  </a:lnTo>
                  <a:lnTo>
                    <a:pt x="749" y="749"/>
                  </a:lnTo>
                  <a:lnTo>
                    <a:pt x="119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39" name="Google Shape;2439;p60"/>
            <p:cNvSpPr/>
            <p:nvPr/>
          </p:nvSpPr>
          <p:spPr>
            <a:xfrm>
              <a:off x="4268375" y="3201750"/>
              <a:ext cx="123500" cy="127250"/>
            </a:xfrm>
            <a:custGeom>
              <a:rect b="b" l="l" r="r" t="t"/>
              <a:pathLst>
                <a:path extrusionOk="0" h="5090" w="4940">
                  <a:moveTo>
                    <a:pt x="4940" y="0"/>
                  </a:moveTo>
                  <a:lnTo>
                    <a:pt x="3593" y="1198"/>
                  </a:lnTo>
                  <a:lnTo>
                    <a:pt x="2395" y="2395"/>
                  </a:lnTo>
                  <a:lnTo>
                    <a:pt x="1" y="4940"/>
                  </a:lnTo>
                  <a:lnTo>
                    <a:pt x="1" y="5090"/>
                  </a:lnTo>
                  <a:lnTo>
                    <a:pt x="150" y="5090"/>
                  </a:lnTo>
                  <a:lnTo>
                    <a:pt x="2695" y="2695"/>
                  </a:lnTo>
                  <a:lnTo>
                    <a:pt x="4940" y="150"/>
                  </a:lnTo>
                  <a:lnTo>
                    <a:pt x="49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0" name="Google Shape;2440;p60"/>
            <p:cNvSpPr/>
            <p:nvPr/>
          </p:nvSpPr>
          <p:spPr>
            <a:xfrm>
              <a:off x="4309550" y="3250400"/>
              <a:ext cx="127250" cy="127250"/>
            </a:xfrm>
            <a:custGeom>
              <a:rect b="b" l="l" r="r" t="t"/>
              <a:pathLst>
                <a:path extrusionOk="0" h="5090" w="5090">
                  <a:moveTo>
                    <a:pt x="4939" y="0"/>
                  </a:moveTo>
                  <a:lnTo>
                    <a:pt x="3742" y="1048"/>
                  </a:lnTo>
                  <a:lnTo>
                    <a:pt x="2545" y="2245"/>
                  </a:lnTo>
                  <a:lnTo>
                    <a:pt x="1197" y="3593"/>
                  </a:lnTo>
                  <a:lnTo>
                    <a:pt x="0" y="4940"/>
                  </a:lnTo>
                  <a:lnTo>
                    <a:pt x="0" y="5089"/>
                  </a:lnTo>
                  <a:lnTo>
                    <a:pt x="150" y="5089"/>
                  </a:lnTo>
                  <a:lnTo>
                    <a:pt x="2844" y="2545"/>
                  </a:lnTo>
                  <a:lnTo>
                    <a:pt x="4041" y="1497"/>
                  </a:lnTo>
                  <a:lnTo>
                    <a:pt x="4640" y="898"/>
                  </a:lnTo>
                  <a:lnTo>
                    <a:pt x="5089" y="1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1" name="Google Shape;2441;p60"/>
            <p:cNvSpPr/>
            <p:nvPr/>
          </p:nvSpPr>
          <p:spPr>
            <a:xfrm>
              <a:off x="4361925" y="3302775"/>
              <a:ext cx="108550" cy="108550"/>
            </a:xfrm>
            <a:custGeom>
              <a:rect b="b" l="l" r="r" t="t"/>
              <a:pathLst>
                <a:path extrusionOk="0" h="4342" w="4342">
                  <a:moveTo>
                    <a:pt x="4341" y="1"/>
                  </a:moveTo>
                  <a:lnTo>
                    <a:pt x="2096" y="2096"/>
                  </a:lnTo>
                  <a:lnTo>
                    <a:pt x="1" y="4192"/>
                  </a:lnTo>
                  <a:lnTo>
                    <a:pt x="1" y="4341"/>
                  </a:lnTo>
                  <a:lnTo>
                    <a:pt x="150" y="4341"/>
                  </a:lnTo>
                  <a:lnTo>
                    <a:pt x="2246" y="2396"/>
                  </a:lnTo>
                  <a:lnTo>
                    <a:pt x="4341" y="150"/>
                  </a:lnTo>
                  <a:lnTo>
                    <a:pt x="434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2" name="Google Shape;2442;p60"/>
            <p:cNvSpPr/>
            <p:nvPr/>
          </p:nvSpPr>
          <p:spPr>
            <a:xfrm>
              <a:off x="4376900" y="3355175"/>
              <a:ext cx="131000" cy="127250"/>
            </a:xfrm>
            <a:custGeom>
              <a:rect b="b" l="l" r="r" t="t"/>
              <a:pathLst>
                <a:path extrusionOk="0" h="5090" w="5240">
                  <a:moveTo>
                    <a:pt x="5089" y="0"/>
                  </a:moveTo>
                  <a:lnTo>
                    <a:pt x="3742" y="1198"/>
                  </a:lnTo>
                  <a:lnTo>
                    <a:pt x="2395" y="2395"/>
                  </a:lnTo>
                  <a:lnTo>
                    <a:pt x="1198" y="3593"/>
                  </a:lnTo>
                  <a:lnTo>
                    <a:pt x="0" y="4940"/>
                  </a:lnTo>
                  <a:lnTo>
                    <a:pt x="0" y="5089"/>
                  </a:lnTo>
                  <a:lnTo>
                    <a:pt x="150" y="5089"/>
                  </a:lnTo>
                  <a:lnTo>
                    <a:pt x="1497" y="3892"/>
                  </a:lnTo>
                  <a:lnTo>
                    <a:pt x="2694" y="2694"/>
                  </a:lnTo>
                  <a:lnTo>
                    <a:pt x="4042" y="1347"/>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3" name="Google Shape;2443;p60"/>
            <p:cNvSpPr/>
            <p:nvPr/>
          </p:nvSpPr>
          <p:spPr>
            <a:xfrm>
              <a:off x="4440500" y="3403825"/>
              <a:ext cx="104800" cy="101050"/>
            </a:xfrm>
            <a:custGeom>
              <a:rect b="b" l="l" r="r" t="t"/>
              <a:pathLst>
                <a:path extrusionOk="0" h="4042" w="4192">
                  <a:moveTo>
                    <a:pt x="4042" y="0"/>
                  </a:moveTo>
                  <a:lnTo>
                    <a:pt x="2994" y="898"/>
                  </a:lnTo>
                  <a:lnTo>
                    <a:pt x="1947" y="1796"/>
                  </a:lnTo>
                  <a:lnTo>
                    <a:pt x="1" y="3892"/>
                  </a:lnTo>
                  <a:lnTo>
                    <a:pt x="1" y="4041"/>
                  </a:lnTo>
                  <a:lnTo>
                    <a:pt x="150" y="4041"/>
                  </a:lnTo>
                  <a:lnTo>
                    <a:pt x="2246" y="2096"/>
                  </a:lnTo>
                  <a:lnTo>
                    <a:pt x="3294" y="1048"/>
                  </a:lnTo>
                  <a:lnTo>
                    <a:pt x="41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4" name="Google Shape;2444;p60"/>
            <p:cNvSpPr/>
            <p:nvPr/>
          </p:nvSpPr>
          <p:spPr>
            <a:xfrm>
              <a:off x="4534050" y="3501100"/>
              <a:ext cx="86100" cy="86100"/>
            </a:xfrm>
            <a:custGeom>
              <a:rect b="b" l="l" r="r" t="t"/>
              <a:pathLst>
                <a:path extrusionOk="0" h="3444" w="3444">
                  <a:moveTo>
                    <a:pt x="3294" y="1"/>
                  </a:moveTo>
                  <a:lnTo>
                    <a:pt x="1498" y="1498"/>
                  </a:lnTo>
                  <a:lnTo>
                    <a:pt x="1" y="3294"/>
                  </a:lnTo>
                  <a:lnTo>
                    <a:pt x="1" y="3443"/>
                  </a:lnTo>
                  <a:lnTo>
                    <a:pt x="150" y="3443"/>
                  </a:lnTo>
                  <a:lnTo>
                    <a:pt x="1049" y="2695"/>
                  </a:lnTo>
                  <a:lnTo>
                    <a:pt x="1947"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5" name="Google Shape;2445;p60"/>
            <p:cNvSpPr/>
            <p:nvPr/>
          </p:nvSpPr>
          <p:spPr>
            <a:xfrm>
              <a:off x="4492900" y="3452450"/>
              <a:ext cx="89825" cy="89850"/>
            </a:xfrm>
            <a:custGeom>
              <a:rect b="b" l="l" r="r" t="t"/>
              <a:pathLst>
                <a:path extrusionOk="0" h="3594" w="3593">
                  <a:moveTo>
                    <a:pt x="3443" y="1"/>
                  </a:moveTo>
                  <a:lnTo>
                    <a:pt x="1647" y="1647"/>
                  </a:lnTo>
                  <a:lnTo>
                    <a:pt x="0" y="3444"/>
                  </a:lnTo>
                  <a:lnTo>
                    <a:pt x="0" y="3593"/>
                  </a:lnTo>
                  <a:lnTo>
                    <a:pt x="150" y="3593"/>
                  </a:lnTo>
                  <a:lnTo>
                    <a:pt x="1946" y="1947"/>
                  </a:lnTo>
                  <a:lnTo>
                    <a:pt x="3593" y="151"/>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6" name="Google Shape;2446;p60"/>
            <p:cNvSpPr/>
            <p:nvPr/>
          </p:nvSpPr>
          <p:spPr>
            <a:xfrm>
              <a:off x="4578950" y="3549750"/>
              <a:ext cx="78625" cy="78600"/>
            </a:xfrm>
            <a:custGeom>
              <a:rect b="b" l="l" r="r" t="t"/>
              <a:pathLst>
                <a:path extrusionOk="0" h="3144" w="3145">
                  <a:moveTo>
                    <a:pt x="3144" y="1"/>
                  </a:moveTo>
                  <a:lnTo>
                    <a:pt x="1498" y="1497"/>
                  </a:lnTo>
                  <a:lnTo>
                    <a:pt x="749" y="2246"/>
                  </a:lnTo>
                  <a:lnTo>
                    <a:pt x="1" y="2994"/>
                  </a:lnTo>
                  <a:lnTo>
                    <a:pt x="1" y="3144"/>
                  </a:lnTo>
                  <a:lnTo>
                    <a:pt x="151" y="3144"/>
                  </a:lnTo>
                  <a:lnTo>
                    <a:pt x="450" y="2994"/>
                  </a:lnTo>
                  <a:lnTo>
                    <a:pt x="1947" y="1647"/>
                  </a:lnTo>
                  <a:lnTo>
                    <a:pt x="3144" y="150"/>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7" name="Google Shape;2447;p60"/>
            <p:cNvSpPr/>
            <p:nvPr/>
          </p:nvSpPr>
          <p:spPr>
            <a:xfrm>
              <a:off x="4623875" y="3598400"/>
              <a:ext cx="71100" cy="74850"/>
            </a:xfrm>
            <a:custGeom>
              <a:rect b="b" l="l" r="r" t="t"/>
              <a:pathLst>
                <a:path extrusionOk="0" h="2994" w="2844">
                  <a:moveTo>
                    <a:pt x="2694" y="0"/>
                  </a:moveTo>
                  <a:lnTo>
                    <a:pt x="1197" y="1347"/>
                  </a:lnTo>
                  <a:lnTo>
                    <a:pt x="0" y="2695"/>
                  </a:lnTo>
                  <a:lnTo>
                    <a:pt x="0" y="2994"/>
                  </a:lnTo>
                  <a:lnTo>
                    <a:pt x="150" y="2994"/>
                  </a:lnTo>
                  <a:lnTo>
                    <a:pt x="1647" y="1647"/>
                  </a:lnTo>
                  <a:lnTo>
                    <a:pt x="2844"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8" name="Google Shape;2448;p60"/>
            <p:cNvSpPr/>
            <p:nvPr/>
          </p:nvSpPr>
          <p:spPr>
            <a:xfrm>
              <a:off x="4657550" y="3650775"/>
              <a:ext cx="74850" cy="74875"/>
            </a:xfrm>
            <a:custGeom>
              <a:rect b="b" l="l" r="r" t="t"/>
              <a:pathLst>
                <a:path extrusionOk="0" h="2995" w="2994">
                  <a:moveTo>
                    <a:pt x="2844" y="1"/>
                  </a:moveTo>
                  <a:lnTo>
                    <a:pt x="1347" y="1348"/>
                  </a:lnTo>
                  <a:lnTo>
                    <a:pt x="599" y="2096"/>
                  </a:lnTo>
                  <a:lnTo>
                    <a:pt x="0" y="2845"/>
                  </a:lnTo>
                  <a:lnTo>
                    <a:pt x="0" y="2994"/>
                  </a:lnTo>
                  <a:lnTo>
                    <a:pt x="150" y="2994"/>
                  </a:lnTo>
                  <a:lnTo>
                    <a:pt x="898" y="2396"/>
                  </a:lnTo>
                  <a:lnTo>
                    <a:pt x="1647" y="1647"/>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49" name="Google Shape;2449;p60"/>
            <p:cNvSpPr/>
            <p:nvPr/>
          </p:nvSpPr>
          <p:spPr>
            <a:xfrm>
              <a:off x="4698700" y="3699425"/>
              <a:ext cx="71125" cy="71125"/>
            </a:xfrm>
            <a:custGeom>
              <a:rect b="b" l="l" r="r" t="t"/>
              <a:pathLst>
                <a:path extrusionOk="0" h="2845" w="2845">
                  <a:moveTo>
                    <a:pt x="2695" y="1"/>
                  </a:moveTo>
                  <a:lnTo>
                    <a:pt x="1348" y="1348"/>
                  </a:lnTo>
                  <a:lnTo>
                    <a:pt x="599" y="1947"/>
                  </a:lnTo>
                  <a:lnTo>
                    <a:pt x="1" y="2845"/>
                  </a:lnTo>
                  <a:lnTo>
                    <a:pt x="150" y="2845"/>
                  </a:lnTo>
                  <a:lnTo>
                    <a:pt x="899" y="2246"/>
                  </a:lnTo>
                  <a:lnTo>
                    <a:pt x="1497" y="1647"/>
                  </a:lnTo>
                  <a:lnTo>
                    <a:pt x="2845" y="150"/>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0" name="Google Shape;2450;p60"/>
            <p:cNvSpPr/>
            <p:nvPr/>
          </p:nvSpPr>
          <p:spPr>
            <a:xfrm>
              <a:off x="4739875" y="3744325"/>
              <a:ext cx="74850" cy="71125"/>
            </a:xfrm>
            <a:custGeom>
              <a:rect b="b" l="l" r="r" t="t"/>
              <a:pathLst>
                <a:path extrusionOk="0" h="2845" w="2994">
                  <a:moveTo>
                    <a:pt x="2844" y="1"/>
                  </a:moveTo>
                  <a:lnTo>
                    <a:pt x="1347" y="1348"/>
                  </a:lnTo>
                  <a:lnTo>
                    <a:pt x="599" y="1947"/>
                  </a:lnTo>
                  <a:lnTo>
                    <a:pt x="0" y="2695"/>
                  </a:lnTo>
                  <a:lnTo>
                    <a:pt x="150" y="2845"/>
                  </a:lnTo>
                  <a:lnTo>
                    <a:pt x="898" y="2396"/>
                  </a:lnTo>
                  <a:lnTo>
                    <a:pt x="1647" y="1647"/>
                  </a:lnTo>
                  <a:lnTo>
                    <a:pt x="2994" y="151"/>
                  </a:lnTo>
                  <a:lnTo>
                    <a:pt x="28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1" name="Google Shape;2451;p60"/>
            <p:cNvSpPr/>
            <p:nvPr/>
          </p:nvSpPr>
          <p:spPr>
            <a:xfrm>
              <a:off x="4777275" y="3800475"/>
              <a:ext cx="71125" cy="67375"/>
            </a:xfrm>
            <a:custGeom>
              <a:rect b="b" l="l" r="r" t="t"/>
              <a:pathLst>
                <a:path extrusionOk="0" h="2695" w="2845">
                  <a:moveTo>
                    <a:pt x="2695" y="0"/>
                  </a:moveTo>
                  <a:lnTo>
                    <a:pt x="1198" y="1197"/>
                  </a:lnTo>
                  <a:lnTo>
                    <a:pt x="600" y="1946"/>
                  </a:lnTo>
                  <a:lnTo>
                    <a:pt x="1" y="2545"/>
                  </a:lnTo>
                  <a:lnTo>
                    <a:pt x="1" y="2694"/>
                  </a:lnTo>
                  <a:lnTo>
                    <a:pt x="151" y="2694"/>
                  </a:lnTo>
                  <a:lnTo>
                    <a:pt x="749" y="2245"/>
                  </a:lnTo>
                  <a:lnTo>
                    <a:pt x="1498" y="149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2" name="Google Shape;2452;p60"/>
            <p:cNvSpPr/>
            <p:nvPr/>
          </p:nvSpPr>
          <p:spPr>
            <a:xfrm>
              <a:off x="4829675" y="3845375"/>
              <a:ext cx="56150" cy="59875"/>
            </a:xfrm>
            <a:custGeom>
              <a:rect b="b" l="l" r="r" t="t"/>
              <a:pathLst>
                <a:path extrusionOk="0" h="2395" w="2246">
                  <a:moveTo>
                    <a:pt x="2096" y="0"/>
                  </a:moveTo>
                  <a:lnTo>
                    <a:pt x="898" y="1048"/>
                  </a:lnTo>
                  <a:lnTo>
                    <a:pt x="449" y="1647"/>
                  </a:lnTo>
                  <a:lnTo>
                    <a:pt x="0" y="2245"/>
                  </a:lnTo>
                  <a:lnTo>
                    <a:pt x="0" y="2395"/>
                  </a:lnTo>
                  <a:lnTo>
                    <a:pt x="749" y="1946"/>
                  </a:lnTo>
                  <a:lnTo>
                    <a:pt x="1198" y="1347"/>
                  </a:lnTo>
                  <a:lnTo>
                    <a:pt x="2246" y="150"/>
                  </a:lnTo>
                  <a:lnTo>
                    <a:pt x="22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3" name="Google Shape;2453;p60"/>
            <p:cNvSpPr/>
            <p:nvPr/>
          </p:nvSpPr>
          <p:spPr>
            <a:xfrm>
              <a:off x="4882050" y="3897750"/>
              <a:ext cx="41200" cy="41200"/>
            </a:xfrm>
            <a:custGeom>
              <a:rect b="b" l="l" r="r" t="t"/>
              <a:pathLst>
                <a:path extrusionOk="0" h="1648" w="1648">
                  <a:moveTo>
                    <a:pt x="1498" y="1"/>
                  </a:moveTo>
                  <a:lnTo>
                    <a:pt x="749" y="599"/>
                  </a:lnTo>
                  <a:lnTo>
                    <a:pt x="1" y="1497"/>
                  </a:lnTo>
                  <a:lnTo>
                    <a:pt x="1" y="1647"/>
                  </a:lnTo>
                  <a:lnTo>
                    <a:pt x="151" y="1647"/>
                  </a:lnTo>
                  <a:lnTo>
                    <a:pt x="899" y="899"/>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4" name="Google Shape;2454;p60"/>
            <p:cNvSpPr/>
            <p:nvPr/>
          </p:nvSpPr>
          <p:spPr>
            <a:xfrm>
              <a:off x="4926950" y="3942650"/>
              <a:ext cx="37450" cy="37450"/>
            </a:xfrm>
            <a:custGeom>
              <a:rect b="b" l="l" r="r" t="t"/>
              <a:pathLst>
                <a:path extrusionOk="0" h="1498" w="1498">
                  <a:moveTo>
                    <a:pt x="1348" y="1"/>
                  </a:moveTo>
                  <a:lnTo>
                    <a:pt x="600" y="600"/>
                  </a:lnTo>
                  <a:lnTo>
                    <a:pt x="1" y="1348"/>
                  </a:lnTo>
                  <a:lnTo>
                    <a:pt x="151" y="1348"/>
                  </a:lnTo>
                  <a:lnTo>
                    <a:pt x="300" y="1498"/>
                  </a:lnTo>
                  <a:lnTo>
                    <a:pt x="899" y="899"/>
                  </a:lnTo>
                  <a:lnTo>
                    <a:pt x="1498" y="150"/>
                  </a:lnTo>
                  <a:lnTo>
                    <a:pt x="149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5" name="Google Shape;2455;p60"/>
            <p:cNvSpPr/>
            <p:nvPr/>
          </p:nvSpPr>
          <p:spPr>
            <a:xfrm>
              <a:off x="4964375" y="3995050"/>
              <a:ext cx="37450" cy="33700"/>
            </a:xfrm>
            <a:custGeom>
              <a:rect b="b" l="l" r="r" t="t"/>
              <a:pathLst>
                <a:path extrusionOk="0" h="1348" w="1498">
                  <a:moveTo>
                    <a:pt x="1348" y="0"/>
                  </a:moveTo>
                  <a:lnTo>
                    <a:pt x="599" y="599"/>
                  </a:lnTo>
                  <a:lnTo>
                    <a:pt x="300" y="898"/>
                  </a:lnTo>
                  <a:lnTo>
                    <a:pt x="1" y="1198"/>
                  </a:lnTo>
                  <a:lnTo>
                    <a:pt x="1" y="1347"/>
                  </a:lnTo>
                  <a:lnTo>
                    <a:pt x="150" y="1347"/>
                  </a:lnTo>
                  <a:lnTo>
                    <a:pt x="599" y="1198"/>
                  </a:lnTo>
                  <a:lnTo>
                    <a:pt x="899" y="749"/>
                  </a:lnTo>
                  <a:lnTo>
                    <a:pt x="149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6" name="Google Shape;2456;p60"/>
            <p:cNvSpPr/>
            <p:nvPr/>
          </p:nvSpPr>
          <p:spPr>
            <a:xfrm>
              <a:off x="5009275" y="4039950"/>
              <a:ext cx="33725" cy="29950"/>
            </a:xfrm>
            <a:custGeom>
              <a:rect b="b" l="l" r="r" t="t"/>
              <a:pathLst>
                <a:path extrusionOk="0" h="1198" w="1349">
                  <a:moveTo>
                    <a:pt x="1198" y="0"/>
                  </a:moveTo>
                  <a:lnTo>
                    <a:pt x="600" y="599"/>
                  </a:lnTo>
                  <a:lnTo>
                    <a:pt x="1" y="1048"/>
                  </a:lnTo>
                  <a:lnTo>
                    <a:pt x="1" y="1198"/>
                  </a:lnTo>
                  <a:lnTo>
                    <a:pt x="151" y="1198"/>
                  </a:lnTo>
                  <a:lnTo>
                    <a:pt x="749" y="749"/>
                  </a:lnTo>
                  <a:lnTo>
                    <a:pt x="134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7" name="Google Shape;2457;p60"/>
            <p:cNvSpPr/>
            <p:nvPr/>
          </p:nvSpPr>
          <p:spPr>
            <a:xfrm>
              <a:off x="3344125" y="3328975"/>
              <a:ext cx="127250" cy="123500"/>
            </a:xfrm>
            <a:custGeom>
              <a:rect b="b" l="l" r="r" t="t"/>
              <a:pathLst>
                <a:path extrusionOk="0" h="4940" w="5090">
                  <a:moveTo>
                    <a:pt x="0" y="1"/>
                  </a:moveTo>
                  <a:lnTo>
                    <a:pt x="0" y="150"/>
                  </a:lnTo>
                  <a:lnTo>
                    <a:pt x="2395" y="2695"/>
                  </a:lnTo>
                  <a:lnTo>
                    <a:pt x="4939" y="4940"/>
                  </a:lnTo>
                  <a:lnTo>
                    <a:pt x="5089" y="4940"/>
                  </a:lnTo>
                  <a:lnTo>
                    <a:pt x="3892" y="3593"/>
                  </a:lnTo>
                  <a:lnTo>
                    <a:pt x="2694" y="2395"/>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8" name="Google Shape;2458;p60"/>
            <p:cNvSpPr/>
            <p:nvPr/>
          </p:nvSpPr>
          <p:spPr>
            <a:xfrm>
              <a:off x="3295475" y="3370125"/>
              <a:ext cx="123500" cy="127275"/>
            </a:xfrm>
            <a:custGeom>
              <a:rect b="b" l="l" r="r" t="t"/>
              <a:pathLst>
                <a:path extrusionOk="0" h="5091" w="4940">
                  <a:moveTo>
                    <a:pt x="0" y="1"/>
                  </a:moveTo>
                  <a:lnTo>
                    <a:pt x="0" y="151"/>
                  </a:lnTo>
                  <a:lnTo>
                    <a:pt x="2545" y="2845"/>
                  </a:lnTo>
                  <a:lnTo>
                    <a:pt x="3593" y="4042"/>
                  </a:lnTo>
                  <a:lnTo>
                    <a:pt x="4191" y="4641"/>
                  </a:lnTo>
                  <a:lnTo>
                    <a:pt x="4940" y="5090"/>
                  </a:lnTo>
                  <a:lnTo>
                    <a:pt x="4940" y="4940"/>
                  </a:lnTo>
                  <a:lnTo>
                    <a:pt x="3892" y="3743"/>
                  </a:lnTo>
                  <a:lnTo>
                    <a:pt x="2844" y="2546"/>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9" name="Google Shape;2459;p60"/>
            <p:cNvSpPr/>
            <p:nvPr/>
          </p:nvSpPr>
          <p:spPr>
            <a:xfrm>
              <a:off x="3261800" y="3422525"/>
              <a:ext cx="108525" cy="108550"/>
            </a:xfrm>
            <a:custGeom>
              <a:rect b="b" l="l" r="r" t="t"/>
              <a:pathLst>
                <a:path extrusionOk="0" h="4342" w="4341">
                  <a:moveTo>
                    <a:pt x="0" y="0"/>
                  </a:moveTo>
                  <a:lnTo>
                    <a:pt x="0" y="150"/>
                  </a:lnTo>
                  <a:lnTo>
                    <a:pt x="1946" y="2246"/>
                  </a:lnTo>
                  <a:lnTo>
                    <a:pt x="4191" y="4341"/>
                  </a:lnTo>
                  <a:lnTo>
                    <a:pt x="4341" y="4341"/>
                  </a:lnTo>
                  <a:lnTo>
                    <a:pt x="4341" y="4191"/>
                  </a:lnTo>
                  <a:lnTo>
                    <a:pt x="2245" y="2096"/>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0" name="Google Shape;2460;p60"/>
            <p:cNvSpPr/>
            <p:nvPr/>
          </p:nvSpPr>
          <p:spPr>
            <a:xfrm>
              <a:off x="3190700" y="3437500"/>
              <a:ext cx="127250" cy="130975"/>
            </a:xfrm>
            <a:custGeom>
              <a:rect b="b" l="l" r="r" t="t"/>
              <a:pathLst>
                <a:path extrusionOk="0" h="5239" w="5090">
                  <a:moveTo>
                    <a:pt x="0" y="0"/>
                  </a:moveTo>
                  <a:lnTo>
                    <a:pt x="0" y="150"/>
                  </a:lnTo>
                  <a:lnTo>
                    <a:pt x="1198" y="1497"/>
                  </a:lnTo>
                  <a:lnTo>
                    <a:pt x="2395" y="2694"/>
                  </a:lnTo>
                  <a:lnTo>
                    <a:pt x="3742" y="4042"/>
                  </a:lnTo>
                  <a:lnTo>
                    <a:pt x="5089" y="5239"/>
                  </a:lnTo>
                  <a:lnTo>
                    <a:pt x="5089" y="5089"/>
                  </a:lnTo>
                  <a:lnTo>
                    <a:pt x="3892" y="3742"/>
                  </a:lnTo>
                  <a:lnTo>
                    <a:pt x="2694" y="2395"/>
                  </a:lnTo>
                  <a:lnTo>
                    <a:pt x="134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1" name="Google Shape;2461;p60"/>
            <p:cNvSpPr/>
            <p:nvPr/>
          </p:nvSpPr>
          <p:spPr>
            <a:xfrm>
              <a:off x="3168250" y="3501100"/>
              <a:ext cx="101050" cy="104800"/>
            </a:xfrm>
            <a:custGeom>
              <a:rect b="b" l="l" r="r" t="t"/>
              <a:pathLst>
                <a:path extrusionOk="0" h="4192" w="4042">
                  <a:moveTo>
                    <a:pt x="0" y="1"/>
                  </a:moveTo>
                  <a:lnTo>
                    <a:pt x="0" y="150"/>
                  </a:lnTo>
                  <a:lnTo>
                    <a:pt x="1946" y="2246"/>
                  </a:lnTo>
                  <a:lnTo>
                    <a:pt x="2844" y="3294"/>
                  </a:lnTo>
                  <a:lnTo>
                    <a:pt x="4041" y="4192"/>
                  </a:lnTo>
                  <a:lnTo>
                    <a:pt x="4041" y="4042"/>
                  </a:lnTo>
                  <a:lnTo>
                    <a:pt x="3143" y="2994"/>
                  </a:lnTo>
                  <a:lnTo>
                    <a:pt x="2245" y="19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2" name="Google Shape;2462;p60"/>
            <p:cNvSpPr/>
            <p:nvPr/>
          </p:nvSpPr>
          <p:spPr>
            <a:xfrm>
              <a:off x="3085925" y="3594650"/>
              <a:ext cx="86075" cy="86100"/>
            </a:xfrm>
            <a:custGeom>
              <a:rect b="b" l="l" r="r" t="t"/>
              <a:pathLst>
                <a:path extrusionOk="0" h="3444" w="3443">
                  <a:moveTo>
                    <a:pt x="0" y="1"/>
                  </a:moveTo>
                  <a:lnTo>
                    <a:pt x="0" y="150"/>
                  </a:lnTo>
                  <a:lnTo>
                    <a:pt x="749" y="1048"/>
                  </a:lnTo>
                  <a:lnTo>
                    <a:pt x="1497" y="1947"/>
                  </a:lnTo>
                  <a:lnTo>
                    <a:pt x="3443" y="3443"/>
                  </a:lnTo>
                  <a:lnTo>
                    <a:pt x="3443" y="3294"/>
                  </a:lnTo>
                  <a:lnTo>
                    <a:pt x="1946" y="149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3" name="Google Shape;2463;p60"/>
            <p:cNvSpPr/>
            <p:nvPr/>
          </p:nvSpPr>
          <p:spPr>
            <a:xfrm>
              <a:off x="3130825" y="3553500"/>
              <a:ext cx="89825" cy="89825"/>
            </a:xfrm>
            <a:custGeom>
              <a:rect b="b" l="l" r="r" t="t"/>
              <a:pathLst>
                <a:path extrusionOk="0" h="3593" w="3593">
                  <a:moveTo>
                    <a:pt x="0" y="0"/>
                  </a:moveTo>
                  <a:lnTo>
                    <a:pt x="0" y="150"/>
                  </a:lnTo>
                  <a:lnTo>
                    <a:pt x="1647" y="1946"/>
                  </a:lnTo>
                  <a:lnTo>
                    <a:pt x="3443" y="3593"/>
                  </a:lnTo>
                  <a:lnTo>
                    <a:pt x="3593" y="3593"/>
                  </a:lnTo>
                  <a:lnTo>
                    <a:pt x="3593" y="3443"/>
                  </a:lnTo>
                  <a:lnTo>
                    <a:pt x="1946" y="16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4" name="Google Shape;2464;p60"/>
            <p:cNvSpPr/>
            <p:nvPr/>
          </p:nvSpPr>
          <p:spPr>
            <a:xfrm>
              <a:off x="3044750" y="3639550"/>
              <a:ext cx="78625" cy="78625"/>
            </a:xfrm>
            <a:custGeom>
              <a:rect b="b" l="l" r="r" t="t"/>
              <a:pathLst>
                <a:path extrusionOk="0" h="3145" w="3145">
                  <a:moveTo>
                    <a:pt x="1" y="1"/>
                  </a:moveTo>
                  <a:lnTo>
                    <a:pt x="1" y="151"/>
                  </a:lnTo>
                  <a:lnTo>
                    <a:pt x="599" y="1049"/>
                  </a:lnTo>
                  <a:lnTo>
                    <a:pt x="1348" y="1797"/>
                  </a:lnTo>
                  <a:lnTo>
                    <a:pt x="2994" y="3144"/>
                  </a:lnTo>
                  <a:lnTo>
                    <a:pt x="3144" y="3144"/>
                  </a:lnTo>
                  <a:lnTo>
                    <a:pt x="2096" y="1797"/>
                  </a:lnTo>
                  <a:lnTo>
                    <a:pt x="1049" y="8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5" name="Google Shape;2465;p60"/>
            <p:cNvSpPr/>
            <p:nvPr/>
          </p:nvSpPr>
          <p:spPr>
            <a:xfrm>
              <a:off x="2999850" y="3684450"/>
              <a:ext cx="71125" cy="71125"/>
            </a:xfrm>
            <a:custGeom>
              <a:rect b="b" l="l" r="r" t="t"/>
              <a:pathLst>
                <a:path extrusionOk="0" h="2845" w="2845">
                  <a:moveTo>
                    <a:pt x="1" y="1"/>
                  </a:moveTo>
                  <a:lnTo>
                    <a:pt x="1" y="151"/>
                  </a:lnTo>
                  <a:lnTo>
                    <a:pt x="1348" y="1647"/>
                  </a:lnTo>
                  <a:lnTo>
                    <a:pt x="2845" y="2845"/>
                  </a:lnTo>
                  <a:lnTo>
                    <a:pt x="2845" y="2695"/>
                  </a:lnTo>
                  <a:lnTo>
                    <a:pt x="164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6" name="Google Shape;2466;p60"/>
            <p:cNvSpPr/>
            <p:nvPr/>
          </p:nvSpPr>
          <p:spPr>
            <a:xfrm>
              <a:off x="2947475" y="3718150"/>
              <a:ext cx="74850" cy="74850"/>
            </a:xfrm>
            <a:custGeom>
              <a:rect b="b" l="l" r="r" t="t"/>
              <a:pathLst>
                <a:path extrusionOk="0" h="2994" w="2994">
                  <a:moveTo>
                    <a:pt x="0" y="0"/>
                  </a:moveTo>
                  <a:lnTo>
                    <a:pt x="0" y="150"/>
                  </a:lnTo>
                  <a:lnTo>
                    <a:pt x="599" y="898"/>
                  </a:lnTo>
                  <a:lnTo>
                    <a:pt x="1347" y="1647"/>
                  </a:lnTo>
                  <a:lnTo>
                    <a:pt x="2994" y="2994"/>
                  </a:lnTo>
                  <a:lnTo>
                    <a:pt x="2994" y="2844"/>
                  </a:lnTo>
                  <a:lnTo>
                    <a:pt x="1647" y="134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7" name="Google Shape;2467;p60"/>
            <p:cNvSpPr/>
            <p:nvPr/>
          </p:nvSpPr>
          <p:spPr>
            <a:xfrm>
              <a:off x="2902575" y="3759300"/>
              <a:ext cx="71100" cy="71125"/>
            </a:xfrm>
            <a:custGeom>
              <a:rect b="b" l="l" r="r" t="t"/>
              <a:pathLst>
                <a:path extrusionOk="0" h="2845" w="2844">
                  <a:moveTo>
                    <a:pt x="0" y="1"/>
                  </a:moveTo>
                  <a:lnTo>
                    <a:pt x="0" y="150"/>
                  </a:lnTo>
                  <a:lnTo>
                    <a:pt x="599" y="899"/>
                  </a:lnTo>
                  <a:lnTo>
                    <a:pt x="1197" y="1497"/>
                  </a:lnTo>
                  <a:lnTo>
                    <a:pt x="2694" y="2844"/>
                  </a:lnTo>
                  <a:lnTo>
                    <a:pt x="2844" y="2844"/>
                  </a:lnTo>
                  <a:lnTo>
                    <a:pt x="2844" y="2695"/>
                  </a:lnTo>
                  <a:lnTo>
                    <a:pt x="1497" y="1348"/>
                  </a:lnTo>
                  <a:lnTo>
                    <a:pt x="898" y="5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8" name="Google Shape;2468;p60"/>
            <p:cNvSpPr/>
            <p:nvPr/>
          </p:nvSpPr>
          <p:spPr>
            <a:xfrm>
              <a:off x="2857650" y="3800475"/>
              <a:ext cx="71125" cy="71100"/>
            </a:xfrm>
            <a:custGeom>
              <a:rect b="b" l="l" r="r" t="t"/>
              <a:pathLst>
                <a:path extrusionOk="0" h="2844" w="2845">
                  <a:moveTo>
                    <a:pt x="151" y="0"/>
                  </a:moveTo>
                  <a:lnTo>
                    <a:pt x="1" y="150"/>
                  </a:lnTo>
                  <a:lnTo>
                    <a:pt x="1" y="449"/>
                  </a:lnTo>
                  <a:lnTo>
                    <a:pt x="600" y="1048"/>
                  </a:lnTo>
                  <a:lnTo>
                    <a:pt x="1198" y="1646"/>
                  </a:lnTo>
                  <a:lnTo>
                    <a:pt x="2695" y="2844"/>
                  </a:lnTo>
                  <a:lnTo>
                    <a:pt x="2845" y="2844"/>
                  </a:lnTo>
                  <a:lnTo>
                    <a:pt x="1498" y="1347"/>
                  </a:lnTo>
                  <a:lnTo>
                    <a:pt x="749" y="599"/>
                  </a:lnTo>
                  <a:lnTo>
                    <a:pt x="15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9" name="Google Shape;2469;p60"/>
            <p:cNvSpPr/>
            <p:nvPr/>
          </p:nvSpPr>
          <p:spPr>
            <a:xfrm>
              <a:off x="2805275" y="3837875"/>
              <a:ext cx="67375" cy="71125"/>
            </a:xfrm>
            <a:custGeom>
              <a:rect b="b" l="l" r="r" t="t"/>
              <a:pathLst>
                <a:path extrusionOk="0" h="2845" w="2695">
                  <a:moveTo>
                    <a:pt x="0" y="1"/>
                  </a:moveTo>
                  <a:lnTo>
                    <a:pt x="0" y="150"/>
                  </a:lnTo>
                  <a:lnTo>
                    <a:pt x="449" y="749"/>
                  </a:lnTo>
                  <a:lnTo>
                    <a:pt x="1198" y="1498"/>
                  </a:lnTo>
                  <a:lnTo>
                    <a:pt x="2695" y="2845"/>
                  </a:lnTo>
                  <a:lnTo>
                    <a:pt x="2695" y="2695"/>
                  </a:lnTo>
                  <a:lnTo>
                    <a:pt x="1497" y="1198"/>
                  </a:lnTo>
                  <a:lnTo>
                    <a:pt x="749" y="600"/>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0" name="Google Shape;2470;p60"/>
            <p:cNvSpPr/>
            <p:nvPr/>
          </p:nvSpPr>
          <p:spPr>
            <a:xfrm>
              <a:off x="2767850" y="3890275"/>
              <a:ext cx="59900" cy="56150"/>
            </a:xfrm>
            <a:custGeom>
              <a:rect b="b" l="l" r="r" t="t"/>
              <a:pathLst>
                <a:path extrusionOk="0" h="2246" w="2396">
                  <a:moveTo>
                    <a:pt x="1" y="0"/>
                  </a:moveTo>
                  <a:lnTo>
                    <a:pt x="450" y="749"/>
                  </a:lnTo>
                  <a:lnTo>
                    <a:pt x="1048" y="1198"/>
                  </a:lnTo>
                  <a:lnTo>
                    <a:pt x="2246" y="2245"/>
                  </a:lnTo>
                  <a:lnTo>
                    <a:pt x="2395" y="2096"/>
                  </a:lnTo>
                  <a:lnTo>
                    <a:pt x="1348" y="898"/>
                  </a:lnTo>
                  <a:lnTo>
                    <a:pt x="749" y="44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1" name="Google Shape;2471;p60"/>
            <p:cNvSpPr/>
            <p:nvPr/>
          </p:nvSpPr>
          <p:spPr>
            <a:xfrm>
              <a:off x="2734175" y="3942650"/>
              <a:ext cx="41175" cy="41200"/>
            </a:xfrm>
            <a:custGeom>
              <a:rect b="b" l="l" r="r" t="t"/>
              <a:pathLst>
                <a:path extrusionOk="0" h="1648" w="1647">
                  <a:moveTo>
                    <a:pt x="0" y="1"/>
                  </a:moveTo>
                  <a:lnTo>
                    <a:pt x="0" y="150"/>
                  </a:lnTo>
                  <a:lnTo>
                    <a:pt x="749" y="899"/>
                  </a:lnTo>
                  <a:lnTo>
                    <a:pt x="1647" y="1647"/>
                  </a:lnTo>
                  <a:lnTo>
                    <a:pt x="1647" y="1498"/>
                  </a:lnTo>
                  <a:lnTo>
                    <a:pt x="1048" y="7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2" name="Google Shape;2472;p60"/>
            <p:cNvSpPr/>
            <p:nvPr/>
          </p:nvSpPr>
          <p:spPr>
            <a:xfrm>
              <a:off x="2693025" y="3987550"/>
              <a:ext cx="37425" cy="37450"/>
            </a:xfrm>
            <a:custGeom>
              <a:rect b="b" l="l" r="r" t="t"/>
              <a:pathLst>
                <a:path extrusionOk="0" h="1498" w="1497">
                  <a:moveTo>
                    <a:pt x="150" y="1"/>
                  </a:moveTo>
                  <a:lnTo>
                    <a:pt x="0" y="151"/>
                  </a:lnTo>
                  <a:lnTo>
                    <a:pt x="0" y="300"/>
                  </a:lnTo>
                  <a:lnTo>
                    <a:pt x="599" y="899"/>
                  </a:lnTo>
                  <a:lnTo>
                    <a:pt x="1347" y="1498"/>
                  </a:lnTo>
                  <a:lnTo>
                    <a:pt x="1497" y="1498"/>
                  </a:lnTo>
                  <a:lnTo>
                    <a:pt x="1497" y="1348"/>
                  </a:lnTo>
                  <a:lnTo>
                    <a:pt x="89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3" name="Google Shape;2473;p60"/>
            <p:cNvSpPr/>
            <p:nvPr/>
          </p:nvSpPr>
          <p:spPr>
            <a:xfrm>
              <a:off x="2644375" y="4024975"/>
              <a:ext cx="33700" cy="37450"/>
            </a:xfrm>
            <a:custGeom>
              <a:rect b="b" l="l" r="r" t="t"/>
              <a:pathLst>
                <a:path extrusionOk="0" h="1498" w="1348">
                  <a:moveTo>
                    <a:pt x="0" y="1"/>
                  </a:moveTo>
                  <a:lnTo>
                    <a:pt x="0" y="150"/>
                  </a:lnTo>
                  <a:lnTo>
                    <a:pt x="150" y="599"/>
                  </a:lnTo>
                  <a:lnTo>
                    <a:pt x="449" y="899"/>
                  </a:lnTo>
                  <a:lnTo>
                    <a:pt x="1198" y="1498"/>
                  </a:lnTo>
                  <a:lnTo>
                    <a:pt x="1347" y="1348"/>
                  </a:lnTo>
                  <a:lnTo>
                    <a:pt x="749" y="599"/>
                  </a:lnTo>
                  <a:lnTo>
                    <a:pt x="449" y="3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4" name="Google Shape;2474;p60"/>
            <p:cNvSpPr/>
            <p:nvPr/>
          </p:nvSpPr>
          <p:spPr>
            <a:xfrm>
              <a:off x="2599475" y="4069875"/>
              <a:ext cx="33700" cy="33700"/>
            </a:xfrm>
            <a:custGeom>
              <a:rect b="b" l="l" r="r" t="t"/>
              <a:pathLst>
                <a:path extrusionOk="0" h="1348" w="1348">
                  <a:moveTo>
                    <a:pt x="0" y="1"/>
                  </a:moveTo>
                  <a:lnTo>
                    <a:pt x="0" y="151"/>
                  </a:lnTo>
                  <a:lnTo>
                    <a:pt x="599" y="749"/>
                  </a:lnTo>
                  <a:lnTo>
                    <a:pt x="1197" y="1348"/>
                  </a:lnTo>
                  <a:lnTo>
                    <a:pt x="1347" y="1198"/>
                  </a:lnTo>
                  <a:lnTo>
                    <a:pt x="74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5" name="Google Shape;2475;p60"/>
            <p:cNvSpPr/>
            <p:nvPr/>
          </p:nvSpPr>
          <p:spPr>
            <a:xfrm>
              <a:off x="3546175" y="2558125"/>
              <a:ext cx="291900" cy="18750"/>
            </a:xfrm>
            <a:custGeom>
              <a:rect b="b" l="l" r="r" t="t"/>
              <a:pathLst>
                <a:path extrusionOk="0" h="750" w="11676">
                  <a:moveTo>
                    <a:pt x="4641" y="1"/>
                  </a:moveTo>
                  <a:lnTo>
                    <a:pt x="150" y="150"/>
                  </a:lnTo>
                  <a:lnTo>
                    <a:pt x="1" y="300"/>
                  </a:lnTo>
                  <a:lnTo>
                    <a:pt x="1" y="450"/>
                  </a:lnTo>
                  <a:lnTo>
                    <a:pt x="150" y="450"/>
                  </a:lnTo>
                  <a:lnTo>
                    <a:pt x="4641" y="749"/>
                  </a:lnTo>
                  <a:lnTo>
                    <a:pt x="9131" y="749"/>
                  </a:lnTo>
                  <a:lnTo>
                    <a:pt x="9730" y="599"/>
                  </a:lnTo>
                  <a:lnTo>
                    <a:pt x="11526" y="599"/>
                  </a:lnTo>
                  <a:lnTo>
                    <a:pt x="11676" y="450"/>
                  </a:lnTo>
                  <a:lnTo>
                    <a:pt x="11676" y="300"/>
                  </a:lnTo>
                  <a:lnTo>
                    <a:pt x="11526" y="150"/>
                  </a:lnTo>
                  <a:lnTo>
                    <a:pt x="9580" y="150"/>
                  </a:lnTo>
                  <a:lnTo>
                    <a:pt x="913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6" name="Google Shape;2476;p60"/>
            <p:cNvSpPr/>
            <p:nvPr/>
          </p:nvSpPr>
          <p:spPr>
            <a:xfrm>
              <a:off x="3534950" y="2397225"/>
              <a:ext cx="280675" cy="18725"/>
            </a:xfrm>
            <a:custGeom>
              <a:rect b="b" l="l" r="r" t="t"/>
              <a:pathLst>
                <a:path extrusionOk="0" h="749" w="11227">
                  <a:moveTo>
                    <a:pt x="2396" y="1"/>
                  </a:moveTo>
                  <a:lnTo>
                    <a:pt x="150" y="300"/>
                  </a:lnTo>
                  <a:lnTo>
                    <a:pt x="1" y="300"/>
                  </a:lnTo>
                  <a:lnTo>
                    <a:pt x="150" y="450"/>
                  </a:lnTo>
                  <a:lnTo>
                    <a:pt x="2845" y="749"/>
                  </a:lnTo>
                  <a:lnTo>
                    <a:pt x="6586" y="749"/>
                  </a:lnTo>
                  <a:lnTo>
                    <a:pt x="7634" y="599"/>
                  </a:lnTo>
                  <a:lnTo>
                    <a:pt x="11077" y="599"/>
                  </a:lnTo>
                  <a:lnTo>
                    <a:pt x="11227" y="450"/>
                  </a:lnTo>
                  <a:lnTo>
                    <a:pt x="11227" y="300"/>
                  </a:lnTo>
                  <a:lnTo>
                    <a:pt x="11077" y="150"/>
                  </a:lnTo>
                  <a:lnTo>
                    <a:pt x="673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7" name="Google Shape;2477;p60"/>
            <p:cNvSpPr/>
            <p:nvPr/>
          </p:nvSpPr>
          <p:spPr>
            <a:xfrm>
              <a:off x="3546175" y="2311150"/>
              <a:ext cx="273200" cy="26225"/>
            </a:xfrm>
            <a:custGeom>
              <a:rect b="b" l="l" r="r" t="t"/>
              <a:pathLst>
                <a:path extrusionOk="0" h="1049" w="10928">
                  <a:moveTo>
                    <a:pt x="4192" y="1"/>
                  </a:moveTo>
                  <a:lnTo>
                    <a:pt x="1797" y="151"/>
                  </a:lnTo>
                  <a:lnTo>
                    <a:pt x="899" y="300"/>
                  </a:lnTo>
                  <a:lnTo>
                    <a:pt x="150" y="450"/>
                  </a:lnTo>
                  <a:lnTo>
                    <a:pt x="1" y="600"/>
                  </a:lnTo>
                  <a:lnTo>
                    <a:pt x="150" y="600"/>
                  </a:lnTo>
                  <a:lnTo>
                    <a:pt x="450" y="749"/>
                  </a:lnTo>
                  <a:lnTo>
                    <a:pt x="1647" y="899"/>
                  </a:lnTo>
                  <a:lnTo>
                    <a:pt x="2845" y="899"/>
                  </a:lnTo>
                  <a:lnTo>
                    <a:pt x="4940" y="1049"/>
                  </a:lnTo>
                  <a:lnTo>
                    <a:pt x="7036" y="1049"/>
                  </a:lnTo>
                  <a:lnTo>
                    <a:pt x="8981" y="899"/>
                  </a:lnTo>
                  <a:lnTo>
                    <a:pt x="10927" y="600"/>
                  </a:lnTo>
                  <a:lnTo>
                    <a:pt x="10927" y="450"/>
                  </a:lnTo>
                  <a:lnTo>
                    <a:pt x="8682" y="151"/>
                  </a:lnTo>
                  <a:lnTo>
                    <a:pt x="643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8" name="Google Shape;2478;p60"/>
            <p:cNvSpPr/>
            <p:nvPr/>
          </p:nvSpPr>
          <p:spPr>
            <a:xfrm>
              <a:off x="3549925" y="2232575"/>
              <a:ext cx="261950" cy="22475"/>
            </a:xfrm>
            <a:custGeom>
              <a:rect b="b" l="l" r="r" t="t"/>
              <a:pathLst>
                <a:path extrusionOk="0" h="899" w="10478">
                  <a:moveTo>
                    <a:pt x="5688" y="1"/>
                  </a:moveTo>
                  <a:lnTo>
                    <a:pt x="2994" y="150"/>
                  </a:lnTo>
                  <a:lnTo>
                    <a:pt x="150" y="300"/>
                  </a:lnTo>
                  <a:lnTo>
                    <a:pt x="0" y="450"/>
                  </a:lnTo>
                  <a:lnTo>
                    <a:pt x="150" y="599"/>
                  </a:lnTo>
                  <a:lnTo>
                    <a:pt x="2994" y="899"/>
                  </a:lnTo>
                  <a:lnTo>
                    <a:pt x="8083" y="899"/>
                  </a:lnTo>
                  <a:lnTo>
                    <a:pt x="9280" y="749"/>
                  </a:lnTo>
                  <a:lnTo>
                    <a:pt x="10478" y="599"/>
                  </a:lnTo>
                  <a:lnTo>
                    <a:pt x="10478" y="450"/>
                  </a:lnTo>
                  <a:lnTo>
                    <a:pt x="9280" y="150"/>
                  </a:lnTo>
                  <a:lnTo>
                    <a:pt x="808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79" name="Google Shape;2479;p60"/>
            <p:cNvSpPr/>
            <p:nvPr/>
          </p:nvSpPr>
          <p:spPr>
            <a:xfrm>
              <a:off x="3564900" y="2150250"/>
              <a:ext cx="246975" cy="26225"/>
            </a:xfrm>
            <a:custGeom>
              <a:rect b="b" l="l" r="r" t="t"/>
              <a:pathLst>
                <a:path extrusionOk="0" h="1049" w="9879">
                  <a:moveTo>
                    <a:pt x="4939" y="1"/>
                  </a:moveTo>
                  <a:lnTo>
                    <a:pt x="2545" y="150"/>
                  </a:lnTo>
                  <a:lnTo>
                    <a:pt x="150" y="300"/>
                  </a:lnTo>
                  <a:lnTo>
                    <a:pt x="0" y="450"/>
                  </a:lnTo>
                  <a:lnTo>
                    <a:pt x="150" y="599"/>
                  </a:lnTo>
                  <a:lnTo>
                    <a:pt x="2545" y="899"/>
                  </a:lnTo>
                  <a:lnTo>
                    <a:pt x="4939" y="1049"/>
                  </a:lnTo>
                  <a:lnTo>
                    <a:pt x="7484" y="1049"/>
                  </a:lnTo>
                  <a:lnTo>
                    <a:pt x="8532" y="899"/>
                  </a:lnTo>
                  <a:lnTo>
                    <a:pt x="9729" y="749"/>
                  </a:lnTo>
                  <a:lnTo>
                    <a:pt x="9879" y="599"/>
                  </a:lnTo>
                  <a:lnTo>
                    <a:pt x="9729" y="450"/>
                  </a:lnTo>
                  <a:lnTo>
                    <a:pt x="8532" y="150"/>
                  </a:lnTo>
                  <a:lnTo>
                    <a:pt x="748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80" name="Google Shape;2480;p60"/>
            <p:cNvSpPr/>
            <p:nvPr/>
          </p:nvSpPr>
          <p:spPr>
            <a:xfrm>
              <a:off x="3576125" y="2071675"/>
              <a:ext cx="243250" cy="22475"/>
            </a:xfrm>
            <a:custGeom>
              <a:rect b="b" l="l" r="r" t="t"/>
              <a:pathLst>
                <a:path extrusionOk="0" h="899" w="9730">
                  <a:moveTo>
                    <a:pt x="5239" y="1"/>
                  </a:moveTo>
                  <a:lnTo>
                    <a:pt x="2694" y="150"/>
                  </a:lnTo>
                  <a:lnTo>
                    <a:pt x="150" y="300"/>
                  </a:lnTo>
                  <a:lnTo>
                    <a:pt x="0" y="300"/>
                  </a:lnTo>
                  <a:lnTo>
                    <a:pt x="0" y="450"/>
                  </a:lnTo>
                  <a:lnTo>
                    <a:pt x="0" y="599"/>
                  </a:lnTo>
                  <a:lnTo>
                    <a:pt x="150" y="599"/>
                  </a:lnTo>
                  <a:lnTo>
                    <a:pt x="2694" y="749"/>
                  </a:lnTo>
                  <a:lnTo>
                    <a:pt x="5239" y="899"/>
                  </a:lnTo>
                  <a:lnTo>
                    <a:pt x="8532" y="899"/>
                  </a:lnTo>
                  <a:lnTo>
                    <a:pt x="9580" y="599"/>
                  </a:lnTo>
                  <a:lnTo>
                    <a:pt x="9729" y="450"/>
                  </a:lnTo>
                  <a:lnTo>
                    <a:pt x="9580" y="300"/>
                  </a:lnTo>
                  <a:lnTo>
                    <a:pt x="8532" y="150"/>
                  </a:lnTo>
                  <a:lnTo>
                    <a:pt x="733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81" name="Google Shape;2481;p60"/>
            <p:cNvSpPr/>
            <p:nvPr/>
          </p:nvSpPr>
          <p:spPr>
            <a:xfrm>
              <a:off x="3587350" y="1993100"/>
              <a:ext cx="235750" cy="22475"/>
            </a:xfrm>
            <a:custGeom>
              <a:rect b="b" l="l" r="r" t="t"/>
              <a:pathLst>
                <a:path extrusionOk="0" h="899" w="9430">
                  <a:moveTo>
                    <a:pt x="2395" y="0"/>
                  </a:moveTo>
                  <a:lnTo>
                    <a:pt x="150" y="300"/>
                  </a:lnTo>
                  <a:lnTo>
                    <a:pt x="0" y="449"/>
                  </a:lnTo>
                  <a:lnTo>
                    <a:pt x="150" y="599"/>
                  </a:lnTo>
                  <a:lnTo>
                    <a:pt x="2395" y="749"/>
                  </a:lnTo>
                  <a:lnTo>
                    <a:pt x="4640" y="898"/>
                  </a:lnTo>
                  <a:lnTo>
                    <a:pt x="9131" y="599"/>
                  </a:lnTo>
                  <a:lnTo>
                    <a:pt x="9280" y="599"/>
                  </a:lnTo>
                  <a:lnTo>
                    <a:pt x="9430" y="449"/>
                  </a:lnTo>
                  <a:lnTo>
                    <a:pt x="9280" y="150"/>
                  </a:lnTo>
                  <a:lnTo>
                    <a:pt x="9131" y="150"/>
                  </a:lnTo>
                  <a:lnTo>
                    <a:pt x="46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82" name="Google Shape;2482;p60"/>
            <p:cNvSpPr/>
            <p:nvPr/>
          </p:nvSpPr>
          <p:spPr>
            <a:xfrm>
              <a:off x="3594825" y="1907025"/>
              <a:ext cx="235775" cy="22475"/>
            </a:xfrm>
            <a:custGeom>
              <a:rect b="b" l="l" r="r" t="t"/>
              <a:pathLst>
                <a:path extrusionOk="0" h="899" w="9431">
                  <a:moveTo>
                    <a:pt x="1198" y="1"/>
                  </a:moveTo>
                  <a:lnTo>
                    <a:pt x="150" y="300"/>
                  </a:lnTo>
                  <a:lnTo>
                    <a:pt x="1" y="300"/>
                  </a:lnTo>
                  <a:lnTo>
                    <a:pt x="1" y="450"/>
                  </a:lnTo>
                  <a:lnTo>
                    <a:pt x="1" y="599"/>
                  </a:lnTo>
                  <a:lnTo>
                    <a:pt x="150" y="599"/>
                  </a:lnTo>
                  <a:lnTo>
                    <a:pt x="1198" y="899"/>
                  </a:lnTo>
                  <a:lnTo>
                    <a:pt x="6736" y="899"/>
                  </a:lnTo>
                  <a:lnTo>
                    <a:pt x="9281" y="749"/>
                  </a:lnTo>
                  <a:lnTo>
                    <a:pt x="9430" y="749"/>
                  </a:lnTo>
                  <a:lnTo>
                    <a:pt x="9430" y="599"/>
                  </a:lnTo>
                  <a:lnTo>
                    <a:pt x="9430" y="450"/>
                  </a:lnTo>
                  <a:lnTo>
                    <a:pt x="9281" y="450"/>
                  </a:lnTo>
                  <a:lnTo>
                    <a:pt x="6736" y="150"/>
                  </a:lnTo>
                  <a:lnTo>
                    <a:pt x="4341" y="150"/>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83" name="Google Shape;2483;p60"/>
            <p:cNvSpPr/>
            <p:nvPr/>
          </p:nvSpPr>
          <p:spPr>
            <a:xfrm>
              <a:off x="3609800" y="1828450"/>
              <a:ext cx="205825" cy="22475"/>
            </a:xfrm>
            <a:custGeom>
              <a:rect b="b" l="l" r="r" t="t"/>
              <a:pathLst>
                <a:path extrusionOk="0" h="899" w="8233">
                  <a:moveTo>
                    <a:pt x="4042" y="0"/>
                  </a:moveTo>
                  <a:lnTo>
                    <a:pt x="2096" y="150"/>
                  </a:lnTo>
                  <a:lnTo>
                    <a:pt x="150" y="300"/>
                  </a:lnTo>
                  <a:lnTo>
                    <a:pt x="0" y="449"/>
                  </a:lnTo>
                  <a:lnTo>
                    <a:pt x="150" y="599"/>
                  </a:lnTo>
                  <a:lnTo>
                    <a:pt x="4042" y="898"/>
                  </a:lnTo>
                  <a:lnTo>
                    <a:pt x="5987" y="898"/>
                  </a:lnTo>
                  <a:lnTo>
                    <a:pt x="7933" y="749"/>
                  </a:lnTo>
                  <a:lnTo>
                    <a:pt x="8233" y="749"/>
                  </a:lnTo>
                  <a:lnTo>
                    <a:pt x="8233" y="449"/>
                  </a:lnTo>
                  <a:lnTo>
                    <a:pt x="8233" y="300"/>
                  </a:lnTo>
                  <a:lnTo>
                    <a:pt x="7933" y="300"/>
                  </a:lnTo>
                  <a:lnTo>
                    <a:pt x="598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84" name="Google Shape;2484;p60"/>
            <p:cNvSpPr/>
            <p:nvPr/>
          </p:nvSpPr>
          <p:spPr>
            <a:xfrm>
              <a:off x="3624750" y="1746125"/>
              <a:ext cx="243275" cy="26225"/>
            </a:xfrm>
            <a:custGeom>
              <a:rect b="b" l="l" r="r" t="t"/>
              <a:pathLst>
                <a:path extrusionOk="0" h="1049" w="9731">
                  <a:moveTo>
                    <a:pt x="4791" y="0"/>
                  </a:moveTo>
                  <a:lnTo>
                    <a:pt x="2396" y="150"/>
                  </a:lnTo>
                  <a:lnTo>
                    <a:pt x="151" y="450"/>
                  </a:lnTo>
                  <a:lnTo>
                    <a:pt x="1" y="599"/>
                  </a:lnTo>
                  <a:lnTo>
                    <a:pt x="151" y="749"/>
                  </a:lnTo>
                  <a:lnTo>
                    <a:pt x="2096" y="899"/>
                  </a:lnTo>
                  <a:lnTo>
                    <a:pt x="4042" y="1048"/>
                  </a:lnTo>
                  <a:lnTo>
                    <a:pt x="7784" y="1048"/>
                  </a:lnTo>
                  <a:lnTo>
                    <a:pt x="9580" y="749"/>
                  </a:lnTo>
                  <a:lnTo>
                    <a:pt x="9730" y="749"/>
                  </a:lnTo>
                  <a:lnTo>
                    <a:pt x="9730" y="450"/>
                  </a:lnTo>
                  <a:lnTo>
                    <a:pt x="9580" y="30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85" name="Google Shape;2485;p60"/>
            <p:cNvSpPr/>
            <p:nvPr/>
          </p:nvSpPr>
          <p:spPr>
            <a:xfrm>
              <a:off x="3632250" y="1667550"/>
              <a:ext cx="198350" cy="22475"/>
            </a:xfrm>
            <a:custGeom>
              <a:rect b="b" l="l" r="r" t="t"/>
              <a:pathLst>
                <a:path extrusionOk="0" h="899" w="7934">
                  <a:moveTo>
                    <a:pt x="1946" y="0"/>
                  </a:moveTo>
                  <a:lnTo>
                    <a:pt x="150" y="300"/>
                  </a:lnTo>
                  <a:lnTo>
                    <a:pt x="0" y="449"/>
                  </a:lnTo>
                  <a:lnTo>
                    <a:pt x="150" y="599"/>
                  </a:lnTo>
                  <a:lnTo>
                    <a:pt x="1946" y="898"/>
                  </a:lnTo>
                  <a:lnTo>
                    <a:pt x="5838" y="898"/>
                  </a:lnTo>
                  <a:lnTo>
                    <a:pt x="7634" y="749"/>
                  </a:lnTo>
                  <a:lnTo>
                    <a:pt x="7784" y="599"/>
                  </a:lnTo>
                  <a:lnTo>
                    <a:pt x="7933" y="449"/>
                  </a:lnTo>
                  <a:lnTo>
                    <a:pt x="7784" y="300"/>
                  </a:lnTo>
                  <a:lnTo>
                    <a:pt x="7634" y="300"/>
                  </a:lnTo>
                  <a:lnTo>
                    <a:pt x="5838"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86" name="Google Shape;2486;p60"/>
            <p:cNvSpPr/>
            <p:nvPr/>
          </p:nvSpPr>
          <p:spPr>
            <a:xfrm>
              <a:off x="3654700" y="1506650"/>
              <a:ext cx="164675" cy="26200"/>
            </a:xfrm>
            <a:custGeom>
              <a:rect b="b" l="l" r="r" t="t"/>
              <a:pathLst>
                <a:path extrusionOk="0" h="1048" w="6587">
                  <a:moveTo>
                    <a:pt x="2994" y="0"/>
                  </a:moveTo>
                  <a:lnTo>
                    <a:pt x="1497" y="150"/>
                  </a:lnTo>
                  <a:lnTo>
                    <a:pt x="150" y="449"/>
                  </a:lnTo>
                  <a:lnTo>
                    <a:pt x="0" y="449"/>
                  </a:lnTo>
                  <a:lnTo>
                    <a:pt x="0" y="599"/>
                  </a:lnTo>
                  <a:lnTo>
                    <a:pt x="150" y="748"/>
                  </a:lnTo>
                  <a:lnTo>
                    <a:pt x="1647" y="898"/>
                  </a:lnTo>
                  <a:lnTo>
                    <a:pt x="3293" y="1048"/>
                  </a:lnTo>
                  <a:lnTo>
                    <a:pt x="4790" y="898"/>
                  </a:lnTo>
                  <a:lnTo>
                    <a:pt x="6437" y="748"/>
                  </a:lnTo>
                  <a:lnTo>
                    <a:pt x="6586" y="599"/>
                  </a:lnTo>
                  <a:lnTo>
                    <a:pt x="6586" y="449"/>
                  </a:lnTo>
                  <a:lnTo>
                    <a:pt x="6586" y="299"/>
                  </a:lnTo>
                  <a:lnTo>
                    <a:pt x="6437" y="299"/>
                  </a:lnTo>
                  <a:lnTo>
                    <a:pt x="5838" y="150"/>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87" name="Google Shape;2487;p60"/>
            <p:cNvSpPr/>
            <p:nvPr/>
          </p:nvSpPr>
          <p:spPr>
            <a:xfrm>
              <a:off x="3643475" y="1588950"/>
              <a:ext cx="172150" cy="22500"/>
            </a:xfrm>
            <a:custGeom>
              <a:rect b="b" l="l" r="r" t="t"/>
              <a:pathLst>
                <a:path extrusionOk="0" h="900" w="6886">
                  <a:moveTo>
                    <a:pt x="1796" y="1"/>
                  </a:moveTo>
                  <a:lnTo>
                    <a:pt x="150" y="300"/>
                  </a:lnTo>
                  <a:lnTo>
                    <a:pt x="0" y="300"/>
                  </a:lnTo>
                  <a:lnTo>
                    <a:pt x="0" y="450"/>
                  </a:lnTo>
                  <a:lnTo>
                    <a:pt x="150" y="600"/>
                  </a:lnTo>
                  <a:lnTo>
                    <a:pt x="1796" y="749"/>
                  </a:lnTo>
                  <a:lnTo>
                    <a:pt x="3443" y="899"/>
                  </a:lnTo>
                  <a:lnTo>
                    <a:pt x="5089" y="899"/>
                  </a:lnTo>
                  <a:lnTo>
                    <a:pt x="6736" y="600"/>
                  </a:lnTo>
                  <a:lnTo>
                    <a:pt x="6886" y="600"/>
                  </a:lnTo>
                  <a:lnTo>
                    <a:pt x="6886" y="450"/>
                  </a:lnTo>
                  <a:lnTo>
                    <a:pt x="6886" y="300"/>
                  </a:lnTo>
                  <a:lnTo>
                    <a:pt x="6736" y="151"/>
                  </a:lnTo>
                  <a:lnTo>
                    <a:pt x="508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88" name="Google Shape;2488;p60"/>
            <p:cNvSpPr/>
            <p:nvPr/>
          </p:nvSpPr>
          <p:spPr>
            <a:xfrm>
              <a:off x="3665925" y="1424325"/>
              <a:ext cx="149700" cy="26200"/>
            </a:xfrm>
            <a:custGeom>
              <a:rect b="b" l="l" r="r" t="t"/>
              <a:pathLst>
                <a:path extrusionOk="0" h="1048" w="5988">
                  <a:moveTo>
                    <a:pt x="2844" y="0"/>
                  </a:moveTo>
                  <a:lnTo>
                    <a:pt x="1497" y="150"/>
                  </a:lnTo>
                  <a:lnTo>
                    <a:pt x="0" y="299"/>
                  </a:lnTo>
                  <a:lnTo>
                    <a:pt x="0" y="599"/>
                  </a:lnTo>
                  <a:lnTo>
                    <a:pt x="0" y="749"/>
                  </a:lnTo>
                  <a:lnTo>
                    <a:pt x="1497" y="898"/>
                  </a:lnTo>
                  <a:lnTo>
                    <a:pt x="2844" y="1048"/>
                  </a:lnTo>
                  <a:lnTo>
                    <a:pt x="4341" y="1048"/>
                  </a:lnTo>
                  <a:lnTo>
                    <a:pt x="5688" y="749"/>
                  </a:lnTo>
                  <a:lnTo>
                    <a:pt x="5838" y="599"/>
                  </a:lnTo>
                  <a:lnTo>
                    <a:pt x="5988" y="599"/>
                  </a:lnTo>
                  <a:lnTo>
                    <a:pt x="5838" y="449"/>
                  </a:lnTo>
                  <a:lnTo>
                    <a:pt x="5688" y="299"/>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89" name="Google Shape;2489;p60"/>
            <p:cNvSpPr/>
            <p:nvPr/>
          </p:nvSpPr>
          <p:spPr>
            <a:xfrm>
              <a:off x="3677150" y="1345725"/>
              <a:ext cx="134725" cy="26225"/>
            </a:xfrm>
            <a:custGeom>
              <a:rect b="b" l="l" r="r" t="t"/>
              <a:pathLst>
                <a:path extrusionOk="0" h="1049" w="5389">
                  <a:moveTo>
                    <a:pt x="1497" y="1"/>
                  </a:moveTo>
                  <a:lnTo>
                    <a:pt x="150" y="300"/>
                  </a:lnTo>
                  <a:lnTo>
                    <a:pt x="150" y="450"/>
                  </a:lnTo>
                  <a:lnTo>
                    <a:pt x="0" y="450"/>
                  </a:lnTo>
                  <a:lnTo>
                    <a:pt x="150" y="600"/>
                  </a:lnTo>
                  <a:lnTo>
                    <a:pt x="150" y="749"/>
                  </a:lnTo>
                  <a:lnTo>
                    <a:pt x="1497" y="899"/>
                  </a:lnTo>
                  <a:lnTo>
                    <a:pt x="2695" y="1049"/>
                  </a:lnTo>
                  <a:lnTo>
                    <a:pt x="4042" y="899"/>
                  </a:lnTo>
                  <a:lnTo>
                    <a:pt x="5239" y="749"/>
                  </a:lnTo>
                  <a:lnTo>
                    <a:pt x="5389" y="600"/>
                  </a:lnTo>
                  <a:lnTo>
                    <a:pt x="5389" y="450"/>
                  </a:lnTo>
                  <a:lnTo>
                    <a:pt x="5389" y="300"/>
                  </a:lnTo>
                  <a:lnTo>
                    <a:pt x="5239" y="151"/>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0" name="Google Shape;2490;p60"/>
            <p:cNvSpPr/>
            <p:nvPr/>
          </p:nvSpPr>
          <p:spPr>
            <a:xfrm>
              <a:off x="3688375" y="1267150"/>
              <a:ext cx="142225" cy="18725"/>
            </a:xfrm>
            <a:custGeom>
              <a:rect b="b" l="l" r="r" t="t"/>
              <a:pathLst>
                <a:path extrusionOk="0" h="749" w="5689">
                  <a:moveTo>
                    <a:pt x="1497" y="1"/>
                  </a:moveTo>
                  <a:lnTo>
                    <a:pt x="150" y="300"/>
                  </a:lnTo>
                  <a:lnTo>
                    <a:pt x="0" y="450"/>
                  </a:lnTo>
                  <a:lnTo>
                    <a:pt x="150" y="599"/>
                  </a:lnTo>
                  <a:lnTo>
                    <a:pt x="1497" y="749"/>
                  </a:lnTo>
                  <a:lnTo>
                    <a:pt x="4940" y="749"/>
                  </a:lnTo>
                  <a:lnTo>
                    <a:pt x="5539" y="450"/>
                  </a:lnTo>
                  <a:lnTo>
                    <a:pt x="5688" y="300"/>
                  </a:lnTo>
                  <a:lnTo>
                    <a:pt x="5539" y="150"/>
                  </a:lnTo>
                  <a:lnTo>
                    <a:pt x="49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1" name="Google Shape;2491;p60"/>
            <p:cNvSpPr/>
            <p:nvPr/>
          </p:nvSpPr>
          <p:spPr>
            <a:xfrm>
              <a:off x="3699600" y="1184825"/>
              <a:ext cx="134725" cy="22475"/>
            </a:xfrm>
            <a:custGeom>
              <a:rect b="b" l="l" r="r" t="t"/>
              <a:pathLst>
                <a:path extrusionOk="0" h="899" w="5389">
                  <a:moveTo>
                    <a:pt x="2844" y="1"/>
                  </a:moveTo>
                  <a:lnTo>
                    <a:pt x="1497" y="150"/>
                  </a:lnTo>
                  <a:lnTo>
                    <a:pt x="150" y="300"/>
                  </a:lnTo>
                  <a:lnTo>
                    <a:pt x="0" y="300"/>
                  </a:lnTo>
                  <a:lnTo>
                    <a:pt x="0" y="450"/>
                  </a:lnTo>
                  <a:lnTo>
                    <a:pt x="0" y="599"/>
                  </a:lnTo>
                  <a:lnTo>
                    <a:pt x="150" y="749"/>
                  </a:lnTo>
                  <a:lnTo>
                    <a:pt x="1497" y="899"/>
                  </a:lnTo>
                  <a:lnTo>
                    <a:pt x="4042" y="899"/>
                  </a:lnTo>
                  <a:lnTo>
                    <a:pt x="4790" y="749"/>
                  </a:lnTo>
                  <a:lnTo>
                    <a:pt x="5239" y="599"/>
                  </a:lnTo>
                  <a:lnTo>
                    <a:pt x="5389" y="450"/>
                  </a:lnTo>
                  <a:lnTo>
                    <a:pt x="5239" y="300"/>
                  </a:lnTo>
                  <a:lnTo>
                    <a:pt x="4790" y="15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2" name="Google Shape;2492;p60"/>
            <p:cNvSpPr/>
            <p:nvPr/>
          </p:nvSpPr>
          <p:spPr>
            <a:xfrm>
              <a:off x="3703350" y="1098775"/>
              <a:ext cx="134725" cy="29950"/>
            </a:xfrm>
            <a:custGeom>
              <a:rect b="b" l="l" r="r" t="t"/>
              <a:pathLst>
                <a:path extrusionOk="0" h="1198" w="5389">
                  <a:moveTo>
                    <a:pt x="2694" y="0"/>
                  </a:moveTo>
                  <a:lnTo>
                    <a:pt x="1347" y="150"/>
                  </a:lnTo>
                  <a:lnTo>
                    <a:pt x="150" y="449"/>
                  </a:lnTo>
                  <a:lnTo>
                    <a:pt x="0" y="449"/>
                  </a:lnTo>
                  <a:lnTo>
                    <a:pt x="0" y="599"/>
                  </a:lnTo>
                  <a:lnTo>
                    <a:pt x="0" y="748"/>
                  </a:lnTo>
                  <a:lnTo>
                    <a:pt x="150" y="898"/>
                  </a:lnTo>
                  <a:lnTo>
                    <a:pt x="1347" y="1048"/>
                  </a:lnTo>
                  <a:lnTo>
                    <a:pt x="2694" y="1198"/>
                  </a:lnTo>
                  <a:lnTo>
                    <a:pt x="4041" y="1198"/>
                  </a:lnTo>
                  <a:lnTo>
                    <a:pt x="4640" y="1048"/>
                  </a:lnTo>
                  <a:lnTo>
                    <a:pt x="5239" y="898"/>
                  </a:lnTo>
                  <a:lnTo>
                    <a:pt x="5389" y="748"/>
                  </a:lnTo>
                  <a:lnTo>
                    <a:pt x="5389" y="449"/>
                  </a:lnTo>
                  <a:lnTo>
                    <a:pt x="5239" y="449"/>
                  </a:lnTo>
                  <a:lnTo>
                    <a:pt x="4640" y="299"/>
                  </a:lnTo>
                  <a:lnTo>
                    <a:pt x="4041"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3" name="Google Shape;2493;p60"/>
            <p:cNvSpPr/>
            <p:nvPr/>
          </p:nvSpPr>
          <p:spPr>
            <a:xfrm>
              <a:off x="3718300" y="1020175"/>
              <a:ext cx="134750" cy="26225"/>
            </a:xfrm>
            <a:custGeom>
              <a:rect b="b" l="l" r="r" t="t"/>
              <a:pathLst>
                <a:path extrusionOk="0" h="1049" w="5390">
                  <a:moveTo>
                    <a:pt x="2695" y="1"/>
                  </a:moveTo>
                  <a:lnTo>
                    <a:pt x="1348" y="151"/>
                  </a:lnTo>
                  <a:lnTo>
                    <a:pt x="151" y="300"/>
                  </a:lnTo>
                  <a:lnTo>
                    <a:pt x="1" y="600"/>
                  </a:lnTo>
                  <a:lnTo>
                    <a:pt x="151" y="749"/>
                  </a:lnTo>
                  <a:lnTo>
                    <a:pt x="1348" y="899"/>
                  </a:lnTo>
                  <a:lnTo>
                    <a:pt x="2695" y="1049"/>
                  </a:lnTo>
                  <a:lnTo>
                    <a:pt x="4042" y="1049"/>
                  </a:lnTo>
                  <a:lnTo>
                    <a:pt x="5240" y="749"/>
                  </a:lnTo>
                  <a:lnTo>
                    <a:pt x="5389" y="600"/>
                  </a:lnTo>
                  <a:lnTo>
                    <a:pt x="5240" y="30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4" name="Google Shape;2494;p60"/>
            <p:cNvSpPr/>
            <p:nvPr/>
          </p:nvSpPr>
          <p:spPr>
            <a:xfrm>
              <a:off x="3729525" y="941600"/>
              <a:ext cx="108550" cy="22475"/>
            </a:xfrm>
            <a:custGeom>
              <a:rect b="b" l="l" r="r" t="t"/>
              <a:pathLst>
                <a:path extrusionOk="0" h="899" w="4342">
                  <a:moveTo>
                    <a:pt x="2246" y="1"/>
                  </a:moveTo>
                  <a:lnTo>
                    <a:pt x="1198" y="150"/>
                  </a:lnTo>
                  <a:lnTo>
                    <a:pt x="151" y="300"/>
                  </a:lnTo>
                  <a:lnTo>
                    <a:pt x="1" y="450"/>
                  </a:lnTo>
                  <a:lnTo>
                    <a:pt x="151" y="599"/>
                  </a:lnTo>
                  <a:lnTo>
                    <a:pt x="1198" y="899"/>
                  </a:lnTo>
                  <a:lnTo>
                    <a:pt x="3743" y="899"/>
                  </a:lnTo>
                  <a:lnTo>
                    <a:pt x="4342" y="599"/>
                  </a:lnTo>
                  <a:lnTo>
                    <a:pt x="4342" y="450"/>
                  </a:lnTo>
                  <a:lnTo>
                    <a:pt x="4342" y="300"/>
                  </a:lnTo>
                  <a:lnTo>
                    <a:pt x="3743" y="150"/>
                  </a:lnTo>
                  <a:lnTo>
                    <a:pt x="3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5" name="Google Shape;2495;p60"/>
            <p:cNvSpPr/>
            <p:nvPr/>
          </p:nvSpPr>
          <p:spPr>
            <a:xfrm>
              <a:off x="3740750" y="863025"/>
              <a:ext cx="82350" cy="18725"/>
            </a:xfrm>
            <a:custGeom>
              <a:rect b="b" l="l" r="r" t="t"/>
              <a:pathLst>
                <a:path extrusionOk="0" h="749" w="3294">
                  <a:moveTo>
                    <a:pt x="1498" y="0"/>
                  </a:moveTo>
                  <a:lnTo>
                    <a:pt x="151" y="300"/>
                  </a:lnTo>
                  <a:lnTo>
                    <a:pt x="1" y="449"/>
                  </a:lnTo>
                  <a:lnTo>
                    <a:pt x="151" y="599"/>
                  </a:lnTo>
                  <a:lnTo>
                    <a:pt x="1647" y="749"/>
                  </a:lnTo>
                  <a:lnTo>
                    <a:pt x="2396" y="749"/>
                  </a:lnTo>
                  <a:lnTo>
                    <a:pt x="2995" y="599"/>
                  </a:lnTo>
                  <a:lnTo>
                    <a:pt x="3144" y="599"/>
                  </a:lnTo>
                  <a:lnTo>
                    <a:pt x="3294" y="449"/>
                  </a:lnTo>
                  <a:lnTo>
                    <a:pt x="3144" y="150"/>
                  </a:lnTo>
                  <a:lnTo>
                    <a:pt x="2995" y="150"/>
                  </a:lnTo>
                  <a:lnTo>
                    <a:pt x="23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6" name="Google Shape;2496;p60"/>
            <p:cNvSpPr/>
            <p:nvPr/>
          </p:nvSpPr>
          <p:spPr>
            <a:xfrm>
              <a:off x="3744500" y="780700"/>
              <a:ext cx="71125" cy="22475"/>
            </a:xfrm>
            <a:custGeom>
              <a:rect b="b" l="l" r="r" t="t"/>
              <a:pathLst>
                <a:path extrusionOk="0" h="899" w="2845">
                  <a:moveTo>
                    <a:pt x="1348" y="0"/>
                  </a:moveTo>
                  <a:lnTo>
                    <a:pt x="749" y="150"/>
                  </a:lnTo>
                  <a:lnTo>
                    <a:pt x="150" y="300"/>
                  </a:lnTo>
                  <a:lnTo>
                    <a:pt x="1" y="449"/>
                  </a:lnTo>
                  <a:lnTo>
                    <a:pt x="150" y="599"/>
                  </a:lnTo>
                  <a:lnTo>
                    <a:pt x="749" y="898"/>
                  </a:lnTo>
                  <a:lnTo>
                    <a:pt x="1946" y="898"/>
                  </a:lnTo>
                  <a:lnTo>
                    <a:pt x="2545" y="749"/>
                  </a:lnTo>
                  <a:lnTo>
                    <a:pt x="2695" y="599"/>
                  </a:lnTo>
                  <a:lnTo>
                    <a:pt x="2845" y="449"/>
                  </a:lnTo>
                  <a:lnTo>
                    <a:pt x="2695" y="300"/>
                  </a:lnTo>
                  <a:lnTo>
                    <a:pt x="2545" y="150"/>
                  </a:lnTo>
                  <a:lnTo>
                    <a:pt x="19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7" name="Google Shape;2497;p60"/>
            <p:cNvSpPr/>
            <p:nvPr/>
          </p:nvSpPr>
          <p:spPr>
            <a:xfrm>
              <a:off x="3759475" y="698375"/>
              <a:ext cx="67375" cy="26225"/>
            </a:xfrm>
            <a:custGeom>
              <a:rect b="b" l="l" r="r" t="t"/>
              <a:pathLst>
                <a:path extrusionOk="0" h="1049" w="2695">
                  <a:moveTo>
                    <a:pt x="1497" y="0"/>
                  </a:moveTo>
                  <a:lnTo>
                    <a:pt x="150" y="300"/>
                  </a:lnTo>
                  <a:lnTo>
                    <a:pt x="0" y="450"/>
                  </a:lnTo>
                  <a:lnTo>
                    <a:pt x="150" y="749"/>
                  </a:lnTo>
                  <a:lnTo>
                    <a:pt x="749" y="899"/>
                  </a:lnTo>
                  <a:lnTo>
                    <a:pt x="1497" y="1048"/>
                  </a:lnTo>
                  <a:lnTo>
                    <a:pt x="2096" y="899"/>
                  </a:lnTo>
                  <a:lnTo>
                    <a:pt x="2395" y="899"/>
                  </a:lnTo>
                  <a:lnTo>
                    <a:pt x="2695" y="749"/>
                  </a:lnTo>
                  <a:lnTo>
                    <a:pt x="2695" y="450"/>
                  </a:lnTo>
                  <a:lnTo>
                    <a:pt x="26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8" name="Google Shape;2498;p60"/>
            <p:cNvSpPr/>
            <p:nvPr/>
          </p:nvSpPr>
          <p:spPr>
            <a:xfrm>
              <a:off x="3766950" y="623525"/>
              <a:ext cx="59900" cy="15000"/>
            </a:xfrm>
            <a:custGeom>
              <a:rect b="b" l="l" r="r" t="t"/>
              <a:pathLst>
                <a:path extrusionOk="0" h="600" w="2396">
                  <a:moveTo>
                    <a:pt x="1048" y="1"/>
                  </a:moveTo>
                  <a:lnTo>
                    <a:pt x="1" y="151"/>
                  </a:lnTo>
                  <a:lnTo>
                    <a:pt x="1" y="300"/>
                  </a:lnTo>
                  <a:lnTo>
                    <a:pt x="1" y="450"/>
                  </a:lnTo>
                  <a:lnTo>
                    <a:pt x="1048" y="600"/>
                  </a:lnTo>
                  <a:lnTo>
                    <a:pt x="2246" y="450"/>
                  </a:lnTo>
                  <a:lnTo>
                    <a:pt x="2396" y="300"/>
                  </a:lnTo>
                  <a:lnTo>
                    <a:pt x="2246" y="151"/>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9" name="Google Shape;2499;p60"/>
            <p:cNvSpPr/>
            <p:nvPr/>
          </p:nvSpPr>
          <p:spPr>
            <a:xfrm>
              <a:off x="3512500" y="2827550"/>
              <a:ext cx="18725" cy="295650"/>
            </a:xfrm>
            <a:custGeom>
              <a:rect b="b" l="l" r="r" t="t"/>
              <a:pathLst>
                <a:path extrusionOk="0" h="11826" w="749">
                  <a:moveTo>
                    <a:pt x="300" y="1"/>
                  </a:moveTo>
                  <a:lnTo>
                    <a:pt x="150" y="150"/>
                  </a:lnTo>
                  <a:lnTo>
                    <a:pt x="150" y="300"/>
                  </a:lnTo>
                  <a:lnTo>
                    <a:pt x="150" y="749"/>
                  </a:lnTo>
                  <a:lnTo>
                    <a:pt x="1" y="1497"/>
                  </a:lnTo>
                  <a:lnTo>
                    <a:pt x="1" y="2096"/>
                  </a:lnTo>
                  <a:lnTo>
                    <a:pt x="1" y="2695"/>
                  </a:lnTo>
                  <a:lnTo>
                    <a:pt x="1" y="7185"/>
                  </a:lnTo>
                  <a:lnTo>
                    <a:pt x="150" y="11676"/>
                  </a:lnTo>
                  <a:lnTo>
                    <a:pt x="300" y="11825"/>
                  </a:lnTo>
                  <a:lnTo>
                    <a:pt x="450" y="11676"/>
                  </a:lnTo>
                  <a:lnTo>
                    <a:pt x="749" y="7185"/>
                  </a:lnTo>
                  <a:lnTo>
                    <a:pt x="599" y="2695"/>
                  </a:lnTo>
                  <a:lnTo>
                    <a:pt x="599" y="2096"/>
                  </a:lnTo>
                  <a:lnTo>
                    <a:pt x="599" y="1497"/>
                  </a:lnTo>
                  <a:lnTo>
                    <a:pt x="599" y="1348"/>
                  </a:lnTo>
                  <a:lnTo>
                    <a:pt x="599" y="749"/>
                  </a:lnTo>
                  <a:lnTo>
                    <a:pt x="450" y="30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0" name="Google Shape;2500;p60"/>
            <p:cNvSpPr/>
            <p:nvPr/>
          </p:nvSpPr>
          <p:spPr>
            <a:xfrm>
              <a:off x="3351600" y="2850000"/>
              <a:ext cx="15000" cy="280675"/>
            </a:xfrm>
            <a:custGeom>
              <a:rect b="b" l="l" r="r" t="t"/>
              <a:pathLst>
                <a:path extrusionOk="0" h="11227" w="600">
                  <a:moveTo>
                    <a:pt x="300" y="1"/>
                  </a:moveTo>
                  <a:lnTo>
                    <a:pt x="150" y="150"/>
                  </a:lnTo>
                  <a:lnTo>
                    <a:pt x="0" y="5539"/>
                  </a:lnTo>
                  <a:lnTo>
                    <a:pt x="0" y="6587"/>
                  </a:lnTo>
                  <a:lnTo>
                    <a:pt x="0" y="7634"/>
                  </a:lnTo>
                  <a:lnTo>
                    <a:pt x="0" y="9430"/>
                  </a:lnTo>
                  <a:lnTo>
                    <a:pt x="150" y="11077"/>
                  </a:lnTo>
                  <a:lnTo>
                    <a:pt x="300" y="11227"/>
                  </a:lnTo>
                  <a:lnTo>
                    <a:pt x="449" y="11077"/>
                  </a:lnTo>
                  <a:lnTo>
                    <a:pt x="599" y="8832"/>
                  </a:lnTo>
                  <a:lnTo>
                    <a:pt x="599" y="6587"/>
                  </a:lnTo>
                  <a:lnTo>
                    <a:pt x="599" y="5539"/>
                  </a:lnTo>
                  <a:lnTo>
                    <a:pt x="599" y="4641"/>
                  </a:lnTo>
                  <a:lnTo>
                    <a:pt x="449" y="15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1" name="Google Shape;2501;p60"/>
            <p:cNvSpPr/>
            <p:nvPr/>
          </p:nvSpPr>
          <p:spPr>
            <a:xfrm>
              <a:off x="3265525" y="2846250"/>
              <a:ext cx="26225" cy="273200"/>
            </a:xfrm>
            <a:custGeom>
              <a:rect b="b" l="l" r="r" t="t"/>
              <a:pathLst>
                <a:path extrusionOk="0" h="10928" w="1049">
                  <a:moveTo>
                    <a:pt x="450" y="1"/>
                  </a:moveTo>
                  <a:lnTo>
                    <a:pt x="150" y="2396"/>
                  </a:lnTo>
                  <a:lnTo>
                    <a:pt x="1" y="4940"/>
                  </a:lnTo>
                  <a:lnTo>
                    <a:pt x="1" y="7485"/>
                  </a:lnTo>
                  <a:lnTo>
                    <a:pt x="300" y="9880"/>
                  </a:lnTo>
                  <a:lnTo>
                    <a:pt x="300" y="10778"/>
                  </a:lnTo>
                  <a:lnTo>
                    <a:pt x="450" y="10928"/>
                  </a:lnTo>
                  <a:lnTo>
                    <a:pt x="600" y="10778"/>
                  </a:lnTo>
                  <a:lnTo>
                    <a:pt x="600" y="10478"/>
                  </a:lnTo>
                  <a:lnTo>
                    <a:pt x="749" y="9131"/>
                  </a:lnTo>
                  <a:lnTo>
                    <a:pt x="1049" y="6886"/>
                  </a:lnTo>
                  <a:lnTo>
                    <a:pt x="1049" y="4491"/>
                  </a:lnTo>
                  <a:lnTo>
                    <a:pt x="899" y="2246"/>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2" name="Google Shape;2502;p60"/>
            <p:cNvSpPr/>
            <p:nvPr/>
          </p:nvSpPr>
          <p:spPr>
            <a:xfrm>
              <a:off x="3186950" y="2857500"/>
              <a:ext cx="22475" cy="258200"/>
            </a:xfrm>
            <a:custGeom>
              <a:rect b="b" l="l" r="r" t="t"/>
              <a:pathLst>
                <a:path extrusionOk="0" h="10328" w="899">
                  <a:moveTo>
                    <a:pt x="300" y="0"/>
                  </a:moveTo>
                  <a:lnTo>
                    <a:pt x="150" y="1048"/>
                  </a:lnTo>
                  <a:lnTo>
                    <a:pt x="1" y="2245"/>
                  </a:lnTo>
                  <a:lnTo>
                    <a:pt x="1" y="4640"/>
                  </a:lnTo>
                  <a:lnTo>
                    <a:pt x="1" y="7484"/>
                  </a:lnTo>
                  <a:lnTo>
                    <a:pt x="300" y="10178"/>
                  </a:lnTo>
                  <a:lnTo>
                    <a:pt x="300" y="10328"/>
                  </a:lnTo>
                  <a:lnTo>
                    <a:pt x="599" y="10328"/>
                  </a:lnTo>
                  <a:lnTo>
                    <a:pt x="599" y="10178"/>
                  </a:lnTo>
                  <a:lnTo>
                    <a:pt x="749" y="7484"/>
                  </a:lnTo>
                  <a:lnTo>
                    <a:pt x="899" y="4640"/>
                  </a:lnTo>
                  <a:lnTo>
                    <a:pt x="899" y="2245"/>
                  </a:lnTo>
                  <a:lnTo>
                    <a:pt x="749" y="1048"/>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3" name="Google Shape;2503;p60"/>
            <p:cNvSpPr/>
            <p:nvPr/>
          </p:nvSpPr>
          <p:spPr>
            <a:xfrm>
              <a:off x="3100875" y="2857500"/>
              <a:ext cx="29975" cy="243250"/>
            </a:xfrm>
            <a:custGeom>
              <a:rect b="b" l="l" r="r" t="t"/>
              <a:pathLst>
                <a:path extrusionOk="0" h="9730" w="1199">
                  <a:moveTo>
                    <a:pt x="450" y="0"/>
                  </a:moveTo>
                  <a:lnTo>
                    <a:pt x="300" y="1197"/>
                  </a:lnTo>
                  <a:lnTo>
                    <a:pt x="151" y="2395"/>
                  </a:lnTo>
                  <a:lnTo>
                    <a:pt x="1" y="4790"/>
                  </a:lnTo>
                  <a:lnTo>
                    <a:pt x="300" y="7334"/>
                  </a:lnTo>
                  <a:lnTo>
                    <a:pt x="450" y="9579"/>
                  </a:lnTo>
                  <a:lnTo>
                    <a:pt x="600" y="9729"/>
                  </a:lnTo>
                  <a:lnTo>
                    <a:pt x="749" y="9579"/>
                  </a:lnTo>
                  <a:lnTo>
                    <a:pt x="899" y="7334"/>
                  </a:lnTo>
                  <a:lnTo>
                    <a:pt x="1198" y="4790"/>
                  </a:lnTo>
                  <a:lnTo>
                    <a:pt x="1198" y="2395"/>
                  </a:lnTo>
                  <a:lnTo>
                    <a:pt x="1049" y="1197"/>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4" name="Google Shape;2504;p60"/>
            <p:cNvSpPr/>
            <p:nvPr/>
          </p:nvSpPr>
          <p:spPr>
            <a:xfrm>
              <a:off x="3026050" y="2846250"/>
              <a:ext cx="22475" cy="243275"/>
            </a:xfrm>
            <a:custGeom>
              <a:rect b="b" l="l" r="r" t="t"/>
              <a:pathLst>
                <a:path extrusionOk="0" h="9731" w="899">
                  <a:moveTo>
                    <a:pt x="449" y="1"/>
                  </a:moveTo>
                  <a:lnTo>
                    <a:pt x="300" y="151"/>
                  </a:lnTo>
                  <a:lnTo>
                    <a:pt x="0" y="1198"/>
                  </a:lnTo>
                  <a:lnTo>
                    <a:pt x="0" y="2396"/>
                  </a:lnTo>
                  <a:lnTo>
                    <a:pt x="0" y="4641"/>
                  </a:lnTo>
                  <a:lnTo>
                    <a:pt x="0" y="7036"/>
                  </a:lnTo>
                  <a:lnTo>
                    <a:pt x="300" y="9580"/>
                  </a:lnTo>
                  <a:lnTo>
                    <a:pt x="300" y="9730"/>
                  </a:lnTo>
                  <a:lnTo>
                    <a:pt x="599" y="9730"/>
                  </a:lnTo>
                  <a:lnTo>
                    <a:pt x="599" y="9580"/>
                  </a:lnTo>
                  <a:lnTo>
                    <a:pt x="749" y="7036"/>
                  </a:lnTo>
                  <a:lnTo>
                    <a:pt x="749" y="4641"/>
                  </a:lnTo>
                  <a:lnTo>
                    <a:pt x="898" y="239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5" name="Google Shape;2505;p60"/>
            <p:cNvSpPr/>
            <p:nvPr/>
          </p:nvSpPr>
          <p:spPr>
            <a:xfrm>
              <a:off x="2943725" y="2846250"/>
              <a:ext cx="22475" cy="232050"/>
            </a:xfrm>
            <a:custGeom>
              <a:rect b="b" l="l" r="r" t="t"/>
              <a:pathLst>
                <a:path extrusionOk="0" h="9282" w="899">
                  <a:moveTo>
                    <a:pt x="300" y="1"/>
                  </a:moveTo>
                  <a:lnTo>
                    <a:pt x="300" y="151"/>
                  </a:lnTo>
                  <a:lnTo>
                    <a:pt x="0" y="4641"/>
                  </a:lnTo>
                  <a:lnTo>
                    <a:pt x="150" y="6886"/>
                  </a:lnTo>
                  <a:lnTo>
                    <a:pt x="300" y="9131"/>
                  </a:lnTo>
                  <a:lnTo>
                    <a:pt x="599" y="9281"/>
                  </a:lnTo>
                  <a:lnTo>
                    <a:pt x="749" y="9131"/>
                  </a:lnTo>
                  <a:lnTo>
                    <a:pt x="899" y="6886"/>
                  </a:lnTo>
                  <a:lnTo>
                    <a:pt x="899" y="4641"/>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6" name="Google Shape;2506;p60"/>
            <p:cNvSpPr/>
            <p:nvPr/>
          </p:nvSpPr>
          <p:spPr>
            <a:xfrm>
              <a:off x="2861400" y="2835025"/>
              <a:ext cx="22475" cy="235775"/>
            </a:xfrm>
            <a:custGeom>
              <a:rect b="b" l="l" r="r" t="t"/>
              <a:pathLst>
                <a:path extrusionOk="0" h="9431" w="899">
                  <a:moveTo>
                    <a:pt x="599" y="1"/>
                  </a:moveTo>
                  <a:lnTo>
                    <a:pt x="450" y="151"/>
                  </a:lnTo>
                  <a:lnTo>
                    <a:pt x="300" y="300"/>
                  </a:lnTo>
                  <a:lnTo>
                    <a:pt x="150" y="2695"/>
                  </a:lnTo>
                  <a:lnTo>
                    <a:pt x="1" y="5090"/>
                  </a:lnTo>
                  <a:lnTo>
                    <a:pt x="1" y="7186"/>
                  </a:lnTo>
                  <a:lnTo>
                    <a:pt x="1" y="8383"/>
                  </a:lnTo>
                  <a:lnTo>
                    <a:pt x="150" y="9431"/>
                  </a:lnTo>
                  <a:lnTo>
                    <a:pt x="599" y="9431"/>
                  </a:lnTo>
                  <a:lnTo>
                    <a:pt x="749" y="8383"/>
                  </a:lnTo>
                  <a:lnTo>
                    <a:pt x="899" y="7186"/>
                  </a:lnTo>
                  <a:lnTo>
                    <a:pt x="899" y="5090"/>
                  </a:lnTo>
                  <a:lnTo>
                    <a:pt x="899" y="2695"/>
                  </a:lnTo>
                  <a:lnTo>
                    <a:pt x="749" y="300"/>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7" name="Google Shape;2507;p60"/>
            <p:cNvSpPr/>
            <p:nvPr/>
          </p:nvSpPr>
          <p:spPr>
            <a:xfrm>
              <a:off x="2782825" y="2850000"/>
              <a:ext cx="22475" cy="205825"/>
            </a:xfrm>
            <a:custGeom>
              <a:rect b="b" l="l" r="r" t="t"/>
              <a:pathLst>
                <a:path extrusionOk="0" h="8233" w="899">
                  <a:moveTo>
                    <a:pt x="449" y="1"/>
                  </a:moveTo>
                  <a:lnTo>
                    <a:pt x="300" y="150"/>
                  </a:lnTo>
                  <a:lnTo>
                    <a:pt x="150" y="300"/>
                  </a:lnTo>
                  <a:lnTo>
                    <a:pt x="0" y="2246"/>
                  </a:lnTo>
                  <a:lnTo>
                    <a:pt x="0" y="4192"/>
                  </a:lnTo>
                  <a:lnTo>
                    <a:pt x="0" y="6137"/>
                  </a:lnTo>
                  <a:lnTo>
                    <a:pt x="300" y="8083"/>
                  </a:lnTo>
                  <a:lnTo>
                    <a:pt x="300" y="8233"/>
                  </a:lnTo>
                  <a:lnTo>
                    <a:pt x="449" y="8083"/>
                  </a:lnTo>
                  <a:lnTo>
                    <a:pt x="898" y="4192"/>
                  </a:lnTo>
                  <a:lnTo>
                    <a:pt x="898" y="2246"/>
                  </a:lnTo>
                  <a:lnTo>
                    <a:pt x="749" y="300"/>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8" name="Google Shape;2508;p60"/>
            <p:cNvSpPr/>
            <p:nvPr/>
          </p:nvSpPr>
          <p:spPr>
            <a:xfrm>
              <a:off x="2696750" y="2797625"/>
              <a:ext cx="29975" cy="246975"/>
            </a:xfrm>
            <a:custGeom>
              <a:rect b="b" l="l" r="r" t="t"/>
              <a:pathLst>
                <a:path extrusionOk="0" h="9879" w="1199">
                  <a:moveTo>
                    <a:pt x="599" y="0"/>
                  </a:moveTo>
                  <a:lnTo>
                    <a:pt x="450" y="150"/>
                  </a:lnTo>
                  <a:lnTo>
                    <a:pt x="150" y="2545"/>
                  </a:lnTo>
                  <a:lnTo>
                    <a:pt x="1" y="4940"/>
                  </a:lnTo>
                  <a:lnTo>
                    <a:pt x="150" y="7334"/>
                  </a:lnTo>
                  <a:lnTo>
                    <a:pt x="450" y="9729"/>
                  </a:lnTo>
                  <a:lnTo>
                    <a:pt x="599" y="9879"/>
                  </a:lnTo>
                  <a:lnTo>
                    <a:pt x="749" y="9729"/>
                  </a:lnTo>
                  <a:lnTo>
                    <a:pt x="1048" y="7634"/>
                  </a:lnTo>
                  <a:lnTo>
                    <a:pt x="1198" y="5688"/>
                  </a:lnTo>
                  <a:lnTo>
                    <a:pt x="1198" y="3892"/>
                  </a:lnTo>
                  <a:lnTo>
                    <a:pt x="1048" y="1946"/>
                  </a:lnTo>
                  <a:lnTo>
                    <a:pt x="899" y="150"/>
                  </a:lnTo>
                  <a:lnTo>
                    <a:pt x="74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09" name="Google Shape;2509;p60"/>
            <p:cNvSpPr/>
            <p:nvPr/>
          </p:nvSpPr>
          <p:spPr>
            <a:xfrm>
              <a:off x="2621925" y="2838775"/>
              <a:ext cx="22475" cy="194600"/>
            </a:xfrm>
            <a:custGeom>
              <a:rect b="b" l="l" r="r" t="t"/>
              <a:pathLst>
                <a:path extrusionOk="0" h="7784" w="899">
                  <a:moveTo>
                    <a:pt x="299" y="1"/>
                  </a:moveTo>
                  <a:lnTo>
                    <a:pt x="150" y="150"/>
                  </a:lnTo>
                  <a:lnTo>
                    <a:pt x="0" y="2096"/>
                  </a:lnTo>
                  <a:lnTo>
                    <a:pt x="0" y="3892"/>
                  </a:lnTo>
                  <a:lnTo>
                    <a:pt x="0" y="5838"/>
                  </a:lnTo>
                  <a:lnTo>
                    <a:pt x="299" y="7634"/>
                  </a:lnTo>
                  <a:lnTo>
                    <a:pt x="449" y="7784"/>
                  </a:lnTo>
                  <a:lnTo>
                    <a:pt x="599" y="7634"/>
                  </a:lnTo>
                  <a:lnTo>
                    <a:pt x="749" y="5838"/>
                  </a:lnTo>
                  <a:lnTo>
                    <a:pt x="898" y="3892"/>
                  </a:lnTo>
                  <a:lnTo>
                    <a:pt x="749" y="2096"/>
                  </a:lnTo>
                  <a:lnTo>
                    <a:pt x="59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0" name="Google Shape;2510;p60"/>
            <p:cNvSpPr/>
            <p:nvPr/>
          </p:nvSpPr>
          <p:spPr>
            <a:xfrm>
              <a:off x="2461000" y="2846250"/>
              <a:ext cx="22500" cy="164675"/>
            </a:xfrm>
            <a:custGeom>
              <a:rect b="b" l="l" r="r" t="t"/>
              <a:pathLst>
                <a:path extrusionOk="0" h="6587" w="900">
                  <a:moveTo>
                    <a:pt x="450" y="1"/>
                  </a:moveTo>
                  <a:lnTo>
                    <a:pt x="300" y="151"/>
                  </a:lnTo>
                  <a:lnTo>
                    <a:pt x="151" y="300"/>
                  </a:lnTo>
                  <a:lnTo>
                    <a:pt x="151" y="899"/>
                  </a:lnTo>
                  <a:lnTo>
                    <a:pt x="1" y="2246"/>
                  </a:lnTo>
                  <a:lnTo>
                    <a:pt x="1" y="3743"/>
                  </a:lnTo>
                  <a:lnTo>
                    <a:pt x="151" y="5090"/>
                  </a:lnTo>
                  <a:lnTo>
                    <a:pt x="300" y="6587"/>
                  </a:lnTo>
                  <a:lnTo>
                    <a:pt x="600" y="6587"/>
                  </a:lnTo>
                  <a:lnTo>
                    <a:pt x="899" y="4940"/>
                  </a:lnTo>
                  <a:lnTo>
                    <a:pt x="899" y="3444"/>
                  </a:lnTo>
                  <a:lnTo>
                    <a:pt x="899" y="1797"/>
                  </a:lnTo>
                  <a:lnTo>
                    <a:pt x="600" y="300"/>
                  </a:lnTo>
                  <a:lnTo>
                    <a:pt x="600"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1" name="Google Shape;2511;p60"/>
            <p:cNvSpPr/>
            <p:nvPr/>
          </p:nvSpPr>
          <p:spPr>
            <a:xfrm>
              <a:off x="2539600" y="2850000"/>
              <a:ext cx="22475" cy="172150"/>
            </a:xfrm>
            <a:custGeom>
              <a:rect b="b" l="l" r="r" t="t"/>
              <a:pathLst>
                <a:path extrusionOk="0" h="6886" w="899">
                  <a:moveTo>
                    <a:pt x="300" y="1"/>
                  </a:moveTo>
                  <a:lnTo>
                    <a:pt x="300" y="150"/>
                  </a:lnTo>
                  <a:lnTo>
                    <a:pt x="0" y="1797"/>
                  </a:lnTo>
                  <a:lnTo>
                    <a:pt x="0" y="3443"/>
                  </a:lnTo>
                  <a:lnTo>
                    <a:pt x="150" y="5090"/>
                  </a:lnTo>
                  <a:lnTo>
                    <a:pt x="300" y="6736"/>
                  </a:lnTo>
                  <a:lnTo>
                    <a:pt x="449" y="6886"/>
                  </a:lnTo>
                  <a:lnTo>
                    <a:pt x="599" y="6886"/>
                  </a:lnTo>
                  <a:lnTo>
                    <a:pt x="599" y="6736"/>
                  </a:lnTo>
                  <a:lnTo>
                    <a:pt x="898" y="5090"/>
                  </a:lnTo>
                  <a:lnTo>
                    <a:pt x="898" y="3443"/>
                  </a:lnTo>
                  <a:lnTo>
                    <a:pt x="898" y="1797"/>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2" name="Google Shape;2512;p60"/>
            <p:cNvSpPr/>
            <p:nvPr/>
          </p:nvSpPr>
          <p:spPr>
            <a:xfrm>
              <a:off x="2378700" y="2853750"/>
              <a:ext cx="22475" cy="149700"/>
            </a:xfrm>
            <a:custGeom>
              <a:rect b="b" l="l" r="r" t="t"/>
              <a:pathLst>
                <a:path extrusionOk="0" h="5988" w="899">
                  <a:moveTo>
                    <a:pt x="299" y="0"/>
                  </a:moveTo>
                  <a:lnTo>
                    <a:pt x="299" y="150"/>
                  </a:lnTo>
                  <a:lnTo>
                    <a:pt x="0" y="1497"/>
                  </a:lnTo>
                  <a:lnTo>
                    <a:pt x="0" y="2994"/>
                  </a:lnTo>
                  <a:lnTo>
                    <a:pt x="150" y="4491"/>
                  </a:lnTo>
                  <a:lnTo>
                    <a:pt x="299" y="5838"/>
                  </a:lnTo>
                  <a:lnTo>
                    <a:pt x="449" y="5987"/>
                  </a:lnTo>
                  <a:lnTo>
                    <a:pt x="599" y="5838"/>
                  </a:lnTo>
                  <a:lnTo>
                    <a:pt x="898" y="4491"/>
                  </a:lnTo>
                  <a:lnTo>
                    <a:pt x="898" y="2994"/>
                  </a:lnTo>
                  <a:lnTo>
                    <a:pt x="898" y="1497"/>
                  </a:lnTo>
                  <a:lnTo>
                    <a:pt x="748"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3" name="Google Shape;2513;p60"/>
            <p:cNvSpPr/>
            <p:nvPr/>
          </p:nvSpPr>
          <p:spPr>
            <a:xfrm>
              <a:off x="2296375" y="2853750"/>
              <a:ext cx="26200" cy="134725"/>
            </a:xfrm>
            <a:custGeom>
              <a:rect b="b" l="l" r="r" t="t"/>
              <a:pathLst>
                <a:path extrusionOk="0" h="5389" w="1048">
                  <a:moveTo>
                    <a:pt x="449" y="0"/>
                  </a:moveTo>
                  <a:lnTo>
                    <a:pt x="299" y="150"/>
                  </a:lnTo>
                  <a:lnTo>
                    <a:pt x="150" y="1497"/>
                  </a:lnTo>
                  <a:lnTo>
                    <a:pt x="0" y="2695"/>
                  </a:lnTo>
                  <a:lnTo>
                    <a:pt x="150" y="4042"/>
                  </a:lnTo>
                  <a:lnTo>
                    <a:pt x="449" y="5239"/>
                  </a:lnTo>
                  <a:lnTo>
                    <a:pt x="449" y="5389"/>
                  </a:lnTo>
                  <a:lnTo>
                    <a:pt x="749" y="5389"/>
                  </a:lnTo>
                  <a:lnTo>
                    <a:pt x="749" y="5239"/>
                  </a:lnTo>
                  <a:lnTo>
                    <a:pt x="1048" y="4042"/>
                  </a:lnTo>
                  <a:lnTo>
                    <a:pt x="1048" y="2695"/>
                  </a:lnTo>
                  <a:lnTo>
                    <a:pt x="1048" y="149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4" name="Google Shape;2514;p60"/>
            <p:cNvSpPr/>
            <p:nvPr/>
          </p:nvSpPr>
          <p:spPr>
            <a:xfrm>
              <a:off x="2217775" y="2838775"/>
              <a:ext cx="22475" cy="142225"/>
            </a:xfrm>
            <a:custGeom>
              <a:rect b="b" l="l" r="r" t="t"/>
              <a:pathLst>
                <a:path extrusionOk="0" h="5689" w="899">
                  <a:moveTo>
                    <a:pt x="300" y="1"/>
                  </a:moveTo>
                  <a:lnTo>
                    <a:pt x="151" y="599"/>
                  </a:lnTo>
                  <a:lnTo>
                    <a:pt x="1" y="1348"/>
                  </a:lnTo>
                  <a:lnTo>
                    <a:pt x="1" y="2695"/>
                  </a:lnTo>
                  <a:lnTo>
                    <a:pt x="151" y="4042"/>
                  </a:lnTo>
                  <a:lnTo>
                    <a:pt x="300" y="5539"/>
                  </a:lnTo>
                  <a:lnTo>
                    <a:pt x="450" y="5688"/>
                  </a:lnTo>
                  <a:lnTo>
                    <a:pt x="749" y="5539"/>
                  </a:lnTo>
                  <a:lnTo>
                    <a:pt x="899" y="4042"/>
                  </a:lnTo>
                  <a:lnTo>
                    <a:pt x="899" y="2695"/>
                  </a:lnTo>
                  <a:lnTo>
                    <a:pt x="899" y="1348"/>
                  </a:lnTo>
                  <a:lnTo>
                    <a:pt x="749" y="599"/>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5" name="Google Shape;2515;p60"/>
            <p:cNvSpPr/>
            <p:nvPr/>
          </p:nvSpPr>
          <p:spPr>
            <a:xfrm>
              <a:off x="2139200" y="2831300"/>
              <a:ext cx="22475" cy="134725"/>
            </a:xfrm>
            <a:custGeom>
              <a:rect b="b" l="l" r="r" t="t"/>
              <a:pathLst>
                <a:path extrusionOk="0" h="5389" w="899">
                  <a:moveTo>
                    <a:pt x="300" y="0"/>
                  </a:moveTo>
                  <a:lnTo>
                    <a:pt x="150" y="150"/>
                  </a:lnTo>
                  <a:lnTo>
                    <a:pt x="1" y="749"/>
                  </a:lnTo>
                  <a:lnTo>
                    <a:pt x="1" y="1347"/>
                  </a:lnTo>
                  <a:lnTo>
                    <a:pt x="1" y="2545"/>
                  </a:lnTo>
                  <a:lnTo>
                    <a:pt x="1" y="3892"/>
                  </a:lnTo>
                  <a:lnTo>
                    <a:pt x="150" y="5239"/>
                  </a:lnTo>
                  <a:lnTo>
                    <a:pt x="300" y="5389"/>
                  </a:lnTo>
                  <a:lnTo>
                    <a:pt x="599" y="5389"/>
                  </a:lnTo>
                  <a:lnTo>
                    <a:pt x="599" y="5239"/>
                  </a:lnTo>
                  <a:lnTo>
                    <a:pt x="749" y="3892"/>
                  </a:lnTo>
                  <a:lnTo>
                    <a:pt x="899" y="2545"/>
                  </a:lnTo>
                  <a:lnTo>
                    <a:pt x="749" y="1347"/>
                  </a:lnTo>
                  <a:lnTo>
                    <a:pt x="749" y="749"/>
                  </a:lnTo>
                  <a:lnTo>
                    <a:pt x="450" y="150"/>
                  </a:lnTo>
                  <a:lnTo>
                    <a:pt x="3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6" name="Google Shape;2516;p60"/>
            <p:cNvSpPr/>
            <p:nvPr/>
          </p:nvSpPr>
          <p:spPr>
            <a:xfrm>
              <a:off x="2053150" y="2827550"/>
              <a:ext cx="29950" cy="138475"/>
            </a:xfrm>
            <a:custGeom>
              <a:rect b="b" l="l" r="r" t="t"/>
              <a:pathLst>
                <a:path extrusionOk="0" h="5539" w="1198">
                  <a:moveTo>
                    <a:pt x="599" y="1"/>
                  </a:moveTo>
                  <a:lnTo>
                    <a:pt x="449" y="150"/>
                  </a:lnTo>
                  <a:lnTo>
                    <a:pt x="150" y="749"/>
                  </a:lnTo>
                  <a:lnTo>
                    <a:pt x="0" y="1348"/>
                  </a:lnTo>
                  <a:lnTo>
                    <a:pt x="0" y="2695"/>
                  </a:lnTo>
                  <a:lnTo>
                    <a:pt x="150" y="4042"/>
                  </a:lnTo>
                  <a:lnTo>
                    <a:pt x="449" y="5389"/>
                  </a:lnTo>
                  <a:lnTo>
                    <a:pt x="599" y="5539"/>
                  </a:lnTo>
                  <a:lnTo>
                    <a:pt x="748" y="5389"/>
                  </a:lnTo>
                  <a:lnTo>
                    <a:pt x="1048" y="4042"/>
                  </a:lnTo>
                  <a:lnTo>
                    <a:pt x="1197" y="2695"/>
                  </a:lnTo>
                  <a:lnTo>
                    <a:pt x="1048" y="1348"/>
                  </a:lnTo>
                  <a:lnTo>
                    <a:pt x="1048" y="749"/>
                  </a:lnTo>
                  <a:lnTo>
                    <a:pt x="748"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7" name="Google Shape;2517;p60"/>
            <p:cNvSpPr/>
            <p:nvPr/>
          </p:nvSpPr>
          <p:spPr>
            <a:xfrm>
              <a:off x="1974550" y="2812575"/>
              <a:ext cx="26225" cy="134750"/>
            </a:xfrm>
            <a:custGeom>
              <a:rect b="b" l="l" r="r" t="t"/>
              <a:pathLst>
                <a:path extrusionOk="0" h="5390" w="1049">
                  <a:moveTo>
                    <a:pt x="450" y="1"/>
                  </a:moveTo>
                  <a:lnTo>
                    <a:pt x="300" y="151"/>
                  </a:lnTo>
                  <a:lnTo>
                    <a:pt x="1" y="1348"/>
                  </a:lnTo>
                  <a:lnTo>
                    <a:pt x="1" y="2695"/>
                  </a:lnTo>
                  <a:lnTo>
                    <a:pt x="150" y="4042"/>
                  </a:lnTo>
                  <a:lnTo>
                    <a:pt x="300" y="5240"/>
                  </a:lnTo>
                  <a:lnTo>
                    <a:pt x="450" y="5389"/>
                  </a:lnTo>
                  <a:lnTo>
                    <a:pt x="599" y="5240"/>
                  </a:lnTo>
                  <a:lnTo>
                    <a:pt x="899" y="4042"/>
                  </a:lnTo>
                  <a:lnTo>
                    <a:pt x="1049" y="2695"/>
                  </a:lnTo>
                  <a:lnTo>
                    <a:pt x="899" y="1348"/>
                  </a:lnTo>
                  <a:lnTo>
                    <a:pt x="749"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8" name="Google Shape;2518;p60"/>
            <p:cNvSpPr/>
            <p:nvPr/>
          </p:nvSpPr>
          <p:spPr>
            <a:xfrm>
              <a:off x="1895975" y="2827550"/>
              <a:ext cx="22475" cy="108550"/>
            </a:xfrm>
            <a:custGeom>
              <a:rect b="b" l="l" r="r" t="t"/>
              <a:pathLst>
                <a:path extrusionOk="0" h="4342" w="899">
                  <a:moveTo>
                    <a:pt x="450" y="1"/>
                  </a:moveTo>
                  <a:lnTo>
                    <a:pt x="150" y="150"/>
                  </a:lnTo>
                  <a:lnTo>
                    <a:pt x="1" y="599"/>
                  </a:lnTo>
                  <a:lnTo>
                    <a:pt x="1" y="1048"/>
                  </a:lnTo>
                  <a:lnTo>
                    <a:pt x="1" y="2096"/>
                  </a:lnTo>
                  <a:lnTo>
                    <a:pt x="1" y="3144"/>
                  </a:lnTo>
                  <a:lnTo>
                    <a:pt x="300" y="4192"/>
                  </a:lnTo>
                  <a:lnTo>
                    <a:pt x="450" y="4341"/>
                  </a:lnTo>
                  <a:lnTo>
                    <a:pt x="599" y="4192"/>
                  </a:lnTo>
                  <a:lnTo>
                    <a:pt x="899" y="3144"/>
                  </a:lnTo>
                  <a:lnTo>
                    <a:pt x="899" y="2096"/>
                  </a:lnTo>
                  <a:lnTo>
                    <a:pt x="899" y="1048"/>
                  </a:lnTo>
                  <a:lnTo>
                    <a:pt x="749" y="599"/>
                  </a:lnTo>
                  <a:lnTo>
                    <a:pt x="599"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9" name="Google Shape;2519;p60"/>
            <p:cNvSpPr/>
            <p:nvPr/>
          </p:nvSpPr>
          <p:spPr>
            <a:xfrm>
              <a:off x="1813650" y="2846250"/>
              <a:ext cx="22475" cy="78625"/>
            </a:xfrm>
            <a:custGeom>
              <a:rect b="b" l="l" r="r" t="t"/>
              <a:pathLst>
                <a:path extrusionOk="0" h="3145" w="899">
                  <a:moveTo>
                    <a:pt x="300" y="1"/>
                  </a:moveTo>
                  <a:lnTo>
                    <a:pt x="150" y="151"/>
                  </a:lnTo>
                  <a:lnTo>
                    <a:pt x="1" y="899"/>
                  </a:lnTo>
                  <a:lnTo>
                    <a:pt x="150" y="1647"/>
                  </a:lnTo>
                  <a:lnTo>
                    <a:pt x="300" y="3144"/>
                  </a:lnTo>
                  <a:lnTo>
                    <a:pt x="599" y="3144"/>
                  </a:lnTo>
                  <a:lnTo>
                    <a:pt x="899" y="1647"/>
                  </a:lnTo>
                  <a:lnTo>
                    <a:pt x="899" y="899"/>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0" name="Google Shape;2520;p60"/>
            <p:cNvSpPr/>
            <p:nvPr/>
          </p:nvSpPr>
          <p:spPr>
            <a:xfrm>
              <a:off x="1735075" y="2853750"/>
              <a:ext cx="22475" cy="67375"/>
            </a:xfrm>
            <a:custGeom>
              <a:rect b="b" l="l" r="r" t="t"/>
              <a:pathLst>
                <a:path extrusionOk="0" h="2695" w="899">
                  <a:moveTo>
                    <a:pt x="300" y="0"/>
                  </a:moveTo>
                  <a:lnTo>
                    <a:pt x="150" y="150"/>
                  </a:lnTo>
                  <a:lnTo>
                    <a:pt x="0" y="749"/>
                  </a:lnTo>
                  <a:lnTo>
                    <a:pt x="0" y="1347"/>
                  </a:lnTo>
                  <a:lnTo>
                    <a:pt x="0" y="1946"/>
                  </a:lnTo>
                  <a:lnTo>
                    <a:pt x="300" y="2545"/>
                  </a:lnTo>
                  <a:lnTo>
                    <a:pt x="449" y="2695"/>
                  </a:lnTo>
                  <a:lnTo>
                    <a:pt x="599" y="2545"/>
                  </a:lnTo>
                  <a:lnTo>
                    <a:pt x="749" y="1946"/>
                  </a:lnTo>
                  <a:lnTo>
                    <a:pt x="898" y="1347"/>
                  </a:lnTo>
                  <a:lnTo>
                    <a:pt x="749" y="749"/>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1" name="Google Shape;2521;p60"/>
            <p:cNvSpPr/>
            <p:nvPr/>
          </p:nvSpPr>
          <p:spPr>
            <a:xfrm>
              <a:off x="1652750" y="2838775"/>
              <a:ext cx="22475" cy="67375"/>
            </a:xfrm>
            <a:custGeom>
              <a:rect b="b" l="l" r="r" t="t"/>
              <a:pathLst>
                <a:path extrusionOk="0" h="2695" w="899">
                  <a:moveTo>
                    <a:pt x="300" y="1"/>
                  </a:moveTo>
                  <a:lnTo>
                    <a:pt x="150" y="300"/>
                  </a:lnTo>
                  <a:lnTo>
                    <a:pt x="0" y="599"/>
                  </a:lnTo>
                  <a:lnTo>
                    <a:pt x="0" y="1348"/>
                  </a:lnTo>
                  <a:lnTo>
                    <a:pt x="300" y="2545"/>
                  </a:lnTo>
                  <a:lnTo>
                    <a:pt x="449" y="2695"/>
                  </a:lnTo>
                  <a:lnTo>
                    <a:pt x="599" y="2545"/>
                  </a:lnTo>
                  <a:lnTo>
                    <a:pt x="749" y="1946"/>
                  </a:lnTo>
                  <a:lnTo>
                    <a:pt x="899" y="1348"/>
                  </a:lnTo>
                  <a:lnTo>
                    <a:pt x="899" y="599"/>
                  </a:lnTo>
                  <a:lnTo>
                    <a:pt x="749" y="30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2" name="Google Shape;2522;p60"/>
            <p:cNvSpPr/>
            <p:nvPr/>
          </p:nvSpPr>
          <p:spPr>
            <a:xfrm>
              <a:off x="1574175" y="2842525"/>
              <a:ext cx="18725" cy="59900"/>
            </a:xfrm>
            <a:custGeom>
              <a:rect b="b" l="l" r="r" t="t"/>
              <a:pathLst>
                <a:path extrusionOk="0" h="2396" w="749">
                  <a:moveTo>
                    <a:pt x="300" y="0"/>
                  </a:moveTo>
                  <a:lnTo>
                    <a:pt x="150" y="150"/>
                  </a:lnTo>
                  <a:lnTo>
                    <a:pt x="0" y="1198"/>
                  </a:lnTo>
                  <a:lnTo>
                    <a:pt x="150" y="2245"/>
                  </a:lnTo>
                  <a:lnTo>
                    <a:pt x="300" y="2395"/>
                  </a:lnTo>
                  <a:lnTo>
                    <a:pt x="449" y="2395"/>
                  </a:lnTo>
                  <a:lnTo>
                    <a:pt x="599" y="2245"/>
                  </a:lnTo>
                  <a:lnTo>
                    <a:pt x="749" y="1198"/>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3" name="Google Shape;2523;p60"/>
            <p:cNvSpPr/>
            <p:nvPr/>
          </p:nvSpPr>
          <p:spPr>
            <a:xfrm>
              <a:off x="3781925" y="3138125"/>
              <a:ext cx="291900" cy="18750"/>
            </a:xfrm>
            <a:custGeom>
              <a:rect b="b" l="l" r="r" t="t"/>
              <a:pathLst>
                <a:path extrusionOk="0" h="750" w="11676">
                  <a:moveTo>
                    <a:pt x="2096" y="1"/>
                  </a:moveTo>
                  <a:lnTo>
                    <a:pt x="898" y="151"/>
                  </a:lnTo>
                  <a:lnTo>
                    <a:pt x="0" y="151"/>
                  </a:lnTo>
                  <a:lnTo>
                    <a:pt x="0" y="300"/>
                  </a:lnTo>
                  <a:lnTo>
                    <a:pt x="0" y="450"/>
                  </a:lnTo>
                  <a:lnTo>
                    <a:pt x="150" y="450"/>
                  </a:lnTo>
                  <a:lnTo>
                    <a:pt x="898" y="600"/>
                  </a:lnTo>
                  <a:lnTo>
                    <a:pt x="2246" y="600"/>
                  </a:lnTo>
                  <a:lnTo>
                    <a:pt x="6886" y="749"/>
                  </a:lnTo>
                  <a:lnTo>
                    <a:pt x="9280" y="600"/>
                  </a:lnTo>
                  <a:lnTo>
                    <a:pt x="11526" y="450"/>
                  </a:lnTo>
                  <a:lnTo>
                    <a:pt x="11675" y="450"/>
                  </a:lnTo>
                  <a:lnTo>
                    <a:pt x="11675" y="300"/>
                  </a:lnTo>
                  <a:lnTo>
                    <a:pt x="11526" y="151"/>
                  </a:lnTo>
                  <a:lnTo>
                    <a:pt x="928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4" name="Google Shape;2524;p60"/>
            <p:cNvSpPr/>
            <p:nvPr/>
          </p:nvSpPr>
          <p:spPr>
            <a:xfrm>
              <a:off x="3804375" y="3299050"/>
              <a:ext cx="280675" cy="18725"/>
            </a:xfrm>
            <a:custGeom>
              <a:rect b="b" l="l" r="r" t="t"/>
              <a:pathLst>
                <a:path extrusionOk="0" h="749" w="11227">
                  <a:moveTo>
                    <a:pt x="3742" y="0"/>
                  </a:moveTo>
                  <a:lnTo>
                    <a:pt x="150" y="150"/>
                  </a:lnTo>
                  <a:lnTo>
                    <a:pt x="0" y="299"/>
                  </a:lnTo>
                  <a:lnTo>
                    <a:pt x="0" y="449"/>
                  </a:lnTo>
                  <a:lnTo>
                    <a:pt x="150" y="599"/>
                  </a:lnTo>
                  <a:lnTo>
                    <a:pt x="4491" y="748"/>
                  </a:lnTo>
                  <a:lnTo>
                    <a:pt x="8682" y="748"/>
                  </a:lnTo>
                  <a:lnTo>
                    <a:pt x="10478" y="599"/>
                  </a:lnTo>
                  <a:lnTo>
                    <a:pt x="11077" y="449"/>
                  </a:lnTo>
                  <a:lnTo>
                    <a:pt x="11226" y="299"/>
                  </a:lnTo>
                  <a:lnTo>
                    <a:pt x="11077" y="299"/>
                  </a:lnTo>
                  <a:lnTo>
                    <a:pt x="10628"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5" name="Google Shape;2525;p60"/>
            <p:cNvSpPr/>
            <p:nvPr/>
          </p:nvSpPr>
          <p:spPr>
            <a:xfrm>
              <a:off x="3800625" y="3377625"/>
              <a:ext cx="273200" cy="26225"/>
            </a:xfrm>
            <a:custGeom>
              <a:rect b="b" l="l" r="r" t="t"/>
              <a:pathLst>
                <a:path extrusionOk="0" h="1049" w="10928">
                  <a:moveTo>
                    <a:pt x="1947" y="0"/>
                  </a:moveTo>
                  <a:lnTo>
                    <a:pt x="1" y="300"/>
                  </a:lnTo>
                  <a:lnTo>
                    <a:pt x="1" y="449"/>
                  </a:lnTo>
                  <a:lnTo>
                    <a:pt x="2246" y="898"/>
                  </a:lnTo>
                  <a:lnTo>
                    <a:pt x="4491" y="1048"/>
                  </a:lnTo>
                  <a:lnTo>
                    <a:pt x="6886" y="898"/>
                  </a:lnTo>
                  <a:lnTo>
                    <a:pt x="9131" y="749"/>
                  </a:lnTo>
                  <a:lnTo>
                    <a:pt x="10029" y="749"/>
                  </a:lnTo>
                  <a:lnTo>
                    <a:pt x="10179" y="599"/>
                  </a:lnTo>
                  <a:lnTo>
                    <a:pt x="10927" y="599"/>
                  </a:lnTo>
                  <a:lnTo>
                    <a:pt x="10927" y="449"/>
                  </a:lnTo>
                  <a:lnTo>
                    <a:pt x="10778" y="300"/>
                  </a:lnTo>
                  <a:lnTo>
                    <a:pt x="10329" y="300"/>
                  </a:lnTo>
                  <a:lnTo>
                    <a:pt x="9281"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6" name="Google Shape;2526;p60"/>
            <p:cNvSpPr/>
            <p:nvPr/>
          </p:nvSpPr>
          <p:spPr>
            <a:xfrm>
              <a:off x="3808125" y="3459950"/>
              <a:ext cx="261950" cy="18725"/>
            </a:xfrm>
            <a:custGeom>
              <a:rect b="b" l="l" r="r" t="t"/>
              <a:pathLst>
                <a:path extrusionOk="0" h="749" w="10478">
                  <a:moveTo>
                    <a:pt x="1198" y="0"/>
                  </a:moveTo>
                  <a:lnTo>
                    <a:pt x="0" y="300"/>
                  </a:lnTo>
                  <a:lnTo>
                    <a:pt x="0" y="449"/>
                  </a:lnTo>
                  <a:lnTo>
                    <a:pt x="1198" y="749"/>
                  </a:lnTo>
                  <a:lnTo>
                    <a:pt x="7185" y="749"/>
                  </a:lnTo>
                  <a:lnTo>
                    <a:pt x="9430" y="599"/>
                  </a:lnTo>
                  <a:lnTo>
                    <a:pt x="10178" y="599"/>
                  </a:lnTo>
                  <a:lnTo>
                    <a:pt x="10328" y="449"/>
                  </a:lnTo>
                  <a:lnTo>
                    <a:pt x="10478" y="449"/>
                  </a:lnTo>
                  <a:lnTo>
                    <a:pt x="10328" y="150"/>
                  </a:lnTo>
                  <a:lnTo>
                    <a:pt x="9580" y="15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7" name="Google Shape;2527;p60"/>
            <p:cNvSpPr/>
            <p:nvPr/>
          </p:nvSpPr>
          <p:spPr>
            <a:xfrm>
              <a:off x="3808125" y="3534775"/>
              <a:ext cx="246975" cy="29975"/>
            </a:xfrm>
            <a:custGeom>
              <a:rect b="b" l="l" r="r" t="t"/>
              <a:pathLst>
                <a:path extrusionOk="0" h="1199" w="9879">
                  <a:moveTo>
                    <a:pt x="4640" y="1"/>
                  </a:moveTo>
                  <a:lnTo>
                    <a:pt x="2245" y="151"/>
                  </a:lnTo>
                  <a:lnTo>
                    <a:pt x="1198" y="300"/>
                  </a:lnTo>
                  <a:lnTo>
                    <a:pt x="150" y="450"/>
                  </a:lnTo>
                  <a:lnTo>
                    <a:pt x="0" y="600"/>
                  </a:lnTo>
                  <a:lnTo>
                    <a:pt x="150" y="749"/>
                  </a:lnTo>
                  <a:lnTo>
                    <a:pt x="898" y="899"/>
                  </a:lnTo>
                  <a:lnTo>
                    <a:pt x="2395" y="1198"/>
                  </a:lnTo>
                  <a:lnTo>
                    <a:pt x="4341" y="1198"/>
                  </a:lnTo>
                  <a:lnTo>
                    <a:pt x="6287" y="1049"/>
                  </a:lnTo>
                  <a:lnTo>
                    <a:pt x="7933" y="899"/>
                  </a:lnTo>
                  <a:lnTo>
                    <a:pt x="8981" y="899"/>
                  </a:lnTo>
                  <a:lnTo>
                    <a:pt x="9729" y="749"/>
                  </a:lnTo>
                  <a:lnTo>
                    <a:pt x="9879" y="600"/>
                  </a:lnTo>
                  <a:lnTo>
                    <a:pt x="9729" y="600"/>
                  </a:lnTo>
                  <a:lnTo>
                    <a:pt x="9131" y="450"/>
                  </a:lnTo>
                  <a:lnTo>
                    <a:pt x="6885" y="300"/>
                  </a:lnTo>
                  <a:lnTo>
                    <a:pt x="46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8" name="Google Shape;2528;p60"/>
            <p:cNvSpPr/>
            <p:nvPr/>
          </p:nvSpPr>
          <p:spPr>
            <a:xfrm>
              <a:off x="3800625" y="3620850"/>
              <a:ext cx="243250" cy="18725"/>
            </a:xfrm>
            <a:custGeom>
              <a:rect b="b" l="l" r="r" t="t"/>
              <a:pathLst>
                <a:path extrusionOk="0" h="749" w="9730">
                  <a:moveTo>
                    <a:pt x="1198" y="0"/>
                  </a:moveTo>
                  <a:lnTo>
                    <a:pt x="150" y="300"/>
                  </a:lnTo>
                  <a:lnTo>
                    <a:pt x="1" y="449"/>
                  </a:lnTo>
                  <a:lnTo>
                    <a:pt x="150" y="599"/>
                  </a:lnTo>
                  <a:lnTo>
                    <a:pt x="1198" y="749"/>
                  </a:lnTo>
                  <a:lnTo>
                    <a:pt x="4491" y="749"/>
                  </a:lnTo>
                  <a:lnTo>
                    <a:pt x="8832" y="599"/>
                  </a:lnTo>
                  <a:lnTo>
                    <a:pt x="9580" y="599"/>
                  </a:lnTo>
                  <a:lnTo>
                    <a:pt x="9730" y="449"/>
                  </a:lnTo>
                  <a:lnTo>
                    <a:pt x="9730" y="300"/>
                  </a:lnTo>
                  <a:lnTo>
                    <a:pt x="9580" y="150"/>
                  </a:lnTo>
                  <a:lnTo>
                    <a:pt x="8982" y="150"/>
                  </a:lnTo>
                  <a:lnTo>
                    <a:pt x="67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9" name="Google Shape;2529;p60"/>
            <p:cNvSpPr/>
            <p:nvPr/>
          </p:nvSpPr>
          <p:spPr>
            <a:xfrm>
              <a:off x="3796900" y="3699425"/>
              <a:ext cx="235750" cy="22475"/>
            </a:xfrm>
            <a:custGeom>
              <a:rect b="b" l="l" r="r" t="t"/>
              <a:pathLst>
                <a:path extrusionOk="0" h="899" w="9430">
                  <a:moveTo>
                    <a:pt x="4490" y="1"/>
                  </a:moveTo>
                  <a:lnTo>
                    <a:pt x="299" y="300"/>
                  </a:lnTo>
                  <a:lnTo>
                    <a:pt x="0" y="300"/>
                  </a:lnTo>
                  <a:lnTo>
                    <a:pt x="0" y="599"/>
                  </a:lnTo>
                  <a:lnTo>
                    <a:pt x="299" y="749"/>
                  </a:lnTo>
                  <a:lnTo>
                    <a:pt x="4490" y="899"/>
                  </a:lnTo>
                  <a:lnTo>
                    <a:pt x="6586" y="899"/>
                  </a:lnTo>
                  <a:lnTo>
                    <a:pt x="8681" y="599"/>
                  </a:lnTo>
                  <a:lnTo>
                    <a:pt x="9280" y="599"/>
                  </a:lnTo>
                  <a:lnTo>
                    <a:pt x="9430" y="450"/>
                  </a:lnTo>
                  <a:lnTo>
                    <a:pt x="9280" y="300"/>
                  </a:lnTo>
                  <a:lnTo>
                    <a:pt x="8681" y="150"/>
                  </a:lnTo>
                  <a:lnTo>
                    <a:pt x="658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0" name="Google Shape;2530;p60"/>
            <p:cNvSpPr/>
            <p:nvPr/>
          </p:nvSpPr>
          <p:spPr>
            <a:xfrm>
              <a:off x="3789400" y="3781750"/>
              <a:ext cx="235775" cy="26225"/>
            </a:xfrm>
            <a:custGeom>
              <a:rect b="b" l="l" r="r" t="t"/>
              <a:pathLst>
                <a:path extrusionOk="0" h="1049" w="9431">
                  <a:moveTo>
                    <a:pt x="3593" y="1"/>
                  </a:moveTo>
                  <a:lnTo>
                    <a:pt x="1947" y="150"/>
                  </a:lnTo>
                  <a:lnTo>
                    <a:pt x="150" y="150"/>
                  </a:lnTo>
                  <a:lnTo>
                    <a:pt x="1" y="300"/>
                  </a:lnTo>
                  <a:lnTo>
                    <a:pt x="1" y="450"/>
                  </a:lnTo>
                  <a:lnTo>
                    <a:pt x="1" y="599"/>
                  </a:lnTo>
                  <a:lnTo>
                    <a:pt x="150" y="599"/>
                  </a:lnTo>
                  <a:lnTo>
                    <a:pt x="2695" y="749"/>
                  </a:lnTo>
                  <a:lnTo>
                    <a:pt x="5090" y="899"/>
                  </a:lnTo>
                  <a:lnTo>
                    <a:pt x="6736" y="1048"/>
                  </a:lnTo>
                  <a:lnTo>
                    <a:pt x="8383" y="899"/>
                  </a:lnTo>
                  <a:lnTo>
                    <a:pt x="9131" y="749"/>
                  </a:lnTo>
                  <a:lnTo>
                    <a:pt x="9431" y="749"/>
                  </a:lnTo>
                  <a:lnTo>
                    <a:pt x="9431" y="599"/>
                  </a:lnTo>
                  <a:lnTo>
                    <a:pt x="9431" y="450"/>
                  </a:lnTo>
                  <a:lnTo>
                    <a:pt x="9281" y="300"/>
                  </a:lnTo>
                  <a:lnTo>
                    <a:pt x="8532" y="150"/>
                  </a:lnTo>
                  <a:lnTo>
                    <a:pt x="7185" y="150"/>
                  </a:lnTo>
                  <a:lnTo>
                    <a:pt x="59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1" name="Google Shape;2531;p60"/>
            <p:cNvSpPr/>
            <p:nvPr/>
          </p:nvSpPr>
          <p:spPr>
            <a:xfrm>
              <a:off x="3804375" y="3864075"/>
              <a:ext cx="205825" cy="22475"/>
            </a:xfrm>
            <a:custGeom>
              <a:rect b="b" l="l" r="r" t="t"/>
              <a:pathLst>
                <a:path extrusionOk="0" h="899" w="8233">
                  <a:moveTo>
                    <a:pt x="2096" y="1"/>
                  </a:moveTo>
                  <a:lnTo>
                    <a:pt x="150" y="150"/>
                  </a:lnTo>
                  <a:lnTo>
                    <a:pt x="0" y="150"/>
                  </a:lnTo>
                  <a:lnTo>
                    <a:pt x="0" y="300"/>
                  </a:lnTo>
                  <a:lnTo>
                    <a:pt x="0" y="599"/>
                  </a:lnTo>
                  <a:lnTo>
                    <a:pt x="150" y="599"/>
                  </a:lnTo>
                  <a:lnTo>
                    <a:pt x="2096" y="749"/>
                  </a:lnTo>
                  <a:lnTo>
                    <a:pt x="3892" y="899"/>
                  </a:lnTo>
                  <a:lnTo>
                    <a:pt x="7484" y="599"/>
                  </a:lnTo>
                  <a:lnTo>
                    <a:pt x="8083" y="599"/>
                  </a:lnTo>
                  <a:lnTo>
                    <a:pt x="8233" y="450"/>
                  </a:lnTo>
                  <a:lnTo>
                    <a:pt x="8083" y="300"/>
                  </a:lnTo>
                  <a:lnTo>
                    <a:pt x="7484" y="300"/>
                  </a:lnTo>
                  <a:lnTo>
                    <a:pt x="38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2" name="Google Shape;2532;p60"/>
            <p:cNvSpPr/>
            <p:nvPr/>
          </p:nvSpPr>
          <p:spPr>
            <a:xfrm>
              <a:off x="3751975" y="3938925"/>
              <a:ext cx="243275" cy="29950"/>
            </a:xfrm>
            <a:custGeom>
              <a:rect b="b" l="l" r="r" t="t"/>
              <a:pathLst>
                <a:path extrusionOk="0" h="1198" w="9731">
                  <a:moveTo>
                    <a:pt x="3743" y="0"/>
                  </a:moveTo>
                  <a:lnTo>
                    <a:pt x="1947" y="150"/>
                  </a:lnTo>
                  <a:lnTo>
                    <a:pt x="151" y="449"/>
                  </a:lnTo>
                  <a:lnTo>
                    <a:pt x="1" y="449"/>
                  </a:lnTo>
                  <a:lnTo>
                    <a:pt x="1" y="599"/>
                  </a:lnTo>
                  <a:lnTo>
                    <a:pt x="151" y="898"/>
                  </a:lnTo>
                  <a:lnTo>
                    <a:pt x="2246" y="1048"/>
                  </a:lnTo>
                  <a:lnTo>
                    <a:pt x="4641" y="1198"/>
                  </a:lnTo>
                  <a:lnTo>
                    <a:pt x="6886" y="1048"/>
                  </a:lnTo>
                  <a:lnTo>
                    <a:pt x="9131" y="898"/>
                  </a:lnTo>
                  <a:lnTo>
                    <a:pt x="9580" y="749"/>
                  </a:lnTo>
                  <a:lnTo>
                    <a:pt x="9730" y="599"/>
                  </a:lnTo>
                  <a:lnTo>
                    <a:pt x="9580" y="449"/>
                  </a:lnTo>
                  <a:lnTo>
                    <a:pt x="9131" y="299"/>
                  </a:lnTo>
                  <a:lnTo>
                    <a:pt x="7635" y="150"/>
                  </a:lnTo>
                  <a:lnTo>
                    <a:pt x="568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3" name="Google Shape;2533;p60"/>
            <p:cNvSpPr/>
            <p:nvPr/>
          </p:nvSpPr>
          <p:spPr>
            <a:xfrm>
              <a:off x="3789400" y="4021250"/>
              <a:ext cx="198350" cy="26200"/>
            </a:xfrm>
            <a:custGeom>
              <a:rect b="b" l="l" r="r" t="t"/>
              <a:pathLst>
                <a:path extrusionOk="0" h="1048" w="7934">
                  <a:moveTo>
                    <a:pt x="3743" y="0"/>
                  </a:moveTo>
                  <a:lnTo>
                    <a:pt x="1947" y="150"/>
                  </a:lnTo>
                  <a:lnTo>
                    <a:pt x="300" y="299"/>
                  </a:lnTo>
                  <a:lnTo>
                    <a:pt x="150" y="299"/>
                  </a:lnTo>
                  <a:lnTo>
                    <a:pt x="1" y="449"/>
                  </a:lnTo>
                  <a:lnTo>
                    <a:pt x="150" y="599"/>
                  </a:lnTo>
                  <a:lnTo>
                    <a:pt x="300" y="748"/>
                  </a:lnTo>
                  <a:lnTo>
                    <a:pt x="3743" y="1048"/>
                  </a:lnTo>
                  <a:lnTo>
                    <a:pt x="5389" y="1048"/>
                  </a:lnTo>
                  <a:lnTo>
                    <a:pt x="7185" y="748"/>
                  </a:lnTo>
                  <a:lnTo>
                    <a:pt x="7784" y="748"/>
                  </a:lnTo>
                  <a:lnTo>
                    <a:pt x="7934" y="599"/>
                  </a:lnTo>
                  <a:lnTo>
                    <a:pt x="7784" y="449"/>
                  </a:lnTo>
                  <a:lnTo>
                    <a:pt x="7185" y="299"/>
                  </a:lnTo>
                  <a:lnTo>
                    <a:pt x="5539" y="150"/>
                  </a:lnTo>
                  <a:lnTo>
                    <a:pt x="37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4" name="Google Shape;2534;p60"/>
            <p:cNvSpPr/>
            <p:nvPr/>
          </p:nvSpPr>
          <p:spPr>
            <a:xfrm>
              <a:off x="3800625" y="4182150"/>
              <a:ext cx="164675" cy="26200"/>
            </a:xfrm>
            <a:custGeom>
              <a:rect b="b" l="l" r="r" t="t"/>
              <a:pathLst>
                <a:path extrusionOk="0" h="1048" w="6587">
                  <a:moveTo>
                    <a:pt x="2994" y="0"/>
                  </a:moveTo>
                  <a:lnTo>
                    <a:pt x="1498" y="150"/>
                  </a:lnTo>
                  <a:lnTo>
                    <a:pt x="150" y="300"/>
                  </a:lnTo>
                  <a:lnTo>
                    <a:pt x="1" y="449"/>
                  </a:lnTo>
                  <a:lnTo>
                    <a:pt x="1" y="599"/>
                  </a:lnTo>
                  <a:lnTo>
                    <a:pt x="1" y="749"/>
                  </a:lnTo>
                  <a:lnTo>
                    <a:pt x="150" y="749"/>
                  </a:lnTo>
                  <a:lnTo>
                    <a:pt x="749" y="898"/>
                  </a:lnTo>
                  <a:lnTo>
                    <a:pt x="2096" y="1048"/>
                  </a:lnTo>
                  <a:lnTo>
                    <a:pt x="3294" y="1048"/>
                  </a:lnTo>
                  <a:lnTo>
                    <a:pt x="5838" y="749"/>
                  </a:lnTo>
                  <a:lnTo>
                    <a:pt x="6437" y="599"/>
                  </a:lnTo>
                  <a:lnTo>
                    <a:pt x="6587" y="599"/>
                  </a:lnTo>
                  <a:lnTo>
                    <a:pt x="6587" y="449"/>
                  </a:lnTo>
                  <a:lnTo>
                    <a:pt x="6587" y="300"/>
                  </a:lnTo>
                  <a:lnTo>
                    <a:pt x="6437" y="300"/>
                  </a:lnTo>
                  <a:lnTo>
                    <a:pt x="5838" y="150"/>
                  </a:lnTo>
                  <a:lnTo>
                    <a:pt x="449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5" name="Google Shape;2535;p60"/>
            <p:cNvSpPr/>
            <p:nvPr/>
          </p:nvSpPr>
          <p:spPr>
            <a:xfrm>
              <a:off x="3804375" y="4103550"/>
              <a:ext cx="172150" cy="22500"/>
            </a:xfrm>
            <a:custGeom>
              <a:rect b="b" l="l" r="r" t="t"/>
              <a:pathLst>
                <a:path extrusionOk="0" h="900" w="6886">
                  <a:moveTo>
                    <a:pt x="1647" y="1"/>
                  </a:moveTo>
                  <a:lnTo>
                    <a:pt x="150" y="151"/>
                  </a:lnTo>
                  <a:lnTo>
                    <a:pt x="0" y="300"/>
                  </a:lnTo>
                  <a:lnTo>
                    <a:pt x="0" y="450"/>
                  </a:lnTo>
                  <a:lnTo>
                    <a:pt x="0" y="600"/>
                  </a:lnTo>
                  <a:lnTo>
                    <a:pt x="150" y="749"/>
                  </a:lnTo>
                  <a:lnTo>
                    <a:pt x="1647" y="899"/>
                  </a:lnTo>
                  <a:lnTo>
                    <a:pt x="3144" y="899"/>
                  </a:lnTo>
                  <a:lnTo>
                    <a:pt x="6137" y="749"/>
                  </a:lnTo>
                  <a:lnTo>
                    <a:pt x="6736" y="600"/>
                  </a:lnTo>
                  <a:lnTo>
                    <a:pt x="6886" y="600"/>
                  </a:lnTo>
                  <a:lnTo>
                    <a:pt x="6886" y="450"/>
                  </a:lnTo>
                  <a:lnTo>
                    <a:pt x="6886" y="300"/>
                  </a:lnTo>
                  <a:lnTo>
                    <a:pt x="6736" y="300"/>
                  </a:lnTo>
                  <a:lnTo>
                    <a:pt x="6137" y="151"/>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6" name="Google Shape;2536;p60"/>
            <p:cNvSpPr/>
            <p:nvPr/>
          </p:nvSpPr>
          <p:spPr>
            <a:xfrm>
              <a:off x="3804375" y="4264475"/>
              <a:ext cx="149700" cy="22475"/>
            </a:xfrm>
            <a:custGeom>
              <a:rect b="b" l="l" r="r" t="t"/>
              <a:pathLst>
                <a:path extrusionOk="0" h="899" w="5988">
                  <a:moveTo>
                    <a:pt x="1497" y="0"/>
                  </a:moveTo>
                  <a:lnTo>
                    <a:pt x="150" y="300"/>
                  </a:lnTo>
                  <a:lnTo>
                    <a:pt x="0" y="449"/>
                  </a:lnTo>
                  <a:lnTo>
                    <a:pt x="150" y="599"/>
                  </a:lnTo>
                  <a:lnTo>
                    <a:pt x="150" y="749"/>
                  </a:lnTo>
                  <a:lnTo>
                    <a:pt x="1497" y="898"/>
                  </a:lnTo>
                  <a:lnTo>
                    <a:pt x="3892" y="898"/>
                  </a:lnTo>
                  <a:lnTo>
                    <a:pt x="5239" y="749"/>
                  </a:lnTo>
                  <a:lnTo>
                    <a:pt x="5988" y="599"/>
                  </a:lnTo>
                  <a:lnTo>
                    <a:pt x="5988" y="449"/>
                  </a:lnTo>
                  <a:lnTo>
                    <a:pt x="5988" y="300"/>
                  </a:lnTo>
                  <a:lnTo>
                    <a:pt x="5239" y="150"/>
                  </a:lnTo>
                  <a:lnTo>
                    <a:pt x="404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7" name="Google Shape;2537;p60"/>
            <p:cNvSpPr/>
            <p:nvPr/>
          </p:nvSpPr>
          <p:spPr>
            <a:xfrm>
              <a:off x="3808125" y="4343050"/>
              <a:ext cx="134725" cy="26225"/>
            </a:xfrm>
            <a:custGeom>
              <a:rect b="b" l="l" r="r" t="t"/>
              <a:pathLst>
                <a:path extrusionOk="0" h="1049" w="5389">
                  <a:moveTo>
                    <a:pt x="2395" y="0"/>
                  </a:moveTo>
                  <a:lnTo>
                    <a:pt x="1198" y="150"/>
                  </a:lnTo>
                  <a:lnTo>
                    <a:pt x="150" y="300"/>
                  </a:lnTo>
                  <a:lnTo>
                    <a:pt x="0" y="449"/>
                  </a:lnTo>
                  <a:lnTo>
                    <a:pt x="0" y="599"/>
                  </a:lnTo>
                  <a:lnTo>
                    <a:pt x="0" y="749"/>
                  </a:lnTo>
                  <a:lnTo>
                    <a:pt x="150" y="749"/>
                  </a:lnTo>
                  <a:lnTo>
                    <a:pt x="300" y="898"/>
                  </a:lnTo>
                  <a:lnTo>
                    <a:pt x="1347" y="1048"/>
                  </a:lnTo>
                  <a:lnTo>
                    <a:pt x="2395" y="1048"/>
                  </a:lnTo>
                  <a:lnTo>
                    <a:pt x="3892" y="898"/>
                  </a:lnTo>
                  <a:lnTo>
                    <a:pt x="4640" y="749"/>
                  </a:lnTo>
                  <a:lnTo>
                    <a:pt x="5239" y="749"/>
                  </a:lnTo>
                  <a:lnTo>
                    <a:pt x="5239" y="599"/>
                  </a:lnTo>
                  <a:lnTo>
                    <a:pt x="5389" y="449"/>
                  </a:lnTo>
                  <a:lnTo>
                    <a:pt x="5239" y="30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8" name="Google Shape;2538;p60"/>
            <p:cNvSpPr/>
            <p:nvPr/>
          </p:nvSpPr>
          <p:spPr>
            <a:xfrm>
              <a:off x="3789400" y="4425375"/>
              <a:ext cx="142225" cy="22475"/>
            </a:xfrm>
            <a:custGeom>
              <a:rect b="b" l="l" r="r" t="t"/>
              <a:pathLst>
                <a:path extrusionOk="0" h="899" w="5689">
                  <a:moveTo>
                    <a:pt x="1348" y="0"/>
                  </a:moveTo>
                  <a:lnTo>
                    <a:pt x="749" y="150"/>
                  </a:lnTo>
                  <a:lnTo>
                    <a:pt x="150" y="300"/>
                  </a:lnTo>
                  <a:lnTo>
                    <a:pt x="1" y="599"/>
                  </a:lnTo>
                  <a:lnTo>
                    <a:pt x="150" y="599"/>
                  </a:lnTo>
                  <a:lnTo>
                    <a:pt x="749" y="898"/>
                  </a:lnTo>
                  <a:lnTo>
                    <a:pt x="2695" y="898"/>
                  </a:lnTo>
                  <a:lnTo>
                    <a:pt x="4940" y="749"/>
                  </a:lnTo>
                  <a:lnTo>
                    <a:pt x="5539" y="599"/>
                  </a:lnTo>
                  <a:lnTo>
                    <a:pt x="5689" y="599"/>
                  </a:lnTo>
                  <a:lnTo>
                    <a:pt x="5689" y="449"/>
                  </a:lnTo>
                  <a:lnTo>
                    <a:pt x="5539" y="300"/>
                  </a:lnTo>
                  <a:lnTo>
                    <a:pt x="4940"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39" name="Google Shape;2539;p60"/>
            <p:cNvSpPr/>
            <p:nvPr/>
          </p:nvSpPr>
          <p:spPr>
            <a:xfrm>
              <a:off x="3785675" y="4507700"/>
              <a:ext cx="134725" cy="22475"/>
            </a:xfrm>
            <a:custGeom>
              <a:rect b="b" l="l" r="r" t="t"/>
              <a:pathLst>
                <a:path extrusionOk="0" h="899" w="5389">
                  <a:moveTo>
                    <a:pt x="1497" y="0"/>
                  </a:moveTo>
                  <a:lnTo>
                    <a:pt x="449" y="150"/>
                  </a:lnTo>
                  <a:lnTo>
                    <a:pt x="150" y="300"/>
                  </a:lnTo>
                  <a:lnTo>
                    <a:pt x="0" y="300"/>
                  </a:lnTo>
                  <a:lnTo>
                    <a:pt x="0" y="449"/>
                  </a:lnTo>
                  <a:lnTo>
                    <a:pt x="150" y="599"/>
                  </a:lnTo>
                  <a:lnTo>
                    <a:pt x="599" y="749"/>
                  </a:lnTo>
                  <a:lnTo>
                    <a:pt x="1198" y="898"/>
                  </a:lnTo>
                  <a:lnTo>
                    <a:pt x="2545" y="898"/>
                  </a:lnTo>
                  <a:lnTo>
                    <a:pt x="4640" y="749"/>
                  </a:lnTo>
                  <a:lnTo>
                    <a:pt x="5239" y="599"/>
                  </a:lnTo>
                  <a:lnTo>
                    <a:pt x="5389" y="449"/>
                  </a:lnTo>
                  <a:lnTo>
                    <a:pt x="5389" y="300"/>
                  </a:lnTo>
                  <a:lnTo>
                    <a:pt x="5239" y="15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40" name="Google Shape;2540;p60"/>
            <p:cNvSpPr/>
            <p:nvPr/>
          </p:nvSpPr>
          <p:spPr>
            <a:xfrm>
              <a:off x="3781925" y="4586275"/>
              <a:ext cx="134725" cy="26225"/>
            </a:xfrm>
            <a:custGeom>
              <a:rect b="b" l="l" r="r" t="t"/>
              <a:pathLst>
                <a:path extrusionOk="0" h="1049" w="5389">
                  <a:moveTo>
                    <a:pt x="1348" y="1"/>
                  </a:moveTo>
                  <a:lnTo>
                    <a:pt x="749" y="150"/>
                  </a:lnTo>
                  <a:lnTo>
                    <a:pt x="150" y="300"/>
                  </a:lnTo>
                  <a:lnTo>
                    <a:pt x="0" y="450"/>
                  </a:lnTo>
                  <a:lnTo>
                    <a:pt x="0" y="599"/>
                  </a:lnTo>
                  <a:lnTo>
                    <a:pt x="150" y="749"/>
                  </a:lnTo>
                  <a:lnTo>
                    <a:pt x="1048" y="1048"/>
                  </a:lnTo>
                  <a:lnTo>
                    <a:pt x="3293" y="1048"/>
                  </a:lnTo>
                  <a:lnTo>
                    <a:pt x="4341" y="899"/>
                  </a:lnTo>
                  <a:lnTo>
                    <a:pt x="5089" y="749"/>
                  </a:lnTo>
                  <a:lnTo>
                    <a:pt x="5239" y="749"/>
                  </a:lnTo>
                  <a:lnTo>
                    <a:pt x="5389" y="599"/>
                  </a:lnTo>
                  <a:lnTo>
                    <a:pt x="5389" y="450"/>
                  </a:lnTo>
                  <a:lnTo>
                    <a:pt x="5239" y="300"/>
                  </a:lnTo>
                  <a:lnTo>
                    <a:pt x="5089" y="300"/>
                  </a:lnTo>
                  <a:lnTo>
                    <a:pt x="4341" y="150"/>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41" name="Google Shape;2541;p60"/>
            <p:cNvSpPr/>
            <p:nvPr/>
          </p:nvSpPr>
          <p:spPr>
            <a:xfrm>
              <a:off x="3766950" y="4668600"/>
              <a:ext cx="134750" cy="26225"/>
            </a:xfrm>
            <a:custGeom>
              <a:rect b="b" l="l" r="r" t="t"/>
              <a:pathLst>
                <a:path extrusionOk="0" h="1049" w="5390">
                  <a:moveTo>
                    <a:pt x="1198" y="0"/>
                  </a:moveTo>
                  <a:lnTo>
                    <a:pt x="150" y="300"/>
                  </a:lnTo>
                  <a:lnTo>
                    <a:pt x="1" y="449"/>
                  </a:lnTo>
                  <a:lnTo>
                    <a:pt x="150" y="599"/>
                  </a:lnTo>
                  <a:lnTo>
                    <a:pt x="1198" y="899"/>
                  </a:lnTo>
                  <a:lnTo>
                    <a:pt x="2246" y="1048"/>
                  </a:lnTo>
                  <a:lnTo>
                    <a:pt x="3294" y="899"/>
                  </a:lnTo>
                  <a:lnTo>
                    <a:pt x="4491" y="749"/>
                  </a:lnTo>
                  <a:lnTo>
                    <a:pt x="5239" y="599"/>
                  </a:lnTo>
                  <a:lnTo>
                    <a:pt x="5389" y="449"/>
                  </a:lnTo>
                  <a:lnTo>
                    <a:pt x="5239" y="300"/>
                  </a:lnTo>
                  <a:lnTo>
                    <a:pt x="4491" y="150"/>
                  </a:lnTo>
                  <a:lnTo>
                    <a:pt x="34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42" name="Google Shape;2542;p60"/>
            <p:cNvSpPr/>
            <p:nvPr/>
          </p:nvSpPr>
          <p:spPr>
            <a:xfrm>
              <a:off x="3781925" y="4750925"/>
              <a:ext cx="108550" cy="18725"/>
            </a:xfrm>
            <a:custGeom>
              <a:rect b="b" l="l" r="r" t="t"/>
              <a:pathLst>
                <a:path extrusionOk="0" h="749" w="4342">
                  <a:moveTo>
                    <a:pt x="599" y="0"/>
                  </a:moveTo>
                  <a:lnTo>
                    <a:pt x="0" y="150"/>
                  </a:lnTo>
                  <a:lnTo>
                    <a:pt x="0" y="449"/>
                  </a:lnTo>
                  <a:lnTo>
                    <a:pt x="0" y="599"/>
                  </a:lnTo>
                  <a:lnTo>
                    <a:pt x="599" y="749"/>
                  </a:lnTo>
                  <a:lnTo>
                    <a:pt x="3443" y="749"/>
                  </a:lnTo>
                  <a:lnTo>
                    <a:pt x="4191" y="449"/>
                  </a:lnTo>
                  <a:lnTo>
                    <a:pt x="4341" y="449"/>
                  </a:lnTo>
                  <a:lnTo>
                    <a:pt x="4191" y="300"/>
                  </a:lnTo>
                  <a:lnTo>
                    <a:pt x="4191" y="150"/>
                  </a:lnTo>
                  <a:lnTo>
                    <a:pt x="35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43" name="Google Shape;2543;p60"/>
            <p:cNvSpPr/>
            <p:nvPr/>
          </p:nvSpPr>
          <p:spPr>
            <a:xfrm>
              <a:off x="3796900" y="4829500"/>
              <a:ext cx="82350" cy="22475"/>
            </a:xfrm>
            <a:custGeom>
              <a:rect b="b" l="l" r="r" t="t"/>
              <a:pathLst>
                <a:path extrusionOk="0" h="899" w="3294">
                  <a:moveTo>
                    <a:pt x="749" y="1"/>
                  </a:moveTo>
                  <a:lnTo>
                    <a:pt x="299" y="150"/>
                  </a:lnTo>
                  <a:lnTo>
                    <a:pt x="150" y="300"/>
                  </a:lnTo>
                  <a:lnTo>
                    <a:pt x="0" y="450"/>
                  </a:lnTo>
                  <a:lnTo>
                    <a:pt x="150" y="599"/>
                  </a:lnTo>
                  <a:lnTo>
                    <a:pt x="299" y="749"/>
                  </a:lnTo>
                  <a:lnTo>
                    <a:pt x="749" y="899"/>
                  </a:lnTo>
                  <a:lnTo>
                    <a:pt x="1347" y="899"/>
                  </a:lnTo>
                  <a:lnTo>
                    <a:pt x="2395" y="749"/>
                  </a:lnTo>
                  <a:lnTo>
                    <a:pt x="3143" y="599"/>
                  </a:lnTo>
                  <a:lnTo>
                    <a:pt x="3293" y="450"/>
                  </a:lnTo>
                  <a:lnTo>
                    <a:pt x="3143" y="300"/>
                  </a:lnTo>
                  <a:lnTo>
                    <a:pt x="2545" y="150"/>
                  </a:lnTo>
                  <a:lnTo>
                    <a:pt x="13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44" name="Google Shape;2544;p60"/>
            <p:cNvSpPr/>
            <p:nvPr/>
          </p:nvSpPr>
          <p:spPr>
            <a:xfrm>
              <a:off x="3804375" y="4911825"/>
              <a:ext cx="71125" cy="18725"/>
            </a:xfrm>
            <a:custGeom>
              <a:rect b="b" l="l" r="r" t="t"/>
              <a:pathLst>
                <a:path extrusionOk="0" h="749" w="2845">
                  <a:moveTo>
                    <a:pt x="899" y="1"/>
                  </a:moveTo>
                  <a:lnTo>
                    <a:pt x="150" y="150"/>
                  </a:lnTo>
                  <a:lnTo>
                    <a:pt x="150" y="300"/>
                  </a:lnTo>
                  <a:lnTo>
                    <a:pt x="0" y="450"/>
                  </a:lnTo>
                  <a:lnTo>
                    <a:pt x="150" y="599"/>
                  </a:lnTo>
                  <a:lnTo>
                    <a:pt x="899" y="749"/>
                  </a:lnTo>
                  <a:lnTo>
                    <a:pt x="1647" y="749"/>
                  </a:lnTo>
                  <a:lnTo>
                    <a:pt x="2395" y="599"/>
                  </a:lnTo>
                  <a:lnTo>
                    <a:pt x="2695" y="599"/>
                  </a:lnTo>
                  <a:lnTo>
                    <a:pt x="2844" y="450"/>
                  </a:lnTo>
                  <a:lnTo>
                    <a:pt x="2695" y="150"/>
                  </a:lnTo>
                  <a:lnTo>
                    <a:pt x="2395" y="150"/>
                  </a:lnTo>
                  <a:lnTo>
                    <a:pt x="17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45" name="Google Shape;2545;p60"/>
            <p:cNvSpPr/>
            <p:nvPr/>
          </p:nvSpPr>
          <p:spPr>
            <a:xfrm>
              <a:off x="3793150" y="4990400"/>
              <a:ext cx="67375" cy="22475"/>
            </a:xfrm>
            <a:custGeom>
              <a:rect b="b" l="l" r="r" t="t"/>
              <a:pathLst>
                <a:path extrusionOk="0" h="899" w="2695">
                  <a:moveTo>
                    <a:pt x="1048" y="1"/>
                  </a:moveTo>
                  <a:lnTo>
                    <a:pt x="449" y="150"/>
                  </a:lnTo>
                  <a:lnTo>
                    <a:pt x="0" y="300"/>
                  </a:lnTo>
                  <a:lnTo>
                    <a:pt x="0" y="450"/>
                  </a:lnTo>
                  <a:lnTo>
                    <a:pt x="0" y="749"/>
                  </a:lnTo>
                  <a:lnTo>
                    <a:pt x="300" y="899"/>
                  </a:lnTo>
                  <a:lnTo>
                    <a:pt x="1647" y="899"/>
                  </a:lnTo>
                  <a:lnTo>
                    <a:pt x="2395" y="749"/>
                  </a:lnTo>
                  <a:lnTo>
                    <a:pt x="2545" y="600"/>
                  </a:lnTo>
                  <a:lnTo>
                    <a:pt x="2695" y="450"/>
                  </a:lnTo>
                  <a:lnTo>
                    <a:pt x="2545" y="300"/>
                  </a:lnTo>
                  <a:lnTo>
                    <a:pt x="2395" y="300"/>
                  </a:lnTo>
                  <a:lnTo>
                    <a:pt x="1797" y="150"/>
                  </a:lnTo>
                  <a:lnTo>
                    <a:pt x="104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46" name="Google Shape;2546;p60"/>
            <p:cNvSpPr/>
            <p:nvPr/>
          </p:nvSpPr>
          <p:spPr>
            <a:xfrm>
              <a:off x="3793150" y="5076475"/>
              <a:ext cx="59900" cy="15000"/>
            </a:xfrm>
            <a:custGeom>
              <a:rect b="b" l="l" r="r" t="t"/>
              <a:pathLst>
                <a:path extrusionOk="0" h="600" w="2396">
                  <a:moveTo>
                    <a:pt x="150" y="0"/>
                  </a:moveTo>
                  <a:lnTo>
                    <a:pt x="150" y="150"/>
                  </a:lnTo>
                  <a:lnTo>
                    <a:pt x="0" y="300"/>
                  </a:lnTo>
                  <a:lnTo>
                    <a:pt x="0" y="449"/>
                  </a:lnTo>
                  <a:lnTo>
                    <a:pt x="300" y="449"/>
                  </a:lnTo>
                  <a:lnTo>
                    <a:pt x="1048" y="599"/>
                  </a:lnTo>
                  <a:lnTo>
                    <a:pt x="1946" y="599"/>
                  </a:lnTo>
                  <a:lnTo>
                    <a:pt x="2395" y="449"/>
                  </a:lnTo>
                  <a:lnTo>
                    <a:pt x="23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47" name="Google Shape;2547;p60"/>
            <p:cNvSpPr/>
            <p:nvPr/>
          </p:nvSpPr>
          <p:spPr>
            <a:xfrm>
              <a:off x="1192500" y="238125"/>
              <a:ext cx="5235000" cy="5238750"/>
            </a:xfrm>
            <a:custGeom>
              <a:rect b="b" l="l" r="r" t="t"/>
              <a:pathLst>
                <a:path extrusionOk="0" h="209550" w="209400">
                  <a:moveTo>
                    <a:pt x="100135" y="23200"/>
                  </a:moveTo>
                  <a:lnTo>
                    <a:pt x="98638" y="34276"/>
                  </a:lnTo>
                  <a:lnTo>
                    <a:pt x="94597" y="34725"/>
                  </a:lnTo>
                  <a:lnTo>
                    <a:pt x="90555" y="35324"/>
                  </a:lnTo>
                  <a:lnTo>
                    <a:pt x="90555" y="35324"/>
                  </a:lnTo>
                  <a:lnTo>
                    <a:pt x="90705" y="24248"/>
                  </a:lnTo>
                  <a:lnTo>
                    <a:pt x="95345" y="23649"/>
                  </a:lnTo>
                  <a:lnTo>
                    <a:pt x="100135" y="23200"/>
                  </a:lnTo>
                  <a:close/>
                  <a:moveTo>
                    <a:pt x="108517" y="23200"/>
                  </a:moveTo>
                  <a:lnTo>
                    <a:pt x="113606" y="23500"/>
                  </a:lnTo>
                  <a:lnTo>
                    <a:pt x="118845" y="24248"/>
                  </a:lnTo>
                  <a:lnTo>
                    <a:pt x="118845" y="35324"/>
                  </a:lnTo>
                  <a:lnTo>
                    <a:pt x="114504" y="34576"/>
                  </a:lnTo>
                  <a:lnTo>
                    <a:pt x="110163" y="34127"/>
                  </a:lnTo>
                  <a:lnTo>
                    <a:pt x="108517" y="23200"/>
                  </a:lnTo>
                  <a:close/>
                  <a:moveTo>
                    <a:pt x="89657" y="24398"/>
                  </a:moveTo>
                  <a:lnTo>
                    <a:pt x="89657" y="24547"/>
                  </a:lnTo>
                  <a:lnTo>
                    <a:pt x="88310" y="24996"/>
                  </a:lnTo>
                  <a:lnTo>
                    <a:pt x="87262" y="25146"/>
                  </a:lnTo>
                  <a:lnTo>
                    <a:pt x="86215" y="25595"/>
                  </a:lnTo>
                  <a:lnTo>
                    <a:pt x="86215" y="25745"/>
                  </a:lnTo>
                  <a:lnTo>
                    <a:pt x="88011" y="25296"/>
                  </a:lnTo>
                  <a:lnTo>
                    <a:pt x="88909" y="25146"/>
                  </a:lnTo>
                  <a:lnTo>
                    <a:pt x="89657" y="24996"/>
                  </a:lnTo>
                  <a:lnTo>
                    <a:pt x="89657" y="25745"/>
                  </a:lnTo>
                  <a:lnTo>
                    <a:pt x="88310" y="26194"/>
                  </a:lnTo>
                  <a:lnTo>
                    <a:pt x="87412" y="26493"/>
                  </a:lnTo>
                  <a:lnTo>
                    <a:pt x="86514" y="26792"/>
                  </a:lnTo>
                  <a:lnTo>
                    <a:pt x="86364" y="26942"/>
                  </a:lnTo>
                  <a:lnTo>
                    <a:pt x="86514" y="26942"/>
                  </a:lnTo>
                  <a:lnTo>
                    <a:pt x="88460" y="26493"/>
                  </a:lnTo>
                  <a:lnTo>
                    <a:pt x="89657" y="26194"/>
                  </a:lnTo>
                  <a:lnTo>
                    <a:pt x="89657" y="27092"/>
                  </a:lnTo>
                  <a:lnTo>
                    <a:pt x="88310" y="27541"/>
                  </a:lnTo>
                  <a:lnTo>
                    <a:pt x="87412" y="27691"/>
                  </a:lnTo>
                  <a:lnTo>
                    <a:pt x="86514" y="28140"/>
                  </a:lnTo>
                  <a:lnTo>
                    <a:pt x="86514" y="28289"/>
                  </a:lnTo>
                  <a:lnTo>
                    <a:pt x="87412" y="27990"/>
                  </a:lnTo>
                  <a:lnTo>
                    <a:pt x="88310" y="27840"/>
                  </a:lnTo>
                  <a:lnTo>
                    <a:pt x="89657" y="27391"/>
                  </a:lnTo>
                  <a:lnTo>
                    <a:pt x="89657" y="28289"/>
                  </a:lnTo>
                  <a:lnTo>
                    <a:pt x="88310" y="28589"/>
                  </a:lnTo>
                  <a:lnTo>
                    <a:pt x="87562" y="28888"/>
                  </a:lnTo>
                  <a:lnTo>
                    <a:pt x="86963" y="29187"/>
                  </a:lnTo>
                  <a:lnTo>
                    <a:pt x="86963" y="29337"/>
                  </a:lnTo>
                  <a:lnTo>
                    <a:pt x="87113" y="29337"/>
                  </a:lnTo>
                  <a:lnTo>
                    <a:pt x="88759" y="28738"/>
                  </a:lnTo>
                  <a:lnTo>
                    <a:pt x="89657" y="28589"/>
                  </a:lnTo>
                  <a:lnTo>
                    <a:pt x="89657" y="29786"/>
                  </a:lnTo>
                  <a:lnTo>
                    <a:pt x="88610" y="30085"/>
                  </a:lnTo>
                  <a:lnTo>
                    <a:pt x="87712" y="30385"/>
                  </a:lnTo>
                  <a:lnTo>
                    <a:pt x="86963" y="30684"/>
                  </a:lnTo>
                  <a:lnTo>
                    <a:pt x="86963" y="30834"/>
                  </a:lnTo>
                  <a:lnTo>
                    <a:pt x="87861" y="30534"/>
                  </a:lnTo>
                  <a:lnTo>
                    <a:pt x="88610" y="30385"/>
                  </a:lnTo>
                  <a:lnTo>
                    <a:pt x="89657" y="30085"/>
                  </a:lnTo>
                  <a:lnTo>
                    <a:pt x="89657" y="30983"/>
                  </a:lnTo>
                  <a:lnTo>
                    <a:pt x="88759" y="31133"/>
                  </a:lnTo>
                  <a:lnTo>
                    <a:pt x="88011" y="31433"/>
                  </a:lnTo>
                  <a:lnTo>
                    <a:pt x="87262" y="31732"/>
                  </a:lnTo>
                  <a:lnTo>
                    <a:pt x="87262" y="31882"/>
                  </a:lnTo>
                  <a:lnTo>
                    <a:pt x="89208" y="31283"/>
                  </a:lnTo>
                  <a:lnTo>
                    <a:pt x="89657" y="31283"/>
                  </a:lnTo>
                  <a:lnTo>
                    <a:pt x="89657" y="32031"/>
                  </a:lnTo>
                  <a:lnTo>
                    <a:pt x="89059" y="32181"/>
                  </a:lnTo>
                  <a:lnTo>
                    <a:pt x="87562" y="32780"/>
                  </a:lnTo>
                  <a:lnTo>
                    <a:pt x="87562" y="32929"/>
                  </a:lnTo>
                  <a:lnTo>
                    <a:pt x="87712" y="32929"/>
                  </a:lnTo>
                  <a:lnTo>
                    <a:pt x="89059" y="32480"/>
                  </a:lnTo>
                  <a:lnTo>
                    <a:pt x="89657" y="32331"/>
                  </a:lnTo>
                  <a:lnTo>
                    <a:pt x="89657" y="32331"/>
                  </a:lnTo>
                  <a:lnTo>
                    <a:pt x="89508" y="33229"/>
                  </a:lnTo>
                  <a:lnTo>
                    <a:pt x="88759" y="33378"/>
                  </a:lnTo>
                  <a:lnTo>
                    <a:pt x="87861" y="33678"/>
                  </a:lnTo>
                  <a:lnTo>
                    <a:pt x="87861" y="33827"/>
                  </a:lnTo>
                  <a:lnTo>
                    <a:pt x="88759" y="33678"/>
                  </a:lnTo>
                  <a:lnTo>
                    <a:pt x="89508" y="33378"/>
                  </a:lnTo>
                  <a:lnTo>
                    <a:pt x="89508" y="34276"/>
                  </a:lnTo>
                  <a:lnTo>
                    <a:pt x="89208" y="34276"/>
                  </a:lnTo>
                  <a:lnTo>
                    <a:pt x="88759" y="34576"/>
                  </a:lnTo>
                  <a:lnTo>
                    <a:pt x="88161" y="34725"/>
                  </a:lnTo>
                  <a:lnTo>
                    <a:pt x="88161" y="34875"/>
                  </a:lnTo>
                  <a:lnTo>
                    <a:pt x="89358" y="34576"/>
                  </a:lnTo>
                  <a:lnTo>
                    <a:pt x="89508" y="34426"/>
                  </a:lnTo>
                  <a:lnTo>
                    <a:pt x="89508" y="35174"/>
                  </a:lnTo>
                  <a:lnTo>
                    <a:pt x="88310" y="35773"/>
                  </a:lnTo>
                  <a:lnTo>
                    <a:pt x="88310" y="35923"/>
                  </a:lnTo>
                  <a:lnTo>
                    <a:pt x="88460" y="35923"/>
                  </a:lnTo>
                  <a:lnTo>
                    <a:pt x="89059" y="35624"/>
                  </a:lnTo>
                  <a:lnTo>
                    <a:pt x="89508" y="35474"/>
                  </a:lnTo>
                  <a:lnTo>
                    <a:pt x="89508" y="35624"/>
                  </a:lnTo>
                  <a:lnTo>
                    <a:pt x="89508" y="36222"/>
                  </a:lnTo>
                  <a:lnTo>
                    <a:pt x="89358" y="36222"/>
                  </a:lnTo>
                  <a:lnTo>
                    <a:pt x="88909" y="36522"/>
                  </a:lnTo>
                  <a:lnTo>
                    <a:pt x="88460" y="36821"/>
                  </a:lnTo>
                  <a:lnTo>
                    <a:pt x="88610" y="36821"/>
                  </a:lnTo>
                  <a:lnTo>
                    <a:pt x="88909" y="36671"/>
                  </a:lnTo>
                  <a:lnTo>
                    <a:pt x="89358" y="36522"/>
                  </a:lnTo>
                  <a:lnTo>
                    <a:pt x="89508" y="36522"/>
                  </a:lnTo>
                  <a:lnTo>
                    <a:pt x="89508" y="37120"/>
                  </a:lnTo>
                  <a:lnTo>
                    <a:pt x="89508" y="37270"/>
                  </a:lnTo>
                  <a:lnTo>
                    <a:pt x="88909" y="37569"/>
                  </a:lnTo>
                  <a:lnTo>
                    <a:pt x="88909" y="37719"/>
                  </a:lnTo>
                  <a:lnTo>
                    <a:pt x="89508" y="37420"/>
                  </a:lnTo>
                  <a:lnTo>
                    <a:pt x="89508" y="38318"/>
                  </a:lnTo>
                  <a:lnTo>
                    <a:pt x="88909" y="38617"/>
                  </a:lnTo>
                  <a:lnTo>
                    <a:pt x="88011" y="36971"/>
                  </a:lnTo>
                  <a:lnTo>
                    <a:pt x="87412" y="36073"/>
                  </a:lnTo>
                  <a:lnTo>
                    <a:pt x="82024" y="26343"/>
                  </a:lnTo>
                  <a:lnTo>
                    <a:pt x="85766" y="25296"/>
                  </a:lnTo>
                  <a:lnTo>
                    <a:pt x="89657" y="24398"/>
                  </a:lnTo>
                  <a:close/>
                  <a:moveTo>
                    <a:pt x="119743" y="24398"/>
                  </a:moveTo>
                  <a:lnTo>
                    <a:pt x="123634" y="25296"/>
                  </a:lnTo>
                  <a:lnTo>
                    <a:pt x="127526" y="26343"/>
                  </a:lnTo>
                  <a:lnTo>
                    <a:pt x="121988" y="36073"/>
                  </a:lnTo>
                  <a:lnTo>
                    <a:pt x="121389" y="36971"/>
                  </a:lnTo>
                  <a:lnTo>
                    <a:pt x="120491" y="38617"/>
                  </a:lnTo>
                  <a:lnTo>
                    <a:pt x="120042" y="38318"/>
                  </a:lnTo>
                  <a:lnTo>
                    <a:pt x="119892" y="38318"/>
                  </a:lnTo>
                  <a:lnTo>
                    <a:pt x="119892" y="37420"/>
                  </a:lnTo>
                  <a:lnTo>
                    <a:pt x="120491" y="37719"/>
                  </a:lnTo>
                  <a:lnTo>
                    <a:pt x="120641" y="37569"/>
                  </a:lnTo>
                  <a:lnTo>
                    <a:pt x="119892" y="37270"/>
                  </a:lnTo>
                  <a:lnTo>
                    <a:pt x="119892" y="37120"/>
                  </a:lnTo>
                  <a:lnTo>
                    <a:pt x="119892" y="36671"/>
                  </a:lnTo>
                  <a:lnTo>
                    <a:pt x="119892" y="36522"/>
                  </a:lnTo>
                  <a:lnTo>
                    <a:pt x="120042" y="36522"/>
                  </a:lnTo>
                  <a:lnTo>
                    <a:pt x="120491" y="36821"/>
                  </a:lnTo>
                  <a:lnTo>
                    <a:pt x="120940" y="36821"/>
                  </a:lnTo>
                  <a:lnTo>
                    <a:pt x="120491" y="36522"/>
                  </a:lnTo>
                  <a:lnTo>
                    <a:pt x="120042" y="36222"/>
                  </a:lnTo>
                  <a:lnTo>
                    <a:pt x="119892" y="36222"/>
                  </a:lnTo>
                  <a:lnTo>
                    <a:pt x="119892" y="35624"/>
                  </a:lnTo>
                  <a:lnTo>
                    <a:pt x="119892" y="35474"/>
                  </a:lnTo>
                  <a:lnTo>
                    <a:pt x="120491" y="35773"/>
                  </a:lnTo>
                  <a:lnTo>
                    <a:pt x="120940" y="35923"/>
                  </a:lnTo>
                  <a:lnTo>
                    <a:pt x="121090" y="35923"/>
                  </a:lnTo>
                  <a:lnTo>
                    <a:pt x="121090" y="35773"/>
                  </a:lnTo>
                  <a:lnTo>
                    <a:pt x="119892" y="35174"/>
                  </a:lnTo>
                  <a:lnTo>
                    <a:pt x="119892" y="34426"/>
                  </a:lnTo>
                  <a:lnTo>
                    <a:pt x="120042" y="34576"/>
                  </a:lnTo>
                  <a:lnTo>
                    <a:pt x="121239" y="34875"/>
                  </a:lnTo>
                  <a:lnTo>
                    <a:pt x="121239" y="34725"/>
                  </a:lnTo>
                  <a:lnTo>
                    <a:pt x="120790" y="34576"/>
                  </a:lnTo>
                  <a:lnTo>
                    <a:pt x="120192" y="34276"/>
                  </a:lnTo>
                  <a:lnTo>
                    <a:pt x="119892" y="34276"/>
                  </a:lnTo>
                  <a:lnTo>
                    <a:pt x="119892" y="33378"/>
                  </a:lnTo>
                  <a:lnTo>
                    <a:pt x="120641" y="33678"/>
                  </a:lnTo>
                  <a:lnTo>
                    <a:pt x="121539" y="33827"/>
                  </a:lnTo>
                  <a:lnTo>
                    <a:pt x="121539" y="33678"/>
                  </a:lnTo>
                  <a:lnTo>
                    <a:pt x="120790" y="33378"/>
                  </a:lnTo>
                  <a:lnTo>
                    <a:pt x="119892" y="33229"/>
                  </a:lnTo>
                  <a:lnTo>
                    <a:pt x="119892" y="32331"/>
                  </a:lnTo>
                  <a:lnTo>
                    <a:pt x="120491" y="32480"/>
                  </a:lnTo>
                  <a:lnTo>
                    <a:pt x="121838" y="32929"/>
                  </a:lnTo>
                  <a:lnTo>
                    <a:pt x="121838" y="32780"/>
                  </a:lnTo>
                  <a:lnTo>
                    <a:pt x="120341" y="32181"/>
                  </a:lnTo>
                  <a:lnTo>
                    <a:pt x="119892" y="32031"/>
                  </a:lnTo>
                  <a:lnTo>
                    <a:pt x="119892" y="31283"/>
                  </a:lnTo>
                  <a:lnTo>
                    <a:pt x="120192" y="31283"/>
                  </a:lnTo>
                  <a:lnTo>
                    <a:pt x="122138" y="31882"/>
                  </a:lnTo>
                  <a:lnTo>
                    <a:pt x="122138" y="31732"/>
                  </a:lnTo>
                  <a:lnTo>
                    <a:pt x="121539" y="31433"/>
                  </a:lnTo>
                  <a:lnTo>
                    <a:pt x="120641" y="31133"/>
                  </a:lnTo>
                  <a:lnTo>
                    <a:pt x="119892" y="30983"/>
                  </a:lnTo>
                  <a:lnTo>
                    <a:pt x="119892" y="30085"/>
                  </a:lnTo>
                  <a:lnTo>
                    <a:pt x="120790" y="30385"/>
                  </a:lnTo>
                  <a:lnTo>
                    <a:pt x="121688" y="30534"/>
                  </a:lnTo>
                  <a:lnTo>
                    <a:pt x="122437" y="30834"/>
                  </a:lnTo>
                  <a:lnTo>
                    <a:pt x="122437" y="30684"/>
                  </a:lnTo>
                  <a:lnTo>
                    <a:pt x="121688" y="30385"/>
                  </a:lnTo>
                  <a:lnTo>
                    <a:pt x="120940" y="30085"/>
                  </a:lnTo>
                  <a:lnTo>
                    <a:pt x="119892" y="29786"/>
                  </a:lnTo>
                  <a:lnTo>
                    <a:pt x="119743" y="28589"/>
                  </a:lnTo>
                  <a:lnTo>
                    <a:pt x="120790" y="28738"/>
                  </a:lnTo>
                  <a:lnTo>
                    <a:pt x="122437" y="29337"/>
                  </a:lnTo>
                  <a:lnTo>
                    <a:pt x="122437" y="29187"/>
                  </a:lnTo>
                  <a:lnTo>
                    <a:pt x="121838" y="28888"/>
                  </a:lnTo>
                  <a:lnTo>
                    <a:pt x="121239" y="28589"/>
                  </a:lnTo>
                  <a:lnTo>
                    <a:pt x="119743" y="28289"/>
                  </a:lnTo>
                  <a:lnTo>
                    <a:pt x="119743" y="27391"/>
                  </a:lnTo>
                  <a:lnTo>
                    <a:pt x="121090" y="27840"/>
                  </a:lnTo>
                  <a:lnTo>
                    <a:pt x="121988" y="27990"/>
                  </a:lnTo>
                  <a:lnTo>
                    <a:pt x="122886" y="28289"/>
                  </a:lnTo>
                  <a:lnTo>
                    <a:pt x="122886" y="28140"/>
                  </a:lnTo>
                  <a:lnTo>
                    <a:pt x="121988" y="27691"/>
                  </a:lnTo>
                  <a:lnTo>
                    <a:pt x="121090" y="27541"/>
                  </a:lnTo>
                  <a:lnTo>
                    <a:pt x="119743" y="27092"/>
                  </a:lnTo>
                  <a:lnTo>
                    <a:pt x="119743" y="26194"/>
                  </a:lnTo>
                  <a:lnTo>
                    <a:pt x="120940" y="26493"/>
                  </a:lnTo>
                  <a:lnTo>
                    <a:pt x="122886" y="26942"/>
                  </a:lnTo>
                  <a:lnTo>
                    <a:pt x="123036" y="26942"/>
                  </a:lnTo>
                  <a:lnTo>
                    <a:pt x="123036" y="26792"/>
                  </a:lnTo>
                  <a:lnTo>
                    <a:pt x="122138" y="26493"/>
                  </a:lnTo>
                  <a:lnTo>
                    <a:pt x="121239" y="26194"/>
                  </a:lnTo>
                  <a:lnTo>
                    <a:pt x="119743" y="25745"/>
                  </a:lnTo>
                  <a:lnTo>
                    <a:pt x="119743" y="24996"/>
                  </a:lnTo>
                  <a:lnTo>
                    <a:pt x="120641" y="25146"/>
                  </a:lnTo>
                  <a:lnTo>
                    <a:pt x="121539" y="25296"/>
                  </a:lnTo>
                  <a:lnTo>
                    <a:pt x="123185" y="25745"/>
                  </a:lnTo>
                  <a:lnTo>
                    <a:pt x="123335" y="25595"/>
                  </a:lnTo>
                  <a:lnTo>
                    <a:pt x="123185" y="25595"/>
                  </a:lnTo>
                  <a:lnTo>
                    <a:pt x="122287" y="25146"/>
                  </a:lnTo>
                  <a:lnTo>
                    <a:pt x="121090" y="24996"/>
                  </a:lnTo>
                  <a:lnTo>
                    <a:pt x="119743" y="24547"/>
                  </a:lnTo>
                  <a:lnTo>
                    <a:pt x="119743" y="24398"/>
                  </a:lnTo>
                  <a:close/>
                  <a:moveTo>
                    <a:pt x="89508" y="38467"/>
                  </a:moveTo>
                  <a:lnTo>
                    <a:pt x="89508" y="39665"/>
                  </a:lnTo>
                  <a:lnTo>
                    <a:pt x="89059" y="38767"/>
                  </a:lnTo>
                  <a:lnTo>
                    <a:pt x="89508" y="38467"/>
                  </a:lnTo>
                  <a:close/>
                  <a:moveTo>
                    <a:pt x="119892" y="38467"/>
                  </a:moveTo>
                  <a:lnTo>
                    <a:pt x="120491" y="38767"/>
                  </a:lnTo>
                  <a:lnTo>
                    <a:pt x="119892" y="39665"/>
                  </a:lnTo>
                  <a:lnTo>
                    <a:pt x="119892" y="38467"/>
                  </a:lnTo>
                  <a:close/>
                  <a:moveTo>
                    <a:pt x="80976" y="26643"/>
                  </a:moveTo>
                  <a:lnTo>
                    <a:pt x="86514" y="36372"/>
                  </a:lnTo>
                  <a:lnTo>
                    <a:pt x="81874" y="37719"/>
                  </a:lnTo>
                  <a:lnTo>
                    <a:pt x="77384" y="39515"/>
                  </a:lnTo>
                  <a:lnTo>
                    <a:pt x="73043" y="41461"/>
                  </a:lnTo>
                  <a:lnTo>
                    <a:pt x="68702" y="43706"/>
                  </a:lnTo>
                  <a:lnTo>
                    <a:pt x="65260" y="33229"/>
                  </a:lnTo>
                  <a:lnTo>
                    <a:pt x="69002" y="31283"/>
                  </a:lnTo>
                  <a:lnTo>
                    <a:pt x="72893" y="29487"/>
                  </a:lnTo>
                  <a:lnTo>
                    <a:pt x="76935" y="27990"/>
                  </a:lnTo>
                  <a:lnTo>
                    <a:pt x="80976" y="26643"/>
                  </a:lnTo>
                  <a:close/>
                  <a:moveTo>
                    <a:pt x="128424" y="26643"/>
                  </a:moveTo>
                  <a:lnTo>
                    <a:pt x="132465" y="27990"/>
                  </a:lnTo>
                  <a:lnTo>
                    <a:pt x="136507" y="29487"/>
                  </a:lnTo>
                  <a:lnTo>
                    <a:pt x="140398" y="31283"/>
                  </a:lnTo>
                  <a:lnTo>
                    <a:pt x="144140" y="33229"/>
                  </a:lnTo>
                  <a:lnTo>
                    <a:pt x="140698" y="43706"/>
                  </a:lnTo>
                  <a:lnTo>
                    <a:pt x="136507" y="41461"/>
                  </a:lnTo>
                  <a:lnTo>
                    <a:pt x="132166" y="39515"/>
                  </a:lnTo>
                  <a:lnTo>
                    <a:pt x="127526" y="37719"/>
                  </a:lnTo>
                  <a:lnTo>
                    <a:pt x="122886" y="36372"/>
                  </a:lnTo>
                  <a:lnTo>
                    <a:pt x="128424" y="26643"/>
                  </a:lnTo>
                  <a:close/>
                  <a:moveTo>
                    <a:pt x="64511" y="33678"/>
                  </a:moveTo>
                  <a:lnTo>
                    <a:pt x="64511" y="33827"/>
                  </a:lnTo>
                  <a:lnTo>
                    <a:pt x="63314" y="34576"/>
                  </a:lnTo>
                  <a:lnTo>
                    <a:pt x="62416" y="35174"/>
                  </a:lnTo>
                  <a:lnTo>
                    <a:pt x="61518" y="35923"/>
                  </a:lnTo>
                  <a:lnTo>
                    <a:pt x="61667" y="35923"/>
                  </a:lnTo>
                  <a:lnTo>
                    <a:pt x="63613" y="34725"/>
                  </a:lnTo>
                  <a:lnTo>
                    <a:pt x="64511" y="34127"/>
                  </a:lnTo>
                  <a:lnTo>
                    <a:pt x="64811" y="35025"/>
                  </a:lnTo>
                  <a:lnTo>
                    <a:pt x="63613" y="35923"/>
                  </a:lnTo>
                  <a:lnTo>
                    <a:pt x="62865" y="36372"/>
                  </a:lnTo>
                  <a:lnTo>
                    <a:pt x="62117" y="36971"/>
                  </a:lnTo>
                  <a:lnTo>
                    <a:pt x="62117" y="37120"/>
                  </a:lnTo>
                  <a:lnTo>
                    <a:pt x="62266" y="37120"/>
                  </a:lnTo>
                  <a:lnTo>
                    <a:pt x="63913" y="36073"/>
                  </a:lnTo>
                  <a:lnTo>
                    <a:pt x="64960" y="35324"/>
                  </a:lnTo>
                  <a:lnTo>
                    <a:pt x="65260" y="36222"/>
                  </a:lnTo>
                  <a:lnTo>
                    <a:pt x="64062" y="36971"/>
                  </a:lnTo>
                  <a:lnTo>
                    <a:pt x="63314" y="37569"/>
                  </a:lnTo>
                  <a:lnTo>
                    <a:pt x="62566" y="38168"/>
                  </a:lnTo>
                  <a:lnTo>
                    <a:pt x="62566" y="38318"/>
                  </a:lnTo>
                  <a:lnTo>
                    <a:pt x="62715" y="38318"/>
                  </a:lnTo>
                  <a:lnTo>
                    <a:pt x="63464" y="37869"/>
                  </a:lnTo>
                  <a:lnTo>
                    <a:pt x="64212" y="37270"/>
                  </a:lnTo>
                  <a:lnTo>
                    <a:pt x="65409" y="36372"/>
                  </a:lnTo>
                  <a:lnTo>
                    <a:pt x="65559" y="37270"/>
                  </a:lnTo>
                  <a:lnTo>
                    <a:pt x="64661" y="38018"/>
                  </a:lnTo>
                  <a:lnTo>
                    <a:pt x="63913" y="38467"/>
                  </a:lnTo>
                  <a:lnTo>
                    <a:pt x="63464" y="39066"/>
                  </a:lnTo>
                  <a:lnTo>
                    <a:pt x="63464" y="39216"/>
                  </a:lnTo>
                  <a:lnTo>
                    <a:pt x="63613" y="39216"/>
                  </a:lnTo>
                  <a:lnTo>
                    <a:pt x="64960" y="38168"/>
                  </a:lnTo>
                  <a:lnTo>
                    <a:pt x="65709" y="37569"/>
                  </a:lnTo>
                  <a:lnTo>
                    <a:pt x="66158" y="38767"/>
                  </a:lnTo>
                  <a:lnTo>
                    <a:pt x="65260" y="39365"/>
                  </a:lnTo>
                  <a:lnTo>
                    <a:pt x="64511" y="39815"/>
                  </a:lnTo>
                  <a:lnTo>
                    <a:pt x="63913" y="40413"/>
                  </a:lnTo>
                  <a:lnTo>
                    <a:pt x="63913" y="40563"/>
                  </a:lnTo>
                  <a:lnTo>
                    <a:pt x="64661" y="40114"/>
                  </a:lnTo>
                  <a:lnTo>
                    <a:pt x="65409" y="39515"/>
                  </a:lnTo>
                  <a:lnTo>
                    <a:pt x="66158" y="39066"/>
                  </a:lnTo>
                  <a:lnTo>
                    <a:pt x="66457" y="39964"/>
                  </a:lnTo>
                  <a:lnTo>
                    <a:pt x="65709" y="40264"/>
                  </a:lnTo>
                  <a:lnTo>
                    <a:pt x="65110" y="40862"/>
                  </a:lnTo>
                  <a:lnTo>
                    <a:pt x="64511" y="41461"/>
                  </a:lnTo>
                  <a:lnTo>
                    <a:pt x="64511" y="41461"/>
                  </a:lnTo>
                  <a:lnTo>
                    <a:pt x="66308" y="40264"/>
                  </a:lnTo>
                  <a:lnTo>
                    <a:pt x="66607" y="40114"/>
                  </a:lnTo>
                  <a:lnTo>
                    <a:pt x="66757" y="40862"/>
                  </a:lnTo>
                  <a:lnTo>
                    <a:pt x="66457" y="41162"/>
                  </a:lnTo>
                  <a:lnTo>
                    <a:pt x="65858" y="41611"/>
                  </a:lnTo>
                  <a:lnTo>
                    <a:pt x="65110" y="42209"/>
                  </a:lnTo>
                  <a:lnTo>
                    <a:pt x="65110" y="42359"/>
                  </a:lnTo>
                  <a:lnTo>
                    <a:pt x="65260" y="42359"/>
                  </a:lnTo>
                  <a:lnTo>
                    <a:pt x="66457" y="41461"/>
                  </a:lnTo>
                  <a:lnTo>
                    <a:pt x="66906" y="41162"/>
                  </a:lnTo>
                  <a:lnTo>
                    <a:pt x="67206" y="41910"/>
                  </a:lnTo>
                  <a:lnTo>
                    <a:pt x="66607" y="42359"/>
                  </a:lnTo>
                  <a:lnTo>
                    <a:pt x="65709" y="43107"/>
                  </a:lnTo>
                  <a:lnTo>
                    <a:pt x="65858" y="43107"/>
                  </a:lnTo>
                  <a:lnTo>
                    <a:pt x="66308" y="42808"/>
                  </a:lnTo>
                  <a:lnTo>
                    <a:pt x="66757" y="42509"/>
                  </a:lnTo>
                  <a:lnTo>
                    <a:pt x="67206" y="42209"/>
                  </a:lnTo>
                  <a:lnTo>
                    <a:pt x="67505" y="42958"/>
                  </a:lnTo>
                  <a:lnTo>
                    <a:pt x="67206" y="43257"/>
                  </a:lnTo>
                  <a:lnTo>
                    <a:pt x="66757" y="43556"/>
                  </a:lnTo>
                  <a:lnTo>
                    <a:pt x="66308" y="44006"/>
                  </a:lnTo>
                  <a:lnTo>
                    <a:pt x="66457" y="44006"/>
                  </a:lnTo>
                  <a:lnTo>
                    <a:pt x="67505" y="43257"/>
                  </a:lnTo>
                  <a:lnTo>
                    <a:pt x="67804" y="43856"/>
                  </a:lnTo>
                  <a:lnTo>
                    <a:pt x="66906" y="44754"/>
                  </a:lnTo>
                  <a:lnTo>
                    <a:pt x="66906" y="44904"/>
                  </a:lnTo>
                  <a:lnTo>
                    <a:pt x="67505" y="44455"/>
                  </a:lnTo>
                  <a:lnTo>
                    <a:pt x="67954" y="44155"/>
                  </a:lnTo>
                  <a:lnTo>
                    <a:pt x="67954" y="44305"/>
                  </a:lnTo>
                  <a:lnTo>
                    <a:pt x="68104" y="44754"/>
                  </a:lnTo>
                  <a:lnTo>
                    <a:pt x="67954" y="45053"/>
                  </a:lnTo>
                  <a:lnTo>
                    <a:pt x="67505" y="45353"/>
                  </a:lnTo>
                  <a:lnTo>
                    <a:pt x="67355" y="45652"/>
                  </a:lnTo>
                  <a:lnTo>
                    <a:pt x="67355" y="45802"/>
                  </a:lnTo>
                  <a:lnTo>
                    <a:pt x="67804" y="45502"/>
                  </a:lnTo>
                  <a:lnTo>
                    <a:pt x="68104" y="45203"/>
                  </a:lnTo>
                  <a:lnTo>
                    <a:pt x="68253" y="45053"/>
                  </a:lnTo>
                  <a:lnTo>
                    <a:pt x="68253" y="45203"/>
                  </a:lnTo>
                  <a:lnTo>
                    <a:pt x="68403" y="45802"/>
                  </a:lnTo>
                  <a:lnTo>
                    <a:pt x="67954" y="46400"/>
                  </a:lnTo>
                  <a:lnTo>
                    <a:pt x="68553" y="46101"/>
                  </a:lnTo>
                  <a:lnTo>
                    <a:pt x="68702" y="46849"/>
                  </a:lnTo>
                  <a:lnTo>
                    <a:pt x="68403" y="47298"/>
                  </a:lnTo>
                  <a:lnTo>
                    <a:pt x="66906" y="46101"/>
                  </a:lnTo>
                  <a:lnTo>
                    <a:pt x="66158" y="45353"/>
                  </a:lnTo>
                  <a:lnTo>
                    <a:pt x="57776" y="38018"/>
                  </a:lnTo>
                  <a:lnTo>
                    <a:pt x="61069" y="35773"/>
                  </a:lnTo>
                  <a:lnTo>
                    <a:pt x="64511" y="33678"/>
                  </a:lnTo>
                  <a:close/>
                  <a:moveTo>
                    <a:pt x="145038" y="33678"/>
                  </a:moveTo>
                  <a:lnTo>
                    <a:pt x="148331" y="35773"/>
                  </a:lnTo>
                  <a:lnTo>
                    <a:pt x="151624" y="38018"/>
                  </a:lnTo>
                  <a:lnTo>
                    <a:pt x="143242" y="45353"/>
                  </a:lnTo>
                  <a:lnTo>
                    <a:pt x="142494" y="46101"/>
                  </a:lnTo>
                  <a:lnTo>
                    <a:pt x="141147" y="47298"/>
                  </a:lnTo>
                  <a:lnTo>
                    <a:pt x="140698" y="46849"/>
                  </a:lnTo>
                  <a:lnTo>
                    <a:pt x="140997" y="46101"/>
                  </a:lnTo>
                  <a:lnTo>
                    <a:pt x="141446" y="46400"/>
                  </a:lnTo>
                  <a:lnTo>
                    <a:pt x="140997" y="45802"/>
                  </a:lnTo>
                  <a:lnTo>
                    <a:pt x="141147" y="45203"/>
                  </a:lnTo>
                  <a:lnTo>
                    <a:pt x="141296" y="45053"/>
                  </a:lnTo>
                  <a:lnTo>
                    <a:pt x="141296" y="45203"/>
                  </a:lnTo>
                  <a:lnTo>
                    <a:pt x="141895" y="45652"/>
                  </a:lnTo>
                  <a:lnTo>
                    <a:pt x="142045" y="45802"/>
                  </a:lnTo>
                  <a:lnTo>
                    <a:pt x="142194" y="45652"/>
                  </a:lnTo>
                  <a:lnTo>
                    <a:pt x="141895" y="45353"/>
                  </a:lnTo>
                  <a:lnTo>
                    <a:pt x="141446" y="45053"/>
                  </a:lnTo>
                  <a:lnTo>
                    <a:pt x="141296" y="44754"/>
                  </a:lnTo>
                  <a:lnTo>
                    <a:pt x="141596" y="44305"/>
                  </a:lnTo>
                  <a:lnTo>
                    <a:pt x="141596" y="44155"/>
                  </a:lnTo>
                  <a:lnTo>
                    <a:pt x="142194" y="44754"/>
                  </a:lnTo>
                  <a:lnTo>
                    <a:pt x="142494" y="44904"/>
                  </a:lnTo>
                  <a:lnTo>
                    <a:pt x="142643" y="44754"/>
                  </a:lnTo>
                  <a:lnTo>
                    <a:pt x="141596" y="43856"/>
                  </a:lnTo>
                  <a:lnTo>
                    <a:pt x="141895" y="43257"/>
                  </a:lnTo>
                  <a:lnTo>
                    <a:pt x="142045" y="43257"/>
                  </a:lnTo>
                  <a:lnTo>
                    <a:pt x="143093" y="44006"/>
                  </a:lnTo>
                  <a:lnTo>
                    <a:pt x="143093" y="44006"/>
                  </a:lnTo>
                  <a:lnTo>
                    <a:pt x="142643" y="43556"/>
                  </a:lnTo>
                  <a:lnTo>
                    <a:pt x="142344" y="43257"/>
                  </a:lnTo>
                  <a:lnTo>
                    <a:pt x="141895" y="42958"/>
                  </a:lnTo>
                  <a:lnTo>
                    <a:pt x="142194" y="42209"/>
                  </a:lnTo>
                  <a:lnTo>
                    <a:pt x="142643" y="42509"/>
                  </a:lnTo>
                  <a:lnTo>
                    <a:pt x="143093" y="42808"/>
                  </a:lnTo>
                  <a:lnTo>
                    <a:pt x="143691" y="43107"/>
                  </a:lnTo>
                  <a:lnTo>
                    <a:pt x="142793" y="42359"/>
                  </a:lnTo>
                  <a:lnTo>
                    <a:pt x="142344" y="41910"/>
                  </a:lnTo>
                  <a:lnTo>
                    <a:pt x="142494" y="41162"/>
                  </a:lnTo>
                  <a:lnTo>
                    <a:pt x="143093" y="41461"/>
                  </a:lnTo>
                  <a:lnTo>
                    <a:pt x="144140" y="42359"/>
                  </a:lnTo>
                  <a:lnTo>
                    <a:pt x="144290" y="42359"/>
                  </a:lnTo>
                  <a:lnTo>
                    <a:pt x="144290" y="42209"/>
                  </a:lnTo>
                  <a:lnTo>
                    <a:pt x="143691" y="41611"/>
                  </a:lnTo>
                  <a:lnTo>
                    <a:pt x="142943" y="41162"/>
                  </a:lnTo>
                  <a:lnTo>
                    <a:pt x="142643" y="40862"/>
                  </a:lnTo>
                  <a:lnTo>
                    <a:pt x="142943" y="40114"/>
                  </a:lnTo>
                  <a:lnTo>
                    <a:pt x="143093" y="40264"/>
                  </a:lnTo>
                  <a:lnTo>
                    <a:pt x="144889" y="41461"/>
                  </a:lnTo>
                  <a:lnTo>
                    <a:pt x="144290" y="40862"/>
                  </a:lnTo>
                  <a:lnTo>
                    <a:pt x="143691" y="40264"/>
                  </a:lnTo>
                  <a:lnTo>
                    <a:pt x="142943" y="39964"/>
                  </a:lnTo>
                  <a:lnTo>
                    <a:pt x="143242" y="39066"/>
                  </a:lnTo>
                  <a:lnTo>
                    <a:pt x="143991" y="39515"/>
                  </a:lnTo>
                  <a:lnTo>
                    <a:pt x="144739" y="40114"/>
                  </a:lnTo>
                  <a:lnTo>
                    <a:pt x="145487" y="40563"/>
                  </a:lnTo>
                  <a:lnTo>
                    <a:pt x="145487" y="40413"/>
                  </a:lnTo>
                  <a:lnTo>
                    <a:pt x="144889" y="39815"/>
                  </a:lnTo>
                  <a:lnTo>
                    <a:pt x="144290" y="39365"/>
                  </a:lnTo>
                  <a:lnTo>
                    <a:pt x="143392" y="38767"/>
                  </a:lnTo>
                  <a:lnTo>
                    <a:pt x="143691" y="37569"/>
                  </a:lnTo>
                  <a:lnTo>
                    <a:pt x="144589" y="38168"/>
                  </a:lnTo>
                  <a:lnTo>
                    <a:pt x="145936" y="39216"/>
                  </a:lnTo>
                  <a:lnTo>
                    <a:pt x="145936" y="39066"/>
                  </a:lnTo>
                  <a:lnTo>
                    <a:pt x="145487" y="38467"/>
                  </a:lnTo>
                  <a:lnTo>
                    <a:pt x="144889" y="38018"/>
                  </a:lnTo>
                  <a:lnTo>
                    <a:pt x="143841" y="37270"/>
                  </a:lnTo>
                  <a:lnTo>
                    <a:pt x="144140" y="36372"/>
                  </a:lnTo>
                  <a:lnTo>
                    <a:pt x="145188" y="37270"/>
                  </a:lnTo>
                  <a:lnTo>
                    <a:pt x="145936" y="37869"/>
                  </a:lnTo>
                  <a:lnTo>
                    <a:pt x="146834" y="38318"/>
                  </a:lnTo>
                  <a:lnTo>
                    <a:pt x="146834" y="38168"/>
                  </a:lnTo>
                  <a:lnTo>
                    <a:pt x="146086" y="37569"/>
                  </a:lnTo>
                  <a:lnTo>
                    <a:pt x="145338" y="36971"/>
                  </a:lnTo>
                  <a:lnTo>
                    <a:pt x="144140" y="36222"/>
                  </a:lnTo>
                  <a:lnTo>
                    <a:pt x="144440" y="35324"/>
                  </a:lnTo>
                  <a:lnTo>
                    <a:pt x="145487" y="36073"/>
                  </a:lnTo>
                  <a:lnTo>
                    <a:pt x="147134" y="37120"/>
                  </a:lnTo>
                  <a:lnTo>
                    <a:pt x="147283" y="37120"/>
                  </a:lnTo>
                  <a:lnTo>
                    <a:pt x="147283" y="36971"/>
                  </a:lnTo>
                  <a:lnTo>
                    <a:pt x="146535" y="36372"/>
                  </a:lnTo>
                  <a:lnTo>
                    <a:pt x="145936" y="35923"/>
                  </a:lnTo>
                  <a:lnTo>
                    <a:pt x="144589" y="35025"/>
                  </a:lnTo>
                  <a:lnTo>
                    <a:pt x="144889" y="34127"/>
                  </a:lnTo>
                  <a:lnTo>
                    <a:pt x="145787" y="34725"/>
                  </a:lnTo>
                  <a:lnTo>
                    <a:pt x="147882" y="35923"/>
                  </a:lnTo>
                  <a:lnTo>
                    <a:pt x="147134" y="35174"/>
                  </a:lnTo>
                  <a:lnTo>
                    <a:pt x="146236" y="34576"/>
                  </a:lnTo>
                  <a:lnTo>
                    <a:pt x="145038" y="33827"/>
                  </a:lnTo>
                  <a:lnTo>
                    <a:pt x="145038" y="33678"/>
                  </a:lnTo>
                  <a:close/>
                  <a:moveTo>
                    <a:pt x="140548" y="46999"/>
                  </a:moveTo>
                  <a:lnTo>
                    <a:pt x="140997" y="47448"/>
                  </a:lnTo>
                  <a:lnTo>
                    <a:pt x="140249" y="48047"/>
                  </a:lnTo>
                  <a:lnTo>
                    <a:pt x="140249" y="48047"/>
                  </a:lnTo>
                  <a:lnTo>
                    <a:pt x="140548" y="46999"/>
                  </a:lnTo>
                  <a:close/>
                  <a:moveTo>
                    <a:pt x="68852" y="46999"/>
                  </a:moveTo>
                  <a:lnTo>
                    <a:pt x="69151" y="48047"/>
                  </a:lnTo>
                  <a:lnTo>
                    <a:pt x="69151" y="48047"/>
                  </a:lnTo>
                  <a:lnTo>
                    <a:pt x="68403" y="47448"/>
                  </a:lnTo>
                  <a:lnTo>
                    <a:pt x="68852" y="46999"/>
                  </a:lnTo>
                  <a:close/>
                  <a:moveTo>
                    <a:pt x="96094" y="53286"/>
                  </a:moveTo>
                  <a:lnTo>
                    <a:pt x="95046" y="60620"/>
                  </a:lnTo>
                  <a:lnTo>
                    <a:pt x="94896" y="60620"/>
                  </a:lnTo>
                  <a:lnTo>
                    <a:pt x="93100" y="53884"/>
                  </a:lnTo>
                  <a:lnTo>
                    <a:pt x="96094" y="53286"/>
                  </a:lnTo>
                  <a:close/>
                  <a:moveTo>
                    <a:pt x="113007" y="53286"/>
                  </a:moveTo>
                  <a:lnTo>
                    <a:pt x="116150" y="53884"/>
                  </a:lnTo>
                  <a:lnTo>
                    <a:pt x="114803" y="60620"/>
                  </a:lnTo>
                  <a:lnTo>
                    <a:pt x="114055" y="60470"/>
                  </a:lnTo>
                  <a:lnTo>
                    <a:pt x="113007" y="53286"/>
                  </a:lnTo>
                  <a:close/>
                  <a:moveTo>
                    <a:pt x="110313" y="35174"/>
                  </a:moveTo>
                  <a:lnTo>
                    <a:pt x="114654" y="35624"/>
                  </a:lnTo>
                  <a:lnTo>
                    <a:pt x="118994" y="36372"/>
                  </a:lnTo>
                  <a:lnTo>
                    <a:pt x="118994" y="43257"/>
                  </a:lnTo>
                  <a:lnTo>
                    <a:pt x="122437" y="37270"/>
                  </a:lnTo>
                  <a:lnTo>
                    <a:pt x="127077" y="38617"/>
                  </a:lnTo>
                  <a:lnTo>
                    <a:pt x="131717" y="40413"/>
                  </a:lnTo>
                  <a:lnTo>
                    <a:pt x="136058" y="42359"/>
                  </a:lnTo>
                  <a:lnTo>
                    <a:pt x="140398" y="44754"/>
                  </a:lnTo>
                  <a:lnTo>
                    <a:pt x="138153" y="51190"/>
                  </a:lnTo>
                  <a:lnTo>
                    <a:pt x="138153" y="51190"/>
                  </a:lnTo>
                  <a:lnTo>
                    <a:pt x="143392" y="46700"/>
                  </a:lnTo>
                  <a:lnTo>
                    <a:pt x="145637" y="48197"/>
                  </a:lnTo>
                  <a:lnTo>
                    <a:pt x="147733" y="49843"/>
                  </a:lnTo>
                  <a:lnTo>
                    <a:pt x="149828" y="51489"/>
                  </a:lnTo>
                  <a:lnTo>
                    <a:pt x="151774" y="53286"/>
                  </a:lnTo>
                  <a:lnTo>
                    <a:pt x="138902" y="63164"/>
                  </a:lnTo>
                  <a:lnTo>
                    <a:pt x="136207" y="61069"/>
                  </a:lnTo>
                  <a:lnTo>
                    <a:pt x="133513" y="59273"/>
                  </a:lnTo>
                  <a:lnTo>
                    <a:pt x="135609" y="55980"/>
                  </a:lnTo>
                  <a:lnTo>
                    <a:pt x="136357" y="55980"/>
                  </a:lnTo>
                  <a:lnTo>
                    <a:pt x="137105" y="55830"/>
                  </a:lnTo>
                  <a:lnTo>
                    <a:pt x="137704" y="55231"/>
                  </a:lnTo>
                  <a:lnTo>
                    <a:pt x="138153" y="54483"/>
                  </a:lnTo>
                  <a:lnTo>
                    <a:pt x="138303" y="54034"/>
                  </a:lnTo>
                  <a:lnTo>
                    <a:pt x="138303" y="53735"/>
                  </a:lnTo>
                  <a:lnTo>
                    <a:pt x="138003" y="52837"/>
                  </a:lnTo>
                  <a:lnTo>
                    <a:pt x="137554" y="52238"/>
                  </a:lnTo>
                  <a:lnTo>
                    <a:pt x="137255" y="51938"/>
                  </a:lnTo>
                  <a:lnTo>
                    <a:pt x="136806" y="51789"/>
                  </a:lnTo>
                  <a:lnTo>
                    <a:pt x="136357" y="51639"/>
                  </a:lnTo>
                  <a:lnTo>
                    <a:pt x="135908" y="51639"/>
                  </a:lnTo>
                  <a:lnTo>
                    <a:pt x="135160" y="51789"/>
                  </a:lnTo>
                  <a:lnTo>
                    <a:pt x="134411" y="52388"/>
                  </a:lnTo>
                  <a:lnTo>
                    <a:pt x="134261" y="52687"/>
                  </a:lnTo>
                  <a:lnTo>
                    <a:pt x="133962" y="53136"/>
                  </a:lnTo>
                  <a:lnTo>
                    <a:pt x="133962" y="53735"/>
                  </a:lnTo>
                  <a:lnTo>
                    <a:pt x="133962" y="54483"/>
                  </a:lnTo>
                  <a:lnTo>
                    <a:pt x="134261" y="55082"/>
                  </a:lnTo>
                  <a:lnTo>
                    <a:pt x="134711" y="55531"/>
                  </a:lnTo>
                  <a:lnTo>
                    <a:pt x="132765" y="58824"/>
                  </a:lnTo>
                  <a:lnTo>
                    <a:pt x="129172" y="56728"/>
                  </a:lnTo>
                  <a:lnTo>
                    <a:pt x="125430" y="54932"/>
                  </a:lnTo>
                  <a:lnTo>
                    <a:pt x="121539" y="53585"/>
                  </a:lnTo>
                  <a:lnTo>
                    <a:pt x="117348" y="52388"/>
                  </a:lnTo>
                  <a:lnTo>
                    <a:pt x="118246" y="48346"/>
                  </a:lnTo>
                  <a:lnTo>
                    <a:pt x="118994" y="48047"/>
                  </a:lnTo>
                  <a:lnTo>
                    <a:pt x="119743" y="47598"/>
                  </a:lnTo>
                  <a:lnTo>
                    <a:pt x="120192" y="46999"/>
                  </a:lnTo>
                  <a:lnTo>
                    <a:pt x="120341" y="46101"/>
                  </a:lnTo>
                  <a:lnTo>
                    <a:pt x="120341" y="45652"/>
                  </a:lnTo>
                  <a:lnTo>
                    <a:pt x="120192" y="45203"/>
                  </a:lnTo>
                  <a:lnTo>
                    <a:pt x="119743" y="44604"/>
                  </a:lnTo>
                  <a:lnTo>
                    <a:pt x="118994" y="44155"/>
                  </a:lnTo>
                  <a:lnTo>
                    <a:pt x="118545" y="44006"/>
                  </a:lnTo>
                  <a:lnTo>
                    <a:pt x="118096" y="43856"/>
                  </a:lnTo>
                  <a:lnTo>
                    <a:pt x="117647" y="44006"/>
                  </a:lnTo>
                  <a:lnTo>
                    <a:pt x="117198" y="44155"/>
                  </a:lnTo>
                  <a:lnTo>
                    <a:pt x="116599" y="44604"/>
                  </a:lnTo>
                  <a:lnTo>
                    <a:pt x="116150" y="45203"/>
                  </a:lnTo>
                  <a:lnTo>
                    <a:pt x="116001" y="45652"/>
                  </a:lnTo>
                  <a:lnTo>
                    <a:pt x="115851" y="46101"/>
                  </a:lnTo>
                  <a:lnTo>
                    <a:pt x="116001" y="46849"/>
                  </a:lnTo>
                  <a:lnTo>
                    <a:pt x="116300" y="47298"/>
                  </a:lnTo>
                  <a:lnTo>
                    <a:pt x="116749" y="47897"/>
                  </a:lnTo>
                  <a:lnTo>
                    <a:pt x="117348" y="48197"/>
                  </a:lnTo>
                  <a:lnTo>
                    <a:pt x="116450" y="52238"/>
                  </a:lnTo>
                  <a:lnTo>
                    <a:pt x="112708" y="51489"/>
                  </a:lnTo>
                  <a:lnTo>
                    <a:pt x="110313" y="35174"/>
                  </a:lnTo>
                  <a:close/>
                  <a:moveTo>
                    <a:pt x="98488" y="35174"/>
                  </a:moveTo>
                  <a:lnTo>
                    <a:pt x="96243" y="51489"/>
                  </a:lnTo>
                  <a:lnTo>
                    <a:pt x="92651" y="52238"/>
                  </a:lnTo>
                  <a:lnTo>
                    <a:pt x="91453" y="48346"/>
                  </a:lnTo>
                  <a:lnTo>
                    <a:pt x="92052" y="47747"/>
                  </a:lnTo>
                  <a:lnTo>
                    <a:pt x="92501" y="46999"/>
                  </a:lnTo>
                  <a:lnTo>
                    <a:pt x="92501" y="46251"/>
                  </a:lnTo>
                  <a:lnTo>
                    <a:pt x="92352" y="45353"/>
                  </a:lnTo>
                  <a:lnTo>
                    <a:pt x="92052" y="45053"/>
                  </a:lnTo>
                  <a:lnTo>
                    <a:pt x="91753" y="44754"/>
                  </a:lnTo>
                  <a:lnTo>
                    <a:pt x="91004" y="44305"/>
                  </a:lnTo>
                  <a:lnTo>
                    <a:pt x="90256" y="44155"/>
                  </a:lnTo>
                  <a:lnTo>
                    <a:pt x="89807" y="44305"/>
                  </a:lnTo>
                  <a:lnTo>
                    <a:pt x="89358" y="44455"/>
                  </a:lnTo>
                  <a:lnTo>
                    <a:pt x="88909" y="44604"/>
                  </a:lnTo>
                  <a:lnTo>
                    <a:pt x="88610" y="44904"/>
                  </a:lnTo>
                  <a:lnTo>
                    <a:pt x="88310" y="45652"/>
                  </a:lnTo>
                  <a:lnTo>
                    <a:pt x="88161" y="46550"/>
                  </a:lnTo>
                  <a:lnTo>
                    <a:pt x="88161" y="46999"/>
                  </a:lnTo>
                  <a:lnTo>
                    <a:pt x="88310" y="47448"/>
                  </a:lnTo>
                  <a:lnTo>
                    <a:pt x="88759" y="47897"/>
                  </a:lnTo>
                  <a:lnTo>
                    <a:pt x="89208" y="48346"/>
                  </a:lnTo>
                  <a:lnTo>
                    <a:pt x="89807" y="48496"/>
                  </a:lnTo>
                  <a:lnTo>
                    <a:pt x="90555" y="48646"/>
                  </a:lnTo>
                  <a:lnTo>
                    <a:pt x="91603" y="52537"/>
                  </a:lnTo>
                  <a:lnTo>
                    <a:pt x="87412" y="53735"/>
                  </a:lnTo>
                  <a:lnTo>
                    <a:pt x="83521" y="55231"/>
                  </a:lnTo>
                  <a:lnTo>
                    <a:pt x="79629" y="57028"/>
                  </a:lnTo>
                  <a:lnTo>
                    <a:pt x="75887" y="59273"/>
                  </a:lnTo>
                  <a:lnTo>
                    <a:pt x="73941" y="55680"/>
                  </a:lnTo>
                  <a:lnTo>
                    <a:pt x="74390" y="54932"/>
                  </a:lnTo>
                  <a:lnTo>
                    <a:pt x="74540" y="54034"/>
                  </a:lnTo>
                  <a:lnTo>
                    <a:pt x="74240" y="53286"/>
                  </a:lnTo>
                  <a:lnTo>
                    <a:pt x="73791" y="52537"/>
                  </a:lnTo>
                  <a:lnTo>
                    <a:pt x="73492" y="52238"/>
                  </a:lnTo>
                  <a:lnTo>
                    <a:pt x="73043" y="52088"/>
                  </a:lnTo>
                  <a:lnTo>
                    <a:pt x="72295" y="51938"/>
                  </a:lnTo>
                  <a:lnTo>
                    <a:pt x="71397" y="52088"/>
                  </a:lnTo>
                  <a:lnTo>
                    <a:pt x="71097" y="52388"/>
                  </a:lnTo>
                  <a:lnTo>
                    <a:pt x="70648" y="52687"/>
                  </a:lnTo>
                  <a:lnTo>
                    <a:pt x="70499" y="52986"/>
                  </a:lnTo>
                  <a:lnTo>
                    <a:pt x="70199" y="53286"/>
                  </a:lnTo>
                  <a:lnTo>
                    <a:pt x="70049" y="54184"/>
                  </a:lnTo>
                  <a:lnTo>
                    <a:pt x="70199" y="55082"/>
                  </a:lnTo>
                  <a:lnTo>
                    <a:pt x="70499" y="55381"/>
                  </a:lnTo>
                  <a:lnTo>
                    <a:pt x="70798" y="55680"/>
                  </a:lnTo>
                  <a:lnTo>
                    <a:pt x="71247" y="56129"/>
                  </a:lnTo>
                  <a:lnTo>
                    <a:pt x="71846" y="56279"/>
                  </a:lnTo>
                  <a:lnTo>
                    <a:pt x="72444" y="56429"/>
                  </a:lnTo>
                  <a:lnTo>
                    <a:pt x="73043" y="56279"/>
                  </a:lnTo>
                  <a:lnTo>
                    <a:pt x="75139" y="59722"/>
                  </a:lnTo>
                  <a:lnTo>
                    <a:pt x="72444" y="61668"/>
                  </a:lnTo>
                  <a:lnTo>
                    <a:pt x="69750" y="63763"/>
                  </a:lnTo>
                  <a:lnTo>
                    <a:pt x="56728" y="54184"/>
                  </a:lnTo>
                  <a:lnTo>
                    <a:pt x="58824" y="52088"/>
                  </a:lnTo>
                  <a:lnTo>
                    <a:pt x="61218" y="50142"/>
                  </a:lnTo>
                  <a:lnTo>
                    <a:pt x="63613" y="48346"/>
                  </a:lnTo>
                  <a:lnTo>
                    <a:pt x="66008" y="46550"/>
                  </a:lnTo>
                  <a:lnTo>
                    <a:pt x="71247" y="51190"/>
                  </a:lnTo>
                  <a:lnTo>
                    <a:pt x="71247" y="51190"/>
                  </a:lnTo>
                  <a:lnTo>
                    <a:pt x="69151" y="44754"/>
                  </a:lnTo>
                  <a:lnTo>
                    <a:pt x="73342" y="42359"/>
                  </a:lnTo>
                  <a:lnTo>
                    <a:pt x="77683" y="40264"/>
                  </a:lnTo>
                  <a:lnTo>
                    <a:pt x="82323" y="38617"/>
                  </a:lnTo>
                  <a:lnTo>
                    <a:pt x="86963" y="37120"/>
                  </a:lnTo>
                  <a:lnTo>
                    <a:pt x="90406" y="43257"/>
                  </a:lnTo>
                  <a:lnTo>
                    <a:pt x="90555" y="36372"/>
                  </a:lnTo>
                  <a:lnTo>
                    <a:pt x="94447" y="35624"/>
                  </a:lnTo>
                  <a:lnTo>
                    <a:pt x="98488" y="35174"/>
                  </a:lnTo>
                  <a:close/>
                  <a:moveTo>
                    <a:pt x="56878" y="38467"/>
                  </a:moveTo>
                  <a:lnTo>
                    <a:pt x="65260" y="45951"/>
                  </a:lnTo>
                  <a:lnTo>
                    <a:pt x="62865" y="47747"/>
                  </a:lnTo>
                  <a:lnTo>
                    <a:pt x="60470" y="49544"/>
                  </a:lnTo>
                  <a:lnTo>
                    <a:pt x="58075" y="51489"/>
                  </a:lnTo>
                  <a:lnTo>
                    <a:pt x="55830" y="53585"/>
                  </a:lnTo>
                  <a:lnTo>
                    <a:pt x="48196" y="47897"/>
                  </a:lnTo>
                  <a:lnTo>
                    <a:pt x="47298" y="48646"/>
                  </a:lnTo>
                  <a:lnTo>
                    <a:pt x="53136" y="56279"/>
                  </a:lnTo>
                  <a:lnTo>
                    <a:pt x="51040" y="58524"/>
                  </a:lnTo>
                  <a:lnTo>
                    <a:pt x="49244" y="60770"/>
                  </a:lnTo>
                  <a:lnTo>
                    <a:pt x="47448" y="63164"/>
                  </a:lnTo>
                  <a:lnTo>
                    <a:pt x="45802" y="65559"/>
                  </a:lnTo>
                  <a:lnTo>
                    <a:pt x="38018" y="57477"/>
                  </a:lnTo>
                  <a:lnTo>
                    <a:pt x="40114" y="54782"/>
                  </a:lnTo>
                  <a:lnTo>
                    <a:pt x="42209" y="52238"/>
                  </a:lnTo>
                  <a:lnTo>
                    <a:pt x="44454" y="49693"/>
                  </a:lnTo>
                  <a:lnTo>
                    <a:pt x="46700" y="47298"/>
                  </a:lnTo>
                  <a:lnTo>
                    <a:pt x="49094" y="44904"/>
                  </a:lnTo>
                  <a:lnTo>
                    <a:pt x="51639" y="42658"/>
                  </a:lnTo>
                  <a:lnTo>
                    <a:pt x="54184" y="40563"/>
                  </a:lnTo>
                  <a:lnTo>
                    <a:pt x="56878" y="38467"/>
                  </a:lnTo>
                  <a:close/>
                  <a:moveTo>
                    <a:pt x="152522" y="38617"/>
                  </a:moveTo>
                  <a:lnTo>
                    <a:pt x="155216" y="40563"/>
                  </a:lnTo>
                  <a:lnTo>
                    <a:pt x="157761" y="42658"/>
                  </a:lnTo>
                  <a:lnTo>
                    <a:pt x="160306" y="44904"/>
                  </a:lnTo>
                  <a:lnTo>
                    <a:pt x="162700" y="47298"/>
                  </a:lnTo>
                  <a:lnTo>
                    <a:pt x="164946" y="49693"/>
                  </a:lnTo>
                  <a:lnTo>
                    <a:pt x="167191" y="52238"/>
                  </a:lnTo>
                  <a:lnTo>
                    <a:pt x="169286" y="54932"/>
                  </a:lnTo>
                  <a:lnTo>
                    <a:pt x="171382" y="57626"/>
                  </a:lnTo>
                  <a:lnTo>
                    <a:pt x="163748" y="65559"/>
                  </a:lnTo>
                  <a:lnTo>
                    <a:pt x="161802" y="62865"/>
                  </a:lnTo>
                  <a:lnTo>
                    <a:pt x="159707" y="60320"/>
                  </a:lnTo>
                  <a:lnTo>
                    <a:pt x="157611" y="57776"/>
                  </a:lnTo>
                  <a:lnTo>
                    <a:pt x="155366" y="55381"/>
                  </a:lnTo>
                  <a:lnTo>
                    <a:pt x="161054" y="47897"/>
                  </a:lnTo>
                  <a:lnTo>
                    <a:pt x="160156" y="46999"/>
                  </a:lnTo>
                  <a:lnTo>
                    <a:pt x="152672" y="52687"/>
                  </a:lnTo>
                  <a:lnTo>
                    <a:pt x="150576" y="50891"/>
                  </a:lnTo>
                  <a:lnTo>
                    <a:pt x="148481" y="49095"/>
                  </a:lnTo>
                  <a:lnTo>
                    <a:pt x="146385" y="47448"/>
                  </a:lnTo>
                  <a:lnTo>
                    <a:pt x="144140" y="45951"/>
                  </a:lnTo>
                  <a:lnTo>
                    <a:pt x="152522" y="38617"/>
                  </a:lnTo>
                  <a:close/>
                  <a:moveTo>
                    <a:pt x="117048" y="54184"/>
                  </a:moveTo>
                  <a:lnTo>
                    <a:pt x="120940" y="55231"/>
                  </a:lnTo>
                  <a:lnTo>
                    <a:pt x="124682" y="56579"/>
                  </a:lnTo>
                  <a:lnTo>
                    <a:pt x="128424" y="58375"/>
                  </a:lnTo>
                  <a:lnTo>
                    <a:pt x="131867" y="60320"/>
                  </a:lnTo>
                  <a:lnTo>
                    <a:pt x="128274" y="66158"/>
                  </a:lnTo>
                  <a:lnTo>
                    <a:pt x="125281" y="64511"/>
                  </a:lnTo>
                  <a:lnTo>
                    <a:pt x="122287" y="63015"/>
                  </a:lnTo>
                  <a:lnTo>
                    <a:pt x="118994" y="61817"/>
                  </a:lnTo>
                  <a:lnTo>
                    <a:pt x="115701" y="60919"/>
                  </a:lnTo>
                  <a:lnTo>
                    <a:pt x="117048" y="54184"/>
                  </a:lnTo>
                  <a:close/>
                  <a:moveTo>
                    <a:pt x="92052" y="54184"/>
                  </a:moveTo>
                  <a:lnTo>
                    <a:pt x="93998" y="60770"/>
                  </a:lnTo>
                  <a:lnTo>
                    <a:pt x="90406" y="61817"/>
                  </a:lnTo>
                  <a:lnTo>
                    <a:pt x="86813" y="63164"/>
                  </a:lnTo>
                  <a:lnTo>
                    <a:pt x="83521" y="64811"/>
                  </a:lnTo>
                  <a:lnTo>
                    <a:pt x="80228" y="66757"/>
                  </a:lnTo>
                  <a:lnTo>
                    <a:pt x="76785" y="60770"/>
                  </a:lnTo>
                  <a:lnTo>
                    <a:pt x="80377" y="58674"/>
                  </a:lnTo>
                  <a:lnTo>
                    <a:pt x="84119" y="56878"/>
                  </a:lnTo>
                  <a:lnTo>
                    <a:pt x="88011" y="55381"/>
                  </a:lnTo>
                  <a:lnTo>
                    <a:pt x="92052" y="54184"/>
                  </a:lnTo>
                  <a:close/>
                  <a:moveTo>
                    <a:pt x="132615" y="60770"/>
                  </a:moveTo>
                  <a:lnTo>
                    <a:pt x="135160" y="62416"/>
                  </a:lnTo>
                  <a:lnTo>
                    <a:pt x="137405" y="64212"/>
                  </a:lnTo>
                  <a:lnTo>
                    <a:pt x="131717" y="68553"/>
                  </a:lnTo>
                  <a:lnTo>
                    <a:pt x="129172" y="66607"/>
                  </a:lnTo>
                  <a:lnTo>
                    <a:pt x="132615" y="60770"/>
                  </a:lnTo>
                  <a:close/>
                  <a:moveTo>
                    <a:pt x="37569" y="58375"/>
                  </a:moveTo>
                  <a:lnTo>
                    <a:pt x="38168" y="59123"/>
                  </a:lnTo>
                  <a:lnTo>
                    <a:pt x="37420" y="60320"/>
                  </a:lnTo>
                  <a:lnTo>
                    <a:pt x="36971" y="61219"/>
                  </a:lnTo>
                  <a:lnTo>
                    <a:pt x="36671" y="62117"/>
                  </a:lnTo>
                  <a:lnTo>
                    <a:pt x="37719" y="60470"/>
                  </a:lnTo>
                  <a:lnTo>
                    <a:pt x="38467" y="59273"/>
                  </a:lnTo>
                  <a:lnTo>
                    <a:pt x="39066" y="60021"/>
                  </a:lnTo>
                  <a:lnTo>
                    <a:pt x="38318" y="61219"/>
                  </a:lnTo>
                  <a:lnTo>
                    <a:pt x="37869" y="62117"/>
                  </a:lnTo>
                  <a:lnTo>
                    <a:pt x="37569" y="63015"/>
                  </a:lnTo>
                  <a:lnTo>
                    <a:pt x="37569" y="63015"/>
                  </a:lnTo>
                  <a:lnTo>
                    <a:pt x="38168" y="62266"/>
                  </a:lnTo>
                  <a:lnTo>
                    <a:pt x="38617" y="61368"/>
                  </a:lnTo>
                  <a:lnTo>
                    <a:pt x="39216" y="60171"/>
                  </a:lnTo>
                  <a:lnTo>
                    <a:pt x="39814" y="60770"/>
                  </a:lnTo>
                  <a:lnTo>
                    <a:pt x="39066" y="62117"/>
                  </a:lnTo>
                  <a:lnTo>
                    <a:pt x="38916" y="62715"/>
                  </a:lnTo>
                  <a:lnTo>
                    <a:pt x="38617" y="63314"/>
                  </a:lnTo>
                  <a:lnTo>
                    <a:pt x="38767" y="63464"/>
                  </a:lnTo>
                  <a:lnTo>
                    <a:pt x="39665" y="61967"/>
                  </a:lnTo>
                  <a:lnTo>
                    <a:pt x="40114" y="61069"/>
                  </a:lnTo>
                  <a:lnTo>
                    <a:pt x="40862" y="61967"/>
                  </a:lnTo>
                  <a:lnTo>
                    <a:pt x="40413" y="62865"/>
                  </a:lnTo>
                  <a:lnTo>
                    <a:pt x="39964" y="63613"/>
                  </a:lnTo>
                  <a:lnTo>
                    <a:pt x="39665" y="64511"/>
                  </a:lnTo>
                  <a:lnTo>
                    <a:pt x="39814" y="64511"/>
                  </a:lnTo>
                  <a:lnTo>
                    <a:pt x="40263" y="63763"/>
                  </a:lnTo>
                  <a:lnTo>
                    <a:pt x="40563" y="63015"/>
                  </a:lnTo>
                  <a:lnTo>
                    <a:pt x="41162" y="62117"/>
                  </a:lnTo>
                  <a:lnTo>
                    <a:pt x="41760" y="62865"/>
                  </a:lnTo>
                  <a:lnTo>
                    <a:pt x="41311" y="63613"/>
                  </a:lnTo>
                  <a:lnTo>
                    <a:pt x="40862" y="64362"/>
                  </a:lnTo>
                  <a:lnTo>
                    <a:pt x="40563" y="65110"/>
                  </a:lnTo>
                  <a:lnTo>
                    <a:pt x="40713" y="65110"/>
                  </a:lnTo>
                  <a:lnTo>
                    <a:pt x="41760" y="63314"/>
                  </a:lnTo>
                  <a:lnTo>
                    <a:pt x="41910" y="63015"/>
                  </a:lnTo>
                  <a:lnTo>
                    <a:pt x="42509" y="63613"/>
                  </a:lnTo>
                  <a:lnTo>
                    <a:pt x="42209" y="64062"/>
                  </a:lnTo>
                  <a:lnTo>
                    <a:pt x="41611" y="65559"/>
                  </a:lnTo>
                  <a:lnTo>
                    <a:pt x="41760" y="65559"/>
                  </a:lnTo>
                  <a:lnTo>
                    <a:pt x="42359" y="64212"/>
                  </a:lnTo>
                  <a:lnTo>
                    <a:pt x="42658" y="63763"/>
                  </a:lnTo>
                  <a:lnTo>
                    <a:pt x="43257" y="64362"/>
                  </a:lnTo>
                  <a:lnTo>
                    <a:pt x="42958" y="64961"/>
                  </a:lnTo>
                  <a:lnTo>
                    <a:pt x="42509" y="66008"/>
                  </a:lnTo>
                  <a:lnTo>
                    <a:pt x="43107" y="65410"/>
                  </a:lnTo>
                  <a:lnTo>
                    <a:pt x="43407" y="64511"/>
                  </a:lnTo>
                  <a:lnTo>
                    <a:pt x="44005" y="65110"/>
                  </a:lnTo>
                  <a:lnTo>
                    <a:pt x="43856" y="65410"/>
                  </a:lnTo>
                  <a:lnTo>
                    <a:pt x="43556" y="66008"/>
                  </a:lnTo>
                  <a:lnTo>
                    <a:pt x="43407" y="66457"/>
                  </a:lnTo>
                  <a:lnTo>
                    <a:pt x="43556" y="66607"/>
                  </a:lnTo>
                  <a:lnTo>
                    <a:pt x="44005" y="65559"/>
                  </a:lnTo>
                  <a:lnTo>
                    <a:pt x="44155" y="65410"/>
                  </a:lnTo>
                  <a:lnTo>
                    <a:pt x="44754" y="65859"/>
                  </a:lnTo>
                  <a:lnTo>
                    <a:pt x="44155" y="67056"/>
                  </a:lnTo>
                  <a:lnTo>
                    <a:pt x="44305" y="67206"/>
                  </a:lnTo>
                  <a:lnTo>
                    <a:pt x="44904" y="66158"/>
                  </a:lnTo>
                  <a:lnTo>
                    <a:pt x="45203" y="66457"/>
                  </a:lnTo>
                  <a:lnTo>
                    <a:pt x="45353" y="66607"/>
                  </a:lnTo>
                  <a:lnTo>
                    <a:pt x="45203" y="66757"/>
                  </a:lnTo>
                  <a:lnTo>
                    <a:pt x="45053" y="67206"/>
                  </a:lnTo>
                  <a:lnTo>
                    <a:pt x="45053" y="67655"/>
                  </a:lnTo>
                  <a:lnTo>
                    <a:pt x="45053" y="67804"/>
                  </a:lnTo>
                  <a:lnTo>
                    <a:pt x="45203" y="67804"/>
                  </a:lnTo>
                  <a:lnTo>
                    <a:pt x="45502" y="66906"/>
                  </a:lnTo>
                  <a:lnTo>
                    <a:pt x="45502" y="66757"/>
                  </a:lnTo>
                  <a:lnTo>
                    <a:pt x="45951" y="67206"/>
                  </a:lnTo>
                  <a:lnTo>
                    <a:pt x="46101" y="67355"/>
                  </a:lnTo>
                  <a:lnTo>
                    <a:pt x="45802" y="68104"/>
                  </a:lnTo>
                  <a:lnTo>
                    <a:pt x="45951" y="68104"/>
                  </a:lnTo>
                  <a:lnTo>
                    <a:pt x="46251" y="67505"/>
                  </a:lnTo>
                  <a:lnTo>
                    <a:pt x="46849" y="68104"/>
                  </a:lnTo>
                  <a:lnTo>
                    <a:pt x="46700" y="68104"/>
                  </a:lnTo>
                  <a:lnTo>
                    <a:pt x="46700" y="68702"/>
                  </a:lnTo>
                  <a:lnTo>
                    <a:pt x="45203" y="68253"/>
                  </a:lnTo>
                  <a:lnTo>
                    <a:pt x="44155" y="68104"/>
                  </a:lnTo>
                  <a:lnTo>
                    <a:pt x="33378" y="64961"/>
                  </a:lnTo>
                  <a:lnTo>
                    <a:pt x="35534" y="61368"/>
                  </a:lnTo>
                  <a:lnTo>
                    <a:pt x="35623" y="61368"/>
                  </a:lnTo>
                  <a:lnTo>
                    <a:pt x="36971" y="59422"/>
                  </a:lnTo>
                  <a:lnTo>
                    <a:pt x="37569" y="58375"/>
                  </a:lnTo>
                  <a:close/>
                  <a:moveTo>
                    <a:pt x="171831" y="58375"/>
                  </a:moveTo>
                  <a:lnTo>
                    <a:pt x="172579" y="59422"/>
                  </a:lnTo>
                  <a:lnTo>
                    <a:pt x="173777" y="61368"/>
                  </a:lnTo>
                  <a:lnTo>
                    <a:pt x="173926" y="61368"/>
                  </a:lnTo>
                  <a:lnTo>
                    <a:pt x="176022" y="64961"/>
                  </a:lnTo>
                  <a:lnTo>
                    <a:pt x="165245" y="68104"/>
                  </a:lnTo>
                  <a:lnTo>
                    <a:pt x="164197" y="68403"/>
                  </a:lnTo>
                  <a:lnTo>
                    <a:pt x="162850" y="68702"/>
                  </a:lnTo>
                  <a:lnTo>
                    <a:pt x="162700" y="68104"/>
                  </a:lnTo>
                  <a:lnTo>
                    <a:pt x="163149" y="67505"/>
                  </a:lnTo>
                  <a:lnTo>
                    <a:pt x="163449" y="68104"/>
                  </a:lnTo>
                  <a:lnTo>
                    <a:pt x="163598" y="68104"/>
                  </a:lnTo>
                  <a:lnTo>
                    <a:pt x="163449" y="67355"/>
                  </a:lnTo>
                  <a:lnTo>
                    <a:pt x="163449" y="67206"/>
                  </a:lnTo>
                  <a:lnTo>
                    <a:pt x="163898" y="66757"/>
                  </a:lnTo>
                  <a:lnTo>
                    <a:pt x="163898" y="66906"/>
                  </a:lnTo>
                  <a:lnTo>
                    <a:pt x="164347" y="67804"/>
                  </a:lnTo>
                  <a:lnTo>
                    <a:pt x="164497" y="67655"/>
                  </a:lnTo>
                  <a:lnTo>
                    <a:pt x="164347" y="67206"/>
                  </a:lnTo>
                  <a:lnTo>
                    <a:pt x="164197" y="66757"/>
                  </a:lnTo>
                  <a:lnTo>
                    <a:pt x="164047" y="66607"/>
                  </a:lnTo>
                  <a:lnTo>
                    <a:pt x="164197" y="66457"/>
                  </a:lnTo>
                  <a:lnTo>
                    <a:pt x="164497" y="66158"/>
                  </a:lnTo>
                  <a:lnTo>
                    <a:pt x="165095" y="67206"/>
                  </a:lnTo>
                  <a:lnTo>
                    <a:pt x="165245" y="67206"/>
                  </a:lnTo>
                  <a:lnTo>
                    <a:pt x="165245" y="67056"/>
                  </a:lnTo>
                  <a:lnTo>
                    <a:pt x="164796" y="65859"/>
                  </a:lnTo>
                  <a:lnTo>
                    <a:pt x="165245" y="65410"/>
                  </a:lnTo>
                  <a:lnTo>
                    <a:pt x="165395" y="65559"/>
                  </a:lnTo>
                  <a:lnTo>
                    <a:pt x="165993" y="66607"/>
                  </a:lnTo>
                  <a:lnTo>
                    <a:pt x="165993" y="66457"/>
                  </a:lnTo>
                  <a:lnTo>
                    <a:pt x="165844" y="66008"/>
                  </a:lnTo>
                  <a:lnTo>
                    <a:pt x="165544" y="65410"/>
                  </a:lnTo>
                  <a:lnTo>
                    <a:pt x="165395" y="65110"/>
                  </a:lnTo>
                  <a:lnTo>
                    <a:pt x="165993" y="64511"/>
                  </a:lnTo>
                  <a:lnTo>
                    <a:pt x="166442" y="65410"/>
                  </a:lnTo>
                  <a:lnTo>
                    <a:pt x="166891" y="66008"/>
                  </a:lnTo>
                  <a:lnTo>
                    <a:pt x="167041" y="66008"/>
                  </a:lnTo>
                  <a:lnTo>
                    <a:pt x="166442" y="64961"/>
                  </a:lnTo>
                  <a:lnTo>
                    <a:pt x="166143" y="64362"/>
                  </a:lnTo>
                  <a:lnTo>
                    <a:pt x="166742" y="63763"/>
                  </a:lnTo>
                  <a:lnTo>
                    <a:pt x="167041" y="64212"/>
                  </a:lnTo>
                  <a:lnTo>
                    <a:pt x="167640" y="65559"/>
                  </a:lnTo>
                  <a:lnTo>
                    <a:pt x="167789" y="65559"/>
                  </a:lnTo>
                  <a:lnTo>
                    <a:pt x="167191" y="64062"/>
                  </a:lnTo>
                  <a:lnTo>
                    <a:pt x="166891" y="63613"/>
                  </a:lnTo>
                  <a:lnTo>
                    <a:pt x="167490" y="63015"/>
                  </a:lnTo>
                  <a:lnTo>
                    <a:pt x="167789" y="63314"/>
                  </a:lnTo>
                  <a:lnTo>
                    <a:pt x="168687" y="65110"/>
                  </a:lnTo>
                  <a:lnTo>
                    <a:pt x="168837" y="65110"/>
                  </a:lnTo>
                  <a:lnTo>
                    <a:pt x="168538" y="64362"/>
                  </a:lnTo>
                  <a:lnTo>
                    <a:pt x="168238" y="63613"/>
                  </a:lnTo>
                  <a:lnTo>
                    <a:pt x="167640" y="62865"/>
                  </a:lnTo>
                  <a:lnTo>
                    <a:pt x="168388" y="62117"/>
                  </a:lnTo>
                  <a:lnTo>
                    <a:pt x="168837" y="63015"/>
                  </a:lnTo>
                  <a:lnTo>
                    <a:pt x="169286" y="63763"/>
                  </a:lnTo>
                  <a:lnTo>
                    <a:pt x="169735" y="64511"/>
                  </a:lnTo>
                  <a:lnTo>
                    <a:pt x="169436" y="63613"/>
                  </a:lnTo>
                  <a:lnTo>
                    <a:pt x="168987" y="62865"/>
                  </a:lnTo>
                  <a:lnTo>
                    <a:pt x="168538" y="61967"/>
                  </a:lnTo>
                  <a:lnTo>
                    <a:pt x="169436" y="61069"/>
                  </a:lnTo>
                  <a:lnTo>
                    <a:pt x="169885" y="61967"/>
                  </a:lnTo>
                  <a:lnTo>
                    <a:pt x="170633" y="63464"/>
                  </a:lnTo>
                  <a:lnTo>
                    <a:pt x="170783" y="63464"/>
                  </a:lnTo>
                  <a:lnTo>
                    <a:pt x="170783" y="63314"/>
                  </a:lnTo>
                  <a:lnTo>
                    <a:pt x="170633" y="62715"/>
                  </a:lnTo>
                  <a:lnTo>
                    <a:pt x="170334" y="62117"/>
                  </a:lnTo>
                  <a:lnTo>
                    <a:pt x="169586" y="60770"/>
                  </a:lnTo>
                  <a:lnTo>
                    <a:pt x="170184" y="60171"/>
                  </a:lnTo>
                  <a:lnTo>
                    <a:pt x="170783" y="61368"/>
                  </a:lnTo>
                  <a:lnTo>
                    <a:pt x="171232" y="62266"/>
                  </a:lnTo>
                  <a:lnTo>
                    <a:pt x="171831" y="63015"/>
                  </a:lnTo>
                  <a:lnTo>
                    <a:pt x="171531" y="62117"/>
                  </a:lnTo>
                  <a:lnTo>
                    <a:pt x="171082" y="61219"/>
                  </a:lnTo>
                  <a:lnTo>
                    <a:pt x="170334" y="60021"/>
                  </a:lnTo>
                  <a:lnTo>
                    <a:pt x="171082" y="59273"/>
                  </a:lnTo>
                  <a:lnTo>
                    <a:pt x="171681" y="60470"/>
                  </a:lnTo>
                  <a:lnTo>
                    <a:pt x="172729" y="62117"/>
                  </a:lnTo>
                  <a:lnTo>
                    <a:pt x="172878" y="62117"/>
                  </a:lnTo>
                  <a:lnTo>
                    <a:pt x="172429" y="61219"/>
                  </a:lnTo>
                  <a:lnTo>
                    <a:pt x="171980" y="60320"/>
                  </a:lnTo>
                  <a:lnTo>
                    <a:pt x="171232" y="59123"/>
                  </a:lnTo>
                  <a:lnTo>
                    <a:pt x="171831" y="58375"/>
                  </a:lnTo>
                  <a:close/>
                  <a:moveTo>
                    <a:pt x="46999" y="68253"/>
                  </a:moveTo>
                  <a:lnTo>
                    <a:pt x="47747" y="69002"/>
                  </a:lnTo>
                  <a:lnTo>
                    <a:pt x="47747" y="69002"/>
                  </a:lnTo>
                  <a:lnTo>
                    <a:pt x="46849" y="68852"/>
                  </a:lnTo>
                  <a:lnTo>
                    <a:pt x="46999" y="68253"/>
                  </a:lnTo>
                  <a:close/>
                  <a:moveTo>
                    <a:pt x="162401" y="68253"/>
                  </a:moveTo>
                  <a:lnTo>
                    <a:pt x="162700" y="68852"/>
                  </a:lnTo>
                  <a:lnTo>
                    <a:pt x="161653" y="69002"/>
                  </a:lnTo>
                  <a:lnTo>
                    <a:pt x="161653" y="69002"/>
                  </a:lnTo>
                  <a:lnTo>
                    <a:pt x="162401" y="68253"/>
                  </a:lnTo>
                  <a:close/>
                  <a:moveTo>
                    <a:pt x="76037" y="61219"/>
                  </a:moveTo>
                  <a:lnTo>
                    <a:pt x="79479" y="67206"/>
                  </a:lnTo>
                  <a:lnTo>
                    <a:pt x="76935" y="69002"/>
                  </a:lnTo>
                  <a:lnTo>
                    <a:pt x="71247" y="64811"/>
                  </a:lnTo>
                  <a:lnTo>
                    <a:pt x="73492" y="63015"/>
                  </a:lnTo>
                  <a:lnTo>
                    <a:pt x="76037" y="61219"/>
                  </a:lnTo>
                  <a:close/>
                  <a:moveTo>
                    <a:pt x="114354" y="62117"/>
                  </a:moveTo>
                  <a:lnTo>
                    <a:pt x="116599" y="62566"/>
                  </a:lnTo>
                  <a:lnTo>
                    <a:pt x="118695" y="63314"/>
                  </a:lnTo>
                  <a:lnTo>
                    <a:pt x="120790" y="64062"/>
                  </a:lnTo>
                  <a:lnTo>
                    <a:pt x="122886" y="64961"/>
                  </a:lnTo>
                  <a:lnTo>
                    <a:pt x="124832" y="65859"/>
                  </a:lnTo>
                  <a:lnTo>
                    <a:pt x="126778" y="67056"/>
                  </a:lnTo>
                  <a:lnTo>
                    <a:pt x="128723" y="68104"/>
                  </a:lnTo>
                  <a:lnTo>
                    <a:pt x="130520" y="69451"/>
                  </a:lnTo>
                  <a:lnTo>
                    <a:pt x="117048" y="79629"/>
                  </a:lnTo>
                  <a:lnTo>
                    <a:pt x="114354" y="62117"/>
                  </a:lnTo>
                  <a:close/>
                  <a:moveTo>
                    <a:pt x="64511" y="71546"/>
                  </a:moveTo>
                  <a:lnTo>
                    <a:pt x="68852" y="77234"/>
                  </a:lnTo>
                  <a:lnTo>
                    <a:pt x="67056" y="79779"/>
                  </a:lnTo>
                  <a:lnTo>
                    <a:pt x="61218" y="76186"/>
                  </a:lnTo>
                  <a:lnTo>
                    <a:pt x="62865" y="73792"/>
                  </a:lnTo>
                  <a:lnTo>
                    <a:pt x="64511" y="71546"/>
                  </a:lnTo>
                  <a:close/>
                  <a:moveTo>
                    <a:pt x="94896" y="62117"/>
                  </a:moveTo>
                  <a:lnTo>
                    <a:pt x="92352" y="80377"/>
                  </a:lnTo>
                  <a:lnTo>
                    <a:pt x="78132" y="69900"/>
                  </a:lnTo>
                  <a:lnTo>
                    <a:pt x="80078" y="68553"/>
                  </a:lnTo>
                  <a:lnTo>
                    <a:pt x="81874" y="67355"/>
                  </a:lnTo>
                  <a:lnTo>
                    <a:pt x="83970" y="66158"/>
                  </a:lnTo>
                  <a:lnTo>
                    <a:pt x="86065" y="65110"/>
                  </a:lnTo>
                  <a:lnTo>
                    <a:pt x="88161" y="64212"/>
                  </a:lnTo>
                  <a:lnTo>
                    <a:pt x="90256" y="63464"/>
                  </a:lnTo>
                  <a:lnTo>
                    <a:pt x="92501" y="62715"/>
                  </a:lnTo>
                  <a:lnTo>
                    <a:pt x="94896" y="62117"/>
                  </a:lnTo>
                  <a:close/>
                  <a:moveTo>
                    <a:pt x="144140" y="70648"/>
                  </a:moveTo>
                  <a:lnTo>
                    <a:pt x="146535" y="73792"/>
                  </a:lnTo>
                  <a:lnTo>
                    <a:pt x="148780" y="77084"/>
                  </a:lnTo>
                  <a:lnTo>
                    <a:pt x="143093" y="80826"/>
                  </a:lnTo>
                  <a:lnTo>
                    <a:pt x="141596" y="78581"/>
                  </a:lnTo>
                  <a:lnTo>
                    <a:pt x="139949" y="76336"/>
                  </a:lnTo>
                  <a:lnTo>
                    <a:pt x="144140" y="70648"/>
                  </a:lnTo>
                  <a:close/>
                  <a:moveTo>
                    <a:pt x="32929" y="65859"/>
                  </a:moveTo>
                  <a:lnTo>
                    <a:pt x="43706" y="68852"/>
                  </a:lnTo>
                  <a:lnTo>
                    <a:pt x="41311" y="73193"/>
                  </a:lnTo>
                  <a:lnTo>
                    <a:pt x="39365" y="77534"/>
                  </a:lnTo>
                  <a:lnTo>
                    <a:pt x="37569" y="82024"/>
                  </a:lnTo>
                  <a:lnTo>
                    <a:pt x="36222" y="86664"/>
                  </a:lnTo>
                  <a:lnTo>
                    <a:pt x="26343" y="81575"/>
                  </a:lnTo>
                  <a:lnTo>
                    <a:pt x="26643" y="80527"/>
                  </a:lnTo>
                  <a:lnTo>
                    <a:pt x="27990" y="76635"/>
                  </a:lnTo>
                  <a:lnTo>
                    <a:pt x="29487" y="73043"/>
                  </a:lnTo>
                  <a:lnTo>
                    <a:pt x="31133" y="69301"/>
                  </a:lnTo>
                  <a:lnTo>
                    <a:pt x="32929" y="65859"/>
                  </a:lnTo>
                  <a:close/>
                  <a:moveTo>
                    <a:pt x="176471" y="65859"/>
                  </a:moveTo>
                  <a:lnTo>
                    <a:pt x="178417" y="69601"/>
                  </a:lnTo>
                  <a:lnTo>
                    <a:pt x="180213" y="73492"/>
                  </a:lnTo>
                  <a:lnTo>
                    <a:pt x="181710" y="77534"/>
                  </a:lnTo>
                  <a:lnTo>
                    <a:pt x="183057" y="81575"/>
                  </a:lnTo>
                  <a:lnTo>
                    <a:pt x="173178" y="86814"/>
                  </a:lnTo>
                  <a:lnTo>
                    <a:pt x="171831" y="82024"/>
                  </a:lnTo>
                  <a:lnTo>
                    <a:pt x="170035" y="77534"/>
                  </a:lnTo>
                  <a:lnTo>
                    <a:pt x="168089" y="73193"/>
                  </a:lnTo>
                  <a:lnTo>
                    <a:pt x="165694" y="68852"/>
                  </a:lnTo>
                  <a:lnTo>
                    <a:pt x="176471" y="65859"/>
                  </a:lnTo>
                  <a:close/>
                  <a:moveTo>
                    <a:pt x="38168" y="88909"/>
                  </a:moveTo>
                  <a:lnTo>
                    <a:pt x="39216" y="89358"/>
                  </a:lnTo>
                  <a:lnTo>
                    <a:pt x="38168" y="89358"/>
                  </a:lnTo>
                  <a:lnTo>
                    <a:pt x="38168" y="88909"/>
                  </a:lnTo>
                  <a:close/>
                  <a:moveTo>
                    <a:pt x="171232" y="88909"/>
                  </a:moveTo>
                  <a:lnTo>
                    <a:pt x="171232" y="89358"/>
                  </a:lnTo>
                  <a:lnTo>
                    <a:pt x="170334" y="89358"/>
                  </a:lnTo>
                  <a:lnTo>
                    <a:pt x="171232" y="88909"/>
                  </a:lnTo>
                  <a:close/>
                  <a:moveTo>
                    <a:pt x="26194" y="82623"/>
                  </a:moveTo>
                  <a:lnTo>
                    <a:pt x="26942" y="83072"/>
                  </a:lnTo>
                  <a:lnTo>
                    <a:pt x="26643" y="84568"/>
                  </a:lnTo>
                  <a:lnTo>
                    <a:pt x="26493" y="85466"/>
                  </a:lnTo>
                  <a:lnTo>
                    <a:pt x="26343" y="86365"/>
                  </a:lnTo>
                  <a:lnTo>
                    <a:pt x="26493" y="86365"/>
                  </a:lnTo>
                  <a:lnTo>
                    <a:pt x="26942" y="84419"/>
                  </a:lnTo>
                  <a:lnTo>
                    <a:pt x="27241" y="83221"/>
                  </a:lnTo>
                  <a:lnTo>
                    <a:pt x="27990" y="83670"/>
                  </a:lnTo>
                  <a:lnTo>
                    <a:pt x="27840" y="85017"/>
                  </a:lnTo>
                  <a:lnTo>
                    <a:pt x="27690" y="85916"/>
                  </a:lnTo>
                  <a:lnTo>
                    <a:pt x="27541" y="86814"/>
                  </a:lnTo>
                  <a:lnTo>
                    <a:pt x="27541" y="86963"/>
                  </a:lnTo>
                  <a:lnTo>
                    <a:pt x="27690" y="86963"/>
                  </a:lnTo>
                  <a:lnTo>
                    <a:pt x="27990" y="85916"/>
                  </a:lnTo>
                  <a:lnTo>
                    <a:pt x="28140" y="85017"/>
                  </a:lnTo>
                  <a:lnTo>
                    <a:pt x="28289" y="83670"/>
                  </a:lnTo>
                  <a:lnTo>
                    <a:pt x="29038" y="84119"/>
                  </a:lnTo>
                  <a:lnTo>
                    <a:pt x="28738" y="85466"/>
                  </a:lnTo>
                  <a:lnTo>
                    <a:pt x="28738" y="86215"/>
                  </a:lnTo>
                  <a:lnTo>
                    <a:pt x="28738" y="86963"/>
                  </a:lnTo>
                  <a:lnTo>
                    <a:pt x="28888" y="86963"/>
                  </a:lnTo>
                  <a:lnTo>
                    <a:pt x="29187" y="85167"/>
                  </a:lnTo>
                  <a:lnTo>
                    <a:pt x="29337" y="84269"/>
                  </a:lnTo>
                  <a:lnTo>
                    <a:pt x="30385" y="84868"/>
                  </a:lnTo>
                  <a:lnTo>
                    <a:pt x="30085" y="86215"/>
                  </a:lnTo>
                  <a:lnTo>
                    <a:pt x="30085" y="87562"/>
                  </a:lnTo>
                  <a:lnTo>
                    <a:pt x="30385" y="86814"/>
                  </a:lnTo>
                  <a:lnTo>
                    <a:pt x="30534" y="85766"/>
                  </a:lnTo>
                  <a:lnTo>
                    <a:pt x="30684" y="85017"/>
                  </a:lnTo>
                  <a:lnTo>
                    <a:pt x="31432" y="85317"/>
                  </a:lnTo>
                  <a:lnTo>
                    <a:pt x="31283" y="86365"/>
                  </a:lnTo>
                  <a:lnTo>
                    <a:pt x="31133" y="87113"/>
                  </a:lnTo>
                  <a:lnTo>
                    <a:pt x="31133" y="87861"/>
                  </a:lnTo>
                  <a:lnTo>
                    <a:pt x="31283" y="87861"/>
                  </a:lnTo>
                  <a:lnTo>
                    <a:pt x="31582" y="85916"/>
                  </a:lnTo>
                  <a:lnTo>
                    <a:pt x="31732" y="85466"/>
                  </a:lnTo>
                  <a:lnTo>
                    <a:pt x="32480" y="85916"/>
                  </a:lnTo>
                  <a:lnTo>
                    <a:pt x="32331" y="86215"/>
                  </a:lnTo>
                  <a:lnTo>
                    <a:pt x="32181" y="87113"/>
                  </a:lnTo>
                  <a:lnTo>
                    <a:pt x="32181" y="88011"/>
                  </a:lnTo>
                  <a:lnTo>
                    <a:pt x="32331" y="88011"/>
                  </a:lnTo>
                  <a:lnTo>
                    <a:pt x="32480" y="86814"/>
                  </a:lnTo>
                  <a:lnTo>
                    <a:pt x="32630" y="86065"/>
                  </a:lnTo>
                  <a:lnTo>
                    <a:pt x="33378" y="86365"/>
                  </a:lnTo>
                  <a:lnTo>
                    <a:pt x="33229" y="87263"/>
                  </a:lnTo>
                  <a:lnTo>
                    <a:pt x="33229" y="88161"/>
                  </a:lnTo>
                  <a:lnTo>
                    <a:pt x="33528" y="87412"/>
                  </a:lnTo>
                  <a:lnTo>
                    <a:pt x="33678" y="86514"/>
                  </a:lnTo>
                  <a:lnTo>
                    <a:pt x="34426" y="86814"/>
                  </a:lnTo>
                  <a:lnTo>
                    <a:pt x="34276" y="87263"/>
                  </a:lnTo>
                  <a:lnTo>
                    <a:pt x="34276" y="87712"/>
                  </a:lnTo>
                  <a:lnTo>
                    <a:pt x="34276" y="88310"/>
                  </a:lnTo>
                  <a:lnTo>
                    <a:pt x="34576" y="87263"/>
                  </a:lnTo>
                  <a:lnTo>
                    <a:pt x="34576" y="86963"/>
                  </a:lnTo>
                  <a:lnTo>
                    <a:pt x="35324" y="87263"/>
                  </a:lnTo>
                  <a:lnTo>
                    <a:pt x="35174" y="88610"/>
                  </a:lnTo>
                  <a:lnTo>
                    <a:pt x="35324" y="88759"/>
                  </a:lnTo>
                  <a:lnTo>
                    <a:pt x="35324" y="88610"/>
                  </a:lnTo>
                  <a:lnTo>
                    <a:pt x="35474" y="87412"/>
                  </a:lnTo>
                  <a:lnTo>
                    <a:pt x="35923" y="87712"/>
                  </a:lnTo>
                  <a:lnTo>
                    <a:pt x="36072" y="87712"/>
                  </a:lnTo>
                  <a:lnTo>
                    <a:pt x="36072" y="88011"/>
                  </a:lnTo>
                  <a:lnTo>
                    <a:pt x="36222" y="88909"/>
                  </a:lnTo>
                  <a:lnTo>
                    <a:pt x="36372" y="88161"/>
                  </a:lnTo>
                  <a:lnTo>
                    <a:pt x="36372" y="87861"/>
                  </a:lnTo>
                  <a:lnTo>
                    <a:pt x="36821" y="88161"/>
                  </a:lnTo>
                  <a:lnTo>
                    <a:pt x="36971" y="88310"/>
                  </a:lnTo>
                  <a:lnTo>
                    <a:pt x="37120" y="89059"/>
                  </a:lnTo>
                  <a:lnTo>
                    <a:pt x="37270" y="88310"/>
                  </a:lnTo>
                  <a:lnTo>
                    <a:pt x="38018" y="88759"/>
                  </a:lnTo>
                  <a:lnTo>
                    <a:pt x="38018" y="89358"/>
                  </a:lnTo>
                  <a:lnTo>
                    <a:pt x="36522" y="89508"/>
                  </a:lnTo>
                  <a:lnTo>
                    <a:pt x="35474" y="89508"/>
                  </a:lnTo>
                  <a:lnTo>
                    <a:pt x="24398" y="90107"/>
                  </a:lnTo>
                  <a:lnTo>
                    <a:pt x="24398" y="90107"/>
                  </a:lnTo>
                  <a:lnTo>
                    <a:pt x="25146" y="86065"/>
                  </a:lnTo>
                  <a:lnTo>
                    <a:pt x="25296" y="86065"/>
                  </a:lnTo>
                  <a:lnTo>
                    <a:pt x="25745" y="84269"/>
                  </a:lnTo>
                  <a:lnTo>
                    <a:pt x="26044" y="83521"/>
                  </a:lnTo>
                  <a:lnTo>
                    <a:pt x="26194" y="82623"/>
                  </a:lnTo>
                  <a:close/>
                  <a:moveTo>
                    <a:pt x="183356" y="82623"/>
                  </a:moveTo>
                  <a:lnTo>
                    <a:pt x="183506" y="83521"/>
                  </a:lnTo>
                  <a:lnTo>
                    <a:pt x="183655" y="84269"/>
                  </a:lnTo>
                  <a:lnTo>
                    <a:pt x="184104" y="86065"/>
                  </a:lnTo>
                  <a:lnTo>
                    <a:pt x="184254" y="86065"/>
                  </a:lnTo>
                  <a:lnTo>
                    <a:pt x="185002" y="90107"/>
                  </a:lnTo>
                  <a:lnTo>
                    <a:pt x="185002" y="90107"/>
                  </a:lnTo>
                  <a:lnTo>
                    <a:pt x="173926" y="89508"/>
                  </a:lnTo>
                  <a:lnTo>
                    <a:pt x="172878" y="89508"/>
                  </a:lnTo>
                  <a:lnTo>
                    <a:pt x="171382" y="89358"/>
                  </a:lnTo>
                  <a:lnTo>
                    <a:pt x="171531" y="88759"/>
                  </a:lnTo>
                  <a:lnTo>
                    <a:pt x="172130" y="88310"/>
                  </a:lnTo>
                  <a:lnTo>
                    <a:pt x="172280" y="89059"/>
                  </a:lnTo>
                  <a:lnTo>
                    <a:pt x="172429" y="89059"/>
                  </a:lnTo>
                  <a:lnTo>
                    <a:pt x="172429" y="88310"/>
                  </a:lnTo>
                  <a:lnTo>
                    <a:pt x="172579" y="88161"/>
                  </a:lnTo>
                  <a:lnTo>
                    <a:pt x="173028" y="87861"/>
                  </a:lnTo>
                  <a:lnTo>
                    <a:pt x="173028" y="88161"/>
                  </a:lnTo>
                  <a:lnTo>
                    <a:pt x="173178" y="88909"/>
                  </a:lnTo>
                  <a:lnTo>
                    <a:pt x="173178" y="89059"/>
                  </a:lnTo>
                  <a:lnTo>
                    <a:pt x="173328" y="88909"/>
                  </a:lnTo>
                  <a:lnTo>
                    <a:pt x="173328" y="88011"/>
                  </a:lnTo>
                  <a:lnTo>
                    <a:pt x="173328" y="87712"/>
                  </a:lnTo>
                  <a:lnTo>
                    <a:pt x="173477" y="87712"/>
                  </a:lnTo>
                  <a:lnTo>
                    <a:pt x="173926" y="87412"/>
                  </a:lnTo>
                  <a:lnTo>
                    <a:pt x="174076" y="88610"/>
                  </a:lnTo>
                  <a:lnTo>
                    <a:pt x="174226" y="88759"/>
                  </a:lnTo>
                  <a:lnTo>
                    <a:pt x="174226" y="88610"/>
                  </a:lnTo>
                  <a:lnTo>
                    <a:pt x="174226" y="87263"/>
                  </a:lnTo>
                  <a:lnTo>
                    <a:pt x="174824" y="86963"/>
                  </a:lnTo>
                  <a:lnTo>
                    <a:pt x="174824" y="87263"/>
                  </a:lnTo>
                  <a:lnTo>
                    <a:pt x="175124" y="88310"/>
                  </a:lnTo>
                  <a:lnTo>
                    <a:pt x="175273" y="87712"/>
                  </a:lnTo>
                  <a:lnTo>
                    <a:pt x="175124" y="87263"/>
                  </a:lnTo>
                  <a:lnTo>
                    <a:pt x="175124" y="86814"/>
                  </a:lnTo>
                  <a:lnTo>
                    <a:pt x="175722" y="86514"/>
                  </a:lnTo>
                  <a:lnTo>
                    <a:pt x="175872" y="87412"/>
                  </a:lnTo>
                  <a:lnTo>
                    <a:pt x="176171" y="88161"/>
                  </a:lnTo>
                  <a:lnTo>
                    <a:pt x="176171" y="87263"/>
                  </a:lnTo>
                  <a:lnTo>
                    <a:pt x="176022" y="86365"/>
                  </a:lnTo>
                  <a:lnTo>
                    <a:pt x="176770" y="86065"/>
                  </a:lnTo>
                  <a:lnTo>
                    <a:pt x="176920" y="86814"/>
                  </a:lnTo>
                  <a:lnTo>
                    <a:pt x="177069" y="88011"/>
                  </a:lnTo>
                  <a:lnTo>
                    <a:pt x="177219" y="88011"/>
                  </a:lnTo>
                  <a:lnTo>
                    <a:pt x="177219" y="87113"/>
                  </a:lnTo>
                  <a:lnTo>
                    <a:pt x="177069" y="86215"/>
                  </a:lnTo>
                  <a:lnTo>
                    <a:pt x="177069" y="85916"/>
                  </a:lnTo>
                  <a:lnTo>
                    <a:pt x="177668" y="85466"/>
                  </a:lnTo>
                  <a:lnTo>
                    <a:pt x="177818" y="85916"/>
                  </a:lnTo>
                  <a:lnTo>
                    <a:pt x="178267" y="87861"/>
                  </a:lnTo>
                  <a:lnTo>
                    <a:pt x="178267" y="87113"/>
                  </a:lnTo>
                  <a:lnTo>
                    <a:pt x="178117" y="86365"/>
                  </a:lnTo>
                  <a:lnTo>
                    <a:pt x="177968" y="85317"/>
                  </a:lnTo>
                  <a:lnTo>
                    <a:pt x="178716" y="85017"/>
                  </a:lnTo>
                  <a:lnTo>
                    <a:pt x="178866" y="85766"/>
                  </a:lnTo>
                  <a:lnTo>
                    <a:pt x="179015" y="86814"/>
                  </a:lnTo>
                  <a:lnTo>
                    <a:pt x="179315" y="87562"/>
                  </a:lnTo>
                  <a:lnTo>
                    <a:pt x="179315" y="86215"/>
                  </a:lnTo>
                  <a:lnTo>
                    <a:pt x="179015" y="84868"/>
                  </a:lnTo>
                  <a:lnTo>
                    <a:pt x="180063" y="84269"/>
                  </a:lnTo>
                  <a:lnTo>
                    <a:pt x="180362" y="85167"/>
                  </a:lnTo>
                  <a:lnTo>
                    <a:pt x="180512" y="86963"/>
                  </a:lnTo>
                  <a:lnTo>
                    <a:pt x="180662" y="86963"/>
                  </a:lnTo>
                  <a:lnTo>
                    <a:pt x="180662" y="86215"/>
                  </a:lnTo>
                  <a:lnTo>
                    <a:pt x="180662" y="85466"/>
                  </a:lnTo>
                  <a:lnTo>
                    <a:pt x="180362" y="84119"/>
                  </a:lnTo>
                  <a:lnTo>
                    <a:pt x="181111" y="83670"/>
                  </a:lnTo>
                  <a:lnTo>
                    <a:pt x="181410" y="85017"/>
                  </a:lnTo>
                  <a:lnTo>
                    <a:pt x="181560" y="85916"/>
                  </a:lnTo>
                  <a:lnTo>
                    <a:pt x="181859" y="86963"/>
                  </a:lnTo>
                  <a:lnTo>
                    <a:pt x="181859" y="86814"/>
                  </a:lnTo>
                  <a:lnTo>
                    <a:pt x="181859" y="85916"/>
                  </a:lnTo>
                  <a:lnTo>
                    <a:pt x="181710" y="85017"/>
                  </a:lnTo>
                  <a:lnTo>
                    <a:pt x="181410" y="83670"/>
                  </a:lnTo>
                  <a:lnTo>
                    <a:pt x="182308" y="83221"/>
                  </a:lnTo>
                  <a:lnTo>
                    <a:pt x="182458" y="84419"/>
                  </a:lnTo>
                  <a:lnTo>
                    <a:pt x="182907" y="86365"/>
                  </a:lnTo>
                  <a:lnTo>
                    <a:pt x="183057" y="86365"/>
                  </a:lnTo>
                  <a:lnTo>
                    <a:pt x="183057" y="85466"/>
                  </a:lnTo>
                  <a:lnTo>
                    <a:pt x="182907" y="84568"/>
                  </a:lnTo>
                  <a:lnTo>
                    <a:pt x="182608" y="83072"/>
                  </a:lnTo>
                  <a:lnTo>
                    <a:pt x="183356" y="82623"/>
                  </a:lnTo>
                  <a:close/>
                  <a:moveTo>
                    <a:pt x="50891" y="51340"/>
                  </a:moveTo>
                  <a:lnTo>
                    <a:pt x="54932" y="54333"/>
                  </a:lnTo>
                  <a:lnTo>
                    <a:pt x="55680" y="54932"/>
                  </a:lnTo>
                  <a:lnTo>
                    <a:pt x="68852" y="64661"/>
                  </a:lnTo>
                  <a:lnTo>
                    <a:pt x="70199" y="65709"/>
                  </a:lnTo>
                  <a:lnTo>
                    <a:pt x="75887" y="69900"/>
                  </a:lnTo>
                  <a:lnTo>
                    <a:pt x="77084" y="70798"/>
                  </a:lnTo>
                  <a:lnTo>
                    <a:pt x="92052" y="81874"/>
                  </a:lnTo>
                  <a:lnTo>
                    <a:pt x="90855" y="90705"/>
                  </a:lnTo>
                  <a:lnTo>
                    <a:pt x="88460" y="91154"/>
                  </a:lnTo>
                  <a:lnTo>
                    <a:pt x="89059" y="90406"/>
                  </a:lnTo>
                  <a:lnTo>
                    <a:pt x="89657" y="89807"/>
                  </a:lnTo>
                  <a:lnTo>
                    <a:pt x="89657" y="89657"/>
                  </a:lnTo>
                  <a:lnTo>
                    <a:pt x="89508" y="89657"/>
                  </a:lnTo>
                  <a:lnTo>
                    <a:pt x="88610" y="90406"/>
                  </a:lnTo>
                  <a:lnTo>
                    <a:pt x="87861" y="91154"/>
                  </a:lnTo>
                  <a:lnTo>
                    <a:pt x="84269" y="91753"/>
                  </a:lnTo>
                  <a:lnTo>
                    <a:pt x="85766" y="90406"/>
                  </a:lnTo>
                  <a:lnTo>
                    <a:pt x="86963" y="89059"/>
                  </a:lnTo>
                  <a:lnTo>
                    <a:pt x="87562" y="88460"/>
                  </a:lnTo>
                  <a:lnTo>
                    <a:pt x="88011" y="87861"/>
                  </a:lnTo>
                  <a:lnTo>
                    <a:pt x="88011" y="87712"/>
                  </a:lnTo>
                  <a:lnTo>
                    <a:pt x="87262" y="88310"/>
                  </a:lnTo>
                  <a:lnTo>
                    <a:pt x="86664" y="88909"/>
                  </a:lnTo>
                  <a:lnTo>
                    <a:pt x="85466" y="90107"/>
                  </a:lnTo>
                  <a:lnTo>
                    <a:pt x="83820" y="91753"/>
                  </a:lnTo>
                  <a:lnTo>
                    <a:pt x="81724" y="92052"/>
                  </a:lnTo>
                  <a:lnTo>
                    <a:pt x="70499" y="77384"/>
                  </a:lnTo>
                  <a:lnTo>
                    <a:pt x="69600" y="76186"/>
                  </a:lnTo>
                  <a:lnTo>
                    <a:pt x="65409" y="70499"/>
                  </a:lnTo>
                  <a:lnTo>
                    <a:pt x="64362" y="69152"/>
                  </a:lnTo>
                  <a:lnTo>
                    <a:pt x="54483" y="56279"/>
                  </a:lnTo>
                  <a:lnTo>
                    <a:pt x="53884" y="55381"/>
                  </a:lnTo>
                  <a:lnTo>
                    <a:pt x="50891" y="51340"/>
                  </a:lnTo>
                  <a:close/>
                  <a:moveTo>
                    <a:pt x="157462" y="50591"/>
                  </a:moveTo>
                  <a:lnTo>
                    <a:pt x="154468" y="54483"/>
                  </a:lnTo>
                  <a:lnTo>
                    <a:pt x="154019" y="55231"/>
                  </a:lnTo>
                  <a:lnTo>
                    <a:pt x="144290" y="68253"/>
                  </a:lnTo>
                  <a:lnTo>
                    <a:pt x="143242" y="69750"/>
                  </a:lnTo>
                  <a:lnTo>
                    <a:pt x="139051" y="75438"/>
                  </a:lnTo>
                  <a:lnTo>
                    <a:pt x="138153" y="76635"/>
                  </a:lnTo>
                  <a:lnTo>
                    <a:pt x="126778" y="92052"/>
                  </a:lnTo>
                  <a:lnTo>
                    <a:pt x="118695" y="91005"/>
                  </a:lnTo>
                  <a:lnTo>
                    <a:pt x="118396" y="88759"/>
                  </a:lnTo>
                  <a:lnTo>
                    <a:pt x="118396" y="88759"/>
                  </a:lnTo>
                  <a:lnTo>
                    <a:pt x="119144" y="89358"/>
                  </a:lnTo>
                  <a:lnTo>
                    <a:pt x="119144" y="89208"/>
                  </a:lnTo>
                  <a:lnTo>
                    <a:pt x="118246" y="88161"/>
                  </a:lnTo>
                  <a:lnTo>
                    <a:pt x="117797" y="84718"/>
                  </a:lnTo>
                  <a:lnTo>
                    <a:pt x="118545" y="85466"/>
                  </a:lnTo>
                  <a:lnTo>
                    <a:pt x="119743" y="86664"/>
                  </a:lnTo>
                  <a:lnTo>
                    <a:pt x="120341" y="87263"/>
                  </a:lnTo>
                  <a:lnTo>
                    <a:pt x="120940" y="87712"/>
                  </a:lnTo>
                  <a:lnTo>
                    <a:pt x="121090" y="87712"/>
                  </a:lnTo>
                  <a:lnTo>
                    <a:pt x="120641" y="86963"/>
                  </a:lnTo>
                  <a:lnTo>
                    <a:pt x="120042" y="86365"/>
                  </a:lnTo>
                  <a:lnTo>
                    <a:pt x="118695" y="85167"/>
                  </a:lnTo>
                  <a:lnTo>
                    <a:pt x="117647" y="84119"/>
                  </a:lnTo>
                  <a:lnTo>
                    <a:pt x="117198" y="80976"/>
                  </a:lnTo>
                  <a:lnTo>
                    <a:pt x="131567" y="70199"/>
                  </a:lnTo>
                  <a:lnTo>
                    <a:pt x="132765" y="69301"/>
                  </a:lnTo>
                  <a:lnTo>
                    <a:pt x="138452" y="64961"/>
                  </a:lnTo>
                  <a:lnTo>
                    <a:pt x="139800" y="63913"/>
                  </a:lnTo>
                  <a:lnTo>
                    <a:pt x="152672" y="54184"/>
                  </a:lnTo>
                  <a:lnTo>
                    <a:pt x="153570" y="53585"/>
                  </a:lnTo>
                  <a:lnTo>
                    <a:pt x="157462" y="50591"/>
                  </a:lnTo>
                  <a:close/>
                  <a:moveTo>
                    <a:pt x="149379" y="77833"/>
                  </a:moveTo>
                  <a:lnTo>
                    <a:pt x="151175" y="81275"/>
                  </a:lnTo>
                  <a:lnTo>
                    <a:pt x="152822" y="84868"/>
                  </a:lnTo>
                  <a:lnTo>
                    <a:pt x="154169" y="88460"/>
                  </a:lnTo>
                  <a:lnTo>
                    <a:pt x="155366" y="92352"/>
                  </a:lnTo>
                  <a:lnTo>
                    <a:pt x="148481" y="93100"/>
                  </a:lnTo>
                  <a:lnTo>
                    <a:pt x="147583" y="90107"/>
                  </a:lnTo>
                  <a:lnTo>
                    <a:pt x="146385" y="87263"/>
                  </a:lnTo>
                  <a:lnTo>
                    <a:pt x="145038" y="84419"/>
                  </a:lnTo>
                  <a:lnTo>
                    <a:pt x="143542" y="81575"/>
                  </a:lnTo>
                  <a:lnTo>
                    <a:pt x="149379" y="77833"/>
                  </a:lnTo>
                  <a:close/>
                  <a:moveTo>
                    <a:pt x="60620" y="76935"/>
                  </a:moveTo>
                  <a:lnTo>
                    <a:pt x="66457" y="80527"/>
                  </a:lnTo>
                  <a:lnTo>
                    <a:pt x="64661" y="83521"/>
                  </a:lnTo>
                  <a:lnTo>
                    <a:pt x="63164" y="86664"/>
                  </a:lnTo>
                  <a:lnTo>
                    <a:pt x="61967" y="89957"/>
                  </a:lnTo>
                  <a:lnTo>
                    <a:pt x="60919" y="93399"/>
                  </a:lnTo>
                  <a:lnTo>
                    <a:pt x="54184" y="91903"/>
                  </a:lnTo>
                  <a:lnTo>
                    <a:pt x="55381" y="88011"/>
                  </a:lnTo>
                  <a:lnTo>
                    <a:pt x="56878" y="84119"/>
                  </a:lnTo>
                  <a:lnTo>
                    <a:pt x="58524" y="80527"/>
                  </a:lnTo>
                  <a:lnTo>
                    <a:pt x="60620" y="76935"/>
                  </a:lnTo>
                  <a:close/>
                  <a:moveTo>
                    <a:pt x="139051" y="77683"/>
                  </a:moveTo>
                  <a:lnTo>
                    <a:pt x="140398" y="79479"/>
                  </a:lnTo>
                  <a:lnTo>
                    <a:pt x="141745" y="81575"/>
                  </a:lnTo>
                  <a:lnTo>
                    <a:pt x="142943" y="83521"/>
                  </a:lnTo>
                  <a:lnTo>
                    <a:pt x="144140" y="85766"/>
                  </a:lnTo>
                  <a:lnTo>
                    <a:pt x="145038" y="87861"/>
                  </a:lnTo>
                  <a:lnTo>
                    <a:pt x="145936" y="90256"/>
                  </a:lnTo>
                  <a:lnTo>
                    <a:pt x="146685" y="92501"/>
                  </a:lnTo>
                  <a:lnTo>
                    <a:pt x="147283" y="94896"/>
                  </a:lnTo>
                  <a:lnTo>
                    <a:pt x="128274" y="92202"/>
                  </a:lnTo>
                  <a:lnTo>
                    <a:pt x="139051" y="77683"/>
                  </a:lnTo>
                  <a:close/>
                  <a:moveTo>
                    <a:pt x="69750" y="78432"/>
                  </a:moveTo>
                  <a:lnTo>
                    <a:pt x="80377" y="92352"/>
                  </a:lnTo>
                  <a:lnTo>
                    <a:pt x="61967" y="95046"/>
                  </a:lnTo>
                  <a:lnTo>
                    <a:pt x="61967" y="95046"/>
                  </a:lnTo>
                  <a:lnTo>
                    <a:pt x="62566" y="92801"/>
                  </a:lnTo>
                  <a:lnTo>
                    <a:pt x="63314" y="90556"/>
                  </a:lnTo>
                  <a:lnTo>
                    <a:pt x="64062" y="88460"/>
                  </a:lnTo>
                  <a:lnTo>
                    <a:pt x="64960" y="86215"/>
                  </a:lnTo>
                  <a:lnTo>
                    <a:pt x="66008" y="84119"/>
                  </a:lnTo>
                  <a:lnTo>
                    <a:pt x="67206" y="82174"/>
                  </a:lnTo>
                  <a:lnTo>
                    <a:pt x="68403" y="80228"/>
                  </a:lnTo>
                  <a:lnTo>
                    <a:pt x="69750" y="78432"/>
                  </a:lnTo>
                  <a:close/>
                  <a:moveTo>
                    <a:pt x="155516" y="93250"/>
                  </a:moveTo>
                  <a:lnTo>
                    <a:pt x="156115" y="96094"/>
                  </a:lnTo>
                  <a:lnTo>
                    <a:pt x="148930" y="95046"/>
                  </a:lnTo>
                  <a:lnTo>
                    <a:pt x="148631" y="94148"/>
                  </a:lnTo>
                  <a:lnTo>
                    <a:pt x="155516" y="93250"/>
                  </a:lnTo>
                  <a:close/>
                  <a:moveTo>
                    <a:pt x="53884" y="92950"/>
                  </a:moveTo>
                  <a:lnTo>
                    <a:pt x="60620" y="94447"/>
                  </a:lnTo>
                  <a:lnTo>
                    <a:pt x="60470" y="95345"/>
                  </a:lnTo>
                  <a:lnTo>
                    <a:pt x="53285" y="96393"/>
                  </a:lnTo>
                  <a:lnTo>
                    <a:pt x="53884" y="92950"/>
                  </a:lnTo>
                  <a:close/>
                  <a:moveTo>
                    <a:pt x="154767" y="56129"/>
                  </a:moveTo>
                  <a:lnTo>
                    <a:pt x="157013" y="58524"/>
                  </a:lnTo>
                  <a:lnTo>
                    <a:pt x="159108" y="61069"/>
                  </a:lnTo>
                  <a:lnTo>
                    <a:pt x="161054" y="63613"/>
                  </a:lnTo>
                  <a:lnTo>
                    <a:pt x="163000" y="66308"/>
                  </a:lnTo>
                  <a:lnTo>
                    <a:pt x="158509" y="70948"/>
                  </a:lnTo>
                  <a:lnTo>
                    <a:pt x="164796" y="69152"/>
                  </a:lnTo>
                  <a:lnTo>
                    <a:pt x="167041" y="73492"/>
                  </a:lnTo>
                  <a:lnTo>
                    <a:pt x="169137" y="77833"/>
                  </a:lnTo>
                  <a:lnTo>
                    <a:pt x="170933" y="82473"/>
                  </a:lnTo>
                  <a:lnTo>
                    <a:pt x="172280" y="87263"/>
                  </a:lnTo>
                  <a:lnTo>
                    <a:pt x="166592" y="90107"/>
                  </a:lnTo>
                  <a:lnTo>
                    <a:pt x="173028" y="90406"/>
                  </a:lnTo>
                  <a:lnTo>
                    <a:pt x="173777" y="94447"/>
                  </a:lnTo>
                  <a:lnTo>
                    <a:pt x="174226" y="98638"/>
                  </a:lnTo>
                  <a:lnTo>
                    <a:pt x="157911" y="96393"/>
                  </a:lnTo>
                  <a:lnTo>
                    <a:pt x="157312" y="93100"/>
                  </a:lnTo>
                  <a:lnTo>
                    <a:pt x="161204" y="92651"/>
                  </a:lnTo>
                  <a:lnTo>
                    <a:pt x="161653" y="93250"/>
                  </a:lnTo>
                  <a:lnTo>
                    <a:pt x="162401" y="93699"/>
                  </a:lnTo>
                  <a:lnTo>
                    <a:pt x="163299" y="93848"/>
                  </a:lnTo>
                  <a:lnTo>
                    <a:pt x="164047" y="93549"/>
                  </a:lnTo>
                  <a:lnTo>
                    <a:pt x="164497" y="93399"/>
                  </a:lnTo>
                  <a:lnTo>
                    <a:pt x="164796" y="93100"/>
                  </a:lnTo>
                  <a:lnTo>
                    <a:pt x="165245" y="92352"/>
                  </a:lnTo>
                  <a:lnTo>
                    <a:pt x="165395" y="91603"/>
                  </a:lnTo>
                  <a:lnTo>
                    <a:pt x="165245" y="91154"/>
                  </a:lnTo>
                  <a:lnTo>
                    <a:pt x="165095" y="90705"/>
                  </a:lnTo>
                  <a:lnTo>
                    <a:pt x="164946" y="90256"/>
                  </a:lnTo>
                  <a:lnTo>
                    <a:pt x="164646" y="89957"/>
                  </a:lnTo>
                  <a:lnTo>
                    <a:pt x="163898" y="89508"/>
                  </a:lnTo>
                  <a:lnTo>
                    <a:pt x="163000" y="89358"/>
                  </a:lnTo>
                  <a:lnTo>
                    <a:pt x="162700" y="89508"/>
                  </a:lnTo>
                  <a:lnTo>
                    <a:pt x="162251" y="89657"/>
                  </a:lnTo>
                  <a:lnTo>
                    <a:pt x="161653" y="89957"/>
                  </a:lnTo>
                  <a:lnTo>
                    <a:pt x="161353" y="90406"/>
                  </a:lnTo>
                  <a:lnTo>
                    <a:pt x="161054" y="91005"/>
                  </a:lnTo>
                  <a:lnTo>
                    <a:pt x="160904" y="91603"/>
                  </a:lnTo>
                  <a:lnTo>
                    <a:pt x="157013" y="92052"/>
                  </a:lnTo>
                  <a:lnTo>
                    <a:pt x="155965" y="88161"/>
                  </a:lnTo>
                  <a:lnTo>
                    <a:pt x="154468" y="84269"/>
                  </a:lnTo>
                  <a:lnTo>
                    <a:pt x="152822" y="80527"/>
                  </a:lnTo>
                  <a:lnTo>
                    <a:pt x="150876" y="76935"/>
                  </a:lnTo>
                  <a:lnTo>
                    <a:pt x="154169" y="74690"/>
                  </a:lnTo>
                  <a:lnTo>
                    <a:pt x="154917" y="75139"/>
                  </a:lnTo>
                  <a:lnTo>
                    <a:pt x="155665" y="75288"/>
                  </a:lnTo>
                  <a:lnTo>
                    <a:pt x="156564" y="74989"/>
                  </a:lnTo>
                  <a:lnTo>
                    <a:pt x="157312" y="74540"/>
                  </a:lnTo>
                  <a:lnTo>
                    <a:pt x="157611" y="74241"/>
                  </a:lnTo>
                  <a:lnTo>
                    <a:pt x="157761" y="73941"/>
                  </a:lnTo>
                  <a:lnTo>
                    <a:pt x="157911" y="73043"/>
                  </a:lnTo>
                  <a:lnTo>
                    <a:pt x="157761" y="72295"/>
                  </a:lnTo>
                  <a:lnTo>
                    <a:pt x="157611" y="71846"/>
                  </a:lnTo>
                  <a:lnTo>
                    <a:pt x="157312" y="71546"/>
                  </a:lnTo>
                  <a:lnTo>
                    <a:pt x="157013" y="71247"/>
                  </a:lnTo>
                  <a:lnTo>
                    <a:pt x="156564" y="70948"/>
                  </a:lnTo>
                  <a:lnTo>
                    <a:pt x="155815" y="70798"/>
                  </a:lnTo>
                  <a:lnTo>
                    <a:pt x="154917" y="70948"/>
                  </a:lnTo>
                  <a:lnTo>
                    <a:pt x="154468" y="71097"/>
                  </a:lnTo>
                  <a:lnTo>
                    <a:pt x="154169" y="71397"/>
                  </a:lnTo>
                  <a:lnTo>
                    <a:pt x="153720" y="71995"/>
                  </a:lnTo>
                  <a:lnTo>
                    <a:pt x="153570" y="72594"/>
                  </a:lnTo>
                  <a:lnTo>
                    <a:pt x="153570" y="73193"/>
                  </a:lnTo>
                  <a:lnTo>
                    <a:pt x="153720" y="73792"/>
                  </a:lnTo>
                  <a:lnTo>
                    <a:pt x="150277" y="76037"/>
                  </a:lnTo>
                  <a:lnTo>
                    <a:pt x="147882" y="72594"/>
                  </a:lnTo>
                  <a:lnTo>
                    <a:pt x="145188" y="69301"/>
                  </a:lnTo>
                  <a:lnTo>
                    <a:pt x="154767" y="56129"/>
                  </a:lnTo>
                  <a:close/>
                  <a:moveTo>
                    <a:pt x="53735" y="57177"/>
                  </a:moveTo>
                  <a:lnTo>
                    <a:pt x="63464" y="70050"/>
                  </a:lnTo>
                  <a:lnTo>
                    <a:pt x="61518" y="72594"/>
                  </a:lnTo>
                  <a:lnTo>
                    <a:pt x="59722" y="75139"/>
                  </a:lnTo>
                  <a:lnTo>
                    <a:pt x="56429" y="73193"/>
                  </a:lnTo>
                  <a:lnTo>
                    <a:pt x="56578" y="72444"/>
                  </a:lnTo>
                  <a:lnTo>
                    <a:pt x="56279" y="71546"/>
                  </a:lnTo>
                  <a:lnTo>
                    <a:pt x="55830" y="70948"/>
                  </a:lnTo>
                  <a:lnTo>
                    <a:pt x="55082" y="70499"/>
                  </a:lnTo>
                  <a:lnTo>
                    <a:pt x="54633" y="70349"/>
                  </a:lnTo>
                  <a:lnTo>
                    <a:pt x="54184" y="70349"/>
                  </a:lnTo>
                  <a:lnTo>
                    <a:pt x="53435" y="70648"/>
                  </a:lnTo>
                  <a:lnTo>
                    <a:pt x="52687" y="71097"/>
                  </a:lnTo>
                  <a:lnTo>
                    <a:pt x="52537" y="71397"/>
                  </a:lnTo>
                  <a:lnTo>
                    <a:pt x="52238" y="71846"/>
                  </a:lnTo>
                  <a:lnTo>
                    <a:pt x="52238" y="72295"/>
                  </a:lnTo>
                  <a:lnTo>
                    <a:pt x="52238" y="72744"/>
                  </a:lnTo>
                  <a:lnTo>
                    <a:pt x="52387" y="73492"/>
                  </a:lnTo>
                  <a:lnTo>
                    <a:pt x="52836" y="74241"/>
                  </a:lnTo>
                  <a:lnTo>
                    <a:pt x="53285" y="74540"/>
                  </a:lnTo>
                  <a:lnTo>
                    <a:pt x="53585" y="74690"/>
                  </a:lnTo>
                  <a:lnTo>
                    <a:pt x="54333" y="74839"/>
                  </a:lnTo>
                  <a:lnTo>
                    <a:pt x="54932" y="74690"/>
                  </a:lnTo>
                  <a:lnTo>
                    <a:pt x="55531" y="74540"/>
                  </a:lnTo>
                  <a:lnTo>
                    <a:pt x="55980" y="74091"/>
                  </a:lnTo>
                  <a:lnTo>
                    <a:pt x="59123" y="76037"/>
                  </a:lnTo>
                  <a:lnTo>
                    <a:pt x="57027" y="79629"/>
                  </a:lnTo>
                  <a:lnTo>
                    <a:pt x="55231" y="83521"/>
                  </a:lnTo>
                  <a:lnTo>
                    <a:pt x="53585" y="87412"/>
                  </a:lnTo>
                  <a:lnTo>
                    <a:pt x="52387" y="91603"/>
                  </a:lnTo>
                  <a:lnTo>
                    <a:pt x="48645" y="90705"/>
                  </a:lnTo>
                  <a:lnTo>
                    <a:pt x="48496" y="89957"/>
                  </a:lnTo>
                  <a:lnTo>
                    <a:pt x="47897" y="89208"/>
                  </a:lnTo>
                  <a:lnTo>
                    <a:pt x="47298" y="88759"/>
                  </a:lnTo>
                  <a:lnTo>
                    <a:pt x="46400" y="88610"/>
                  </a:lnTo>
                  <a:lnTo>
                    <a:pt x="45951" y="88759"/>
                  </a:lnTo>
                  <a:lnTo>
                    <a:pt x="45652" y="88759"/>
                  </a:lnTo>
                  <a:lnTo>
                    <a:pt x="44904" y="89358"/>
                  </a:lnTo>
                  <a:lnTo>
                    <a:pt x="44454" y="89957"/>
                  </a:lnTo>
                  <a:lnTo>
                    <a:pt x="44305" y="90406"/>
                  </a:lnTo>
                  <a:lnTo>
                    <a:pt x="44155" y="90855"/>
                  </a:lnTo>
                  <a:lnTo>
                    <a:pt x="44305" y="91304"/>
                  </a:lnTo>
                  <a:lnTo>
                    <a:pt x="44454" y="91753"/>
                  </a:lnTo>
                  <a:lnTo>
                    <a:pt x="44904" y="92352"/>
                  </a:lnTo>
                  <a:lnTo>
                    <a:pt x="45502" y="92950"/>
                  </a:lnTo>
                  <a:lnTo>
                    <a:pt x="45951" y="92950"/>
                  </a:lnTo>
                  <a:lnTo>
                    <a:pt x="46400" y="93100"/>
                  </a:lnTo>
                  <a:lnTo>
                    <a:pt x="46999" y="92950"/>
                  </a:lnTo>
                  <a:lnTo>
                    <a:pt x="47598" y="92651"/>
                  </a:lnTo>
                  <a:lnTo>
                    <a:pt x="48047" y="92352"/>
                  </a:lnTo>
                  <a:lnTo>
                    <a:pt x="48496" y="91753"/>
                  </a:lnTo>
                  <a:lnTo>
                    <a:pt x="52238" y="92501"/>
                  </a:lnTo>
                  <a:lnTo>
                    <a:pt x="51789" y="94597"/>
                  </a:lnTo>
                  <a:lnTo>
                    <a:pt x="51340" y="96692"/>
                  </a:lnTo>
                  <a:lnTo>
                    <a:pt x="35025" y="99237"/>
                  </a:lnTo>
                  <a:lnTo>
                    <a:pt x="35623" y="94747"/>
                  </a:lnTo>
                  <a:lnTo>
                    <a:pt x="36372" y="90406"/>
                  </a:lnTo>
                  <a:lnTo>
                    <a:pt x="42808" y="90107"/>
                  </a:lnTo>
                  <a:lnTo>
                    <a:pt x="37120" y="87113"/>
                  </a:lnTo>
                  <a:lnTo>
                    <a:pt x="38467" y="82473"/>
                  </a:lnTo>
                  <a:lnTo>
                    <a:pt x="40263" y="77833"/>
                  </a:lnTo>
                  <a:lnTo>
                    <a:pt x="42359" y="73492"/>
                  </a:lnTo>
                  <a:lnTo>
                    <a:pt x="44604" y="69152"/>
                  </a:lnTo>
                  <a:lnTo>
                    <a:pt x="50891" y="70948"/>
                  </a:lnTo>
                  <a:lnTo>
                    <a:pt x="46400" y="66308"/>
                  </a:lnTo>
                  <a:lnTo>
                    <a:pt x="48047" y="63913"/>
                  </a:lnTo>
                  <a:lnTo>
                    <a:pt x="49843" y="61518"/>
                  </a:lnTo>
                  <a:lnTo>
                    <a:pt x="51789" y="59273"/>
                  </a:lnTo>
                  <a:lnTo>
                    <a:pt x="53735" y="57177"/>
                  </a:lnTo>
                  <a:close/>
                  <a:moveTo>
                    <a:pt x="174076" y="90556"/>
                  </a:moveTo>
                  <a:lnTo>
                    <a:pt x="185302" y="91005"/>
                  </a:lnTo>
                  <a:lnTo>
                    <a:pt x="185901" y="95645"/>
                  </a:lnTo>
                  <a:lnTo>
                    <a:pt x="186200" y="100285"/>
                  </a:lnTo>
                  <a:lnTo>
                    <a:pt x="175273" y="98638"/>
                  </a:lnTo>
                  <a:lnTo>
                    <a:pt x="174824" y="94597"/>
                  </a:lnTo>
                  <a:lnTo>
                    <a:pt x="174076" y="90556"/>
                  </a:lnTo>
                  <a:close/>
                  <a:moveTo>
                    <a:pt x="35324" y="90556"/>
                  </a:moveTo>
                  <a:lnTo>
                    <a:pt x="34576" y="94896"/>
                  </a:lnTo>
                  <a:lnTo>
                    <a:pt x="34127" y="99387"/>
                  </a:lnTo>
                  <a:lnTo>
                    <a:pt x="23050" y="101033"/>
                  </a:lnTo>
                  <a:lnTo>
                    <a:pt x="23500" y="95944"/>
                  </a:lnTo>
                  <a:lnTo>
                    <a:pt x="24098" y="91154"/>
                  </a:lnTo>
                  <a:lnTo>
                    <a:pt x="35324" y="90556"/>
                  </a:lnTo>
                  <a:close/>
                  <a:moveTo>
                    <a:pt x="107319" y="15716"/>
                  </a:moveTo>
                  <a:lnTo>
                    <a:pt x="111660" y="16016"/>
                  </a:lnTo>
                  <a:lnTo>
                    <a:pt x="116001" y="16465"/>
                  </a:lnTo>
                  <a:lnTo>
                    <a:pt x="120192" y="17063"/>
                  </a:lnTo>
                  <a:lnTo>
                    <a:pt x="124383" y="17961"/>
                  </a:lnTo>
                  <a:lnTo>
                    <a:pt x="128424" y="19009"/>
                  </a:lnTo>
                  <a:lnTo>
                    <a:pt x="132465" y="20207"/>
                  </a:lnTo>
                  <a:lnTo>
                    <a:pt x="136507" y="21554"/>
                  </a:lnTo>
                  <a:lnTo>
                    <a:pt x="140249" y="23200"/>
                  </a:lnTo>
                  <a:lnTo>
                    <a:pt x="143991" y="24847"/>
                  </a:lnTo>
                  <a:lnTo>
                    <a:pt x="147733" y="26792"/>
                  </a:lnTo>
                  <a:lnTo>
                    <a:pt x="151325" y="28888"/>
                  </a:lnTo>
                  <a:lnTo>
                    <a:pt x="154767" y="31133"/>
                  </a:lnTo>
                  <a:lnTo>
                    <a:pt x="158060" y="33528"/>
                  </a:lnTo>
                  <a:lnTo>
                    <a:pt x="161204" y="36073"/>
                  </a:lnTo>
                  <a:lnTo>
                    <a:pt x="164347" y="38767"/>
                  </a:lnTo>
                  <a:lnTo>
                    <a:pt x="167340" y="41611"/>
                  </a:lnTo>
                  <a:lnTo>
                    <a:pt x="170184" y="44455"/>
                  </a:lnTo>
                  <a:lnTo>
                    <a:pt x="172878" y="47598"/>
                  </a:lnTo>
                  <a:lnTo>
                    <a:pt x="175423" y="50741"/>
                  </a:lnTo>
                  <a:lnTo>
                    <a:pt x="177818" y="54034"/>
                  </a:lnTo>
                  <a:lnTo>
                    <a:pt x="180063" y="57477"/>
                  </a:lnTo>
                  <a:lnTo>
                    <a:pt x="182308" y="61069"/>
                  </a:lnTo>
                  <a:lnTo>
                    <a:pt x="184254" y="64661"/>
                  </a:lnTo>
                  <a:lnTo>
                    <a:pt x="186050" y="68403"/>
                  </a:lnTo>
                  <a:lnTo>
                    <a:pt x="187547" y="72295"/>
                  </a:lnTo>
                  <a:lnTo>
                    <a:pt x="189044" y="76186"/>
                  </a:lnTo>
                  <a:lnTo>
                    <a:pt x="190241" y="80228"/>
                  </a:lnTo>
                  <a:lnTo>
                    <a:pt x="191289" y="84269"/>
                  </a:lnTo>
                  <a:lnTo>
                    <a:pt x="192187" y="88460"/>
                  </a:lnTo>
                  <a:lnTo>
                    <a:pt x="192935" y="92651"/>
                  </a:lnTo>
                  <a:lnTo>
                    <a:pt x="193384" y="96842"/>
                  </a:lnTo>
                  <a:lnTo>
                    <a:pt x="193684" y="101183"/>
                  </a:lnTo>
                  <a:lnTo>
                    <a:pt x="189792" y="100734"/>
                  </a:lnTo>
                  <a:lnTo>
                    <a:pt x="189343" y="95944"/>
                  </a:lnTo>
                  <a:lnTo>
                    <a:pt x="188744" y="91454"/>
                  </a:lnTo>
                  <a:lnTo>
                    <a:pt x="187846" y="86814"/>
                  </a:lnTo>
                  <a:lnTo>
                    <a:pt x="186799" y="82323"/>
                  </a:lnTo>
                  <a:lnTo>
                    <a:pt x="185451" y="77983"/>
                  </a:lnTo>
                  <a:lnTo>
                    <a:pt x="183955" y="73792"/>
                  </a:lnTo>
                  <a:lnTo>
                    <a:pt x="182159" y="69601"/>
                  </a:lnTo>
                  <a:lnTo>
                    <a:pt x="180213" y="65559"/>
                  </a:lnTo>
                  <a:lnTo>
                    <a:pt x="178117" y="61668"/>
                  </a:lnTo>
                  <a:lnTo>
                    <a:pt x="175722" y="57926"/>
                  </a:lnTo>
                  <a:lnTo>
                    <a:pt x="173178" y="54184"/>
                  </a:lnTo>
                  <a:lnTo>
                    <a:pt x="170334" y="50741"/>
                  </a:lnTo>
                  <a:lnTo>
                    <a:pt x="167490" y="47298"/>
                  </a:lnTo>
                  <a:lnTo>
                    <a:pt x="164347" y="44155"/>
                  </a:lnTo>
                  <a:lnTo>
                    <a:pt x="161204" y="41162"/>
                  </a:lnTo>
                  <a:lnTo>
                    <a:pt x="157761" y="38318"/>
                  </a:lnTo>
                  <a:lnTo>
                    <a:pt x="156414" y="37120"/>
                  </a:lnTo>
                  <a:lnTo>
                    <a:pt x="152373" y="34276"/>
                  </a:lnTo>
                  <a:lnTo>
                    <a:pt x="148182" y="31582"/>
                  </a:lnTo>
                  <a:lnTo>
                    <a:pt x="146535" y="30684"/>
                  </a:lnTo>
                  <a:lnTo>
                    <a:pt x="143691" y="29038"/>
                  </a:lnTo>
                  <a:lnTo>
                    <a:pt x="143392" y="28888"/>
                  </a:lnTo>
                  <a:lnTo>
                    <a:pt x="140099" y="27391"/>
                  </a:lnTo>
                  <a:lnTo>
                    <a:pt x="138902" y="26792"/>
                  </a:lnTo>
                  <a:lnTo>
                    <a:pt x="135309" y="25296"/>
                  </a:lnTo>
                  <a:lnTo>
                    <a:pt x="131567" y="23949"/>
                  </a:lnTo>
                  <a:lnTo>
                    <a:pt x="127825" y="22751"/>
                  </a:lnTo>
                  <a:lnTo>
                    <a:pt x="123934" y="21853"/>
                  </a:lnTo>
                  <a:lnTo>
                    <a:pt x="120042" y="20955"/>
                  </a:lnTo>
                  <a:lnTo>
                    <a:pt x="116001" y="20356"/>
                  </a:lnTo>
                  <a:lnTo>
                    <a:pt x="111959" y="19907"/>
                  </a:lnTo>
                  <a:lnTo>
                    <a:pt x="107918" y="19758"/>
                  </a:lnTo>
                  <a:lnTo>
                    <a:pt x="107319" y="15716"/>
                  </a:lnTo>
                  <a:close/>
                  <a:moveTo>
                    <a:pt x="101183" y="15716"/>
                  </a:moveTo>
                  <a:lnTo>
                    <a:pt x="100584" y="19758"/>
                  </a:lnTo>
                  <a:lnTo>
                    <a:pt x="96543" y="20057"/>
                  </a:lnTo>
                  <a:lnTo>
                    <a:pt x="92501" y="20506"/>
                  </a:lnTo>
                  <a:lnTo>
                    <a:pt x="88460" y="21105"/>
                  </a:lnTo>
                  <a:lnTo>
                    <a:pt x="84568" y="22003"/>
                  </a:lnTo>
                  <a:lnTo>
                    <a:pt x="80826" y="23051"/>
                  </a:lnTo>
                  <a:lnTo>
                    <a:pt x="76935" y="24248"/>
                  </a:lnTo>
                  <a:lnTo>
                    <a:pt x="73342" y="25595"/>
                  </a:lnTo>
                  <a:lnTo>
                    <a:pt x="69600" y="27242"/>
                  </a:lnTo>
                  <a:lnTo>
                    <a:pt x="66158" y="28888"/>
                  </a:lnTo>
                  <a:lnTo>
                    <a:pt x="62715" y="30684"/>
                  </a:lnTo>
                  <a:lnTo>
                    <a:pt x="59422" y="32780"/>
                  </a:lnTo>
                  <a:lnTo>
                    <a:pt x="56129" y="34875"/>
                  </a:lnTo>
                  <a:lnTo>
                    <a:pt x="52986" y="37120"/>
                  </a:lnTo>
                  <a:lnTo>
                    <a:pt x="49993" y="39665"/>
                  </a:lnTo>
                  <a:lnTo>
                    <a:pt x="46999" y="42209"/>
                  </a:lnTo>
                  <a:lnTo>
                    <a:pt x="44305" y="44904"/>
                  </a:lnTo>
                  <a:lnTo>
                    <a:pt x="41611" y="47747"/>
                  </a:lnTo>
                  <a:lnTo>
                    <a:pt x="39066" y="50591"/>
                  </a:lnTo>
                  <a:lnTo>
                    <a:pt x="36671" y="53585"/>
                  </a:lnTo>
                  <a:lnTo>
                    <a:pt x="34426" y="56878"/>
                  </a:lnTo>
                  <a:lnTo>
                    <a:pt x="32331" y="60021"/>
                  </a:lnTo>
                  <a:lnTo>
                    <a:pt x="30235" y="63464"/>
                  </a:lnTo>
                  <a:lnTo>
                    <a:pt x="28439" y="66906"/>
                  </a:lnTo>
                  <a:lnTo>
                    <a:pt x="26792" y="70349"/>
                  </a:lnTo>
                  <a:lnTo>
                    <a:pt x="25296" y="74091"/>
                  </a:lnTo>
                  <a:lnTo>
                    <a:pt x="23949" y="77833"/>
                  </a:lnTo>
                  <a:lnTo>
                    <a:pt x="22751" y="81575"/>
                  </a:lnTo>
                  <a:lnTo>
                    <a:pt x="21853" y="85466"/>
                  </a:lnTo>
                  <a:lnTo>
                    <a:pt x="20955" y="89358"/>
                  </a:lnTo>
                  <a:lnTo>
                    <a:pt x="20356" y="93399"/>
                  </a:lnTo>
                  <a:lnTo>
                    <a:pt x="19907" y="97441"/>
                  </a:lnTo>
                  <a:lnTo>
                    <a:pt x="19608" y="101482"/>
                  </a:lnTo>
                  <a:lnTo>
                    <a:pt x="15716" y="102081"/>
                  </a:lnTo>
                  <a:lnTo>
                    <a:pt x="15866" y="97740"/>
                  </a:lnTo>
                  <a:lnTo>
                    <a:pt x="16315" y="93399"/>
                  </a:lnTo>
                  <a:lnTo>
                    <a:pt x="17063" y="89208"/>
                  </a:lnTo>
                  <a:lnTo>
                    <a:pt x="17812" y="85017"/>
                  </a:lnTo>
                  <a:lnTo>
                    <a:pt x="18859" y="80976"/>
                  </a:lnTo>
                  <a:lnTo>
                    <a:pt x="20057" y="76935"/>
                  </a:lnTo>
                  <a:lnTo>
                    <a:pt x="21554" y="73043"/>
                  </a:lnTo>
                  <a:lnTo>
                    <a:pt x="23050" y="69152"/>
                  </a:lnTo>
                  <a:lnTo>
                    <a:pt x="24847" y="65410"/>
                  </a:lnTo>
                  <a:lnTo>
                    <a:pt x="26792" y="61817"/>
                  </a:lnTo>
                  <a:lnTo>
                    <a:pt x="28888" y="58225"/>
                  </a:lnTo>
                  <a:lnTo>
                    <a:pt x="31133" y="54782"/>
                  </a:lnTo>
                  <a:lnTo>
                    <a:pt x="33378" y="51340"/>
                  </a:lnTo>
                  <a:lnTo>
                    <a:pt x="35923" y="48197"/>
                  </a:lnTo>
                  <a:lnTo>
                    <a:pt x="38617" y="45053"/>
                  </a:lnTo>
                  <a:lnTo>
                    <a:pt x="41461" y="42060"/>
                  </a:lnTo>
                  <a:lnTo>
                    <a:pt x="44454" y="39216"/>
                  </a:lnTo>
                  <a:lnTo>
                    <a:pt x="47448" y="36522"/>
                  </a:lnTo>
                  <a:lnTo>
                    <a:pt x="50741" y="33977"/>
                  </a:lnTo>
                  <a:lnTo>
                    <a:pt x="54034" y="31582"/>
                  </a:lnTo>
                  <a:lnTo>
                    <a:pt x="57476" y="29337"/>
                  </a:lnTo>
                  <a:lnTo>
                    <a:pt x="60919" y="27242"/>
                  </a:lnTo>
                  <a:lnTo>
                    <a:pt x="64661" y="25296"/>
                  </a:lnTo>
                  <a:lnTo>
                    <a:pt x="68403" y="23500"/>
                  </a:lnTo>
                  <a:lnTo>
                    <a:pt x="72145" y="21853"/>
                  </a:lnTo>
                  <a:lnTo>
                    <a:pt x="76186" y="20356"/>
                  </a:lnTo>
                  <a:lnTo>
                    <a:pt x="80078" y="19159"/>
                  </a:lnTo>
                  <a:lnTo>
                    <a:pt x="84119" y="18111"/>
                  </a:lnTo>
                  <a:lnTo>
                    <a:pt x="88310" y="17213"/>
                  </a:lnTo>
                  <a:lnTo>
                    <a:pt x="92501" y="16614"/>
                  </a:lnTo>
                  <a:lnTo>
                    <a:pt x="96842" y="16016"/>
                  </a:lnTo>
                  <a:lnTo>
                    <a:pt x="101183" y="15716"/>
                  </a:lnTo>
                  <a:close/>
                  <a:moveTo>
                    <a:pt x="104176" y="5837"/>
                  </a:moveTo>
                  <a:lnTo>
                    <a:pt x="105224" y="12274"/>
                  </a:lnTo>
                  <a:lnTo>
                    <a:pt x="105673" y="15716"/>
                  </a:lnTo>
                  <a:lnTo>
                    <a:pt x="106272" y="19608"/>
                  </a:lnTo>
                  <a:lnTo>
                    <a:pt x="106870" y="23051"/>
                  </a:lnTo>
                  <a:lnTo>
                    <a:pt x="108517" y="33977"/>
                  </a:lnTo>
                  <a:lnTo>
                    <a:pt x="108666" y="35025"/>
                  </a:lnTo>
                  <a:lnTo>
                    <a:pt x="111061" y="51190"/>
                  </a:lnTo>
                  <a:lnTo>
                    <a:pt x="111361" y="52986"/>
                  </a:lnTo>
                  <a:lnTo>
                    <a:pt x="112408" y="60171"/>
                  </a:lnTo>
                  <a:lnTo>
                    <a:pt x="112708" y="61668"/>
                  </a:lnTo>
                  <a:lnTo>
                    <a:pt x="115552" y="80826"/>
                  </a:lnTo>
                  <a:lnTo>
                    <a:pt x="115701" y="81425"/>
                  </a:lnTo>
                  <a:lnTo>
                    <a:pt x="115701" y="82174"/>
                  </a:lnTo>
                  <a:lnTo>
                    <a:pt x="116300" y="86215"/>
                  </a:lnTo>
                  <a:lnTo>
                    <a:pt x="116450" y="86814"/>
                  </a:lnTo>
                  <a:lnTo>
                    <a:pt x="117048" y="90556"/>
                  </a:lnTo>
                  <a:lnTo>
                    <a:pt x="117048" y="90705"/>
                  </a:lnTo>
                  <a:lnTo>
                    <a:pt x="116749" y="90705"/>
                  </a:lnTo>
                  <a:lnTo>
                    <a:pt x="115252" y="92352"/>
                  </a:lnTo>
                  <a:lnTo>
                    <a:pt x="113606" y="94148"/>
                  </a:lnTo>
                  <a:lnTo>
                    <a:pt x="113456" y="94148"/>
                  </a:lnTo>
                  <a:lnTo>
                    <a:pt x="111810" y="95944"/>
                  </a:lnTo>
                  <a:lnTo>
                    <a:pt x="110163" y="97740"/>
                  </a:lnTo>
                  <a:lnTo>
                    <a:pt x="110163" y="97590"/>
                  </a:lnTo>
                  <a:lnTo>
                    <a:pt x="110014" y="95794"/>
                  </a:lnTo>
                  <a:lnTo>
                    <a:pt x="109714" y="95794"/>
                  </a:lnTo>
                  <a:lnTo>
                    <a:pt x="109565" y="97141"/>
                  </a:lnTo>
                  <a:lnTo>
                    <a:pt x="109565" y="97291"/>
                  </a:lnTo>
                  <a:lnTo>
                    <a:pt x="109415" y="98489"/>
                  </a:lnTo>
                  <a:lnTo>
                    <a:pt x="108517" y="99536"/>
                  </a:lnTo>
                  <a:lnTo>
                    <a:pt x="108367" y="99686"/>
                  </a:lnTo>
                  <a:lnTo>
                    <a:pt x="106870" y="101332"/>
                  </a:lnTo>
                  <a:lnTo>
                    <a:pt x="106721" y="101482"/>
                  </a:lnTo>
                  <a:lnTo>
                    <a:pt x="105224" y="102979"/>
                  </a:lnTo>
                  <a:lnTo>
                    <a:pt x="104775" y="103428"/>
                  </a:lnTo>
                  <a:lnTo>
                    <a:pt x="104625" y="103578"/>
                  </a:lnTo>
                  <a:lnTo>
                    <a:pt x="104026" y="102979"/>
                  </a:lnTo>
                  <a:lnTo>
                    <a:pt x="103577" y="102530"/>
                  </a:lnTo>
                  <a:lnTo>
                    <a:pt x="102380" y="101482"/>
                  </a:lnTo>
                  <a:lnTo>
                    <a:pt x="102380" y="101332"/>
                  </a:lnTo>
                  <a:lnTo>
                    <a:pt x="101033" y="100135"/>
                  </a:lnTo>
                  <a:lnTo>
                    <a:pt x="103428" y="100135"/>
                  </a:lnTo>
                  <a:lnTo>
                    <a:pt x="103877" y="99985"/>
                  </a:lnTo>
                  <a:lnTo>
                    <a:pt x="105523" y="99985"/>
                  </a:lnTo>
                  <a:lnTo>
                    <a:pt x="106721" y="99836"/>
                  </a:lnTo>
                  <a:lnTo>
                    <a:pt x="106870" y="99686"/>
                  </a:lnTo>
                  <a:lnTo>
                    <a:pt x="106870" y="99536"/>
                  </a:lnTo>
                  <a:lnTo>
                    <a:pt x="106721" y="99387"/>
                  </a:lnTo>
                  <a:lnTo>
                    <a:pt x="105224" y="99237"/>
                  </a:lnTo>
                  <a:lnTo>
                    <a:pt x="100135" y="99237"/>
                  </a:lnTo>
                  <a:lnTo>
                    <a:pt x="98788" y="98039"/>
                  </a:lnTo>
                  <a:lnTo>
                    <a:pt x="98788" y="97890"/>
                  </a:lnTo>
                  <a:lnTo>
                    <a:pt x="97441" y="96692"/>
                  </a:lnTo>
                  <a:lnTo>
                    <a:pt x="99835" y="96842"/>
                  </a:lnTo>
                  <a:lnTo>
                    <a:pt x="105074" y="96842"/>
                  </a:lnTo>
                  <a:lnTo>
                    <a:pt x="105523" y="96692"/>
                  </a:lnTo>
                  <a:lnTo>
                    <a:pt x="105673" y="96692"/>
                  </a:lnTo>
                  <a:lnTo>
                    <a:pt x="107619" y="96543"/>
                  </a:lnTo>
                  <a:lnTo>
                    <a:pt x="107619" y="96393"/>
                  </a:lnTo>
                  <a:lnTo>
                    <a:pt x="107619" y="96243"/>
                  </a:lnTo>
                  <a:lnTo>
                    <a:pt x="105074" y="95944"/>
                  </a:lnTo>
                  <a:lnTo>
                    <a:pt x="100284" y="95944"/>
                  </a:lnTo>
                  <a:lnTo>
                    <a:pt x="97141" y="96243"/>
                  </a:lnTo>
                  <a:lnTo>
                    <a:pt x="96992" y="96243"/>
                  </a:lnTo>
                  <a:lnTo>
                    <a:pt x="92352" y="91753"/>
                  </a:lnTo>
                  <a:lnTo>
                    <a:pt x="92651" y="90107"/>
                  </a:lnTo>
                  <a:lnTo>
                    <a:pt x="95195" y="90406"/>
                  </a:lnTo>
                  <a:lnTo>
                    <a:pt x="97890" y="90406"/>
                  </a:lnTo>
                  <a:lnTo>
                    <a:pt x="103128" y="90256"/>
                  </a:lnTo>
                  <a:lnTo>
                    <a:pt x="104925" y="90256"/>
                  </a:lnTo>
                  <a:lnTo>
                    <a:pt x="105224" y="90107"/>
                  </a:lnTo>
                  <a:lnTo>
                    <a:pt x="105972" y="90107"/>
                  </a:lnTo>
                  <a:lnTo>
                    <a:pt x="105972" y="89957"/>
                  </a:lnTo>
                  <a:lnTo>
                    <a:pt x="105972" y="89807"/>
                  </a:lnTo>
                  <a:lnTo>
                    <a:pt x="105823" y="89657"/>
                  </a:lnTo>
                  <a:lnTo>
                    <a:pt x="102679" y="89657"/>
                  </a:lnTo>
                  <a:lnTo>
                    <a:pt x="97590" y="89508"/>
                  </a:lnTo>
                  <a:lnTo>
                    <a:pt x="95195" y="89508"/>
                  </a:lnTo>
                  <a:lnTo>
                    <a:pt x="92651" y="89807"/>
                  </a:lnTo>
                  <a:lnTo>
                    <a:pt x="93549" y="82922"/>
                  </a:lnTo>
                  <a:lnTo>
                    <a:pt x="93699" y="82174"/>
                  </a:lnTo>
                  <a:lnTo>
                    <a:pt x="93848" y="81425"/>
                  </a:lnTo>
                  <a:lnTo>
                    <a:pt x="96543" y="61817"/>
                  </a:lnTo>
                  <a:lnTo>
                    <a:pt x="96692" y="60171"/>
                  </a:lnTo>
                  <a:lnTo>
                    <a:pt x="97740" y="53136"/>
                  </a:lnTo>
                  <a:lnTo>
                    <a:pt x="97890" y="51340"/>
                  </a:lnTo>
                  <a:lnTo>
                    <a:pt x="100135" y="35025"/>
                  </a:lnTo>
                  <a:lnTo>
                    <a:pt x="100284" y="34127"/>
                  </a:lnTo>
                  <a:lnTo>
                    <a:pt x="101781" y="23051"/>
                  </a:lnTo>
                  <a:lnTo>
                    <a:pt x="102230" y="19608"/>
                  </a:lnTo>
                  <a:lnTo>
                    <a:pt x="102829" y="15716"/>
                  </a:lnTo>
                  <a:lnTo>
                    <a:pt x="103278" y="12274"/>
                  </a:lnTo>
                  <a:lnTo>
                    <a:pt x="104176" y="5837"/>
                  </a:lnTo>
                  <a:close/>
                  <a:moveTo>
                    <a:pt x="53285" y="113456"/>
                  </a:moveTo>
                  <a:lnTo>
                    <a:pt x="60021" y="114354"/>
                  </a:lnTo>
                  <a:lnTo>
                    <a:pt x="53884" y="116151"/>
                  </a:lnTo>
                  <a:lnTo>
                    <a:pt x="53285" y="113456"/>
                  </a:lnTo>
                  <a:close/>
                  <a:moveTo>
                    <a:pt x="90705" y="92352"/>
                  </a:moveTo>
                  <a:lnTo>
                    <a:pt x="90555" y="92651"/>
                  </a:lnTo>
                  <a:lnTo>
                    <a:pt x="92052" y="93998"/>
                  </a:lnTo>
                  <a:lnTo>
                    <a:pt x="92202" y="94148"/>
                  </a:lnTo>
                  <a:lnTo>
                    <a:pt x="93998" y="95794"/>
                  </a:lnTo>
                  <a:lnTo>
                    <a:pt x="95794" y="97441"/>
                  </a:lnTo>
                  <a:lnTo>
                    <a:pt x="95794" y="97590"/>
                  </a:lnTo>
                  <a:lnTo>
                    <a:pt x="97590" y="99087"/>
                  </a:lnTo>
                  <a:lnTo>
                    <a:pt x="97590" y="99237"/>
                  </a:lnTo>
                  <a:lnTo>
                    <a:pt x="97740" y="99387"/>
                  </a:lnTo>
                  <a:lnTo>
                    <a:pt x="97291" y="99387"/>
                  </a:lnTo>
                  <a:lnTo>
                    <a:pt x="95794" y="99536"/>
                  </a:lnTo>
                  <a:lnTo>
                    <a:pt x="95644" y="99686"/>
                  </a:lnTo>
                  <a:lnTo>
                    <a:pt x="95794" y="99686"/>
                  </a:lnTo>
                  <a:lnTo>
                    <a:pt x="96842" y="99836"/>
                  </a:lnTo>
                  <a:lnTo>
                    <a:pt x="96992" y="99836"/>
                  </a:lnTo>
                  <a:lnTo>
                    <a:pt x="98488" y="99985"/>
                  </a:lnTo>
                  <a:lnTo>
                    <a:pt x="99237" y="100734"/>
                  </a:lnTo>
                  <a:lnTo>
                    <a:pt x="99386" y="100883"/>
                  </a:lnTo>
                  <a:lnTo>
                    <a:pt x="101183" y="102530"/>
                  </a:lnTo>
                  <a:lnTo>
                    <a:pt x="101183" y="102680"/>
                  </a:lnTo>
                  <a:lnTo>
                    <a:pt x="102829" y="104027"/>
                  </a:lnTo>
                  <a:lnTo>
                    <a:pt x="103428" y="104625"/>
                  </a:lnTo>
                  <a:lnTo>
                    <a:pt x="103577" y="104775"/>
                  </a:lnTo>
                  <a:lnTo>
                    <a:pt x="103428" y="104775"/>
                  </a:lnTo>
                  <a:lnTo>
                    <a:pt x="102979" y="105374"/>
                  </a:lnTo>
                  <a:lnTo>
                    <a:pt x="102829" y="105523"/>
                  </a:lnTo>
                  <a:lnTo>
                    <a:pt x="102230" y="106122"/>
                  </a:lnTo>
                  <a:lnTo>
                    <a:pt x="101183" y="107320"/>
                  </a:lnTo>
                  <a:lnTo>
                    <a:pt x="101033" y="107320"/>
                  </a:lnTo>
                  <a:lnTo>
                    <a:pt x="99985" y="108517"/>
                  </a:lnTo>
                  <a:lnTo>
                    <a:pt x="99985" y="106122"/>
                  </a:lnTo>
                  <a:lnTo>
                    <a:pt x="99985" y="105523"/>
                  </a:lnTo>
                  <a:lnTo>
                    <a:pt x="99985" y="105374"/>
                  </a:lnTo>
                  <a:lnTo>
                    <a:pt x="99985" y="104925"/>
                  </a:lnTo>
                  <a:lnTo>
                    <a:pt x="99985" y="104775"/>
                  </a:lnTo>
                  <a:lnTo>
                    <a:pt x="99985" y="104176"/>
                  </a:lnTo>
                  <a:lnTo>
                    <a:pt x="99835" y="104027"/>
                  </a:lnTo>
                  <a:lnTo>
                    <a:pt x="99835" y="103727"/>
                  </a:lnTo>
                  <a:lnTo>
                    <a:pt x="99686" y="102680"/>
                  </a:lnTo>
                  <a:lnTo>
                    <a:pt x="99686" y="102530"/>
                  </a:lnTo>
                  <a:lnTo>
                    <a:pt x="99386" y="102530"/>
                  </a:lnTo>
                  <a:lnTo>
                    <a:pt x="99386" y="102680"/>
                  </a:lnTo>
                  <a:lnTo>
                    <a:pt x="99237" y="104176"/>
                  </a:lnTo>
                  <a:lnTo>
                    <a:pt x="99237" y="104476"/>
                  </a:lnTo>
                  <a:lnTo>
                    <a:pt x="99237" y="104625"/>
                  </a:lnTo>
                  <a:lnTo>
                    <a:pt x="99237" y="104775"/>
                  </a:lnTo>
                  <a:lnTo>
                    <a:pt x="99237" y="104925"/>
                  </a:lnTo>
                  <a:lnTo>
                    <a:pt x="99087" y="105374"/>
                  </a:lnTo>
                  <a:lnTo>
                    <a:pt x="99087" y="105523"/>
                  </a:lnTo>
                  <a:lnTo>
                    <a:pt x="99087" y="106122"/>
                  </a:lnTo>
                  <a:lnTo>
                    <a:pt x="99087" y="108667"/>
                  </a:lnTo>
                  <a:lnTo>
                    <a:pt x="99087" y="108816"/>
                  </a:lnTo>
                  <a:lnTo>
                    <a:pt x="99087" y="109415"/>
                  </a:lnTo>
                  <a:lnTo>
                    <a:pt x="96543" y="111960"/>
                  </a:lnTo>
                  <a:lnTo>
                    <a:pt x="96842" y="109116"/>
                  </a:lnTo>
                  <a:lnTo>
                    <a:pt x="96842" y="106272"/>
                  </a:lnTo>
                  <a:lnTo>
                    <a:pt x="96842" y="105523"/>
                  </a:lnTo>
                  <a:lnTo>
                    <a:pt x="96842" y="104925"/>
                  </a:lnTo>
                  <a:lnTo>
                    <a:pt x="96692" y="104326"/>
                  </a:lnTo>
                  <a:lnTo>
                    <a:pt x="96692" y="103727"/>
                  </a:lnTo>
                  <a:lnTo>
                    <a:pt x="96692" y="103428"/>
                  </a:lnTo>
                  <a:lnTo>
                    <a:pt x="96393" y="101931"/>
                  </a:lnTo>
                  <a:lnTo>
                    <a:pt x="96393" y="101781"/>
                  </a:lnTo>
                  <a:lnTo>
                    <a:pt x="96243" y="101931"/>
                  </a:lnTo>
                  <a:lnTo>
                    <a:pt x="95944" y="104176"/>
                  </a:lnTo>
                  <a:lnTo>
                    <a:pt x="95944" y="104326"/>
                  </a:lnTo>
                  <a:lnTo>
                    <a:pt x="95944" y="104925"/>
                  </a:lnTo>
                  <a:lnTo>
                    <a:pt x="95944" y="105523"/>
                  </a:lnTo>
                  <a:lnTo>
                    <a:pt x="95944" y="105673"/>
                  </a:lnTo>
                  <a:lnTo>
                    <a:pt x="95944" y="106272"/>
                  </a:lnTo>
                  <a:lnTo>
                    <a:pt x="95944" y="109415"/>
                  </a:lnTo>
                  <a:lnTo>
                    <a:pt x="96094" y="112558"/>
                  </a:lnTo>
                  <a:lnTo>
                    <a:pt x="91753" y="117049"/>
                  </a:lnTo>
                  <a:lnTo>
                    <a:pt x="90106" y="116899"/>
                  </a:lnTo>
                  <a:lnTo>
                    <a:pt x="90106" y="116749"/>
                  </a:lnTo>
                  <a:lnTo>
                    <a:pt x="90256" y="114354"/>
                  </a:lnTo>
                  <a:lnTo>
                    <a:pt x="90406" y="111810"/>
                  </a:lnTo>
                  <a:lnTo>
                    <a:pt x="90256" y="106721"/>
                  </a:lnTo>
                  <a:lnTo>
                    <a:pt x="90106" y="105823"/>
                  </a:lnTo>
                  <a:lnTo>
                    <a:pt x="90106" y="105224"/>
                  </a:lnTo>
                  <a:lnTo>
                    <a:pt x="90106" y="105074"/>
                  </a:lnTo>
                  <a:lnTo>
                    <a:pt x="90106" y="104176"/>
                  </a:lnTo>
                  <a:lnTo>
                    <a:pt x="90106" y="103727"/>
                  </a:lnTo>
                  <a:lnTo>
                    <a:pt x="90106" y="103578"/>
                  </a:lnTo>
                  <a:lnTo>
                    <a:pt x="89957" y="103428"/>
                  </a:lnTo>
                  <a:lnTo>
                    <a:pt x="89807" y="103578"/>
                  </a:lnTo>
                  <a:lnTo>
                    <a:pt x="89657" y="103578"/>
                  </a:lnTo>
                  <a:lnTo>
                    <a:pt x="89657" y="103727"/>
                  </a:lnTo>
                  <a:lnTo>
                    <a:pt x="89657" y="104625"/>
                  </a:lnTo>
                  <a:lnTo>
                    <a:pt x="89657" y="105523"/>
                  </a:lnTo>
                  <a:lnTo>
                    <a:pt x="89508" y="106571"/>
                  </a:lnTo>
                  <a:lnTo>
                    <a:pt x="89508" y="107769"/>
                  </a:lnTo>
                  <a:lnTo>
                    <a:pt x="89358" y="112259"/>
                  </a:lnTo>
                  <a:lnTo>
                    <a:pt x="89508" y="114504"/>
                  </a:lnTo>
                  <a:lnTo>
                    <a:pt x="89657" y="116749"/>
                  </a:lnTo>
                  <a:lnTo>
                    <a:pt x="89657" y="116749"/>
                  </a:lnTo>
                  <a:lnTo>
                    <a:pt x="83521" y="116001"/>
                  </a:lnTo>
                  <a:lnTo>
                    <a:pt x="82772" y="115851"/>
                  </a:lnTo>
                  <a:lnTo>
                    <a:pt x="82024" y="115702"/>
                  </a:lnTo>
                  <a:lnTo>
                    <a:pt x="61667" y="113007"/>
                  </a:lnTo>
                  <a:lnTo>
                    <a:pt x="60171" y="112708"/>
                  </a:lnTo>
                  <a:lnTo>
                    <a:pt x="52986" y="111810"/>
                  </a:lnTo>
                  <a:lnTo>
                    <a:pt x="51190" y="111511"/>
                  </a:lnTo>
                  <a:lnTo>
                    <a:pt x="35025" y="109265"/>
                  </a:lnTo>
                  <a:lnTo>
                    <a:pt x="33977" y="109116"/>
                  </a:lnTo>
                  <a:lnTo>
                    <a:pt x="23050" y="107619"/>
                  </a:lnTo>
                  <a:lnTo>
                    <a:pt x="19608" y="107170"/>
                  </a:lnTo>
                  <a:lnTo>
                    <a:pt x="15716" y="106571"/>
                  </a:lnTo>
                  <a:lnTo>
                    <a:pt x="12274" y="106122"/>
                  </a:lnTo>
                  <a:lnTo>
                    <a:pt x="5688" y="105224"/>
                  </a:lnTo>
                  <a:lnTo>
                    <a:pt x="12274" y="104326"/>
                  </a:lnTo>
                  <a:lnTo>
                    <a:pt x="15716" y="103727"/>
                  </a:lnTo>
                  <a:lnTo>
                    <a:pt x="19608" y="103129"/>
                  </a:lnTo>
                  <a:lnTo>
                    <a:pt x="23050" y="102680"/>
                  </a:lnTo>
                  <a:lnTo>
                    <a:pt x="33977" y="101033"/>
                  </a:lnTo>
                  <a:lnTo>
                    <a:pt x="35025" y="100883"/>
                  </a:lnTo>
                  <a:lnTo>
                    <a:pt x="51190" y="98339"/>
                  </a:lnTo>
                  <a:lnTo>
                    <a:pt x="52986" y="98039"/>
                  </a:lnTo>
                  <a:lnTo>
                    <a:pt x="60171" y="96992"/>
                  </a:lnTo>
                  <a:lnTo>
                    <a:pt x="61667" y="96842"/>
                  </a:lnTo>
                  <a:lnTo>
                    <a:pt x="81425" y="93848"/>
                  </a:lnTo>
                  <a:lnTo>
                    <a:pt x="82173" y="93699"/>
                  </a:lnTo>
                  <a:lnTo>
                    <a:pt x="82922" y="93549"/>
                  </a:lnTo>
                  <a:lnTo>
                    <a:pt x="85915" y="93100"/>
                  </a:lnTo>
                  <a:lnTo>
                    <a:pt x="86514" y="93100"/>
                  </a:lnTo>
                  <a:lnTo>
                    <a:pt x="90106" y="92501"/>
                  </a:lnTo>
                  <a:lnTo>
                    <a:pt x="90555" y="92352"/>
                  </a:lnTo>
                  <a:close/>
                  <a:moveTo>
                    <a:pt x="117647" y="92501"/>
                  </a:moveTo>
                  <a:lnTo>
                    <a:pt x="119294" y="92651"/>
                  </a:lnTo>
                  <a:lnTo>
                    <a:pt x="119144" y="95046"/>
                  </a:lnTo>
                  <a:lnTo>
                    <a:pt x="118994" y="97590"/>
                  </a:lnTo>
                  <a:lnTo>
                    <a:pt x="119144" y="102530"/>
                  </a:lnTo>
                  <a:lnTo>
                    <a:pt x="119144" y="103428"/>
                  </a:lnTo>
                  <a:lnTo>
                    <a:pt x="119294" y="104176"/>
                  </a:lnTo>
                  <a:lnTo>
                    <a:pt x="119294" y="104476"/>
                  </a:lnTo>
                  <a:lnTo>
                    <a:pt x="119294" y="105224"/>
                  </a:lnTo>
                  <a:lnTo>
                    <a:pt x="119294" y="105823"/>
                  </a:lnTo>
                  <a:lnTo>
                    <a:pt x="119294" y="105972"/>
                  </a:lnTo>
                  <a:lnTo>
                    <a:pt x="119593" y="105972"/>
                  </a:lnTo>
                  <a:lnTo>
                    <a:pt x="119743" y="105823"/>
                  </a:lnTo>
                  <a:lnTo>
                    <a:pt x="119743" y="104775"/>
                  </a:lnTo>
                  <a:lnTo>
                    <a:pt x="119743" y="103727"/>
                  </a:lnTo>
                  <a:lnTo>
                    <a:pt x="119892" y="102680"/>
                  </a:lnTo>
                  <a:lnTo>
                    <a:pt x="119892" y="101482"/>
                  </a:lnTo>
                  <a:lnTo>
                    <a:pt x="120042" y="97141"/>
                  </a:lnTo>
                  <a:lnTo>
                    <a:pt x="119892" y="94896"/>
                  </a:lnTo>
                  <a:lnTo>
                    <a:pt x="119743" y="92651"/>
                  </a:lnTo>
                  <a:lnTo>
                    <a:pt x="119743" y="92651"/>
                  </a:lnTo>
                  <a:lnTo>
                    <a:pt x="125730" y="93549"/>
                  </a:lnTo>
                  <a:lnTo>
                    <a:pt x="126478" y="93699"/>
                  </a:lnTo>
                  <a:lnTo>
                    <a:pt x="127077" y="93699"/>
                  </a:lnTo>
                  <a:lnTo>
                    <a:pt x="147733" y="96543"/>
                  </a:lnTo>
                  <a:lnTo>
                    <a:pt x="149229" y="96842"/>
                  </a:lnTo>
                  <a:lnTo>
                    <a:pt x="156414" y="97740"/>
                  </a:lnTo>
                  <a:lnTo>
                    <a:pt x="158210" y="98039"/>
                  </a:lnTo>
                  <a:lnTo>
                    <a:pt x="174375" y="100285"/>
                  </a:lnTo>
                  <a:lnTo>
                    <a:pt x="175423" y="100434"/>
                  </a:lnTo>
                  <a:lnTo>
                    <a:pt x="186350" y="101931"/>
                  </a:lnTo>
                  <a:lnTo>
                    <a:pt x="189792" y="102380"/>
                  </a:lnTo>
                  <a:lnTo>
                    <a:pt x="193684" y="102829"/>
                  </a:lnTo>
                  <a:lnTo>
                    <a:pt x="197126" y="103278"/>
                  </a:lnTo>
                  <a:lnTo>
                    <a:pt x="203712" y="104326"/>
                  </a:lnTo>
                  <a:lnTo>
                    <a:pt x="197126" y="105224"/>
                  </a:lnTo>
                  <a:lnTo>
                    <a:pt x="193684" y="105823"/>
                  </a:lnTo>
                  <a:lnTo>
                    <a:pt x="189792" y="106421"/>
                  </a:lnTo>
                  <a:lnTo>
                    <a:pt x="186350" y="106871"/>
                  </a:lnTo>
                  <a:lnTo>
                    <a:pt x="175423" y="108517"/>
                  </a:lnTo>
                  <a:lnTo>
                    <a:pt x="174375" y="108667"/>
                  </a:lnTo>
                  <a:lnTo>
                    <a:pt x="158210" y="111062"/>
                  </a:lnTo>
                  <a:lnTo>
                    <a:pt x="156414" y="111361"/>
                  </a:lnTo>
                  <a:lnTo>
                    <a:pt x="149229" y="112409"/>
                  </a:lnTo>
                  <a:lnTo>
                    <a:pt x="147733" y="112708"/>
                  </a:lnTo>
                  <a:lnTo>
                    <a:pt x="127975" y="115702"/>
                  </a:lnTo>
                  <a:lnTo>
                    <a:pt x="127376" y="115851"/>
                  </a:lnTo>
                  <a:lnTo>
                    <a:pt x="126628" y="115851"/>
                  </a:lnTo>
                  <a:lnTo>
                    <a:pt x="123634" y="116300"/>
                  </a:lnTo>
                  <a:lnTo>
                    <a:pt x="123036" y="116450"/>
                  </a:lnTo>
                  <a:lnTo>
                    <a:pt x="119443" y="117049"/>
                  </a:lnTo>
                  <a:lnTo>
                    <a:pt x="118695" y="117049"/>
                  </a:lnTo>
                  <a:lnTo>
                    <a:pt x="118695" y="116899"/>
                  </a:lnTo>
                  <a:lnTo>
                    <a:pt x="117348" y="115552"/>
                  </a:lnTo>
                  <a:lnTo>
                    <a:pt x="117198" y="115402"/>
                  </a:lnTo>
                  <a:lnTo>
                    <a:pt x="115552" y="113756"/>
                  </a:lnTo>
                  <a:lnTo>
                    <a:pt x="115402" y="113756"/>
                  </a:lnTo>
                  <a:lnTo>
                    <a:pt x="113756" y="112109"/>
                  </a:lnTo>
                  <a:lnTo>
                    <a:pt x="113606" y="111960"/>
                  </a:lnTo>
                  <a:lnTo>
                    <a:pt x="111959" y="110463"/>
                  </a:lnTo>
                  <a:lnTo>
                    <a:pt x="111810" y="110313"/>
                  </a:lnTo>
                  <a:lnTo>
                    <a:pt x="111660" y="110163"/>
                  </a:lnTo>
                  <a:lnTo>
                    <a:pt x="112259" y="110163"/>
                  </a:lnTo>
                  <a:lnTo>
                    <a:pt x="113606" y="110014"/>
                  </a:lnTo>
                  <a:lnTo>
                    <a:pt x="113756" y="109864"/>
                  </a:lnTo>
                  <a:lnTo>
                    <a:pt x="113606" y="109714"/>
                  </a:lnTo>
                  <a:lnTo>
                    <a:pt x="112558" y="109714"/>
                  </a:lnTo>
                  <a:lnTo>
                    <a:pt x="110912" y="109565"/>
                  </a:lnTo>
                  <a:lnTo>
                    <a:pt x="110912" y="109415"/>
                  </a:lnTo>
                  <a:lnTo>
                    <a:pt x="110762" y="109265"/>
                  </a:lnTo>
                  <a:lnTo>
                    <a:pt x="110163" y="108816"/>
                  </a:lnTo>
                  <a:lnTo>
                    <a:pt x="110014" y="108667"/>
                  </a:lnTo>
                  <a:lnTo>
                    <a:pt x="108367" y="107020"/>
                  </a:lnTo>
                  <a:lnTo>
                    <a:pt x="108217" y="106871"/>
                  </a:lnTo>
                  <a:lnTo>
                    <a:pt x="106571" y="105374"/>
                  </a:lnTo>
                  <a:lnTo>
                    <a:pt x="106122" y="104925"/>
                  </a:lnTo>
                  <a:lnTo>
                    <a:pt x="105972" y="104775"/>
                  </a:lnTo>
                  <a:lnTo>
                    <a:pt x="105823" y="104775"/>
                  </a:lnTo>
                  <a:lnTo>
                    <a:pt x="106272" y="104326"/>
                  </a:lnTo>
                  <a:lnTo>
                    <a:pt x="106272" y="104176"/>
                  </a:lnTo>
                  <a:lnTo>
                    <a:pt x="106870" y="103727"/>
                  </a:lnTo>
                  <a:lnTo>
                    <a:pt x="107918" y="102530"/>
                  </a:lnTo>
                  <a:lnTo>
                    <a:pt x="109415" y="101033"/>
                  </a:lnTo>
                  <a:lnTo>
                    <a:pt x="109415" y="103578"/>
                  </a:lnTo>
                  <a:lnTo>
                    <a:pt x="109415" y="104176"/>
                  </a:lnTo>
                  <a:lnTo>
                    <a:pt x="109415" y="104775"/>
                  </a:lnTo>
                  <a:lnTo>
                    <a:pt x="109415" y="104925"/>
                  </a:lnTo>
                  <a:lnTo>
                    <a:pt x="109415" y="105374"/>
                  </a:lnTo>
                  <a:lnTo>
                    <a:pt x="109565" y="105673"/>
                  </a:lnTo>
                  <a:lnTo>
                    <a:pt x="109565" y="105823"/>
                  </a:lnTo>
                  <a:lnTo>
                    <a:pt x="109714" y="106871"/>
                  </a:lnTo>
                  <a:lnTo>
                    <a:pt x="109864" y="107020"/>
                  </a:lnTo>
                  <a:lnTo>
                    <a:pt x="109864" y="106871"/>
                  </a:lnTo>
                  <a:lnTo>
                    <a:pt x="110014" y="106871"/>
                  </a:lnTo>
                  <a:lnTo>
                    <a:pt x="110163" y="105374"/>
                  </a:lnTo>
                  <a:lnTo>
                    <a:pt x="110163" y="105224"/>
                  </a:lnTo>
                  <a:lnTo>
                    <a:pt x="110163" y="104925"/>
                  </a:lnTo>
                  <a:lnTo>
                    <a:pt x="110163" y="104775"/>
                  </a:lnTo>
                  <a:lnTo>
                    <a:pt x="110163" y="104176"/>
                  </a:lnTo>
                  <a:lnTo>
                    <a:pt x="110313" y="104027"/>
                  </a:lnTo>
                  <a:lnTo>
                    <a:pt x="110313" y="103578"/>
                  </a:lnTo>
                  <a:lnTo>
                    <a:pt x="110313" y="100135"/>
                  </a:lnTo>
                  <a:lnTo>
                    <a:pt x="112857" y="97441"/>
                  </a:lnTo>
                  <a:lnTo>
                    <a:pt x="112558" y="100434"/>
                  </a:lnTo>
                  <a:lnTo>
                    <a:pt x="112558" y="103578"/>
                  </a:lnTo>
                  <a:lnTo>
                    <a:pt x="112558" y="104027"/>
                  </a:lnTo>
                  <a:lnTo>
                    <a:pt x="112558" y="104176"/>
                  </a:lnTo>
                  <a:lnTo>
                    <a:pt x="112558" y="104625"/>
                  </a:lnTo>
                  <a:lnTo>
                    <a:pt x="112558" y="104775"/>
                  </a:lnTo>
                  <a:lnTo>
                    <a:pt x="112708" y="105224"/>
                  </a:lnTo>
                  <a:lnTo>
                    <a:pt x="112708" y="105972"/>
                  </a:lnTo>
                  <a:lnTo>
                    <a:pt x="112708" y="106122"/>
                  </a:lnTo>
                  <a:lnTo>
                    <a:pt x="112857" y="107619"/>
                  </a:lnTo>
                  <a:lnTo>
                    <a:pt x="113007" y="107769"/>
                  </a:lnTo>
                  <a:lnTo>
                    <a:pt x="113157" y="107619"/>
                  </a:lnTo>
                  <a:lnTo>
                    <a:pt x="113456" y="105374"/>
                  </a:lnTo>
                  <a:lnTo>
                    <a:pt x="113456" y="105224"/>
                  </a:lnTo>
                  <a:lnTo>
                    <a:pt x="113456" y="104775"/>
                  </a:lnTo>
                  <a:lnTo>
                    <a:pt x="113456" y="104625"/>
                  </a:lnTo>
                  <a:lnTo>
                    <a:pt x="113456" y="104176"/>
                  </a:lnTo>
                  <a:lnTo>
                    <a:pt x="113456" y="104027"/>
                  </a:lnTo>
                  <a:lnTo>
                    <a:pt x="113456" y="103578"/>
                  </a:lnTo>
                  <a:lnTo>
                    <a:pt x="113456" y="100285"/>
                  </a:lnTo>
                  <a:lnTo>
                    <a:pt x="113307" y="96992"/>
                  </a:lnTo>
                  <a:lnTo>
                    <a:pt x="117647" y="92501"/>
                  </a:lnTo>
                  <a:close/>
                  <a:moveTo>
                    <a:pt x="156115" y="113007"/>
                  </a:moveTo>
                  <a:lnTo>
                    <a:pt x="155815" y="115253"/>
                  </a:lnTo>
                  <a:lnTo>
                    <a:pt x="155216" y="117348"/>
                  </a:lnTo>
                  <a:lnTo>
                    <a:pt x="148481" y="116001"/>
                  </a:lnTo>
                  <a:lnTo>
                    <a:pt x="148930" y="114205"/>
                  </a:lnTo>
                  <a:lnTo>
                    <a:pt x="156115" y="113007"/>
                  </a:lnTo>
                  <a:close/>
                  <a:moveTo>
                    <a:pt x="23200" y="109265"/>
                  </a:moveTo>
                  <a:lnTo>
                    <a:pt x="34127" y="110762"/>
                  </a:lnTo>
                  <a:lnTo>
                    <a:pt x="34725" y="115552"/>
                  </a:lnTo>
                  <a:lnTo>
                    <a:pt x="35623" y="120342"/>
                  </a:lnTo>
                  <a:lnTo>
                    <a:pt x="24547" y="120342"/>
                  </a:lnTo>
                  <a:lnTo>
                    <a:pt x="24098" y="117647"/>
                  </a:lnTo>
                  <a:lnTo>
                    <a:pt x="23649" y="114803"/>
                  </a:lnTo>
                  <a:lnTo>
                    <a:pt x="23350" y="112109"/>
                  </a:lnTo>
                  <a:lnTo>
                    <a:pt x="23200" y="109265"/>
                  </a:lnTo>
                  <a:close/>
                  <a:moveTo>
                    <a:pt x="186350" y="108517"/>
                  </a:moveTo>
                  <a:lnTo>
                    <a:pt x="186050" y="111511"/>
                  </a:lnTo>
                  <a:lnTo>
                    <a:pt x="185751" y="114504"/>
                  </a:lnTo>
                  <a:lnTo>
                    <a:pt x="185451" y="117348"/>
                  </a:lnTo>
                  <a:lnTo>
                    <a:pt x="184853" y="120342"/>
                  </a:lnTo>
                  <a:lnTo>
                    <a:pt x="173777" y="120342"/>
                  </a:lnTo>
                  <a:lnTo>
                    <a:pt x="174226" y="117797"/>
                  </a:lnTo>
                  <a:lnTo>
                    <a:pt x="174675" y="115253"/>
                  </a:lnTo>
                  <a:lnTo>
                    <a:pt x="174974" y="112708"/>
                  </a:lnTo>
                  <a:lnTo>
                    <a:pt x="175273" y="110163"/>
                  </a:lnTo>
                  <a:lnTo>
                    <a:pt x="186350" y="108517"/>
                  </a:lnTo>
                  <a:close/>
                  <a:moveTo>
                    <a:pt x="37869" y="121240"/>
                  </a:moveTo>
                  <a:lnTo>
                    <a:pt x="39066" y="121389"/>
                  </a:lnTo>
                  <a:lnTo>
                    <a:pt x="38168" y="121838"/>
                  </a:lnTo>
                  <a:lnTo>
                    <a:pt x="37869" y="121240"/>
                  </a:lnTo>
                  <a:close/>
                  <a:moveTo>
                    <a:pt x="171531" y="121240"/>
                  </a:moveTo>
                  <a:lnTo>
                    <a:pt x="171232" y="121838"/>
                  </a:lnTo>
                  <a:lnTo>
                    <a:pt x="170484" y="121389"/>
                  </a:lnTo>
                  <a:lnTo>
                    <a:pt x="171531" y="121240"/>
                  </a:lnTo>
                  <a:close/>
                  <a:moveTo>
                    <a:pt x="37569" y="121240"/>
                  </a:moveTo>
                  <a:lnTo>
                    <a:pt x="37719" y="121389"/>
                  </a:lnTo>
                  <a:lnTo>
                    <a:pt x="38018" y="121838"/>
                  </a:lnTo>
                  <a:lnTo>
                    <a:pt x="37120" y="122437"/>
                  </a:lnTo>
                  <a:lnTo>
                    <a:pt x="36222" y="122886"/>
                  </a:lnTo>
                  <a:lnTo>
                    <a:pt x="26493" y="128574"/>
                  </a:lnTo>
                  <a:lnTo>
                    <a:pt x="25595" y="124982"/>
                  </a:lnTo>
                  <a:lnTo>
                    <a:pt x="24697" y="121240"/>
                  </a:lnTo>
                  <a:lnTo>
                    <a:pt x="25146" y="121240"/>
                  </a:lnTo>
                  <a:lnTo>
                    <a:pt x="25595" y="122736"/>
                  </a:lnTo>
                  <a:lnTo>
                    <a:pt x="25894" y="123635"/>
                  </a:lnTo>
                  <a:lnTo>
                    <a:pt x="26194" y="124533"/>
                  </a:lnTo>
                  <a:lnTo>
                    <a:pt x="26343" y="124533"/>
                  </a:lnTo>
                  <a:lnTo>
                    <a:pt x="26343" y="124383"/>
                  </a:lnTo>
                  <a:lnTo>
                    <a:pt x="25894" y="122437"/>
                  </a:lnTo>
                  <a:lnTo>
                    <a:pt x="25445" y="121240"/>
                  </a:lnTo>
                  <a:lnTo>
                    <a:pt x="26493" y="121240"/>
                  </a:lnTo>
                  <a:lnTo>
                    <a:pt x="26942" y="122587"/>
                  </a:lnTo>
                  <a:lnTo>
                    <a:pt x="27092" y="123485"/>
                  </a:lnTo>
                  <a:lnTo>
                    <a:pt x="27541" y="124383"/>
                  </a:lnTo>
                  <a:lnTo>
                    <a:pt x="27690" y="124383"/>
                  </a:lnTo>
                  <a:lnTo>
                    <a:pt x="27391" y="123485"/>
                  </a:lnTo>
                  <a:lnTo>
                    <a:pt x="27241" y="122587"/>
                  </a:lnTo>
                  <a:lnTo>
                    <a:pt x="26792" y="121240"/>
                  </a:lnTo>
                  <a:lnTo>
                    <a:pt x="27541" y="121240"/>
                  </a:lnTo>
                  <a:lnTo>
                    <a:pt x="27990" y="122736"/>
                  </a:lnTo>
                  <a:lnTo>
                    <a:pt x="28289" y="123335"/>
                  </a:lnTo>
                  <a:lnTo>
                    <a:pt x="28589" y="123934"/>
                  </a:lnTo>
                  <a:lnTo>
                    <a:pt x="28738" y="123934"/>
                  </a:lnTo>
                  <a:lnTo>
                    <a:pt x="28738" y="123784"/>
                  </a:lnTo>
                  <a:lnTo>
                    <a:pt x="28140" y="122287"/>
                  </a:lnTo>
                  <a:lnTo>
                    <a:pt x="27840" y="121240"/>
                  </a:lnTo>
                  <a:lnTo>
                    <a:pt x="29187" y="121240"/>
                  </a:lnTo>
                  <a:lnTo>
                    <a:pt x="29487" y="122287"/>
                  </a:lnTo>
                  <a:lnTo>
                    <a:pt x="29786" y="123185"/>
                  </a:lnTo>
                  <a:lnTo>
                    <a:pt x="30085" y="123934"/>
                  </a:lnTo>
                  <a:lnTo>
                    <a:pt x="30235" y="123934"/>
                  </a:lnTo>
                  <a:lnTo>
                    <a:pt x="29936" y="123036"/>
                  </a:lnTo>
                  <a:lnTo>
                    <a:pt x="29786" y="122287"/>
                  </a:lnTo>
                  <a:lnTo>
                    <a:pt x="29337" y="121240"/>
                  </a:lnTo>
                  <a:lnTo>
                    <a:pt x="30385" y="121240"/>
                  </a:lnTo>
                  <a:lnTo>
                    <a:pt x="30534" y="122138"/>
                  </a:lnTo>
                  <a:lnTo>
                    <a:pt x="30834" y="122886"/>
                  </a:lnTo>
                  <a:lnTo>
                    <a:pt x="31133" y="123635"/>
                  </a:lnTo>
                  <a:lnTo>
                    <a:pt x="31283" y="123635"/>
                  </a:lnTo>
                  <a:lnTo>
                    <a:pt x="30684" y="121689"/>
                  </a:lnTo>
                  <a:lnTo>
                    <a:pt x="30684" y="121240"/>
                  </a:lnTo>
                  <a:lnTo>
                    <a:pt x="31432" y="121240"/>
                  </a:lnTo>
                  <a:lnTo>
                    <a:pt x="31582" y="121838"/>
                  </a:lnTo>
                  <a:lnTo>
                    <a:pt x="32181" y="123335"/>
                  </a:lnTo>
                  <a:lnTo>
                    <a:pt x="32331" y="123335"/>
                  </a:lnTo>
                  <a:lnTo>
                    <a:pt x="32331" y="123185"/>
                  </a:lnTo>
                  <a:lnTo>
                    <a:pt x="31881" y="121838"/>
                  </a:lnTo>
                  <a:lnTo>
                    <a:pt x="31732" y="121240"/>
                  </a:lnTo>
                  <a:lnTo>
                    <a:pt x="32480" y="121240"/>
                  </a:lnTo>
                  <a:lnTo>
                    <a:pt x="32780" y="122138"/>
                  </a:lnTo>
                  <a:lnTo>
                    <a:pt x="33079" y="123036"/>
                  </a:lnTo>
                  <a:lnTo>
                    <a:pt x="33229" y="123036"/>
                  </a:lnTo>
                  <a:lnTo>
                    <a:pt x="33079" y="122138"/>
                  </a:lnTo>
                  <a:lnTo>
                    <a:pt x="32780" y="121240"/>
                  </a:lnTo>
                  <a:lnTo>
                    <a:pt x="33528" y="121240"/>
                  </a:lnTo>
                  <a:lnTo>
                    <a:pt x="33678" y="121689"/>
                  </a:lnTo>
                  <a:lnTo>
                    <a:pt x="33827" y="122138"/>
                  </a:lnTo>
                  <a:lnTo>
                    <a:pt x="34127" y="122736"/>
                  </a:lnTo>
                  <a:lnTo>
                    <a:pt x="34276" y="122587"/>
                  </a:lnTo>
                  <a:lnTo>
                    <a:pt x="33977" y="121539"/>
                  </a:lnTo>
                  <a:lnTo>
                    <a:pt x="33827" y="121240"/>
                  </a:lnTo>
                  <a:lnTo>
                    <a:pt x="34576" y="121240"/>
                  </a:lnTo>
                  <a:lnTo>
                    <a:pt x="35174" y="122437"/>
                  </a:lnTo>
                  <a:lnTo>
                    <a:pt x="35324" y="122437"/>
                  </a:lnTo>
                  <a:lnTo>
                    <a:pt x="34875" y="121240"/>
                  </a:lnTo>
                  <a:lnTo>
                    <a:pt x="35623" y="121240"/>
                  </a:lnTo>
                  <a:lnTo>
                    <a:pt x="35623" y="121539"/>
                  </a:lnTo>
                  <a:lnTo>
                    <a:pt x="36072" y="122287"/>
                  </a:lnTo>
                  <a:lnTo>
                    <a:pt x="36222" y="122437"/>
                  </a:lnTo>
                  <a:lnTo>
                    <a:pt x="36222" y="122287"/>
                  </a:lnTo>
                  <a:lnTo>
                    <a:pt x="35923" y="121389"/>
                  </a:lnTo>
                  <a:lnTo>
                    <a:pt x="35923" y="121240"/>
                  </a:lnTo>
                  <a:lnTo>
                    <a:pt x="36522" y="121240"/>
                  </a:lnTo>
                  <a:lnTo>
                    <a:pt x="36522" y="121389"/>
                  </a:lnTo>
                  <a:lnTo>
                    <a:pt x="36971" y="121988"/>
                  </a:lnTo>
                  <a:lnTo>
                    <a:pt x="37120" y="121838"/>
                  </a:lnTo>
                  <a:lnTo>
                    <a:pt x="36821" y="121389"/>
                  </a:lnTo>
                  <a:lnTo>
                    <a:pt x="36821" y="121240"/>
                  </a:lnTo>
                  <a:close/>
                  <a:moveTo>
                    <a:pt x="184703" y="121240"/>
                  </a:moveTo>
                  <a:lnTo>
                    <a:pt x="183805" y="124982"/>
                  </a:lnTo>
                  <a:lnTo>
                    <a:pt x="182907" y="128574"/>
                  </a:lnTo>
                  <a:lnTo>
                    <a:pt x="173178" y="122886"/>
                  </a:lnTo>
                  <a:lnTo>
                    <a:pt x="172280" y="122437"/>
                  </a:lnTo>
                  <a:lnTo>
                    <a:pt x="171382" y="121838"/>
                  </a:lnTo>
                  <a:lnTo>
                    <a:pt x="171831" y="121389"/>
                  </a:lnTo>
                  <a:lnTo>
                    <a:pt x="171831" y="121240"/>
                  </a:lnTo>
                  <a:lnTo>
                    <a:pt x="172579" y="121240"/>
                  </a:lnTo>
                  <a:lnTo>
                    <a:pt x="172429" y="121539"/>
                  </a:lnTo>
                  <a:lnTo>
                    <a:pt x="172429" y="121838"/>
                  </a:lnTo>
                  <a:lnTo>
                    <a:pt x="172429" y="121988"/>
                  </a:lnTo>
                  <a:lnTo>
                    <a:pt x="172878" y="121389"/>
                  </a:lnTo>
                  <a:lnTo>
                    <a:pt x="172878" y="121240"/>
                  </a:lnTo>
                  <a:lnTo>
                    <a:pt x="173627" y="121240"/>
                  </a:lnTo>
                  <a:lnTo>
                    <a:pt x="173477" y="121389"/>
                  </a:lnTo>
                  <a:lnTo>
                    <a:pt x="173477" y="121539"/>
                  </a:lnTo>
                  <a:lnTo>
                    <a:pt x="173178" y="122287"/>
                  </a:lnTo>
                  <a:lnTo>
                    <a:pt x="173178" y="122437"/>
                  </a:lnTo>
                  <a:lnTo>
                    <a:pt x="173328" y="122287"/>
                  </a:lnTo>
                  <a:lnTo>
                    <a:pt x="173777" y="121539"/>
                  </a:lnTo>
                  <a:lnTo>
                    <a:pt x="173926" y="121240"/>
                  </a:lnTo>
                  <a:lnTo>
                    <a:pt x="174525" y="121240"/>
                  </a:lnTo>
                  <a:lnTo>
                    <a:pt x="174226" y="122437"/>
                  </a:lnTo>
                  <a:lnTo>
                    <a:pt x="174375" y="122437"/>
                  </a:lnTo>
                  <a:lnTo>
                    <a:pt x="174824" y="121240"/>
                  </a:lnTo>
                  <a:lnTo>
                    <a:pt x="175573" y="121240"/>
                  </a:lnTo>
                  <a:lnTo>
                    <a:pt x="175573" y="121539"/>
                  </a:lnTo>
                  <a:lnTo>
                    <a:pt x="175124" y="122587"/>
                  </a:lnTo>
                  <a:lnTo>
                    <a:pt x="175273" y="122736"/>
                  </a:lnTo>
                  <a:lnTo>
                    <a:pt x="175573" y="122138"/>
                  </a:lnTo>
                  <a:lnTo>
                    <a:pt x="175722" y="121689"/>
                  </a:lnTo>
                  <a:lnTo>
                    <a:pt x="175872" y="121240"/>
                  </a:lnTo>
                  <a:lnTo>
                    <a:pt x="176620" y="121240"/>
                  </a:lnTo>
                  <a:lnTo>
                    <a:pt x="176321" y="122138"/>
                  </a:lnTo>
                  <a:lnTo>
                    <a:pt x="176171" y="123036"/>
                  </a:lnTo>
                  <a:lnTo>
                    <a:pt x="176321" y="123036"/>
                  </a:lnTo>
                  <a:lnTo>
                    <a:pt x="176620" y="122138"/>
                  </a:lnTo>
                  <a:lnTo>
                    <a:pt x="176920" y="121240"/>
                  </a:lnTo>
                  <a:lnTo>
                    <a:pt x="177818" y="121240"/>
                  </a:lnTo>
                  <a:lnTo>
                    <a:pt x="177519" y="121838"/>
                  </a:lnTo>
                  <a:lnTo>
                    <a:pt x="177069" y="123185"/>
                  </a:lnTo>
                  <a:lnTo>
                    <a:pt x="177219" y="123335"/>
                  </a:lnTo>
                  <a:lnTo>
                    <a:pt x="177818" y="121838"/>
                  </a:lnTo>
                  <a:lnTo>
                    <a:pt x="177968" y="121240"/>
                  </a:lnTo>
                  <a:lnTo>
                    <a:pt x="178866" y="121240"/>
                  </a:lnTo>
                  <a:lnTo>
                    <a:pt x="178716" y="121689"/>
                  </a:lnTo>
                  <a:lnTo>
                    <a:pt x="178117" y="123635"/>
                  </a:lnTo>
                  <a:lnTo>
                    <a:pt x="178267" y="123635"/>
                  </a:lnTo>
                  <a:lnTo>
                    <a:pt x="178566" y="122886"/>
                  </a:lnTo>
                  <a:lnTo>
                    <a:pt x="178866" y="122138"/>
                  </a:lnTo>
                  <a:lnTo>
                    <a:pt x="179015" y="121240"/>
                  </a:lnTo>
                  <a:lnTo>
                    <a:pt x="180063" y="121240"/>
                  </a:lnTo>
                  <a:lnTo>
                    <a:pt x="179764" y="122287"/>
                  </a:lnTo>
                  <a:lnTo>
                    <a:pt x="179464" y="123036"/>
                  </a:lnTo>
                  <a:lnTo>
                    <a:pt x="179315" y="123934"/>
                  </a:lnTo>
                  <a:lnTo>
                    <a:pt x="179764" y="123185"/>
                  </a:lnTo>
                  <a:lnTo>
                    <a:pt x="180063" y="122287"/>
                  </a:lnTo>
                  <a:lnTo>
                    <a:pt x="180362" y="121240"/>
                  </a:lnTo>
                  <a:lnTo>
                    <a:pt x="181560" y="121240"/>
                  </a:lnTo>
                  <a:lnTo>
                    <a:pt x="181260" y="122287"/>
                  </a:lnTo>
                  <a:lnTo>
                    <a:pt x="180662" y="123784"/>
                  </a:lnTo>
                  <a:lnTo>
                    <a:pt x="180662" y="123934"/>
                  </a:lnTo>
                  <a:lnTo>
                    <a:pt x="180811" y="123934"/>
                  </a:lnTo>
                  <a:lnTo>
                    <a:pt x="181111" y="123335"/>
                  </a:lnTo>
                  <a:lnTo>
                    <a:pt x="181410" y="122736"/>
                  </a:lnTo>
                  <a:lnTo>
                    <a:pt x="181859" y="121240"/>
                  </a:lnTo>
                  <a:lnTo>
                    <a:pt x="182757" y="121240"/>
                  </a:lnTo>
                  <a:lnTo>
                    <a:pt x="182308" y="122587"/>
                  </a:lnTo>
                  <a:lnTo>
                    <a:pt x="182009" y="123485"/>
                  </a:lnTo>
                  <a:lnTo>
                    <a:pt x="181859" y="124383"/>
                  </a:lnTo>
                  <a:lnTo>
                    <a:pt x="182308" y="123485"/>
                  </a:lnTo>
                  <a:lnTo>
                    <a:pt x="182608" y="122587"/>
                  </a:lnTo>
                  <a:lnTo>
                    <a:pt x="182907" y="121240"/>
                  </a:lnTo>
                  <a:lnTo>
                    <a:pt x="183955" y="121240"/>
                  </a:lnTo>
                  <a:lnTo>
                    <a:pt x="183506" y="122437"/>
                  </a:lnTo>
                  <a:lnTo>
                    <a:pt x="183057" y="124383"/>
                  </a:lnTo>
                  <a:lnTo>
                    <a:pt x="183057" y="124533"/>
                  </a:lnTo>
                  <a:lnTo>
                    <a:pt x="183206" y="124533"/>
                  </a:lnTo>
                  <a:lnTo>
                    <a:pt x="183506" y="123635"/>
                  </a:lnTo>
                  <a:lnTo>
                    <a:pt x="183805" y="122736"/>
                  </a:lnTo>
                  <a:lnTo>
                    <a:pt x="184254" y="121240"/>
                  </a:lnTo>
                  <a:close/>
                  <a:moveTo>
                    <a:pt x="147433" y="114354"/>
                  </a:moveTo>
                  <a:lnTo>
                    <a:pt x="146834" y="116749"/>
                  </a:lnTo>
                  <a:lnTo>
                    <a:pt x="146086" y="118845"/>
                  </a:lnTo>
                  <a:lnTo>
                    <a:pt x="145338" y="121090"/>
                  </a:lnTo>
                  <a:lnTo>
                    <a:pt x="144440" y="123185"/>
                  </a:lnTo>
                  <a:lnTo>
                    <a:pt x="143392" y="125281"/>
                  </a:lnTo>
                  <a:lnTo>
                    <a:pt x="142194" y="127227"/>
                  </a:lnTo>
                  <a:lnTo>
                    <a:pt x="140997" y="129173"/>
                  </a:lnTo>
                  <a:lnTo>
                    <a:pt x="139650" y="131118"/>
                  </a:lnTo>
                  <a:lnTo>
                    <a:pt x="129172" y="117198"/>
                  </a:lnTo>
                  <a:lnTo>
                    <a:pt x="147433" y="114354"/>
                  </a:lnTo>
                  <a:close/>
                  <a:moveTo>
                    <a:pt x="62117" y="114654"/>
                  </a:moveTo>
                  <a:lnTo>
                    <a:pt x="80976" y="117198"/>
                  </a:lnTo>
                  <a:lnTo>
                    <a:pt x="70199" y="131717"/>
                  </a:lnTo>
                  <a:lnTo>
                    <a:pt x="68852" y="129921"/>
                  </a:lnTo>
                  <a:lnTo>
                    <a:pt x="67505" y="127826"/>
                  </a:lnTo>
                  <a:lnTo>
                    <a:pt x="66308" y="125880"/>
                  </a:lnTo>
                  <a:lnTo>
                    <a:pt x="65260" y="123635"/>
                  </a:lnTo>
                  <a:lnTo>
                    <a:pt x="64212" y="121539"/>
                  </a:lnTo>
                  <a:lnTo>
                    <a:pt x="63464" y="119294"/>
                  </a:lnTo>
                  <a:lnTo>
                    <a:pt x="62715" y="117049"/>
                  </a:lnTo>
                  <a:lnTo>
                    <a:pt x="62117" y="114654"/>
                  </a:lnTo>
                  <a:close/>
                  <a:moveTo>
                    <a:pt x="60620" y="115253"/>
                  </a:moveTo>
                  <a:lnTo>
                    <a:pt x="61667" y="118845"/>
                  </a:lnTo>
                  <a:lnTo>
                    <a:pt x="63015" y="122287"/>
                  </a:lnTo>
                  <a:lnTo>
                    <a:pt x="64511" y="125580"/>
                  </a:lnTo>
                  <a:lnTo>
                    <a:pt x="66308" y="128724"/>
                  </a:lnTo>
                  <a:lnTo>
                    <a:pt x="60470" y="132466"/>
                  </a:lnTo>
                  <a:lnTo>
                    <a:pt x="58524" y="128873"/>
                  </a:lnTo>
                  <a:lnTo>
                    <a:pt x="56728" y="125131"/>
                  </a:lnTo>
                  <a:lnTo>
                    <a:pt x="55231" y="121090"/>
                  </a:lnTo>
                  <a:lnTo>
                    <a:pt x="54034" y="117049"/>
                  </a:lnTo>
                  <a:lnTo>
                    <a:pt x="60620" y="115253"/>
                  </a:lnTo>
                  <a:close/>
                  <a:moveTo>
                    <a:pt x="148331" y="116899"/>
                  </a:moveTo>
                  <a:lnTo>
                    <a:pt x="155067" y="118396"/>
                  </a:lnTo>
                  <a:lnTo>
                    <a:pt x="153869" y="122287"/>
                  </a:lnTo>
                  <a:lnTo>
                    <a:pt x="152223" y="126029"/>
                  </a:lnTo>
                  <a:lnTo>
                    <a:pt x="150427" y="129622"/>
                  </a:lnTo>
                  <a:lnTo>
                    <a:pt x="148481" y="133064"/>
                  </a:lnTo>
                  <a:lnTo>
                    <a:pt x="142643" y="129322"/>
                  </a:lnTo>
                  <a:lnTo>
                    <a:pt x="144440" y="126329"/>
                  </a:lnTo>
                  <a:lnTo>
                    <a:pt x="145936" y="123335"/>
                  </a:lnTo>
                  <a:lnTo>
                    <a:pt x="147283" y="120192"/>
                  </a:lnTo>
                  <a:lnTo>
                    <a:pt x="148331" y="116899"/>
                  </a:lnTo>
                  <a:close/>
                  <a:moveTo>
                    <a:pt x="142194" y="130071"/>
                  </a:moveTo>
                  <a:lnTo>
                    <a:pt x="147882" y="133962"/>
                  </a:lnTo>
                  <a:lnTo>
                    <a:pt x="146385" y="135908"/>
                  </a:lnTo>
                  <a:lnTo>
                    <a:pt x="144889" y="138004"/>
                  </a:lnTo>
                  <a:lnTo>
                    <a:pt x="140548" y="132316"/>
                  </a:lnTo>
                  <a:lnTo>
                    <a:pt x="142194" y="130071"/>
                  </a:lnTo>
                  <a:close/>
                  <a:moveTo>
                    <a:pt x="66906" y="129472"/>
                  </a:moveTo>
                  <a:lnTo>
                    <a:pt x="68104" y="131268"/>
                  </a:lnTo>
                  <a:lnTo>
                    <a:pt x="69301" y="132915"/>
                  </a:lnTo>
                  <a:lnTo>
                    <a:pt x="65110" y="138752"/>
                  </a:lnTo>
                  <a:lnTo>
                    <a:pt x="63015" y="136058"/>
                  </a:lnTo>
                  <a:lnTo>
                    <a:pt x="61069" y="133214"/>
                  </a:lnTo>
                  <a:lnTo>
                    <a:pt x="66906" y="129472"/>
                  </a:lnTo>
                  <a:close/>
                  <a:moveTo>
                    <a:pt x="161802" y="141596"/>
                  </a:moveTo>
                  <a:lnTo>
                    <a:pt x="162700" y="141895"/>
                  </a:lnTo>
                  <a:lnTo>
                    <a:pt x="162401" y="142344"/>
                  </a:lnTo>
                  <a:lnTo>
                    <a:pt x="161802" y="141596"/>
                  </a:lnTo>
                  <a:close/>
                  <a:moveTo>
                    <a:pt x="36522" y="123934"/>
                  </a:moveTo>
                  <a:lnTo>
                    <a:pt x="38018" y="128574"/>
                  </a:lnTo>
                  <a:lnTo>
                    <a:pt x="39814" y="133064"/>
                  </a:lnTo>
                  <a:lnTo>
                    <a:pt x="41910" y="137405"/>
                  </a:lnTo>
                  <a:lnTo>
                    <a:pt x="44305" y="141596"/>
                  </a:lnTo>
                  <a:lnTo>
                    <a:pt x="33827" y="145188"/>
                  </a:lnTo>
                  <a:lnTo>
                    <a:pt x="31732" y="141446"/>
                  </a:lnTo>
                  <a:lnTo>
                    <a:pt x="29936" y="137555"/>
                  </a:lnTo>
                  <a:lnTo>
                    <a:pt x="28289" y="133663"/>
                  </a:lnTo>
                  <a:lnTo>
                    <a:pt x="26792" y="129472"/>
                  </a:lnTo>
                  <a:lnTo>
                    <a:pt x="36522" y="123934"/>
                  </a:lnTo>
                  <a:close/>
                  <a:moveTo>
                    <a:pt x="172878" y="123934"/>
                  </a:moveTo>
                  <a:lnTo>
                    <a:pt x="182608" y="129472"/>
                  </a:lnTo>
                  <a:lnTo>
                    <a:pt x="181111" y="133513"/>
                  </a:lnTo>
                  <a:lnTo>
                    <a:pt x="179464" y="137555"/>
                  </a:lnTo>
                  <a:lnTo>
                    <a:pt x="177668" y="141446"/>
                  </a:lnTo>
                  <a:lnTo>
                    <a:pt x="175573" y="145188"/>
                  </a:lnTo>
                  <a:lnTo>
                    <a:pt x="165095" y="141596"/>
                  </a:lnTo>
                  <a:lnTo>
                    <a:pt x="167490" y="137405"/>
                  </a:lnTo>
                  <a:lnTo>
                    <a:pt x="169586" y="133064"/>
                  </a:lnTo>
                  <a:lnTo>
                    <a:pt x="171382" y="128574"/>
                  </a:lnTo>
                  <a:lnTo>
                    <a:pt x="172878" y="123934"/>
                  </a:lnTo>
                  <a:close/>
                  <a:moveTo>
                    <a:pt x="92352" y="129771"/>
                  </a:moveTo>
                  <a:lnTo>
                    <a:pt x="95046" y="147433"/>
                  </a:lnTo>
                  <a:lnTo>
                    <a:pt x="92801" y="146835"/>
                  </a:lnTo>
                  <a:lnTo>
                    <a:pt x="90705" y="146236"/>
                  </a:lnTo>
                  <a:lnTo>
                    <a:pt x="88610" y="145488"/>
                  </a:lnTo>
                  <a:lnTo>
                    <a:pt x="86514" y="144590"/>
                  </a:lnTo>
                  <a:lnTo>
                    <a:pt x="84568" y="143542"/>
                  </a:lnTo>
                  <a:lnTo>
                    <a:pt x="82622" y="142494"/>
                  </a:lnTo>
                  <a:lnTo>
                    <a:pt x="80677" y="141297"/>
                  </a:lnTo>
                  <a:lnTo>
                    <a:pt x="78880" y="140099"/>
                  </a:lnTo>
                  <a:lnTo>
                    <a:pt x="92352" y="129771"/>
                  </a:lnTo>
                  <a:close/>
                  <a:moveTo>
                    <a:pt x="117048" y="129023"/>
                  </a:moveTo>
                  <a:lnTo>
                    <a:pt x="131268" y="139500"/>
                  </a:lnTo>
                  <a:lnTo>
                    <a:pt x="129472" y="140848"/>
                  </a:lnTo>
                  <a:lnTo>
                    <a:pt x="127526" y="142045"/>
                  </a:lnTo>
                  <a:lnTo>
                    <a:pt x="125430" y="143242"/>
                  </a:lnTo>
                  <a:lnTo>
                    <a:pt x="123485" y="144290"/>
                  </a:lnTo>
                  <a:lnTo>
                    <a:pt x="121239" y="145188"/>
                  </a:lnTo>
                  <a:lnTo>
                    <a:pt x="119144" y="146086"/>
                  </a:lnTo>
                  <a:lnTo>
                    <a:pt x="116899" y="146835"/>
                  </a:lnTo>
                  <a:lnTo>
                    <a:pt x="114504" y="147433"/>
                  </a:lnTo>
                  <a:lnTo>
                    <a:pt x="117048" y="129023"/>
                  </a:lnTo>
                  <a:close/>
                  <a:moveTo>
                    <a:pt x="77683" y="140997"/>
                  </a:moveTo>
                  <a:lnTo>
                    <a:pt x="79779" y="142494"/>
                  </a:lnTo>
                  <a:lnTo>
                    <a:pt x="76186" y="148331"/>
                  </a:lnTo>
                  <a:lnTo>
                    <a:pt x="73941" y="146835"/>
                  </a:lnTo>
                  <a:lnTo>
                    <a:pt x="71995" y="145338"/>
                  </a:lnTo>
                  <a:lnTo>
                    <a:pt x="77683" y="140997"/>
                  </a:lnTo>
                  <a:close/>
                  <a:moveTo>
                    <a:pt x="132465" y="140399"/>
                  </a:moveTo>
                  <a:lnTo>
                    <a:pt x="138303" y="144590"/>
                  </a:lnTo>
                  <a:lnTo>
                    <a:pt x="135459" y="146835"/>
                  </a:lnTo>
                  <a:lnTo>
                    <a:pt x="132465" y="148781"/>
                  </a:lnTo>
                  <a:lnTo>
                    <a:pt x="128873" y="142943"/>
                  </a:lnTo>
                  <a:lnTo>
                    <a:pt x="130669" y="141746"/>
                  </a:lnTo>
                  <a:lnTo>
                    <a:pt x="132465" y="140399"/>
                  </a:lnTo>
                  <a:close/>
                  <a:moveTo>
                    <a:pt x="47747" y="141596"/>
                  </a:moveTo>
                  <a:lnTo>
                    <a:pt x="46999" y="142344"/>
                  </a:lnTo>
                  <a:lnTo>
                    <a:pt x="46400" y="143093"/>
                  </a:lnTo>
                  <a:lnTo>
                    <a:pt x="45652" y="143841"/>
                  </a:lnTo>
                  <a:lnTo>
                    <a:pt x="38318" y="152373"/>
                  </a:lnTo>
                  <a:lnTo>
                    <a:pt x="36222" y="149230"/>
                  </a:lnTo>
                  <a:lnTo>
                    <a:pt x="34276" y="146086"/>
                  </a:lnTo>
                  <a:lnTo>
                    <a:pt x="34576" y="145937"/>
                  </a:lnTo>
                  <a:lnTo>
                    <a:pt x="35474" y="147284"/>
                  </a:lnTo>
                  <a:lnTo>
                    <a:pt x="36072" y="148032"/>
                  </a:lnTo>
                  <a:lnTo>
                    <a:pt x="36671" y="148631"/>
                  </a:lnTo>
                  <a:lnTo>
                    <a:pt x="36821" y="148631"/>
                  </a:lnTo>
                  <a:lnTo>
                    <a:pt x="35623" y="146984"/>
                  </a:lnTo>
                  <a:lnTo>
                    <a:pt x="34875" y="145937"/>
                  </a:lnTo>
                  <a:lnTo>
                    <a:pt x="35773" y="145637"/>
                  </a:lnTo>
                  <a:lnTo>
                    <a:pt x="36671" y="146685"/>
                  </a:lnTo>
                  <a:lnTo>
                    <a:pt x="37270" y="147433"/>
                  </a:lnTo>
                  <a:lnTo>
                    <a:pt x="37869" y="148182"/>
                  </a:lnTo>
                  <a:lnTo>
                    <a:pt x="38018" y="148182"/>
                  </a:lnTo>
                  <a:lnTo>
                    <a:pt x="37420" y="147284"/>
                  </a:lnTo>
                  <a:lnTo>
                    <a:pt x="36821" y="146535"/>
                  </a:lnTo>
                  <a:lnTo>
                    <a:pt x="36072" y="145488"/>
                  </a:lnTo>
                  <a:lnTo>
                    <a:pt x="36971" y="145188"/>
                  </a:lnTo>
                  <a:lnTo>
                    <a:pt x="37569" y="146236"/>
                  </a:lnTo>
                  <a:lnTo>
                    <a:pt x="38168" y="146835"/>
                  </a:lnTo>
                  <a:lnTo>
                    <a:pt x="38767" y="147284"/>
                  </a:lnTo>
                  <a:lnTo>
                    <a:pt x="37719" y="145937"/>
                  </a:lnTo>
                  <a:lnTo>
                    <a:pt x="37270" y="145188"/>
                  </a:lnTo>
                  <a:lnTo>
                    <a:pt x="38318" y="144739"/>
                  </a:lnTo>
                  <a:lnTo>
                    <a:pt x="39066" y="145637"/>
                  </a:lnTo>
                  <a:lnTo>
                    <a:pt x="39515" y="146236"/>
                  </a:lnTo>
                  <a:lnTo>
                    <a:pt x="40114" y="146835"/>
                  </a:lnTo>
                  <a:lnTo>
                    <a:pt x="40263" y="146835"/>
                  </a:lnTo>
                  <a:lnTo>
                    <a:pt x="39814" y="146086"/>
                  </a:lnTo>
                  <a:lnTo>
                    <a:pt x="39216" y="145338"/>
                  </a:lnTo>
                  <a:lnTo>
                    <a:pt x="38617" y="144590"/>
                  </a:lnTo>
                  <a:lnTo>
                    <a:pt x="39515" y="144290"/>
                  </a:lnTo>
                  <a:lnTo>
                    <a:pt x="39964" y="145039"/>
                  </a:lnTo>
                  <a:lnTo>
                    <a:pt x="40413" y="145637"/>
                  </a:lnTo>
                  <a:lnTo>
                    <a:pt x="41012" y="146236"/>
                  </a:lnTo>
                  <a:lnTo>
                    <a:pt x="41162" y="146236"/>
                  </a:lnTo>
                  <a:lnTo>
                    <a:pt x="39964" y="144440"/>
                  </a:lnTo>
                  <a:lnTo>
                    <a:pt x="39814" y="144290"/>
                  </a:lnTo>
                  <a:lnTo>
                    <a:pt x="40563" y="143991"/>
                  </a:lnTo>
                  <a:lnTo>
                    <a:pt x="40713" y="144290"/>
                  </a:lnTo>
                  <a:lnTo>
                    <a:pt x="41311" y="145039"/>
                  </a:lnTo>
                  <a:lnTo>
                    <a:pt x="41910" y="145637"/>
                  </a:lnTo>
                  <a:lnTo>
                    <a:pt x="42060" y="145637"/>
                  </a:lnTo>
                  <a:lnTo>
                    <a:pt x="42060" y="145488"/>
                  </a:lnTo>
                  <a:lnTo>
                    <a:pt x="41162" y="144440"/>
                  </a:lnTo>
                  <a:lnTo>
                    <a:pt x="40862" y="143841"/>
                  </a:lnTo>
                  <a:lnTo>
                    <a:pt x="41611" y="143691"/>
                  </a:lnTo>
                  <a:lnTo>
                    <a:pt x="42060" y="144140"/>
                  </a:lnTo>
                  <a:lnTo>
                    <a:pt x="42658" y="145039"/>
                  </a:lnTo>
                  <a:lnTo>
                    <a:pt x="42808" y="145039"/>
                  </a:lnTo>
                  <a:lnTo>
                    <a:pt x="42509" y="144440"/>
                  </a:lnTo>
                  <a:lnTo>
                    <a:pt x="42060" y="143991"/>
                  </a:lnTo>
                  <a:lnTo>
                    <a:pt x="41760" y="143542"/>
                  </a:lnTo>
                  <a:lnTo>
                    <a:pt x="42509" y="143242"/>
                  </a:lnTo>
                  <a:lnTo>
                    <a:pt x="42808" y="143542"/>
                  </a:lnTo>
                  <a:lnTo>
                    <a:pt x="43107" y="143991"/>
                  </a:lnTo>
                  <a:lnTo>
                    <a:pt x="43556" y="144440"/>
                  </a:lnTo>
                  <a:lnTo>
                    <a:pt x="43706" y="144290"/>
                  </a:lnTo>
                  <a:lnTo>
                    <a:pt x="42958" y="143392"/>
                  </a:lnTo>
                  <a:lnTo>
                    <a:pt x="42808" y="143242"/>
                  </a:lnTo>
                  <a:lnTo>
                    <a:pt x="43556" y="142943"/>
                  </a:lnTo>
                  <a:lnTo>
                    <a:pt x="44454" y="143841"/>
                  </a:lnTo>
                  <a:lnTo>
                    <a:pt x="44604" y="143841"/>
                  </a:lnTo>
                  <a:lnTo>
                    <a:pt x="43856" y="142793"/>
                  </a:lnTo>
                  <a:lnTo>
                    <a:pt x="44454" y="142644"/>
                  </a:lnTo>
                  <a:lnTo>
                    <a:pt x="44604" y="142793"/>
                  </a:lnTo>
                  <a:lnTo>
                    <a:pt x="44904" y="143093"/>
                  </a:lnTo>
                  <a:lnTo>
                    <a:pt x="45353" y="143392"/>
                  </a:lnTo>
                  <a:lnTo>
                    <a:pt x="45502" y="143392"/>
                  </a:lnTo>
                  <a:lnTo>
                    <a:pt x="45053" y="142943"/>
                  </a:lnTo>
                  <a:lnTo>
                    <a:pt x="44904" y="142644"/>
                  </a:lnTo>
                  <a:lnTo>
                    <a:pt x="44754" y="142494"/>
                  </a:lnTo>
                  <a:lnTo>
                    <a:pt x="45353" y="142344"/>
                  </a:lnTo>
                  <a:lnTo>
                    <a:pt x="45502" y="142344"/>
                  </a:lnTo>
                  <a:lnTo>
                    <a:pt x="45951" y="142793"/>
                  </a:lnTo>
                  <a:lnTo>
                    <a:pt x="46101" y="142793"/>
                  </a:lnTo>
                  <a:lnTo>
                    <a:pt x="45652" y="142195"/>
                  </a:lnTo>
                  <a:lnTo>
                    <a:pt x="45802" y="142195"/>
                  </a:lnTo>
                  <a:lnTo>
                    <a:pt x="46400" y="142045"/>
                  </a:lnTo>
                  <a:lnTo>
                    <a:pt x="46999" y="142344"/>
                  </a:lnTo>
                  <a:lnTo>
                    <a:pt x="46700" y="141895"/>
                  </a:lnTo>
                  <a:lnTo>
                    <a:pt x="47747" y="141596"/>
                  </a:lnTo>
                  <a:close/>
                  <a:moveTo>
                    <a:pt x="174226" y="110313"/>
                  </a:moveTo>
                  <a:lnTo>
                    <a:pt x="174076" y="112858"/>
                  </a:lnTo>
                  <a:lnTo>
                    <a:pt x="173777" y="115402"/>
                  </a:lnTo>
                  <a:lnTo>
                    <a:pt x="173328" y="117947"/>
                  </a:lnTo>
                  <a:lnTo>
                    <a:pt x="172729" y="120342"/>
                  </a:lnTo>
                  <a:lnTo>
                    <a:pt x="166742" y="120342"/>
                  </a:lnTo>
                  <a:lnTo>
                    <a:pt x="171980" y="123335"/>
                  </a:lnTo>
                  <a:lnTo>
                    <a:pt x="170484" y="128125"/>
                  </a:lnTo>
                  <a:lnTo>
                    <a:pt x="168687" y="132615"/>
                  </a:lnTo>
                  <a:lnTo>
                    <a:pt x="166592" y="137106"/>
                  </a:lnTo>
                  <a:lnTo>
                    <a:pt x="164197" y="141297"/>
                  </a:lnTo>
                  <a:lnTo>
                    <a:pt x="158659" y="139500"/>
                  </a:lnTo>
                  <a:lnTo>
                    <a:pt x="162551" y="143841"/>
                  </a:lnTo>
                  <a:lnTo>
                    <a:pt x="160904" y="146086"/>
                  </a:lnTo>
                  <a:lnTo>
                    <a:pt x="159258" y="148182"/>
                  </a:lnTo>
                  <a:lnTo>
                    <a:pt x="157611" y="150277"/>
                  </a:lnTo>
                  <a:lnTo>
                    <a:pt x="155815" y="152373"/>
                  </a:lnTo>
                  <a:lnTo>
                    <a:pt x="145936" y="139351"/>
                  </a:lnTo>
                  <a:lnTo>
                    <a:pt x="147733" y="137106"/>
                  </a:lnTo>
                  <a:lnTo>
                    <a:pt x="149379" y="134860"/>
                  </a:lnTo>
                  <a:lnTo>
                    <a:pt x="152522" y="136956"/>
                  </a:lnTo>
                  <a:lnTo>
                    <a:pt x="152373" y="137854"/>
                  </a:lnTo>
                  <a:lnTo>
                    <a:pt x="152522" y="138602"/>
                  </a:lnTo>
                  <a:lnTo>
                    <a:pt x="153121" y="139201"/>
                  </a:lnTo>
                  <a:lnTo>
                    <a:pt x="153869" y="139650"/>
                  </a:lnTo>
                  <a:lnTo>
                    <a:pt x="154169" y="139800"/>
                  </a:lnTo>
                  <a:lnTo>
                    <a:pt x="154618" y="139800"/>
                  </a:lnTo>
                  <a:lnTo>
                    <a:pt x="155516" y="139650"/>
                  </a:lnTo>
                  <a:lnTo>
                    <a:pt x="156115" y="139201"/>
                  </a:lnTo>
                  <a:lnTo>
                    <a:pt x="156414" y="138752"/>
                  </a:lnTo>
                  <a:lnTo>
                    <a:pt x="156564" y="138453"/>
                  </a:lnTo>
                  <a:lnTo>
                    <a:pt x="156713" y="138004"/>
                  </a:lnTo>
                  <a:lnTo>
                    <a:pt x="156713" y="137555"/>
                  </a:lnTo>
                  <a:lnTo>
                    <a:pt x="156564" y="136657"/>
                  </a:lnTo>
                  <a:lnTo>
                    <a:pt x="156115" y="136058"/>
                  </a:lnTo>
                  <a:lnTo>
                    <a:pt x="155665" y="135758"/>
                  </a:lnTo>
                  <a:lnTo>
                    <a:pt x="155366" y="135609"/>
                  </a:lnTo>
                  <a:lnTo>
                    <a:pt x="154618" y="135459"/>
                  </a:lnTo>
                  <a:lnTo>
                    <a:pt x="154019" y="135459"/>
                  </a:lnTo>
                  <a:lnTo>
                    <a:pt x="153420" y="135758"/>
                  </a:lnTo>
                  <a:lnTo>
                    <a:pt x="152971" y="136058"/>
                  </a:lnTo>
                  <a:lnTo>
                    <a:pt x="149828" y="134112"/>
                  </a:lnTo>
                  <a:lnTo>
                    <a:pt x="152073" y="130520"/>
                  </a:lnTo>
                  <a:lnTo>
                    <a:pt x="153869" y="126778"/>
                  </a:lnTo>
                  <a:lnTo>
                    <a:pt x="155516" y="122736"/>
                  </a:lnTo>
                  <a:lnTo>
                    <a:pt x="156713" y="118695"/>
                  </a:lnTo>
                  <a:lnTo>
                    <a:pt x="160605" y="119593"/>
                  </a:lnTo>
                  <a:lnTo>
                    <a:pt x="160755" y="120342"/>
                  </a:lnTo>
                  <a:lnTo>
                    <a:pt x="161204" y="121090"/>
                  </a:lnTo>
                  <a:lnTo>
                    <a:pt x="161952" y="121539"/>
                  </a:lnTo>
                  <a:lnTo>
                    <a:pt x="162700" y="121689"/>
                  </a:lnTo>
                  <a:lnTo>
                    <a:pt x="163149" y="121689"/>
                  </a:lnTo>
                  <a:lnTo>
                    <a:pt x="163598" y="121539"/>
                  </a:lnTo>
                  <a:lnTo>
                    <a:pt x="164347" y="121090"/>
                  </a:lnTo>
                  <a:lnTo>
                    <a:pt x="164796" y="120342"/>
                  </a:lnTo>
                  <a:lnTo>
                    <a:pt x="164946" y="120042"/>
                  </a:lnTo>
                  <a:lnTo>
                    <a:pt x="164946" y="119593"/>
                  </a:lnTo>
                  <a:lnTo>
                    <a:pt x="164946" y="119144"/>
                  </a:lnTo>
                  <a:lnTo>
                    <a:pt x="164796" y="118695"/>
                  </a:lnTo>
                  <a:lnTo>
                    <a:pt x="164347" y="117947"/>
                  </a:lnTo>
                  <a:lnTo>
                    <a:pt x="163748" y="117498"/>
                  </a:lnTo>
                  <a:lnTo>
                    <a:pt x="163299" y="117348"/>
                  </a:lnTo>
                  <a:lnTo>
                    <a:pt x="162102" y="117348"/>
                  </a:lnTo>
                  <a:lnTo>
                    <a:pt x="161653" y="117647"/>
                  </a:lnTo>
                  <a:lnTo>
                    <a:pt x="161054" y="118096"/>
                  </a:lnTo>
                  <a:lnTo>
                    <a:pt x="160755" y="118545"/>
                  </a:lnTo>
                  <a:lnTo>
                    <a:pt x="157013" y="117797"/>
                  </a:lnTo>
                  <a:lnTo>
                    <a:pt x="157611" y="115253"/>
                  </a:lnTo>
                  <a:lnTo>
                    <a:pt x="157911" y="112858"/>
                  </a:lnTo>
                  <a:lnTo>
                    <a:pt x="174226" y="110313"/>
                  </a:lnTo>
                  <a:close/>
                  <a:moveTo>
                    <a:pt x="163000" y="142045"/>
                  </a:moveTo>
                  <a:lnTo>
                    <a:pt x="163598" y="142195"/>
                  </a:lnTo>
                  <a:lnTo>
                    <a:pt x="163748" y="142195"/>
                  </a:lnTo>
                  <a:lnTo>
                    <a:pt x="163299" y="142793"/>
                  </a:lnTo>
                  <a:lnTo>
                    <a:pt x="163449" y="142793"/>
                  </a:lnTo>
                  <a:lnTo>
                    <a:pt x="164047" y="142344"/>
                  </a:lnTo>
                  <a:lnTo>
                    <a:pt x="164646" y="142494"/>
                  </a:lnTo>
                  <a:lnTo>
                    <a:pt x="164646" y="142644"/>
                  </a:lnTo>
                  <a:lnTo>
                    <a:pt x="164197" y="143242"/>
                  </a:lnTo>
                  <a:lnTo>
                    <a:pt x="164047" y="143392"/>
                  </a:lnTo>
                  <a:lnTo>
                    <a:pt x="164497" y="143093"/>
                  </a:lnTo>
                  <a:lnTo>
                    <a:pt x="164796" y="142793"/>
                  </a:lnTo>
                  <a:lnTo>
                    <a:pt x="164946" y="142644"/>
                  </a:lnTo>
                  <a:lnTo>
                    <a:pt x="165694" y="142793"/>
                  </a:lnTo>
                  <a:lnTo>
                    <a:pt x="164946" y="143841"/>
                  </a:lnTo>
                  <a:lnTo>
                    <a:pt x="165844" y="142943"/>
                  </a:lnTo>
                  <a:lnTo>
                    <a:pt x="166592" y="143242"/>
                  </a:lnTo>
                  <a:lnTo>
                    <a:pt x="166442" y="143392"/>
                  </a:lnTo>
                  <a:lnTo>
                    <a:pt x="165844" y="144290"/>
                  </a:lnTo>
                  <a:lnTo>
                    <a:pt x="165844" y="144440"/>
                  </a:lnTo>
                  <a:lnTo>
                    <a:pt x="166293" y="143991"/>
                  </a:lnTo>
                  <a:lnTo>
                    <a:pt x="166592" y="143542"/>
                  </a:lnTo>
                  <a:lnTo>
                    <a:pt x="166891" y="143242"/>
                  </a:lnTo>
                  <a:lnTo>
                    <a:pt x="167640" y="143542"/>
                  </a:lnTo>
                  <a:lnTo>
                    <a:pt x="167340" y="143991"/>
                  </a:lnTo>
                  <a:lnTo>
                    <a:pt x="166891" y="144440"/>
                  </a:lnTo>
                  <a:lnTo>
                    <a:pt x="166742" y="145039"/>
                  </a:lnTo>
                  <a:lnTo>
                    <a:pt x="167490" y="144140"/>
                  </a:lnTo>
                  <a:lnTo>
                    <a:pt x="167789" y="143691"/>
                  </a:lnTo>
                  <a:lnTo>
                    <a:pt x="168687" y="143841"/>
                  </a:lnTo>
                  <a:lnTo>
                    <a:pt x="168238" y="144440"/>
                  </a:lnTo>
                  <a:lnTo>
                    <a:pt x="167490" y="145488"/>
                  </a:lnTo>
                  <a:lnTo>
                    <a:pt x="167490" y="145637"/>
                  </a:lnTo>
                  <a:lnTo>
                    <a:pt x="168089" y="145039"/>
                  </a:lnTo>
                  <a:lnTo>
                    <a:pt x="168687" y="144290"/>
                  </a:lnTo>
                  <a:lnTo>
                    <a:pt x="168987" y="143991"/>
                  </a:lnTo>
                  <a:lnTo>
                    <a:pt x="169735" y="144290"/>
                  </a:lnTo>
                  <a:lnTo>
                    <a:pt x="169436" y="144440"/>
                  </a:lnTo>
                  <a:lnTo>
                    <a:pt x="168238" y="146236"/>
                  </a:lnTo>
                  <a:lnTo>
                    <a:pt x="168388" y="146236"/>
                  </a:lnTo>
                  <a:lnTo>
                    <a:pt x="168987" y="145637"/>
                  </a:lnTo>
                  <a:lnTo>
                    <a:pt x="169436" y="145039"/>
                  </a:lnTo>
                  <a:lnTo>
                    <a:pt x="169885" y="144290"/>
                  </a:lnTo>
                  <a:lnTo>
                    <a:pt x="170783" y="144590"/>
                  </a:lnTo>
                  <a:lnTo>
                    <a:pt x="170184" y="145338"/>
                  </a:lnTo>
                  <a:lnTo>
                    <a:pt x="169735" y="146086"/>
                  </a:lnTo>
                  <a:lnTo>
                    <a:pt x="169286" y="146835"/>
                  </a:lnTo>
                  <a:lnTo>
                    <a:pt x="169286" y="146835"/>
                  </a:lnTo>
                  <a:lnTo>
                    <a:pt x="169885" y="146236"/>
                  </a:lnTo>
                  <a:lnTo>
                    <a:pt x="170484" y="145637"/>
                  </a:lnTo>
                  <a:lnTo>
                    <a:pt x="171082" y="144739"/>
                  </a:lnTo>
                  <a:lnTo>
                    <a:pt x="172280" y="145188"/>
                  </a:lnTo>
                  <a:lnTo>
                    <a:pt x="171681" y="145937"/>
                  </a:lnTo>
                  <a:lnTo>
                    <a:pt x="170633" y="147284"/>
                  </a:lnTo>
                  <a:lnTo>
                    <a:pt x="171232" y="146835"/>
                  </a:lnTo>
                  <a:lnTo>
                    <a:pt x="171831" y="146236"/>
                  </a:lnTo>
                  <a:lnTo>
                    <a:pt x="172579" y="145188"/>
                  </a:lnTo>
                  <a:lnTo>
                    <a:pt x="173328" y="145488"/>
                  </a:lnTo>
                  <a:lnTo>
                    <a:pt x="172579" y="146535"/>
                  </a:lnTo>
                  <a:lnTo>
                    <a:pt x="171980" y="147284"/>
                  </a:lnTo>
                  <a:lnTo>
                    <a:pt x="171531" y="148182"/>
                  </a:lnTo>
                  <a:lnTo>
                    <a:pt x="171531" y="148182"/>
                  </a:lnTo>
                  <a:lnTo>
                    <a:pt x="172280" y="147433"/>
                  </a:lnTo>
                  <a:lnTo>
                    <a:pt x="172729" y="146685"/>
                  </a:lnTo>
                  <a:lnTo>
                    <a:pt x="173627" y="145637"/>
                  </a:lnTo>
                  <a:lnTo>
                    <a:pt x="174525" y="145937"/>
                  </a:lnTo>
                  <a:lnTo>
                    <a:pt x="173777" y="146984"/>
                  </a:lnTo>
                  <a:lnTo>
                    <a:pt x="172579" y="148631"/>
                  </a:lnTo>
                  <a:lnTo>
                    <a:pt x="172729" y="148631"/>
                  </a:lnTo>
                  <a:lnTo>
                    <a:pt x="173328" y="148032"/>
                  </a:lnTo>
                  <a:lnTo>
                    <a:pt x="173926" y="147284"/>
                  </a:lnTo>
                  <a:lnTo>
                    <a:pt x="174824" y="145937"/>
                  </a:lnTo>
                  <a:lnTo>
                    <a:pt x="175124" y="146086"/>
                  </a:lnTo>
                  <a:lnTo>
                    <a:pt x="173178" y="149230"/>
                  </a:lnTo>
                  <a:lnTo>
                    <a:pt x="171082" y="152373"/>
                  </a:lnTo>
                  <a:lnTo>
                    <a:pt x="163748" y="143841"/>
                  </a:lnTo>
                  <a:lnTo>
                    <a:pt x="163000" y="143093"/>
                  </a:lnTo>
                  <a:lnTo>
                    <a:pt x="162551" y="142344"/>
                  </a:lnTo>
                  <a:lnTo>
                    <a:pt x="163000" y="142045"/>
                  </a:lnTo>
                  <a:close/>
                  <a:moveTo>
                    <a:pt x="35174" y="110912"/>
                  </a:moveTo>
                  <a:lnTo>
                    <a:pt x="51489" y="113157"/>
                  </a:lnTo>
                  <a:lnTo>
                    <a:pt x="52088" y="116600"/>
                  </a:lnTo>
                  <a:lnTo>
                    <a:pt x="48346" y="117647"/>
                  </a:lnTo>
                  <a:lnTo>
                    <a:pt x="47747" y="117049"/>
                  </a:lnTo>
                  <a:lnTo>
                    <a:pt x="47149" y="116600"/>
                  </a:lnTo>
                  <a:lnTo>
                    <a:pt x="46251" y="116450"/>
                  </a:lnTo>
                  <a:lnTo>
                    <a:pt x="45502" y="116749"/>
                  </a:lnTo>
                  <a:lnTo>
                    <a:pt x="45053" y="116899"/>
                  </a:lnTo>
                  <a:lnTo>
                    <a:pt x="44754" y="117198"/>
                  </a:lnTo>
                  <a:lnTo>
                    <a:pt x="44305" y="117947"/>
                  </a:lnTo>
                  <a:lnTo>
                    <a:pt x="44305" y="118845"/>
                  </a:lnTo>
                  <a:lnTo>
                    <a:pt x="44305" y="119294"/>
                  </a:lnTo>
                  <a:lnTo>
                    <a:pt x="44454" y="119743"/>
                  </a:lnTo>
                  <a:lnTo>
                    <a:pt x="44754" y="120042"/>
                  </a:lnTo>
                  <a:lnTo>
                    <a:pt x="45053" y="120342"/>
                  </a:lnTo>
                  <a:lnTo>
                    <a:pt x="45652" y="120791"/>
                  </a:lnTo>
                  <a:lnTo>
                    <a:pt x="46550" y="120940"/>
                  </a:lnTo>
                  <a:lnTo>
                    <a:pt x="46999" y="120791"/>
                  </a:lnTo>
                  <a:lnTo>
                    <a:pt x="47448" y="120641"/>
                  </a:lnTo>
                  <a:lnTo>
                    <a:pt x="47897" y="120342"/>
                  </a:lnTo>
                  <a:lnTo>
                    <a:pt x="48346" y="119743"/>
                  </a:lnTo>
                  <a:lnTo>
                    <a:pt x="48645" y="119294"/>
                  </a:lnTo>
                  <a:lnTo>
                    <a:pt x="48645" y="118545"/>
                  </a:lnTo>
                  <a:lnTo>
                    <a:pt x="52387" y="117498"/>
                  </a:lnTo>
                  <a:lnTo>
                    <a:pt x="53585" y="121689"/>
                  </a:lnTo>
                  <a:lnTo>
                    <a:pt x="55082" y="125730"/>
                  </a:lnTo>
                  <a:lnTo>
                    <a:pt x="56878" y="129622"/>
                  </a:lnTo>
                  <a:lnTo>
                    <a:pt x="59123" y="133364"/>
                  </a:lnTo>
                  <a:lnTo>
                    <a:pt x="55680" y="135609"/>
                  </a:lnTo>
                  <a:lnTo>
                    <a:pt x="54932" y="135160"/>
                  </a:lnTo>
                  <a:lnTo>
                    <a:pt x="54034" y="135010"/>
                  </a:lnTo>
                  <a:lnTo>
                    <a:pt x="53285" y="135160"/>
                  </a:lnTo>
                  <a:lnTo>
                    <a:pt x="52537" y="135609"/>
                  </a:lnTo>
                  <a:lnTo>
                    <a:pt x="52238" y="136058"/>
                  </a:lnTo>
                  <a:lnTo>
                    <a:pt x="52088" y="136357"/>
                  </a:lnTo>
                  <a:lnTo>
                    <a:pt x="51938" y="137255"/>
                  </a:lnTo>
                  <a:lnTo>
                    <a:pt x="52088" y="138004"/>
                  </a:lnTo>
                  <a:lnTo>
                    <a:pt x="52238" y="138453"/>
                  </a:lnTo>
                  <a:lnTo>
                    <a:pt x="52537" y="138752"/>
                  </a:lnTo>
                  <a:lnTo>
                    <a:pt x="52986" y="139051"/>
                  </a:lnTo>
                  <a:lnTo>
                    <a:pt x="53285" y="139201"/>
                  </a:lnTo>
                  <a:lnTo>
                    <a:pt x="54184" y="139351"/>
                  </a:lnTo>
                  <a:lnTo>
                    <a:pt x="54932" y="139201"/>
                  </a:lnTo>
                  <a:lnTo>
                    <a:pt x="55381" y="139051"/>
                  </a:lnTo>
                  <a:lnTo>
                    <a:pt x="55680" y="138752"/>
                  </a:lnTo>
                  <a:lnTo>
                    <a:pt x="56129" y="138303"/>
                  </a:lnTo>
                  <a:lnTo>
                    <a:pt x="56279" y="137704"/>
                  </a:lnTo>
                  <a:lnTo>
                    <a:pt x="56279" y="136956"/>
                  </a:lnTo>
                  <a:lnTo>
                    <a:pt x="56129" y="136357"/>
                  </a:lnTo>
                  <a:lnTo>
                    <a:pt x="59572" y="134262"/>
                  </a:lnTo>
                  <a:lnTo>
                    <a:pt x="61817" y="137255"/>
                  </a:lnTo>
                  <a:lnTo>
                    <a:pt x="64062" y="140099"/>
                  </a:lnTo>
                  <a:lnTo>
                    <a:pt x="54483" y="153271"/>
                  </a:lnTo>
                  <a:lnTo>
                    <a:pt x="52387" y="151026"/>
                  </a:lnTo>
                  <a:lnTo>
                    <a:pt x="50442" y="148781"/>
                  </a:lnTo>
                  <a:lnTo>
                    <a:pt x="48645" y="146386"/>
                  </a:lnTo>
                  <a:lnTo>
                    <a:pt x="46849" y="143991"/>
                  </a:lnTo>
                  <a:lnTo>
                    <a:pt x="50891" y="139500"/>
                  </a:lnTo>
                  <a:lnTo>
                    <a:pt x="45203" y="141297"/>
                  </a:lnTo>
                  <a:lnTo>
                    <a:pt x="42808" y="137106"/>
                  </a:lnTo>
                  <a:lnTo>
                    <a:pt x="40713" y="132615"/>
                  </a:lnTo>
                  <a:lnTo>
                    <a:pt x="38916" y="128125"/>
                  </a:lnTo>
                  <a:lnTo>
                    <a:pt x="37420" y="123335"/>
                  </a:lnTo>
                  <a:lnTo>
                    <a:pt x="42658" y="120342"/>
                  </a:lnTo>
                  <a:lnTo>
                    <a:pt x="36671" y="120342"/>
                  </a:lnTo>
                  <a:lnTo>
                    <a:pt x="35773" y="115702"/>
                  </a:lnTo>
                  <a:lnTo>
                    <a:pt x="35174" y="110912"/>
                  </a:lnTo>
                  <a:close/>
                  <a:moveTo>
                    <a:pt x="80677" y="143093"/>
                  </a:moveTo>
                  <a:lnTo>
                    <a:pt x="83371" y="144739"/>
                  </a:lnTo>
                  <a:lnTo>
                    <a:pt x="86364" y="146086"/>
                  </a:lnTo>
                  <a:lnTo>
                    <a:pt x="89508" y="147284"/>
                  </a:lnTo>
                  <a:lnTo>
                    <a:pt x="92651" y="148331"/>
                  </a:lnTo>
                  <a:lnTo>
                    <a:pt x="91453" y="155217"/>
                  </a:lnTo>
                  <a:lnTo>
                    <a:pt x="87562" y="154019"/>
                  </a:lnTo>
                  <a:lnTo>
                    <a:pt x="83820" y="152522"/>
                  </a:lnTo>
                  <a:lnTo>
                    <a:pt x="80377" y="150876"/>
                  </a:lnTo>
                  <a:lnTo>
                    <a:pt x="76935" y="148930"/>
                  </a:lnTo>
                  <a:lnTo>
                    <a:pt x="80677" y="143093"/>
                  </a:lnTo>
                  <a:close/>
                  <a:moveTo>
                    <a:pt x="128125" y="143542"/>
                  </a:moveTo>
                  <a:lnTo>
                    <a:pt x="131717" y="149379"/>
                  </a:lnTo>
                  <a:lnTo>
                    <a:pt x="128274" y="151325"/>
                  </a:lnTo>
                  <a:lnTo>
                    <a:pt x="124532" y="152972"/>
                  </a:lnTo>
                  <a:lnTo>
                    <a:pt x="120790" y="154319"/>
                  </a:lnTo>
                  <a:lnTo>
                    <a:pt x="116899" y="155366"/>
                  </a:lnTo>
                  <a:lnTo>
                    <a:pt x="115552" y="148631"/>
                  </a:lnTo>
                  <a:lnTo>
                    <a:pt x="118845" y="147733"/>
                  </a:lnTo>
                  <a:lnTo>
                    <a:pt x="121988" y="146535"/>
                  </a:lnTo>
                  <a:lnTo>
                    <a:pt x="125131" y="145188"/>
                  </a:lnTo>
                  <a:lnTo>
                    <a:pt x="128125" y="143542"/>
                  </a:lnTo>
                  <a:close/>
                  <a:moveTo>
                    <a:pt x="114504" y="148930"/>
                  </a:moveTo>
                  <a:lnTo>
                    <a:pt x="116001" y="155666"/>
                  </a:lnTo>
                  <a:lnTo>
                    <a:pt x="113307" y="156115"/>
                  </a:lnTo>
                  <a:lnTo>
                    <a:pt x="114354" y="148930"/>
                  </a:lnTo>
                  <a:close/>
                  <a:moveTo>
                    <a:pt x="93549" y="148631"/>
                  </a:moveTo>
                  <a:lnTo>
                    <a:pt x="95345" y="149080"/>
                  </a:lnTo>
                  <a:lnTo>
                    <a:pt x="96393" y="156264"/>
                  </a:lnTo>
                  <a:lnTo>
                    <a:pt x="92352" y="155366"/>
                  </a:lnTo>
                  <a:lnTo>
                    <a:pt x="93549" y="148631"/>
                  </a:lnTo>
                  <a:close/>
                  <a:moveTo>
                    <a:pt x="127676" y="117348"/>
                  </a:moveTo>
                  <a:lnTo>
                    <a:pt x="138902" y="132017"/>
                  </a:lnTo>
                  <a:lnTo>
                    <a:pt x="139800" y="133364"/>
                  </a:lnTo>
                  <a:lnTo>
                    <a:pt x="143991" y="138902"/>
                  </a:lnTo>
                  <a:lnTo>
                    <a:pt x="145188" y="140399"/>
                  </a:lnTo>
                  <a:lnTo>
                    <a:pt x="154917" y="153271"/>
                  </a:lnTo>
                  <a:lnTo>
                    <a:pt x="155516" y="154019"/>
                  </a:lnTo>
                  <a:lnTo>
                    <a:pt x="158659" y="158210"/>
                  </a:lnTo>
                  <a:lnTo>
                    <a:pt x="154468" y="155067"/>
                  </a:lnTo>
                  <a:lnTo>
                    <a:pt x="153720" y="154468"/>
                  </a:lnTo>
                  <a:lnTo>
                    <a:pt x="140698" y="144889"/>
                  </a:lnTo>
                  <a:lnTo>
                    <a:pt x="139201" y="143841"/>
                  </a:lnTo>
                  <a:lnTo>
                    <a:pt x="133513" y="139650"/>
                  </a:lnTo>
                  <a:lnTo>
                    <a:pt x="132316" y="138752"/>
                  </a:lnTo>
                  <a:lnTo>
                    <a:pt x="117348" y="127676"/>
                  </a:lnTo>
                  <a:lnTo>
                    <a:pt x="118545" y="118845"/>
                  </a:lnTo>
                  <a:lnTo>
                    <a:pt x="121090" y="118396"/>
                  </a:lnTo>
                  <a:lnTo>
                    <a:pt x="120341" y="118994"/>
                  </a:lnTo>
                  <a:lnTo>
                    <a:pt x="119892" y="119743"/>
                  </a:lnTo>
                  <a:lnTo>
                    <a:pt x="119892" y="119893"/>
                  </a:lnTo>
                  <a:lnTo>
                    <a:pt x="120940" y="119144"/>
                  </a:lnTo>
                  <a:lnTo>
                    <a:pt x="121688" y="118246"/>
                  </a:lnTo>
                  <a:lnTo>
                    <a:pt x="125281" y="117797"/>
                  </a:lnTo>
                  <a:lnTo>
                    <a:pt x="123784" y="119144"/>
                  </a:lnTo>
                  <a:lnTo>
                    <a:pt x="122587" y="120342"/>
                  </a:lnTo>
                  <a:lnTo>
                    <a:pt x="121988" y="121090"/>
                  </a:lnTo>
                  <a:lnTo>
                    <a:pt x="121389" y="121689"/>
                  </a:lnTo>
                  <a:lnTo>
                    <a:pt x="121389" y="121838"/>
                  </a:lnTo>
                  <a:lnTo>
                    <a:pt x="121539" y="121838"/>
                  </a:lnTo>
                  <a:lnTo>
                    <a:pt x="122138" y="121240"/>
                  </a:lnTo>
                  <a:lnTo>
                    <a:pt x="122736" y="120641"/>
                  </a:lnTo>
                  <a:lnTo>
                    <a:pt x="123934" y="119444"/>
                  </a:lnTo>
                  <a:lnTo>
                    <a:pt x="125730" y="117647"/>
                  </a:lnTo>
                  <a:lnTo>
                    <a:pt x="127676" y="117348"/>
                  </a:lnTo>
                  <a:close/>
                  <a:moveTo>
                    <a:pt x="82323" y="117348"/>
                  </a:moveTo>
                  <a:lnTo>
                    <a:pt x="90705" y="118545"/>
                  </a:lnTo>
                  <a:lnTo>
                    <a:pt x="91154" y="121389"/>
                  </a:lnTo>
                  <a:lnTo>
                    <a:pt x="90555" y="120940"/>
                  </a:lnTo>
                  <a:lnTo>
                    <a:pt x="89957" y="120491"/>
                  </a:lnTo>
                  <a:lnTo>
                    <a:pt x="89807" y="120491"/>
                  </a:lnTo>
                  <a:lnTo>
                    <a:pt x="90406" y="121389"/>
                  </a:lnTo>
                  <a:lnTo>
                    <a:pt x="91154" y="122138"/>
                  </a:lnTo>
                  <a:lnTo>
                    <a:pt x="91753" y="125580"/>
                  </a:lnTo>
                  <a:lnTo>
                    <a:pt x="90555" y="124383"/>
                  </a:lnTo>
                  <a:lnTo>
                    <a:pt x="89358" y="123185"/>
                  </a:lnTo>
                  <a:lnTo>
                    <a:pt x="88610" y="122587"/>
                  </a:lnTo>
                  <a:lnTo>
                    <a:pt x="88011" y="121988"/>
                  </a:lnTo>
                  <a:lnTo>
                    <a:pt x="87861" y="121988"/>
                  </a:lnTo>
                  <a:lnTo>
                    <a:pt x="87861" y="122138"/>
                  </a:lnTo>
                  <a:lnTo>
                    <a:pt x="88460" y="122736"/>
                  </a:lnTo>
                  <a:lnTo>
                    <a:pt x="89059" y="123335"/>
                  </a:lnTo>
                  <a:lnTo>
                    <a:pt x="90256" y="124533"/>
                  </a:lnTo>
                  <a:lnTo>
                    <a:pt x="91753" y="126179"/>
                  </a:lnTo>
                  <a:lnTo>
                    <a:pt x="92202" y="128424"/>
                  </a:lnTo>
                  <a:lnTo>
                    <a:pt x="77833" y="139351"/>
                  </a:lnTo>
                  <a:lnTo>
                    <a:pt x="76635" y="140249"/>
                  </a:lnTo>
                  <a:lnTo>
                    <a:pt x="70948" y="144440"/>
                  </a:lnTo>
                  <a:lnTo>
                    <a:pt x="69600" y="145637"/>
                  </a:lnTo>
                  <a:lnTo>
                    <a:pt x="56578" y="155366"/>
                  </a:lnTo>
                  <a:lnTo>
                    <a:pt x="55830" y="155965"/>
                  </a:lnTo>
                  <a:lnTo>
                    <a:pt x="51489" y="159258"/>
                  </a:lnTo>
                  <a:lnTo>
                    <a:pt x="54782" y="154917"/>
                  </a:lnTo>
                  <a:lnTo>
                    <a:pt x="55381" y="154169"/>
                  </a:lnTo>
                  <a:lnTo>
                    <a:pt x="64960" y="141147"/>
                  </a:lnTo>
                  <a:lnTo>
                    <a:pt x="66008" y="139650"/>
                  </a:lnTo>
                  <a:lnTo>
                    <a:pt x="70199" y="133962"/>
                  </a:lnTo>
                  <a:lnTo>
                    <a:pt x="71097" y="132765"/>
                  </a:lnTo>
                  <a:lnTo>
                    <a:pt x="82323" y="117348"/>
                  </a:lnTo>
                  <a:close/>
                  <a:moveTo>
                    <a:pt x="68852" y="162701"/>
                  </a:moveTo>
                  <a:lnTo>
                    <a:pt x="68702" y="163748"/>
                  </a:lnTo>
                  <a:lnTo>
                    <a:pt x="68104" y="163449"/>
                  </a:lnTo>
                  <a:lnTo>
                    <a:pt x="68852" y="162701"/>
                  </a:lnTo>
                  <a:close/>
                  <a:moveTo>
                    <a:pt x="140548" y="162701"/>
                  </a:moveTo>
                  <a:lnTo>
                    <a:pt x="141296" y="163449"/>
                  </a:lnTo>
                  <a:lnTo>
                    <a:pt x="140847" y="163748"/>
                  </a:lnTo>
                  <a:lnTo>
                    <a:pt x="140548" y="162701"/>
                  </a:lnTo>
                  <a:close/>
                  <a:moveTo>
                    <a:pt x="46251" y="144739"/>
                  </a:moveTo>
                  <a:lnTo>
                    <a:pt x="48047" y="147134"/>
                  </a:lnTo>
                  <a:lnTo>
                    <a:pt x="49843" y="149529"/>
                  </a:lnTo>
                  <a:lnTo>
                    <a:pt x="51789" y="151774"/>
                  </a:lnTo>
                  <a:lnTo>
                    <a:pt x="53884" y="154019"/>
                  </a:lnTo>
                  <a:lnTo>
                    <a:pt x="48047" y="161952"/>
                  </a:lnTo>
                  <a:lnTo>
                    <a:pt x="48945" y="162850"/>
                  </a:lnTo>
                  <a:lnTo>
                    <a:pt x="56728" y="156863"/>
                  </a:lnTo>
                  <a:lnTo>
                    <a:pt x="58973" y="158809"/>
                  </a:lnTo>
                  <a:lnTo>
                    <a:pt x="61218" y="160605"/>
                  </a:lnTo>
                  <a:lnTo>
                    <a:pt x="63613" y="162401"/>
                  </a:lnTo>
                  <a:lnTo>
                    <a:pt x="66158" y="164048"/>
                  </a:lnTo>
                  <a:lnTo>
                    <a:pt x="58225" y="171831"/>
                  </a:lnTo>
                  <a:lnTo>
                    <a:pt x="55381" y="169885"/>
                  </a:lnTo>
                  <a:lnTo>
                    <a:pt x="52836" y="167790"/>
                  </a:lnTo>
                  <a:lnTo>
                    <a:pt x="50292" y="165545"/>
                  </a:lnTo>
                  <a:lnTo>
                    <a:pt x="47747" y="163299"/>
                  </a:lnTo>
                  <a:lnTo>
                    <a:pt x="45353" y="160904"/>
                  </a:lnTo>
                  <a:lnTo>
                    <a:pt x="43107" y="158360"/>
                  </a:lnTo>
                  <a:lnTo>
                    <a:pt x="41012" y="155815"/>
                  </a:lnTo>
                  <a:lnTo>
                    <a:pt x="38916" y="153121"/>
                  </a:lnTo>
                  <a:lnTo>
                    <a:pt x="46251" y="144739"/>
                  </a:lnTo>
                  <a:close/>
                  <a:moveTo>
                    <a:pt x="163149" y="144739"/>
                  </a:moveTo>
                  <a:lnTo>
                    <a:pt x="170484" y="153121"/>
                  </a:lnTo>
                  <a:lnTo>
                    <a:pt x="168388" y="155815"/>
                  </a:lnTo>
                  <a:lnTo>
                    <a:pt x="166293" y="158360"/>
                  </a:lnTo>
                  <a:lnTo>
                    <a:pt x="164047" y="160904"/>
                  </a:lnTo>
                  <a:lnTo>
                    <a:pt x="161653" y="163299"/>
                  </a:lnTo>
                  <a:lnTo>
                    <a:pt x="159108" y="165545"/>
                  </a:lnTo>
                  <a:lnTo>
                    <a:pt x="156564" y="167790"/>
                  </a:lnTo>
                  <a:lnTo>
                    <a:pt x="154019" y="169885"/>
                  </a:lnTo>
                  <a:lnTo>
                    <a:pt x="151175" y="171831"/>
                  </a:lnTo>
                  <a:lnTo>
                    <a:pt x="143242" y="164048"/>
                  </a:lnTo>
                  <a:lnTo>
                    <a:pt x="145936" y="162252"/>
                  </a:lnTo>
                  <a:lnTo>
                    <a:pt x="148631" y="160306"/>
                  </a:lnTo>
                  <a:lnTo>
                    <a:pt x="151175" y="158210"/>
                  </a:lnTo>
                  <a:lnTo>
                    <a:pt x="153570" y="155965"/>
                  </a:lnTo>
                  <a:lnTo>
                    <a:pt x="161353" y="161653"/>
                  </a:lnTo>
                  <a:lnTo>
                    <a:pt x="162251" y="160755"/>
                  </a:lnTo>
                  <a:lnTo>
                    <a:pt x="156414" y="153121"/>
                  </a:lnTo>
                  <a:lnTo>
                    <a:pt x="158210" y="151026"/>
                  </a:lnTo>
                  <a:lnTo>
                    <a:pt x="159856" y="149080"/>
                  </a:lnTo>
                  <a:lnTo>
                    <a:pt x="161653" y="146835"/>
                  </a:lnTo>
                  <a:lnTo>
                    <a:pt x="163149" y="144739"/>
                  </a:lnTo>
                  <a:close/>
                  <a:moveTo>
                    <a:pt x="89358" y="171083"/>
                  </a:moveTo>
                  <a:lnTo>
                    <a:pt x="89358" y="172130"/>
                  </a:lnTo>
                  <a:lnTo>
                    <a:pt x="88759" y="171981"/>
                  </a:lnTo>
                  <a:lnTo>
                    <a:pt x="89358" y="171083"/>
                  </a:lnTo>
                  <a:close/>
                  <a:moveTo>
                    <a:pt x="120192" y="171083"/>
                  </a:moveTo>
                  <a:lnTo>
                    <a:pt x="120641" y="171981"/>
                  </a:lnTo>
                  <a:lnTo>
                    <a:pt x="120042" y="172130"/>
                  </a:lnTo>
                  <a:lnTo>
                    <a:pt x="120192" y="171083"/>
                  </a:lnTo>
                  <a:close/>
                  <a:moveTo>
                    <a:pt x="70499" y="146386"/>
                  </a:moveTo>
                  <a:lnTo>
                    <a:pt x="72744" y="148182"/>
                  </a:lnTo>
                  <a:lnTo>
                    <a:pt x="75139" y="149828"/>
                  </a:lnTo>
                  <a:lnTo>
                    <a:pt x="73043" y="153421"/>
                  </a:lnTo>
                  <a:lnTo>
                    <a:pt x="72145" y="153271"/>
                  </a:lnTo>
                  <a:lnTo>
                    <a:pt x="71397" y="153570"/>
                  </a:lnTo>
                  <a:lnTo>
                    <a:pt x="70648" y="154019"/>
                  </a:lnTo>
                  <a:lnTo>
                    <a:pt x="70199" y="154768"/>
                  </a:lnTo>
                  <a:lnTo>
                    <a:pt x="70199" y="155217"/>
                  </a:lnTo>
                  <a:lnTo>
                    <a:pt x="70199" y="155666"/>
                  </a:lnTo>
                  <a:lnTo>
                    <a:pt x="70349" y="156414"/>
                  </a:lnTo>
                  <a:lnTo>
                    <a:pt x="70798" y="157163"/>
                  </a:lnTo>
                  <a:lnTo>
                    <a:pt x="71247" y="157312"/>
                  </a:lnTo>
                  <a:lnTo>
                    <a:pt x="71546" y="157612"/>
                  </a:lnTo>
                  <a:lnTo>
                    <a:pt x="72444" y="157612"/>
                  </a:lnTo>
                  <a:lnTo>
                    <a:pt x="73342" y="157462"/>
                  </a:lnTo>
                  <a:lnTo>
                    <a:pt x="73941" y="157013"/>
                  </a:lnTo>
                  <a:lnTo>
                    <a:pt x="74240" y="156564"/>
                  </a:lnTo>
                  <a:lnTo>
                    <a:pt x="74390" y="156264"/>
                  </a:lnTo>
                  <a:lnTo>
                    <a:pt x="74540" y="155516"/>
                  </a:lnTo>
                  <a:lnTo>
                    <a:pt x="74390" y="154917"/>
                  </a:lnTo>
                  <a:lnTo>
                    <a:pt x="74240" y="154319"/>
                  </a:lnTo>
                  <a:lnTo>
                    <a:pt x="73791" y="153870"/>
                  </a:lnTo>
                  <a:lnTo>
                    <a:pt x="76037" y="150277"/>
                  </a:lnTo>
                  <a:lnTo>
                    <a:pt x="79629" y="152373"/>
                  </a:lnTo>
                  <a:lnTo>
                    <a:pt x="83221" y="154169"/>
                  </a:lnTo>
                  <a:lnTo>
                    <a:pt x="87113" y="155666"/>
                  </a:lnTo>
                  <a:lnTo>
                    <a:pt x="91004" y="156863"/>
                  </a:lnTo>
                  <a:lnTo>
                    <a:pt x="90256" y="161054"/>
                  </a:lnTo>
                  <a:lnTo>
                    <a:pt x="89508" y="161204"/>
                  </a:lnTo>
                  <a:lnTo>
                    <a:pt x="88909" y="161653"/>
                  </a:lnTo>
                  <a:lnTo>
                    <a:pt x="88460" y="162252"/>
                  </a:lnTo>
                  <a:lnTo>
                    <a:pt x="88161" y="163150"/>
                  </a:lnTo>
                  <a:lnTo>
                    <a:pt x="88310" y="163599"/>
                  </a:lnTo>
                  <a:lnTo>
                    <a:pt x="88310" y="164048"/>
                  </a:lnTo>
                  <a:lnTo>
                    <a:pt x="88909" y="164646"/>
                  </a:lnTo>
                  <a:lnTo>
                    <a:pt x="89508" y="165245"/>
                  </a:lnTo>
                  <a:lnTo>
                    <a:pt x="89957" y="165395"/>
                  </a:lnTo>
                  <a:lnTo>
                    <a:pt x="90855" y="165395"/>
                  </a:lnTo>
                  <a:lnTo>
                    <a:pt x="91304" y="165245"/>
                  </a:lnTo>
                  <a:lnTo>
                    <a:pt x="91903" y="164796"/>
                  </a:lnTo>
                  <a:lnTo>
                    <a:pt x="92501" y="164048"/>
                  </a:lnTo>
                  <a:lnTo>
                    <a:pt x="92651" y="163599"/>
                  </a:lnTo>
                  <a:lnTo>
                    <a:pt x="92651" y="163150"/>
                  </a:lnTo>
                  <a:lnTo>
                    <a:pt x="92501" y="162551"/>
                  </a:lnTo>
                  <a:lnTo>
                    <a:pt x="92202" y="161952"/>
                  </a:lnTo>
                  <a:lnTo>
                    <a:pt x="91903" y="161503"/>
                  </a:lnTo>
                  <a:lnTo>
                    <a:pt x="91304" y="161204"/>
                  </a:lnTo>
                  <a:lnTo>
                    <a:pt x="92052" y="157163"/>
                  </a:lnTo>
                  <a:lnTo>
                    <a:pt x="94297" y="157612"/>
                  </a:lnTo>
                  <a:lnTo>
                    <a:pt x="96692" y="158061"/>
                  </a:lnTo>
                  <a:lnTo>
                    <a:pt x="99087" y="174376"/>
                  </a:lnTo>
                  <a:lnTo>
                    <a:pt x="94746" y="173927"/>
                  </a:lnTo>
                  <a:lnTo>
                    <a:pt x="90406" y="173178"/>
                  </a:lnTo>
                  <a:lnTo>
                    <a:pt x="90106" y="167341"/>
                  </a:lnTo>
                  <a:lnTo>
                    <a:pt x="87562" y="172430"/>
                  </a:lnTo>
                  <a:lnTo>
                    <a:pt x="85167" y="171831"/>
                  </a:lnTo>
                  <a:lnTo>
                    <a:pt x="82772" y="171083"/>
                  </a:lnTo>
                  <a:lnTo>
                    <a:pt x="78132" y="169286"/>
                  </a:lnTo>
                  <a:lnTo>
                    <a:pt x="73642" y="167341"/>
                  </a:lnTo>
                  <a:lnTo>
                    <a:pt x="69301" y="164946"/>
                  </a:lnTo>
                  <a:lnTo>
                    <a:pt x="70798" y="159557"/>
                  </a:lnTo>
                  <a:lnTo>
                    <a:pt x="66906" y="163449"/>
                  </a:lnTo>
                  <a:lnTo>
                    <a:pt x="64362" y="161803"/>
                  </a:lnTo>
                  <a:lnTo>
                    <a:pt x="61967" y="160006"/>
                  </a:lnTo>
                  <a:lnTo>
                    <a:pt x="59722" y="158210"/>
                  </a:lnTo>
                  <a:lnTo>
                    <a:pt x="57476" y="156264"/>
                  </a:lnTo>
                  <a:lnTo>
                    <a:pt x="70499" y="146386"/>
                  </a:lnTo>
                  <a:close/>
                  <a:moveTo>
                    <a:pt x="139650" y="145637"/>
                  </a:moveTo>
                  <a:lnTo>
                    <a:pt x="152822" y="155366"/>
                  </a:lnTo>
                  <a:lnTo>
                    <a:pt x="150427" y="157462"/>
                  </a:lnTo>
                  <a:lnTo>
                    <a:pt x="147882" y="159557"/>
                  </a:lnTo>
                  <a:lnTo>
                    <a:pt x="145338" y="161503"/>
                  </a:lnTo>
                  <a:lnTo>
                    <a:pt x="142643" y="163449"/>
                  </a:lnTo>
                  <a:lnTo>
                    <a:pt x="138602" y="159557"/>
                  </a:lnTo>
                  <a:lnTo>
                    <a:pt x="140099" y="164946"/>
                  </a:lnTo>
                  <a:lnTo>
                    <a:pt x="135758" y="167191"/>
                  </a:lnTo>
                  <a:lnTo>
                    <a:pt x="131418" y="169286"/>
                  </a:lnTo>
                  <a:lnTo>
                    <a:pt x="126778" y="171083"/>
                  </a:lnTo>
                  <a:lnTo>
                    <a:pt x="124383" y="171831"/>
                  </a:lnTo>
                  <a:lnTo>
                    <a:pt x="121988" y="172430"/>
                  </a:lnTo>
                  <a:lnTo>
                    <a:pt x="119443" y="167341"/>
                  </a:lnTo>
                  <a:lnTo>
                    <a:pt x="118994" y="173178"/>
                  </a:lnTo>
                  <a:lnTo>
                    <a:pt x="114953" y="173777"/>
                  </a:lnTo>
                  <a:lnTo>
                    <a:pt x="110912" y="174376"/>
                  </a:lnTo>
                  <a:lnTo>
                    <a:pt x="113157" y="157911"/>
                  </a:lnTo>
                  <a:lnTo>
                    <a:pt x="116300" y="157312"/>
                  </a:lnTo>
                  <a:lnTo>
                    <a:pt x="117198" y="161354"/>
                  </a:lnTo>
                  <a:lnTo>
                    <a:pt x="116450" y="161952"/>
                  </a:lnTo>
                  <a:lnTo>
                    <a:pt x="116150" y="162701"/>
                  </a:lnTo>
                  <a:lnTo>
                    <a:pt x="116001" y="163449"/>
                  </a:lnTo>
                  <a:lnTo>
                    <a:pt x="116150" y="164347"/>
                  </a:lnTo>
                  <a:lnTo>
                    <a:pt x="116450" y="164646"/>
                  </a:lnTo>
                  <a:lnTo>
                    <a:pt x="116749" y="164946"/>
                  </a:lnTo>
                  <a:lnTo>
                    <a:pt x="117498" y="165395"/>
                  </a:lnTo>
                  <a:lnTo>
                    <a:pt x="118396" y="165545"/>
                  </a:lnTo>
                  <a:lnTo>
                    <a:pt x="118695" y="165395"/>
                  </a:lnTo>
                  <a:lnTo>
                    <a:pt x="119144" y="165245"/>
                  </a:lnTo>
                  <a:lnTo>
                    <a:pt x="119593" y="165095"/>
                  </a:lnTo>
                  <a:lnTo>
                    <a:pt x="119892" y="164796"/>
                  </a:lnTo>
                  <a:lnTo>
                    <a:pt x="120341" y="164048"/>
                  </a:lnTo>
                  <a:lnTo>
                    <a:pt x="120341" y="163150"/>
                  </a:lnTo>
                  <a:lnTo>
                    <a:pt x="120341" y="162850"/>
                  </a:lnTo>
                  <a:lnTo>
                    <a:pt x="120192" y="162401"/>
                  </a:lnTo>
                  <a:lnTo>
                    <a:pt x="119743" y="161803"/>
                  </a:lnTo>
                  <a:lnTo>
                    <a:pt x="119294" y="161354"/>
                  </a:lnTo>
                  <a:lnTo>
                    <a:pt x="118695" y="161204"/>
                  </a:lnTo>
                  <a:lnTo>
                    <a:pt x="118096" y="161054"/>
                  </a:lnTo>
                  <a:lnTo>
                    <a:pt x="117348" y="157163"/>
                  </a:lnTo>
                  <a:lnTo>
                    <a:pt x="121389" y="155965"/>
                  </a:lnTo>
                  <a:lnTo>
                    <a:pt x="125281" y="154618"/>
                  </a:lnTo>
                  <a:lnTo>
                    <a:pt x="129023" y="152822"/>
                  </a:lnTo>
                  <a:lnTo>
                    <a:pt x="132615" y="150876"/>
                  </a:lnTo>
                  <a:lnTo>
                    <a:pt x="134711" y="154319"/>
                  </a:lnTo>
                  <a:lnTo>
                    <a:pt x="134261" y="155067"/>
                  </a:lnTo>
                  <a:lnTo>
                    <a:pt x="134112" y="155815"/>
                  </a:lnTo>
                  <a:lnTo>
                    <a:pt x="134411" y="156713"/>
                  </a:lnTo>
                  <a:lnTo>
                    <a:pt x="134860" y="157312"/>
                  </a:lnTo>
                  <a:lnTo>
                    <a:pt x="135160" y="157612"/>
                  </a:lnTo>
                  <a:lnTo>
                    <a:pt x="135609" y="157911"/>
                  </a:lnTo>
                  <a:lnTo>
                    <a:pt x="136357" y="158061"/>
                  </a:lnTo>
                  <a:lnTo>
                    <a:pt x="137255" y="157911"/>
                  </a:lnTo>
                  <a:lnTo>
                    <a:pt x="137554" y="157612"/>
                  </a:lnTo>
                  <a:lnTo>
                    <a:pt x="138003" y="157312"/>
                  </a:lnTo>
                  <a:lnTo>
                    <a:pt x="138153" y="157013"/>
                  </a:lnTo>
                  <a:lnTo>
                    <a:pt x="138452" y="156564"/>
                  </a:lnTo>
                  <a:lnTo>
                    <a:pt x="138602" y="155815"/>
                  </a:lnTo>
                  <a:lnTo>
                    <a:pt x="138452" y="154917"/>
                  </a:lnTo>
                  <a:lnTo>
                    <a:pt x="138303" y="154618"/>
                  </a:lnTo>
                  <a:lnTo>
                    <a:pt x="138003" y="154319"/>
                  </a:lnTo>
                  <a:lnTo>
                    <a:pt x="137405" y="153870"/>
                  </a:lnTo>
                  <a:lnTo>
                    <a:pt x="136806" y="153570"/>
                  </a:lnTo>
                  <a:lnTo>
                    <a:pt x="136207" y="153570"/>
                  </a:lnTo>
                  <a:lnTo>
                    <a:pt x="135609" y="153720"/>
                  </a:lnTo>
                  <a:lnTo>
                    <a:pt x="133513" y="150277"/>
                  </a:lnTo>
                  <a:lnTo>
                    <a:pt x="136656" y="148182"/>
                  </a:lnTo>
                  <a:lnTo>
                    <a:pt x="139650" y="145637"/>
                  </a:lnTo>
                  <a:close/>
                  <a:moveTo>
                    <a:pt x="67954" y="163748"/>
                  </a:moveTo>
                  <a:lnTo>
                    <a:pt x="68553" y="163898"/>
                  </a:lnTo>
                  <a:lnTo>
                    <a:pt x="68403" y="164497"/>
                  </a:lnTo>
                  <a:lnTo>
                    <a:pt x="68104" y="165395"/>
                  </a:lnTo>
                  <a:lnTo>
                    <a:pt x="65110" y="176172"/>
                  </a:lnTo>
                  <a:lnTo>
                    <a:pt x="62117" y="174376"/>
                  </a:lnTo>
                  <a:lnTo>
                    <a:pt x="58973" y="172430"/>
                  </a:lnTo>
                  <a:lnTo>
                    <a:pt x="58973" y="172430"/>
                  </a:lnTo>
                  <a:lnTo>
                    <a:pt x="60320" y="173178"/>
                  </a:lnTo>
                  <a:lnTo>
                    <a:pt x="61218" y="173627"/>
                  </a:lnTo>
                  <a:lnTo>
                    <a:pt x="62117" y="173927"/>
                  </a:lnTo>
                  <a:lnTo>
                    <a:pt x="62117" y="173777"/>
                  </a:lnTo>
                  <a:lnTo>
                    <a:pt x="60320" y="172729"/>
                  </a:lnTo>
                  <a:lnTo>
                    <a:pt x="59273" y="172130"/>
                  </a:lnTo>
                  <a:lnTo>
                    <a:pt x="60021" y="171532"/>
                  </a:lnTo>
                  <a:lnTo>
                    <a:pt x="61218" y="172130"/>
                  </a:lnTo>
                  <a:lnTo>
                    <a:pt x="61967" y="172579"/>
                  </a:lnTo>
                  <a:lnTo>
                    <a:pt x="62865" y="173028"/>
                  </a:lnTo>
                  <a:lnTo>
                    <a:pt x="63015" y="172879"/>
                  </a:lnTo>
                  <a:lnTo>
                    <a:pt x="62117" y="172280"/>
                  </a:lnTo>
                  <a:lnTo>
                    <a:pt x="61368" y="171981"/>
                  </a:lnTo>
                  <a:lnTo>
                    <a:pt x="60171" y="171382"/>
                  </a:lnTo>
                  <a:lnTo>
                    <a:pt x="60769" y="170634"/>
                  </a:lnTo>
                  <a:lnTo>
                    <a:pt x="61967" y="171382"/>
                  </a:lnTo>
                  <a:lnTo>
                    <a:pt x="62715" y="171681"/>
                  </a:lnTo>
                  <a:lnTo>
                    <a:pt x="63314" y="171831"/>
                  </a:lnTo>
                  <a:lnTo>
                    <a:pt x="63464" y="171831"/>
                  </a:lnTo>
                  <a:lnTo>
                    <a:pt x="63314" y="171681"/>
                  </a:lnTo>
                  <a:lnTo>
                    <a:pt x="61817" y="170933"/>
                  </a:lnTo>
                  <a:lnTo>
                    <a:pt x="60919" y="170484"/>
                  </a:lnTo>
                  <a:lnTo>
                    <a:pt x="61817" y="169586"/>
                  </a:lnTo>
                  <a:lnTo>
                    <a:pt x="62865" y="170185"/>
                  </a:lnTo>
                  <a:lnTo>
                    <a:pt x="63613" y="170634"/>
                  </a:lnTo>
                  <a:lnTo>
                    <a:pt x="64362" y="170783"/>
                  </a:lnTo>
                  <a:lnTo>
                    <a:pt x="64511" y="170783"/>
                  </a:lnTo>
                  <a:lnTo>
                    <a:pt x="63763" y="170334"/>
                  </a:lnTo>
                  <a:lnTo>
                    <a:pt x="63015" y="169885"/>
                  </a:lnTo>
                  <a:lnTo>
                    <a:pt x="62117" y="169436"/>
                  </a:lnTo>
                  <a:lnTo>
                    <a:pt x="62715" y="168837"/>
                  </a:lnTo>
                  <a:lnTo>
                    <a:pt x="63464" y="169286"/>
                  </a:lnTo>
                  <a:lnTo>
                    <a:pt x="64212" y="169586"/>
                  </a:lnTo>
                  <a:lnTo>
                    <a:pt x="64960" y="169885"/>
                  </a:lnTo>
                  <a:lnTo>
                    <a:pt x="64960" y="169736"/>
                  </a:lnTo>
                  <a:lnTo>
                    <a:pt x="63314" y="168837"/>
                  </a:lnTo>
                  <a:lnTo>
                    <a:pt x="62865" y="168538"/>
                  </a:lnTo>
                  <a:lnTo>
                    <a:pt x="63464" y="168089"/>
                  </a:lnTo>
                  <a:lnTo>
                    <a:pt x="63913" y="168239"/>
                  </a:lnTo>
                  <a:lnTo>
                    <a:pt x="65409" y="168987"/>
                  </a:lnTo>
                  <a:lnTo>
                    <a:pt x="65559" y="168837"/>
                  </a:lnTo>
                  <a:lnTo>
                    <a:pt x="65409" y="168837"/>
                  </a:lnTo>
                  <a:lnTo>
                    <a:pt x="64212" y="168089"/>
                  </a:lnTo>
                  <a:lnTo>
                    <a:pt x="63613" y="167790"/>
                  </a:lnTo>
                  <a:lnTo>
                    <a:pt x="64362" y="167191"/>
                  </a:lnTo>
                  <a:lnTo>
                    <a:pt x="64811" y="167490"/>
                  </a:lnTo>
                  <a:lnTo>
                    <a:pt x="65858" y="168089"/>
                  </a:lnTo>
                  <a:lnTo>
                    <a:pt x="66008" y="167939"/>
                  </a:lnTo>
                  <a:lnTo>
                    <a:pt x="65260" y="167490"/>
                  </a:lnTo>
                  <a:lnTo>
                    <a:pt x="64511" y="167041"/>
                  </a:lnTo>
                  <a:lnTo>
                    <a:pt x="65110" y="166592"/>
                  </a:lnTo>
                  <a:lnTo>
                    <a:pt x="65260" y="166592"/>
                  </a:lnTo>
                  <a:lnTo>
                    <a:pt x="65858" y="166892"/>
                  </a:lnTo>
                  <a:lnTo>
                    <a:pt x="66457" y="167041"/>
                  </a:lnTo>
                  <a:lnTo>
                    <a:pt x="65409" y="166443"/>
                  </a:lnTo>
                  <a:lnTo>
                    <a:pt x="65260" y="166293"/>
                  </a:lnTo>
                  <a:lnTo>
                    <a:pt x="65709" y="165844"/>
                  </a:lnTo>
                  <a:lnTo>
                    <a:pt x="66906" y="166293"/>
                  </a:lnTo>
                  <a:lnTo>
                    <a:pt x="67056" y="166293"/>
                  </a:lnTo>
                  <a:lnTo>
                    <a:pt x="67056" y="166143"/>
                  </a:lnTo>
                  <a:lnTo>
                    <a:pt x="66008" y="165694"/>
                  </a:lnTo>
                  <a:lnTo>
                    <a:pt x="66457" y="165095"/>
                  </a:lnTo>
                  <a:lnTo>
                    <a:pt x="66607" y="165245"/>
                  </a:lnTo>
                  <a:lnTo>
                    <a:pt x="67056" y="165395"/>
                  </a:lnTo>
                  <a:lnTo>
                    <a:pt x="67655" y="165545"/>
                  </a:lnTo>
                  <a:lnTo>
                    <a:pt x="67655" y="165395"/>
                  </a:lnTo>
                  <a:lnTo>
                    <a:pt x="66906" y="164946"/>
                  </a:lnTo>
                  <a:lnTo>
                    <a:pt x="66607" y="164946"/>
                  </a:lnTo>
                  <a:lnTo>
                    <a:pt x="66906" y="164646"/>
                  </a:lnTo>
                  <a:lnTo>
                    <a:pt x="67206" y="164497"/>
                  </a:lnTo>
                  <a:lnTo>
                    <a:pt x="67954" y="164646"/>
                  </a:lnTo>
                  <a:lnTo>
                    <a:pt x="67954" y="164497"/>
                  </a:lnTo>
                  <a:lnTo>
                    <a:pt x="67355" y="164197"/>
                  </a:lnTo>
                  <a:lnTo>
                    <a:pt x="67655" y="163898"/>
                  </a:lnTo>
                  <a:lnTo>
                    <a:pt x="67954" y="163748"/>
                  </a:lnTo>
                  <a:close/>
                  <a:moveTo>
                    <a:pt x="141446" y="163748"/>
                  </a:moveTo>
                  <a:lnTo>
                    <a:pt x="141745" y="163898"/>
                  </a:lnTo>
                  <a:lnTo>
                    <a:pt x="142045" y="164197"/>
                  </a:lnTo>
                  <a:lnTo>
                    <a:pt x="141446" y="164497"/>
                  </a:lnTo>
                  <a:lnTo>
                    <a:pt x="141446" y="164646"/>
                  </a:lnTo>
                  <a:lnTo>
                    <a:pt x="142194" y="164497"/>
                  </a:lnTo>
                  <a:lnTo>
                    <a:pt x="142494" y="164646"/>
                  </a:lnTo>
                  <a:lnTo>
                    <a:pt x="142793" y="164946"/>
                  </a:lnTo>
                  <a:lnTo>
                    <a:pt x="142643" y="164946"/>
                  </a:lnTo>
                  <a:lnTo>
                    <a:pt x="141745" y="165395"/>
                  </a:lnTo>
                  <a:lnTo>
                    <a:pt x="141895" y="165545"/>
                  </a:lnTo>
                  <a:lnTo>
                    <a:pt x="142344" y="165395"/>
                  </a:lnTo>
                  <a:lnTo>
                    <a:pt x="142793" y="165245"/>
                  </a:lnTo>
                  <a:lnTo>
                    <a:pt x="142943" y="165095"/>
                  </a:lnTo>
                  <a:lnTo>
                    <a:pt x="143542" y="165694"/>
                  </a:lnTo>
                  <a:lnTo>
                    <a:pt x="142344" y="166143"/>
                  </a:lnTo>
                  <a:lnTo>
                    <a:pt x="142344" y="166293"/>
                  </a:lnTo>
                  <a:lnTo>
                    <a:pt x="142494" y="166293"/>
                  </a:lnTo>
                  <a:lnTo>
                    <a:pt x="143691" y="165844"/>
                  </a:lnTo>
                  <a:lnTo>
                    <a:pt x="144140" y="166293"/>
                  </a:lnTo>
                  <a:lnTo>
                    <a:pt x="143991" y="166443"/>
                  </a:lnTo>
                  <a:lnTo>
                    <a:pt x="142943" y="167041"/>
                  </a:lnTo>
                  <a:lnTo>
                    <a:pt x="143093" y="167041"/>
                  </a:lnTo>
                  <a:lnTo>
                    <a:pt x="143542" y="166892"/>
                  </a:lnTo>
                  <a:lnTo>
                    <a:pt x="144140" y="166592"/>
                  </a:lnTo>
                  <a:lnTo>
                    <a:pt x="144440" y="166592"/>
                  </a:lnTo>
                  <a:lnTo>
                    <a:pt x="145038" y="167041"/>
                  </a:lnTo>
                  <a:lnTo>
                    <a:pt x="144140" y="167490"/>
                  </a:lnTo>
                  <a:lnTo>
                    <a:pt x="143542" y="167939"/>
                  </a:lnTo>
                  <a:lnTo>
                    <a:pt x="143542" y="168089"/>
                  </a:lnTo>
                  <a:lnTo>
                    <a:pt x="144589" y="167490"/>
                  </a:lnTo>
                  <a:lnTo>
                    <a:pt x="145188" y="167191"/>
                  </a:lnTo>
                  <a:lnTo>
                    <a:pt x="145787" y="167790"/>
                  </a:lnTo>
                  <a:lnTo>
                    <a:pt x="145338" y="168089"/>
                  </a:lnTo>
                  <a:lnTo>
                    <a:pt x="143991" y="168837"/>
                  </a:lnTo>
                  <a:lnTo>
                    <a:pt x="143991" y="168987"/>
                  </a:lnTo>
                  <a:lnTo>
                    <a:pt x="145487" y="168239"/>
                  </a:lnTo>
                  <a:lnTo>
                    <a:pt x="145936" y="168089"/>
                  </a:lnTo>
                  <a:lnTo>
                    <a:pt x="146535" y="168538"/>
                  </a:lnTo>
                  <a:lnTo>
                    <a:pt x="146236" y="168837"/>
                  </a:lnTo>
                  <a:lnTo>
                    <a:pt x="144440" y="169736"/>
                  </a:lnTo>
                  <a:lnTo>
                    <a:pt x="144440" y="169885"/>
                  </a:lnTo>
                  <a:lnTo>
                    <a:pt x="145188" y="169586"/>
                  </a:lnTo>
                  <a:lnTo>
                    <a:pt x="145936" y="169286"/>
                  </a:lnTo>
                  <a:lnTo>
                    <a:pt x="146685" y="168837"/>
                  </a:lnTo>
                  <a:lnTo>
                    <a:pt x="147433" y="169436"/>
                  </a:lnTo>
                  <a:lnTo>
                    <a:pt x="146535" y="169885"/>
                  </a:lnTo>
                  <a:lnTo>
                    <a:pt x="145787" y="170334"/>
                  </a:lnTo>
                  <a:lnTo>
                    <a:pt x="145038" y="170783"/>
                  </a:lnTo>
                  <a:lnTo>
                    <a:pt x="145787" y="170634"/>
                  </a:lnTo>
                  <a:lnTo>
                    <a:pt x="146685" y="170185"/>
                  </a:lnTo>
                  <a:lnTo>
                    <a:pt x="147583" y="169586"/>
                  </a:lnTo>
                  <a:lnTo>
                    <a:pt x="148481" y="170484"/>
                  </a:lnTo>
                  <a:lnTo>
                    <a:pt x="147583" y="170933"/>
                  </a:lnTo>
                  <a:lnTo>
                    <a:pt x="146086" y="171681"/>
                  </a:lnTo>
                  <a:lnTo>
                    <a:pt x="146086" y="171831"/>
                  </a:lnTo>
                  <a:lnTo>
                    <a:pt x="146834" y="171681"/>
                  </a:lnTo>
                  <a:lnTo>
                    <a:pt x="147433" y="171382"/>
                  </a:lnTo>
                  <a:lnTo>
                    <a:pt x="148631" y="170634"/>
                  </a:lnTo>
                  <a:lnTo>
                    <a:pt x="149379" y="171382"/>
                  </a:lnTo>
                  <a:lnTo>
                    <a:pt x="148032" y="171981"/>
                  </a:lnTo>
                  <a:lnTo>
                    <a:pt x="147283" y="172280"/>
                  </a:lnTo>
                  <a:lnTo>
                    <a:pt x="146535" y="172879"/>
                  </a:lnTo>
                  <a:lnTo>
                    <a:pt x="146535" y="173028"/>
                  </a:lnTo>
                  <a:lnTo>
                    <a:pt x="147433" y="172579"/>
                  </a:lnTo>
                  <a:lnTo>
                    <a:pt x="148182" y="172130"/>
                  </a:lnTo>
                  <a:lnTo>
                    <a:pt x="149529" y="171532"/>
                  </a:lnTo>
                  <a:lnTo>
                    <a:pt x="150127" y="172130"/>
                  </a:lnTo>
                  <a:lnTo>
                    <a:pt x="149080" y="172729"/>
                  </a:lnTo>
                  <a:lnTo>
                    <a:pt x="147283" y="173777"/>
                  </a:lnTo>
                  <a:lnTo>
                    <a:pt x="147283" y="173927"/>
                  </a:lnTo>
                  <a:lnTo>
                    <a:pt x="147433" y="173927"/>
                  </a:lnTo>
                  <a:lnTo>
                    <a:pt x="148331" y="173627"/>
                  </a:lnTo>
                  <a:lnTo>
                    <a:pt x="149080" y="173178"/>
                  </a:lnTo>
                  <a:lnTo>
                    <a:pt x="150277" y="172430"/>
                  </a:lnTo>
                  <a:lnTo>
                    <a:pt x="147283" y="174376"/>
                  </a:lnTo>
                  <a:lnTo>
                    <a:pt x="144290" y="176172"/>
                  </a:lnTo>
                  <a:lnTo>
                    <a:pt x="141296" y="165395"/>
                  </a:lnTo>
                  <a:lnTo>
                    <a:pt x="140997" y="164347"/>
                  </a:lnTo>
                  <a:lnTo>
                    <a:pt x="140847" y="163898"/>
                  </a:lnTo>
                  <a:lnTo>
                    <a:pt x="141446" y="163748"/>
                  </a:lnTo>
                  <a:close/>
                  <a:moveTo>
                    <a:pt x="69002" y="165844"/>
                  </a:moveTo>
                  <a:lnTo>
                    <a:pt x="73342" y="168239"/>
                  </a:lnTo>
                  <a:lnTo>
                    <a:pt x="77683" y="170185"/>
                  </a:lnTo>
                  <a:lnTo>
                    <a:pt x="82323" y="171981"/>
                  </a:lnTo>
                  <a:lnTo>
                    <a:pt x="87113" y="173328"/>
                  </a:lnTo>
                  <a:lnTo>
                    <a:pt x="82024" y="183207"/>
                  </a:lnTo>
                  <a:lnTo>
                    <a:pt x="77982" y="181859"/>
                  </a:lnTo>
                  <a:lnTo>
                    <a:pt x="73791" y="180363"/>
                  </a:lnTo>
                  <a:lnTo>
                    <a:pt x="69900" y="178716"/>
                  </a:lnTo>
                  <a:lnTo>
                    <a:pt x="66008" y="176770"/>
                  </a:lnTo>
                  <a:lnTo>
                    <a:pt x="69002" y="165844"/>
                  </a:lnTo>
                  <a:close/>
                  <a:moveTo>
                    <a:pt x="140398" y="165844"/>
                  </a:moveTo>
                  <a:lnTo>
                    <a:pt x="143392" y="176621"/>
                  </a:lnTo>
                  <a:lnTo>
                    <a:pt x="139500" y="178567"/>
                  </a:lnTo>
                  <a:lnTo>
                    <a:pt x="135609" y="180363"/>
                  </a:lnTo>
                  <a:lnTo>
                    <a:pt x="131567" y="181859"/>
                  </a:lnTo>
                  <a:lnTo>
                    <a:pt x="127376" y="183207"/>
                  </a:lnTo>
                  <a:lnTo>
                    <a:pt x="122437" y="173328"/>
                  </a:lnTo>
                  <a:lnTo>
                    <a:pt x="127077" y="171981"/>
                  </a:lnTo>
                  <a:lnTo>
                    <a:pt x="131717" y="170185"/>
                  </a:lnTo>
                  <a:lnTo>
                    <a:pt x="136058" y="168239"/>
                  </a:lnTo>
                  <a:lnTo>
                    <a:pt x="140398" y="165844"/>
                  </a:lnTo>
                  <a:close/>
                  <a:moveTo>
                    <a:pt x="89358" y="172280"/>
                  </a:moveTo>
                  <a:lnTo>
                    <a:pt x="89358" y="172879"/>
                  </a:lnTo>
                  <a:lnTo>
                    <a:pt x="89508" y="173927"/>
                  </a:lnTo>
                  <a:lnTo>
                    <a:pt x="90106" y="185152"/>
                  </a:lnTo>
                  <a:lnTo>
                    <a:pt x="86514" y="184404"/>
                  </a:lnTo>
                  <a:lnTo>
                    <a:pt x="83071" y="183506"/>
                  </a:lnTo>
                  <a:lnTo>
                    <a:pt x="84568" y="183656"/>
                  </a:lnTo>
                  <a:lnTo>
                    <a:pt x="85466" y="183805"/>
                  </a:lnTo>
                  <a:lnTo>
                    <a:pt x="86364" y="183955"/>
                  </a:lnTo>
                  <a:lnTo>
                    <a:pt x="86514" y="183805"/>
                  </a:lnTo>
                  <a:lnTo>
                    <a:pt x="84419" y="183356"/>
                  </a:lnTo>
                  <a:lnTo>
                    <a:pt x="83221" y="183207"/>
                  </a:lnTo>
                  <a:lnTo>
                    <a:pt x="83670" y="182309"/>
                  </a:lnTo>
                  <a:lnTo>
                    <a:pt x="85017" y="182458"/>
                  </a:lnTo>
                  <a:lnTo>
                    <a:pt x="85915" y="182608"/>
                  </a:lnTo>
                  <a:lnTo>
                    <a:pt x="86963" y="182758"/>
                  </a:lnTo>
                  <a:lnTo>
                    <a:pt x="86963" y="182608"/>
                  </a:lnTo>
                  <a:lnTo>
                    <a:pt x="85915" y="182309"/>
                  </a:lnTo>
                  <a:lnTo>
                    <a:pt x="85017" y="182159"/>
                  </a:lnTo>
                  <a:lnTo>
                    <a:pt x="83820" y="182009"/>
                  </a:lnTo>
                  <a:lnTo>
                    <a:pt x="84119" y="181261"/>
                  </a:lnTo>
                  <a:lnTo>
                    <a:pt x="85616" y="181560"/>
                  </a:lnTo>
                  <a:lnTo>
                    <a:pt x="86963" y="181560"/>
                  </a:lnTo>
                  <a:lnTo>
                    <a:pt x="86963" y="181410"/>
                  </a:lnTo>
                  <a:lnTo>
                    <a:pt x="85317" y="181111"/>
                  </a:lnTo>
                  <a:lnTo>
                    <a:pt x="84269" y="180961"/>
                  </a:lnTo>
                  <a:lnTo>
                    <a:pt x="84868" y="179914"/>
                  </a:lnTo>
                  <a:lnTo>
                    <a:pt x="86215" y="180213"/>
                  </a:lnTo>
                  <a:lnTo>
                    <a:pt x="87712" y="180213"/>
                  </a:lnTo>
                  <a:lnTo>
                    <a:pt x="87712" y="180063"/>
                  </a:lnTo>
                  <a:lnTo>
                    <a:pt x="86813" y="179914"/>
                  </a:lnTo>
                  <a:lnTo>
                    <a:pt x="85915" y="179764"/>
                  </a:lnTo>
                  <a:lnTo>
                    <a:pt x="85017" y="179614"/>
                  </a:lnTo>
                  <a:lnTo>
                    <a:pt x="85466" y="178716"/>
                  </a:lnTo>
                  <a:lnTo>
                    <a:pt x="86364" y="179016"/>
                  </a:lnTo>
                  <a:lnTo>
                    <a:pt x="87113" y="179165"/>
                  </a:lnTo>
                  <a:lnTo>
                    <a:pt x="87861" y="179165"/>
                  </a:lnTo>
                  <a:lnTo>
                    <a:pt x="87861" y="179016"/>
                  </a:lnTo>
                  <a:lnTo>
                    <a:pt x="85915" y="178716"/>
                  </a:lnTo>
                  <a:lnTo>
                    <a:pt x="85466" y="178567"/>
                  </a:lnTo>
                  <a:lnTo>
                    <a:pt x="85915" y="177818"/>
                  </a:lnTo>
                  <a:lnTo>
                    <a:pt x="86364" y="177968"/>
                  </a:lnTo>
                  <a:lnTo>
                    <a:pt x="87113" y="177968"/>
                  </a:lnTo>
                  <a:lnTo>
                    <a:pt x="88011" y="178118"/>
                  </a:lnTo>
                  <a:lnTo>
                    <a:pt x="88011" y="177968"/>
                  </a:lnTo>
                  <a:lnTo>
                    <a:pt x="86813" y="177668"/>
                  </a:lnTo>
                  <a:lnTo>
                    <a:pt x="86065" y="177668"/>
                  </a:lnTo>
                  <a:lnTo>
                    <a:pt x="86364" y="176920"/>
                  </a:lnTo>
                  <a:lnTo>
                    <a:pt x="87262" y="177070"/>
                  </a:lnTo>
                  <a:lnTo>
                    <a:pt x="88161" y="177070"/>
                  </a:lnTo>
                  <a:lnTo>
                    <a:pt x="88161" y="176920"/>
                  </a:lnTo>
                  <a:lnTo>
                    <a:pt x="87412" y="176770"/>
                  </a:lnTo>
                  <a:lnTo>
                    <a:pt x="86514" y="176621"/>
                  </a:lnTo>
                  <a:lnTo>
                    <a:pt x="86813" y="175872"/>
                  </a:lnTo>
                  <a:lnTo>
                    <a:pt x="87562" y="176022"/>
                  </a:lnTo>
                  <a:lnTo>
                    <a:pt x="88310" y="176022"/>
                  </a:lnTo>
                  <a:lnTo>
                    <a:pt x="88310" y="175872"/>
                  </a:lnTo>
                  <a:lnTo>
                    <a:pt x="87113" y="175723"/>
                  </a:lnTo>
                  <a:lnTo>
                    <a:pt x="86963" y="175723"/>
                  </a:lnTo>
                  <a:lnTo>
                    <a:pt x="87262" y="174974"/>
                  </a:lnTo>
                  <a:lnTo>
                    <a:pt x="88610" y="175124"/>
                  </a:lnTo>
                  <a:lnTo>
                    <a:pt x="88610" y="174974"/>
                  </a:lnTo>
                  <a:lnTo>
                    <a:pt x="87412" y="174825"/>
                  </a:lnTo>
                  <a:lnTo>
                    <a:pt x="87712" y="174226"/>
                  </a:lnTo>
                  <a:lnTo>
                    <a:pt x="88011" y="174226"/>
                  </a:lnTo>
                  <a:lnTo>
                    <a:pt x="88909" y="174076"/>
                  </a:lnTo>
                  <a:lnTo>
                    <a:pt x="89059" y="174076"/>
                  </a:lnTo>
                  <a:lnTo>
                    <a:pt x="88909" y="173927"/>
                  </a:lnTo>
                  <a:lnTo>
                    <a:pt x="87861" y="173927"/>
                  </a:lnTo>
                  <a:lnTo>
                    <a:pt x="88011" y="173627"/>
                  </a:lnTo>
                  <a:lnTo>
                    <a:pt x="88161" y="173178"/>
                  </a:lnTo>
                  <a:lnTo>
                    <a:pt x="88909" y="173178"/>
                  </a:lnTo>
                  <a:lnTo>
                    <a:pt x="88909" y="173028"/>
                  </a:lnTo>
                  <a:lnTo>
                    <a:pt x="88310" y="173028"/>
                  </a:lnTo>
                  <a:lnTo>
                    <a:pt x="88460" y="172729"/>
                  </a:lnTo>
                  <a:lnTo>
                    <a:pt x="88610" y="172280"/>
                  </a:lnTo>
                  <a:close/>
                  <a:moveTo>
                    <a:pt x="120790" y="172280"/>
                  </a:moveTo>
                  <a:lnTo>
                    <a:pt x="120940" y="172729"/>
                  </a:lnTo>
                  <a:lnTo>
                    <a:pt x="121090" y="173028"/>
                  </a:lnTo>
                  <a:lnTo>
                    <a:pt x="120491" y="173028"/>
                  </a:lnTo>
                  <a:lnTo>
                    <a:pt x="120491" y="173178"/>
                  </a:lnTo>
                  <a:lnTo>
                    <a:pt x="121239" y="173178"/>
                  </a:lnTo>
                  <a:lnTo>
                    <a:pt x="121389" y="173627"/>
                  </a:lnTo>
                  <a:lnTo>
                    <a:pt x="121539" y="173927"/>
                  </a:lnTo>
                  <a:lnTo>
                    <a:pt x="120491" y="173927"/>
                  </a:lnTo>
                  <a:lnTo>
                    <a:pt x="120491" y="174076"/>
                  </a:lnTo>
                  <a:lnTo>
                    <a:pt x="121389" y="174226"/>
                  </a:lnTo>
                  <a:lnTo>
                    <a:pt x="121688" y="174226"/>
                  </a:lnTo>
                  <a:lnTo>
                    <a:pt x="121988" y="174825"/>
                  </a:lnTo>
                  <a:lnTo>
                    <a:pt x="120790" y="174974"/>
                  </a:lnTo>
                  <a:lnTo>
                    <a:pt x="120790" y="175124"/>
                  </a:lnTo>
                  <a:lnTo>
                    <a:pt x="122138" y="174974"/>
                  </a:lnTo>
                  <a:lnTo>
                    <a:pt x="122437" y="175723"/>
                  </a:lnTo>
                  <a:lnTo>
                    <a:pt x="122287" y="175723"/>
                  </a:lnTo>
                  <a:lnTo>
                    <a:pt x="121090" y="175872"/>
                  </a:lnTo>
                  <a:lnTo>
                    <a:pt x="121090" y="176022"/>
                  </a:lnTo>
                  <a:lnTo>
                    <a:pt x="121838" y="176022"/>
                  </a:lnTo>
                  <a:lnTo>
                    <a:pt x="122587" y="175872"/>
                  </a:lnTo>
                  <a:lnTo>
                    <a:pt x="122886" y="176621"/>
                  </a:lnTo>
                  <a:lnTo>
                    <a:pt x="122138" y="176770"/>
                  </a:lnTo>
                  <a:lnTo>
                    <a:pt x="121239" y="176920"/>
                  </a:lnTo>
                  <a:lnTo>
                    <a:pt x="121239" y="177070"/>
                  </a:lnTo>
                  <a:lnTo>
                    <a:pt x="122138" y="177070"/>
                  </a:lnTo>
                  <a:lnTo>
                    <a:pt x="123036" y="176920"/>
                  </a:lnTo>
                  <a:lnTo>
                    <a:pt x="123485" y="177668"/>
                  </a:lnTo>
                  <a:lnTo>
                    <a:pt x="122736" y="177668"/>
                  </a:lnTo>
                  <a:lnTo>
                    <a:pt x="121389" y="177968"/>
                  </a:lnTo>
                  <a:lnTo>
                    <a:pt x="121389" y="178118"/>
                  </a:lnTo>
                  <a:lnTo>
                    <a:pt x="122287" y="177968"/>
                  </a:lnTo>
                  <a:lnTo>
                    <a:pt x="123185" y="177968"/>
                  </a:lnTo>
                  <a:lnTo>
                    <a:pt x="123634" y="177818"/>
                  </a:lnTo>
                  <a:lnTo>
                    <a:pt x="123934" y="178567"/>
                  </a:lnTo>
                  <a:lnTo>
                    <a:pt x="123485" y="178716"/>
                  </a:lnTo>
                  <a:lnTo>
                    <a:pt x="121539" y="179016"/>
                  </a:lnTo>
                  <a:lnTo>
                    <a:pt x="121539" y="179165"/>
                  </a:lnTo>
                  <a:lnTo>
                    <a:pt x="122287" y="179165"/>
                  </a:lnTo>
                  <a:lnTo>
                    <a:pt x="123036" y="179016"/>
                  </a:lnTo>
                  <a:lnTo>
                    <a:pt x="124083" y="178716"/>
                  </a:lnTo>
                  <a:lnTo>
                    <a:pt x="124532" y="179614"/>
                  </a:lnTo>
                  <a:lnTo>
                    <a:pt x="123634" y="179764"/>
                  </a:lnTo>
                  <a:lnTo>
                    <a:pt x="122736" y="179914"/>
                  </a:lnTo>
                  <a:lnTo>
                    <a:pt x="121838" y="180063"/>
                  </a:lnTo>
                  <a:lnTo>
                    <a:pt x="121838" y="180213"/>
                  </a:lnTo>
                  <a:lnTo>
                    <a:pt x="123185" y="180213"/>
                  </a:lnTo>
                  <a:lnTo>
                    <a:pt x="124532" y="179914"/>
                  </a:lnTo>
                  <a:lnTo>
                    <a:pt x="125131" y="180961"/>
                  </a:lnTo>
                  <a:lnTo>
                    <a:pt x="124233" y="181111"/>
                  </a:lnTo>
                  <a:lnTo>
                    <a:pt x="122437" y="181410"/>
                  </a:lnTo>
                  <a:lnTo>
                    <a:pt x="122437" y="181560"/>
                  </a:lnTo>
                  <a:lnTo>
                    <a:pt x="123784" y="181560"/>
                  </a:lnTo>
                  <a:lnTo>
                    <a:pt x="125281" y="181261"/>
                  </a:lnTo>
                  <a:lnTo>
                    <a:pt x="125730" y="182009"/>
                  </a:lnTo>
                  <a:lnTo>
                    <a:pt x="124383" y="182159"/>
                  </a:lnTo>
                  <a:lnTo>
                    <a:pt x="123485" y="182309"/>
                  </a:lnTo>
                  <a:lnTo>
                    <a:pt x="122437" y="182608"/>
                  </a:lnTo>
                  <a:lnTo>
                    <a:pt x="122437" y="182758"/>
                  </a:lnTo>
                  <a:lnTo>
                    <a:pt x="122587" y="182758"/>
                  </a:lnTo>
                  <a:lnTo>
                    <a:pt x="123485" y="182608"/>
                  </a:lnTo>
                  <a:lnTo>
                    <a:pt x="124383" y="182458"/>
                  </a:lnTo>
                  <a:lnTo>
                    <a:pt x="125730" y="182309"/>
                  </a:lnTo>
                  <a:lnTo>
                    <a:pt x="126179" y="183207"/>
                  </a:lnTo>
                  <a:lnTo>
                    <a:pt x="124981" y="183356"/>
                  </a:lnTo>
                  <a:lnTo>
                    <a:pt x="123036" y="183805"/>
                  </a:lnTo>
                  <a:lnTo>
                    <a:pt x="122886" y="183805"/>
                  </a:lnTo>
                  <a:lnTo>
                    <a:pt x="123036" y="183955"/>
                  </a:lnTo>
                  <a:lnTo>
                    <a:pt x="123934" y="183805"/>
                  </a:lnTo>
                  <a:lnTo>
                    <a:pt x="124832" y="183656"/>
                  </a:lnTo>
                  <a:lnTo>
                    <a:pt x="126329" y="183506"/>
                  </a:lnTo>
                  <a:lnTo>
                    <a:pt x="126478" y="183506"/>
                  </a:lnTo>
                  <a:lnTo>
                    <a:pt x="122886" y="184404"/>
                  </a:lnTo>
                  <a:lnTo>
                    <a:pt x="119294" y="185152"/>
                  </a:lnTo>
                  <a:lnTo>
                    <a:pt x="120042" y="173927"/>
                  </a:lnTo>
                  <a:lnTo>
                    <a:pt x="120042" y="172879"/>
                  </a:lnTo>
                  <a:lnTo>
                    <a:pt x="120042" y="172280"/>
                  </a:lnTo>
                  <a:close/>
                  <a:moveTo>
                    <a:pt x="90406" y="174076"/>
                  </a:moveTo>
                  <a:lnTo>
                    <a:pt x="94746" y="174825"/>
                  </a:lnTo>
                  <a:lnTo>
                    <a:pt x="99237" y="175274"/>
                  </a:lnTo>
                  <a:lnTo>
                    <a:pt x="100883" y="186350"/>
                  </a:lnTo>
                  <a:lnTo>
                    <a:pt x="95944" y="185901"/>
                  </a:lnTo>
                  <a:lnTo>
                    <a:pt x="91154" y="185302"/>
                  </a:lnTo>
                  <a:lnTo>
                    <a:pt x="90406" y="174076"/>
                  </a:lnTo>
                  <a:close/>
                  <a:moveTo>
                    <a:pt x="118994" y="174076"/>
                  </a:moveTo>
                  <a:lnTo>
                    <a:pt x="118246" y="185302"/>
                  </a:lnTo>
                  <a:lnTo>
                    <a:pt x="113756" y="185901"/>
                  </a:lnTo>
                  <a:lnTo>
                    <a:pt x="109265" y="186350"/>
                  </a:lnTo>
                  <a:lnTo>
                    <a:pt x="110762" y="175274"/>
                  </a:lnTo>
                  <a:lnTo>
                    <a:pt x="114953" y="174825"/>
                  </a:lnTo>
                  <a:lnTo>
                    <a:pt x="118994" y="174076"/>
                  </a:lnTo>
                  <a:close/>
                  <a:moveTo>
                    <a:pt x="15716" y="108218"/>
                  </a:moveTo>
                  <a:lnTo>
                    <a:pt x="19608" y="108816"/>
                  </a:lnTo>
                  <a:lnTo>
                    <a:pt x="20057" y="113905"/>
                  </a:lnTo>
                  <a:lnTo>
                    <a:pt x="20805" y="118845"/>
                  </a:lnTo>
                  <a:lnTo>
                    <a:pt x="21703" y="123635"/>
                  </a:lnTo>
                  <a:lnTo>
                    <a:pt x="22901" y="128424"/>
                  </a:lnTo>
                  <a:lnTo>
                    <a:pt x="24398" y="133064"/>
                  </a:lnTo>
                  <a:lnTo>
                    <a:pt x="26194" y="137555"/>
                  </a:lnTo>
                  <a:lnTo>
                    <a:pt x="28140" y="141895"/>
                  </a:lnTo>
                  <a:lnTo>
                    <a:pt x="30385" y="146236"/>
                  </a:lnTo>
                  <a:lnTo>
                    <a:pt x="32780" y="150277"/>
                  </a:lnTo>
                  <a:lnTo>
                    <a:pt x="35474" y="154319"/>
                  </a:lnTo>
                  <a:lnTo>
                    <a:pt x="38318" y="158061"/>
                  </a:lnTo>
                  <a:lnTo>
                    <a:pt x="41461" y="161653"/>
                  </a:lnTo>
                  <a:lnTo>
                    <a:pt x="44754" y="165095"/>
                  </a:lnTo>
                  <a:lnTo>
                    <a:pt x="48196" y="168388"/>
                  </a:lnTo>
                  <a:lnTo>
                    <a:pt x="51938" y="171382"/>
                  </a:lnTo>
                  <a:lnTo>
                    <a:pt x="55680" y="174376"/>
                  </a:lnTo>
                  <a:lnTo>
                    <a:pt x="56129" y="174675"/>
                  </a:lnTo>
                  <a:lnTo>
                    <a:pt x="57177" y="175573"/>
                  </a:lnTo>
                  <a:lnTo>
                    <a:pt x="58375" y="176321"/>
                  </a:lnTo>
                  <a:lnTo>
                    <a:pt x="61218" y="177968"/>
                  </a:lnTo>
                  <a:lnTo>
                    <a:pt x="64661" y="179764"/>
                  </a:lnTo>
                  <a:lnTo>
                    <a:pt x="64960" y="179914"/>
                  </a:lnTo>
                  <a:lnTo>
                    <a:pt x="64960" y="180063"/>
                  </a:lnTo>
                  <a:lnTo>
                    <a:pt x="65110" y="180063"/>
                  </a:lnTo>
                  <a:lnTo>
                    <a:pt x="68852" y="181859"/>
                  </a:lnTo>
                  <a:lnTo>
                    <a:pt x="72594" y="183656"/>
                  </a:lnTo>
                  <a:lnTo>
                    <a:pt x="76486" y="185003"/>
                  </a:lnTo>
                  <a:lnTo>
                    <a:pt x="80527" y="186350"/>
                  </a:lnTo>
                  <a:lnTo>
                    <a:pt x="80976" y="186500"/>
                  </a:lnTo>
                  <a:lnTo>
                    <a:pt x="82323" y="186949"/>
                  </a:lnTo>
                  <a:lnTo>
                    <a:pt x="83820" y="187398"/>
                  </a:lnTo>
                  <a:lnTo>
                    <a:pt x="86963" y="187996"/>
                  </a:lnTo>
                  <a:lnTo>
                    <a:pt x="90555" y="188745"/>
                  </a:lnTo>
                  <a:lnTo>
                    <a:pt x="94148" y="189194"/>
                  </a:lnTo>
                  <a:lnTo>
                    <a:pt x="97740" y="189643"/>
                  </a:lnTo>
                  <a:lnTo>
                    <a:pt x="101482" y="189792"/>
                  </a:lnTo>
                  <a:lnTo>
                    <a:pt x="102081" y="193684"/>
                  </a:lnTo>
                  <a:lnTo>
                    <a:pt x="97740" y="193534"/>
                  </a:lnTo>
                  <a:lnTo>
                    <a:pt x="93399" y="193085"/>
                  </a:lnTo>
                  <a:lnTo>
                    <a:pt x="89208" y="192487"/>
                  </a:lnTo>
                  <a:lnTo>
                    <a:pt x="85017" y="191589"/>
                  </a:lnTo>
                  <a:lnTo>
                    <a:pt x="80976" y="190541"/>
                  </a:lnTo>
                  <a:lnTo>
                    <a:pt x="76935" y="189343"/>
                  </a:lnTo>
                  <a:lnTo>
                    <a:pt x="72893" y="187996"/>
                  </a:lnTo>
                  <a:lnTo>
                    <a:pt x="69151" y="186350"/>
                  </a:lnTo>
                  <a:lnTo>
                    <a:pt x="65409" y="184554"/>
                  </a:lnTo>
                  <a:lnTo>
                    <a:pt x="61667" y="182758"/>
                  </a:lnTo>
                  <a:lnTo>
                    <a:pt x="58075" y="180662"/>
                  </a:lnTo>
                  <a:lnTo>
                    <a:pt x="54633" y="178417"/>
                  </a:lnTo>
                  <a:lnTo>
                    <a:pt x="51340" y="176022"/>
                  </a:lnTo>
                  <a:lnTo>
                    <a:pt x="48196" y="173477"/>
                  </a:lnTo>
                  <a:lnTo>
                    <a:pt x="45053" y="170783"/>
                  </a:lnTo>
                  <a:lnTo>
                    <a:pt x="42060" y="167939"/>
                  </a:lnTo>
                  <a:lnTo>
                    <a:pt x="39216" y="164946"/>
                  </a:lnTo>
                  <a:lnTo>
                    <a:pt x="36522" y="161952"/>
                  </a:lnTo>
                  <a:lnTo>
                    <a:pt x="33977" y="158809"/>
                  </a:lnTo>
                  <a:lnTo>
                    <a:pt x="31582" y="155366"/>
                  </a:lnTo>
                  <a:lnTo>
                    <a:pt x="29187" y="152073"/>
                  </a:lnTo>
                  <a:lnTo>
                    <a:pt x="27092" y="148481"/>
                  </a:lnTo>
                  <a:lnTo>
                    <a:pt x="25146" y="144889"/>
                  </a:lnTo>
                  <a:lnTo>
                    <a:pt x="23350" y="141147"/>
                  </a:lnTo>
                  <a:lnTo>
                    <a:pt x="21853" y="137255"/>
                  </a:lnTo>
                  <a:lnTo>
                    <a:pt x="20356" y="133364"/>
                  </a:lnTo>
                  <a:lnTo>
                    <a:pt x="19159" y="129322"/>
                  </a:lnTo>
                  <a:lnTo>
                    <a:pt x="18111" y="125281"/>
                  </a:lnTo>
                  <a:lnTo>
                    <a:pt x="17213" y="121090"/>
                  </a:lnTo>
                  <a:lnTo>
                    <a:pt x="16465" y="116899"/>
                  </a:lnTo>
                  <a:lnTo>
                    <a:pt x="16016" y="112558"/>
                  </a:lnTo>
                  <a:lnTo>
                    <a:pt x="15716" y="108218"/>
                  </a:lnTo>
                  <a:close/>
                  <a:moveTo>
                    <a:pt x="193684" y="107469"/>
                  </a:moveTo>
                  <a:lnTo>
                    <a:pt x="193534" y="111810"/>
                  </a:lnTo>
                  <a:lnTo>
                    <a:pt x="193085" y="116001"/>
                  </a:lnTo>
                  <a:lnTo>
                    <a:pt x="192337" y="120342"/>
                  </a:lnTo>
                  <a:lnTo>
                    <a:pt x="191588" y="124383"/>
                  </a:lnTo>
                  <a:lnTo>
                    <a:pt x="190541" y="128574"/>
                  </a:lnTo>
                  <a:lnTo>
                    <a:pt x="189343" y="132615"/>
                  </a:lnTo>
                  <a:lnTo>
                    <a:pt x="187846" y="136507"/>
                  </a:lnTo>
                  <a:lnTo>
                    <a:pt x="186350" y="140399"/>
                  </a:lnTo>
                  <a:lnTo>
                    <a:pt x="184553" y="144140"/>
                  </a:lnTo>
                  <a:lnTo>
                    <a:pt x="182608" y="147733"/>
                  </a:lnTo>
                  <a:lnTo>
                    <a:pt x="180512" y="151325"/>
                  </a:lnTo>
                  <a:lnTo>
                    <a:pt x="178267" y="154768"/>
                  </a:lnTo>
                  <a:lnTo>
                    <a:pt x="175872" y="158061"/>
                  </a:lnTo>
                  <a:lnTo>
                    <a:pt x="173477" y="161354"/>
                  </a:lnTo>
                  <a:lnTo>
                    <a:pt x="170783" y="164347"/>
                  </a:lnTo>
                  <a:lnTo>
                    <a:pt x="167939" y="167341"/>
                  </a:lnTo>
                  <a:lnTo>
                    <a:pt x="164946" y="170185"/>
                  </a:lnTo>
                  <a:lnTo>
                    <a:pt x="161952" y="172879"/>
                  </a:lnTo>
                  <a:lnTo>
                    <a:pt x="158659" y="175573"/>
                  </a:lnTo>
                  <a:lnTo>
                    <a:pt x="155366" y="177968"/>
                  </a:lnTo>
                  <a:lnTo>
                    <a:pt x="151924" y="180213"/>
                  </a:lnTo>
                  <a:lnTo>
                    <a:pt x="148481" y="182309"/>
                  </a:lnTo>
                  <a:lnTo>
                    <a:pt x="144739" y="184254"/>
                  </a:lnTo>
                  <a:lnTo>
                    <a:pt x="140997" y="186050"/>
                  </a:lnTo>
                  <a:lnTo>
                    <a:pt x="137255" y="187697"/>
                  </a:lnTo>
                  <a:lnTo>
                    <a:pt x="133214" y="189044"/>
                  </a:lnTo>
                  <a:lnTo>
                    <a:pt x="129322" y="190391"/>
                  </a:lnTo>
                  <a:lnTo>
                    <a:pt x="125131" y="191439"/>
                  </a:lnTo>
                  <a:lnTo>
                    <a:pt x="121090" y="192337"/>
                  </a:lnTo>
                  <a:lnTo>
                    <a:pt x="116899" y="192936"/>
                  </a:lnTo>
                  <a:lnTo>
                    <a:pt x="112558" y="193385"/>
                  </a:lnTo>
                  <a:lnTo>
                    <a:pt x="108217" y="193684"/>
                  </a:lnTo>
                  <a:lnTo>
                    <a:pt x="108816" y="189792"/>
                  </a:lnTo>
                  <a:lnTo>
                    <a:pt x="112109" y="189493"/>
                  </a:lnTo>
                  <a:lnTo>
                    <a:pt x="115552" y="189194"/>
                  </a:lnTo>
                  <a:lnTo>
                    <a:pt x="118845" y="188745"/>
                  </a:lnTo>
                  <a:lnTo>
                    <a:pt x="122138" y="187996"/>
                  </a:lnTo>
                  <a:lnTo>
                    <a:pt x="125430" y="187398"/>
                  </a:lnTo>
                  <a:lnTo>
                    <a:pt x="127077" y="186949"/>
                  </a:lnTo>
                  <a:lnTo>
                    <a:pt x="128424" y="186500"/>
                  </a:lnTo>
                  <a:lnTo>
                    <a:pt x="128873" y="186350"/>
                  </a:lnTo>
                  <a:lnTo>
                    <a:pt x="132615" y="185152"/>
                  </a:lnTo>
                  <a:lnTo>
                    <a:pt x="136357" y="183805"/>
                  </a:lnTo>
                  <a:lnTo>
                    <a:pt x="139949" y="182309"/>
                  </a:lnTo>
                  <a:lnTo>
                    <a:pt x="143392" y="180512"/>
                  </a:lnTo>
                  <a:lnTo>
                    <a:pt x="144290" y="180063"/>
                  </a:lnTo>
                  <a:lnTo>
                    <a:pt x="144889" y="179764"/>
                  </a:lnTo>
                  <a:lnTo>
                    <a:pt x="148182" y="177968"/>
                  </a:lnTo>
                  <a:lnTo>
                    <a:pt x="151025" y="176321"/>
                  </a:lnTo>
                  <a:lnTo>
                    <a:pt x="152223" y="175573"/>
                  </a:lnTo>
                  <a:lnTo>
                    <a:pt x="153420" y="174675"/>
                  </a:lnTo>
                  <a:lnTo>
                    <a:pt x="153869" y="174376"/>
                  </a:lnTo>
                  <a:lnTo>
                    <a:pt x="153720" y="174226"/>
                  </a:lnTo>
                  <a:lnTo>
                    <a:pt x="156863" y="171981"/>
                  </a:lnTo>
                  <a:lnTo>
                    <a:pt x="160006" y="169436"/>
                  </a:lnTo>
                  <a:lnTo>
                    <a:pt x="161952" y="167790"/>
                  </a:lnTo>
                  <a:lnTo>
                    <a:pt x="164047" y="165694"/>
                  </a:lnTo>
                  <a:lnTo>
                    <a:pt x="165993" y="163748"/>
                  </a:lnTo>
                  <a:lnTo>
                    <a:pt x="168089" y="161503"/>
                  </a:lnTo>
                  <a:lnTo>
                    <a:pt x="169885" y="159408"/>
                  </a:lnTo>
                  <a:lnTo>
                    <a:pt x="170633" y="158510"/>
                  </a:lnTo>
                  <a:lnTo>
                    <a:pt x="172579" y="156115"/>
                  </a:lnTo>
                  <a:lnTo>
                    <a:pt x="173777" y="154468"/>
                  </a:lnTo>
                  <a:lnTo>
                    <a:pt x="174226" y="153870"/>
                  </a:lnTo>
                  <a:lnTo>
                    <a:pt x="175872" y="151325"/>
                  </a:lnTo>
                  <a:lnTo>
                    <a:pt x="177519" y="148781"/>
                  </a:lnTo>
                  <a:lnTo>
                    <a:pt x="179015" y="146236"/>
                  </a:lnTo>
                  <a:lnTo>
                    <a:pt x="180362" y="143542"/>
                  </a:lnTo>
                  <a:lnTo>
                    <a:pt x="181710" y="140848"/>
                  </a:lnTo>
                  <a:lnTo>
                    <a:pt x="183057" y="138153"/>
                  </a:lnTo>
                  <a:lnTo>
                    <a:pt x="184104" y="135309"/>
                  </a:lnTo>
                  <a:lnTo>
                    <a:pt x="185152" y="132466"/>
                  </a:lnTo>
                  <a:lnTo>
                    <a:pt x="186200" y="129472"/>
                  </a:lnTo>
                  <a:lnTo>
                    <a:pt x="186948" y="126478"/>
                  </a:lnTo>
                  <a:lnTo>
                    <a:pt x="187697" y="123485"/>
                  </a:lnTo>
                  <a:lnTo>
                    <a:pt x="188295" y="120491"/>
                  </a:lnTo>
                  <a:lnTo>
                    <a:pt x="188894" y="117498"/>
                  </a:lnTo>
                  <a:lnTo>
                    <a:pt x="189343" y="114354"/>
                  </a:lnTo>
                  <a:lnTo>
                    <a:pt x="189642" y="111211"/>
                  </a:lnTo>
                  <a:lnTo>
                    <a:pt x="189792" y="108068"/>
                  </a:lnTo>
                  <a:lnTo>
                    <a:pt x="193684" y="107469"/>
                  </a:lnTo>
                  <a:close/>
                  <a:moveTo>
                    <a:pt x="104925" y="105972"/>
                  </a:moveTo>
                  <a:lnTo>
                    <a:pt x="105523" y="106571"/>
                  </a:lnTo>
                  <a:lnTo>
                    <a:pt x="107020" y="108068"/>
                  </a:lnTo>
                  <a:lnTo>
                    <a:pt x="107170" y="108218"/>
                  </a:lnTo>
                  <a:lnTo>
                    <a:pt x="108217" y="109265"/>
                  </a:lnTo>
                  <a:lnTo>
                    <a:pt x="108367" y="109415"/>
                  </a:lnTo>
                  <a:lnTo>
                    <a:pt x="104925" y="109415"/>
                  </a:lnTo>
                  <a:lnTo>
                    <a:pt x="104775" y="109565"/>
                  </a:lnTo>
                  <a:lnTo>
                    <a:pt x="103278" y="109565"/>
                  </a:lnTo>
                  <a:lnTo>
                    <a:pt x="102679" y="109714"/>
                  </a:lnTo>
                  <a:lnTo>
                    <a:pt x="102530" y="109714"/>
                  </a:lnTo>
                  <a:lnTo>
                    <a:pt x="102530" y="109864"/>
                  </a:lnTo>
                  <a:lnTo>
                    <a:pt x="102530" y="110014"/>
                  </a:lnTo>
                  <a:lnTo>
                    <a:pt x="102679" y="110014"/>
                  </a:lnTo>
                  <a:lnTo>
                    <a:pt x="103877" y="110163"/>
                  </a:lnTo>
                  <a:lnTo>
                    <a:pt x="104326" y="110163"/>
                  </a:lnTo>
                  <a:lnTo>
                    <a:pt x="105523" y="110313"/>
                  </a:lnTo>
                  <a:lnTo>
                    <a:pt x="109265" y="110313"/>
                  </a:lnTo>
                  <a:lnTo>
                    <a:pt x="110612" y="111511"/>
                  </a:lnTo>
                  <a:lnTo>
                    <a:pt x="110612" y="111660"/>
                  </a:lnTo>
                  <a:lnTo>
                    <a:pt x="111361" y="112259"/>
                  </a:lnTo>
                  <a:lnTo>
                    <a:pt x="111510" y="112409"/>
                  </a:lnTo>
                  <a:lnTo>
                    <a:pt x="111959" y="112858"/>
                  </a:lnTo>
                  <a:lnTo>
                    <a:pt x="109265" y="112708"/>
                  </a:lnTo>
                  <a:lnTo>
                    <a:pt x="106571" y="112558"/>
                  </a:lnTo>
                  <a:lnTo>
                    <a:pt x="106421" y="112558"/>
                  </a:lnTo>
                  <a:lnTo>
                    <a:pt x="105673" y="112708"/>
                  </a:lnTo>
                  <a:lnTo>
                    <a:pt x="104326" y="112708"/>
                  </a:lnTo>
                  <a:lnTo>
                    <a:pt x="103278" y="112858"/>
                  </a:lnTo>
                  <a:lnTo>
                    <a:pt x="102979" y="112858"/>
                  </a:lnTo>
                  <a:lnTo>
                    <a:pt x="101781" y="113007"/>
                  </a:lnTo>
                  <a:lnTo>
                    <a:pt x="101781" y="113157"/>
                  </a:lnTo>
                  <a:lnTo>
                    <a:pt x="103727" y="113456"/>
                  </a:lnTo>
                  <a:lnTo>
                    <a:pt x="104475" y="113456"/>
                  </a:lnTo>
                  <a:lnTo>
                    <a:pt x="105673" y="113606"/>
                  </a:lnTo>
                  <a:lnTo>
                    <a:pt x="109116" y="113456"/>
                  </a:lnTo>
                  <a:lnTo>
                    <a:pt x="112408" y="113307"/>
                  </a:lnTo>
                  <a:lnTo>
                    <a:pt x="115851" y="116600"/>
                  </a:lnTo>
                  <a:lnTo>
                    <a:pt x="116599" y="117198"/>
                  </a:lnTo>
                  <a:lnTo>
                    <a:pt x="117048" y="117647"/>
                  </a:lnTo>
                  <a:lnTo>
                    <a:pt x="116749" y="119444"/>
                  </a:lnTo>
                  <a:lnTo>
                    <a:pt x="116300" y="119294"/>
                  </a:lnTo>
                  <a:lnTo>
                    <a:pt x="115552" y="119294"/>
                  </a:lnTo>
                  <a:lnTo>
                    <a:pt x="113157" y="119144"/>
                  </a:lnTo>
                  <a:lnTo>
                    <a:pt x="110762" y="119144"/>
                  </a:lnTo>
                  <a:lnTo>
                    <a:pt x="105972" y="119294"/>
                  </a:lnTo>
                  <a:lnTo>
                    <a:pt x="103577" y="119294"/>
                  </a:lnTo>
                  <a:lnTo>
                    <a:pt x="103428" y="119444"/>
                  </a:lnTo>
                  <a:lnTo>
                    <a:pt x="103428" y="119593"/>
                  </a:lnTo>
                  <a:lnTo>
                    <a:pt x="103428" y="119743"/>
                  </a:lnTo>
                  <a:lnTo>
                    <a:pt x="104625" y="119743"/>
                  </a:lnTo>
                  <a:lnTo>
                    <a:pt x="105523" y="119893"/>
                  </a:lnTo>
                  <a:lnTo>
                    <a:pt x="106721" y="119893"/>
                  </a:lnTo>
                  <a:lnTo>
                    <a:pt x="111061" y="120042"/>
                  </a:lnTo>
                  <a:lnTo>
                    <a:pt x="113307" y="120042"/>
                  </a:lnTo>
                  <a:lnTo>
                    <a:pt x="115402" y="119893"/>
                  </a:lnTo>
                  <a:lnTo>
                    <a:pt x="116150" y="119743"/>
                  </a:lnTo>
                  <a:lnTo>
                    <a:pt x="116749" y="119743"/>
                  </a:lnTo>
                  <a:lnTo>
                    <a:pt x="115851" y="126628"/>
                  </a:lnTo>
                  <a:lnTo>
                    <a:pt x="115701" y="127227"/>
                  </a:lnTo>
                  <a:lnTo>
                    <a:pt x="115552" y="127975"/>
                  </a:lnTo>
                  <a:lnTo>
                    <a:pt x="112857" y="147733"/>
                  </a:lnTo>
                  <a:lnTo>
                    <a:pt x="112708" y="149230"/>
                  </a:lnTo>
                  <a:lnTo>
                    <a:pt x="111660" y="156414"/>
                  </a:lnTo>
                  <a:lnTo>
                    <a:pt x="111510" y="158210"/>
                  </a:lnTo>
                  <a:lnTo>
                    <a:pt x="109265" y="174376"/>
                  </a:lnTo>
                  <a:lnTo>
                    <a:pt x="109116" y="175423"/>
                  </a:lnTo>
                  <a:lnTo>
                    <a:pt x="107619" y="186350"/>
                  </a:lnTo>
                  <a:lnTo>
                    <a:pt x="107170" y="189792"/>
                  </a:lnTo>
                  <a:lnTo>
                    <a:pt x="106571" y="193834"/>
                  </a:lnTo>
                  <a:lnTo>
                    <a:pt x="106122" y="197127"/>
                  </a:lnTo>
                  <a:lnTo>
                    <a:pt x="105673" y="199971"/>
                  </a:lnTo>
                  <a:lnTo>
                    <a:pt x="105224" y="203713"/>
                  </a:lnTo>
                  <a:lnTo>
                    <a:pt x="104625" y="199971"/>
                  </a:lnTo>
                  <a:lnTo>
                    <a:pt x="104176" y="197127"/>
                  </a:lnTo>
                  <a:lnTo>
                    <a:pt x="103727" y="193834"/>
                  </a:lnTo>
                  <a:lnTo>
                    <a:pt x="103128" y="189792"/>
                  </a:lnTo>
                  <a:lnTo>
                    <a:pt x="102530" y="186350"/>
                  </a:lnTo>
                  <a:lnTo>
                    <a:pt x="100883" y="175423"/>
                  </a:lnTo>
                  <a:lnTo>
                    <a:pt x="100734" y="174525"/>
                  </a:lnTo>
                  <a:lnTo>
                    <a:pt x="98339" y="158210"/>
                  </a:lnTo>
                  <a:lnTo>
                    <a:pt x="98039" y="156414"/>
                  </a:lnTo>
                  <a:lnTo>
                    <a:pt x="96992" y="149379"/>
                  </a:lnTo>
                  <a:lnTo>
                    <a:pt x="96692" y="147733"/>
                  </a:lnTo>
                  <a:lnTo>
                    <a:pt x="93848" y="128724"/>
                  </a:lnTo>
                  <a:lnTo>
                    <a:pt x="93699" y="127975"/>
                  </a:lnTo>
                  <a:lnTo>
                    <a:pt x="93699" y="127376"/>
                  </a:lnTo>
                  <a:lnTo>
                    <a:pt x="93100" y="124084"/>
                  </a:lnTo>
                  <a:lnTo>
                    <a:pt x="93100" y="123485"/>
                  </a:lnTo>
                  <a:lnTo>
                    <a:pt x="92501" y="119743"/>
                  </a:lnTo>
                  <a:lnTo>
                    <a:pt x="92501" y="119444"/>
                  </a:lnTo>
                  <a:lnTo>
                    <a:pt x="92352" y="118845"/>
                  </a:lnTo>
                  <a:lnTo>
                    <a:pt x="92651" y="118845"/>
                  </a:lnTo>
                  <a:lnTo>
                    <a:pt x="92950" y="118545"/>
                  </a:lnTo>
                  <a:lnTo>
                    <a:pt x="93549" y="117797"/>
                  </a:lnTo>
                  <a:lnTo>
                    <a:pt x="93848" y="117498"/>
                  </a:lnTo>
                  <a:lnTo>
                    <a:pt x="95495" y="115702"/>
                  </a:lnTo>
                  <a:lnTo>
                    <a:pt x="95644" y="115702"/>
                  </a:lnTo>
                  <a:lnTo>
                    <a:pt x="97141" y="113905"/>
                  </a:lnTo>
                  <a:lnTo>
                    <a:pt x="97291" y="113905"/>
                  </a:lnTo>
                  <a:lnTo>
                    <a:pt x="98937" y="112109"/>
                  </a:lnTo>
                  <a:lnTo>
                    <a:pt x="99237" y="111660"/>
                  </a:lnTo>
                  <a:lnTo>
                    <a:pt x="99386" y="112409"/>
                  </a:lnTo>
                  <a:lnTo>
                    <a:pt x="99386" y="112558"/>
                  </a:lnTo>
                  <a:lnTo>
                    <a:pt x="99386" y="113606"/>
                  </a:lnTo>
                  <a:lnTo>
                    <a:pt x="99536" y="113756"/>
                  </a:lnTo>
                  <a:lnTo>
                    <a:pt x="99686" y="113606"/>
                  </a:lnTo>
                  <a:lnTo>
                    <a:pt x="99835" y="113007"/>
                  </a:lnTo>
                  <a:lnTo>
                    <a:pt x="99835" y="112858"/>
                  </a:lnTo>
                  <a:lnTo>
                    <a:pt x="99985" y="111062"/>
                  </a:lnTo>
                  <a:lnTo>
                    <a:pt x="100584" y="110313"/>
                  </a:lnTo>
                  <a:lnTo>
                    <a:pt x="100734" y="110163"/>
                  </a:lnTo>
                  <a:lnTo>
                    <a:pt x="102230" y="108517"/>
                  </a:lnTo>
                  <a:lnTo>
                    <a:pt x="102380" y="108367"/>
                  </a:lnTo>
                  <a:lnTo>
                    <a:pt x="104176" y="106421"/>
                  </a:lnTo>
                  <a:lnTo>
                    <a:pt x="104775" y="105972"/>
                  </a:lnTo>
                  <a:close/>
                  <a:moveTo>
                    <a:pt x="103428" y="0"/>
                  </a:moveTo>
                  <a:lnTo>
                    <a:pt x="101632" y="12423"/>
                  </a:lnTo>
                  <a:lnTo>
                    <a:pt x="97141" y="12573"/>
                  </a:lnTo>
                  <a:lnTo>
                    <a:pt x="92651" y="13172"/>
                  </a:lnTo>
                  <a:lnTo>
                    <a:pt x="88161" y="13770"/>
                  </a:lnTo>
                  <a:lnTo>
                    <a:pt x="83820" y="14669"/>
                  </a:lnTo>
                  <a:lnTo>
                    <a:pt x="79629" y="15866"/>
                  </a:lnTo>
                  <a:lnTo>
                    <a:pt x="75288" y="17063"/>
                  </a:lnTo>
                  <a:lnTo>
                    <a:pt x="71247" y="18560"/>
                  </a:lnTo>
                  <a:lnTo>
                    <a:pt x="67206" y="20207"/>
                  </a:lnTo>
                  <a:lnTo>
                    <a:pt x="63314" y="22152"/>
                  </a:lnTo>
                  <a:lnTo>
                    <a:pt x="59572" y="24098"/>
                  </a:lnTo>
                  <a:lnTo>
                    <a:pt x="55830" y="26343"/>
                  </a:lnTo>
                  <a:lnTo>
                    <a:pt x="52238" y="28738"/>
                  </a:lnTo>
                  <a:lnTo>
                    <a:pt x="48795" y="31283"/>
                  </a:lnTo>
                  <a:lnTo>
                    <a:pt x="45353" y="33977"/>
                  </a:lnTo>
                  <a:lnTo>
                    <a:pt x="42209" y="36821"/>
                  </a:lnTo>
                  <a:lnTo>
                    <a:pt x="39066" y="39665"/>
                  </a:lnTo>
                  <a:lnTo>
                    <a:pt x="36072" y="42808"/>
                  </a:lnTo>
                  <a:lnTo>
                    <a:pt x="33378" y="46101"/>
                  </a:lnTo>
                  <a:lnTo>
                    <a:pt x="30684" y="49394"/>
                  </a:lnTo>
                  <a:lnTo>
                    <a:pt x="28140" y="52986"/>
                  </a:lnTo>
                  <a:lnTo>
                    <a:pt x="25894" y="56579"/>
                  </a:lnTo>
                  <a:lnTo>
                    <a:pt x="23649" y="60320"/>
                  </a:lnTo>
                  <a:lnTo>
                    <a:pt x="21703" y="64212"/>
                  </a:lnTo>
                  <a:lnTo>
                    <a:pt x="19907" y="68104"/>
                  </a:lnTo>
                  <a:lnTo>
                    <a:pt x="18261" y="72145"/>
                  </a:lnTo>
                  <a:lnTo>
                    <a:pt x="16764" y="76186"/>
                  </a:lnTo>
                  <a:lnTo>
                    <a:pt x="15567" y="80527"/>
                  </a:lnTo>
                  <a:lnTo>
                    <a:pt x="14519" y="84718"/>
                  </a:lnTo>
                  <a:lnTo>
                    <a:pt x="13621" y="89059"/>
                  </a:lnTo>
                  <a:lnTo>
                    <a:pt x="12872" y="93549"/>
                  </a:lnTo>
                  <a:lnTo>
                    <a:pt x="12573" y="98039"/>
                  </a:lnTo>
                  <a:lnTo>
                    <a:pt x="12274" y="102680"/>
                  </a:lnTo>
                  <a:lnTo>
                    <a:pt x="0" y="104476"/>
                  </a:lnTo>
                  <a:lnTo>
                    <a:pt x="0" y="106122"/>
                  </a:lnTo>
                  <a:lnTo>
                    <a:pt x="12274" y="107769"/>
                  </a:lnTo>
                  <a:lnTo>
                    <a:pt x="12573" y="112409"/>
                  </a:lnTo>
                  <a:lnTo>
                    <a:pt x="13022" y="116899"/>
                  </a:lnTo>
                  <a:lnTo>
                    <a:pt x="13770" y="121240"/>
                  </a:lnTo>
                  <a:lnTo>
                    <a:pt x="14668" y="125580"/>
                  </a:lnTo>
                  <a:lnTo>
                    <a:pt x="15716" y="129921"/>
                  </a:lnTo>
                  <a:lnTo>
                    <a:pt x="17063" y="134112"/>
                  </a:lnTo>
                  <a:lnTo>
                    <a:pt x="18560" y="138153"/>
                  </a:lnTo>
                  <a:lnTo>
                    <a:pt x="20207" y="142195"/>
                  </a:lnTo>
                  <a:lnTo>
                    <a:pt x="22003" y="146086"/>
                  </a:lnTo>
                  <a:lnTo>
                    <a:pt x="24098" y="149978"/>
                  </a:lnTo>
                  <a:lnTo>
                    <a:pt x="26343" y="153720"/>
                  </a:lnTo>
                  <a:lnTo>
                    <a:pt x="28589" y="157312"/>
                  </a:lnTo>
                  <a:lnTo>
                    <a:pt x="31133" y="160755"/>
                  </a:lnTo>
                  <a:lnTo>
                    <a:pt x="33827" y="164048"/>
                  </a:lnTo>
                  <a:lnTo>
                    <a:pt x="36671" y="167341"/>
                  </a:lnTo>
                  <a:lnTo>
                    <a:pt x="39665" y="170334"/>
                  </a:lnTo>
                  <a:lnTo>
                    <a:pt x="42808" y="173328"/>
                  </a:lnTo>
                  <a:lnTo>
                    <a:pt x="46101" y="176172"/>
                  </a:lnTo>
                  <a:lnTo>
                    <a:pt x="49394" y="178716"/>
                  </a:lnTo>
                  <a:lnTo>
                    <a:pt x="52836" y="181261"/>
                  </a:lnTo>
                  <a:lnTo>
                    <a:pt x="56578" y="183656"/>
                  </a:lnTo>
                  <a:lnTo>
                    <a:pt x="60320" y="185751"/>
                  </a:lnTo>
                  <a:lnTo>
                    <a:pt x="64062" y="187847"/>
                  </a:lnTo>
                  <a:lnTo>
                    <a:pt x="68104" y="189643"/>
                  </a:lnTo>
                  <a:lnTo>
                    <a:pt x="71995" y="191289"/>
                  </a:lnTo>
                  <a:lnTo>
                    <a:pt x="76186" y="192636"/>
                  </a:lnTo>
                  <a:lnTo>
                    <a:pt x="80377" y="193983"/>
                  </a:lnTo>
                  <a:lnTo>
                    <a:pt x="84718" y="195031"/>
                  </a:lnTo>
                  <a:lnTo>
                    <a:pt x="89059" y="195929"/>
                  </a:lnTo>
                  <a:lnTo>
                    <a:pt x="93549" y="196528"/>
                  </a:lnTo>
                  <a:lnTo>
                    <a:pt x="98039" y="196977"/>
                  </a:lnTo>
                  <a:lnTo>
                    <a:pt x="102530" y="197127"/>
                  </a:lnTo>
                  <a:lnTo>
                    <a:pt x="104475" y="209550"/>
                  </a:lnTo>
                  <a:lnTo>
                    <a:pt x="105972" y="209550"/>
                  </a:lnTo>
                  <a:lnTo>
                    <a:pt x="107768" y="197127"/>
                  </a:lnTo>
                  <a:lnTo>
                    <a:pt x="112259" y="196827"/>
                  </a:lnTo>
                  <a:lnTo>
                    <a:pt x="116749" y="196378"/>
                  </a:lnTo>
                  <a:lnTo>
                    <a:pt x="121239" y="195630"/>
                  </a:lnTo>
                  <a:lnTo>
                    <a:pt x="125580" y="194732"/>
                  </a:lnTo>
                  <a:lnTo>
                    <a:pt x="129771" y="193684"/>
                  </a:lnTo>
                  <a:lnTo>
                    <a:pt x="133962" y="192337"/>
                  </a:lnTo>
                  <a:lnTo>
                    <a:pt x="138153" y="190990"/>
                  </a:lnTo>
                  <a:lnTo>
                    <a:pt x="142194" y="189194"/>
                  </a:lnTo>
                  <a:lnTo>
                    <a:pt x="146086" y="187398"/>
                  </a:lnTo>
                  <a:lnTo>
                    <a:pt x="149828" y="185302"/>
                  </a:lnTo>
                  <a:lnTo>
                    <a:pt x="153570" y="183207"/>
                  </a:lnTo>
                  <a:lnTo>
                    <a:pt x="157162" y="180812"/>
                  </a:lnTo>
                  <a:lnTo>
                    <a:pt x="160605" y="178267"/>
                  </a:lnTo>
                  <a:lnTo>
                    <a:pt x="164047" y="175573"/>
                  </a:lnTo>
                  <a:lnTo>
                    <a:pt x="167191" y="172729"/>
                  </a:lnTo>
                  <a:lnTo>
                    <a:pt x="170334" y="169736"/>
                  </a:lnTo>
                  <a:lnTo>
                    <a:pt x="173328" y="166592"/>
                  </a:lnTo>
                  <a:lnTo>
                    <a:pt x="176022" y="163449"/>
                  </a:lnTo>
                  <a:lnTo>
                    <a:pt x="178716" y="160006"/>
                  </a:lnTo>
                  <a:lnTo>
                    <a:pt x="181260" y="156564"/>
                  </a:lnTo>
                  <a:lnTo>
                    <a:pt x="183506" y="152972"/>
                  </a:lnTo>
                  <a:lnTo>
                    <a:pt x="185751" y="149230"/>
                  </a:lnTo>
                  <a:lnTo>
                    <a:pt x="187697" y="145338"/>
                  </a:lnTo>
                  <a:lnTo>
                    <a:pt x="189493" y="141446"/>
                  </a:lnTo>
                  <a:lnTo>
                    <a:pt x="191139" y="137405"/>
                  </a:lnTo>
                  <a:lnTo>
                    <a:pt x="192636" y="133214"/>
                  </a:lnTo>
                  <a:lnTo>
                    <a:pt x="193833" y="129023"/>
                  </a:lnTo>
                  <a:lnTo>
                    <a:pt x="194881" y="124682"/>
                  </a:lnTo>
                  <a:lnTo>
                    <a:pt x="195779" y="120342"/>
                  </a:lnTo>
                  <a:lnTo>
                    <a:pt x="196378" y="116001"/>
                  </a:lnTo>
                  <a:lnTo>
                    <a:pt x="196827" y="111511"/>
                  </a:lnTo>
                  <a:lnTo>
                    <a:pt x="197126" y="106871"/>
                  </a:lnTo>
                  <a:lnTo>
                    <a:pt x="209400" y="105074"/>
                  </a:lnTo>
                  <a:lnTo>
                    <a:pt x="209400" y="103428"/>
                  </a:lnTo>
                  <a:lnTo>
                    <a:pt x="197126" y="101781"/>
                  </a:lnTo>
                  <a:lnTo>
                    <a:pt x="196827" y="97141"/>
                  </a:lnTo>
                  <a:lnTo>
                    <a:pt x="196378" y="92651"/>
                  </a:lnTo>
                  <a:lnTo>
                    <a:pt x="195630" y="88310"/>
                  </a:lnTo>
                  <a:lnTo>
                    <a:pt x="194732" y="83820"/>
                  </a:lnTo>
                  <a:lnTo>
                    <a:pt x="193684" y="79629"/>
                  </a:lnTo>
                  <a:lnTo>
                    <a:pt x="192337" y="75438"/>
                  </a:lnTo>
                  <a:lnTo>
                    <a:pt x="190840" y="71247"/>
                  </a:lnTo>
                  <a:lnTo>
                    <a:pt x="189193" y="67355"/>
                  </a:lnTo>
                  <a:lnTo>
                    <a:pt x="187397" y="63314"/>
                  </a:lnTo>
                  <a:lnTo>
                    <a:pt x="185302" y="59572"/>
                  </a:lnTo>
                  <a:lnTo>
                    <a:pt x="183057" y="55830"/>
                  </a:lnTo>
                  <a:lnTo>
                    <a:pt x="180662" y="52238"/>
                  </a:lnTo>
                  <a:lnTo>
                    <a:pt x="178267" y="48795"/>
                  </a:lnTo>
                  <a:lnTo>
                    <a:pt x="175573" y="45502"/>
                  </a:lnTo>
                  <a:lnTo>
                    <a:pt x="172729" y="42209"/>
                  </a:lnTo>
                  <a:lnTo>
                    <a:pt x="169735" y="39066"/>
                  </a:lnTo>
                  <a:lnTo>
                    <a:pt x="166592" y="36222"/>
                  </a:lnTo>
                  <a:lnTo>
                    <a:pt x="163299" y="33378"/>
                  </a:lnTo>
                  <a:lnTo>
                    <a:pt x="160006" y="30684"/>
                  </a:lnTo>
                  <a:lnTo>
                    <a:pt x="156414" y="28289"/>
                  </a:lnTo>
                  <a:lnTo>
                    <a:pt x="152822" y="25894"/>
                  </a:lnTo>
                  <a:lnTo>
                    <a:pt x="149080" y="23799"/>
                  </a:lnTo>
                  <a:lnTo>
                    <a:pt x="145338" y="21703"/>
                  </a:lnTo>
                  <a:lnTo>
                    <a:pt x="141296" y="19907"/>
                  </a:lnTo>
                  <a:lnTo>
                    <a:pt x="137405" y="18261"/>
                  </a:lnTo>
                  <a:lnTo>
                    <a:pt x="133214" y="16764"/>
                  </a:lnTo>
                  <a:lnTo>
                    <a:pt x="129023" y="15567"/>
                  </a:lnTo>
                  <a:lnTo>
                    <a:pt x="124682" y="14519"/>
                  </a:lnTo>
                  <a:lnTo>
                    <a:pt x="120341" y="13621"/>
                  </a:lnTo>
                  <a:lnTo>
                    <a:pt x="115851" y="13022"/>
                  </a:lnTo>
                  <a:lnTo>
                    <a:pt x="111361" y="12573"/>
                  </a:lnTo>
                  <a:lnTo>
                    <a:pt x="106870" y="12423"/>
                  </a:lnTo>
                  <a:lnTo>
                    <a:pt x="10492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48" name="Google Shape;2548;p60"/>
            <p:cNvSpPr/>
            <p:nvPr/>
          </p:nvSpPr>
          <p:spPr>
            <a:xfrm>
              <a:off x="4088775" y="2591800"/>
              <a:ext cx="18725" cy="291900"/>
            </a:xfrm>
            <a:custGeom>
              <a:rect b="b" l="l" r="r" t="t"/>
              <a:pathLst>
                <a:path extrusionOk="0" h="11676" w="749">
                  <a:moveTo>
                    <a:pt x="299" y="1"/>
                  </a:moveTo>
                  <a:lnTo>
                    <a:pt x="299" y="151"/>
                  </a:lnTo>
                  <a:lnTo>
                    <a:pt x="0" y="4791"/>
                  </a:lnTo>
                  <a:lnTo>
                    <a:pt x="150" y="9281"/>
                  </a:lnTo>
                  <a:lnTo>
                    <a:pt x="150" y="9730"/>
                  </a:lnTo>
                  <a:lnTo>
                    <a:pt x="150" y="9880"/>
                  </a:lnTo>
                  <a:lnTo>
                    <a:pt x="150" y="10329"/>
                  </a:lnTo>
                  <a:lnTo>
                    <a:pt x="150" y="10628"/>
                  </a:lnTo>
                  <a:lnTo>
                    <a:pt x="150" y="11077"/>
                  </a:lnTo>
                  <a:lnTo>
                    <a:pt x="299" y="11526"/>
                  </a:lnTo>
                  <a:lnTo>
                    <a:pt x="299" y="11676"/>
                  </a:lnTo>
                  <a:lnTo>
                    <a:pt x="599" y="11676"/>
                  </a:lnTo>
                  <a:lnTo>
                    <a:pt x="599" y="11526"/>
                  </a:lnTo>
                  <a:lnTo>
                    <a:pt x="599" y="10927"/>
                  </a:lnTo>
                  <a:lnTo>
                    <a:pt x="599" y="10628"/>
                  </a:lnTo>
                  <a:lnTo>
                    <a:pt x="748" y="10329"/>
                  </a:lnTo>
                  <a:lnTo>
                    <a:pt x="748" y="9880"/>
                  </a:lnTo>
                  <a:lnTo>
                    <a:pt x="748" y="9730"/>
                  </a:lnTo>
                  <a:lnTo>
                    <a:pt x="748" y="9281"/>
                  </a:lnTo>
                  <a:lnTo>
                    <a:pt x="748" y="4791"/>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49" name="Google Shape;2549;p60"/>
            <p:cNvSpPr/>
            <p:nvPr/>
          </p:nvSpPr>
          <p:spPr>
            <a:xfrm>
              <a:off x="4253400" y="2584325"/>
              <a:ext cx="15000" cy="276925"/>
            </a:xfrm>
            <a:custGeom>
              <a:rect b="b" l="l" r="r" t="t"/>
              <a:pathLst>
                <a:path extrusionOk="0" h="11077" w="600">
                  <a:moveTo>
                    <a:pt x="151" y="0"/>
                  </a:moveTo>
                  <a:lnTo>
                    <a:pt x="1" y="2096"/>
                  </a:lnTo>
                  <a:lnTo>
                    <a:pt x="1" y="4341"/>
                  </a:lnTo>
                  <a:lnTo>
                    <a:pt x="1" y="5389"/>
                  </a:lnTo>
                  <a:lnTo>
                    <a:pt x="1" y="6287"/>
                  </a:lnTo>
                  <a:lnTo>
                    <a:pt x="151" y="10927"/>
                  </a:lnTo>
                  <a:lnTo>
                    <a:pt x="151" y="11077"/>
                  </a:lnTo>
                  <a:lnTo>
                    <a:pt x="450" y="11077"/>
                  </a:lnTo>
                  <a:lnTo>
                    <a:pt x="450" y="10927"/>
                  </a:lnTo>
                  <a:lnTo>
                    <a:pt x="600" y="5389"/>
                  </a:lnTo>
                  <a:lnTo>
                    <a:pt x="600" y="4341"/>
                  </a:lnTo>
                  <a:lnTo>
                    <a:pt x="600" y="3293"/>
                  </a:lnTo>
                  <a:lnTo>
                    <a:pt x="600" y="1647"/>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0" name="Google Shape;2550;p60"/>
            <p:cNvSpPr/>
            <p:nvPr/>
          </p:nvSpPr>
          <p:spPr>
            <a:xfrm>
              <a:off x="4328250" y="2595550"/>
              <a:ext cx="26225" cy="273200"/>
            </a:xfrm>
            <a:custGeom>
              <a:rect b="b" l="l" r="r" t="t"/>
              <a:pathLst>
                <a:path extrusionOk="0" h="10928" w="1049">
                  <a:moveTo>
                    <a:pt x="449" y="1"/>
                  </a:moveTo>
                  <a:lnTo>
                    <a:pt x="449" y="150"/>
                  </a:lnTo>
                  <a:lnTo>
                    <a:pt x="300" y="1348"/>
                  </a:lnTo>
                  <a:lnTo>
                    <a:pt x="0" y="3742"/>
                  </a:lnTo>
                  <a:lnTo>
                    <a:pt x="0" y="6137"/>
                  </a:lnTo>
                  <a:lnTo>
                    <a:pt x="150" y="8532"/>
                  </a:lnTo>
                  <a:lnTo>
                    <a:pt x="449" y="10777"/>
                  </a:lnTo>
                  <a:lnTo>
                    <a:pt x="599" y="10927"/>
                  </a:lnTo>
                  <a:lnTo>
                    <a:pt x="599" y="10777"/>
                  </a:lnTo>
                  <a:lnTo>
                    <a:pt x="899" y="8383"/>
                  </a:lnTo>
                  <a:lnTo>
                    <a:pt x="1048" y="5838"/>
                  </a:lnTo>
                  <a:lnTo>
                    <a:pt x="1048" y="3144"/>
                  </a:lnTo>
                  <a:lnTo>
                    <a:pt x="749" y="749"/>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1" name="Google Shape;2551;p60"/>
            <p:cNvSpPr/>
            <p:nvPr/>
          </p:nvSpPr>
          <p:spPr>
            <a:xfrm>
              <a:off x="4410575" y="2599300"/>
              <a:ext cx="22475" cy="258200"/>
            </a:xfrm>
            <a:custGeom>
              <a:rect b="b" l="l" r="r" t="t"/>
              <a:pathLst>
                <a:path extrusionOk="0" h="10328" w="899">
                  <a:moveTo>
                    <a:pt x="300" y="0"/>
                  </a:moveTo>
                  <a:lnTo>
                    <a:pt x="300" y="150"/>
                  </a:lnTo>
                  <a:lnTo>
                    <a:pt x="150" y="2844"/>
                  </a:lnTo>
                  <a:lnTo>
                    <a:pt x="0" y="5538"/>
                  </a:lnTo>
                  <a:lnTo>
                    <a:pt x="0" y="7933"/>
                  </a:lnTo>
                  <a:lnTo>
                    <a:pt x="150" y="9131"/>
                  </a:lnTo>
                  <a:lnTo>
                    <a:pt x="449" y="10328"/>
                  </a:lnTo>
                  <a:lnTo>
                    <a:pt x="599" y="10328"/>
                  </a:lnTo>
                  <a:lnTo>
                    <a:pt x="749" y="9131"/>
                  </a:lnTo>
                  <a:lnTo>
                    <a:pt x="898" y="7933"/>
                  </a:lnTo>
                  <a:lnTo>
                    <a:pt x="898" y="5538"/>
                  </a:lnTo>
                  <a:lnTo>
                    <a:pt x="898" y="2844"/>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2" name="Google Shape;2552;p60"/>
            <p:cNvSpPr/>
            <p:nvPr/>
          </p:nvSpPr>
          <p:spPr>
            <a:xfrm>
              <a:off x="4489150" y="2614250"/>
              <a:ext cx="29975" cy="243250"/>
            </a:xfrm>
            <a:custGeom>
              <a:rect b="b" l="l" r="r" t="t"/>
              <a:pathLst>
                <a:path extrusionOk="0" h="9730" w="1199">
                  <a:moveTo>
                    <a:pt x="450" y="1"/>
                  </a:moveTo>
                  <a:lnTo>
                    <a:pt x="300" y="2396"/>
                  </a:lnTo>
                  <a:lnTo>
                    <a:pt x="1" y="4940"/>
                  </a:lnTo>
                  <a:lnTo>
                    <a:pt x="1" y="7335"/>
                  </a:lnTo>
                  <a:lnTo>
                    <a:pt x="150" y="8533"/>
                  </a:lnTo>
                  <a:lnTo>
                    <a:pt x="450" y="9580"/>
                  </a:lnTo>
                  <a:lnTo>
                    <a:pt x="599" y="9730"/>
                  </a:lnTo>
                  <a:lnTo>
                    <a:pt x="749" y="9580"/>
                  </a:lnTo>
                  <a:lnTo>
                    <a:pt x="899" y="8533"/>
                  </a:lnTo>
                  <a:lnTo>
                    <a:pt x="1048" y="7335"/>
                  </a:lnTo>
                  <a:lnTo>
                    <a:pt x="1198" y="4940"/>
                  </a:lnTo>
                  <a:lnTo>
                    <a:pt x="899" y="2396"/>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3" name="Google Shape;2553;p60"/>
            <p:cNvSpPr/>
            <p:nvPr/>
          </p:nvSpPr>
          <p:spPr>
            <a:xfrm>
              <a:off x="4571475" y="2621750"/>
              <a:ext cx="22475" cy="243250"/>
            </a:xfrm>
            <a:custGeom>
              <a:rect b="b" l="l" r="r" t="t"/>
              <a:pathLst>
                <a:path extrusionOk="0" h="9730" w="899">
                  <a:moveTo>
                    <a:pt x="450" y="0"/>
                  </a:moveTo>
                  <a:lnTo>
                    <a:pt x="300" y="150"/>
                  </a:lnTo>
                  <a:lnTo>
                    <a:pt x="300" y="300"/>
                  </a:lnTo>
                  <a:lnTo>
                    <a:pt x="150" y="2694"/>
                  </a:lnTo>
                  <a:lnTo>
                    <a:pt x="150" y="5239"/>
                  </a:lnTo>
                  <a:lnTo>
                    <a:pt x="1" y="7484"/>
                  </a:lnTo>
                  <a:lnTo>
                    <a:pt x="150" y="8532"/>
                  </a:lnTo>
                  <a:lnTo>
                    <a:pt x="300" y="9580"/>
                  </a:lnTo>
                  <a:lnTo>
                    <a:pt x="450" y="9729"/>
                  </a:lnTo>
                  <a:lnTo>
                    <a:pt x="599" y="9580"/>
                  </a:lnTo>
                  <a:lnTo>
                    <a:pt x="899" y="8532"/>
                  </a:lnTo>
                  <a:lnTo>
                    <a:pt x="899" y="7484"/>
                  </a:lnTo>
                  <a:lnTo>
                    <a:pt x="899" y="5239"/>
                  </a:lnTo>
                  <a:lnTo>
                    <a:pt x="899" y="2694"/>
                  </a:lnTo>
                  <a:lnTo>
                    <a:pt x="599" y="300"/>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4" name="Google Shape;2554;p60"/>
            <p:cNvSpPr/>
            <p:nvPr/>
          </p:nvSpPr>
          <p:spPr>
            <a:xfrm>
              <a:off x="4653800" y="2636700"/>
              <a:ext cx="22475" cy="232050"/>
            </a:xfrm>
            <a:custGeom>
              <a:rect b="b" l="l" r="r" t="t"/>
              <a:pathLst>
                <a:path extrusionOk="0" h="9282" w="899">
                  <a:moveTo>
                    <a:pt x="150" y="1"/>
                  </a:moveTo>
                  <a:lnTo>
                    <a:pt x="0" y="2246"/>
                  </a:lnTo>
                  <a:lnTo>
                    <a:pt x="0" y="4641"/>
                  </a:lnTo>
                  <a:lnTo>
                    <a:pt x="150" y="9131"/>
                  </a:lnTo>
                  <a:lnTo>
                    <a:pt x="300" y="9281"/>
                  </a:lnTo>
                  <a:lnTo>
                    <a:pt x="599" y="9281"/>
                  </a:lnTo>
                  <a:lnTo>
                    <a:pt x="599" y="9131"/>
                  </a:lnTo>
                  <a:lnTo>
                    <a:pt x="899" y="4641"/>
                  </a:lnTo>
                  <a:lnTo>
                    <a:pt x="749" y="2246"/>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5" name="Google Shape;2555;p60"/>
            <p:cNvSpPr/>
            <p:nvPr/>
          </p:nvSpPr>
          <p:spPr>
            <a:xfrm>
              <a:off x="4736125" y="2640450"/>
              <a:ext cx="22475" cy="235775"/>
            </a:xfrm>
            <a:custGeom>
              <a:rect b="b" l="l" r="r" t="t"/>
              <a:pathLst>
                <a:path extrusionOk="0" h="9431" w="899">
                  <a:moveTo>
                    <a:pt x="449" y="1"/>
                  </a:moveTo>
                  <a:lnTo>
                    <a:pt x="300" y="150"/>
                  </a:lnTo>
                  <a:lnTo>
                    <a:pt x="150" y="1198"/>
                  </a:lnTo>
                  <a:lnTo>
                    <a:pt x="0" y="2246"/>
                  </a:lnTo>
                  <a:lnTo>
                    <a:pt x="0" y="4491"/>
                  </a:lnTo>
                  <a:lnTo>
                    <a:pt x="0" y="6886"/>
                  </a:lnTo>
                  <a:lnTo>
                    <a:pt x="150" y="9281"/>
                  </a:lnTo>
                  <a:lnTo>
                    <a:pt x="150" y="9430"/>
                  </a:lnTo>
                  <a:lnTo>
                    <a:pt x="449" y="9430"/>
                  </a:lnTo>
                  <a:lnTo>
                    <a:pt x="599" y="9281"/>
                  </a:lnTo>
                  <a:lnTo>
                    <a:pt x="749" y="6886"/>
                  </a:lnTo>
                  <a:lnTo>
                    <a:pt x="898" y="4491"/>
                  </a:lnTo>
                  <a:lnTo>
                    <a:pt x="898" y="2246"/>
                  </a:lnTo>
                  <a:lnTo>
                    <a:pt x="898" y="119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6" name="Google Shape;2556;p60"/>
            <p:cNvSpPr/>
            <p:nvPr/>
          </p:nvSpPr>
          <p:spPr>
            <a:xfrm>
              <a:off x="4814700" y="2659175"/>
              <a:ext cx="22475" cy="205825"/>
            </a:xfrm>
            <a:custGeom>
              <a:rect b="b" l="l" r="r" t="t"/>
              <a:pathLst>
                <a:path extrusionOk="0" h="8233" w="899">
                  <a:moveTo>
                    <a:pt x="599" y="0"/>
                  </a:moveTo>
                  <a:lnTo>
                    <a:pt x="450" y="150"/>
                  </a:lnTo>
                  <a:lnTo>
                    <a:pt x="1" y="4041"/>
                  </a:lnTo>
                  <a:lnTo>
                    <a:pt x="1" y="5987"/>
                  </a:lnTo>
                  <a:lnTo>
                    <a:pt x="150" y="7933"/>
                  </a:lnTo>
                  <a:lnTo>
                    <a:pt x="300" y="8083"/>
                  </a:lnTo>
                  <a:lnTo>
                    <a:pt x="450" y="8232"/>
                  </a:lnTo>
                  <a:lnTo>
                    <a:pt x="599" y="8083"/>
                  </a:lnTo>
                  <a:lnTo>
                    <a:pt x="749" y="7933"/>
                  </a:lnTo>
                  <a:lnTo>
                    <a:pt x="899" y="5987"/>
                  </a:lnTo>
                  <a:lnTo>
                    <a:pt x="899" y="4041"/>
                  </a:lnTo>
                  <a:lnTo>
                    <a:pt x="899" y="2096"/>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7" name="Google Shape;2557;p60"/>
            <p:cNvSpPr/>
            <p:nvPr/>
          </p:nvSpPr>
          <p:spPr>
            <a:xfrm>
              <a:off x="4893275" y="2670400"/>
              <a:ext cx="29975" cy="243250"/>
            </a:xfrm>
            <a:custGeom>
              <a:rect b="b" l="l" r="r" t="t"/>
              <a:pathLst>
                <a:path extrusionOk="0" h="9730" w="1199">
                  <a:moveTo>
                    <a:pt x="600" y="0"/>
                  </a:moveTo>
                  <a:lnTo>
                    <a:pt x="450" y="150"/>
                  </a:lnTo>
                  <a:lnTo>
                    <a:pt x="151" y="2245"/>
                  </a:lnTo>
                  <a:lnTo>
                    <a:pt x="1" y="4041"/>
                  </a:lnTo>
                  <a:lnTo>
                    <a:pt x="1" y="5987"/>
                  </a:lnTo>
                  <a:lnTo>
                    <a:pt x="151" y="7783"/>
                  </a:lnTo>
                  <a:lnTo>
                    <a:pt x="300" y="9580"/>
                  </a:lnTo>
                  <a:lnTo>
                    <a:pt x="450" y="9729"/>
                  </a:lnTo>
                  <a:lnTo>
                    <a:pt x="600" y="9729"/>
                  </a:lnTo>
                  <a:lnTo>
                    <a:pt x="749" y="9580"/>
                  </a:lnTo>
                  <a:lnTo>
                    <a:pt x="1049" y="7334"/>
                  </a:lnTo>
                  <a:lnTo>
                    <a:pt x="1198" y="4939"/>
                  </a:lnTo>
                  <a:lnTo>
                    <a:pt x="1049" y="2395"/>
                  </a:lnTo>
                  <a:lnTo>
                    <a:pt x="749" y="150"/>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8" name="Google Shape;2558;p60"/>
            <p:cNvSpPr/>
            <p:nvPr/>
          </p:nvSpPr>
          <p:spPr>
            <a:xfrm>
              <a:off x="4975600" y="2681625"/>
              <a:ext cx="22475" cy="194600"/>
            </a:xfrm>
            <a:custGeom>
              <a:rect b="b" l="l" r="r" t="t"/>
              <a:pathLst>
                <a:path extrusionOk="0" h="7784" w="899">
                  <a:moveTo>
                    <a:pt x="300" y="0"/>
                  </a:moveTo>
                  <a:lnTo>
                    <a:pt x="150" y="1946"/>
                  </a:lnTo>
                  <a:lnTo>
                    <a:pt x="1" y="3742"/>
                  </a:lnTo>
                  <a:lnTo>
                    <a:pt x="1" y="5688"/>
                  </a:lnTo>
                  <a:lnTo>
                    <a:pt x="300" y="7484"/>
                  </a:lnTo>
                  <a:lnTo>
                    <a:pt x="300" y="7783"/>
                  </a:lnTo>
                  <a:lnTo>
                    <a:pt x="600" y="7783"/>
                  </a:lnTo>
                  <a:lnTo>
                    <a:pt x="749" y="7484"/>
                  </a:lnTo>
                  <a:lnTo>
                    <a:pt x="899" y="5688"/>
                  </a:lnTo>
                  <a:lnTo>
                    <a:pt x="899" y="3742"/>
                  </a:lnTo>
                  <a:lnTo>
                    <a:pt x="899" y="1946"/>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9" name="Google Shape;2559;p60"/>
            <p:cNvSpPr/>
            <p:nvPr/>
          </p:nvSpPr>
          <p:spPr>
            <a:xfrm>
              <a:off x="5136500" y="2700325"/>
              <a:ext cx="22500" cy="164675"/>
            </a:xfrm>
            <a:custGeom>
              <a:rect b="b" l="l" r="r" t="t"/>
              <a:pathLst>
                <a:path extrusionOk="0" h="6587" w="900">
                  <a:moveTo>
                    <a:pt x="300" y="1"/>
                  </a:moveTo>
                  <a:lnTo>
                    <a:pt x="151" y="150"/>
                  </a:lnTo>
                  <a:lnTo>
                    <a:pt x="1" y="1647"/>
                  </a:lnTo>
                  <a:lnTo>
                    <a:pt x="1" y="3293"/>
                  </a:lnTo>
                  <a:lnTo>
                    <a:pt x="1" y="4940"/>
                  </a:lnTo>
                  <a:lnTo>
                    <a:pt x="300" y="6437"/>
                  </a:lnTo>
                  <a:lnTo>
                    <a:pt x="300" y="6586"/>
                  </a:lnTo>
                  <a:lnTo>
                    <a:pt x="600" y="6586"/>
                  </a:lnTo>
                  <a:lnTo>
                    <a:pt x="749" y="6437"/>
                  </a:lnTo>
                  <a:lnTo>
                    <a:pt x="749"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0" name="Google Shape;2560;p60"/>
            <p:cNvSpPr/>
            <p:nvPr/>
          </p:nvSpPr>
          <p:spPr>
            <a:xfrm>
              <a:off x="5057925" y="2692850"/>
              <a:ext cx="22475" cy="172150"/>
            </a:xfrm>
            <a:custGeom>
              <a:rect b="b" l="l" r="r" t="t"/>
              <a:pathLst>
                <a:path extrusionOk="0" h="6886" w="899">
                  <a:moveTo>
                    <a:pt x="300" y="0"/>
                  </a:moveTo>
                  <a:lnTo>
                    <a:pt x="300" y="150"/>
                  </a:lnTo>
                  <a:lnTo>
                    <a:pt x="1" y="1647"/>
                  </a:lnTo>
                  <a:lnTo>
                    <a:pt x="1" y="3293"/>
                  </a:lnTo>
                  <a:lnTo>
                    <a:pt x="1" y="4940"/>
                  </a:lnTo>
                  <a:lnTo>
                    <a:pt x="150" y="6586"/>
                  </a:lnTo>
                  <a:lnTo>
                    <a:pt x="300" y="6736"/>
                  </a:lnTo>
                  <a:lnTo>
                    <a:pt x="450" y="6885"/>
                  </a:lnTo>
                  <a:lnTo>
                    <a:pt x="599" y="6736"/>
                  </a:lnTo>
                  <a:lnTo>
                    <a:pt x="599" y="6586"/>
                  </a:lnTo>
                  <a:lnTo>
                    <a:pt x="899" y="4940"/>
                  </a:lnTo>
                  <a:lnTo>
                    <a:pt x="899" y="3293"/>
                  </a:lnTo>
                  <a:lnTo>
                    <a:pt x="749" y="1647"/>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1" name="Google Shape;2561;p60"/>
            <p:cNvSpPr/>
            <p:nvPr/>
          </p:nvSpPr>
          <p:spPr>
            <a:xfrm>
              <a:off x="5218825" y="2711550"/>
              <a:ext cx="22475" cy="149700"/>
            </a:xfrm>
            <a:custGeom>
              <a:rect b="b" l="l" r="r" t="t"/>
              <a:pathLst>
                <a:path extrusionOk="0" h="5988" w="899">
                  <a:moveTo>
                    <a:pt x="450" y="1"/>
                  </a:moveTo>
                  <a:lnTo>
                    <a:pt x="300" y="150"/>
                  </a:lnTo>
                  <a:lnTo>
                    <a:pt x="1" y="1497"/>
                  </a:lnTo>
                  <a:lnTo>
                    <a:pt x="1" y="2994"/>
                  </a:lnTo>
                  <a:lnTo>
                    <a:pt x="1" y="4491"/>
                  </a:lnTo>
                  <a:lnTo>
                    <a:pt x="151" y="5838"/>
                  </a:lnTo>
                  <a:lnTo>
                    <a:pt x="300" y="5988"/>
                  </a:lnTo>
                  <a:lnTo>
                    <a:pt x="600" y="5988"/>
                  </a:lnTo>
                  <a:lnTo>
                    <a:pt x="600"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2" name="Google Shape;2562;p60"/>
            <p:cNvSpPr/>
            <p:nvPr/>
          </p:nvSpPr>
          <p:spPr>
            <a:xfrm>
              <a:off x="5297425" y="2726525"/>
              <a:ext cx="26200" cy="134725"/>
            </a:xfrm>
            <a:custGeom>
              <a:rect b="b" l="l" r="r" t="t"/>
              <a:pathLst>
                <a:path extrusionOk="0" h="5389" w="1048">
                  <a:moveTo>
                    <a:pt x="300" y="0"/>
                  </a:moveTo>
                  <a:lnTo>
                    <a:pt x="300" y="150"/>
                  </a:lnTo>
                  <a:lnTo>
                    <a:pt x="0" y="1347"/>
                  </a:lnTo>
                  <a:lnTo>
                    <a:pt x="0" y="2694"/>
                  </a:lnTo>
                  <a:lnTo>
                    <a:pt x="0" y="3892"/>
                  </a:lnTo>
                  <a:lnTo>
                    <a:pt x="300" y="5089"/>
                  </a:lnTo>
                  <a:lnTo>
                    <a:pt x="300" y="5239"/>
                  </a:lnTo>
                  <a:lnTo>
                    <a:pt x="449" y="5389"/>
                  </a:lnTo>
                  <a:lnTo>
                    <a:pt x="599" y="5239"/>
                  </a:lnTo>
                  <a:lnTo>
                    <a:pt x="749" y="5089"/>
                  </a:lnTo>
                  <a:lnTo>
                    <a:pt x="898" y="3892"/>
                  </a:lnTo>
                  <a:lnTo>
                    <a:pt x="1048" y="269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3" name="Google Shape;2563;p60"/>
            <p:cNvSpPr/>
            <p:nvPr/>
          </p:nvSpPr>
          <p:spPr>
            <a:xfrm>
              <a:off x="5379750" y="2734000"/>
              <a:ext cx="22475" cy="142225"/>
            </a:xfrm>
            <a:custGeom>
              <a:rect b="b" l="l" r="r" t="t"/>
              <a:pathLst>
                <a:path extrusionOk="0" h="5689" w="899">
                  <a:moveTo>
                    <a:pt x="449" y="1"/>
                  </a:moveTo>
                  <a:lnTo>
                    <a:pt x="150" y="150"/>
                  </a:lnTo>
                  <a:lnTo>
                    <a:pt x="0" y="1497"/>
                  </a:lnTo>
                  <a:lnTo>
                    <a:pt x="0" y="2994"/>
                  </a:lnTo>
                  <a:lnTo>
                    <a:pt x="0" y="4341"/>
                  </a:lnTo>
                  <a:lnTo>
                    <a:pt x="150" y="4940"/>
                  </a:lnTo>
                  <a:lnTo>
                    <a:pt x="299" y="5539"/>
                  </a:lnTo>
                  <a:lnTo>
                    <a:pt x="449" y="5688"/>
                  </a:lnTo>
                  <a:lnTo>
                    <a:pt x="599" y="5539"/>
                  </a:lnTo>
                  <a:lnTo>
                    <a:pt x="748" y="4940"/>
                  </a:lnTo>
                  <a:lnTo>
                    <a:pt x="898" y="4341"/>
                  </a:lnTo>
                  <a:lnTo>
                    <a:pt x="898" y="2994"/>
                  </a:lnTo>
                  <a:lnTo>
                    <a:pt x="748" y="1497"/>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4" name="Google Shape;2564;p60"/>
            <p:cNvSpPr/>
            <p:nvPr/>
          </p:nvSpPr>
          <p:spPr>
            <a:xfrm>
              <a:off x="5458325" y="2748975"/>
              <a:ext cx="22475" cy="131000"/>
            </a:xfrm>
            <a:custGeom>
              <a:rect b="b" l="l" r="r" t="t"/>
              <a:pathLst>
                <a:path extrusionOk="0" h="5240" w="899">
                  <a:moveTo>
                    <a:pt x="300" y="0"/>
                  </a:moveTo>
                  <a:lnTo>
                    <a:pt x="300" y="150"/>
                  </a:lnTo>
                  <a:lnTo>
                    <a:pt x="150" y="1347"/>
                  </a:lnTo>
                  <a:lnTo>
                    <a:pt x="0" y="2844"/>
                  </a:lnTo>
                  <a:lnTo>
                    <a:pt x="150" y="4042"/>
                  </a:lnTo>
                  <a:lnTo>
                    <a:pt x="150" y="4640"/>
                  </a:lnTo>
                  <a:lnTo>
                    <a:pt x="449" y="5239"/>
                  </a:lnTo>
                  <a:lnTo>
                    <a:pt x="599" y="5239"/>
                  </a:lnTo>
                  <a:lnTo>
                    <a:pt x="898" y="4640"/>
                  </a:lnTo>
                  <a:lnTo>
                    <a:pt x="898" y="4042"/>
                  </a:lnTo>
                  <a:lnTo>
                    <a:pt x="898" y="284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5" name="Google Shape;2565;p60"/>
            <p:cNvSpPr/>
            <p:nvPr/>
          </p:nvSpPr>
          <p:spPr>
            <a:xfrm>
              <a:off x="5536900" y="2748975"/>
              <a:ext cx="29950" cy="134725"/>
            </a:xfrm>
            <a:custGeom>
              <a:rect b="b" l="l" r="r" t="t"/>
              <a:pathLst>
                <a:path extrusionOk="0" h="5389" w="1198">
                  <a:moveTo>
                    <a:pt x="450" y="0"/>
                  </a:moveTo>
                  <a:lnTo>
                    <a:pt x="450" y="150"/>
                  </a:lnTo>
                  <a:lnTo>
                    <a:pt x="150" y="1347"/>
                  </a:lnTo>
                  <a:lnTo>
                    <a:pt x="1" y="2695"/>
                  </a:lnTo>
                  <a:lnTo>
                    <a:pt x="150" y="4042"/>
                  </a:lnTo>
                  <a:lnTo>
                    <a:pt x="150" y="4790"/>
                  </a:lnTo>
                  <a:lnTo>
                    <a:pt x="450" y="5389"/>
                  </a:lnTo>
                  <a:lnTo>
                    <a:pt x="749" y="5389"/>
                  </a:lnTo>
                  <a:lnTo>
                    <a:pt x="1048" y="4790"/>
                  </a:lnTo>
                  <a:lnTo>
                    <a:pt x="1198" y="4042"/>
                  </a:lnTo>
                  <a:lnTo>
                    <a:pt x="1198" y="2695"/>
                  </a:lnTo>
                  <a:lnTo>
                    <a:pt x="1048" y="134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6" name="Google Shape;2566;p60"/>
            <p:cNvSpPr/>
            <p:nvPr/>
          </p:nvSpPr>
          <p:spPr>
            <a:xfrm>
              <a:off x="5619225" y="2767675"/>
              <a:ext cx="26225" cy="134750"/>
            </a:xfrm>
            <a:custGeom>
              <a:rect b="b" l="l" r="r" t="t"/>
              <a:pathLst>
                <a:path extrusionOk="0" h="5390" w="1049">
                  <a:moveTo>
                    <a:pt x="599" y="1"/>
                  </a:moveTo>
                  <a:lnTo>
                    <a:pt x="450" y="150"/>
                  </a:lnTo>
                  <a:lnTo>
                    <a:pt x="150" y="1348"/>
                  </a:lnTo>
                  <a:lnTo>
                    <a:pt x="0" y="2695"/>
                  </a:lnTo>
                  <a:lnTo>
                    <a:pt x="150" y="4042"/>
                  </a:lnTo>
                  <a:lnTo>
                    <a:pt x="300" y="5239"/>
                  </a:lnTo>
                  <a:lnTo>
                    <a:pt x="599" y="5389"/>
                  </a:lnTo>
                  <a:lnTo>
                    <a:pt x="749" y="5239"/>
                  </a:lnTo>
                  <a:lnTo>
                    <a:pt x="1048" y="4042"/>
                  </a:lnTo>
                  <a:lnTo>
                    <a:pt x="1048" y="2695"/>
                  </a:lnTo>
                  <a:lnTo>
                    <a:pt x="899" y="134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7" name="Google Shape;2567;p60"/>
            <p:cNvSpPr/>
            <p:nvPr/>
          </p:nvSpPr>
          <p:spPr>
            <a:xfrm>
              <a:off x="5701550" y="2778900"/>
              <a:ext cx="22475" cy="108550"/>
            </a:xfrm>
            <a:custGeom>
              <a:rect b="b" l="l" r="r" t="t"/>
              <a:pathLst>
                <a:path extrusionOk="0" h="4342" w="899">
                  <a:moveTo>
                    <a:pt x="300" y="1"/>
                  </a:moveTo>
                  <a:lnTo>
                    <a:pt x="0" y="1049"/>
                  </a:lnTo>
                  <a:lnTo>
                    <a:pt x="0" y="2096"/>
                  </a:lnTo>
                  <a:lnTo>
                    <a:pt x="0" y="3144"/>
                  </a:lnTo>
                  <a:lnTo>
                    <a:pt x="150" y="3743"/>
                  </a:lnTo>
                  <a:lnTo>
                    <a:pt x="300" y="4192"/>
                  </a:lnTo>
                  <a:lnTo>
                    <a:pt x="449" y="4341"/>
                  </a:lnTo>
                  <a:lnTo>
                    <a:pt x="749" y="4192"/>
                  </a:lnTo>
                  <a:lnTo>
                    <a:pt x="898" y="3743"/>
                  </a:lnTo>
                  <a:lnTo>
                    <a:pt x="898" y="3144"/>
                  </a:lnTo>
                  <a:lnTo>
                    <a:pt x="898" y="2096"/>
                  </a:lnTo>
                  <a:lnTo>
                    <a:pt x="898" y="1049"/>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8" name="Google Shape;2568;p60"/>
            <p:cNvSpPr/>
            <p:nvPr/>
          </p:nvSpPr>
          <p:spPr>
            <a:xfrm>
              <a:off x="5783875" y="2786400"/>
              <a:ext cx="22475" cy="82350"/>
            </a:xfrm>
            <a:custGeom>
              <a:rect b="b" l="l" r="r" t="t"/>
              <a:pathLst>
                <a:path extrusionOk="0" h="3294" w="899">
                  <a:moveTo>
                    <a:pt x="449" y="0"/>
                  </a:moveTo>
                  <a:lnTo>
                    <a:pt x="300" y="150"/>
                  </a:lnTo>
                  <a:lnTo>
                    <a:pt x="0" y="1647"/>
                  </a:lnTo>
                  <a:lnTo>
                    <a:pt x="0" y="2395"/>
                  </a:lnTo>
                  <a:lnTo>
                    <a:pt x="150" y="3143"/>
                  </a:lnTo>
                  <a:lnTo>
                    <a:pt x="300" y="3293"/>
                  </a:lnTo>
                  <a:lnTo>
                    <a:pt x="599" y="3293"/>
                  </a:lnTo>
                  <a:lnTo>
                    <a:pt x="749" y="3143"/>
                  </a:lnTo>
                  <a:lnTo>
                    <a:pt x="898" y="2395"/>
                  </a:lnTo>
                  <a:lnTo>
                    <a:pt x="749" y="1647"/>
                  </a:lnTo>
                  <a:lnTo>
                    <a:pt x="599" y="150"/>
                  </a:lnTo>
                  <a:lnTo>
                    <a:pt x="4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69" name="Google Shape;2569;p60"/>
            <p:cNvSpPr/>
            <p:nvPr/>
          </p:nvSpPr>
          <p:spPr>
            <a:xfrm>
              <a:off x="5862450" y="2793875"/>
              <a:ext cx="22475" cy="67375"/>
            </a:xfrm>
            <a:custGeom>
              <a:rect b="b" l="l" r="r" t="t"/>
              <a:pathLst>
                <a:path extrusionOk="0" h="2695" w="899">
                  <a:moveTo>
                    <a:pt x="300" y="0"/>
                  </a:moveTo>
                  <a:lnTo>
                    <a:pt x="150" y="599"/>
                  </a:lnTo>
                  <a:lnTo>
                    <a:pt x="1" y="1348"/>
                  </a:lnTo>
                  <a:lnTo>
                    <a:pt x="150" y="1946"/>
                  </a:lnTo>
                  <a:lnTo>
                    <a:pt x="300" y="2545"/>
                  </a:lnTo>
                  <a:lnTo>
                    <a:pt x="300" y="2695"/>
                  </a:lnTo>
                  <a:lnTo>
                    <a:pt x="599" y="2695"/>
                  </a:lnTo>
                  <a:lnTo>
                    <a:pt x="749" y="2545"/>
                  </a:lnTo>
                  <a:lnTo>
                    <a:pt x="899" y="1946"/>
                  </a:lnTo>
                  <a:lnTo>
                    <a:pt x="899" y="1348"/>
                  </a:lnTo>
                  <a:lnTo>
                    <a:pt x="899" y="599"/>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0" name="Google Shape;2570;p60"/>
            <p:cNvSpPr/>
            <p:nvPr/>
          </p:nvSpPr>
          <p:spPr>
            <a:xfrm>
              <a:off x="5944775" y="2808850"/>
              <a:ext cx="22475" cy="67375"/>
            </a:xfrm>
            <a:custGeom>
              <a:rect b="b" l="l" r="r" t="t"/>
              <a:pathLst>
                <a:path extrusionOk="0" h="2695" w="899">
                  <a:moveTo>
                    <a:pt x="300" y="0"/>
                  </a:moveTo>
                  <a:lnTo>
                    <a:pt x="150" y="599"/>
                  </a:lnTo>
                  <a:lnTo>
                    <a:pt x="1" y="1347"/>
                  </a:lnTo>
                  <a:lnTo>
                    <a:pt x="1" y="2096"/>
                  </a:lnTo>
                  <a:lnTo>
                    <a:pt x="150" y="2395"/>
                  </a:lnTo>
                  <a:lnTo>
                    <a:pt x="300" y="2545"/>
                  </a:lnTo>
                  <a:lnTo>
                    <a:pt x="450" y="2694"/>
                  </a:lnTo>
                  <a:lnTo>
                    <a:pt x="599" y="2545"/>
                  </a:lnTo>
                  <a:lnTo>
                    <a:pt x="749" y="2395"/>
                  </a:lnTo>
                  <a:lnTo>
                    <a:pt x="899" y="2096"/>
                  </a:lnTo>
                  <a:lnTo>
                    <a:pt x="899" y="1347"/>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1" name="Google Shape;2571;p60"/>
            <p:cNvSpPr/>
            <p:nvPr/>
          </p:nvSpPr>
          <p:spPr>
            <a:xfrm>
              <a:off x="6027100" y="2812575"/>
              <a:ext cx="18725" cy="59900"/>
            </a:xfrm>
            <a:custGeom>
              <a:rect b="b" l="l" r="r" t="t"/>
              <a:pathLst>
                <a:path extrusionOk="0" h="2396" w="749">
                  <a:moveTo>
                    <a:pt x="300" y="1"/>
                  </a:moveTo>
                  <a:lnTo>
                    <a:pt x="150" y="151"/>
                  </a:lnTo>
                  <a:lnTo>
                    <a:pt x="0" y="1198"/>
                  </a:lnTo>
                  <a:lnTo>
                    <a:pt x="150" y="2246"/>
                  </a:lnTo>
                  <a:lnTo>
                    <a:pt x="150" y="2396"/>
                  </a:lnTo>
                  <a:lnTo>
                    <a:pt x="449" y="2396"/>
                  </a:lnTo>
                  <a:lnTo>
                    <a:pt x="599" y="224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1000" fill="hold"/>
                                        <p:tgtEl>
                                          <p:spTgt spid="2402"/>
                                        </p:tgtEl>
                                        <p:attrNameLst>
                                          <p:attrName>r</p:attrName>
                                        </p:attrNameLst>
                                      </p:cBhvr>
                                    </p:animRo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575" name="Shape 2575"/>
        <p:cNvGrpSpPr/>
        <p:nvPr/>
      </p:nvGrpSpPr>
      <p:grpSpPr>
        <a:xfrm>
          <a:off x="0" y="0"/>
          <a:ext cx="0" cy="0"/>
          <a:chOff x="0" y="0"/>
          <a:chExt cx="0" cy="0"/>
        </a:xfrm>
      </p:grpSpPr>
      <p:sp>
        <p:nvSpPr>
          <p:cNvPr id="2576" name="Google Shape;2576;p61"/>
          <p:cNvSpPr txBox="1"/>
          <p:nvPr>
            <p:ph idx="4294967295" type="title"/>
          </p:nvPr>
        </p:nvSpPr>
        <p:spPr>
          <a:xfrm>
            <a:off x="5006340" y="1985210"/>
            <a:ext cx="3851880" cy="12846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400"/>
              <a:buNone/>
            </a:pPr>
            <a:r>
              <a:rPr lang="en">
                <a:solidFill>
                  <a:schemeClr val="lt2"/>
                </a:solidFill>
              </a:rPr>
              <a:t>ERD van Databasis Ontwerp</a:t>
            </a:r>
            <a:endParaRPr>
              <a:solidFill>
                <a:schemeClr val="lt2"/>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0" name="Shape 2580"/>
        <p:cNvGrpSpPr/>
        <p:nvPr/>
      </p:nvGrpSpPr>
      <p:grpSpPr>
        <a:xfrm>
          <a:off x="0" y="0"/>
          <a:ext cx="0" cy="0"/>
          <a:chOff x="0" y="0"/>
          <a:chExt cx="0" cy="0"/>
        </a:xfrm>
      </p:grpSpPr>
      <p:sp>
        <p:nvSpPr>
          <p:cNvPr id="2581" name="Google Shape;2581;p62"/>
          <p:cNvSpPr txBox="1"/>
          <p:nvPr>
            <p:ph type="title"/>
          </p:nvPr>
        </p:nvSpPr>
        <p:spPr>
          <a:xfrm>
            <a:off x="4084320" y="2302100"/>
            <a:ext cx="4241205" cy="12957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3600"/>
              <a:buNone/>
            </a:pPr>
            <a:r>
              <a:rPr lang="en"/>
              <a:t>Stelsel Argitektuur</a:t>
            </a:r>
            <a:endParaRPr/>
          </a:p>
        </p:txBody>
      </p:sp>
      <p:sp>
        <p:nvSpPr>
          <p:cNvPr id="2582" name="Google Shape;2582;p62"/>
          <p:cNvSpPr txBox="1"/>
          <p:nvPr>
            <p:ph idx="2" type="title"/>
          </p:nvPr>
        </p:nvSpPr>
        <p:spPr>
          <a:xfrm>
            <a:off x="6562700" y="1241175"/>
            <a:ext cx="1762800" cy="713400"/>
          </a:xfrm>
          <a:prstGeom prst="rect">
            <a:avLst/>
          </a:prstGeom>
          <a:noFill/>
          <a:ln>
            <a:noFill/>
          </a:ln>
        </p:spPr>
        <p:txBody>
          <a:bodyPr anchorCtr="0" anchor="ctr" bIns="91425" lIns="91425" spcFirstLastPara="1" rIns="91425" wrap="square" tIns="91425">
            <a:noAutofit/>
          </a:bodyPr>
          <a:lstStyle/>
          <a:p>
            <a:pPr indent="0" lvl="0" marL="0" rtl="0" algn="r">
              <a:lnSpc>
                <a:spcPct val="100000"/>
              </a:lnSpc>
              <a:spcBef>
                <a:spcPts val="0"/>
              </a:spcBef>
              <a:spcAft>
                <a:spcPts val="0"/>
              </a:spcAft>
              <a:buSzPts val="6000"/>
              <a:buNone/>
            </a:pPr>
            <a:r>
              <a:rPr lang="en"/>
              <a:t>09</a:t>
            </a:r>
            <a:endParaRPr/>
          </a:p>
        </p:txBody>
      </p:sp>
      <p:sp>
        <p:nvSpPr>
          <p:cNvPr id="2583" name="Google Shape;2583;p62"/>
          <p:cNvSpPr txBox="1"/>
          <p:nvPr>
            <p:ph idx="1" type="subTitle"/>
          </p:nvPr>
        </p:nvSpPr>
        <p:spPr>
          <a:xfrm>
            <a:off x="5244525" y="3679125"/>
            <a:ext cx="3081000" cy="713400"/>
          </a:xfrm>
          <a:prstGeom prst="rect">
            <a:avLst/>
          </a:prstGeom>
          <a:noFill/>
          <a:ln>
            <a:noFill/>
          </a:ln>
        </p:spPr>
        <p:txBody>
          <a:bodyPr anchorCtr="0" anchor="t" bIns="91425" lIns="91425" spcFirstLastPara="1" rIns="91425" wrap="square" tIns="91425">
            <a:noAutofit/>
          </a:bodyPr>
          <a:lstStyle/>
          <a:p>
            <a:pPr indent="0" lvl="0" marL="0" rtl="0" algn="r">
              <a:lnSpc>
                <a:spcPct val="100000"/>
              </a:lnSpc>
              <a:spcBef>
                <a:spcPts val="0"/>
              </a:spcBef>
              <a:spcAft>
                <a:spcPts val="1600"/>
              </a:spcAft>
              <a:buSzPts val="1400"/>
              <a:buNone/>
            </a:pPr>
            <a:r>
              <a:rPr lang="en"/>
              <a:t>Stelsel ontwerp en Argitektuur</a:t>
            </a:r>
            <a:endParaRPr/>
          </a:p>
        </p:txBody>
      </p:sp>
      <p:grpSp>
        <p:nvGrpSpPr>
          <p:cNvPr id="2584" name="Google Shape;2584;p62"/>
          <p:cNvGrpSpPr/>
          <p:nvPr/>
        </p:nvGrpSpPr>
        <p:grpSpPr>
          <a:xfrm>
            <a:off x="1969472" y="529416"/>
            <a:ext cx="2287695" cy="2289334"/>
            <a:chOff x="1192500" y="238125"/>
            <a:chExt cx="5235000" cy="5238750"/>
          </a:xfrm>
        </p:grpSpPr>
        <p:sp>
          <p:nvSpPr>
            <p:cNvPr id="2585" name="Google Shape;2585;p62"/>
            <p:cNvSpPr/>
            <p:nvPr/>
          </p:nvSpPr>
          <p:spPr>
            <a:xfrm>
              <a:off x="4141150" y="2266250"/>
              <a:ext cx="123500" cy="123525"/>
            </a:xfrm>
            <a:custGeom>
              <a:rect b="b" l="l" r="r" t="t"/>
              <a:pathLst>
                <a:path extrusionOk="0" h="4941" w="4940">
                  <a:moveTo>
                    <a:pt x="1" y="1"/>
                  </a:moveTo>
                  <a:lnTo>
                    <a:pt x="1" y="150"/>
                  </a:lnTo>
                  <a:lnTo>
                    <a:pt x="1048" y="1348"/>
                  </a:lnTo>
                  <a:lnTo>
                    <a:pt x="2246" y="2545"/>
                  </a:lnTo>
                  <a:lnTo>
                    <a:pt x="4790" y="4940"/>
                  </a:lnTo>
                  <a:lnTo>
                    <a:pt x="4940" y="4940"/>
                  </a:lnTo>
                  <a:lnTo>
                    <a:pt x="4940" y="4791"/>
                  </a:lnTo>
                  <a:lnTo>
                    <a:pt x="2545" y="23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6" name="Google Shape;2586;p62"/>
            <p:cNvSpPr/>
            <p:nvPr/>
          </p:nvSpPr>
          <p:spPr>
            <a:xfrm>
              <a:off x="4189800" y="2221350"/>
              <a:ext cx="123500" cy="131000"/>
            </a:xfrm>
            <a:custGeom>
              <a:rect b="b" l="l" r="r" t="t"/>
              <a:pathLst>
                <a:path extrusionOk="0" h="5240" w="4940">
                  <a:moveTo>
                    <a:pt x="150" y="1"/>
                  </a:moveTo>
                  <a:lnTo>
                    <a:pt x="0" y="150"/>
                  </a:lnTo>
                  <a:lnTo>
                    <a:pt x="1048" y="1497"/>
                  </a:lnTo>
                  <a:lnTo>
                    <a:pt x="2246" y="2695"/>
                  </a:lnTo>
                  <a:lnTo>
                    <a:pt x="3443" y="3892"/>
                  </a:lnTo>
                  <a:lnTo>
                    <a:pt x="4790" y="5239"/>
                  </a:lnTo>
                  <a:lnTo>
                    <a:pt x="4940" y="5239"/>
                  </a:lnTo>
                  <a:lnTo>
                    <a:pt x="4940" y="5090"/>
                  </a:lnTo>
                  <a:lnTo>
                    <a:pt x="2545" y="2396"/>
                  </a:lnTo>
                  <a:lnTo>
                    <a:pt x="1347" y="1198"/>
                  </a:lnTo>
                  <a:lnTo>
                    <a:pt x="749" y="5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7" name="Google Shape;2587;p62"/>
            <p:cNvSpPr/>
            <p:nvPr/>
          </p:nvSpPr>
          <p:spPr>
            <a:xfrm>
              <a:off x="4242175" y="2187675"/>
              <a:ext cx="108550" cy="112275"/>
            </a:xfrm>
            <a:custGeom>
              <a:rect b="b" l="l" r="r" t="t"/>
              <a:pathLst>
                <a:path extrusionOk="0" h="4491" w="4342">
                  <a:moveTo>
                    <a:pt x="1" y="1"/>
                  </a:moveTo>
                  <a:lnTo>
                    <a:pt x="1" y="150"/>
                  </a:lnTo>
                  <a:lnTo>
                    <a:pt x="1947" y="2395"/>
                  </a:lnTo>
                  <a:lnTo>
                    <a:pt x="4042" y="4491"/>
                  </a:lnTo>
                  <a:lnTo>
                    <a:pt x="4342" y="4491"/>
                  </a:lnTo>
                  <a:lnTo>
                    <a:pt x="4342" y="4341"/>
                  </a:lnTo>
                  <a:lnTo>
                    <a:pt x="2246" y="20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8" name="Google Shape;2588;p62"/>
            <p:cNvSpPr/>
            <p:nvPr/>
          </p:nvSpPr>
          <p:spPr>
            <a:xfrm>
              <a:off x="4290825" y="2154000"/>
              <a:ext cx="131000" cy="131000"/>
            </a:xfrm>
            <a:custGeom>
              <a:rect b="b" l="l" r="r" t="t"/>
              <a:pathLst>
                <a:path extrusionOk="0" h="5240" w="5240">
                  <a:moveTo>
                    <a:pt x="1" y="0"/>
                  </a:moveTo>
                  <a:lnTo>
                    <a:pt x="1" y="150"/>
                  </a:lnTo>
                  <a:lnTo>
                    <a:pt x="1198" y="1348"/>
                  </a:lnTo>
                  <a:lnTo>
                    <a:pt x="2396" y="2695"/>
                  </a:lnTo>
                  <a:lnTo>
                    <a:pt x="3743" y="4042"/>
                  </a:lnTo>
                  <a:lnTo>
                    <a:pt x="5090" y="5239"/>
                  </a:lnTo>
                  <a:lnTo>
                    <a:pt x="5239" y="5239"/>
                  </a:lnTo>
                  <a:lnTo>
                    <a:pt x="5239" y="5090"/>
                  </a:lnTo>
                  <a:lnTo>
                    <a:pt x="4042" y="3742"/>
                  </a:lnTo>
                  <a:lnTo>
                    <a:pt x="2695" y="2395"/>
                  </a:lnTo>
                  <a:lnTo>
                    <a:pt x="149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9" name="Google Shape;2589;p62"/>
            <p:cNvSpPr/>
            <p:nvPr/>
          </p:nvSpPr>
          <p:spPr>
            <a:xfrm>
              <a:off x="4339475" y="2112825"/>
              <a:ext cx="104800" cy="104800"/>
            </a:xfrm>
            <a:custGeom>
              <a:rect b="b" l="l" r="r" t="t"/>
              <a:pathLst>
                <a:path extrusionOk="0" h="4192" w="4192">
                  <a:moveTo>
                    <a:pt x="0" y="1"/>
                  </a:moveTo>
                  <a:lnTo>
                    <a:pt x="0" y="151"/>
                  </a:lnTo>
                  <a:lnTo>
                    <a:pt x="899" y="1198"/>
                  </a:lnTo>
                  <a:lnTo>
                    <a:pt x="1946" y="2246"/>
                  </a:lnTo>
                  <a:lnTo>
                    <a:pt x="4042" y="4192"/>
                  </a:lnTo>
                  <a:lnTo>
                    <a:pt x="4191" y="4192"/>
                  </a:lnTo>
                  <a:lnTo>
                    <a:pt x="4191" y="4042"/>
                  </a:lnTo>
                  <a:lnTo>
                    <a:pt x="2246" y="1947"/>
                  </a:lnTo>
                  <a:lnTo>
                    <a:pt x="1198" y="10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0" name="Google Shape;2590;p62"/>
            <p:cNvSpPr/>
            <p:nvPr/>
          </p:nvSpPr>
          <p:spPr>
            <a:xfrm>
              <a:off x="4436775" y="2041750"/>
              <a:ext cx="89825" cy="86075"/>
            </a:xfrm>
            <a:custGeom>
              <a:rect b="b" l="l" r="r" t="t"/>
              <a:pathLst>
                <a:path extrusionOk="0" h="3443" w="3593">
                  <a:moveTo>
                    <a:pt x="0" y="0"/>
                  </a:moveTo>
                  <a:lnTo>
                    <a:pt x="1647" y="1796"/>
                  </a:lnTo>
                  <a:lnTo>
                    <a:pt x="3443" y="3443"/>
                  </a:lnTo>
                  <a:lnTo>
                    <a:pt x="3592" y="3443"/>
                  </a:lnTo>
                  <a:lnTo>
                    <a:pt x="3592" y="3293"/>
                  </a:lnTo>
                  <a:lnTo>
                    <a:pt x="2844" y="2395"/>
                  </a:lnTo>
                  <a:lnTo>
                    <a:pt x="1946"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1" name="Google Shape;2591;p62"/>
            <p:cNvSpPr/>
            <p:nvPr/>
          </p:nvSpPr>
          <p:spPr>
            <a:xfrm>
              <a:off x="4388125" y="2079150"/>
              <a:ext cx="93575" cy="89850"/>
            </a:xfrm>
            <a:custGeom>
              <a:rect b="b" l="l" r="r" t="t"/>
              <a:pathLst>
                <a:path extrusionOk="0" h="3594" w="3743">
                  <a:moveTo>
                    <a:pt x="0" y="1"/>
                  </a:moveTo>
                  <a:lnTo>
                    <a:pt x="1647" y="1947"/>
                  </a:lnTo>
                  <a:lnTo>
                    <a:pt x="3443" y="3593"/>
                  </a:lnTo>
                  <a:lnTo>
                    <a:pt x="3742" y="3593"/>
                  </a:lnTo>
                  <a:lnTo>
                    <a:pt x="3742" y="3443"/>
                  </a:lnTo>
                  <a:lnTo>
                    <a:pt x="1946" y="16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2" name="Google Shape;2592;p62"/>
            <p:cNvSpPr/>
            <p:nvPr/>
          </p:nvSpPr>
          <p:spPr>
            <a:xfrm>
              <a:off x="4485400" y="2000575"/>
              <a:ext cx="82350" cy="78600"/>
            </a:xfrm>
            <a:custGeom>
              <a:rect b="b" l="l" r="r" t="t"/>
              <a:pathLst>
                <a:path extrusionOk="0" h="3144" w="3294">
                  <a:moveTo>
                    <a:pt x="1" y="1"/>
                  </a:moveTo>
                  <a:lnTo>
                    <a:pt x="1" y="150"/>
                  </a:lnTo>
                  <a:lnTo>
                    <a:pt x="1498" y="1797"/>
                  </a:lnTo>
                  <a:lnTo>
                    <a:pt x="2246" y="2545"/>
                  </a:lnTo>
                  <a:lnTo>
                    <a:pt x="3144" y="3144"/>
                  </a:lnTo>
                  <a:lnTo>
                    <a:pt x="3294" y="3144"/>
                  </a:lnTo>
                  <a:lnTo>
                    <a:pt x="3294" y="2994"/>
                  </a:lnTo>
                  <a:lnTo>
                    <a:pt x="2545" y="2246"/>
                  </a:lnTo>
                  <a:lnTo>
                    <a:pt x="1797" y="1497"/>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3" name="Google Shape;2593;p62"/>
            <p:cNvSpPr/>
            <p:nvPr/>
          </p:nvSpPr>
          <p:spPr>
            <a:xfrm>
              <a:off x="4537800" y="1966900"/>
              <a:ext cx="71125" cy="67375"/>
            </a:xfrm>
            <a:custGeom>
              <a:rect b="b" l="l" r="r" t="t"/>
              <a:pathLst>
                <a:path extrusionOk="0" h="2695" w="2845">
                  <a:moveTo>
                    <a:pt x="0" y="1"/>
                  </a:moveTo>
                  <a:lnTo>
                    <a:pt x="0" y="150"/>
                  </a:lnTo>
                  <a:lnTo>
                    <a:pt x="1198" y="1497"/>
                  </a:lnTo>
                  <a:lnTo>
                    <a:pt x="2695" y="2695"/>
                  </a:lnTo>
                  <a:lnTo>
                    <a:pt x="2844" y="2695"/>
                  </a:lnTo>
                  <a:lnTo>
                    <a:pt x="2844" y="2545"/>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4" name="Google Shape;2594;p62"/>
            <p:cNvSpPr/>
            <p:nvPr/>
          </p:nvSpPr>
          <p:spPr>
            <a:xfrm>
              <a:off x="4586450" y="1925750"/>
              <a:ext cx="74850" cy="74850"/>
            </a:xfrm>
            <a:custGeom>
              <a:rect b="b" l="l" r="r" t="t"/>
              <a:pathLst>
                <a:path extrusionOk="0" h="2994" w="2994">
                  <a:moveTo>
                    <a:pt x="0" y="0"/>
                  </a:moveTo>
                  <a:lnTo>
                    <a:pt x="0" y="150"/>
                  </a:lnTo>
                  <a:lnTo>
                    <a:pt x="1347" y="1796"/>
                  </a:lnTo>
                  <a:lnTo>
                    <a:pt x="2096" y="2395"/>
                  </a:lnTo>
                  <a:lnTo>
                    <a:pt x="2994" y="2994"/>
                  </a:lnTo>
                  <a:lnTo>
                    <a:pt x="2994" y="2994"/>
                  </a:lnTo>
                  <a:lnTo>
                    <a:pt x="2395" y="2096"/>
                  </a:lnTo>
                  <a:lnTo>
                    <a:pt x="1647"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5" name="Google Shape;2595;p62"/>
            <p:cNvSpPr/>
            <p:nvPr/>
          </p:nvSpPr>
          <p:spPr>
            <a:xfrm>
              <a:off x="4635100" y="1888325"/>
              <a:ext cx="74850" cy="71125"/>
            </a:xfrm>
            <a:custGeom>
              <a:rect b="b" l="l" r="r" t="t"/>
              <a:pathLst>
                <a:path extrusionOk="0" h="2845" w="2994">
                  <a:moveTo>
                    <a:pt x="150" y="0"/>
                  </a:moveTo>
                  <a:lnTo>
                    <a:pt x="150" y="150"/>
                  </a:lnTo>
                  <a:lnTo>
                    <a:pt x="0" y="150"/>
                  </a:lnTo>
                  <a:lnTo>
                    <a:pt x="1347" y="1647"/>
                  </a:lnTo>
                  <a:lnTo>
                    <a:pt x="2096" y="2245"/>
                  </a:lnTo>
                  <a:lnTo>
                    <a:pt x="2844" y="2844"/>
                  </a:lnTo>
                  <a:lnTo>
                    <a:pt x="2994" y="2844"/>
                  </a:lnTo>
                  <a:lnTo>
                    <a:pt x="2395" y="1946"/>
                  </a:lnTo>
                  <a:lnTo>
                    <a:pt x="1647" y="13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6" name="Google Shape;2596;p62"/>
            <p:cNvSpPr/>
            <p:nvPr/>
          </p:nvSpPr>
          <p:spPr>
            <a:xfrm>
              <a:off x="4683725" y="1847150"/>
              <a:ext cx="71125" cy="71125"/>
            </a:xfrm>
            <a:custGeom>
              <a:rect b="b" l="l" r="r" t="t"/>
              <a:pathLst>
                <a:path extrusionOk="0" h="2845" w="2845">
                  <a:moveTo>
                    <a:pt x="1" y="1"/>
                  </a:moveTo>
                  <a:lnTo>
                    <a:pt x="1" y="150"/>
                  </a:lnTo>
                  <a:lnTo>
                    <a:pt x="1348" y="1647"/>
                  </a:lnTo>
                  <a:lnTo>
                    <a:pt x="1947" y="2246"/>
                  </a:lnTo>
                  <a:lnTo>
                    <a:pt x="2695" y="2845"/>
                  </a:lnTo>
                  <a:lnTo>
                    <a:pt x="2845" y="2845"/>
                  </a:lnTo>
                  <a:lnTo>
                    <a:pt x="2845" y="2695"/>
                  </a:lnTo>
                  <a:lnTo>
                    <a:pt x="2246" y="1947"/>
                  </a:lnTo>
                  <a:lnTo>
                    <a:pt x="1647" y="1348"/>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7" name="Google Shape;2597;p62"/>
            <p:cNvSpPr/>
            <p:nvPr/>
          </p:nvSpPr>
          <p:spPr>
            <a:xfrm>
              <a:off x="4736125" y="1813475"/>
              <a:ext cx="71125" cy="71125"/>
            </a:xfrm>
            <a:custGeom>
              <a:rect b="b" l="l" r="r" t="t"/>
              <a:pathLst>
                <a:path extrusionOk="0" h="2845" w="2845">
                  <a:moveTo>
                    <a:pt x="0" y="1"/>
                  </a:moveTo>
                  <a:lnTo>
                    <a:pt x="1348" y="1497"/>
                  </a:lnTo>
                  <a:lnTo>
                    <a:pt x="1946" y="2246"/>
                  </a:lnTo>
                  <a:lnTo>
                    <a:pt x="2695" y="2845"/>
                  </a:lnTo>
                  <a:lnTo>
                    <a:pt x="2844" y="2845"/>
                  </a:lnTo>
                  <a:lnTo>
                    <a:pt x="2844" y="2695"/>
                  </a:lnTo>
                  <a:lnTo>
                    <a:pt x="2246" y="1947"/>
                  </a:lnTo>
                  <a:lnTo>
                    <a:pt x="1647" y="134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8" name="Google Shape;2598;p62"/>
            <p:cNvSpPr/>
            <p:nvPr/>
          </p:nvSpPr>
          <p:spPr>
            <a:xfrm>
              <a:off x="4784775" y="1776050"/>
              <a:ext cx="56150" cy="56175"/>
            </a:xfrm>
            <a:custGeom>
              <a:rect b="b" l="l" r="r" t="t"/>
              <a:pathLst>
                <a:path extrusionOk="0" h="2247" w="2246">
                  <a:moveTo>
                    <a:pt x="0" y="1"/>
                  </a:moveTo>
                  <a:lnTo>
                    <a:pt x="898" y="1198"/>
                  </a:lnTo>
                  <a:lnTo>
                    <a:pt x="1497" y="1797"/>
                  </a:lnTo>
                  <a:lnTo>
                    <a:pt x="2096" y="2246"/>
                  </a:lnTo>
                  <a:lnTo>
                    <a:pt x="2245" y="2246"/>
                  </a:lnTo>
                  <a:lnTo>
                    <a:pt x="2245" y="2096"/>
                  </a:lnTo>
                  <a:lnTo>
                    <a:pt x="1796" y="1498"/>
                  </a:lnTo>
                  <a:lnTo>
                    <a:pt x="1198" y="8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99" name="Google Shape;2599;p62"/>
            <p:cNvSpPr/>
            <p:nvPr/>
          </p:nvSpPr>
          <p:spPr>
            <a:xfrm>
              <a:off x="4833425" y="1738650"/>
              <a:ext cx="41175" cy="41175"/>
            </a:xfrm>
            <a:custGeom>
              <a:rect b="b" l="l" r="r" t="t"/>
              <a:pathLst>
                <a:path extrusionOk="0" h="1647" w="1647">
                  <a:moveTo>
                    <a:pt x="0" y="0"/>
                  </a:moveTo>
                  <a:lnTo>
                    <a:pt x="748" y="898"/>
                  </a:lnTo>
                  <a:lnTo>
                    <a:pt x="1497" y="1647"/>
                  </a:lnTo>
                  <a:lnTo>
                    <a:pt x="1646" y="1647"/>
                  </a:lnTo>
                  <a:lnTo>
                    <a:pt x="1646" y="149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00" name="Google Shape;2600;p62"/>
            <p:cNvSpPr/>
            <p:nvPr/>
          </p:nvSpPr>
          <p:spPr>
            <a:xfrm>
              <a:off x="4882050" y="1697475"/>
              <a:ext cx="33700" cy="33700"/>
            </a:xfrm>
            <a:custGeom>
              <a:rect b="b" l="l" r="r" t="t"/>
              <a:pathLst>
                <a:path extrusionOk="0" h="1348" w="1348">
                  <a:moveTo>
                    <a:pt x="1" y="1"/>
                  </a:moveTo>
                  <a:lnTo>
                    <a:pt x="450" y="749"/>
                  </a:lnTo>
                  <a:lnTo>
                    <a:pt x="1198" y="1348"/>
                  </a:lnTo>
                  <a:lnTo>
                    <a:pt x="1348" y="1348"/>
                  </a:lnTo>
                  <a:lnTo>
                    <a:pt x="1348" y="1198"/>
                  </a:lnTo>
                  <a:lnTo>
                    <a:pt x="749" y="45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01" name="Google Shape;2601;p62"/>
            <p:cNvSpPr/>
            <p:nvPr/>
          </p:nvSpPr>
          <p:spPr>
            <a:xfrm>
              <a:off x="4930700" y="1660050"/>
              <a:ext cx="37450" cy="33700"/>
            </a:xfrm>
            <a:custGeom>
              <a:rect b="b" l="l" r="r" t="t"/>
              <a:pathLst>
                <a:path extrusionOk="0" h="1348" w="1498">
                  <a:moveTo>
                    <a:pt x="1" y="1"/>
                  </a:moveTo>
                  <a:lnTo>
                    <a:pt x="1" y="151"/>
                  </a:lnTo>
                  <a:lnTo>
                    <a:pt x="599" y="899"/>
                  </a:lnTo>
                  <a:lnTo>
                    <a:pt x="899" y="1198"/>
                  </a:lnTo>
                  <a:lnTo>
                    <a:pt x="1348" y="1348"/>
                  </a:lnTo>
                  <a:lnTo>
                    <a:pt x="1497" y="1348"/>
                  </a:lnTo>
                  <a:lnTo>
                    <a:pt x="1497" y="1198"/>
                  </a:lnTo>
                  <a:lnTo>
                    <a:pt x="1198" y="899"/>
                  </a:lnTo>
                  <a:lnTo>
                    <a:pt x="899"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02" name="Google Shape;2602;p62"/>
            <p:cNvSpPr/>
            <p:nvPr/>
          </p:nvSpPr>
          <p:spPr>
            <a:xfrm>
              <a:off x="4979350" y="1618900"/>
              <a:ext cx="29950" cy="29950"/>
            </a:xfrm>
            <a:custGeom>
              <a:rect b="b" l="l" r="r" t="t"/>
              <a:pathLst>
                <a:path extrusionOk="0" h="1198" w="1198">
                  <a:moveTo>
                    <a:pt x="0" y="0"/>
                  </a:moveTo>
                  <a:lnTo>
                    <a:pt x="0" y="150"/>
                  </a:lnTo>
                  <a:lnTo>
                    <a:pt x="450" y="749"/>
                  </a:lnTo>
                  <a:lnTo>
                    <a:pt x="1048" y="1198"/>
                  </a:lnTo>
                  <a:lnTo>
                    <a:pt x="1198" y="1198"/>
                  </a:lnTo>
                  <a:lnTo>
                    <a:pt x="1198" y="1048"/>
                  </a:lnTo>
                  <a:lnTo>
                    <a:pt x="599" y="449"/>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03" name="Google Shape;2603;p62"/>
            <p:cNvSpPr/>
            <p:nvPr/>
          </p:nvSpPr>
          <p:spPr>
            <a:xfrm>
              <a:off x="3228125" y="2386000"/>
              <a:ext cx="123500" cy="127250"/>
            </a:xfrm>
            <a:custGeom>
              <a:rect b="b" l="l" r="r" t="t"/>
              <a:pathLst>
                <a:path extrusionOk="0" h="5090" w="4940">
                  <a:moveTo>
                    <a:pt x="4790" y="1"/>
                  </a:moveTo>
                  <a:lnTo>
                    <a:pt x="2395" y="2395"/>
                  </a:lnTo>
                  <a:lnTo>
                    <a:pt x="0" y="4940"/>
                  </a:lnTo>
                  <a:lnTo>
                    <a:pt x="0" y="5090"/>
                  </a:lnTo>
                  <a:lnTo>
                    <a:pt x="150" y="5090"/>
                  </a:lnTo>
                  <a:lnTo>
                    <a:pt x="1347" y="3892"/>
                  </a:lnTo>
                  <a:lnTo>
                    <a:pt x="2545" y="2695"/>
                  </a:lnTo>
                  <a:lnTo>
                    <a:pt x="4939" y="150"/>
                  </a:lnTo>
                  <a:lnTo>
                    <a:pt x="49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04" name="Google Shape;2604;p62"/>
            <p:cNvSpPr/>
            <p:nvPr/>
          </p:nvSpPr>
          <p:spPr>
            <a:xfrm>
              <a:off x="3183200" y="2337350"/>
              <a:ext cx="131000" cy="123525"/>
            </a:xfrm>
            <a:custGeom>
              <a:rect b="b" l="l" r="r" t="t"/>
              <a:pathLst>
                <a:path extrusionOk="0" h="4941" w="5240">
                  <a:moveTo>
                    <a:pt x="5090" y="1"/>
                  </a:moveTo>
                  <a:lnTo>
                    <a:pt x="2396" y="2545"/>
                  </a:lnTo>
                  <a:lnTo>
                    <a:pt x="1198" y="3593"/>
                  </a:lnTo>
                  <a:lnTo>
                    <a:pt x="600" y="4192"/>
                  </a:lnTo>
                  <a:lnTo>
                    <a:pt x="1" y="4940"/>
                  </a:lnTo>
                  <a:lnTo>
                    <a:pt x="151" y="4940"/>
                  </a:lnTo>
                  <a:lnTo>
                    <a:pt x="1498" y="3892"/>
                  </a:lnTo>
                  <a:lnTo>
                    <a:pt x="2695" y="2845"/>
                  </a:lnTo>
                  <a:lnTo>
                    <a:pt x="3893" y="1497"/>
                  </a:lnTo>
                  <a:lnTo>
                    <a:pt x="5240" y="150"/>
                  </a:lnTo>
                  <a:lnTo>
                    <a:pt x="52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05" name="Google Shape;2605;p62"/>
            <p:cNvSpPr/>
            <p:nvPr/>
          </p:nvSpPr>
          <p:spPr>
            <a:xfrm>
              <a:off x="3149525" y="2303675"/>
              <a:ext cx="112300" cy="108550"/>
            </a:xfrm>
            <a:custGeom>
              <a:rect b="b" l="l" r="r" t="t"/>
              <a:pathLst>
                <a:path extrusionOk="0" h="4342" w="4492">
                  <a:moveTo>
                    <a:pt x="4341" y="1"/>
                  </a:moveTo>
                  <a:lnTo>
                    <a:pt x="2096" y="1946"/>
                  </a:lnTo>
                  <a:lnTo>
                    <a:pt x="1" y="4192"/>
                  </a:lnTo>
                  <a:lnTo>
                    <a:pt x="1" y="4341"/>
                  </a:lnTo>
                  <a:lnTo>
                    <a:pt x="150" y="4341"/>
                  </a:lnTo>
                  <a:lnTo>
                    <a:pt x="2396" y="2246"/>
                  </a:lnTo>
                  <a:lnTo>
                    <a:pt x="4491" y="150"/>
                  </a:lnTo>
                  <a:lnTo>
                    <a:pt x="44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06" name="Google Shape;2606;p62"/>
            <p:cNvSpPr/>
            <p:nvPr/>
          </p:nvSpPr>
          <p:spPr>
            <a:xfrm>
              <a:off x="3115850" y="2228850"/>
              <a:ext cx="131000" cy="130975"/>
            </a:xfrm>
            <a:custGeom>
              <a:rect b="b" l="l" r="r" t="t"/>
              <a:pathLst>
                <a:path extrusionOk="0" h="5239" w="5240">
                  <a:moveTo>
                    <a:pt x="5090" y="0"/>
                  </a:moveTo>
                  <a:lnTo>
                    <a:pt x="3743" y="1197"/>
                  </a:lnTo>
                  <a:lnTo>
                    <a:pt x="2396" y="2545"/>
                  </a:lnTo>
                  <a:lnTo>
                    <a:pt x="1198" y="3892"/>
                  </a:lnTo>
                  <a:lnTo>
                    <a:pt x="1" y="5089"/>
                  </a:lnTo>
                  <a:lnTo>
                    <a:pt x="1" y="5239"/>
                  </a:lnTo>
                  <a:lnTo>
                    <a:pt x="150" y="5239"/>
                  </a:lnTo>
                  <a:lnTo>
                    <a:pt x="1497" y="4041"/>
                  </a:lnTo>
                  <a:lnTo>
                    <a:pt x="2695" y="2844"/>
                  </a:lnTo>
                  <a:lnTo>
                    <a:pt x="4042" y="1497"/>
                  </a:lnTo>
                  <a:lnTo>
                    <a:pt x="5239" y="150"/>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07" name="Google Shape;2607;p62"/>
            <p:cNvSpPr/>
            <p:nvPr/>
          </p:nvSpPr>
          <p:spPr>
            <a:xfrm>
              <a:off x="3074700" y="2210125"/>
              <a:ext cx="104800" cy="101050"/>
            </a:xfrm>
            <a:custGeom>
              <a:rect b="b" l="l" r="r" t="t"/>
              <a:pathLst>
                <a:path extrusionOk="0" h="4042" w="4192">
                  <a:moveTo>
                    <a:pt x="4042" y="1"/>
                  </a:moveTo>
                  <a:lnTo>
                    <a:pt x="1946" y="1797"/>
                  </a:lnTo>
                  <a:lnTo>
                    <a:pt x="1048" y="2845"/>
                  </a:lnTo>
                  <a:lnTo>
                    <a:pt x="0" y="4042"/>
                  </a:lnTo>
                  <a:lnTo>
                    <a:pt x="150" y="4042"/>
                  </a:lnTo>
                  <a:lnTo>
                    <a:pt x="1198" y="3144"/>
                  </a:lnTo>
                  <a:lnTo>
                    <a:pt x="2245" y="2096"/>
                  </a:lnTo>
                  <a:lnTo>
                    <a:pt x="4191" y="150"/>
                  </a:lnTo>
                  <a:lnTo>
                    <a:pt x="41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08" name="Google Shape;2608;p62"/>
            <p:cNvSpPr/>
            <p:nvPr/>
          </p:nvSpPr>
          <p:spPr>
            <a:xfrm>
              <a:off x="3003600" y="2127800"/>
              <a:ext cx="86075" cy="86100"/>
            </a:xfrm>
            <a:custGeom>
              <a:rect b="b" l="l" r="r" t="t"/>
              <a:pathLst>
                <a:path extrusionOk="0" h="3444" w="3443">
                  <a:moveTo>
                    <a:pt x="3293" y="1"/>
                  </a:moveTo>
                  <a:lnTo>
                    <a:pt x="2395" y="749"/>
                  </a:lnTo>
                  <a:lnTo>
                    <a:pt x="1497" y="1497"/>
                  </a:lnTo>
                  <a:lnTo>
                    <a:pt x="0" y="3294"/>
                  </a:lnTo>
                  <a:lnTo>
                    <a:pt x="0" y="3443"/>
                  </a:lnTo>
                  <a:lnTo>
                    <a:pt x="1796"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09" name="Google Shape;2609;p62"/>
            <p:cNvSpPr/>
            <p:nvPr/>
          </p:nvSpPr>
          <p:spPr>
            <a:xfrm>
              <a:off x="3041025" y="2172700"/>
              <a:ext cx="89825" cy="89850"/>
            </a:xfrm>
            <a:custGeom>
              <a:rect b="b" l="l" r="r" t="t"/>
              <a:pathLst>
                <a:path extrusionOk="0" h="3594" w="3593">
                  <a:moveTo>
                    <a:pt x="3443" y="1"/>
                  </a:moveTo>
                  <a:lnTo>
                    <a:pt x="1647" y="1647"/>
                  </a:lnTo>
                  <a:lnTo>
                    <a:pt x="0" y="3443"/>
                  </a:lnTo>
                  <a:lnTo>
                    <a:pt x="0" y="3593"/>
                  </a:lnTo>
                  <a:lnTo>
                    <a:pt x="1946" y="1947"/>
                  </a:lnTo>
                  <a:lnTo>
                    <a:pt x="3592" y="151"/>
                  </a:lnTo>
                  <a:lnTo>
                    <a:pt x="35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0" name="Google Shape;2610;p62"/>
            <p:cNvSpPr/>
            <p:nvPr/>
          </p:nvSpPr>
          <p:spPr>
            <a:xfrm>
              <a:off x="2962425" y="2086650"/>
              <a:ext cx="78625" cy="78600"/>
            </a:xfrm>
            <a:custGeom>
              <a:rect b="b" l="l" r="r" t="t"/>
              <a:pathLst>
                <a:path extrusionOk="0" h="3144" w="3145">
                  <a:moveTo>
                    <a:pt x="2994" y="0"/>
                  </a:moveTo>
                  <a:lnTo>
                    <a:pt x="2246" y="599"/>
                  </a:lnTo>
                  <a:lnTo>
                    <a:pt x="1049" y="1796"/>
                  </a:lnTo>
                  <a:lnTo>
                    <a:pt x="1" y="2994"/>
                  </a:lnTo>
                  <a:lnTo>
                    <a:pt x="1" y="3143"/>
                  </a:lnTo>
                  <a:lnTo>
                    <a:pt x="151" y="3143"/>
                  </a:lnTo>
                  <a:lnTo>
                    <a:pt x="1797" y="1647"/>
                  </a:lnTo>
                  <a:lnTo>
                    <a:pt x="2545" y="898"/>
                  </a:lnTo>
                  <a:lnTo>
                    <a:pt x="3144" y="150"/>
                  </a:lnTo>
                  <a:lnTo>
                    <a:pt x="31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1" name="Google Shape;2611;p62"/>
            <p:cNvSpPr/>
            <p:nvPr/>
          </p:nvSpPr>
          <p:spPr>
            <a:xfrm>
              <a:off x="2928750" y="2041750"/>
              <a:ext cx="67375" cy="71100"/>
            </a:xfrm>
            <a:custGeom>
              <a:rect b="b" l="l" r="r" t="t"/>
              <a:pathLst>
                <a:path extrusionOk="0" h="2844" w="2695">
                  <a:moveTo>
                    <a:pt x="2545" y="0"/>
                  </a:moveTo>
                  <a:lnTo>
                    <a:pt x="1198" y="1347"/>
                  </a:lnTo>
                  <a:lnTo>
                    <a:pt x="1" y="2694"/>
                  </a:lnTo>
                  <a:lnTo>
                    <a:pt x="1" y="2844"/>
                  </a:lnTo>
                  <a:lnTo>
                    <a:pt x="150" y="2844"/>
                  </a:lnTo>
                  <a:lnTo>
                    <a:pt x="1498" y="1647"/>
                  </a:lnTo>
                  <a:lnTo>
                    <a:pt x="2695" y="150"/>
                  </a:lnTo>
                  <a:lnTo>
                    <a:pt x="269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2" name="Google Shape;2612;p62"/>
            <p:cNvSpPr/>
            <p:nvPr/>
          </p:nvSpPr>
          <p:spPr>
            <a:xfrm>
              <a:off x="2887600" y="1989350"/>
              <a:ext cx="74850" cy="74875"/>
            </a:xfrm>
            <a:custGeom>
              <a:rect b="b" l="l" r="r" t="t"/>
              <a:pathLst>
                <a:path extrusionOk="0" h="2995" w="2994">
                  <a:moveTo>
                    <a:pt x="2994" y="1"/>
                  </a:moveTo>
                  <a:lnTo>
                    <a:pt x="2096" y="599"/>
                  </a:lnTo>
                  <a:lnTo>
                    <a:pt x="1497" y="1348"/>
                  </a:lnTo>
                  <a:lnTo>
                    <a:pt x="0" y="2994"/>
                  </a:lnTo>
                  <a:lnTo>
                    <a:pt x="150" y="2994"/>
                  </a:lnTo>
                  <a:lnTo>
                    <a:pt x="1796" y="1647"/>
                  </a:lnTo>
                  <a:lnTo>
                    <a:pt x="2395" y="899"/>
                  </a:lnTo>
                  <a:lnTo>
                    <a:pt x="2994" y="150"/>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3" name="Google Shape;2613;p62"/>
            <p:cNvSpPr/>
            <p:nvPr/>
          </p:nvSpPr>
          <p:spPr>
            <a:xfrm>
              <a:off x="2853925" y="1944450"/>
              <a:ext cx="67375" cy="71125"/>
            </a:xfrm>
            <a:custGeom>
              <a:rect b="b" l="l" r="r" t="t"/>
              <a:pathLst>
                <a:path extrusionOk="0" h="2845" w="2695">
                  <a:moveTo>
                    <a:pt x="2694" y="0"/>
                  </a:moveTo>
                  <a:lnTo>
                    <a:pt x="1946" y="599"/>
                  </a:lnTo>
                  <a:lnTo>
                    <a:pt x="1198" y="1198"/>
                  </a:lnTo>
                  <a:lnTo>
                    <a:pt x="0" y="2695"/>
                  </a:lnTo>
                  <a:lnTo>
                    <a:pt x="0" y="2844"/>
                  </a:lnTo>
                  <a:lnTo>
                    <a:pt x="1497" y="1497"/>
                  </a:lnTo>
                  <a:lnTo>
                    <a:pt x="2245" y="749"/>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4" name="Google Shape;2614;p62"/>
            <p:cNvSpPr/>
            <p:nvPr/>
          </p:nvSpPr>
          <p:spPr>
            <a:xfrm>
              <a:off x="2809025" y="1899550"/>
              <a:ext cx="71100" cy="71125"/>
            </a:xfrm>
            <a:custGeom>
              <a:rect b="b" l="l" r="r" t="t"/>
              <a:pathLst>
                <a:path extrusionOk="0" h="2845" w="2844">
                  <a:moveTo>
                    <a:pt x="2694" y="0"/>
                  </a:moveTo>
                  <a:lnTo>
                    <a:pt x="1946" y="449"/>
                  </a:lnTo>
                  <a:lnTo>
                    <a:pt x="1347" y="1198"/>
                  </a:lnTo>
                  <a:lnTo>
                    <a:pt x="0" y="2695"/>
                  </a:lnTo>
                  <a:lnTo>
                    <a:pt x="0" y="2844"/>
                  </a:lnTo>
                  <a:lnTo>
                    <a:pt x="150" y="2844"/>
                  </a:lnTo>
                  <a:lnTo>
                    <a:pt x="1647" y="1497"/>
                  </a:lnTo>
                  <a:lnTo>
                    <a:pt x="2245" y="749"/>
                  </a:lnTo>
                  <a:lnTo>
                    <a:pt x="2844" y="150"/>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5" name="Google Shape;2615;p62"/>
            <p:cNvSpPr/>
            <p:nvPr/>
          </p:nvSpPr>
          <p:spPr>
            <a:xfrm>
              <a:off x="2775325" y="1847150"/>
              <a:ext cx="71125" cy="67375"/>
            </a:xfrm>
            <a:custGeom>
              <a:rect b="b" l="l" r="r" t="t"/>
              <a:pathLst>
                <a:path extrusionOk="0" h="2695" w="2845">
                  <a:moveTo>
                    <a:pt x="2695" y="1"/>
                  </a:moveTo>
                  <a:lnTo>
                    <a:pt x="1947" y="450"/>
                  </a:lnTo>
                  <a:lnTo>
                    <a:pt x="1348" y="1198"/>
                  </a:lnTo>
                  <a:lnTo>
                    <a:pt x="1" y="2695"/>
                  </a:lnTo>
                  <a:lnTo>
                    <a:pt x="151" y="2695"/>
                  </a:lnTo>
                  <a:lnTo>
                    <a:pt x="1647" y="1498"/>
                  </a:lnTo>
                  <a:lnTo>
                    <a:pt x="2246" y="749"/>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6" name="Google Shape;2616;p62"/>
            <p:cNvSpPr/>
            <p:nvPr/>
          </p:nvSpPr>
          <p:spPr>
            <a:xfrm>
              <a:off x="2737925" y="1809750"/>
              <a:ext cx="56150" cy="56150"/>
            </a:xfrm>
            <a:custGeom>
              <a:rect b="b" l="l" r="r" t="t"/>
              <a:pathLst>
                <a:path extrusionOk="0" h="2246" w="2246">
                  <a:moveTo>
                    <a:pt x="2096" y="0"/>
                  </a:moveTo>
                  <a:lnTo>
                    <a:pt x="1497" y="449"/>
                  </a:lnTo>
                  <a:lnTo>
                    <a:pt x="898" y="1048"/>
                  </a:lnTo>
                  <a:lnTo>
                    <a:pt x="0" y="2245"/>
                  </a:lnTo>
                  <a:lnTo>
                    <a:pt x="1198" y="1347"/>
                  </a:lnTo>
                  <a:lnTo>
                    <a:pt x="1796" y="748"/>
                  </a:lnTo>
                  <a:lnTo>
                    <a:pt x="2245" y="150"/>
                  </a:lnTo>
                  <a:lnTo>
                    <a:pt x="22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7" name="Google Shape;2617;p62"/>
            <p:cNvSpPr/>
            <p:nvPr/>
          </p:nvSpPr>
          <p:spPr>
            <a:xfrm>
              <a:off x="2700500" y="1776050"/>
              <a:ext cx="41175" cy="41200"/>
            </a:xfrm>
            <a:custGeom>
              <a:rect b="b" l="l" r="r" t="t"/>
              <a:pathLst>
                <a:path extrusionOk="0" h="1648" w="1647">
                  <a:moveTo>
                    <a:pt x="1497" y="1"/>
                  </a:moveTo>
                  <a:lnTo>
                    <a:pt x="599" y="749"/>
                  </a:lnTo>
                  <a:lnTo>
                    <a:pt x="0" y="1647"/>
                  </a:lnTo>
                  <a:lnTo>
                    <a:pt x="0" y="1647"/>
                  </a:lnTo>
                  <a:lnTo>
                    <a:pt x="898" y="1049"/>
                  </a:lnTo>
                  <a:lnTo>
                    <a:pt x="1647" y="151"/>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8" name="Google Shape;2618;p62"/>
            <p:cNvSpPr/>
            <p:nvPr/>
          </p:nvSpPr>
          <p:spPr>
            <a:xfrm>
              <a:off x="2659325" y="1734900"/>
              <a:ext cx="33725" cy="37450"/>
            </a:xfrm>
            <a:custGeom>
              <a:rect b="b" l="l" r="r" t="t"/>
              <a:pathLst>
                <a:path extrusionOk="0" h="1498" w="1349">
                  <a:moveTo>
                    <a:pt x="1198" y="0"/>
                  </a:moveTo>
                  <a:lnTo>
                    <a:pt x="450" y="599"/>
                  </a:lnTo>
                  <a:lnTo>
                    <a:pt x="1" y="1348"/>
                  </a:lnTo>
                  <a:lnTo>
                    <a:pt x="1" y="1497"/>
                  </a:lnTo>
                  <a:lnTo>
                    <a:pt x="151" y="1497"/>
                  </a:lnTo>
                  <a:lnTo>
                    <a:pt x="749" y="899"/>
                  </a:lnTo>
                  <a:lnTo>
                    <a:pt x="134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9" name="Google Shape;2619;p62"/>
            <p:cNvSpPr/>
            <p:nvPr/>
          </p:nvSpPr>
          <p:spPr>
            <a:xfrm>
              <a:off x="2621925" y="1686250"/>
              <a:ext cx="37425" cy="33700"/>
            </a:xfrm>
            <a:custGeom>
              <a:rect b="b" l="l" r="r" t="t"/>
              <a:pathLst>
                <a:path extrusionOk="0" h="1348" w="1497">
                  <a:moveTo>
                    <a:pt x="1347" y="1"/>
                  </a:moveTo>
                  <a:lnTo>
                    <a:pt x="898" y="150"/>
                  </a:lnTo>
                  <a:lnTo>
                    <a:pt x="599" y="450"/>
                  </a:lnTo>
                  <a:lnTo>
                    <a:pt x="0" y="1198"/>
                  </a:lnTo>
                  <a:lnTo>
                    <a:pt x="0" y="1348"/>
                  </a:lnTo>
                  <a:lnTo>
                    <a:pt x="150" y="1348"/>
                  </a:lnTo>
                  <a:lnTo>
                    <a:pt x="898" y="749"/>
                  </a:lnTo>
                  <a:lnTo>
                    <a:pt x="1198" y="450"/>
                  </a:lnTo>
                  <a:lnTo>
                    <a:pt x="14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0" name="Google Shape;2620;p62"/>
            <p:cNvSpPr/>
            <p:nvPr/>
          </p:nvSpPr>
          <p:spPr>
            <a:xfrm>
              <a:off x="2580750" y="1641350"/>
              <a:ext cx="29975" cy="33700"/>
            </a:xfrm>
            <a:custGeom>
              <a:rect b="b" l="l" r="r" t="t"/>
              <a:pathLst>
                <a:path extrusionOk="0" h="1348" w="1199">
                  <a:moveTo>
                    <a:pt x="1048" y="0"/>
                  </a:moveTo>
                  <a:lnTo>
                    <a:pt x="450" y="599"/>
                  </a:lnTo>
                  <a:lnTo>
                    <a:pt x="1" y="1198"/>
                  </a:lnTo>
                  <a:lnTo>
                    <a:pt x="1" y="1348"/>
                  </a:lnTo>
                  <a:lnTo>
                    <a:pt x="150" y="1348"/>
                  </a:lnTo>
                  <a:lnTo>
                    <a:pt x="749" y="749"/>
                  </a:lnTo>
                  <a:lnTo>
                    <a:pt x="119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1" name="Google Shape;2621;p62"/>
            <p:cNvSpPr/>
            <p:nvPr/>
          </p:nvSpPr>
          <p:spPr>
            <a:xfrm>
              <a:off x="4268375" y="3201750"/>
              <a:ext cx="123500" cy="127250"/>
            </a:xfrm>
            <a:custGeom>
              <a:rect b="b" l="l" r="r" t="t"/>
              <a:pathLst>
                <a:path extrusionOk="0" h="5090" w="4940">
                  <a:moveTo>
                    <a:pt x="4940" y="0"/>
                  </a:moveTo>
                  <a:lnTo>
                    <a:pt x="3593" y="1198"/>
                  </a:lnTo>
                  <a:lnTo>
                    <a:pt x="2395" y="2395"/>
                  </a:lnTo>
                  <a:lnTo>
                    <a:pt x="1" y="4940"/>
                  </a:lnTo>
                  <a:lnTo>
                    <a:pt x="1" y="5090"/>
                  </a:lnTo>
                  <a:lnTo>
                    <a:pt x="150" y="5090"/>
                  </a:lnTo>
                  <a:lnTo>
                    <a:pt x="2695" y="2695"/>
                  </a:lnTo>
                  <a:lnTo>
                    <a:pt x="4940" y="150"/>
                  </a:lnTo>
                  <a:lnTo>
                    <a:pt x="49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2" name="Google Shape;2622;p62"/>
            <p:cNvSpPr/>
            <p:nvPr/>
          </p:nvSpPr>
          <p:spPr>
            <a:xfrm>
              <a:off x="4309550" y="3250400"/>
              <a:ext cx="127250" cy="127250"/>
            </a:xfrm>
            <a:custGeom>
              <a:rect b="b" l="l" r="r" t="t"/>
              <a:pathLst>
                <a:path extrusionOk="0" h="5090" w="5090">
                  <a:moveTo>
                    <a:pt x="4939" y="0"/>
                  </a:moveTo>
                  <a:lnTo>
                    <a:pt x="3742" y="1048"/>
                  </a:lnTo>
                  <a:lnTo>
                    <a:pt x="2545" y="2245"/>
                  </a:lnTo>
                  <a:lnTo>
                    <a:pt x="1197" y="3593"/>
                  </a:lnTo>
                  <a:lnTo>
                    <a:pt x="0" y="4940"/>
                  </a:lnTo>
                  <a:lnTo>
                    <a:pt x="0" y="5089"/>
                  </a:lnTo>
                  <a:lnTo>
                    <a:pt x="150" y="5089"/>
                  </a:lnTo>
                  <a:lnTo>
                    <a:pt x="2844" y="2545"/>
                  </a:lnTo>
                  <a:lnTo>
                    <a:pt x="4041" y="1497"/>
                  </a:lnTo>
                  <a:lnTo>
                    <a:pt x="4640" y="898"/>
                  </a:lnTo>
                  <a:lnTo>
                    <a:pt x="5089" y="1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3" name="Google Shape;2623;p62"/>
            <p:cNvSpPr/>
            <p:nvPr/>
          </p:nvSpPr>
          <p:spPr>
            <a:xfrm>
              <a:off x="4361925" y="3302775"/>
              <a:ext cx="108550" cy="108550"/>
            </a:xfrm>
            <a:custGeom>
              <a:rect b="b" l="l" r="r" t="t"/>
              <a:pathLst>
                <a:path extrusionOk="0" h="4342" w="4342">
                  <a:moveTo>
                    <a:pt x="4341" y="1"/>
                  </a:moveTo>
                  <a:lnTo>
                    <a:pt x="2096" y="2096"/>
                  </a:lnTo>
                  <a:lnTo>
                    <a:pt x="1" y="4192"/>
                  </a:lnTo>
                  <a:lnTo>
                    <a:pt x="1" y="4341"/>
                  </a:lnTo>
                  <a:lnTo>
                    <a:pt x="150" y="4341"/>
                  </a:lnTo>
                  <a:lnTo>
                    <a:pt x="2246" y="2396"/>
                  </a:lnTo>
                  <a:lnTo>
                    <a:pt x="4341" y="150"/>
                  </a:lnTo>
                  <a:lnTo>
                    <a:pt x="434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4" name="Google Shape;2624;p62"/>
            <p:cNvSpPr/>
            <p:nvPr/>
          </p:nvSpPr>
          <p:spPr>
            <a:xfrm>
              <a:off x="4376900" y="3355175"/>
              <a:ext cx="131000" cy="127250"/>
            </a:xfrm>
            <a:custGeom>
              <a:rect b="b" l="l" r="r" t="t"/>
              <a:pathLst>
                <a:path extrusionOk="0" h="5090" w="5240">
                  <a:moveTo>
                    <a:pt x="5089" y="0"/>
                  </a:moveTo>
                  <a:lnTo>
                    <a:pt x="3742" y="1198"/>
                  </a:lnTo>
                  <a:lnTo>
                    <a:pt x="2395" y="2395"/>
                  </a:lnTo>
                  <a:lnTo>
                    <a:pt x="1198" y="3593"/>
                  </a:lnTo>
                  <a:lnTo>
                    <a:pt x="0" y="4940"/>
                  </a:lnTo>
                  <a:lnTo>
                    <a:pt x="0" y="5089"/>
                  </a:lnTo>
                  <a:lnTo>
                    <a:pt x="150" y="5089"/>
                  </a:lnTo>
                  <a:lnTo>
                    <a:pt x="1497" y="3892"/>
                  </a:lnTo>
                  <a:lnTo>
                    <a:pt x="2694" y="2694"/>
                  </a:lnTo>
                  <a:lnTo>
                    <a:pt x="4042" y="1347"/>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5" name="Google Shape;2625;p62"/>
            <p:cNvSpPr/>
            <p:nvPr/>
          </p:nvSpPr>
          <p:spPr>
            <a:xfrm>
              <a:off x="4440500" y="3403825"/>
              <a:ext cx="104800" cy="101050"/>
            </a:xfrm>
            <a:custGeom>
              <a:rect b="b" l="l" r="r" t="t"/>
              <a:pathLst>
                <a:path extrusionOk="0" h="4042" w="4192">
                  <a:moveTo>
                    <a:pt x="4042" y="0"/>
                  </a:moveTo>
                  <a:lnTo>
                    <a:pt x="2994" y="898"/>
                  </a:lnTo>
                  <a:lnTo>
                    <a:pt x="1947" y="1796"/>
                  </a:lnTo>
                  <a:lnTo>
                    <a:pt x="1" y="3892"/>
                  </a:lnTo>
                  <a:lnTo>
                    <a:pt x="1" y="4041"/>
                  </a:lnTo>
                  <a:lnTo>
                    <a:pt x="150" y="4041"/>
                  </a:lnTo>
                  <a:lnTo>
                    <a:pt x="2246" y="2096"/>
                  </a:lnTo>
                  <a:lnTo>
                    <a:pt x="3294" y="1048"/>
                  </a:lnTo>
                  <a:lnTo>
                    <a:pt x="41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6" name="Google Shape;2626;p62"/>
            <p:cNvSpPr/>
            <p:nvPr/>
          </p:nvSpPr>
          <p:spPr>
            <a:xfrm>
              <a:off x="4534050" y="3501100"/>
              <a:ext cx="86100" cy="86100"/>
            </a:xfrm>
            <a:custGeom>
              <a:rect b="b" l="l" r="r" t="t"/>
              <a:pathLst>
                <a:path extrusionOk="0" h="3444" w="3444">
                  <a:moveTo>
                    <a:pt x="3294" y="1"/>
                  </a:moveTo>
                  <a:lnTo>
                    <a:pt x="1498" y="1498"/>
                  </a:lnTo>
                  <a:lnTo>
                    <a:pt x="1" y="3294"/>
                  </a:lnTo>
                  <a:lnTo>
                    <a:pt x="1" y="3443"/>
                  </a:lnTo>
                  <a:lnTo>
                    <a:pt x="150" y="3443"/>
                  </a:lnTo>
                  <a:lnTo>
                    <a:pt x="1049" y="2695"/>
                  </a:lnTo>
                  <a:lnTo>
                    <a:pt x="1947"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7" name="Google Shape;2627;p62"/>
            <p:cNvSpPr/>
            <p:nvPr/>
          </p:nvSpPr>
          <p:spPr>
            <a:xfrm>
              <a:off x="4492900" y="3452450"/>
              <a:ext cx="89825" cy="89850"/>
            </a:xfrm>
            <a:custGeom>
              <a:rect b="b" l="l" r="r" t="t"/>
              <a:pathLst>
                <a:path extrusionOk="0" h="3594" w="3593">
                  <a:moveTo>
                    <a:pt x="3443" y="1"/>
                  </a:moveTo>
                  <a:lnTo>
                    <a:pt x="1647" y="1647"/>
                  </a:lnTo>
                  <a:lnTo>
                    <a:pt x="0" y="3444"/>
                  </a:lnTo>
                  <a:lnTo>
                    <a:pt x="0" y="3593"/>
                  </a:lnTo>
                  <a:lnTo>
                    <a:pt x="150" y="3593"/>
                  </a:lnTo>
                  <a:lnTo>
                    <a:pt x="1946" y="1947"/>
                  </a:lnTo>
                  <a:lnTo>
                    <a:pt x="3593" y="151"/>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8" name="Google Shape;2628;p62"/>
            <p:cNvSpPr/>
            <p:nvPr/>
          </p:nvSpPr>
          <p:spPr>
            <a:xfrm>
              <a:off x="4578950" y="3549750"/>
              <a:ext cx="78625" cy="78600"/>
            </a:xfrm>
            <a:custGeom>
              <a:rect b="b" l="l" r="r" t="t"/>
              <a:pathLst>
                <a:path extrusionOk="0" h="3144" w="3145">
                  <a:moveTo>
                    <a:pt x="3144" y="1"/>
                  </a:moveTo>
                  <a:lnTo>
                    <a:pt x="1498" y="1497"/>
                  </a:lnTo>
                  <a:lnTo>
                    <a:pt x="749" y="2246"/>
                  </a:lnTo>
                  <a:lnTo>
                    <a:pt x="1" y="2994"/>
                  </a:lnTo>
                  <a:lnTo>
                    <a:pt x="1" y="3144"/>
                  </a:lnTo>
                  <a:lnTo>
                    <a:pt x="151" y="3144"/>
                  </a:lnTo>
                  <a:lnTo>
                    <a:pt x="450" y="2994"/>
                  </a:lnTo>
                  <a:lnTo>
                    <a:pt x="1947" y="1647"/>
                  </a:lnTo>
                  <a:lnTo>
                    <a:pt x="3144" y="150"/>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29" name="Google Shape;2629;p62"/>
            <p:cNvSpPr/>
            <p:nvPr/>
          </p:nvSpPr>
          <p:spPr>
            <a:xfrm>
              <a:off x="4623875" y="3598400"/>
              <a:ext cx="71100" cy="74850"/>
            </a:xfrm>
            <a:custGeom>
              <a:rect b="b" l="l" r="r" t="t"/>
              <a:pathLst>
                <a:path extrusionOk="0" h="2994" w="2844">
                  <a:moveTo>
                    <a:pt x="2694" y="0"/>
                  </a:moveTo>
                  <a:lnTo>
                    <a:pt x="1197" y="1347"/>
                  </a:lnTo>
                  <a:lnTo>
                    <a:pt x="0" y="2695"/>
                  </a:lnTo>
                  <a:lnTo>
                    <a:pt x="0" y="2994"/>
                  </a:lnTo>
                  <a:lnTo>
                    <a:pt x="150" y="2994"/>
                  </a:lnTo>
                  <a:lnTo>
                    <a:pt x="1647" y="1647"/>
                  </a:lnTo>
                  <a:lnTo>
                    <a:pt x="2844"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0" name="Google Shape;2630;p62"/>
            <p:cNvSpPr/>
            <p:nvPr/>
          </p:nvSpPr>
          <p:spPr>
            <a:xfrm>
              <a:off x="4657550" y="3650775"/>
              <a:ext cx="74850" cy="74875"/>
            </a:xfrm>
            <a:custGeom>
              <a:rect b="b" l="l" r="r" t="t"/>
              <a:pathLst>
                <a:path extrusionOk="0" h="2995" w="2994">
                  <a:moveTo>
                    <a:pt x="2844" y="1"/>
                  </a:moveTo>
                  <a:lnTo>
                    <a:pt x="1347" y="1348"/>
                  </a:lnTo>
                  <a:lnTo>
                    <a:pt x="599" y="2096"/>
                  </a:lnTo>
                  <a:lnTo>
                    <a:pt x="0" y="2845"/>
                  </a:lnTo>
                  <a:lnTo>
                    <a:pt x="0" y="2994"/>
                  </a:lnTo>
                  <a:lnTo>
                    <a:pt x="150" y="2994"/>
                  </a:lnTo>
                  <a:lnTo>
                    <a:pt x="898" y="2396"/>
                  </a:lnTo>
                  <a:lnTo>
                    <a:pt x="1647" y="1647"/>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1" name="Google Shape;2631;p62"/>
            <p:cNvSpPr/>
            <p:nvPr/>
          </p:nvSpPr>
          <p:spPr>
            <a:xfrm>
              <a:off x="4698700" y="3699425"/>
              <a:ext cx="71125" cy="71125"/>
            </a:xfrm>
            <a:custGeom>
              <a:rect b="b" l="l" r="r" t="t"/>
              <a:pathLst>
                <a:path extrusionOk="0" h="2845" w="2845">
                  <a:moveTo>
                    <a:pt x="2695" y="1"/>
                  </a:moveTo>
                  <a:lnTo>
                    <a:pt x="1348" y="1348"/>
                  </a:lnTo>
                  <a:lnTo>
                    <a:pt x="599" y="1947"/>
                  </a:lnTo>
                  <a:lnTo>
                    <a:pt x="1" y="2845"/>
                  </a:lnTo>
                  <a:lnTo>
                    <a:pt x="150" y="2845"/>
                  </a:lnTo>
                  <a:lnTo>
                    <a:pt x="899" y="2246"/>
                  </a:lnTo>
                  <a:lnTo>
                    <a:pt x="1497" y="1647"/>
                  </a:lnTo>
                  <a:lnTo>
                    <a:pt x="2845" y="150"/>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2" name="Google Shape;2632;p62"/>
            <p:cNvSpPr/>
            <p:nvPr/>
          </p:nvSpPr>
          <p:spPr>
            <a:xfrm>
              <a:off x="4739875" y="3744325"/>
              <a:ext cx="74850" cy="71125"/>
            </a:xfrm>
            <a:custGeom>
              <a:rect b="b" l="l" r="r" t="t"/>
              <a:pathLst>
                <a:path extrusionOk="0" h="2845" w="2994">
                  <a:moveTo>
                    <a:pt x="2844" y="1"/>
                  </a:moveTo>
                  <a:lnTo>
                    <a:pt x="1347" y="1348"/>
                  </a:lnTo>
                  <a:lnTo>
                    <a:pt x="599" y="1947"/>
                  </a:lnTo>
                  <a:lnTo>
                    <a:pt x="0" y="2695"/>
                  </a:lnTo>
                  <a:lnTo>
                    <a:pt x="150" y="2845"/>
                  </a:lnTo>
                  <a:lnTo>
                    <a:pt x="898" y="2396"/>
                  </a:lnTo>
                  <a:lnTo>
                    <a:pt x="1647" y="1647"/>
                  </a:lnTo>
                  <a:lnTo>
                    <a:pt x="2994" y="151"/>
                  </a:lnTo>
                  <a:lnTo>
                    <a:pt x="28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3" name="Google Shape;2633;p62"/>
            <p:cNvSpPr/>
            <p:nvPr/>
          </p:nvSpPr>
          <p:spPr>
            <a:xfrm>
              <a:off x="4777275" y="3800475"/>
              <a:ext cx="71125" cy="67375"/>
            </a:xfrm>
            <a:custGeom>
              <a:rect b="b" l="l" r="r" t="t"/>
              <a:pathLst>
                <a:path extrusionOk="0" h="2695" w="2845">
                  <a:moveTo>
                    <a:pt x="2695" y="0"/>
                  </a:moveTo>
                  <a:lnTo>
                    <a:pt x="1198" y="1197"/>
                  </a:lnTo>
                  <a:lnTo>
                    <a:pt x="600" y="1946"/>
                  </a:lnTo>
                  <a:lnTo>
                    <a:pt x="1" y="2545"/>
                  </a:lnTo>
                  <a:lnTo>
                    <a:pt x="1" y="2694"/>
                  </a:lnTo>
                  <a:lnTo>
                    <a:pt x="151" y="2694"/>
                  </a:lnTo>
                  <a:lnTo>
                    <a:pt x="749" y="2245"/>
                  </a:lnTo>
                  <a:lnTo>
                    <a:pt x="1498" y="149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4" name="Google Shape;2634;p62"/>
            <p:cNvSpPr/>
            <p:nvPr/>
          </p:nvSpPr>
          <p:spPr>
            <a:xfrm>
              <a:off x="4829675" y="3845375"/>
              <a:ext cx="56150" cy="59875"/>
            </a:xfrm>
            <a:custGeom>
              <a:rect b="b" l="l" r="r" t="t"/>
              <a:pathLst>
                <a:path extrusionOk="0" h="2395" w="2246">
                  <a:moveTo>
                    <a:pt x="2096" y="0"/>
                  </a:moveTo>
                  <a:lnTo>
                    <a:pt x="898" y="1048"/>
                  </a:lnTo>
                  <a:lnTo>
                    <a:pt x="449" y="1647"/>
                  </a:lnTo>
                  <a:lnTo>
                    <a:pt x="0" y="2245"/>
                  </a:lnTo>
                  <a:lnTo>
                    <a:pt x="0" y="2395"/>
                  </a:lnTo>
                  <a:lnTo>
                    <a:pt x="749" y="1946"/>
                  </a:lnTo>
                  <a:lnTo>
                    <a:pt x="1198" y="1347"/>
                  </a:lnTo>
                  <a:lnTo>
                    <a:pt x="2246" y="150"/>
                  </a:lnTo>
                  <a:lnTo>
                    <a:pt x="22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5" name="Google Shape;2635;p62"/>
            <p:cNvSpPr/>
            <p:nvPr/>
          </p:nvSpPr>
          <p:spPr>
            <a:xfrm>
              <a:off x="4882050" y="3897750"/>
              <a:ext cx="41200" cy="41200"/>
            </a:xfrm>
            <a:custGeom>
              <a:rect b="b" l="l" r="r" t="t"/>
              <a:pathLst>
                <a:path extrusionOk="0" h="1648" w="1648">
                  <a:moveTo>
                    <a:pt x="1498" y="1"/>
                  </a:moveTo>
                  <a:lnTo>
                    <a:pt x="749" y="599"/>
                  </a:lnTo>
                  <a:lnTo>
                    <a:pt x="1" y="1497"/>
                  </a:lnTo>
                  <a:lnTo>
                    <a:pt x="1" y="1647"/>
                  </a:lnTo>
                  <a:lnTo>
                    <a:pt x="151" y="1647"/>
                  </a:lnTo>
                  <a:lnTo>
                    <a:pt x="899" y="899"/>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6" name="Google Shape;2636;p62"/>
            <p:cNvSpPr/>
            <p:nvPr/>
          </p:nvSpPr>
          <p:spPr>
            <a:xfrm>
              <a:off x="4926950" y="3942650"/>
              <a:ext cx="37450" cy="37450"/>
            </a:xfrm>
            <a:custGeom>
              <a:rect b="b" l="l" r="r" t="t"/>
              <a:pathLst>
                <a:path extrusionOk="0" h="1498" w="1498">
                  <a:moveTo>
                    <a:pt x="1348" y="1"/>
                  </a:moveTo>
                  <a:lnTo>
                    <a:pt x="600" y="600"/>
                  </a:lnTo>
                  <a:lnTo>
                    <a:pt x="1" y="1348"/>
                  </a:lnTo>
                  <a:lnTo>
                    <a:pt x="151" y="1348"/>
                  </a:lnTo>
                  <a:lnTo>
                    <a:pt x="300" y="1498"/>
                  </a:lnTo>
                  <a:lnTo>
                    <a:pt x="899" y="899"/>
                  </a:lnTo>
                  <a:lnTo>
                    <a:pt x="1498" y="150"/>
                  </a:lnTo>
                  <a:lnTo>
                    <a:pt x="149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7" name="Google Shape;2637;p62"/>
            <p:cNvSpPr/>
            <p:nvPr/>
          </p:nvSpPr>
          <p:spPr>
            <a:xfrm>
              <a:off x="4964375" y="3995050"/>
              <a:ext cx="37450" cy="33700"/>
            </a:xfrm>
            <a:custGeom>
              <a:rect b="b" l="l" r="r" t="t"/>
              <a:pathLst>
                <a:path extrusionOk="0" h="1348" w="1498">
                  <a:moveTo>
                    <a:pt x="1348" y="0"/>
                  </a:moveTo>
                  <a:lnTo>
                    <a:pt x="599" y="599"/>
                  </a:lnTo>
                  <a:lnTo>
                    <a:pt x="300" y="898"/>
                  </a:lnTo>
                  <a:lnTo>
                    <a:pt x="1" y="1198"/>
                  </a:lnTo>
                  <a:lnTo>
                    <a:pt x="1" y="1347"/>
                  </a:lnTo>
                  <a:lnTo>
                    <a:pt x="150" y="1347"/>
                  </a:lnTo>
                  <a:lnTo>
                    <a:pt x="599" y="1198"/>
                  </a:lnTo>
                  <a:lnTo>
                    <a:pt x="899" y="749"/>
                  </a:lnTo>
                  <a:lnTo>
                    <a:pt x="149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8" name="Google Shape;2638;p62"/>
            <p:cNvSpPr/>
            <p:nvPr/>
          </p:nvSpPr>
          <p:spPr>
            <a:xfrm>
              <a:off x="5009275" y="4039950"/>
              <a:ext cx="33725" cy="29950"/>
            </a:xfrm>
            <a:custGeom>
              <a:rect b="b" l="l" r="r" t="t"/>
              <a:pathLst>
                <a:path extrusionOk="0" h="1198" w="1349">
                  <a:moveTo>
                    <a:pt x="1198" y="0"/>
                  </a:moveTo>
                  <a:lnTo>
                    <a:pt x="600" y="599"/>
                  </a:lnTo>
                  <a:lnTo>
                    <a:pt x="1" y="1048"/>
                  </a:lnTo>
                  <a:lnTo>
                    <a:pt x="1" y="1198"/>
                  </a:lnTo>
                  <a:lnTo>
                    <a:pt x="151" y="1198"/>
                  </a:lnTo>
                  <a:lnTo>
                    <a:pt x="749" y="749"/>
                  </a:lnTo>
                  <a:lnTo>
                    <a:pt x="134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9" name="Google Shape;2639;p62"/>
            <p:cNvSpPr/>
            <p:nvPr/>
          </p:nvSpPr>
          <p:spPr>
            <a:xfrm>
              <a:off x="3344125" y="3328975"/>
              <a:ext cx="127250" cy="123500"/>
            </a:xfrm>
            <a:custGeom>
              <a:rect b="b" l="l" r="r" t="t"/>
              <a:pathLst>
                <a:path extrusionOk="0" h="4940" w="5090">
                  <a:moveTo>
                    <a:pt x="0" y="1"/>
                  </a:moveTo>
                  <a:lnTo>
                    <a:pt x="0" y="150"/>
                  </a:lnTo>
                  <a:lnTo>
                    <a:pt x="2395" y="2695"/>
                  </a:lnTo>
                  <a:lnTo>
                    <a:pt x="4939" y="4940"/>
                  </a:lnTo>
                  <a:lnTo>
                    <a:pt x="5089" y="4940"/>
                  </a:lnTo>
                  <a:lnTo>
                    <a:pt x="3892" y="3593"/>
                  </a:lnTo>
                  <a:lnTo>
                    <a:pt x="2694" y="2395"/>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0" name="Google Shape;2640;p62"/>
            <p:cNvSpPr/>
            <p:nvPr/>
          </p:nvSpPr>
          <p:spPr>
            <a:xfrm>
              <a:off x="3295475" y="3370125"/>
              <a:ext cx="123500" cy="127275"/>
            </a:xfrm>
            <a:custGeom>
              <a:rect b="b" l="l" r="r" t="t"/>
              <a:pathLst>
                <a:path extrusionOk="0" h="5091" w="4940">
                  <a:moveTo>
                    <a:pt x="0" y="1"/>
                  </a:moveTo>
                  <a:lnTo>
                    <a:pt x="0" y="151"/>
                  </a:lnTo>
                  <a:lnTo>
                    <a:pt x="2545" y="2845"/>
                  </a:lnTo>
                  <a:lnTo>
                    <a:pt x="3593" y="4042"/>
                  </a:lnTo>
                  <a:lnTo>
                    <a:pt x="4191" y="4641"/>
                  </a:lnTo>
                  <a:lnTo>
                    <a:pt x="4940" y="5090"/>
                  </a:lnTo>
                  <a:lnTo>
                    <a:pt x="4940" y="4940"/>
                  </a:lnTo>
                  <a:lnTo>
                    <a:pt x="3892" y="3743"/>
                  </a:lnTo>
                  <a:lnTo>
                    <a:pt x="2844" y="2546"/>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1" name="Google Shape;2641;p62"/>
            <p:cNvSpPr/>
            <p:nvPr/>
          </p:nvSpPr>
          <p:spPr>
            <a:xfrm>
              <a:off x="3261800" y="3422525"/>
              <a:ext cx="108525" cy="108550"/>
            </a:xfrm>
            <a:custGeom>
              <a:rect b="b" l="l" r="r" t="t"/>
              <a:pathLst>
                <a:path extrusionOk="0" h="4342" w="4341">
                  <a:moveTo>
                    <a:pt x="0" y="0"/>
                  </a:moveTo>
                  <a:lnTo>
                    <a:pt x="0" y="150"/>
                  </a:lnTo>
                  <a:lnTo>
                    <a:pt x="1946" y="2246"/>
                  </a:lnTo>
                  <a:lnTo>
                    <a:pt x="4191" y="4341"/>
                  </a:lnTo>
                  <a:lnTo>
                    <a:pt x="4341" y="4341"/>
                  </a:lnTo>
                  <a:lnTo>
                    <a:pt x="4341" y="4191"/>
                  </a:lnTo>
                  <a:lnTo>
                    <a:pt x="2245" y="2096"/>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2" name="Google Shape;2642;p62"/>
            <p:cNvSpPr/>
            <p:nvPr/>
          </p:nvSpPr>
          <p:spPr>
            <a:xfrm>
              <a:off x="3190700" y="3437500"/>
              <a:ext cx="127250" cy="130975"/>
            </a:xfrm>
            <a:custGeom>
              <a:rect b="b" l="l" r="r" t="t"/>
              <a:pathLst>
                <a:path extrusionOk="0" h="5239" w="5090">
                  <a:moveTo>
                    <a:pt x="0" y="0"/>
                  </a:moveTo>
                  <a:lnTo>
                    <a:pt x="0" y="150"/>
                  </a:lnTo>
                  <a:lnTo>
                    <a:pt x="1198" y="1497"/>
                  </a:lnTo>
                  <a:lnTo>
                    <a:pt x="2395" y="2694"/>
                  </a:lnTo>
                  <a:lnTo>
                    <a:pt x="3742" y="4042"/>
                  </a:lnTo>
                  <a:lnTo>
                    <a:pt x="5089" y="5239"/>
                  </a:lnTo>
                  <a:lnTo>
                    <a:pt x="5089" y="5089"/>
                  </a:lnTo>
                  <a:lnTo>
                    <a:pt x="3892" y="3742"/>
                  </a:lnTo>
                  <a:lnTo>
                    <a:pt x="2694" y="2395"/>
                  </a:lnTo>
                  <a:lnTo>
                    <a:pt x="134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3" name="Google Shape;2643;p62"/>
            <p:cNvSpPr/>
            <p:nvPr/>
          </p:nvSpPr>
          <p:spPr>
            <a:xfrm>
              <a:off x="3168250" y="3501100"/>
              <a:ext cx="101050" cy="104800"/>
            </a:xfrm>
            <a:custGeom>
              <a:rect b="b" l="l" r="r" t="t"/>
              <a:pathLst>
                <a:path extrusionOk="0" h="4192" w="4042">
                  <a:moveTo>
                    <a:pt x="0" y="1"/>
                  </a:moveTo>
                  <a:lnTo>
                    <a:pt x="0" y="150"/>
                  </a:lnTo>
                  <a:lnTo>
                    <a:pt x="1946" y="2246"/>
                  </a:lnTo>
                  <a:lnTo>
                    <a:pt x="2844" y="3294"/>
                  </a:lnTo>
                  <a:lnTo>
                    <a:pt x="4041" y="4192"/>
                  </a:lnTo>
                  <a:lnTo>
                    <a:pt x="4041" y="4042"/>
                  </a:lnTo>
                  <a:lnTo>
                    <a:pt x="3143" y="2994"/>
                  </a:lnTo>
                  <a:lnTo>
                    <a:pt x="2245" y="19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4" name="Google Shape;2644;p62"/>
            <p:cNvSpPr/>
            <p:nvPr/>
          </p:nvSpPr>
          <p:spPr>
            <a:xfrm>
              <a:off x="3085925" y="3594650"/>
              <a:ext cx="86075" cy="86100"/>
            </a:xfrm>
            <a:custGeom>
              <a:rect b="b" l="l" r="r" t="t"/>
              <a:pathLst>
                <a:path extrusionOk="0" h="3444" w="3443">
                  <a:moveTo>
                    <a:pt x="0" y="1"/>
                  </a:moveTo>
                  <a:lnTo>
                    <a:pt x="0" y="150"/>
                  </a:lnTo>
                  <a:lnTo>
                    <a:pt x="749" y="1048"/>
                  </a:lnTo>
                  <a:lnTo>
                    <a:pt x="1497" y="1947"/>
                  </a:lnTo>
                  <a:lnTo>
                    <a:pt x="3443" y="3443"/>
                  </a:lnTo>
                  <a:lnTo>
                    <a:pt x="3443" y="3294"/>
                  </a:lnTo>
                  <a:lnTo>
                    <a:pt x="1946" y="149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5" name="Google Shape;2645;p62"/>
            <p:cNvSpPr/>
            <p:nvPr/>
          </p:nvSpPr>
          <p:spPr>
            <a:xfrm>
              <a:off x="3130825" y="3553500"/>
              <a:ext cx="89825" cy="89825"/>
            </a:xfrm>
            <a:custGeom>
              <a:rect b="b" l="l" r="r" t="t"/>
              <a:pathLst>
                <a:path extrusionOk="0" h="3593" w="3593">
                  <a:moveTo>
                    <a:pt x="0" y="0"/>
                  </a:moveTo>
                  <a:lnTo>
                    <a:pt x="0" y="150"/>
                  </a:lnTo>
                  <a:lnTo>
                    <a:pt x="1647" y="1946"/>
                  </a:lnTo>
                  <a:lnTo>
                    <a:pt x="3443" y="3593"/>
                  </a:lnTo>
                  <a:lnTo>
                    <a:pt x="3593" y="3593"/>
                  </a:lnTo>
                  <a:lnTo>
                    <a:pt x="3593" y="3443"/>
                  </a:lnTo>
                  <a:lnTo>
                    <a:pt x="1946" y="16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6" name="Google Shape;2646;p62"/>
            <p:cNvSpPr/>
            <p:nvPr/>
          </p:nvSpPr>
          <p:spPr>
            <a:xfrm>
              <a:off x="3044750" y="3639550"/>
              <a:ext cx="78625" cy="78625"/>
            </a:xfrm>
            <a:custGeom>
              <a:rect b="b" l="l" r="r" t="t"/>
              <a:pathLst>
                <a:path extrusionOk="0" h="3145" w="3145">
                  <a:moveTo>
                    <a:pt x="1" y="1"/>
                  </a:moveTo>
                  <a:lnTo>
                    <a:pt x="1" y="151"/>
                  </a:lnTo>
                  <a:lnTo>
                    <a:pt x="599" y="1049"/>
                  </a:lnTo>
                  <a:lnTo>
                    <a:pt x="1348" y="1797"/>
                  </a:lnTo>
                  <a:lnTo>
                    <a:pt x="2994" y="3144"/>
                  </a:lnTo>
                  <a:lnTo>
                    <a:pt x="3144" y="3144"/>
                  </a:lnTo>
                  <a:lnTo>
                    <a:pt x="2096" y="1797"/>
                  </a:lnTo>
                  <a:lnTo>
                    <a:pt x="1049" y="8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7" name="Google Shape;2647;p62"/>
            <p:cNvSpPr/>
            <p:nvPr/>
          </p:nvSpPr>
          <p:spPr>
            <a:xfrm>
              <a:off x="2999850" y="3684450"/>
              <a:ext cx="71125" cy="71125"/>
            </a:xfrm>
            <a:custGeom>
              <a:rect b="b" l="l" r="r" t="t"/>
              <a:pathLst>
                <a:path extrusionOk="0" h="2845" w="2845">
                  <a:moveTo>
                    <a:pt x="1" y="1"/>
                  </a:moveTo>
                  <a:lnTo>
                    <a:pt x="1" y="151"/>
                  </a:lnTo>
                  <a:lnTo>
                    <a:pt x="1348" y="1647"/>
                  </a:lnTo>
                  <a:lnTo>
                    <a:pt x="2845" y="2845"/>
                  </a:lnTo>
                  <a:lnTo>
                    <a:pt x="2845" y="2695"/>
                  </a:lnTo>
                  <a:lnTo>
                    <a:pt x="164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8" name="Google Shape;2648;p62"/>
            <p:cNvSpPr/>
            <p:nvPr/>
          </p:nvSpPr>
          <p:spPr>
            <a:xfrm>
              <a:off x="2947475" y="3718150"/>
              <a:ext cx="74850" cy="74850"/>
            </a:xfrm>
            <a:custGeom>
              <a:rect b="b" l="l" r="r" t="t"/>
              <a:pathLst>
                <a:path extrusionOk="0" h="2994" w="2994">
                  <a:moveTo>
                    <a:pt x="0" y="0"/>
                  </a:moveTo>
                  <a:lnTo>
                    <a:pt x="0" y="150"/>
                  </a:lnTo>
                  <a:lnTo>
                    <a:pt x="599" y="898"/>
                  </a:lnTo>
                  <a:lnTo>
                    <a:pt x="1347" y="1647"/>
                  </a:lnTo>
                  <a:lnTo>
                    <a:pt x="2994" y="2994"/>
                  </a:lnTo>
                  <a:lnTo>
                    <a:pt x="2994" y="2844"/>
                  </a:lnTo>
                  <a:lnTo>
                    <a:pt x="1647" y="134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9" name="Google Shape;2649;p62"/>
            <p:cNvSpPr/>
            <p:nvPr/>
          </p:nvSpPr>
          <p:spPr>
            <a:xfrm>
              <a:off x="2902575" y="3759300"/>
              <a:ext cx="71100" cy="71125"/>
            </a:xfrm>
            <a:custGeom>
              <a:rect b="b" l="l" r="r" t="t"/>
              <a:pathLst>
                <a:path extrusionOk="0" h="2845" w="2844">
                  <a:moveTo>
                    <a:pt x="0" y="1"/>
                  </a:moveTo>
                  <a:lnTo>
                    <a:pt x="0" y="150"/>
                  </a:lnTo>
                  <a:lnTo>
                    <a:pt x="599" y="899"/>
                  </a:lnTo>
                  <a:lnTo>
                    <a:pt x="1197" y="1497"/>
                  </a:lnTo>
                  <a:lnTo>
                    <a:pt x="2694" y="2844"/>
                  </a:lnTo>
                  <a:lnTo>
                    <a:pt x="2844" y="2844"/>
                  </a:lnTo>
                  <a:lnTo>
                    <a:pt x="2844" y="2695"/>
                  </a:lnTo>
                  <a:lnTo>
                    <a:pt x="1497" y="1348"/>
                  </a:lnTo>
                  <a:lnTo>
                    <a:pt x="898" y="5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0" name="Google Shape;2650;p62"/>
            <p:cNvSpPr/>
            <p:nvPr/>
          </p:nvSpPr>
          <p:spPr>
            <a:xfrm>
              <a:off x="2857650" y="3800475"/>
              <a:ext cx="71125" cy="71100"/>
            </a:xfrm>
            <a:custGeom>
              <a:rect b="b" l="l" r="r" t="t"/>
              <a:pathLst>
                <a:path extrusionOk="0" h="2844" w="2845">
                  <a:moveTo>
                    <a:pt x="151" y="0"/>
                  </a:moveTo>
                  <a:lnTo>
                    <a:pt x="1" y="150"/>
                  </a:lnTo>
                  <a:lnTo>
                    <a:pt x="1" y="449"/>
                  </a:lnTo>
                  <a:lnTo>
                    <a:pt x="600" y="1048"/>
                  </a:lnTo>
                  <a:lnTo>
                    <a:pt x="1198" y="1646"/>
                  </a:lnTo>
                  <a:lnTo>
                    <a:pt x="2695" y="2844"/>
                  </a:lnTo>
                  <a:lnTo>
                    <a:pt x="2845" y="2844"/>
                  </a:lnTo>
                  <a:lnTo>
                    <a:pt x="1498" y="1347"/>
                  </a:lnTo>
                  <a:lnTo>
                    <a:pt x="749" y="599"/>
                  </a:lnTo>
                  <a:lnTo>
                    <a:pt x="15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1" name="Google Shape;2651;p62"/>
            <p:cNvSpPr/>
            <p:nvPr/>
          </p:nvSpPr>
          <p:spPr>
            <a:xfrm>
              <a:off x="2805275" y="3837875"/>
              <a:ext cx="67375" cy="71125"/>
            </a:xfrm>
            <a:custGeom>
              <a:rect b="b" l="l" r="r" t="t"/>
              <a:pathLst>
                <a:path extrusionOk="0" h="2845" w="2695">
                  <a:moveTo>
                    <a:pt x="0" y="1"/>
                  </a:moveTo>
                  <a:lnTo>
                    <a:pt x="0" y="150"/>
                  </a:lnTo>
                  <a:lnTo>
                    <a:pt x="449" y="749"/>
                  </a:lnTo>
                  <a:lnTo>
                    <a:pt x="1198" y="1498"/>
                  </a:lnTo>
                  <a:lnTo>
                    <a:pt x="2695" y="2845"/>
                  </a:lnTo>
                  <a:lnTo>
                    <a:pt x="2695" y="2695"/>
                  </a:lnTo>
                  <a:lnTo>
                    <a:pt x="1497" y="1198"/>
                  </a:lnTo>
                  <a:lnTo>
                    <a:pt x="749" y="600"/>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2" name="Google Shape;2652;p62"/>
            <p:cNvSpPr/>
            <p:nvPr/>
          </p:nvSpPr>
          <p:spPr>
            <a:xfrm>
              <a:off x="2767850" y="3890275"/>
              <a:ext cx="59900" cy="56150"/>
            </a:xfrm>
            <a:custGeom>
              <a:rect b="b" l="l" r="r" t="t"/>
              <a:pathLst>
                <a:path extrusionOk="0" h="2246" w="2396">
                  <a:moveTo>
                    <a:pt x="1" y="0"/>
                  </a:moveTo>
                  <a:lnTo>
                    <a:pt x="450" y="749"/>
                  </a:lnTo>
                  <a:lnTo>
                    <a:pt x="1048" y="1198"/>
                  </a:lnTo>
                  <a:lnTo>
                    <a:pt x="2246" y="2245"/>
                  </a:lnTo>
                  <a:lnTo>
                    <a:pt x="2395" y="2096"/>
                  </a:lnTo>
                  <a:lnTo>
                    <a:pt x="1348" y="898"/>
                  </a:lnTo>
                  <a:lnTo>
                    <a:pt x="749" y="44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3" name="Google Shape;2653;p62"/>
            <p:cNvSpPr/>
            <p:nvPr/>
          </p:nvSpPr>
          <p:spPr>
            <a:xfrm>
              <a:off x="2734175" y="3942650"/>
              <a:ext cx="41175" cy="41200"/>
            </a:xfrm>
            <a:custGeom>
              <a:rect b="b" l="l" r="r" t="t"/>
              <a:pathLst>
                <a:path extrusionOk="0" h="1648" w="1647">
                  <a:moveTo>
                    <a:pt x="0" y="1"/>
                  </a:moveTo>
                  <a:lnTo>
                    <a:pt x="0" y="150"/>
                  </a:lnTo>
                  <a:lnTo>
                    <a:pt x="749" y="899"/>
                  </a:lnTo>
                  <a:lnTo>
                    <a:pt x="1647" y="1647"/>
                  </a:lnTo>
                  <a:lnTo>
                    <a:pt x="1647" y="1498"/>
                  </a:lnTo>
                  <a:lnTo>
                    <a:pt x="1048" y="7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4" name="Google Shape;2654;p62"/>
            <p:cNvSpPr/>
            <p:nvPr/>
          </p:nvSpPr>
          <p:spPr>
            <a:xfrm>
              <a:off x="2693025" y="3987550"/>
              <a:ext cx="37425" cy="37450"/>
            </a:xfrm>
            <a:custGeom>
              <a:rect b="b" l="l" r="r" t="t"/>
              <a:pathLst>
                <a:path extrusionOk="0" h="1498" w="1497">
                  <a:moveTo>
                    <a:pt x="150" y="1"/>
                  </a:moveTo>
                  <a:lnTo>
                    <a:pt x="0" y="151"/>
                  </a:lnTo>
                  <a:lnTo>
                    <a:pt x="0" y="300"/>
                  </a:lnTo>
                  <a:lnTo>
                    <a:pt x="599" y="899"/>
                  </a:lnTo>
                  <a:lnTo>
                    <a:pt x="1347" y="1498"/>
                  </a:lnTo>
                  <a:lnTo>
                    <a:pt x="1497" y="1498"/>
                  </a:lnTo>
                  <a:lnTo>
                    <a:pt x="1497" y="1348"/>
                  </a:lnTo>
                  <a:lnTo>
                    <a:pt x="89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5" name="Google Shape;2655;p62"/>
            <p:cNvSpPr/>
            <p:nvPr/>
          </p:nvSpPr>
          <p:spPr>
            <a:xfrm>
              <a:off x="2644375" y="4024975"/>
              <a:ext cx="33700" cy="37450"/>
            </a:xfrm>
            <a:custGeom>
              <a:rect b="b" l="l" r="r" t="t"/>
              <a:pathLst>
                <a:path extrusionOk="0" h="1498" w="1348">
                  <a:moveTo>
                    <a:pt x="0" y="1"/>
                  </a:moveTo>
                  <a:lnTo>
                    <a:pt x="0" y="150"/>
                  </a:lnTo>
                  <a:lnTo>
                    <a:pt x="150" y="599"/>
                  </a:lnTo>
                  <a:lnTo>
                    <a:pt x="449" y="899"/>
                  </a:lnTo>
                  <a:lnTo>
                    <a:pt x="1198" y="1498"/>
                  </a:lnTo>
                  <a:lnTo>
                    <a:pt x="1347" y="1348"/>
                  </a:lnTo>
                  <a:lnTo>
                    <a:pt x="749" y="599"/>
                  </a:lnTo>
                  <a:lnTo>
                    <a:pt x="449" y="3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6" name="Google Shape;2656;p62"/>
            <p:cNvSpPr/>
            <p:nvPr/>
          </p:nvSpPr>
          <p:spPr>
            <a:xfrm>
              <a:off x="2599475" y="4069875"/>
              <a:ext cx="33700" cy="33700"/>
            </a:xfrm>
            <a:custGeom>
              <a:rect b="b" l="l" r="r" t="t"/>
              <a:pathLst>
                <a:path extrusionOk="0" h="1348" w="1348">
                  <a:moveTo>
                    <a:pt x="0" y="1"/>
                  </a:moveTo>
                  <a:lnTo>
                    <a:pt x="0" y="151"/>
                  </a:lnTo>
                  <a:lnTo>
                    <a:pt x="599" y="749"/>
                  </a:lnTo>
                  <a:lnTo>
                    <a:pt x="1197" y="1348"/>
                  </a:lnTo>
                  <a:lnTo>
                    <a:pt x="1347" y="1198"/>
                  </a:lnTo>
                  <a:lnTo>
                    <a:pt x="74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7" name="Google Shape;2657;p62"/>
            <p:cNvSpPr/>
            <p:nvPr/>
          </p:nvSpPr>
          <p:spPr>
            <a:xfrm>
              <a:off x="3546175" y="2558125"/>
              <a:ext cx="291900" cy="18750"/>
            </a:xfrm>
            <a:custGeom>
              <a:rect b="b" l="l" r="r" t="t"/>
              <a:pathLst>
                <a:path extrusionOk="0" h="750" w="11676">
                  <a:moveTo>
                    <a:pt x="4641" y="1"/>
                  </a:moveTo>
                  <a:lnTo>
                    <a:pt x="150" y="150"/>
                  </a:lnTo>
                  <a:lnTo>
                    <a:pt x="1" y="300"/>
                  </a:lnTo>
                  <a:lnTo>
                    <a:pt x="1" y="450"/>
                  </a:lnTo>
                  <a:lnTo>
                    <a:pt x="150" y="450"/>
                  </a:lnTo>
                  <a:lnTo>
                    <a:pt x="4641" y="749"/>
                  </a:lnTo>
                  <a:lnTo>
                    <a:pt x="9131" y="749"/>
                  </a:lnTo>
                  <a:lnTo>
                    <a:pt x="9730" y="599"/>
                  </a:lnTo>
                  <a:lnTo>
                    <a:pt x="11526" y="599"/>
                  </a:lnTo>
                  <a:lnTo>
                    <a:pt x="11676" y="450"/>
                  </a:lnTo>
                  <a:lnTo>
                    <a:pt x="11676" y="300"/>
                  </a:lnTo>
                  <a:lnTo>
                    <a:pt x="11526" y="150"/>
                  </a:lnTo>
                  <a:lnTo>
                    <a:pt x="9580" y="150"/>
                  </a:lnTo>
                  <a:lnTo>
                    <a:pt x="913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8" name="Google Shape;2658;p62"/>
            <p:cNvSpPr/>
            <p:nvPr/>
          </p:nvSpPr>
          <p:spPr>
            <a:xfrm>
              <a:off x="3534950" y="2397225"/>
              <a:ext cx="280675" cy="18725"/>
            </a:xfrm>
            <a:custGeom>
              <a:rect b="b" l="l" r="r" t="t"/>
              <a:pathLst>
                <a:path extrusionOk="0" h="749" w="11227">
                  <a:moveTo>
                    <a:pt x="2396" y="1"/>
                  </a:moveTo>
                  <a:lnTo>
                    <a:pt x="150" y="300"/>
                  </a:lnTo>
                  <a:lnTo>
                    <a:pt x="1" y="300"/>
                  </a:lnTo>
                  <a:lnTo>
                    <a:pt x="150" y="450"/>
                  </a:lnTo>
                  <a:lnTo>
                    <a:pt x="2845" y="749"/>
                  </a:lnTo>
                  <a:lnTo>
                    <a:pt x="6586" y="749"/>
                  </a:lnTo>
                  <a:lnTo>
                    <a:pt x="7634" y="599"/>
                  </a:lnTo>
                  <a:lnTo>
                    <a:pt x="11077" y="599"/>
                  </a:lnTo>
                  <a:lnTo>
                    <a:pt x="11227" y="450"/>
                  </a:lnTo>
                  <a:lnTo>
                    <a:pt x="11227" y="300"/>
                  </a:lnTo>
                  <a:lnTo>
                    <a:pt x="11077" y="150"/>
                  </a:lnTo>
                  <a:lnTo>
                    <a:pt x="673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59" name="Google Shape;2659;p62"/>
            <p:cNvSpPr/>
            <p:nvPr/>
          </p:nvSpPr>
          <p:spPr>
            <a:xfrm>
              <a:off x="3546175" y="2311150"/>
              <a:ext cx="273200" cy="26225"/>
            </a:xfrm>
            <a:custGeom>
              <a:rect b="b" l="l" r="r" t="t"/>
              <a:pathLst>
                <a:path extrusionOk="0" h="1049" w="10928">
                  <a:moveTo>
                    <a:pt x="4192" y="1"/>
                  </a:moveTo>
                  <a:lnTo>
                    <a:pt x="1797" y="151"/>
                  </a:lnTo>
                  <a:lnTo>
                    <a:pt x="899" y="300"/>
                  </a:lnTo>
                  <a:lnTo>
                    <a:pt x="150" y="450"/>
                  </a:lnTo>
                  <a:lnTo>
                    <a:pt x="1" y="600"/>
                  </a:lnTo>
                  <a:lnTo>
                    <a:pt x="150" y="600"/>
                  </a:lnTo>
                  <a:lnTo>
                    <a:pt x="450" y="749"/>
                  </a:lnTo>
                  <a:lnTo>
                    <a:pt x="1647" y="899"/>
                  </a:lnTo>
                  <a:lnTo>
                    <a:pt x="2845" y="899"/>
                  </a:lnTo>
                  <a:lnTo>
                    <a:pt x="4940" y="1049"/>
                  </a:lnTo>
                  <a:lnTo>
                    <a:pt x="7036" y="1049"/>
                  </a:lnTo>
                  <a:lnTo>
                    <a:pt x="8981" y="899"/>
                  </a:lnTo>
                  <a:lnTo>
                    <a:pt x="10927" y="600"/>
                  </a:lnTo>
                  <a:lnTo>
                    <a:pt x="10927" y="450"/>
                  </a:lnTo>
                  <a:lnTo>
                    <a:pt x="8682" y="151"/>
                  </a:lnTo>
                  <a:lnTo>
                    <a:pt x="643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60" name="Google Shape;2660;p62"/>
            <p:cNvSpPr/>
            <p:nvPr/>
          </p:nvSpPr>
          <p:spPr>
            <a:xfrm>
              <a:off x="3549925" y="2232575"/>
              <a:ext cx="261950" cy="22475"/>
            </a:xfrm>
            <a:custGeom>
              <a:rect b="b" l="l" r="r" t="t"/>
              <a:pathLst>
                <a:path extrusionOk="0" h="899" w="10478">
                  <a:moveTo>
                    <a:pt x="5688" y="1"/>
                  </a:moveTo>
                  <a:lnTo>
                    <a:pt x="2994" y="150"/>
                  </a:lnTo>
                  <a:lnTo>
                    <a:pt x="150" y="300"/>
                  </a:lnTo>
                  <a:lnTo>
                    <a:pt x="0" y="450"/>
                  </a:lnTo>
                  <a:lnTo>
                    <a:pt x="150" y="599"/>
                  </a:lnTo>
                  <a:lnTo>
                    <a:pt x="2994" y="899"/>
                  </a:lnTo>
                  <a:lnTo>
                    <a:pt x="8083" y="899"/>
                  </a:lnTo>
                  <a:lnTo>
                    <a:pt x="9280" y="749"/>
                  </a:lnTo>
                  <a:lnTo>
                    <a:pt x="10478" y="599"/>
                  </a:lnTo>
                  <a:lnTo>
                    <a:pt x="10478" y="450"/>
                  </a:lnTo>
                  <a:lnTo>
                    <a:pt x="9280" y="150"/>
                  </a:lnTo>
                  <a:lnTo>
                    <a:pt x="808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61" name="Google Shape;2661;p62"/>
            <p:cNvSpPr/>
            <p:nvPr/>
          </p:nvSpPr>
          <p:spPr>
            <a:xfrm>
              <a:off x="3564900" y="2150250"/>
              <a:ext cx="246975" cy="26225"/>
            </a:xfrm>
            <a:custGeom>
              <a:rect b="b" l="l" r="r" t="t"/>
              <a:pathLst>
                <a:path extrusionOk="0" h="1049" w="9879">
                  <a:moveTo>
                    <a:pt x="4939" y="1"/>
                  </a:moveTo>
                  <a:lnTo>
                    <a:pt x="2545" y="150"/>
                  </a:lnTo>
                  <a:lnTo>
                    <a:pt x="150" y="300"/>
                  </a:lnTo>
                  <a:lnTo>
                    <a:pt x="0" y="450"/>
                  </a:lnTo>
                  <a:lnTo>
                    <a:pt x="150" y="599"/>
                  </a:lnTo>
                  <a:lnTo>
                    <a:pt x="2545" y="899"/>
                  </a:lnTo>
                  <a:lnTo>
                    <a:pt x="4939" y="1049"/>
                  </a:lnTo>
                  <a:lnTo>
                    <a:pt x="7484" y="1049"/>
                  </a:lnTo>
                  <a:lnTo>
                    <a:pt x="8532" y="899"/>
                  </a:lnTo>
                  <a:lnTo>
                    <a:pt x="9729" y="749"/>
                  </a:lnTo>
                  <a:lnTo>
                    <a:pt x="9879" y="599"/>
                  </a:lnTo>
                  <a:lnTo>
                    <a:pt x="9729" y="450"/>
                  </a:lnTo>
                  <a:lnTo>
                    <a:pt x="8532" y="150"/>
                  </a:lnTo>
                  <a:lnTo>
                    <a:pt x="748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62" name="Google Shape;2662;p62"/>
            <p:cNvSpPr/>
            <p:nvPr/>
          </p:nvSpPr>
          <p:spPr>
            <a:xfrm>
              <a:off x="3576125" y="2071675"/>
              <a:ext cx="243250" cy="22475"/>
            </a:xfrm>
            <a:custGeom>
              <a:rect b="b" l="l" r="r" t="t"/>
              <a:pathLst>
                <a:path extrusionOk="0" h="899" w="9730">
                  <a:moveTo>
                    <a:pt x="5239" y="1"/>
                  </a:moveTo>
                  <a:lnTo>
                    <a:pt x="2694" y="150"/>
                  </a:lnTo>
                  <a:lnTo>
                    <a:pt x="150" y="300"/>
                  </a:lnTo>
                  <a:lnTo>
                    <a:pt x="0" y="300"/>
                  </a:lnTo>
                  <a:lnTo>
                    <a:pt x="0" y="450"/>
                  </a:lnTo>
                  <a:lnTo>
                    <a:pt x="0" y="599"/>
                  </a:lnTo>
                  <a:lnTo>
                    <a:pt x="150" y="599"/>
                  </a:lnTo>
                  <a:lnTo>
                    <a:pt x="2694" y="749"/>
                  </a:lnTo>
                  <a:lnTo>
                    <a:pt x="5239" y="899"/>
                  </a:lnTo>
                  <a:lnTo>
                    <a:pt x="8532" y="899"/>
                  </a:lnTo>
                  <a:lnTo>
                    <a:pt x="9580" y="599"/>
                  </a:lnTo>
                  <a:lnTo>
                    <a:pt x="9729" y="450"/>
                  </a:lnTo>
                  <a:lnTo>
                    <a:pt x="9580" y="300"/>
                  </a:lnTo>
                  <a:lnTo>
                    <a:pt x="8532" y="150"/>
                  </a:lnTo>
                  <a:lnTo>
                    <a:pt x="733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63" name="Google Shape;2663;p62"/>
            <p:cNvSpPr/>
            <p:nvPr/>
          </p:nvSpPr>
          <p:spPr>
            <a:xfrm>
              <a:off x="3587350" y="1993100"/>
              <a:ext cx="235750" cy="22475"/>
            </a:xfrm>
            <a:custGeom>
              <a:rect b="b" l="l" r="r" t="t"/>
              <a:pathLst>
                <a:path extrusionOk="0" h="899" w="9430">
                  <a:moveTo>
                    <a:pt x="2395" y="0"/>
                  </a:moveTo>
                  <a:lnTo>
                    <a:pt x="150" y="300"/>
                  </a:lnTo>
                  <a:lnTo>
                    <a:pt x="0" y="449"/>
                  </a:lnTo>
                  <a:lnTo>
                    <a:pt x="150" y="599"/>
                  </a:lnTo>
                  <a:lnTo>
                    <a:pt x="2395" y="749"/>
                  </a:lnTo>
                  <a:lnTo>
                    <a:pt x="4640" y="898"/>
                  </a:lnTo>
                  <a:lnTo>
                    <a:pt x="9131" y="599"/>
                  </a:lnTo>
                  <a:lnTo>
                    <a:pt x="9280" y="599"/>
                  </a:lnTo>
                  <a:lnTo>
                    <a:pt x="9430" y="449"/>
                  </a:lnTo>
                  <a:lnTo>
                    <a:pt x="9280" y="150"/>
                  </a:lnTo>
                  <a:lnTo>
                    <a:pt x="9131" y="150"/>
                  </a:lnTo>
                  <a:lnTo>
                    <a:pt x="46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64" name="Google Shape;2664;p62"/>
            <p:cNvSpPr/>
            <p:nvPr/>
          </p:nvSpPr>
          <p:spPr>
            <a:xfrm>
              <a:off x="3594825" y="1907025"/>
              <a:ext cx="235775" cy="22475"/>
            </a:xfrm>
            <a:custGeom>
              <a:rect b="b" l="l" r="r" t="t"/>
              <a:pathLst>
                <a:path extrusionOk="0" h="899" w="9431">
                  <a:moveTo>
                    <a:pt x="1198" y="1"/>
                  </a:moveTo>
                  <a:lnTo>
                    <a:pt x="150" y="300"/>
                  </a:lnTo>
                  <a:lnTo>
                    <a:pt x="1" y="300"/>
                  </a:lnTo>
                  <a:lnTo>
                    <a:pt x="1" y="450"/>
                  </a:lnTo>
                  <a:lnTo>
                    <a:pt x="1" y="599"/>
                  </a:lnTo>
                  <a:lnTo>
                    <a:pt x="150" y="599"/>
                  </a:lnTo>
                  <a:lnTo>
                    <a:pt x="1198" y="899"/>
                  </a:lnTo>
                  <a:lnTo>
                    <a:pt x="6736" y="899"/>
                  </a:lnTo>
                  <a:lnTo>
                    <a:pt x="9281" y="749"/>
                  </a:lnTo>
                  <a:lnTo>
                    <a:pt x="9430" y="749"/>
                  </a:lnTo>
                  <a:lnTo>
                    <a:pt x="9430" y="599"/>
                  </a:lnTo>
                  <a:lnTo>
                    <a:pt x="9430" y="450"/>
                  </a:lnTo>
                  <a:lnTo>
                    <a:pt x="9281" y="450"/>
                  </a:lnTo>
                  <a:lnTo>
                    <a:pt x="6736" y="150"/>
                  </a:lnTo>
                  <a:lnTo>
                    <a:pt x="4341" y="150"/>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65" name="Google Shape;2665;p62"/>
            <p:cNvSpPr/>
            <p:nvPr/>
          </p:nvSpPr>
          <p:spPr>
            <a:xfrm>
              <a:off x="3609800" y="1828450"/>
              <a:ext cx="205825" cy="22475"/>
            </a:xfrm>
            <a:custGeom>
              <a:rect b="b" l="l" r="r" t="t"/>
              <a:pathLst>
                <a:path extrusionOk="0" h="899" w="8233">
                  <a:moveTo>
                    <a:pt x="4042" y="0"/>
                  </a:moveTo>
                  <a:lnTo>
                    <a:pt x="2096" y="150"/>
                  </a:lnTo>
                  <a:lnTo>
                    <a:pt x="150" y="300"/>
                  </a:lnTo>
                  <a:lnTo>
                    <a:pt x="0" y="449"/>
                  </a:lnTo>
                  <a:lnTo>
                    <a:pt x="150" y="599"/>
                  </a:lnTo>
                  <a:lnTo>
                    <a:pt x="4042" y="898"/>
                  </a:lnTo>
                  <a:lnTo>
                    <a:pt x="5987" y="898"/>
                  </a:lnTo>
                  <a:lnTo>
                    <a:pt x="7933" y="749"/>
                  </a:lnTo>
                  <a:lnTo>
                    <a:pt x="8233" y="749"/>
                  </a:lnTo>
                  <a:lnTo>
                    <a:pt x="8233" y="449"/>
                  </a:lnTo>
                  <a:lnTo>
                    <a:pt x="8233" y="300"/>
                  </a:lnTo>
                  <a:lnTo>
                    <a:pt x="7933" y="300"/>
                  </a:lnTo>
                  <a:lnTo>
                    <a:pt x="598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66" name="Google Shape;2666;p62"/>
            <p:cNvSpPr/>
            <p:nvPr/>
          </p:nvSpPr>
          <p:spPr>
            <a:xfrm>
              <a:off x="3624750" y="1746125"/>
              <a:ext cx="243275" cy="26225"/>
            </a:xfrm>
            <a:custGeom>
              <a:rect b="b" l="l" r="r" t="t"/>
              <a:pathLst>
                <a:path extrusionOk="0" h="1049" w="9731">
                  <a:moveTo>
                    <a:pt x="4791" y="0"/>
                  </a:moveTo>
                  <a:lnTo>
                    <a:pt x="2396" y="150"/>
                  </a:lnTo>
                  <a:lnTo>
                    <a:pt x="151" y="450"/>
                  </a:lnTo>
                  <a:lnTo>
                    <a:pt x="1" y="599"/>
                  </a:lnTo>
                  <a:lnTo>
                    <a:pt x="151" y="749"/>
                  </a:lnTo>
                  <a:lnTo>
                    <a:pt x="2096" y="899"/>
                  </a:lnTo>
                  <a:lnTo>
                    <a:pt x="4042" y="1048"/>
                  </a:lnTo>
                  <a:lnTo>
                    <a:pt x="7784" y="1048"/>
                  </a:lnTo>
                  <a:lnTo>
                    <a:pt x="9580" y="749"/>
                  </a:lnTo>
                  <a:lnTo>
                    <a:pt x="9730" y="749"/>
                  </a:lnTo>
                  <a:lnTo>
                    <a:pt x="9730" y="450"/>
                  </a:lnTo>
                  <a:lnTo>
                    <a:pt x="9580" y="30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67" name="Google Shape;2667;p62"/>
            <p:cNvSpPr/>
            <p:nvPr/>
          </p:nvSpPr>
          <p:spPr>
            <a:xfrm>
              <a:off x="3632250" y="1667550"/>
              <a:ext cx="198350" cy="22475"/>
            </a:xfrm>
            <a:custGeom>
              <a:rect b="b" l="l" r="r" t="t"/>
              <a:pathLst>
                <a:path extrusionOk="0" h="899" w="7934">
                  <a:moveTo>
                    <a:pt x="1946" y="0"/>
                  </a:moveTo>
                  <a:lnTo>
                    <a:pt x="150" y="300"/>
                  </a:lnTo>
                  <a:lnTo>
                    <a:pt x="0" y="449"/>
                  </a:lnTo>
                  <a:lnTo>
                    <a:pt x="150" y="599"/>
                  </a:lnTo>
                  <a:lnTo>
                    <a:pt x="1946" y="898"/>
                  </a:lnTo>
                  <a:lnTo>
                    <a:pt x="5838" y="898"/>
                  </a:lnTo>
                  <a:lnTo>
                    <a:pt x="7634" y="749"/>
                  </a:lnTo>
                  <a:lnTo>
                    <a:pt x="7784" y="599"/>
                  </a:lnTo>
                  <a:lnTo>
                    <a:pt x="7933" y="449"/>
                  </a:lnTo>
                  <a:lnTo>
                    <a:pt x="7784" y="300"/>
                  </a:lnTo>
                  <a:lnTo>
                    <a:pt x="7634" y="300"/>
                  </a:lnTo>
                  <a:lnTo>
                    <a:pt x="5838"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68" name="Google Shape;2668;p62"/>
            <p:cNvSpPr/>
            <p:nvPr/>
          </p:nvSpPr>
          <p:spPr>
            <a:xfrm>
              <a:off x="3654700" y="1506650"/>
              <a:ext cx="164675" cy="26200"/>
            </a:xfrm>
            <a:custGeom>
              <a:rect b="b" l="l" r="r" t="t"/>
              <a:pathLst>
                <a:path extrusionOk="0" h="1048" w="6587">
                  <a:moveTo>
                    <a:pt x="2994" y="0"/>
                  </a:moveTo>
                  <a:lnTo>
                    <a:pt x="1497" y="150"/>
                  </a:lnTo>
                  <a:lnTo>
                    <a:pt x="150" y="449"/>
                  </a:lnTo>
                  <a:lnTo>
                    <a:pt x="0" y="449"/>
                  </a:lnTo>
                  <a:lnTo>
                    <a:pt x="0" y="599"/>
                  </a:lnTo>
                  <a:lnTo>
                    <a:pt x="150" y="748"/>
                  </a:lnTo>
                  <a:lnTo>
                    <a:pt x="1647" y="898"/>
                  </a:lnTo>
                  <a:lnTo>
                    <a:pt x="3293" y="1048"/>
                  </a:lnTo>
                  <a:lnTo>
                    <a:pt x="4790" y="898"/>
                  </a:lnTo>
                  <a:lnTo>
                    <a:pt x="6437" y="748"/>
                  </a:lnTo>
                  <a:lnTo>
                    <a:pt x="6586" y="599"/>
                  </a:lnTo>
                  <a:lnTo>
                    <a:pt x="6586" y="449"/>
                  </a:lnTo>
                  <a:lnTo>
                    <a:pt x="6586" y="299"/>
                  </a:lnTo>
                  <a:lnTo>
                    <a:pt x="6437" y="299"/>
                  </a:lnTo>
                  <a:lnTo>
                    <a:pt x="5838" y="150"/>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69" name="Google Shape;2669;p62"/>
            <p:cNvSpPr/>
            <p:nvPr/>
          </p:nvSpPr>
          <p:spPr>
            <a:xfrm>
              <a:off x="3643475" y="1588950"/>
              <a:ext cx="172150" cy="22500"/>
            </a:xfrm>
            <a:custGeom>
              <a:rect b="b" l="l" r="r" t="t"/>
              <a:pathLst>
                <a:path extrusionOk="0" h="900" w="6886">
                  <a:moveTo>
                    <a:pt x="1796" y="1"/>
                  </a:moveTo>
                  <a:lnTo>
                    <a:pt x="150" y="300"/>
                  </a:lnTo>
                  <a:lnTo>
                    <a:pt x="0" y="300"/>
                  </a:lnTo>
                  <a:lnTo>
                    <a:pt x="0" y="450"/>
                  </a:lnTo>
                  <a:lnTo>
                    <a:pt x="150" y="600"/>
                  </a:lnTo>
                  <a:lnTo>
                    <a:pt x="1796" y="749"/>
                  </a:lnTo>
                  <a:lnTo>
                    <a:pt x="3443" y="899"/>
                  </a:lnTo>
                  <a:lnTo>
                    <a:pt x="5089" y="899"/>
                  </a:lnTo>
                  <a:lnTo>
                    <a:pt x="6736" y="600"/>
                  </a:lnTo>
                  <a:lnTo>
                    <a:pt x="6886" y="600"/>
                  </a:lnTo>
                  <a:lnTo>
                    <a:pt x="6886" y="450"/>
                  </a:lnTo>
                  <a:lnTo>
                    <a:pt x="6886" y="300"/>
                  </a:lnTo>
                  <a:lnTo>
                    <a:pt x="6736" y="151"/>
                  </a:lnTo>
                  <a:lnTo>
                    <a:pt x="508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0" name="Google Shape;2670;p62"/>
            <p:cNvSpPr/>
            <p:nvPr/>
          </p:nvSpPr>
          <p:spPr>
            <a:xfrm>
              <a:off x="3665925" y="1424325"/>
              <a:ext cx="149700" cy="26200"/>
            </a:xfrm>
            <a:custGeom>
              <a:rect b="b" l="l" r="r" t="t"/>
              <a:pathLst>
                <a:path extrusionOk="0" h="1048" w="5988">
                  <a:moveTo>
                    <a:pt x="2844" y="0"/>
                  </a:moveTo>
                  <a:lnTo>
                    <a:pt x="1497" y="150"/>
                  </a:lnTo>
                  <a:lnTo>
                    <a:pt x="0" y="299"/>
                  </a:lnTo>
                  <a:lnTo>
                    <a:pt x="0" y="599"/>
                  </a:lnTo>
                  <a:lnTo>
                    <a:pt x="0" y="749"/>
                  </a:lnTo>
                  <a:lnTo>
                    <a:pt x="1497" y="898"/>
                  </a:lnTo>
                  <a:lnTo>
                    <a:pt x="2844" y="1048"/>
                  </a:lnTo>
                  <a:lnTo>
                    <a:pt x="4341" y="1048"/>
                  </a:lnTo>
                  <a:lnTo>
                    <a:pt x="5688" y="749"/>
                  </a:lnTo>
                  <a:lnTo>
                    <a:pt x="5838" y="599"/>
                  </a:lnTo>
                  <a:lnTo>
                    <a:pt x="5988" y="599"/>
                  </a:lnTo>
                  <a:lnTo>
                    <a:pt x="5838" y="449"/>
                  </a:lnTo>
                  <a:lnTo>
                    <a:pt x="5688" y="299"/>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1" name="Google Shape;2671;p62"/>
            <p:cNvSpPr/>
            <p:nvPr/>
          </p:nvSpPr>
          <p:spPr>
            <a:xfrm>
              <a:off x="3677150" y="1345725"/>
              <a:ext cx="134725" cy="26225"/>
            </a:xfrm>
            <a:custGeom>
              <a:rect b="b" l="l" r="r" t="t"/>
              <a:pathLst>
                <a:path extrusionOk="0" h="1049" w="5389">
                  <a:moveTo>
                    <a:pt x="1497" y="1"/>
                  </a:moveTo>
                  <a:lnTo>
                    <a:pt x="150" y="300"/>
                  </a:lnTo>
                  <a:lnTo>
                    <a:pt x="150" y="450"/>
                  </a:lnTo>
                  <a:lnTo>
                    <a:pt x="0" y="450"/>
                  </a:lnTo>
                  <a:lnTo>
                    <a:pt x="150" y="600"/>
                  </a:lnTo>
                  <a:lnTo>
                    <a:pt x="150" y="749"/>
                  </a:lnTo>
                  <a:lnTo>
                    <a:pt x="1497" y="899"/>
                  </a:lnTo>
                  <a:lnTo>
                    <a:pt x="2695" y="1049"/>
                  </a:lnTo>
                  <a:lnTo>
                    <a:pt x="4042" y="899"/>
                  </a:lnTo>
                  <a:lnTo>
                    <a:pt x="5239" y="749"/>
                  </a:lnTo>
                  <a:lnTo>
                    <a:pt x="5389" y="600"/>
                  </a:lnTo>
                  <a:lnTo>
                    <a:pt x="5389" y="450"/>
                  </a:lnTo>
                  <a:lnTo>
                    <a:pt x="5389" y="300"/>
                  </a:lnTo>
                  <a:lnTo>
                    <a:pt x="5239" y="151"/>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2" name="Google Shape;2672;p62"/>
            <p:cNvSpPr/>
            <p:nvPr/>
          </p:nvSpPr>
          <p:spPr>
            <a:xfrm>
              <a:off x="3688375" y="1267150"/>
              <a:ext cx="142225" cy="18725"/>
            </a:xfrm>
            <a:custGeom>
              <a:rect b="b" l="l" r="r" t="t"/>
              <a:pathLst>
                <a:path extrusionOk="0" h="749" w="5689">
                  <a:moveTo>
                    <a:pt x="1497" y="1"/>
                  </a:moveTo>
                  <a:lnTo>
                    <a:pt x="150" y="300"/>
                  </a:lnTo>
                  <a:lnTo>
                    <a:pt x="0" y="450"/>
                  </a:lnTo>
                  <a:lnTo>
                    <a:pt x="150" y="599"/>
                  </a:lnTo>
                  <a:lnTo>
                    <a:pt x="1497" y="749"/>
                  </a:lnTo>
                  <a:lnTo>
                    <a:pt x="4940" y="749"/>
                  </a:lnTo>
                  <a:lnTo>
                    <a:pt x="5539" y="450"/>
                  </a:lnTo>
                  <a:lnTo>
                    <a:pt x="5688" y="300"/>
                  </a:lnTo>
                  <a:lnTo>
                    <a:pt x="5539" y="150"/>
                  </a:lnTo>
                  <a:lnTo>
                    <a:pt x="49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3" name="Google Shape;2673;p62"/>
            <p:cNvSpPr/>
            <p:nvPr/>
          </p:nvSpPr>
          <p:spPr>
            <a:xfrm>
              <a:off x="3699600" y="1184825"/>
              <a:ext cx="134725" cy="22475"/>
            </a:xfrm>
            <a:custGeom>
              <a:rect b="b" l="l" r="r" t="t"/>
              <a:pathLst>
                <a:path extrusionOk="0" h="899" w="5389">
                  <a:moveTo>
                    <a:pt x="2844" y="1"/>
                  </a:moveTo>
                  <a:lnTo>
                    <a:pt x="1497" y="150"/>
                  </a:lnTo>
                  <a:lnTo>
                    <a:pt x="150" y="300"/>
                  </a:lnTo>
                  <a:lnTo>
                    <a:pt x="0" y="300"/>
                  </a:lnTo>
                  <a:lnTo>
                    <a:pt x="0" y="450"/>
                  </a:lnTo>
                  <a:lnTo>
                    <a:pt x="0" y="599"/>
                  </a:lnTo>
                  <a:lnTo>
                    <a:pt x="150" y="749"/>
                  </a:lnTo>
                  <a:lnTo>
                    <a:pt x="1497" y="899"/>
                  </a:lnTo>
                  <a:lnTo>
                    <a:pt x="4042" y="899"/>
                  </a:lnTo>
                  <a:lnTo>
                    <a:pt x="4790" y="749"/>
                  </a:lnTo>
                  <a:lnTo>
                    <a:pt x="5239" y="599"/>
                  </a:lnTo>
                  <a:lnTo>
                    <a:pt x="5389" y="450"/>
                  </a:lnTo>
                  <a:lnTo>
                    <a:pt x="5239" y="300"/>
                  </a:lnTo>
                  <a:lnTo>
                    <a:pt x="4790" y="15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4" name="Google Shape;2674;p62"/>
            <p:cNvSpPr/>
            <p:nvPr/>
          </p:nvSpPr>
          <p:spPr>
            <a:xfrm>
              <a:off x="3703350" y="1098775"/>
              <a:ext cx="134725" cy="29950"/>
            </a:xfrm>
            <a:custGeom>
              <a:rect b="b" l="l" r="r" t="t"/>
              <a:pathLst>
                <a:path extrusionOk="0" h="1198" w="5389">
                  <a:moveTo>
                    <a:pt x="2694" y="0"/>
                  </a:moveTo>
                  <a:lnTo>
                    <a:pt x="1347" y="150"/>
                  </a:lnTo>
                  <a:lnTo>
                    <a:pt x="150" y="449"/>
                  </a:lnTo>
                  <a:lnTo>
                    <a:pt x="0" y="449"/>
                  </a:lnTo>
                  <a:lnTo>
                    <a:pt x="0" y="599"/>
                  </a:lnTo>
                  <a:lnTo>
                    <a:pt x="0" y="748"/>
                  </a:lnTo>
                  <a:lnTo>
                    <a:pt x="150" y="898"/>
                  </a:lnTo>
                  <a:lnTo>
                    <a:pt x="1347" y="1048"/>
                  </a:lnTo>
                  <a:lnTo>
                    <a:pt x="2694" y="1198"/>
                  </a:lnTo>
                  <a:lnTo>
                    <a:pt x="4041" y="1198"/>
                  </a:lnTo>
                  <a:lnTo>
                    <a:pt x="4640" y="1048"/>
                  </a:lnTo>
                  <a:lnTo>
                    <a:pt x="5239" y="898"/>
                  </a:lnTo>
                  <a:lnTo>
                    <a:pt x="5389" y="748"/>
                  </a:lnTo>
                  <a:lnTo>
                    <a:pt x="5389" y="449"/>
                  </a:lnTo>
                  <a:lnTo>
                    <a:pt x="5239" y="449"/>
                  </a:lnTo>
                  <a:lnTo>
                    <a:pt x="4640" y="299"/>
                  </a:lnTo>
                  <a:lnTo>
                    <a:pt x="4041"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5" name="Google Shape;2675;p62"/>
            <p:cNvSpPr/>
            <p:nvPr/>
          </p:nvSpPr>
          <p:spPr>
            <a:xfrm>
              <a:off x="3718300" y="1020175"/>
              <a:ext cx="134750" cy="26225"/>
            </a:xfrm>
            <a:custGeom>
              <a:rect b="b" l="l" r="r" t="t"/>
              <a:pathLst>
                <a:path extrusionOk="0" h="1049" w="5390">
                  <a:moveTo>
                    <a:pt x="2695" y="1"/>
                  </a:moveTo>
                  <a:lnTo>
                    <a:pt x="1348" y="151"/>
                  </a:lnTo>
                  <a:lnTo>
                    <a:pt x="151" y="300"/>
                  </a:lnTo>
                  <a:lnTo>
                    <a:pt x="1" y="600"/>
                  </a:lnTo>
                  <a:lnTo>
                    <a:pt x="151" y="749"/>
                  </a:lnTo>
                  <a:lnTo>
                    <a:pt x="1348" y="899"/>
                  </a:lnTo>
                  <a:lnTo>
                    <a:pt x="2695" y="1049"/>
                  </a:lnTo>
                  <a:lnTo>
                    <a:pt x="4042" y="1049"/>
                  </a:lnTo>
                  <a:lnTo>
                    <a:pt x="5240" y="749"/>
                  </a:lnTo>
                  <a:lnTo>
                    <a:pt x="5389" y="600"/>
                  </a:lnTo>
                  <a:lnTo>
                    <a:pt x="5240" y="30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6" name="Google Shape;2676;p62"/>
            <p:cNvSpPr/>
            <p:nvPr/>
          </p:nvSpPr>
          <p:spPr>
            <a:xfrm>
              <a:off x="3729525" y="941600"/>
              <a:ext cx="108550" cy="22475"/>
            </a:xfrm>
            <a:custGeom>
              <a:rect b="b" l="l" r="r" t="t"/>
              <a:pathLst>
                <a:path extrusionOk="0" h="899" w="4342">
                  <a:moveTo>
                    <a:pt x="2246" y="1"/>
                  </a:moveTo>
                  <a:lnTo>
                    <a:pt x="1198" y="150"/>
                  </a:lnTo>
                  <a:lnTo>
                    <a:pt x="151" y="300"/>
                  </a:lnTo>
                  <a:lnTo>
                    <a:pt x="1" y="450"/>
                  </a:lnTo>
                  <a:lnTo>
                    <a:pt x="151" y="599"/>
                  </a:lnTo>
                  <a:lnTo>
                    <a:pt x="1198" y="899"/>
                  </a:lnTo>
                  <a:lnTo>
                    <a:pt x="3743" y="899"/>
                  </a:lnTo>
                  <a:lnTo>
                    <a:pt x="4342" y="599"/>
                  </a:lnTo>
                  <a:lnTo>
                    <a:pt x="4342" y="450"/>
                  </a:lnTo>
                  <a:lnTo>
                    <a:pt x="4342" y="300"/>
                  </a:lnTo>
                  <a:lnTo>
                    <a:pt x="3743" y="150"/>
                  </a:lnTo>
                  <a:lnTo>
                    <a:pt x="3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7" name="Google Shape;2677;p62"/>
            <p:cNvSpPr/>
            <p:nvPr/>
          </p:nvSpPr>
          <p:spPr>
            <a:xfrm>
              <a:off x="3740750" y="863025"/>
              <a:ext cx="82350" cy="18725"/>
            </a:xfrm>
            <a:custGeom>
              <a:rect b="b" l="l" r="r" t="t"/>
              <a:pathLst>
                <a:path extrusionOk="0" h="749" w="3294">
                  <a:moveTo>
                    <a:pt x="1498" y="0"/>
                  </a:moveTo>
                  <a:lnTo>
                    <a:pt x="151" y="300"/>
                  </a:lnTo>
                  <a:lnTo>
                    <a:pt x="1" y="449"/>
                  </a:lnTo>
                  <a:lnTo>
                    <a:pt x="151" y="599"/>
                  </a:lnTo>
                  <a:lnTo>
                    <a:pt x="1647" y="749"/>
                  </a:lnTo>
                  <a:lnTo>
                    <a:pt x="2396" y="749"/>
                  </a:lnTo>
                  <a:lnTo>
                    <a:pt x="2995" y="599"/>
                  </a:lnTo>
                  <a:lnTo>
                    <a:pt x="3144" y="599"/>
                  </a:lnTo>
                  <a:lnTo>
                    <a:pt x="3294" y="449"/>
                  </a:lnTo>
                  <a:lnTo>
                    <a:pt x="3144" y="150"/>
                  </a:lnTo>
                  <a:lnTo>
                    <a:pt x="2995" y="150"/>
                  </a:lnTo>
                  <a:lnTo>
                    <a:pt x="23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8" name="Google Shape;2678;p62"/>
            <p:cNvSpPr/>
            <p:nvPr/>
          </p:nvSpPr>
          <p:spPr>
            <a:xfrm>
              <a:off x="3744500" y="780700"/>
              <a:ext cx="71125" cy="22475"/>
            </a:xfrm>
            <a:custGeom>
              <a:rect b="b" l="l" r="r" t="t"/>
              <a:pathLst>
                <a:path extrusionOk="0" h="899" w="2845">
                  <a:moveTo>
                    <a:pt x="1348" y="0"/>
                  </a:moveTo>
                  <a:lnTo>
                    <a:pt x="749" y="150"/>
                  </a:lnTo>
                  <a:lnTo>
                    <a:pt x="150" y="300"/>
                  </a:lnTo>
                  <a:lnTo>
                    <a:pt x="1" y="449"/>
                  </a:lnTo>
                  <a:lnTo>
                    <a:pt x="150" y="599"/>
                  </a:lnTo>
                  <a:lnTo>
                    <a:pt x="749" y="898"/>
                  </a:lnTo>
                  <a:lnTo>
                    <a:pt x="1946" y="898"/>
                  </a:lnTo>
                  <a:lnTo>
                    <a:pt x="2545" y="749"/>
                  </a:lnTo>
                  <a:lnTo>
                    <a:pt x="2695" y="599"/>
                  </a:lnTo>
                  <a:lnTo>
                    <a:pt x="2845" y="449"/>
                  </a:lnTo>
                  <a:lnTo>
                    <a:pt x="2695" y="300"/>
                  </a:lnTo>
                  <a:lnTo>
                    <a:pt x="2545" y="150"/>
                  </a:lnTo>
                  <a:lnTo>
                    <a:pt x="19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9" name="Google Shape;2679;p62"/>
            <p:cNvSpPr/>
            <p:nvPr/>
          </p:nvSpPr>
          <p:spPr>
            <a:xfrm>
              <a:off x="3759475" y="698375"/>
              <a:ext cx="67375" cy="26225"/>
            </a:xfrm>
            <a:custGeom>
              <a:rect b="b" l="l" r="r" t="t"/>
              <a:pathLst>
                <a:path extrusionOk="0" h="1049" w="2695">
                  <a:moveTo>
                    <a:pt x="1497" y="0"/>
                  </a:moveTo>
                  <a:lnTo>
                    <a:pt x="150" y="300"/>
                  </a:lnTo>
                  <a:lnTo>
                    <a:pt x="0" y="450"/>
                  </a:lnTo>
                  <a:lnTo>
                    <a:pt x="150" y="749"/>
                  </a:lnTo>
                  <a:lnTo>
                    <a:pt x="749" y="899"/>
                  </a:lnTo>
                  <a:lnTo>
                    <a:pt x="1497" y="1048"/>
                  </a:lnTo>
                  <a:lnTo>
                    <a:pt x="2096" y="899"/>
                  </a:lnTo>
                  <a:lnTo>
                    <a:pt x="2395" y="899"/>
                  </a:lnTo>
                  <a:lnTo>
                    <a:pt x="2695" y="749"/>
                  </a:lnTo>
                  <a:lnTo>
                    <a:pt x="2695" y="450"/>
                  </a:lnTo>
                  <a:lnTo>
                    <a:pt x="26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0" name="Google Shape;2680;p62"/>
            <p:cNvSpPr/>
            <p:nvPr/>
          </p:nvSpPr>
          <p:spPr>
            <a:xfrm>
              <a:off x="3766950" y="623525"/>
              <a:ext cx="59900" cy="15000"/>
            </a:xfrm>
            <a:custGeom>
              <a:rect b="b" l="l" r="r" t="t"/>
              <a:pathLst>
                <a:path extrusionOk="0" h="600" w="2396">
                  <a:moveTo>
                    <a:pt x="1048" y="1"/>
                  </a:moveTo>
                  <a:lnTo>
                    <a:pt x="1" y="151"/>
                  </a:lnTo>
                  <a:lnTo>
                    <a:pt x="1" y="300"/>
                  </a:lnTo>
                  <a:lnTo>
                    <a:pt x="1" y="450"/>
                  </a:lnTo>
                  <a:lnTo>
                    <a:pt x="1048" y="600"/>
                  </a:lnTo>
                  <a:lnTo>
                    <a:pt x="2246" y="450"/>
                  </a:lnTo>
                  <a:lnTo>
                    <a:pt x="2396" y="300"/>
                  </a:lnTo>
                  <a:lnTo>
                    <a:pt x="2246" y="151"/>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1" name="Google Shape;2681;p62"/>
            <p:cNvSpPr/>
            <p:nvPr/>
          </p:nvSpPr>
          <p:spPr>
            <a:xfrm>
              <a:off x="3512500" y="2827550"/>
              <a:ext cx="18725" cy="295650"/>
            </a:xfrm>
            <a:custGeom>
              <a:rect b="b" l="l" r="r" t="t"/>
              <a:pathLst>
                <a:path extrusionOk="0" h="11826" w="749">
                  <a:moveTo>
                    <a:pt x="300" y="1"/>
                  </a:moveTo>
                  <a:lnTo>
                    <a:pt x="150" y="150"/>
                  </a:lnTo>
                  <a:lnTo>
                    <a:pt x="150" y="300"/>
                  </a:lnTo>
                  <a:lnTo>
                    <a:pt x="150" y="749"/>
                  </a:lnTo>
                  <a:lnTo>
                    <a:pt x="1" y="1497"/>
                  </a:lnTo>
                  <a:lnTo>
                    <a:pt x="1" y="2096"/>
                  </a:lnTo>
                  <a:lnTo>
                    <a:pt x="1" y="2695"/>
                  </a:lnTo>
                  <a:lnTo>
                    <a:pt x="1" y="7185"/>
                  </a:lnTo>
                  <a:lnTo>
                    <a:pt x="150" y="11676"/>
                  </a:lnTo>
                  <a:lnTo>
                    <a:pt x="300" y="11825"/>
                  </a:lnTo>
                  <a:lnTo>
                    <a:pt x="450" y="11676"/>
                  </a:lnTo>
                  <a:lnTo>
                    <a:pt x="749" y="7185"/>
                  </a:lnTo>
                  <a:lnTo>
                    <a:pt x="599" y="2695"/>
                  </a:lnTo>
                  <a:lnTo>
                    <a:pt x="599" y="2096"/>
                  </a:lnTo>
                  <a:lnTo>
                    <a:pt x="599" y="1497"/>
                  </a:lnTo>
                  <a:lnTo>
                    <a:pt x="599" y="1348"/>
                  </a:lnTo>
                  <a:lnTo>
                    <a:pt x="599" y="749"/>
                  </a:lnTo>
                  <a:lnTo>
                    <a:pt x="450" y="30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2" name="Google Shape;2682;p62"/>
            <p:cNvSpPr/>
            <p:nvPr/>
          </p:nvSpPr>
          <p:spPr>
            <a:xfrm>
              <a:off x="3351600" y="2850000"/>
              <a:ext cx="15000" cy="280675"/>
            </a:xfrm>
            <a:custGeom>
              <a:rect b="b" l="l" r="r" t="t"/>
              <a:pathLst>
                <a:path extrusionOk="0" h="11227" w="600">
                  <a:moveTo>
                    <a:pt x="300" y="1"/>
                  </a:moveTo>
                  <a:lnTo>
                    <a:pt x="150" y="150"/>
                  </a:lnTo>
                  <a:lnTo>
                    <a:pt x="0" y="5539"/>
                  </a:lnTo>
                  <a:lnTo>
                    <a:pt x="0" y="6587"/>
                  </a:lnTo>
                  <a:lnTo>
                    <a:pt x="0" y="7634"/>
                  </a:lnTo>
                  <a:lnTo>
                    <a:pt x="0" y="9430"/>
                  </a:lnTo>
                  <a:lnTo>
                    <a:pt x="150" y="11077"/>
                  </a:lnTo>
                  <a:lnTo>
                    <a:pt x="300" y="11227"/>
                  </a:lnTo>
                  <a:lnTo>
                    <a:pt x="449" y="11077"/>
                  </a:lnTo>
                  <a:lnTo>
                    <a:pt x="599" y="8832"/>
                  </a:lnTo>
                  <a:lnTo>
                    <a:pt x="599" y="6587"/>
                  </a:lnTo>
                  <a:lnTo>
                    <a:pt x="599" y="5539"/>
                  </a:lnTo>
                  <a:lnTo>
                    <a:pt x="599" y="4641"/>
                  </a:lnTo>
                  <a:lnTo>
                    <a:pt x="449" y="15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3" name="Google Shape;2683;p62"/>
            <p:cNvSpPr/>
            <p:nvPr/>
          </p:nvSpPr>
          <p:spPr>
            <a:xfrm>
              <a:off x="3265525" y="2846250"/>
              <a:ext cx="26225" cy="273200"/>
            </a:xfrm>
            <a:custGeom>
              <a:rect b="b" l="l" r="r" t="t"/>
              <a:pathLst>
                <a:path extrusionOk="0" h="10928" w="1049">
                  <a:moveTo>
                    <a:pt x="450" y="1"/>
                  </a:moveTo>
                  <a:lnTo>
                    <a:pt x="150" y="2396"/>
                  </a:lnTo>
                  <a:lnTo>
                    <a:pt x="1" y="4940"/>
                  </a:lnTo>
                  <a:lnTo>
                    <a:pt x="1" y="7485"/>
                  </a:lnTo>
                  <a:lnTo>
                    <a:pt x="300" y="9880"/>
                  </a:lnTo>
                  <a:lnTo>
                    <a:pt x="300" y="10778"/>
                  </a:lnTo>
                  <a:lnTo>
                    <a:pt x="450" y="10928"/>
                  </a:lnTo>
                  <a:lnTo>
                    <a:pt x="600" y="10778"/>
                  </a:lnTo>
                  <a:lnTo>
                    <a:pt x="600" y="10478"/>
                  </a:lnTo>
                  <a:lnTo>
                    <a:pt x="749" y="9131"/>
                  </a:lnTo>
                  <a:lnTo>
                    <a:pt x="1049" y="6886"/>
                  </a:lnTo>
                  <a:lnTo>
                    <a:pt x="1049" y="4491"/>
                  </a:lnTo>
                  <a:lnTo>
                    <a:pt x="899" y="2246"/>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4" name="Google Shape;2684;p62"/>
            <p:cNvSpPr/>
            <p:nvPr/>
          </p:nvSpPr>
          <p:spPr>
            <a:xfrm>
              <a:off x="3186950" y="2857500"/>
              <a:ext cx="22475" cy="258200"/>
            </a:xfrm>
            <a:custGeom>
              <a:rect b="b" l="l" r="r" t="t"/>
              <a:pathLst>
                <a:path extrusionOk="0" h="10328" w="899">
                  <a:moveTo>
                    <a:pt x="300" y="0"/>
                  </a:moveTo>
                  <a:lnTo>
                    <a:pt x="150" y="1048"/>
                  </a:lnTo>
                  <a:lnTo>
                    <a:pt x="1" y="2245"/>
                  </a:lnTo>
                  <a:lnTo>
                    <a:pt x="1" y="4640"/>
                  </a:lnTo>
                  <a:lnTo>
                    <a:pt x="1" y="7484"/>
                  </a:lnTo>
                  <a:lnTo>
                    <a:pt x="300" y="10178"/>
                  </a:lnTo>
                  <a:lnTo>
                    <a:pt x="300" y="10328"/>
                  </a:lnTo>
                  <a:lnTo>
                    <a:pt x="599" y="10328"/>
                  </a:lnTo>
                  <a:lnTo>
                    <a:pt x="599" y="10178"/>
                  </a:lnTo>
                  <a:lnTo>
                    <a:pt x="749" y="7484"/>
                  </a:lnTo>
                  <a:lnTo>
                    <a:pt x="899" y="4640"/>
                  </a:lnTo>
                  <a:lnTo>
                    <a:pt x="899" y="2245"/>
                  </a:lnTo>
                  <a:lnTo>
                    <a:pt x="749" y="1048"/>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5" name="Google Shape;2685;p62"/>
            <p:cNvSpPr/>
            <p:nvPr/>
          </p:nvSpPr>
          <p:spPr>
            <a:xfrm>
              <a:off x="3100875" y="2857500"/>
              <a:ext cx="29975" cy="243250"/>
            </a:xfrm>
            <a:custGeom>
              <a:rect b="b" l="l" r="r" t="t"/>
              <a:pathLst>
                <a:path extrusionOk="0" h="9730" w="1199">
                  <a:moveTo>
                    <a:pt x="450" y="0"/>
                  </a:moveTo>
                  <a:lnTo>
                    <a:pt x="300" y="1197"/>
                  </a:lnTo>
                  <a:lnTo>
                    <a:pt x="151" y="2395"/>
                  </a:lnTo>
                  <a:lnTo>
                    <a:pt x="1" y="4790"/>
                  </a:lnTo>
                  <a:lnTo>
                    <a:pt x="300" y="7334"/>
                  </a:lnTo>
                  <a:lnTo>
                    <a:pt x="450" y="9579"/>
                  </a:lnTo>
                  <a:lnTo>
                    <a:pt x="600" y="9729"/>
                  </a:lnTo>
                  <a:lnTo>
                    <a:pt x="749" y="9579"/>
                  </a:lnTo>
                  <a:lnTo>
                    <a:pt x="899" y="7334"/>
                  </a:lnTo>
                  <a:lnTo>
                    <a:pt x="1198" y="4790"/>
                  </a:lnTo>
                  <a:lnTo>
                    <a:pt x="1198" y="2395"/>
                  </a:lnTo>
                  <a:lnTo>
                    <a:pt x="1049" y="1197"/>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6" name="Google Shape;2686;p62"/>
            <p:cNvSpPr/>
            <p:nvPr/>
          </p:nvSpPr>
          <p:spPr>
            <a:xfrm>
              <a:off x="3026050" y="2846250"/>
              <a:ext cx="22475" cy="243275"/>
            </a:xfrm>
            <a:custGeom>
              <a:rect b="b" l="l" r="r" t="t"/>
              <a:pathLst>
                <a:path extrusionOk="0" h="9731" w="899">
                  <a:moveTo>
                    <a:pt x="449" y="1"/>
                  </a:moveTo>
                  <a:lnTo>
                    <a:pt x="300" y="151"/>
                  </a:lnTo>
                  <a:lnTo>
                    <a:pt x="0" y="1198"/>
                  </a:lnTo>
                  <a:lnTo>
                    <a:pt x="0" y="2396"/>
                  </a:lnTo>
                  <a:lnTo>
                    <a:pt x="0" y="4641"/>
                  </a:lnTo>
                  <a:lnTo>
                    <a:pt x="0" y="7036"/>
                  </a:lnTo>
                  <a:lnTo>
                    <a:pt x="300" y="9580"/>
                  </a:lnTo>
                  <a:lnTo>
                    <a:pt x="300" y="9730"/>
                  </a:lnTo>
                  <a:lnTo>
                    <a:pt x="599" y="9730"/>
                  </a:lnTo>
                  <a:lnTo>
                    <a:pt x="599" y="9580"/>
                  </a:lnTo>
                  <a:lnTo>
                    <a:pt x="749" y="7036"/>
                  </a:lnTo>
                  <a:lnTo>
                    <a:pt x="749" y="4641"/>
                  </a:lnTo>
                  <a:lnTo>
                    <a:pt x="898" y="239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7" name="Google Shape;2687;p62"/>
            <p:cNvSpPr/>
            <p:nvPr/>
          </p:nvSpPr>
          <p:spPr>
            <a:xfrm>
              <a:off x="2943725" y="2846250"/>
              <a:ext cx="22475" cy="232050"/>
            </a:xfrm>
            <a:custGeom>
              <a:rect b="b" l="l" r="r" t="t"/>
              <a:pathLst>
                <a:path extrusionOk="0" h="9282" w="899">
                  <a:moveTo>
                    <a:pt x="300" y="1"/>
                  </a:moveTo>
                  <a:lnTo>
                    <a:pt x="300" y="151"/>
                  </a:lnTo>
                  <a:lnTo>
                    <a:pt x="0" y="4641"/>
                  </a:lnTo>
                  <a:lnTo>
                    <a:pt x="150" y="6886"/>
                  </a:lnTo>
                  <a:lnTo>
                    <a:pt x="300" y="9131"/>
                  </a:lnTo>
                  <a:lnTo>
                    <a:pt x="599" y="9281"/>
                  </a:lnTo>
                  <a:lnTo>
                    <a:pt x="749" y="9131"/>
                  </a:lnTo>
                  <a:lnTo>
                    <a:pt x="899" y="6886"/>
                  </a:lnTo>
                  <a:lnTo>
                    <a:pt x="899" y="4641"/>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8" name="Google Shape;2688;p62"/>
            <p:cNvSpPr/>
            <p:nvPr/>
          </p:nvSpPr>
          <p:spPr>
            <a:xfrm>
              <a:off x="2861400" y="2835025"/>
              <a:ext cx="22475" cy="235775"/>
            </a:xfrm>
            <a:custGeom>
              <a:rect b="b" l="l" r="r" t="t"/>
              <a:pathLst>
                <a:path extrusionOk="0" h="9431" w="899">
                  <a:moveTo>
                    <a:pt x="599" y="1"/>
                  </a:moveTo>
                  <a:lnTo>
                    <a:pt x="450" y="151"/>
                  </a:lnTo>
                  <a:lnTo>
                    <a:pt x="300" y="300"/>
                  </a:lnTo>
                  <a:lnTo>
                    <a:pt x="150" y="2695"/>
                  </a:lnTo>
                  <a:lnTo>
                    <a:pt x="1" y="5090"/>
                  </a:lnTo>
                  <a:lnTo>
                    <a:pt x="1" y="7186"/>
                  </a:lnTo>
                  <a:lnTo>
                    <a:pt x="1" y="8383"/>
                  </a:lnTo>
                  <a:lnTo>
                    <a:pt x="150" y="9431"/>
                  </a:lnTo>
                  <a:lnTo>
                    <a:pt x="599" y="9431"/>
                  </a:lnTo>
                  <a:lnTo>
                    <a:pt x="749" y="8383"/>
                  </a:lnTo>
                  <a:lnTo>
                    <a:pt x="899" y="7186"/>
                  </a:lnTo>
                  <a:lnTo>
                    <a:pt x="899" y="5090"/>
                  </a:lnTo>
                  <a:lnTo>
                    <a:pt x="899" y="2695"/>
                  </a:lnTo>
                  <a:lnTo>
                    <a:pt x="749" y="300"/>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89" name="Google Shape;2689;p62"/>
            <p:cNvSpPr/>
            <p:nvPr/>
          </p:nvSpPr>
          <p:spPr>
            <a:xfrm>
              <a:off x="2782825" y="2850000"/>
              <a:ext cx="22475" cy="205825"/>
            </a:xfrm>
            <a:custGeom>
              <a:rect b="b" l="l" r="r" t="t"/>
              <a:pathLst>
                <a:path extrusionOk="0" h="8233" w="899">
                  <a:moveTo>
                    <a:pt x="449" y="1"/>
                  </a:moveTo>
                  <a:lnTo>
                    <a:pt x="300" y="150"/>
                  </a:lnTo>
                  <a:lnTo>
                    <a:pt x="150" y="300"/>
                  </a:lnTo>
                  <a:lnTo>
                    <a:pt x="0" y="2246"/>
                  </a:lnTo>
                  <a:lnTo>
                    <a:pt x="0" y="4192"/>
                  </a:lnTo>
                  <a:lnTo>
                    <a:pt x="0" y="6137"/>
                  </a:lnTo>
                  <a:lnTo>
                    <a:pt x="300" y="8083"/>
                  </a:lnTo>
                  <a:lnTo>
                    <a:pt x="300" y="8233"/>
                  </a:lnTo>
                  <a:lnTo>
                    <a:pt x="449" y="8083"/>
                  </a:lnTo>
                  <a:lnTo>
                    <a:pt x="898" y="4192"/>
                  </a:lnTo>
                  <a:lnTo>
                    <a:pt x="898" y="2246"/>
                  </a:lnTo>
                  <a:lnTo>
                    <a:pt x="749" y="300"/>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90" name="Google Shape;2690;p62"/>
            <p:cNvSpPr/>
            <p:nvPr/>
          </p:nvSpPr>
          <p:spPr>
            <a:xfrm>
              <a:off x="2696750" y="2797625"/>
              <a:ext cx="29975" cy="246975"/>
            </a:xfrm>
            <a:custGeom>
              <a:rect b="b" l="l" r="r" t="t"/>
              <a:pathLst>
                <a:path extrusionOk="0" h="9879" w="1199">
                  <a:moveTo>
                    <a:pt x="599" y="0"/>
                  </a:moveTo>
                  <a:lnTo>
                    <a:pt x="450" y="150"/>
                  </a:lnTo>
                  <a:lnTo>
                    <a:pt x="150" y="2545"/>
                  </a:lnTo>
                  <a:lnTo>
                    <a:pt x="1" y="4940"/>
                  </a:lnTo>
                  <a:lnTo>
                    <a:pt x="150" y="7334"/>
                  </a:lnTo>
                  <a:lnTo>
                    <a:pt x="450" y="9729"/>
                  </a:lnTo>
                  <a:lnTo>
                    <a:pt x="599" y="9879"/>
                  </a:lnTo>
                  <a:lnTo>
                    <a:pt x="749" y="9729"/>
                  </a:lnTo>
                  <a:lnTo>
                    <a:pt x="1048" y="7634"/>
                  </a:lnTo>
                  <a:lnTo>
                    <a:pt x="1198" y="5688"/>
                  </a:lnTo>
                  <a:lnTo>
                    <a:pt x="1198" y="3892"/>
                  </a:lnTo>
                  <a:lnTo>
                    <a:pt x="1048" y="1946"/>
                  </a:lnTo>
                  <a:lnTo>
                    <a:pt x="899" y="150"/>
                  </a:lnTo>
                  <a:lnTo>
                    <a:pt x="74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91" name="Google Shape;2691;p62"/>
            <p:cNvSpPr/>
            <p:nvPr/>
          </p:nvSpPr>
          <p:spPr>
            <a:xfrm>
              <a:off x="2621925" y="2838775"/>
              <a:ext cx="22475" cy="194600"/>
            </a:xfrm>
            <a:custGeom>
              <a:rect b="b" l="l" r="r" t="t"/>
              <a:pathLst>
                <a:path extrusionOk="0" h="7784" w="899">
                  <a:moveTo>
                    <a:pt x="299" y="1"/>
                  </a:moveTo>
                  <a:lnTo>
                    <a:pt x="150" y="150"/>
                  </a:lnTo>
                  <a:lnTo>
                    <a:pt x="0" y="2096"/>
                  </a:lnTo>
                  <a:lnTo>
                    <a:pt x="0" y="3892"/>
                  </a:lnTo>
                  <a:lnTo>
                    <a:pt x="0" y="5838"/>
                  </a:lnTo>
                  <a:lnTo>
                    <a:pt x="299" y="7634"/>
                  </a:lnTo>
                  <a:lnTo>
                    <a:pt x="449" y="7784"/>
                  </a:lnTo>
                  <a:lnTo>
                    <a:pt x="599" y="7634"/>
                  </a:lnTo>
                  <a:lnTo>
                    <a:pt x="749" y="5838"/>
                  </a:lnTo>
                  <a:lnTo>
                    <a:pt x="898" y="3892"/>
                  </a:lnTo>
                  <a:lnTo>
                    <a:pt x="749" y="2096"/>
                  </a:lnTo>
                  <a:lnTo>
                    <a:pt x="59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92" name="Google Shape;2692;p62"/>
            <p:cNvSpPr/>
            <p:nvPr/>
          </p:nvSpPr>
          <p:spPr>
            <a:xfrm>
              <a:off x="2461000" y="2846250"/>
              <a:ext cx="22500" cy="164675"/>
            </a:xfrm>
            <a:custGeom>
              <a:rect b="b" l="l" r="r" t="t"/>
              <a:pathLst>
                <a:path extrusionOk="0" h="6587" w="900">
                  <a:moveTo>
                    <a:pt x="450" y="1"/>
                  </a:moveTo>
                  <a:lnTo>
                    <a:pt x="300" y="151"/>
                  </a:lnTo>
                  <a:lnTo>
                    <a:pt x="151" y="300"/>
                  </a:lnTo>
                  <a:lnTo>
                    <a:pt x="151" y="899"/>
                  </a:lnTo>
                  <a:lnTo>
                    <a:pt x="1" y="2246"/>
                  </a:lnTo>
                  <a:lnTo>
                    <a:pt x="1" y="3743"/>
                  </a:lnTo>
                  <a:lnTo>
                    <a:pt x="151" y="5090"/>
                  </a:lnTo>
                  <a:lnTo>
                    <a:pt x="300" y="6587"/>
                  </a:lnTo>
                  <a:lnTo>
                    <a:pt x="600" y="6587"/>
                  </a:lnTo>
                  <a:lnTo>
                    <a:pt x="899" y="4940"/>
                  </a:lnTo>
                  <a:lnTo>
                    <a:pt x="899" y="3444"/>
                  </a:lnTo>
                  <a:lnTo>
                    <a:pt x="899" y="1797"/>
                  </a:lnTo>
                  <a:lnTo>
                    <a:pt x="600" y="300"/>
                  </a:lnTo>
                  <a:lnTo>
                    <a:pt x="600"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93" name="Google Shape;2693;p62"/>
            <p:cNvSpPr/>
            <p:nvPr/>
          </p:nvSpPr>
          <p:spPr>
            <a:xfrm>
              <a:off x="2539600" y="2850000"/>
              <a:ext cx="22475" cy="172150"/>
            </a:xfrm>
            <a:custGeom>
              <a:rect b="b" l="l" r="r" t="t"/>
              <a:pathLst>
                <a:path extrusionOk="0" h="6886" w="899">
                  <a:moveTo>
                    <a:pt x="300" y="1"/>
                  </a:moveTo>
                  <a:lnTo>
                    <a:pt x="300" y="150"/>
                  </a:lnTo>
                  <a:lnTo>
                    <a:pt x="0" y="1797"/>
                  </a:lnTo>
                  <a:lnTo>
                    <a:pt x="0" y="3443"/>
                  </a:lnTo>
                  <a:lnTo>
                    <a:pt x="150" y="5090"/>
                  </a:lnTo>
                  <a:lnTo>
                    <a:pt x="300" y="6736"/>
                  </a:lnTo>
                  <a:lnTo>
                    <a:pt x="449" y="6886"/>
                  </a:lnTo>
                  <a:lnTo>
                    <a:pt x="599" y="6886"/>
                  </a:lnTo>
                  <a:lnTo>
                    <a:pt x="599" y="6736"/>
                  </a:lnTo>
                  <a:lnTo>
                    <a:pt x="898" y="5090"/>
                  </a:lnTo>
                  <a:lnTo>
                    <a:pt x="898" y="3443"/>
                  </a:lnTo>
                  <a:lnTo>
                    <a:pt x="898" y="1797"/>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94" name="Google Shape;2694;p62"/>
            <p:cNvSpPr/>
            <p:nvPr/>
          </p:nvSpPr>
          <p:spPr>
            <a:xfrm>
              <a:off x="2378700" y="2853750"/>
              <a:ext cx="22475" cy="149700"/>
            </a:xfrm>
            <a:custGeom>
              <a:rect b="b" l="l" r="r" t="t"/>
              <a:pathLst>
                <a:path extrusionOk="0" h="5988" w="899">
                  <a:moveTo>
                    <a:pt x="299" y="0"/>
                  </a:moveTo>
                  <a:lnTo>
                    <a:pt x="299" y="150"/>
                  </a:lnTo>
                  <a:lnTo>
                    <a:pt x="0" y="1497"/>
                  </a:lnTo>
                  <a:lnTo>
                    <a:pt x="0" y="2994"/>
                  </a:lnTo>
                  <a:lnTo>
                    <a:pt x="150" y="4491"/>
                  </a:lnTo>
                  <a:lnTo>
                    <a:pt x="299" y="5838"/>
                  </a:lnTo>
                  <a:lnTo>
                    <a:pt x="449" y="5987"/>
                  </a:lnTo>
                  <a:lnTo>
                    <a:pt x="599" y="5838"/>
                  </a:lnTo>
                  <a:lnTo>
                    <a:pt x="898" y="4491"/>
                  </a:lnTo>
                  <a:lnTo>
                    <a:pt x="898" y="2994"/>
                  </a:lnTo>
                  <a:lnTo>
                    <a:pt x="898" y="1497"/>
                  </a:lnTo>
                  <a:lnTo>
                    <a:pt x="748"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95" name="Google Shape;2695;p62"/>
            <p:cNvSpPr/>
            <p:nvPr/>
          </p:nvSpPr>
          <p:spPr>
            <a:xfrm>
              <a:off x="2296375" y="2853750"/>
              <a:ext cx="26200" cy="134725"/>
            </a:xfrm>
            <a:custGeom>
              <a:rect b="b" l="l" r="r" t="t"/>
              <a:pathLst>
                <a:path extrusionOk="0" h="5389" w="1048">
                  <a:moveTo>
                    <a:pt x="449" y="0"/>
                  </a:moveTo>
                  <a:lnTo>
                    <a:pt x="299" y="150"/>
                  </a:lnTo>
                  <a:lnTo>
                    <a:pt x="150" y="1497"/>
                  </a:lnTo>
                  <a:lnTo>
                    <a:pt x="0" y="2695"/>
                  </a:lnTo>
                  <a:lnTo>
                    <a:pt x="150" y="4042"/>
                  </a:lnTo>
                  <a:lnTo>
                    <a:pt x="449" y="5239"/>
                  </a:lnTo>
                  <a:lnTo>
                    <a:pt x="449" y="5389"/>
                  </a:lnTo>
                  <a:lnTo>
                    <a:pt x="749" y="5389"/>
                  </a:lnTo>
                  <a:lnTo>
                    <a:pt x="749" y="5239"/>
                  </a:lnTo>
                  <a:lnTo>
                    <a:pt x="1048" y="4042"/>
                  </a:lnTo>
                  <a:lnTo>
                    <a:pt x="1048" y="2695"/>
                  </a:lnTo>
                  <a:lnTo>
                    <a:pt x="1048" y="149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96" name="Google Shape;2696;p62"/>
            <p:cNvSpPr/>
            <p:nvPr/>
          </p:nvSpPr>
          <p:spPr>
            <a:xfrm>
              <a:off x="2217775" y="2838775"/>
              <a:ext cx="22475" cy="142225"/>
            </a:xfrm>
            <a:custGeom>
              <a:rect b="b" l="l" r="r" t="t"/>
              <a:pathLst>
                <a:path extrusionOk="0" h="5689" w="899">
                  <a:moveTo>
                    <a:pt x="300" y="1"/>
                  </a:moveTo>
                  <a:lnTo>
                    <a:pt x="151" y="599"/>
                  </a:lnTo>
                  <a:lnTo>
                    <a:pt x="1" y="1348"/>
                  </a:lnTo>
                  <a:lnTo>
                    <a:pt x="1" y="2695"/>
                  </a:lnTo>
                  <a:lnTo>
                    <a:pt x="151" y="4042"/>
                  </a:lnTo>
                  <a:lnTo>
                    <a:pt x="300" y="5539"/>
                  </a:lnTo>
                  <a:lnTo>
                    <a:pt x="450" y="5688"/>
                  </a:lnTo>
                  <a:lnTo>
                    <a:pt x="749" y="5539"/>
                  </a:lnTo>
                  <a:lnTo>
                    <a:pt x="899" y="4042"/>
                  </a:lnTo>
                  <a:lnTo>
                    <a:pt x="899" y="2695"/>
                  </a:lnTo>
                  <a:lnTo>
                    <a:pt x="899" y="1348"/>
                  </a:lnTo>
                  <a:lnTo>
                    <a:pt x="749" y="599"/>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97" name="Google Shape;2697;p62"/>
            <p:cNvSpPr/>
            <p:nvPr/>
          </p:nvSpPr>
          <p:spPr>
            <a:xfrm>
              <a:off x="2139200" y="2831300"/>
              <a:ext cx="22475" cy="134725"/>
            </a:xfrm>
            <a:custGeom>
              <a:rect b="b" l="l" r="r" t="t"/>
              <a:pathLst>
                <a:path extrusionOk="0" h="5389" w="899">
                  <a:moveTo>
                    <a:pt x="300" y="0"/>
                  </a:moveTo>
                  <a:lnTo>
                    <a:pt x="150" y="150"/>
                  </a:lnTo>
                  <a:lnTo>
                    <a:pt x="1" y="749"/>
                  </a:lnTo>
                  <a:lnTo>
                    <a:pt x="1" y="1347"/>
                  </a:lnTo>
                  <a:lnTo>
                    <a:pt x="1" y="2545"/>
                  </a:lnTo>
                  <a:lnTo>
                    <a:pt x="1" y="3892"/>
                  </a:lnTo>
                  <a:lnTo>
                    <a:pt x="150" y="5239"/>
                  </a:lnTo>
                  <a:lnTo>
                    <a:pt x="300" y="5389"/>
                  </a:lnTo>
                  <a:lnTo>
                    <a:pt x="599" y="5389"/>
                  </a:lnTo>
                  <a:lnTo>
                    <a:pt x="599" y="5239"/>
                  </a:lnTo>
                  <a:lnTo>
                    <a:pt x="749" y="3892"/>
                  </a:lnTo>
                  <a:lnTo>
                    <a:pt x="899" y="2545"/>
                  </a:lnTo>
                  <a:lnTo>
                    <a:pt x="749" y="1347"/>
                  </a:lnTo>
                  <a:lnTo>
                    <a:pt x="749" y="749"/>
                  </a:lnTo>
                  <a:lnTo>
                    <a:pt x="450" y="150"/>
                  </a:lnTo>
                  <a:lnTo>
                    <a:pt x="3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98" name="Google Shape;2698;p62"/>
            <p:cNvSpPr/>
            <p:nvPr/>
          </p:nvSpPr>
          <p:spPr>
            <a:xfrm>
              <a:off x="2053150" y="2827550"/>
              <a:ext cx="29950" cy="138475"/>
            </a:xfrm>
            <a:custGeom>
              <a:rect b="b" l="l" r="r" t="t"/>
              <a:pathLst>
                <a:path extrusionOk="0" h="5539" w="1198">
                  <a:moveTo>
                    <a:pt x="599" y="1"/>
                  </a:moveTo>
                  <a:lnTo>
                    <a:pt x="449" y="150"/>
                  </a:lnTo>
                  <a:lnTo>
                    <a:pt x="150" y="749"/>
                  </a:lnTo>
                  <a:lnTo>
                    <a:pt x="0" y="1348"/>
                  </a:lnTo>
                  <a:lnTo>
                    <a:pt x="0" y="2695"/>
                  </a:lnTo>
                  <a:lnTo>
                    <a:pt x="150" y="4042"/>
                  </a:lnTo>
                  <a:lnTo>
                    <a:pt x="449" y="5389"/>
                  </a:lnTo>
                  <a:lnTo>
                    <a:pt x="599" y="5539"/>
                  </a:lnTo>
                  <a:lnTo>
                    <a:pt x="748" y="5389"/>
                  </a:lnTo>
                  <a:lnTo>
                    <a:pt x="1048" y="4042"/>
                  </a:lnTo>
                  <a:lnTo>
                    <a:pt x="1197" y="2695"/>
                  </a:lnTo>
                  <a:lnTo>
                    <a:pt x="1048" y="1348"/>
                  </a:lnTo>
                  <a:lnTo>
                    <a:pt x="1048" y="749"/>
                  </a:lnTo>
                  <a:lnTo>
                    <a:pt x="748"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99" name="Google Shape;2699;p62"/>
            <p:cNvSpPr/>
            <p:nvPr/>
          </p:nvSpPr>
          <p:spPr>
            <a:xfrm>
              <a:off x="1974550" y="2812575"/>
              <a:ext cx="26225" cy="134750"/>
            </a:xfrm>
            <a:custGeom>
              <a:rect b="b" l="l" r="r" t="t"/>
              <a:pathLst>
                <a:path extrusionOk="0" h="5390" w="1049">
                  <a:moveTo>
                    <a:pt x="450" y="1"/>
                  </a:moveTo>
                  <a:lnTo>
                    <a:pt x="300" y="151"/>
                  </a:lnTo>
                  <a:lnTo>
                    <a:pt x="1" y="1348"/>
                  </a:lnTo>
                  <a:lnTo>
                    <a:pt x="1" y="2695"/>
                  </a:lnTo>
                  <a:lnTo>
                    <a:pt x="150" y="4042"/>
                  </a:lnTo>
                  <a:lnTo>
                    <a:pt x="300" y="5240"/>
                  </a:lnTo>
                  <a:lnTo>
                    <a:pt x="450" y="5389"/>
                  </a:lnTo>
                  <a:lnTo>
                    <a:pt x="599" y="5240"/>
                  </a:lnTo>
                  <a:lnTo>
                    <a:pt x="899" y="4042"/>
                  </a:lnTo>
                  <a:lnTo>
                    <a:pt x="1049" y="2695"/>
                  </a:lnTo>
                  <a:lnTo>
                    <a:pt x="899" y="1348"/>
                  </a:lnTo>
                  <a:lnTo>
                    <a:pt x="749"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00" name="Google Shape;2700;p62"/>
            <p:cNvSpPr/>
            <p:nvPr/>
          </p:nvSpPr>
          <p:spPr>
            <a:xfrm>
              <a:off x="1895975" y="2827550"/>
              <a:ext cx="22475" cy="108550"/>
            </a:xfrm>
            <a:custGeom>
              <a:rect b="b" l="l" r="r" t="t"/>
              <a:pathLst>
                <a:path extrusionOk="0" h="4342" w="899">
                  <a:moveTo>
                    <a:pt x="450" y="1"/>
                  </a:moveTo>
                  <a:lnTo>
                    <a:pt x="150" y="150"/>
                  </a:lnTo>
                  <a:lnTo>
                    <a:pt x="1" y="599"/>
                  </a:lnTo>
                  <a:lnTo>
                    <a:pt x="1" y="1048"/>
                  </a:lnTo>
                  <a:lnTo>
                    <a:pt x="1" y="2096"/>
                  </a:lnTo>
                  <a:lnTo>
                    <a:pt x="1" y="3144"/>
                  </a:lnTo>
                  <a:lnTo>
                    <a:pt x="300" y="4192"/>
                  </a:lnTo>
                  <a:lnTo>
                    <a:pt x="450" y="4341"/>
                  </a:lnTo>
                  <a:lnTo>
                    <a:pt x="599" y="4192"/>
                  </a:lnTo>
                  <a:lnTo>
                    <a:pt x="899" y="3144"/>
                  </a:lnTo>
                  <a:lnTo>
                    <a:pt x="899" y="2096"/>
                  </a:lnTo>
                  <a:lnTo>
                    <a:pt x="899" y="1048"/>
                  </a:lnTo>
                  <a:lnTo>
                    <a:pt x="749" y="599"/>
                  </a:lnTo>
                  <a:lnTo>
                    <a:pt x="599"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01" name="Google Shape;2701;p62"/>
            <p:cNvSpPr/>
            <p:nvPr/>
          </p:nvSpPr>
          <p:spPr>
            <a:xfrm>
              <a:off x="1813650" y="2846250"/>
              <a:ext cx="22475" cy="78625"/>
            </a:xfrm>
            <a:custGeom>
              <a:rect b="b" l="l" r="r" t="t"/>
              <a:pathLst>
                <a:path extrusionOk="0" h="3145" w="899">
                  <a:moveTo>
                    <a:pt x="300" y="1"/>
                  </a:moveTo>
                  <a:lnTo>
                    <a:pt x="150" y="151"/>
                  </a:lnTo>
                  <a:lnTo>
                    <a:pt x="1" y="899"/>
                  </a:lnTo>
                  <a:lnTo>
                    <a:pt x="150" y="1647"/>
                  </a:lnTo>
                  <a:lnTo>
                    <a:pt x="300" y="3144"/>
                  </a:lnTo>
                  <a:lnTo>
                    <a:pt x="599" y="3144"/>
                  </a:lnTo>
                  <a:lnTo>
                    <a:pt x="899" y="1647"/>
                  </a:lnTo>
                  <a:lnTo>
                    <a:pt x="899" y="899"/>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02" name="Google Shape;2702;p62"/>
            <p:cNvSpPr/>
            <p:nvPr/>
          </p:nvSpPr>
          <p:spPr>
            <a:xfrm>
              <a:off x="1735075" y="2853750"/>
              <a:ext cx="22475" cy="67375"/>
            </a:xfrm>
            <a:custGeom>
              <a:rect b="b" l="l" r="r" t="t"/>
              <a:pathLst>
                <a:path extrusionOk="0" h="2695" w="899">
                  <a:moveTo>
                    <a:pt x="300" y="0"/>
                  </a:moveTo>
                  <a:lnTo>
                    <a:pt x="150" y="150"/>
                  </a:lnTo>
                  <a:lnTo>
                    <a:pt x="0" y="749"/>
                  </a:lnTo>
                  <a:lnTo>
                    <a:pt x="0" y="1347"/>
                  </a:lnTo>
                  <a:lnTo>
                    <a:pt x="0" y="1946"/>
                  </a:lnTo>
                  <a:lnTo>
                    <a:pt x="300" y="2545"/>
                  </a:lnTo>
                  <a:lnTo>
                    <a:pt x="449" y="2695"/>
                  </a:lnTo>
                  <a:lnTo>
                    <a:pt x="599" y="2545"/>
                  </a:lnTo>
                  <a:lnTo>
                    <a:pt x="749" y="1946"/>
                  </a:lnTo>
                  <a:lnTo>
                    <a:pt x="898" y="1347"/>
                  </a:lnTo>
                  <a:lnTo>
                    <a:pt x="749" y="749"/>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03" name="Google Shape;2703;p62"/>
            <p:cNvSpPr/>
            <p:nvPr/>
          </p:nvSpPr>
          <p:spPr>
            <a:xfrm>
              <a:off x="1652750" y="2838775"/>
              <a:ext cx="22475" cy="67375"/>
            </a:xfrm>
            <a:custGeom>
              <a:rect b="b" l="l" r="r" t="t"/>
              <a:pathLst>
                <a:path extrusionOk="0" h="2695" w="899">
                  <a:moveTo>
                    <a:pt x="300" y="1"/>
                  </a:moveTo>
                  <a:lnTo>
                    <a:pt x="150" y="300"/>
                  </a:lnTo>
                  <a:lnTo>
                    <a:pt x="0" y="599"/>
                  </a:lnTo>
                  <a:lnTo>
                    <a:pt x="0" y="1348"/>
                  </a:lnTo>
                  <a:lnTo>
                    <a:pt x="300" y="2545"/>
                  </a:lnTo>
                  <a:lnTo>
                    <a:pt x="449" y="2695"/>
                  </a:lnTo>
                  <a:lnTo>
                    <a:pt x="599" y="2545"/>
                  </a:lnTo>
                  <a:lnTo>
                    <a:pt x="749" y="1946"/>
                  </a:lnTo>
                  <a:lnTo>
                    <a:pt x="899" y="1348"/>
                  </a:lnTo>
                  <a:lnTo>
                    <a:pt x="899" y="599"/>
                  </a:lnTo>
                  <a:lnTo>
                    <a:pt x="749" y="30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04" name="Google Shape;2704;p62"/>
            <p:cNvSpPr/>
            <p:nvPr/>
          </p:nvSpPr>
          <p:spPr>
            <a:xfrm>
              <a:off x="1574175" y="2842525"/>
              <a:ext cx="18725" cy="59900"/>
            </a:xfrm>
            <a:custGeom>
              <a:rect b="b" l="l" r="r" t="t"/>
              <a:pathLst>
                <a:path extrusionOk="0" h="2396" w="749">
                  <a:moveTo>
                    <a:pt x="300" y="0"/>
                  </a:moveTo>
                  <a:lnTo>
                    <a:pt x="150" y="150"/>
                  </a:lnTo>
                  <a:lnTo>
                    <a:pt x="0" y="1198"/>
                  </a:lnTo>
                  <a:lnTo>
                    <a:pt x="150" y="2245"/>
                  </a:lnTo>
                  <a:lnTo>
                    <a:pt x="300" y="2395"/>
                  </a:lnTo>
                  <a:lnTo>
                    <a:pt x="449" y="2395"/>
                  </a:lnTo>
                  <a:lnTo>
                    <a:pt x="599" y="2245"/>
                  </a:lnTo>
                  <a:lnTo>
                    <a:pt x="749" y="1198"/>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05" name="Google Shape;2705;p62"/>
            <p:cNvSpPr/>
            <p:nvPr/>
          </p:nvSpPr>
          <p:spPr>
            <a:xfrm>
              <a:off x="3781925" y="3138125"/>
              <a:ext cx="291900" cy="18750"/>
            </a:xfrm>
            <a:custGeom>
              <a:rect b="b" l="l" r="r" t="t"/>
              <a:pathLst>
                <a:path extrusionOk="0" h="750" w="11676">
                  <a:moveTo>
                    <a:pt x="2096" y="1"/>
                  </a:moveTo>
                  <a:lnTo>
                    <a:pt x="898" y="151"/>
                  </a:lnTo>
                  <a:lnTo>
                    <a:pt x="0" y="151"/>
                  </a:lnTo>
                  <a:lnTo>
                    <a:pt x="0" y="300"/>
                  </a:lnTo>
                  <a:lnTo>
                    <a:pt x="0" y="450"/>
                  </a:lnTo>
                  <a:lnTo>
                    <a:pt x="150" y="450"/>
                  </a:lnTo>
                  <a:lnTo>
                    <a:pt x="898" y="600"/>
                  </a:lnTo>
                  <a:lnTo>
                    <a:pt x="2246" y="600"/>
                  </a:lnTo>
                  <a:lnTo>
                    <a:pt x="6886" y="749"/>
                  </a:lnTo>
                  <a:lnTo>
                    <a:pt x="9280" y="600"/>
                  </a:lnTo>
                  <a:lnTo>
                    <a:pt x="11526" y="450"/>
                  </a:lnTo>
                  <a:lnTo>
                    <a:pt x="11675" y="450"/>
                  </a:lnTo>
                  <a:lnTo>
                    <a:pt x="11675" y="300"/>
                  </a:lnTo>
                  <a:lnTo>
                    <a:pt x="11526" y="151"/>
                  </a:lnTo>
                  <a:lnTo>
                    <a:pt x="928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06" name="Google Shape;2706;p62"/>
            <p:cNvSpPr/>
            <p:nvPr/>
          </p:nvSpPr>
          <p:spPr>
            <a:xfrm>
              <a:off x="3804375" y="3299050"/>
              <a:ext cx="280675" cy="18725"/>
            </a:xfrm>
            <a:custGeom>
              <a:rect b="b" l="l" r="r" t="t"/>
              <a:pathLst>
                <a:path extrusionOk="0" h="749" w="11227">
                  <a:moveTo>
                    <a:pt x="3742" y="0"/>
                  </a:moveTo>
                  <a:lnTo>
                    <a:pt x="150" y="150"/>
                  </a:lnTo>
                  <a:lnTo>
                    <a:pt x="0" y="299"/>
                  </a:lnTo>
                  <a:lnTo>
                    <a:pt x="0" y="449"/>
                  </a:lnTo>
                  <a:lnTo>
                    <a:pt x="150" y="599"/>
                  </a:lnTo>
                  <a:lnTo>
                    <a:pt x="4491" y="748"/>
                  </a:lnTo>
                  <a:lnTo>
                    <a:pt x="8682" y="748"/>
                  </a:lnTo>
                  <a:lnTo>
                    <a:pt x="10478" y="599"/>
                  </a:lnTo>
                  <a:lnTo>
                    <a:pt x="11077" y="449"/>
                  </a:lnTo>
                  <a:lnTo>
                    <a:pt x="11226" y="299"/>
                  </a:lnTo>
                  <a:lnTo>
                    <a:pt x="11077" y="299"/>
                  </a:lnTo>
                  <a:lnTo>
                    <a:pt x="10628"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07" name="Google Shape;2707;p62"/>
            <p:cNvSpPr/>
            <p:nvPr/>
          </p:nvSpPr>
          <p:spPr>
            <a:xfrm>
              <a:off x="3800625" y="3377625"/>
              <a:ext cx="273200" cy="26225"/>
            </a:xfrm>
            <a:custGeom>
              <a:rect b="b" l="l" r="r" t="t"/>
              <a:pathLst>
                <a:path extrusionOk="0" h="1049" w="10928">
                  <a:moveTo>
                    <a:pt x="1947" y="0"/>
                  </a:moveTo>
                  <a:lnTo>
                    <a:pt x="1" y="300"/>
                  </a:lnTo>
                  <a:lnTo>
                    <a:pt x="1" y="449"/>
                  </a:lnTo>
                  <a:lnTo>
                    <a:pt x="2246" y="898"/>
                  </a:lnTo>
                  <a:lnTo>
                    <a:pt x="4491" y="1048"/>
                  </a:lnTo>
                  <a:lnTo>
                    <a:pt x="6886" y="898"/>
                  </a:lnTo>
                  <a:lnTo>
                    <a:pt x="9131" y="749"/>
                  </a:lnTo>
                  <a:lnTo>
                    <a:pt x="10029" y="749"/>
                  </a:lnTo>
                  <a:lnTo>
                    <a:pt x="10179" y="599"/>
                  </a:lnTo>
                  <a:lnTo>
                    <a:pt x="10927" y="599"/>
                  </a:lnTo>
                  <a:lnTo>
                    <a:pt x="10927" y="449"/>
                  </a:lnTo>
                  <a:lnTo>
                    <a:pt x="10778" y="300"/>
                  </a:lnTo>
                  <a:lnTo>
                    <a:pt x="10329" y="300"/>
                  </a:lnTo>
                  <a:lnTo>
                    <a:pt x="9281"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08" name="Google Shape;2708;p62"/>
            <p:cNvSpPr/>
            <p:nvPr/>
          </p:nvSpPr>
          <p:spPr>
            <a:xfrm>
              <a:off x="3808125" y="3459950"/>
              <a:ext cx="261950" cy="18725"/>
            </a:xfrm>
            <a:custGeom>
              <a:rect b="b" l="l" r="r" t="t"/>
              <a:pathLst>
                <a:path extrusionOk="0" h="749" w="10478">
                  <a:moveTo>
                    <a:pt x="1198" y="0"/>
                  </a:moveTo>
                  <a:lnTo>
                    <a:pt x="0" y="300"/>
                  </a:lnTo>
                  <a:lnTo>
                    <a:pt x="0" y="449"/>
                  </a:lnTo>
                  <a:lnTo>
                    <a:pt x="1198" y="749"/>
                  </a:lnTo>
                  <a:lnTo>
                    <a:pt x="7185" y="749"/>
                  </a:lnTo>
                  <a:lnTo>
                    <a:pt x="9430" y="599"/>
                  </a:lnTo>
                  <a:lnTo>
                    <a:pt x="10178" y="599"/>
                  </a:lnTo>
                  <a:lnTo>
                    <a:pt x="10328" y="449"/>
                  </a:lnTo>
                  <a:lnTo>
                    <a:pt x="10478" y="449"/>
                  </a:lnTo>
                  <a:lnTo>
                    <a:pt x="10328" y="150"/>
                  </a:lnTo>
                  <a:lnTo>
                    <a:pt x="9580" y="15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09" name="Google Shape;2709;p62"/>
            <p:cNvSpPr/>
            <p:nvPr/>
          </p:nvSpPr>
          <p:spPr>
            <a:xfrm>
              <a:off x="3808125" y="3534775"/>
              <a:ext cx="246975" cy="29975"/>
            </a:xfrm>
            <a:custGeom>
              <a:rect b="b" l="l" r="r" t="t"/>
              <a:pathLst>
                <a:path extrusionOk="0" h="1199" w="9879">
                  <a:moveTo>
                    <a:pt x="4640" y="1"/>
                  </a:moveTo>
                  <a:lnTo>
                    <a:pt x="2245" y="151"/>
                  </a:lnTo>
                  <a:lnTo>
                    <a:pt x="1198" y="300"/>
                  </a:lnTo>
                  <a:lnTo>
                    <a:pt x="150" y="450"/>
                  </a:lnTo>
                  <a:lnTo>
                    <a:pt x="0" y="600"/>
                  </a:lnTo>
                  <a:lnTo>
                    <a:pt x="150" y="749"/>
                  </a:lnTo>
                  <a:lnTo>
                    <a:pt x="898" y="899"/>
                  </a:lnTo>
                  <a:lnTo>
                    <a:pt x="2395" y="1198"/>
                  </a:lnTo>
                  <a:lnTo>
                    <a:pt x="4341" y="1198"/>
                  </a:lnTo>
                  <a:lnTo>
                    <a:pt x="6287" y="1049"/>
                  </a:lnTo>
                  <a:lnTo>
                    <a:pt x="7933" y="899"/>
                  </a:lnTo>
                  <a:lnTo>
                    <a:pt x="8981" y="899"/>
                  </a:lnTo>
                  <a:lnTo>
                    <a:pt x="9729" y="749"/>
                  </a:lnTo>
                  <a:lnTo>
                    <a:pt x="9879" y="600"/>
                  </a:lnTo>
                  <a:lnTo>
                    <a:pt x="9729" y="600"/>
                  </a:lnTo>
                  <a:lnTo>
                    <a:pt x="9131" y="450"/>
                  </a:lnTo>
                  <a:lnTo>
                    <a:pt x="6885" y="300"/>
                  </a:lnTo>
                  <a:lnTo>
                    <a:pt x="46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10" name="Google Shape;2710;p62"/>
            <p:cNvSpPr/>
            <p:nvPr/>
          </p:nvSpPr>
          <p:spPr>
            <a:xfrm>
              <a:off x="3800625" y="3620850"/>
              <a:ext cx="243250" cy="18725"/>
            </a:xfrm>
            <a:custGeom>
              <a:rect b="b" l="l" r="r" t="t"/>
              <a:pathLst>
                <a:path extrusionOk="0" h="749" w="9730">
                  <a:moveTo>
                    <a:pt x="1198" y="0"/>
                  </a:moveTo>
                  <a:lnTo>
                    <a:pt x="150" y="300"/>
                  </a:lnTo>
                  <a:lnTo>
                    <a:pt x="1" y="449"/>
                  </a:lnTo>
                  <a:lnTo>
                    <a:pt x="150" y="599"/>
                  </a:lnTo>
                  <a:lnTo>
                    <a:pt x="1198" y="749"/>
                  </a:lnTo>
                  <a:lnTo>
                    <a:pt x="4491" y="749"/>
                  </a:lnTo>
                  <a:lnTo>
                    <a:pt x="8832" y="599"/>
                  </a:lnTo>
                  <a:lnTo>
                    <a:pt x="9580" y="599"/>
                  </a:lnTo>
                  <a:lnTo>
                    <a:pt x="9730" y="449"/>
                  </a:lnTo>
                  <a:lnTo>
                    <a:pt x="9730" y="300"/>
                  </a:lnTo>
                  <a:lnTo>
                    <a:pt x="9580" y="150"/>
                  </a:lnTo>
                  <a:lnTo>
                    <a:pt x="8982" y="150"/>
                  </a:lnTo>
                  <a:lnTo>
                    <a:pt x="67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11" name="Google Shape;2711;p62"/>
            <p:cNvSpPr/>
            <p:nvPr/>
          </p:nvSpPr>
          <p:spPr>
            <a:xfrm>
              <a:off x="3796900" y="3699425"/>
              <a:ext cx="235750" cy="22475"/>
            </a:xfrm>
            <a:custGeom>
              <a:rect b="b" l="l" r="r" t="t"/>
              <a:pathLst>
                <a:path extrusionOk="0" h="899" w="9430">
                  <a:moveTo>
                    <a:pt x="4490" y="1"/>
                  </a:moveTo>
                  <a:lnTo>
                    <a:pt x="299" y="300"/>
                  </a:lnTo>
                  <a:lnTo>
                    <a:pt x="0" y="300"/>
                  </a:lnTo>
                  <a:lnTo>
                    <a:pt x="0" y="599"/>
                  </a:lnTo>
                  <a:lnTo>
                    <a:pt x="299" y="749"/>
                  </a:lnTo>
                  <a:lnTo>
                    <a:pt x="4490" y="899"/>
                  </a:lnTo>
                  <a:lnTo>
                    <a:pt x="6586" y="899"/>
                  </a:lnTo>
                  <a:lnTo>
                    <a:pt x="8681" y="599"/>
                  </a:lnTo>
                  <a:lnTo>
                    <a:pt x="9280" y="599"/>
                  </a:lnTo>
                  <a:lnTo>
                    <a:pt x="9430" y="450"/>
                  </a:lnTo>
                  <a:lnTo>
                    <a:pt x="9280" y="300"/>
                  </a:lnTo>
                  <a:lnTo>
                    <a:pt x="8681" y="150"/>
                  </a:lnTo>
                  <a:lnTo>
                    <a:pt x="658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12" name="Google Shape;2712;p62"/>
            <p:cNvSpPr/>
            <p:nvPr/>
          </p:nvSpPr>
          <p:spPr>
            <a:xfrm>
              <a:off x="3789400" y="3781750"/>
              <a:ext cx="235775" cy="26225"/>
            </a:xfrm>
            <a:custGeom>
              <a:rect b="b" l="l" r="r" t="t"/>
              <a:pathLst>
                <a:path extrusionOk="0" h="1049" w="9431">
                  <a:moveTo>
                    <a:pt x="3593" y="1"/>
                  </a:moveTo>
                  <a:lnTo>
                    <a:pt x="1947" y="150"/>
                  </a:lnTo>
                  <a:lnTo>
                    <a:pt x="150" y="150"/>
                  </a:lnTo>
                  <a:lnTo>
                    <a:pt x="1" y="300"/>
                  </a:lnTo>
                  <a:lnTo>
                    <a:pt x="1" y="450"/>
                  </a:lnTo>
                  <a:lnTo>
                    <a:pt x="1" y="599"/>
                  </a:lnTo>
                  <a:lnTo>
                    <a:pt x="150" y="599"/>
                  </a:lnTo>
                  <a:lnTo>
                    <a:pt x="2695" y="749"/>
                  </a:lnTo>
                  <a:lnTo>
                    <a:pt x="5090" y="899"/>
                  </a:lnTo>
                  <a:lnTo>
                    <a:pt x="6736" y="1048"/>
                  </a:lnTo>
                  <a:lnTo>
                    <a:pt x="8383" y="899"/>
                  </a:lnTo>
                  <a:lnTo>
                    <a:pt x="9131" y="749"/>
                  </a:lnTo>
                  <a:lnTo>
                    <a:pt x="9431" y="749"/>
                  </a:lnTo>
                  <a:lnTo>
                    <a:pt x="9431" y="599"/>
                  </a:lnTo>
                  <a:lnTo>
                    <a:pt x="9431" y="450"/>
                  </a:lnTo>
                  <a:lnTo>
                    <a:pt x="9281" y="300"/>
                  </a:lnTo>
                  <a:lnTo>
                    <a:pt x="8532" y="150"/>
                  </a:lnTo>
                  <a:lnTo>
                    <a:pt x="7185" y="150"/>
                  </a:lnTo>
                  <a:lnTo>
                    <a:pt x="59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13" name="Google Shape;2713;p62"/>
            <p:cNvSpPr/>
            <p:nvPr/>
          </p:nvSpPr>
          <p:spPr>
            <a:xfrm>
              <a:off x="3804375" y="3864075"/>
              <a:ext cx="205825" cy="22475"/>
            </a:xfrm>
            <a:custGeom>
              <a:rect b="b" l="l" r="r" t="t"/>
              <a:pathLst>
                <a:path extrusionOk="0" h="899" w="8233">
                  <a:moveTo>
                    <a:pt x="2096" y="1"/>
                  </a:moveTo>
                  <a:lnTo>
                    <a:pt x="150" y="150"/>
                  </a:lnTo>
                  <a:lnTo>
                    <a:pt x="0" y="150"/>
                  </a:lnTo>
                  <a:lnTo>
                    <a:pt x="0" y="300"/>
                  </a:lnTo>
                  <a:lnTo>
                    <a:pt x="0" y="599"/>
                  </a:lnTo>
                  <a:lnTo>
                    <a:pt x="150" y="599"/>
                  </a:lnTo>
                  <a:lnTo>
                    <a:pt x="2096" y="749"/>
                  </a:lnTo>
                  <a:lnTo>
                    <a:pt x="3892" y="899"/>
                  </a:lnTo>
                  <a:lnTo>
                    <a:pt x="7484" y="599"/>
                  </a:lnTo>
                  <a:lnTo>
                    <a:pt x="8083" y="599"/>
                  </a:lnTo>
                  <a:lnTo>
                    <a:pt x="8233" y="450"/>
                  </a:lnTo>
                  <a:lnTo>
                    <a:pt x="8083" y="300"/>
                  </a:lnTo>
                  <a:lnTo>
                    <a:pt x="7484" y="300"/>
                  </a:lnTo>
                  <a:lnTo>
                    <a:pt x="38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14" name="Google Shape;2714;p62"/>
            <p:cNvSpPr/>
            <p:nvPr/>
          </p:nvSpPr>
          <p:spPr>
            <a:xfrm>
              <a:off x="3751975" y="3938925"/>
              <a:ext cx="243275" cy="29950"/>
            </a:xfrm>
            <a:custGeom>
              <a:rect b="b" l="l" r="r" t="t"/>
              <a:pathLst>
                <a:path extrusionOk="0" h="1198" w="9731">
                  <a:moveTo>
                    <a:pt x="3743" y="0"/>
                  </a:moveTo>
                  <a:lnTo>
                    <a:pt x="1947" y="150"/>
                  </a:lnTo>
                  <a:lnTo>
                    <a:pt x="151" y="449"/>
                  </a:lnTo>
                  <a:lnTo>
                    <a:pt x="1" y="449"/>
                  </a:lnTo>
                  <a:lnTo>
                    <a:pt x="1" y="599"/>
                  </a:lnTo>
                  <a:lnTo>
                    <a:pt x="151" y="898"/>
                  </a:lnTo>
                  <a:lnTo>
                    <a:pt x="2246" y="1048"/>
                  </a:lnTo>
                  <a:lnTo>
                    <a:pt x="4641" y="1198"/>
                  </a:lnTo>
                  <a:lnTo>
                    <a:pt x="6886" y="1048"/>
                  </a:lnTo>
                  <a:lnTo>
                    <a:pt x="9131" y="898"/>
                  </a:lnTo>
                  <a:lnTo>
                    <a:pt x="9580" y="749"/>
                  </a:lnTo>
                  <a:lnTo>
                    <a:pt x="9730" y="599"/>
                  </a:lnTo>
                  <a:lnTo>
                    <a:pt x="9580" y="449"/>
                  </a:lnTo>
                  <a:lnTo>
                    <a:pt x="9131" y="299"/>
                  </a:lnTo>
                  <a:lnTo>
                    <a:pt x="7635" y="150"/>
                  </a:lnTo>
                  <a:lnTo>
                    <a:pt x="568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15" name="Google Shape;2715;p62"/>
            <p:cNvSpPr/>
            <p:nvPr/>
          </p:nvSpPr>
          <p:spPr>
            <a:xfrm>
              <a:off x="3789400" y="4021250"/>
              <a:ext cx="198350" cy="26200"/>
            </a:xfrm>
            <a:custGeom>
              <a:rect b="b" l="l" r="r" t="t"/>
              <a:pathLst>
                <a:path extrusionOk="0" h="1048" w="7934">
                  <a:moveTo>
                    <a:pt x="3743" y="0"/>
                  </a:moveTo>
                  <a:lnTo>
                    <a:pt x="1947" y="150"/>
                  </a:lnTo>
                  <a:lnTo>
                    <a:pt x="300" y="299"/>
                  </a:lnTo>
                  <a:lnTo>
                    <a:pt x="150" y="299"/>
                  </a:lnTo>
                  <a:lnTo>
                    <a:pt x="1" y="449"/>
                  </a:lnTo>
                  <a:lnTo>
                    <a:pt x="150" y="599"/>
                  </a:lnTo>
                  <a:lnTo>
                    <a:pt x="300" y="748"/>
                  </a:lnTo>
                  <a:lnTo>
                    <a:pt x="3743" y="1048"/>
                  </a:lnTo>
                  <a:lnTo>
                    <a:pt x="5389" y="1048"/>
                  </a:lnTo>
                  <a:lnTo>
                    <a:pt x="7185" y="748"/>
                  </a:lnTo>
                  <a:lnTo>
                    <a:pt x="7784" y="748"/>
                  </a:lnTo>
                  <a:lnTo>
                    <a:pt x="7934" y="599"/>
                  </a:lnTo>
                  <a:lnTo>
                    <a:pt x="7784" y="449"/>
                  </a:lnTo>
                  <a:lnTo>
                    <a:pt x="7185" y="299"/>
                  </a:lnTo>
                  <a:lnTo>
                    <a:pt x="5539" y="150"/>
                  </a:lnTo>
                  <a:lnTo>
                    <a:pt x="37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16" name="Google Shape;2716;p62"/>
            <p:cNvSpPr/>
            <p:nvPr/>
          </p:nvSpPr>
          <p:spPr>
            <a:xfrm>
              <a:off x="3800625" y="4182150"/>
              <a:ext cx="164675" cy="26200"/>
            </a:xfrm>
            <a:custGeom>
              <a:rect b="b" l="l" r="r" t="t"/>
              <a:pathLst>
                <a:path extrusionOk="0" h="1048" w="6587">
                  <a:moveTo>
                    <a:pt x="2994" y="0"/>
                  </a:moveTo>
                  <a:lnTo>
                    <a:pt x="1498" y="150"/>
                  </a:lnTo>
                  <a:lnTo>
                    <a:pt x="150" y="300"/>
                  </a:lnTo>
                  <a:lnTo>
                    <a:pt x="1" y="449"/>
                  </a:lnTo>
                  <a:lnTo>
                    <a:pt x="1" y="599"/>
                  </a:lnTo>
                  <a:lnTo>
                    <a:pt x="1" y="749"/>
                  </a:lnTo>
                  <a:lnTo>
                    <a:pt x="150" y="749"/>
                  </a:lnTo>
                  <a:lnTo>
                    <a:pt x="749" y="898"/>
                  </a:lnTo>
                  <a:lnTo>
                    <a:pt x="2096" y="1048"/>
                  </a:lnTo>
                  <a:lnTo>
                    <a:pt x="3294" y="1048"/>
                  </a:lnTo>
                  <a:lnTo>
                    <a:pt x="5838" y="749"/>
                  </a:lnTo>
                  <a:lnTo>
                    <a:pt x="6437" y="599"/>
                  </a:lnTo>
                  <a:lnTo>
                    <a:pt x="6587" y="599"/>
                  </a:lnTo>
                  <a:lnTo>
                    <a:pt x="6587" y="449"/>
                  </a:lnTo>
                  <a:lnTo>
                    <a:pt x="6587" y="300"/>
                  </a:lnTo>
                  <a:lnTo>
                    <a:pt x="6437" y="300"/>
                  </a:lnTo>
                  <a:lnTo>
                    <a:pt x="5838" y="150"/>
                  </a:lnTo>
                  <a:lnTo>
                    <a:pt x="449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17" name="Google Shape;2717;p62"/>
            <p:cNvSpPr/>
            <p:nvPr/>
          </p:nvSpPr>
          <p:spPr>
            <a:xfrm>
              <a:off x="3804375" y="4103550"/>
              <a:ext cx="172150" cy="22500"/>
            </a:xfrm>
            <a:custGeom>
              <a:rect b="b" l="l" r="r" t="t"/>
              <a:pathLst>
                <a:path extrusionOk="0" h="900" w="6886">
                  <a:moveTo>
                    <a:pt x="1647" y="1"/>
                  </a:moveTo>
                  <a:lnTo>
                    <a:pt x="150" y="151"/>
                  </a:lnTo>
                  <a:lnTo>
                    <a:pt x="0" y="300"/>
                  </a:lnTo>
                  <a:lnTo>
                    <a:pt x="0" y="450"/>
                  </a:lnTo>
                  <a:lnTo>
                    <a:pt x="0" y="600"/>
                  </a:lnTo>
                  <a:lnTo>
                    <a:pt x="150" y="749"/>
                  </a:lnTo>
                  <a:lnTo>
                    <a:pt x="1647" y="899"/>
                  </a:lnTo>
                  <a:lnTo>
                    <a:pt x="3144" y="899"/>
                  </a:lnTo>
                  <a:lnTo>
                    <a:pt x="6137" y="749"/>
                  </a:lnTo>
                  <a:lnTo>
                    <a:pt x="6736" y="600"/>
                  </a:lnTo>
                  <a:lnTo>
                    <a:pt x="6886" y="600"/>
                  </a:lnTo>
                  <a:lnTo>
                    <a:pt x="6886" y="450"/>
                  </a:lnTo>
                  <a:lnTo>
                    <a:pt x="6886" y="300"/>
                  </a:lnTo>
                  <a:lnTo>
                    <a:pt x="6736" y="300"/>
                  </a:lnTo>
                  <a:lnTo>
                    <a:pt x="6137" y="151"/>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18" name="Google Shape;2718;p62"/>
            <p:cNvSpPr/>
            <p:nvPr/>
          </p:nvSpPr>
          <p:spPr>
            <a:xfrm>
              <a:off x="3804375" y="4264475"/>
              <a:ext cx="149700" cy="22475"/>
            </a:xfrm>
            <a:custGeom>
              <a:rect b="b" l="l" r="r" t="t"/>
              <a:pathLst>
                <a:path extrusionOk="0" h="899" w="5988">
                  <a:moveTo>
                    <a:pt x="1497" y="0"/>
                  </a:moveTo>
                  <a:lnTo>
                    <a:pt x="150" y="300"/>
                  </a:lnTo>
                  <a:lnTo>
                    <a:pt x="0" y="449"/>
                  </a:lnTo>
                  <a:lnTo>
                    <a:pt x="150" y="599"/>
                  </a:lnTo>
                  <a:lnTo>
                    <a:pt x="150" y="749"/>
                  </a:lnTo>
                  <a:lnTo>
                    <a:pt x="1497" y="898"/>
                  </a:lnTo>
                  <a:lnTo>
                    <a:pt x="3892" y="898"/>
                  </a:lnTo>
                  <a:lnTo>
                    <a:pt x="5239" y="749"/>
                  </a:lnTo>
                  <a:lnTo>
                    <a:pt x="5988" y="599"/>
                  </a:lnTo>
                  <a:lnTo>
                    <a:pt x="5988" y="449"/>
                  </a:lnTo>
                  <a:lnTo>
                    <a:pt x="5988" y="300"/>
                  </a:lnTo>
                  <a:lnTo>
                    <a:pt x="5239" y="150"/>
                  </a:lnTo>
                  <a:lnTo>
                    <a:pt x="404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19" name="Google Shape;2719;p62"/>
            <p:cNvSpPr/>
            <p:nvPr/>
          </p:nvSpPr>
          <p:spPr>
            <a:xfrm>
              <a:off x="3808125" y="4343050"/>
              <a:ext cx="134725" cy="26225"/>
            </a:xfrm>
            <a:custGeom>
              <a:rect b="b" l="l" r="r" t="t"/>
              <a:pathLst>
                <a:path extrusionOk="0" h="1049" w="5389">
                  <a:moveTo>
                    <a:pt x="2395" y="0"/>
                  </a:moveTo>
                  <a:lnTo>
                    <a:pt x="1198" y="150"/>
                  </a:lnTo>
                  <a:lnTo>
                    <a:pt x="150" y="300"/>
                  </a:lnTo>
                  <a:lnTo>
                    <a:pt x="0" y="449"/>
                  </a:lnTo>
                  <a:lnTo>
                    <a:pt x="0" y="599"/>
                  </a:lnTo>
                  <a:lnTo>
                    <a:pt x="0" y="749"/>
                  </a:lnTo>
                  <a:lnTo>
                    <a:pt x="150" y="749"/>
                  </a:lnTo>
                  <a:lnTo>
                    <a:pt x="300" y="898"/>
                  </a:lnTo>
                  <a:lnTo>
                    <a:pt x="1347" y="1048"/>
                  </a:lnTo>
                  <a:lnTo>
                    <a:pt x="2395" y="1048"/>
                  </a:lnTo>
                  <a:lnTo>
                    <a:pt x="3892" y="898"/>
                  </a:lnTo>
                  <a:lnTo>
                    <a:pt x="4640" y="749"/>
                  </a:lnTo>
                  <a:lnTo>
                    <a:pt x="5239" y="749"/>
                  </a:lnTo>
                  <a:lnTo>
                    <a:pt x="5239" y="599"/>
                  </a:lnTo>
                  <a:lnTo>
                    <a:pt x="5389" y="449"/>
                  </a:lnTo>
                  <a:lnTo>
                    <a:pt x="5239" y="30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20" name="Google Shape;2720;p62"/>
            <p:cNvSpPr/>
            <p:nvPr/>
          </p:nvSpPr>
          <p:spPr>
            <a:xfrm>
              <a:off x="3789400" y="4425375"/>
              <a:ext cx="142225" cy="22475"/>
            </a:xfrm>
            <a:custGeom>
              <a:rect b="b" l="l" r="r" t="t"/>
              <a:pathLst>
                <a:path extrusionOk="0" h="899" w="5689">
                  <a:moveTo>
                    <a:pt x="1348" y="0"/>
                  </a:moveTo>
                  <a:lnTo>
                    <a:pt x="749" y="150"/>
                  </a:lnTo>
                  <a:lnTo>
                    <a:pt x="150" y="300"/>
                  </a:lnTo>
                  <a:lnTo>
                    <a:pt x="1" y="599"/>
                  </a:lnTo>
                  <a:lnTo>
                    <a:pt x="150" y="599"/>
                  </a:lnTo>
                  <a:lnTo>
                    <a:pt x="749" y="898"/>
                  </a:lnTo>
                  <a:lnTo>
                    <a:pt x="2695" y="898"/>
                  </a:lnTo>
                  <a:lnTo>
                    <a:pt x="4940" y="749"/>
                  </a:lnTo>
                  <a:lnTo>
                    <a:pt x="5539" y="599"/>
                  </a:lnTo>
                  <a:lnTo>
                    <a:pt x="5689" y="599"/>
                  </a:lnTo>
                  <a:lnTo>
                    <a:pt x="5689" y="449"/>
                  </a:lnTo>
                  <a:lnTo>
                    <a:pt x="5539" y="300"/>
                  </a:lnTo>
                  <a:lnTo>
                    <a:pt x="4940"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21" name="Google Shape;2721;p62"/>
            <p:cNvSpPr/>
            <p:nvPr/>
          </p:nvSpPr>
          <p:spPr>
            <a:xfrm>
              <a:off x="3785675" y="4507700"/>
              <a:ext cx="134725" cy="22475"/>
            </a:xfrm>
            <a:custGeom>
              <a:rect b="b" l="l" r="r" t="t"/>
              <a:pathLst>
                <a:path extrusionOk="0" h="899" w="5389">
                  <a:moveTo>
                    <a:pt x="1497" y="0"/>
                  </a:moveTo>
                  <a:lnTo>
                    <a:pt x="449" y="150"/>
                  </a:lnTo>
                  <a:lnTo>
                    <a:pt x="150" y="300"/>
                  </a:lnTo>
                  <a:lnTo>
                    <a:pt x="0" y="300"/>
                  </a:lnTo>
                  <a:lnTo>
                    <a:pt x="0" y="449"/>
                  </a:lnTo>
                  <a:lnTo>
                    <a:pt x="150" y="599"/>
                  </a:lnTo>
                  <a:lnTo>
                    <a:pt x="599" y="749"/>
                  </a:lnTo>
                  <a:lnTo>
                    <a:pt x="1198" y="898"/>
                  </a:lnTo>
                  <a:lnTo>
                    <a:pt x="2545" y="898"/>
                  </a:lnTo>
                  <a:lnTo>
                    <a:pt x="4640" y="749"/>
                  </a:lnTo>
                  <a:lnTo>
                    <a:pt x="5239" y="599"/>
                  </a:lnTo>
                  <a:lnTo>
                    <a:pt x="5389" y="449"/>
                  </a:lnTo>
                  <a:lnTo>
                    <a:pt x="5389" y="300"/>
                  </a:lnTo>
                  <a:lnTo>
                    <a:pt x="5239" y="15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22" name="Google Shape;2722;p62"/>
            <p:cNvSpPr/>
            <p:nvPr/>
          </p:nvSpPr>
          <p:spPr>
            <a:xfrm>
              <a:off x="3781925" y="4586275"/>
              <a:ext cx="134725" cy="26225"/>
            </a:xfrm>
            <a:custGeom>
              <a:rect b="b" l="l" r="r" t="t"/>
              <a:pathLst>
                <a:path extrusionOk="0" h="1049" w="5389">
                  <a:moveTo>
                    <a:pt x="1348" y="1"/>
                  </a:moveTo>
                  <a:lnTo>
                    <a:pt x="749" y="150"/>
                  </a:lnTo>
                  <a:lnTo>
                    <a:pt x="150" y="300"/>
                  </a:lnTo>
                  <a:lnTo>
                    <a:pt x="0" y="450"/>
                  </a:lnTo>
                  <a:lnTo>
                    <a:pt x="0" y="599"/>
                  </a:lnTo>
                  <a:lnTo>
                    <a:pt x="150" y="749"/>
                  </a:lnTo>
                  <a:lnTo>
                    <a:pt x="1048" y="1048"/>
                  </a:lnTo>
                  <a:lnTo>
                    <a:pt x="3293" y="1048"/>
                  </a:lnTo>
                  <a:lnTo>
                    <a:pt x="4341" y="899"/>
                  </a:lnTo>
                  <a:lnTo>
                    <a:pt x="5089" y="749"/>
                  </a:lnTo>
                  <a:lnTo>
                    <a:pt x="5239" y="749"/>
                  </a:lnTo>
                  <a:lnTo>
                    <a:pt x="5389" y="599"/>
                  </a:lnTo>
                  <a:lnTo>
                    <a:pt x="5389" y="450"/>
                  </a:lnTo>
                  <a:lnTo>
                    <a:pt x="5239" y="300"/>
                  </a:lnTo>
                  <a:lnTo>
                    <a:pt x="5089" y="300"/>
                  </a:lnTo>
                  <a:lnTo>
                    <a:pt x="4341" y="150"/>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23" name="Google Shape;2723;p62"/>
            <p:cNvSpPr/>
            <p:nvPr/>
          </p:nvSpPr>
          <p:spPr>
            <a:xfrm>
              <a:off x="3766950" y="4668600"/>
              <a:ext cx="134750" cy="26225"/>
            </a:xfrm>
            <a:custGeom>
              <a:rect b="b" l="l" r="r" t="t"/>
              <a:pathLst>
                <a:path extrusionOk="0" h="1049" w="5390">
                  <a:moveTo>
                    <a:pt x="1198" y="0"/>
                  </a:moveTo>
                  <a:lnTo>
                    <a:pt x="150" y="300"/>
                  </a:lnTo>
                  <a:lnTo>
                    <a:pt x="1" y="449"/>
                  </a:lnTo>
                  <a:lnTo>
                    <a:pt x="150" y="599"/>
                  </a:lnTo>
                  <a:lnTo>
                    <a:pt x="1198" y="899"/>
                  </a:lnTo>
                  <a:lnTo>
                    <a:pt x="2246" y="1048"/>
                  </a:lnTo>
                  <a:lnTo>
                    <a:pt x="3294" y="899"/>
                  </a:lnTo>
                  <a:lnTo>
                    <a:pt x="4491" y="749"/>
                  </a:lnTo>
                  <a:lnTo>
                    <a:pt x="5239" y="599"/>
                  </a:lnTo>
                  <a:lnTo>
                    <a:pt x="5389" y="449"/>
                  </a:lnTo>
                  <a:lnTo>
                    <a:pt x="5239" y="300"/>
                  </a:lnTo>
                  <a:lnTo>
                    <a:pt x="4491" y="150"/>
                  </a:lnTo>
                  <a:lnTo>
                    <a:pt x="34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24" name="Google Shape;2724;p62"/>
            <p:cNvSpPr/>
            <p:nvPr/>
          </p:nvSpPr>
          <p:spPr>
            <a:xfrm>
              <a:off x="3781925" y="4750925"/>
              <a:ext cx="108550" cy="18725"/>
            </a:xfrm>
            <a:custGeom>
              <a:rect b="b" l="l" r="r" t="t"/>
              <a:pathLst>
                <a:path extrusionOk="0" h="749" w="4342">
                  <a:moveTo>
                    <a:pt x="599" y="0"/>
                  </a:moveTo>
                  <a:lnTo>
                    <a:pt x="0" y="150"/>
                  </a:lnTo>
                  <a:lnTo>
                    <a:pt x="0" y="449"/>
                  </a:lnTo>
                  <a:lnTo>
                    <a:pt x="0" y="599"/>
                  </a:lnTo>
                  <a:lnTo>
                    <a:pt x="599" y="749"/>
                  </a:lnTo>
                  <a:lnTo>
                    <a:pt x="3443" y="749"/>
                  </a:lnTo>
                  <a:lnTo>
                    <a:pt x="4191" y="449"/>
                  </a:lnTo>
                  <a:lnTo>
                    <a:pt x="4341" y="449"/>
                  </a:lnTo>
                  <a:lnTo>
                    <a:pt x="4191" y="300"/>
                  </a:lnTo>
                  <a:lnTo>
                    <a:pt x="4191" y="150"/>
                  </a:lnTo>
                  <a:lnTo>
                    <a:pt x="35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25" name="Google Shape;2725;p62"/>
            <p:cNvSpPr/>
            <p:nvPr/>
          </p:nvSpPr>
          <p:spPr>
            <a:xfrm>
              <a:off x="3796900" y="4829500"/>
              <a:ext cx="82350" cy="22475"/>
            </a:xfrm>
            <a:custGeom>
              <a:rect b="b" l="l" r="r" t="t"/>
              <a:pathLst>
                <a:path extrusionOk="0" h="899" w="3294">
                  <a:moveTo>
                    <a:pt x="749" y="1"/>
                  </a:moveTo>
                  <a:lnTo>
                    <a:pt x="299" y="150"/>
                  </a:lnTo>
                  <a:lnTo>
                    <a:pt x="150" y="300"/>
                  </a:lnTo>
                  <a:lnTo>
                    <a:pt x="0" y="450"/>
                  </a:lnTo>
                  <a:lnTo>
                    <a:pt x="150" y="599"/>
                  </a:lnTo>
                  <a:lnTo>
                    <a:pt x="299" y="749"/>
                  </a:lnTo>
                  <a:lnTo>
                    <a:pt x="749" y="899"/>
                  </a:lnTo>
                  <a:lnTo>
                    <a:pt x="1347" y="899"/>
                  </a:lnTo>
                  <a:lnTo>
                    <a:pt x="2395" y="749"/>
                  </a:lnTo>
                  <a:lnTo>
                    <a:pt x="3143" y="599"/>
                  </a:lnTo>
                  <a:lnTo>
                    <a:pt x="3293" y="450"/>
                  </a:lnTo>
                  <a:lnTo>
                    <a:pt x="3143" y="300"/>
                  </a:lnTo>
                  <a:lnTo>
                    <a:pt x="2545" y="150"/>
                  </a:lnTo>
                  <a:lnTo>
                    <a:pt x="13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26" name="Google Shape;2726;p62"/>
            <p:cNvSpPr/>
            <p:nvPr/>
          </p:nvSpPr>
          <p:spPr>
            <a:xfrm>
              <a:off x="3804375" y="4911825"/>
              <a:ext cx="71125" cy="18725"/>
            </a:xfrm>
            <a:custGeom>
              <a:rect b="b" l="l" r="r" t="t"/>
              <a:pathLst>
                <a:path extrusionOk="0" h="749" w="2845">
                  <a:moveTo>
                    <a:pt x="899" y="1"/>
                  </a:moveTo>
                  <a:lnTo>
                    <a:pt x="150" y="150"/>
                  </a:lnTo>
                  <a:lnTo>
                    <a:pt x="150" y="300"/>
                  </a:lnTo>
                  <a:lnTo>
                    <a:pt x="0" y="450"/>
                  </a:lnTo>
                  <a:lnTo>
                    <a:pt x="150" y="599"/>
                  </a:lnTo>
                  <a:lnTo>
                    <a:pt x="899" y="749"/>
                  </a:lnTo>
                  <a:lnTo>
                    <a:pt x="1647" y="749"/>
                  </a:lnTo>
                  <a:lnTo>
                    <a:pt x="2395" y="599"/>
                  </a:lnTo>
                  <a:lnTo>
                    <a:pt x="2695" y="599"/>
                  </a:lnTo>
                  <a:lnTo>
                    <a:pt x="2844" y="450"/>
                  </a:lnTo>
                  <a:lnTo>
                    <a:pt x="2695" y="150"/>
                  </a:lnTo>
                  <a:lnTo>
                    <a:pt x="2395" y="150"/>
                  </a:lnTo>
                  <a:lnTo>
                    <a:pt x="17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27" name="Google Shape;2727;p62"/>
            <p:cNvSpPr/>
            <p:nvPr/>
          </p:nvSpPr>
          <p:spPr>
            <a:xfrm>
              <a:off x="3793150" y="4990400"/>
              <a:ext cx="67375" cy="22475"/>
            </a:xfrm>
            <a:custGeom>
              <a:rect b="b" l="l" r="r" t="t"/>
              <a:pathLst>
                <a:path extrusionOk="0" h="899" w="2695">
                  <a:moveTo>
                    <a:pt x="1048" y="1"/>
                  </a:moveTo>
                  <a:lnTo>
                    <a:pt x="449" y="150"/>
                  </a:lnTo>
                  <a:lnTo>
                    <a:pt x="0" y="300"/>
                  </a:lnTo>
                  <a:lnTo>
                    <a:pt x="0" y="450"/>
                  </a:lnTo>
                  <a:lnTo>
                    <a:pt x="0" y="749"/>
                  </a:lnTo>
                  <a:lnTo>
                    <a:pt x="300" y="899"/>
                  </a:lnTo>
                  <a:lnTo>
                    <a:pt x="1647" y="899"/>
                  </a:lnTo>
                  <a:lnTo>
                    <a:pt x="2395" y="749"/>
                  </a:lnTo>
                  <a:lnTo>
                    <a:pt x="2545" y="600"/>
                  </a:lnTo>
                  <a:lnTo>
                    <a:pt x="2695" y="450"/>
                  </a:lnTo>
                  <a:lnTo>
                    <a:pt x="2545" y="300"/>
                  </a:lnTo>
                  <a:lnTo>
                    <a:pt x="2395" y="300"/>
                  </a:lnTo>
                  <a:lnTo>
                    <a:pt x="1797" y="150"/>
                  </a:lnTo>
                  <a:lnTo>
                    <a:pt x="104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28" name="Google Shape;2728;p62"/>
            <p:cNvSpPr/>
            <p:nvPr/>
          </p:nvSpPr>
          <p:spPr>
            <a:xfrm>
              <a:off x="3793150" y="5076475"/>
              <a:ext cx="59900" cy="15000"/>
            </a:xfrm>
            <a:custGeom>
              <a:rect b="b" l="l" r="r" t="t"/>
              <a:pathLst>
                <a:path extrusionOk="0" h="600" w="2396">
                  <a:moveTo>
                    <a:pt x="150" y="0"/>
                  </a:moveTo>
                  <a:lnTo>
                    <a:pt x="150" y="150"/>
                  </a:lnTo>
                  <a:lnTo>
                    <a:pt x="0" y="300"/>
                  </a:lnTo>
                  <a:lnTo>
                    <a:pt x="0" y="449"/>
                  </a:lnTo>
                  <a:lnTo>
                    <a:pt x="300" y="449"/>
                  </a:lnTo>
                  <a:lnTo>
                    <a:pt x="1048" y="599"/>
                  </a:lnTo>
                  <a:lnTo>
                    <a:pt x="1946" y="599"/>
                  </a:lnTo>
                  <a:lnTo>
                    <a:pt x="2395" y="449"/>
                  </a:lnTo>
                  <a:lnTo>
                    <a:pt x="23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29" name="Google Shape;2729;p62"/>
            <p:cNvSpPr/>
            <p:nvPr/>
          </p:nvSpPr>
          <p:spPr>
            <a:xfrm>
              <a:off x="1192500" y="238125"/>
              <a:ext cx="5235000" cy="5238750"/>
            </a:xfrm>
            <a:custGeom>
              <a:rect b="b" l="l" r="r" t="t"/>
              <a:pathLst>
                <a:path extrusionOk="0" h="209550" w="209400">
                  <a:moveTo>
                    <a:pt x="100135" y="23200"/>
                  </a:moveTo>
                  <a:lnTo>
                    <a:pt x="98638" y="34276"/>
                  </a:lnTo>
                  <a:lnTo>
                    <a:pt x="94597" y="34725"/>
                  </a:lnTo>
                  <a:lnTo>
                    <a:pt x="90555" y="35324"/>
                  </a:lnTo>
                  <a:lnTo>
                    <a:pt x="90555" y="35324"/>
                  </a:lnTo>
                  <a:lnTo>
                    <a:pt x="90705" y="24248"/>
                  </a:lnTo>
                  <a:lnTo>
                    <a:pt x="95345" y="23649"/>
                  </a:lnTo>
                  <a:lnTo>
                    <a:pt x="100135" y="23200"/>
                  </a:lnTo>
                  <a:close/>
                  <a:moveTo>
                    <a:pt x="108517" y="23200"/>
                  </a:moveTo>
                  <a:lnTo>
                    <a:pt x="113606" y="23500"/>
                  </a:lnTo>
                  <a:lnTo>
                    <a:pt x="118845" y="24248"/>
                  </a:lnTo>
                  <a:lnTo>
                    <a:pt x="118845" y="35324"/>
                  </a:lnTo>
                  <a:lnTo>
                    <a:pt x="114504" y="34576"/>
                  </a:lnTo>
                  <a:lnTo>
                    <a:pt x="110163" y="34127"/>
                  </a:lnTo>
                  <a:lnTo>
                    <a:pt x="108517" y="23200"/>
                  </a:lnTo>
                  <a:close/>
                  <a:moveTo>
                    <a:pt x="89657" y="24398"/>
                  </a:moveTo>
                  <a:lnTo>
                    <a:pt x="89657" y="24547"/>
                  </a:lnTo>
                  <a:lnTo>
                    <a:pt x="88310" y="24996"/>
                  </a:lnTo>
                  <a:lnTo>
                    <a:pt x="87262" y="25146"/>
                  </a:lnTo>
                  <a:lnTo>
                    <a:pt x="86215" y="25595"/>
                  </a:lnTo>
                  <a:lnTo>
                    <a:pt x="86215" y="25745"/>
                  </a:lnTo>
                  <a:lnTo>
                    <a:pt x="88011" y="25296"/>
                  </a:lnTo>
                  <a:lnTo>
                    <a:pt x="88909" y="25146"/>
                  </a:lnTo>
                  <a:lnTo>
                    <a:pt x="89657" y="24996"/>
                  </a:lnTo>
                  <a:lnTo>
                    <a:pt x="89657" y="25745"/>
                  </a:lnTo>
                  <a:lnTo>
                    <a:pt x="88310" y="26194"/>
                  </a:lnTo>
                  <a:lnTo>
                    <a:pt x="87412" y="26493"/>
                  </a:lnTo>
                  <a:lnTo>
                    <a:pt x="86514" y="26792"/>
                  </a:lnTo>
                  <a:lnTo>
                    <a:pt x="86364" y="26942"/>
                  </a:lnTo>
                  <a:lnTo>
                    <a:pt x="86514" y="26942"/>
                  </a:lnTo>
                  <a:lnTo>
                    <a:pt x="88460" y="26493"/>
                  </a:lnTo>
                  <a:lnTo>
                    <a:pt x="89657" y="26194"/>
                  </a:lnTo>
                  <a:lnTo>
                    <a:pt x="89657" y="27092"/>
                  </a:lnTo>
                  <a:lnTo>
                    <a:pt x="88310" y="27541"/>
                  </a:lnTo>
                  <a:lnTo>
                    <a:pt x="87412" y="27691"/>
                  </a:lnTo>
                  <a:lnTo>
                    <a:pt x="86514" y="28140"/>
                  </a:lnTo>
                  <a:lnTo>
                    <a:pt x="86514" y="28289"/>
                  </a:lnTo>
                  <a:lnTo>
                    <a:pt x="87412" y="27990"/>
                  </a:lnTo>
                  <a:lnTo>
                    <a:pt x="88310" y="27840"/>
                  </a:lnTo>
                  <a:lnTo>
                    <a:pt x="89657" y="27391"/>
                  </a:lnTo>
                  <a:lnTo>
                    <a:pt x="89657" y="28289"/>
                  </a:lnTo>
                  <a:lnTo>
                    <a:pt x="88310" y="28589"/>
                  </a:lnTo>
                  <a:lnTo>
                    <a:pt x="87562" y="28888"/>
                  </a:lnTo>
                  <a:lnTo>
                    <a:pt x="86963" y="29187"/>
                  </a:lnTo>
                  <a:lnTo>
                    <a:pt x="86963" y="29337"/>
                  </a:lnTo>
                  <a:lnTo>
                    <a:pt x="87113" y="29337"/>
                  </a:lnTo>
                  <a:lnTo>
                    <a:pt x="88759" y="28738"/>
                  </a:lnTo>
                  <a:lnTo>
                    <a:pt x="89657" y="28589"/>
                  </a:lnTo>
                  <a:lnTo>
                    <a:pt x="89657" y="29786"/>
                  </a:lnTo>
                  <a:lnTo>
                    <a:pt x="88610" y="30085"/>
                  </a:lnTo>
                  <a:lnTo>
                    <a:pt x="87712" y="30385"/>
                  </a:lnTo>
                  <a:lnTo>
                    <a:pt x="86963" y="30684"/>
                  </a:lnTo>
                  <a:lnTo>
                    <a:pt x="86963" y="30834"/>
                  </a:lnTo>
                  <a:lnTo>
                    <a:pt x="87861" y="30534"/>
                  </a:lnTo>
                  <a:lnTo>
                    <a:pt x="88610" y="30385"/>
                  </a:lnTo>
                  <a:lnTo>
                    <a:pt x="89657" y="30085"/>
                  </a:lnTo>
                  <a:lnTo>
                    <a:pt x="89657" y="30983"/>
                  </a:lnTo>
                  <a:lnTo>
                    <a:pt x="88759" y="31133"/>
                  </a:lnTo>
                  <a:lnTo>
                    <a:pt x="88011" y="31433"/>
                  </a:lnTo>
                  <a:lnTo>
                    <a:pt x="87262" y="31732"/>
                  </a:lnTo>
                  <a:lnTo>
                    <a:pt x="87262" y="31882"/>
                  </a:lnTo>
                  <a:lnTo>
                    <a:pt x="89208" y="31283"/>
                  </a:lnTo>
                  <a:lnTo>
                    <a:pt x="89657" y="31283"/>
                  </a:lnTo>
                  <a:lnTo>
                    <a:pt x="89657" y="32031"/>
                  </a:lnTo>
                  <a:lnTo>
                    <a:pt x="89059" y="32181"/>
                  </a:lnTo>
                  <a:lnTo>
                    <a:pt x="87562" y="32780"/>
                  </a:lnTo>
                  <a:lnTo>
                    <a:pt x="87562" y="32929"/>
                  </a:lnTo>
                  <a:lnTo>
                    <a:pt x="87712" y="32929"/>
                  </a:lnTo>
                  <a:lnTo>
                    <a:pt x="89059" y="32480"/>
                  </a:lnTo>
                  <a:lnTo>
                    <a:pt x="89657" y="32331"/>
                  </a:lnTo>
                  <a:lnTo>
                    <a:pt x="89657" y="32331"/>
                  </a:lnTo>
                  <a:lnTo>
                    <a:pt x="89508" y="33229"/>
                  </a:lnTo>
                  <a:lnTo>
                    <a:pt x="88759" y="33378"/>
                  </a:lnTo>
                  <a:lnTo>
                    <a:pt x="87861" y="33678"/>
                  </a:lnTo>
                  <a:lnTo>
                    <a:pt x="87861" y="33827"/>
                  </a:lnTo>
                  <a:lnTo>
                    <a:pt x="88759" y="33678"/>
                  </a:lnTo>
                  <a:lnTo>
                    <a:pt x="89508" y="33378"/>
                  </a:lnTo>
                  <a:lnTo>
                    <a:pt x="89508" y="34276"/>
                  </a:lnTo>
                  <a:lnTo>
                    <a:pt x="89208" y="34276"/>
                  </a:lnTo>
                  <a:lnTo>
                    <a:pt x="88759" y="34576"/>
                  </a:lnTo>
                  <a:lnTo>
                    <a:pt x="88161" y="34725"/>
                  </a:lnTo>
                  <a:lnTo>
                    <a:pt x="88161" y="34875"/>
                  </a:lnTo>
                  <a:lnTo>
                    <a:pt x="89358" y="34576"/>
                  </a:lnTo>
                  <a:lnTo>
                    <a:pt x="89508" y="34426"/>
                  </a:lnTo>
                  <a:lnTo>
                    <a:pt x="89508" y="35174"/>
                  </a:lnTo>
                  <a:lnTo>
                    <a:pt x="88310" y="35773"/>
                  </a:lnTo>
                  <a:lnTo>
                    <a:pt x="88310" y="35923"/>
                  </a:lnTo>
                  <a:lnTo>
                    <a:pt x="88460" y="35923"/>
                  </a:lnTo>
                  <a:lnTo>
                    <a:pt x="89059" y="35624"/>
                  </a:lnTo>
                  <a:lnTo>
                    <a:pt x="89508" y="35474"/>
                  </a:lnTo>
                  <a:lnTo>
                    <a:pt x="89508" y="35624"/>
                  </a:lnTo>
                  <a:lnTo>
                    <a:pt x="89508" y="36222"/>
                  </a:lnTo>
                  <a:lnTo>
                    <a:pt x="89358" y="36222"/>
                  </a:lnTo>
                  <a:lnTo>
                    <a:pt x="88909" y="36522"/>
                  </a:lnTo>
                  <a:lnTo>
                    <a:pt x="88460" y="36821"/>
                  </a:lnTo>
                  <a:lnTo>
                    <a:pt x="88610" y="36821"/>
                  </a:lnTo>
                  <a:lnTo>
                    <a:pt x="88909" y="36671"/>
                  </a:lnTo>
                  <a:lnTo>
                    <a:pt x="89358" y="36522"/>
                  </a:lnTo>
                  <a:lnTo>
                    <a:pt x="89508" y="36522"/>
                  </a:lnTo>
                  <a:lnTo>
                    <a:pt x="89508" y="37120"/>
                  </a:lnTo>
                  <a:lnTo>
                    <a:pt x="89508" y="37270"/>
                  </a:lnTo>
                  <a:lnTo>
                    <a:pt x="88909" y="37569"/>
                  </a:lnTo>
                  <a:lnTo>
                    <a:pt x="88909" y="37719"/>
                  </a:lnTo>
                  <a:lnTo>
                    <a:pt x="89508" y="37420"/>
                  </a:lnTo>
                  <a:lnTo>
                    <a:pt x="89508" y="38318"/>
                  </a:lnTo>
                  <a:lnTo>
                    <a:pt x="88909" y="38617"/>
                  </a:lnTo>
                  <a:lnTo>
                    <a:pt x="88011" y="36971"/>
                  </a:lnTo>
                  <a:lnTo>
                    <a:pt x="87412" y="36073"/>
                  </a:lnTo>
                  <a:lnTo>
                    <a:pt x="82024" y="26343"/>
                  </a:lnTo>
                  <a:lnTo>
                    <a:pt x="85766" y="25296"/>
                  </a:lnTo>
                  <a:lnTo>
                    <a:pt x="89657" y="24398"/>
                  </a:lnTo>
                  <a:close/>
                  <a:moveTo>
                    <a:pt x="119743" y="24398"/>
                  </a:moveTo>
                  <a:lnTo>
                    <a:pt x="123634" y="25296"/>
                  </a:lnTo>
                  <a:lnTo>
                    <a:pt x="127526" y="26343"/>
                  </a:lnTo>
                  <a:lnTo>
                    <a:pt x="121988" y="36073"/>
                  </a:lnTo>
                  <a:lnTo>
                    <a:pt x="121389" y="36971"/>
                  </a:lnTo>
                  <a:lnTo>
                    <a:pt x="120491" y="38617"/>
                  </a:lnTo>
                  <a:lnTo>
                    <a:pt x="120042" y="38318"/>
                  </a:lnTo>
                  <a:lnTo>
                    <a:pt x="119892" y="38318"/>
                  </a:lnTo>
                  <a:lnTo>
                    <a:pt x="119892" y="37420"/>
                  </a:lnTo>
                  <a:lnTo>
                    <a:pt x="120491" y="37719"/>
                  </a:lnTo>
                  <a:lnTo>
                    <a:pt x="120641" y="37569"/>
                  </a:lnTo>
                  <a:lnTo>
                    <a:pt x="119892" y="37270"/>
                  </a:lnTo>
                  <a:lnTo>
                    <a:pt x="119892" y="37120"/>
                  </a:lnTo>
                  <a:lnTo>
                    <a:pt x="119892" y="36671"/>
                  </a:lnTo>
                  <a:lnTo>
                    <a:pt x="119892" y="36522"/>
                  </a:lnTo>
                  <a:lnTo>
                    <a:pt x="120042" y="36522"/>
                  </a:lnTo>
                  <a:lnTo>
                    <a:pt x="120491" y="36821"/>
                  </a:lnTo>
                  <a:lnTo>
                    <a:pt x="120940" y="36821"/>
                  </a:lnTo>
                  <a:lnTo>
                    <a:pt x="120491" y="36522"/>
                  </a:lnTo>
                  <a:lnTo>
                    <a:pt x="120042" y="36222"/>
                  </a:lnTo>
                  <a:lnTo>
                    <a:pt x="119892" y="36222"/>
                  </a:lnTo>
                  <a:lnTo>
                    <a:pt x="119892" y="35624"/>
                  </a:lnTo>
                  <a:lnTo>
                    <a:pt x="119892" y="35474"/>
                  </a:lnTo>
                  <a:lnTo>
                    <a:pt x="120491" y="35773"/>
                  </a:lnTo>
                  <a:lnTo>
                    <a:pt x="120940" y="35923"/>
                  </a:lnTo>
                  <a:lnTo>
                    <a:pt x="121090" y="35923"/>
                  </a:lnTo>
                  <a:lnTo>
                    <a:pt x="121090" y="35773"/>
                  </a:lnTo>
                  <a:lnTo>
                    <a:pt x="119892" y="35174"/>
                  </a:lnTo>
                  <a:lnTo>
                    <a:pt x="119892" y="34426"/>
                  </a:lnTo>
                  <a:lnTo>
                    <a:pt x="120042" y="34576"/>
                  </a:lnTo>
                  <a:lnTo>
                    <a:pt x="121239" y="34875"/>
                  </a:lnTo>
                  <a:lnTo>
                    <a:pt x="121239" y="34725"/>
                  </a:lnTo>
                  <a:lnTo>
                    <a:pt x="120790" y="34576"/>
                  </a:lnTo>
                  <a:lnTo>
                    <a:pt x="120192" y="34276"/>
                  </a:lnTo>
                  <a:lnTo>
                    <a:pt x="119892" y="34276"/>
                  </a:lnTo>
                  <a:lnTo>
                    <a:pt x="119892" y="33378"/>
                  </a:lnTo>
                  <a:lnTo>
                    <a:pt x="120641" y="33678"/>
                  </a:lnTo>
                  <a:lnTo>
                    <a:pt x="121539" y="33827"/>
                  </a:lnTo>
                  <a:lnTo>
                    <a:pt x="121539" y="33678"/>
                  </a:lnTo>
                  <a:lnTo>
                    <a:pt x="120790" y="33378"/>
                  </a:lnTo>
                  <a:lnTo>
                    <a:pt x="119892" y="33229"/>
                  </a:lnTo>
                  <a:lnTo>
                    <a:pt x="119892" y="32331"/>
                  </a:lnTo>
                  <a:lnTo>
                    <a:pt x="120491" y="32480"/>
                  </a:lnTo>
                  <a:lnTo>
                    <a:pt x="121838" y="32929"/>
                  </a:lnTo>
                  <a:lnTo>
                    <a:pt x="121838" y="32780"/>
                  </a:lnTo>
                  <a:lnTo>
                    <a:pt x="120341" y="32181"/>
                  </a:lnTo>
                  <a:lnTo>
                    <a:pt x="119892" y="32031"/>
                  </a:lnTo>
                  <a:lnTo>
                    <a:pt x="119892" y="31283"/>
                  </a:lnTo>
                  <a:lnTo>
                    <a:pt x="120192" y="31283"/>
                  </a:lnTo>
                  <a:lnTo>
                    <a:pt x="122138" y="31882"/>
                  </a:lnTo>
                  <a:lnTo>
                    <a:pt x="122138" y="31732"/>
                  </a:lnTo>
                  <a:lnTo>
                    <a:pt x="121539" y="31433"/>
                  </a:lnTo>
                  <a:lnTo>
                    <a:pt x="120641" y="31133"/>
                  </a:lnTo>
                  <a:lnTo>
                    <a:pt x="119892" y="30983"/>
                  </a:lnTo>
                  <a:lnTo>
                    <a:pt x="119892" y="30085"/>
                  </a:lnTo>
                  <a:lnTo>
                    <a:pt x="120790" y="30385"/>
                  </a:lnTo>
                  <a:lnTo>
                    <a:pt x="121688" y="30534"/>
                  </a:lnTo>
                  <a:lnTo>
                    <a:pt x="122437" y="30834"/>
                  </a:lnTo>
                  <a:lnTo>
                    <a:pt x="122437" y="30684"/>
                  </a:lnTo>
                  <a:lnTo>
                    <a:pt x="121688" y="30385"/>
                  </a:lnTo>
                  <a:lnTo>
                    <a:pt x="120940" y="30085"/>
                  </a:lnTo>
                  <a:lnTo>
                    <a:pt x="119892" y="29786"/>
                  </a:lnTo>
                  <a:lnTo>
                    <a:pt x="119743" y="28589"/>
                  </a:lnTo>
                  <a:lnTo>
                    <a:pt x="120790" y="28738"/>
                  </a:lnTo>
                  <a:lnTo>
                    <a:pt x="122437" y="29337"/>
                  </a:lnTo>
                  <a:lnTo>
                    <a:pt x="122437" y="29187"/>
                  </a:lnTo>
                  <a:lnTo>
                    <a:pt x="121838" y="28888"/>
                  </a:lnTo>
                  <a:lnTo>
                    <a:pt x="121239" y="28589"/>
                  </a:lnTo>
                  <a:lnTo>
                    <a:pt x="119743" y="28289"/>
                  </a:lnTo>
                  <a:lnTo>
                    <a:pt x="119743" y="27391"/>
                  </a:lnTo>
                  <a:lnTo>
                    <a:pt x="121090" y="27840"/>
                  </a:lnTo>
                  <a:lnTo>
                    <a:pt x="121988" y="27990"/>
                  </a:lnTo>
                  <a:lnTo>
                    <a:pt x="122886" y="28289"/>
                  </a:lnTo>
                  <a:lnTo>
                    <a:pt x="122886" y="28140"/>
                  </a:lnTo>
                  <a:lnTo>
                    <a:pt x="121988" y="27691"/>
                  </a:lnTo>
                  <a:lnTo>
                    <a:pt x="121090" y="27541"/>
                  </a:lnTo>
                  <a:lnTo>
                    <a:pt x="119743" y="27092"/>
                  </a:lnTo>
                  <a:lnTo>
                    <a:pt x="119743" y="26194"/>
                  </a:lnTo>
                  <a:lnTo>
                    <a:pt x="120940" y="26493"/>
                  </a:lnTo>
                  <a:lnTo>
                    <a:pt x="122886" y="26942"/>
                  </a:lnTo>
                  <a:lnTo>
                    <a:pt x="123036" y="26942"/>
                  </a:lnTo>
                  <a:lnTo>
                    <a:pt x="123036" y="26792"/>
                  </a:lnTo>
                  <a:lnTo>
                    <a:pt x="122138" y="26493"/>
                  </a:lnTo>
                  <a:lnTo>
                    <a:pt x="121239" y="26194"/>
                  </a:lnTo>
                  <a:lnTo>
                    <a:pt x="119743" y="25745"/>
                  </a:lnTo>
                  <a:lnTo>
                    <a:pt x="119743" y="24996"/>
                  </a:lnTo>
                  <a:lnTo>
                    <a:pt x="120641" y="25146"/>
                  </a:lnTo>
                  <a:lnTo>
                    <a:pt x="121539" y="25296"/>
                  </a:lnTo>
                  <a:lnTo>
                    <a:pt x="123185" y="25745"/>
                  </a:lnTo>
                  <a:lnTo>
                    <a:pt x="123335" y="25595"/>
                  </a:lnTo>
                  <a:lnTo>
                    <a:pt x="123185" y="25595"/>
                  </a:lnTo>
                  <a:lnTo>
                    <a:pt x="122287" y="25146"/>
                  </a:lnTo>
                  <a:lnTo>
                    <a:pt x="121090" y="24996"/>
                  </a:lnTo>
                  <a:lnTo>
                    <a:pt x="119743" y="24547"/>
                  </a:lnTo>
                  <a:lnTo>
                    <a:pt x="119743" y="24398"/>
                  </a:lnTo>
                  <a:close/>
                  <a:moveTo>
                    <a:pt x="89508" y="38467"/>
                  </a:moveTo>
                  <a:lnTo>
                    <a:pt x="89508" y="39665"/>
                  </a:lnTo>
                  <a:lnTo>
                    <a:pt x="89059" y="38767"/>
                  </a:lnTo>
                  <a:lnTo>
                    <a:pt x="89508" y="38467"/>
                  </a:lnTo>
                  <a:close/>
                  <a:moveTo>
                    <a:pt x="119892" y="38467"/>
                  </a:moveTo>
                  <a:lnTo>
                    <a:pt x="120491" y="38767"/>
                  </a:lnTo>
                  <a:lnTo>
                    <a:pt x="119892" y="39665"/>
                  </a:lnTo>
                  <a:lnTo>
                    <a:pt x="119892" y="38467"/>
                  </a:lnTo>
                  <a:close/>
                  <a:moveTo>
                    <a:pt x="80976" y="26643"/>
                  </a:moveTo>
                  <a:lnTo>
                    <a:pt x="86514" y="36372"/>
                  </a:lnTo>
                  <a:lnTo>
                    <a:pt x="81874" y="37719"/>
                  </a:lnTo>
                  <a:lnTo>
                    <a:pt x="77384" y="39515"/>
                  </a:lnTo>
                  <a:lnTo>
                    <a:pt x="73043" y="41461"/>
                  </a:lnTo>
                  <a:lnTo>
                    <a:pt x="68702" y="43706"/>
                  </a:lnTo>
                  <a:lnTo>
                    <a:pt x="65260" y="33229"/>
                  </a:lnTo>
                  <a:lnTo>
                    <a:pt x="69002" y="31283"/>
                  </a:lnTo>
                  <a:lnTo>
                    <a:pt x="72893" y="29487"/>
                  </a:lnTo>
                  <a:lnTo>
                    <a:pt x="76935" y="27990"/>
                  </a:lnTo>
                  <a:lnTo>
                    <a:pt x="80976" y="26643"/>
                  </a:lnTo>
                  <a:close/>
                  <a:moveTo>
                    <a:pt x="128424" y="26643"/>
                  </a:moveTo>
                  <a:lnTo>
                    <a:pt x="132465" y="27990"/>
                  </a:lnTo>
                  <a:lnTo>
                    <a:pt x="136507" y="29487"/>
                  </a:lnTo>
                  <a:lnTo>
                    <a:pt x="140398" y="31283"/>
                  </a:lnTo>
                  <a:lnTo>
                    <a:pt x="144140" y="33229"/>
                  </a:lnTo>
                  <a:lnTo>
                    <a:pt x="140698" y="43706"/>
                  </a:lnTo>
                  <a:lnTo>
                    <a:pt x="136507" y="41461"/>
                  </a:lnTo>
                  <a:lnTo>
                    <a:pt x="132166" y="39515"/>
                  </a:lnTo>
                  <a:lnTo>
                    <a:pt x="127526" y="37719"/>
                  </a:lnTo>
                  <a:lnTo>
                    <a:pt x="122886" y="36372"/>
                  </a:lnTo>
                  <a:lnTo>
                    <a:pt x="128424" y="26643"/>
                  </a:lnTo>
                  <a:close/>
                  <a:moveTo>
                    <a:pt x="64511" y="33678"/>
                  </a:moveTo>
                  <a:lnTo>
                    <a:pt x="64511" y="33827"/>
                  </a:lnTo>
                  <a:lnTo>
                    <a:pt x="63314" y="34576"/>
                  </a:lnTo>
                  <a:lnTo>
                    <a:pt x="62416" y="35174"/>
                  </a:lnTo>
                  <a:lnTo>
                    <a:pt x="61518" y="35923"/>
                  </a:lnTo>
                  <a:lnTo>
                    <a:pt x="61667" y="35923"/>
                  </a:lnTo>
                  <a:lnTo>
                    <a:pt x="63613" y="34725"/>
                  </a:lnTo>
                  <a:lnTo>
                    <a:pt x="64511" y="34127"/>
                  </a:lnTo>
                  <a:lnTo>
                    <a:pt x="64811" y="35025"/>
                  </a:lnTo>
                  <a:lnTo>
                    <a:pt x="63613" y="35923"/>
                  </a:lnTo>
                  <a:lnTo>
                    <a:pt x="62865" y="36372"/>
                  </a:lnTo>
                  <a:lnTo>
                    <a:pt x="62117" y="36971"/>
                  </a:lnTo>
                  <a:lnTo>
                    <a:pt x="62117" y="37120"/>
                  </a:lnTo>
                  <a:lnTo>
                    <a:pt x="62266" y="37120"/>
                  </a:lnTo>
                  <a:lnTo>
                    <a:pt x="63913" y="36073"/>
                  </a:lnTo>
                  <a:lnTo>
                    <a:pt x="64960" y="35324"/>
                  </a:lnTo>
                  <a:lnTo>
                    <a:pt x="65260" y="36222"/>
                  </a:lnTo>
                  <a:lnTo>
                    <a:pt x="64062" y="36971"/>
                  </a:lnTo>
                  <a:lnTo>
                    <a:pt x="63314" y="37569"/>
                  </a:lnTo>
                  <a:lnTo>
                    <a:pt x="62566" y="38168"/>
                  </a:lnTo>
                  <a:lnTo>
                    <a:pt x="62566" y="38318"/>
                  </a:lnTo>
                  <a:lnTo>
                    <a:pt x="62715" y="38318"/>
                  </a:lnTo>
                  <a:lnTo>
                    <a:pt x="63464" y="37869"/>
                  </a:lnTo>
                  <a:lnTo>
                    <a:pt x="64212" y="37270"/>
                  </a:lnTo>
                  <a:lnTo>
                    <a:pt x="65409" y="36372"/>
                  </a:lnTo>
                  <a:lnTo>
                    <a:pt x="65559" y="37270"/>
                  </a:lnTo>
                  <a:lnTo>
                    <a:pt x="64661" y="38018"/>
                  </a:lnTo>
                  <a:lnTo>
                    <a:pt x="63913" y="38467"/>
                  </a:lnTo>
                  <a:lnTo>
                    <a:pt x="63464" y="39066"/>
                  </a:lnTo>
                  <a:lnTo>
                    <a:pt x="63464" y="39216"/>
                  </a:lnTo>
                  <a:lnTo>
                    <a:pt x="63613" y="39216"/>
                  </a:lnTo>
                  <a:lnTo>
                    <a:pt x="64960" y="38168"/>
                  </a:lnTo>
                  <a:lnTo>
                    <a:pt x="65709" y="37569"/>
                  </a:lnTo>
                  <a:lnTo>
                    <a:pt x="66158" y="38767"/>
                  </a:lnTo>
                  <a:lnTo>
                    <a:pt x="65260" y="39365"/>
                  </a:lnTo>
                  <a:lnTo>
                    <a:pt x="64511" y="39815"/>
                  </a:lnTo>
                  <a:lnTo>
                    <a:pt x="63913" y="40413"/>
                  </a:lnTo>
                  <a:lnTo>
                    <a:pt x="63913" y="40563"/>
                  </a:lnTo>
                  <a:lnTo>
                    <a:pt x="64661" y="40114"/>
                  </a:lnTo>
                  <a:lnTo>
                    <a:pt x="65409" y="39515"/>
                  </a:lnTo>
                  <a:lnTo>
                    <a:pt x="66158" y="39066"/>
                  </a:lnTo>
                  <a:lnTo>
                    <a:pt x="66457" y="39964"/>
                  </a:lnTo>
                  <a:lnTo>
                    <a:pt x="65709" y="40264"/>
                  </a:lnTo>
                  <a:lnTo>
                    <a:pt x="65110" y="40862"/>
                  </a:lnTo>
                  <a:lnTo>
                    <a:pt x="64511" y="41461"/>
                  </a:lnTo>
                  <a:lnTo>
                    <a:pt x="64511" y="41461"/>
                  </a:lnTo>
                  <a:lnTo>
                    <a:pt x="66308" y="40264"/>
                  </a:lnTo>
                  <a:lnTo>
                    <a:pt x="66607" y="40114"/>
                  </a:lnTo>
                  <a:lnTo>
                    <a:pt x="66757" y="40862"/>
                  </a:lnTo>
                  <a:lnTo>
                    <a:pt x="66457" y="41162"/>
                  </a:lnTo>
                  <a:lnTo>
                    <a:pt x="65858" y="41611"/>
                  </a:lnTo>
                  <a:lnTo>
                    <a:pt x="65110" y="42209"/>
                  </a:lnTo>
                  <a:lnTo>
                    <a:pt x="65110" y="42359"/>
                  </a:lnTo>
                  <a:lnTo>
                    <a:pt x="65260" y="42359"/>
                  </a:lnTo>
                  <a:lnTo>
                    <a:pt x="66457" y="41461"/>
                  </a:lnTo>
                  <a:lnTo>
                    <a:pt x="66906" y="41162"/>
                  </a:lnTo>
                  <a:lnTo>
                    <a:pt x="67206" y="41910"/>
                  </a:lnTo>
                  <a:lnTo>
                    <a:pt x="66607" y="42359"/>
                  </a:lnTo>
                  <a:lnTo>
                    <a:pt x="65709" y="43107"/>
                  </a:lnTo>
                  <a:lnTo>
                    <a:pt x="65858" y="43107"/>
                  </a:lnTo>
                  <a:lnTo>
                    <a:pt x="66308" y="42808"/>
                  </a:lnTo>
                  <a:lnTo>
                    <a:pt x="66757" y="42509"/>
                  </a:lnTo>
                  <a:lnTo>
                    <a:pt x="67206" y="42209"/>
                  </a:lnTo>
                  <a:lnTo>
                    <a:pt x="67505" y="42958"/>
                  </a:lnTo>
                  <a:lnTo>
                    <a:pt x="67206" y="43257"/>
                  </a:lnTo>
                  <a:lnTo>
                    <a:pt x="66757" y="43556"/>
                  </a:lnTo>
                  <a:lnTo>
                    <a:pt x="66308" y="44006"/>
                  </a:lnTo>
                  <a:lnTo>
                    <a:pt x="66457" y="44006"/>
                  </a:lnTo>
                  <a:lnTo>
                    <a:pt x="67505" y="43257"/>
                  </a:lnTo>
                  <a:lnTo>
                    <a:pt x="67804" y="43856"/>
                  </a:lnTo>
                  <a:lnTo>
                    <a:pt x="66906" y="44754"/>
                  </a:lnTo>
                  <a:lnTo>
                    <a:pt x="66906" y="44904"/>
                  </a:lnTo>
                  <a:lnTo>
                    <a:pt x="67505" y="44455"/>
                  </a:lnTo>
                  <a:lnTo>
                    <a:pt x="67954" y="44155"/>
                  </a:lnTo>
                  <a:lnTo>
                    <a:pt x="67954" y="44305"/>
                  </a:lnTo>
                  <a:lnTo>
                    <a:pt x="68104" y="44754"/>
                  </a:lnTo>
                  <a:lnTo>
                    <a:pt x="67954" y="45053"/>
                  </a:lnTo>
                  <a:lnTo>
                    <a:pt x="67505" y="45353"/>
                  </a:lnTo>
                  <a:lnTo>
                    <a:pt x="67355" y="45652"/>
                  </a:lnTo>
                  <a:lnTo>
                    <a:pt x="67355" y="45802"/>
                  </a:lnTo>
                  <a:lnTo>
                    <a:pt x="67804" y="45502"/>
                  </a:lnTo>
                  <a:lnTo>
                    <a:pt x="68104" y="45203"/>
                  </a:lnTo>
                  <a:lnTo>
                    <a:pt x="68253" y="45053"/>
                  </a:lnTo>
                  <a:lnTo>
                    <a:pt x="68253" y="45203"/>
                  </a:lnTo>
                  <a:lnTo>
                    <a:pt x="68403" y="45802"/>
                  </a:lnTo>
                  <a:lnTo>
                    <a:pt x="67954" y="46400"/>
                  </a:lnTo>
                  <a:lnTo>
                    <a:pt x="68553" y="46101"/>
                  </a:lnTo>
                  <a:lnTo>
                    <a:pt x="68702" y="46849"/>
                  </a:lnTo>
                  <a:lnTo>
                    <a:pt x="68403" y="47298"/>
                  </a:lnTo>
                  <a:lnTo>
                    <a:pt x="66906" y="46101"/>
                  </a:lnTo>
                  <a:lnTo>
                    <a:pt x="66158" y="45353"/>
                  </a:lnTo>
                  <a:lnTo>
                    <a:pt x="57776" y="38018"/>
                  </a:lnTo>
                  <a:lnTo>
                    <a:pt x="61069" y="35773"/>
                  </a:lnTo>
                  <a:lnTo>
                    <a:pt x="64511" y="33678"/>
                  </a:lnTo>
                  <a:close/>
                  <a:moveTo>
                    <a:pt x="145038" y="33678"/>
                  </a:moveTo>
                  <a:lnTo>
                    <a:pt x="148331" y="35773"/>
                  </a:lnTo>
                  <a:lnTo>
                    <a:pt x="151624" y="38018"/>
                  </a:lnTo>
                  <a:lnTo>
                    <a:pt x="143242" y="45353"/>
                  </a:lnTo>
                  <a:lnTo>
                    <a:pt x="142494" y="46101"/>
                  </a:lnTo>
                  <a:lnTo>
                    <a:pt x="141147" y="47298"/>
                  </a:lnTo>
                  <a:lnTo>
                    <a:pt x="140698" y="46849"/>
                  </a:lnTo>
                  <a:lnTo>
                    <a:pt x="140997" y="46101"/>
                  </a:lnTo>
                  <a:lnTo>
                    <a:pt x="141446" y="46400"/>
                  </a:lnTo>
                  <a:lnTo>
                    <a:pt x="140997" y="45802"/>
                  </a:lnTo>
                  <a:lnTo>
                    <a:pt x="141147" y="45203"/>
                  </a:lnTo>
                  <a:lnTo>
                    <a:pt x="141296" y="45053"/>
                  </a:lnTo>
                  <a:lnTo>
                    <a:pt x="141296" y="45203"/>
                  </a:lnTo>
                  <a:lnTo>
                    <a:pt x="141895" y="45652"/>
                  </a:lnTo>
                  <a:lnTo>
                    <a:pt x="142045" y="45802"/>
                  </a:lnTo>
                  <a:lnTo>
                    <a:pt x="142194" y="45652"/>
                  </a:lnTo>
                  <a:lnTo>
                    <a:pt x="141895" y="45353"/>
                  </a:lnTo>
                  <a:lnTo>
                    <a:pt x="141446" y="45053"/>
                  </a:lnTo>
                  <a:lnTo>
                    <a:pt x="141296" y="44754"/>
                  </a:lnTo>
                  <a:lnTo>
                    <a:pt x="141596" y="44305"/>
                  </a:lnTo>
                  <a:lnTo>
                    <a:pt x="141596" y="44155"/>
                  </a:lnTo>
                  <a:lnTo>
                    <a:pt x="142194" y="44754"/>
                  </a:lnTo>
                  <a:lnTo>
                    <a:pt x="142494" y="44904"/>
                  </a:lnTo>
                  <a:lnTo>
                    <a:pt x="142643" y="44754"/>
                  </a:lnTo>
                  <a:lnTo>
                    <a:pt x="141596" y="43856"/>
                  </a:lnTo>
                  <a:lnTo>
                    <a:pt x="141895" y="43257"/>
                  </a:lnTo>
                  <a:lnTo>
                    <a:pt x="142045" y="43257"/>
                  </a:lnTo>
                  <a:lnTo>
                    <a:pt x="143093" y="44006"/>
                  </a:lnTo>
                  <a:lnTo>
                    <a:pt x="143093" y="44006"/>
                  </a:lnTo>
                  <a:lnTo>
                    <a:pt x="142643" y="43556"/>
                  </a:lnTo>
                  <a:lnTo>
                    <a:pt x="142344" y="43257"/>
                  </a:lnTo>
                  <a:lnTo>
                    <a:pt x="141895" y="42958"/>
                  </a:lnTo>
                  <a:lnTo>
                    <a:pt x="142194" y="42209"/>
                  </a:lnTo>
                  <a:lnTo>
                    <a:pt x="142643" y="42509"/>
                  </a:lnTo>
                  <a:lnTo>
                    <a:pt x="143093" y="42808"/>
                  </a:lnTo>
                  <a:lnTo>
                    <a:pt x="143691" y="43107"/>
                  </a:lnTo>
                  <a:lnTo>
                    <a:pt x="142793" y="42359"/>
                  </a:lnTo>
                  <a:lnTo>
                    <a:pt x="142344" y="41910"/>
                  </a:lnTo>
                  <a:lnTo>
                    <a:pt x="142494" y="41162"/>
                  </a:lnTo>
                  <a:lnTo>
                    <a:pt x="143093" y="41461"/>
                  </a:lnTo>
                  <a:lnTo>
                    <a:pt x="144140" y="42359"/>
                  </a:lnTo>
                  <a:lnTo>
                    <a:pt x="144290" y="42359"/>
                  </a:lnTo>
                  <a:lnTo>
                    <a:pt x="144290" y="42209"/>
                  </a:lnTo>
                  <a:lnTo>
                    <a:pt x="143691" y="41611"/>
                  </a:lnTo>
                  <a:lnTo>
                    <a:pt x="142943" y="41162"/>
                  </a:lnTo>
                  <a:lnTo>
                    <a:pt x="142643" y="40862"/>
                  </a:lnTo>
                  <a:lnTo>
                    <a:pt x="142943" y="40114"/>
                  </a:lnTo>
                  <a:lnTo>
                    <a:pt x="143093" y="40264"/>
                  </a:lnTo>
                  <a:lnTo>
                    <a:pt x="144889" y="41461"/>
                  </a:lnTo>
                  <a:lnTo>
                    <a:pt x="144290" y="40862"/>
                  </a:lnTo>
                  <a:lnTo>
                    <a:pt x="143691" y="40264"/>
                  </a:lnTo>
                  <a:lnTo>
                    <a:pt x="142943" y="39964"/>
                  </a:lnTo>
                  <a:lnTo>
                    <a:pt x="143242" y="39066"/>
                  </a:lnTo>
                  <a:lnTo>
                    <a:pt x="143991" y="39515"/>
                  </a:lnTo>
                  <a:lnTo>
                    <a:pt x="144739" y="40114"/>
                  </a:lnTo>
                  <a:lnTo>
                    <a:pt x="145487" y="40563"/>
                  </a:lnTo>
                  <a:lnTo>
                    <a:pt x="145487" y="40413"/>
                  </a:lnTo>
                  <a:lnTo>
                    <a:pt x="144889" y="39815"/>
                  </a:lnTo>
                  <a:lnTo>
                    <a:pt x="144290" y="39365"/>
                  </a:lnTo>
                  <a:lnTo>
                    <a:pt x="143392" y="38767"/>
                  </a:lnTo>
                  <a:lnTo>
                    <a:pt x="143691" y="37569"/>
                  </a:lnTo>
                  <a:lnTo>
                    <a:pt x="144589" y="38168"/>
                  </a:lnTo>
                  <a:lnTo>
                    <a:pt x="145936" y="39216"/>
                  </a:lnTo>
                  <a:lnTo>
                    <a:pt x="145936" y="39066"/>
                  </a:lnTo>
                  <a:lnTo>
                    <a:pt x="145487" y="38467"/>
                  </a:lnTo>
                  <a:lnTo>
                    <a:pt x="144889" y="38018"/>
                  </a:lnTo>
                  <a:lnTo>
                    <a:pt x="143841" y="37270"/>
                  </a:lnTo>
                  <a:lnTo>
                    <a:pt x="144140" y="36372"/>
                  </a:lnTo>
                  <a:lnTo>
                    <a:pt x="145188" y="37270"/>
                  </a:lnTo>
                  <a:lnTo>
                    <a:pt x="145936" y="37869"/>
                  </a:lnTo>
                  <a:lnTo>
                    <a:pt x="146834" y="38318"/>
                  </a:lnTo>
                  <a:lnTo>
                    <a:pt x="146834" y="38168"/>
                  </a:lnTo>
                  <a:lnTo>
                    <a:pt x="146086" y="37569"/>
                  </a:lnTo>
                  <a:lnTo>
                    <a:pt x="145338" y="36971"/>
                  </a:lnTo>
                  <a:lnTo>
                    <a:pt x="144140" y="36222"/>
                  </a:lnTo>
                  <a:lnTo>
                    <a:pt x="144440" y="35324"/>
                  </a:lnTo>
                  <a:lnTo>
                    <a:pt x="145487" y="36073"/>
                  </a:lnTo>
                  <a:lnTo>
                    <a:pt x="147134" y="37120"/>
                  </a:lnTo>
                  <a:lnTo>
                    <a:pt x="147283" y="37120"/>
                  </a:lnTo>
                  <a:lnTo>
                    <a:pt x="147283" y="36971"/>
                  </a:lnTo>
                  <a:lnTo>
                    <a:pt x="146535" y="36372"/>
                  </a:lnTo>
                  <a:lnTo>
                    <a:pt x="145936" y="35923"/>
                  </a:lnTo>
                  <a:lnTo>
                    <a:pt x="144589" y="35025"/>
                  </a:lnTo>
                  <a:lnTo>
                    <a:pt x="144889" y="34127"/>
                  </a:lnTo>
                  <a:lnTo>
                    <a:pt x="145787" y="34725"/>
                  </a:lnTo>
                  <a:lnTo>
                    <a:pt x="147882" y="35923"/>
                  </a:lnTo>
                  <a:lnTo>
                    <a:pt x="147134" y="35174"/>
                  </a:lnTo>
                  <a:lnTo>
                    <a:pt x="146236" y="34576"/>
                  </a:lnTo>
                  <a:lnTo>
                    <a:pt x="145038" y="33827"/>
                  </a:lnTo>
                  <a:lnTo>
                    <a:pt x="145038" y="33678"/>
                  </a:lnTo>
                  <a:close/>
                  <a:moveTo>
                    <a:pt x="140548" y="46999"/>
                  </a:moveTo>
                  <a:lnTo>
                    <a:pt x="140997" y="47448"/>
                  </a:lnTo>
                  <a:lnTo>
                    <a:pt x="140249" y="48047"/>
                  </a:lnTo>
                  <a:lnTo>
                    <a:pt x="140249" y="48047"/>
                  </a:lnTo>
                  <a:lnTo>
                    <a:pt x="140548" y="46999"/>
                  </a:lnTo>
                  <a:close/>
                  <a:moveTo>
                    <a:pt x="68852" y="46999"/>
                  </a:moveTo>
                  <a:lnTo>
                    <a:pt x="69151" y="48047"/>
                  </a:lnTo>
                  <a:lnTo>
                    <a:pt x="69151" y="48047"/>
                  </a:lnTo>
                  <a:lnTo>
                    <a:pt x="68403" y="47448"/>
                  </a:lnTo>
                  <a:lnTo>
                    <a:pt x="68852" y="46999"/>
                  </a:lnTo>
                  <a:close/>
                  <a:moveTo>
                    <a:pt x="96094" y="53286"/>
                  </a:moveTo>
                  <a:lnTo>
                    <a:pt x="95046" y="60620"/>
                  </a:lnTo>
                  <a:lnTo>
                    <a:pt x="94896" y="60620"/>
                  </a:lnTo>
                  <a:lnTo>
                    <a:pt x="93100" y="53884"/>
                  </a:lnTo>
                  <a:lnTo>
                    <a:pt x="96094" y="53286"/>
                  </a:lnTo>
                  <a:close/>
                  <a:moveTo>
                    <a:pt x="113007" y="53286"/>
                  </a:moveTo>
                  <a:lnTo>
                    <a:pt x="116150" y="53884"/>
                  </a:lnTo>
                  <a:lnTo>
                    <a:pt x="114803" y="60620"/>
                  </a:lnTo>
                  <a:lnTo>
                    <a:pt x="114055" y="60470"/>
                  </a:lnTo>
                  <a:lnTo>
                    <a:pt x="113007" y="53286"/>
                  </a:lnTo>
                  <a:close/>
                  <a:moveTo>
                    <a:pt x="110313" y="35174"/>
                  </a:moveTo>
                  <a:lnTo>
                    <a:pt x="114654" y="35624"/>
                  </a:lnTo>
                  <a:lnTo>
                    <a:pt x="118994" y="36372"/>
                  </a:lnTo>
                  <a:lnTo>
                    <a:pt x="118994" y="43257"/>
                  </a:lnTo>
                  <a:lnTo>
                    <a:pt x="122437" y="37270"/>
                  </a:lnTo>
                  <a:lnTo>
                    <a:pt x="127077" y="38617"/>
                  </a:lnTo>
                  <a:lnTo>
                    <a:pt x="131717" y="40413"/>
                  </a:lnTo>
                  <a:lnTo>
                    <a:pt x="136058" y="42359"/>
                  </a:lnTo>
                  <a:lnTo>
                    <a:pt x="140398" y="44754"/>
                  </a:lnTo>
                  <a:lnTo>
                    <a:pt x="138153" y="51190"/>
                  </a:lnTo>
                  <a:lnTo>
                    <a:pt x="138153" y="51190"/>
                  </a:lnTo>
                  <a:lnTo>
                    <a:pt x="143392" y="46700"/>
                  </a:lnTo>
                  <a:lnTo>
                    <a:pt x="145637" y="48197"/>
                  </a:lnTo>
                  <a:lnTo>
                    <a:pt x="147733" y="49843"/>
                  </a:lnTo>
                  <a:lnTo>
                    <a:pt x="149828" y="51489"/>
                  </a:lnTo>
                  <a:lnTo>
                    <a:pt x="151774" y="53286"/>
                  </a:lnTo>
                  <a:lnTo>
                    <a:pt x="138902" y="63164"/>
                  </a:lnTo>
                  <a:lnTo>
                    <a:pt x="136207" y="61069"/>
                  </a:lnTo>
                  <a:lnTo>
                    <a:pt x="133513" y="59273"/>
                  </a:lnTo>
                  <a:lnTo>
                    <a:pt x="135609" y="55980"/>
                  </a:lnTo>
                  <a:lnTo>
                    <a:pt x="136357" y="55980"/>
                  </a:lnTo>
                  <a:lnTo>
                    <a:pt x="137105" y="55830"/>
                  </a:lnTo>
                  <a:lnTo>
                    <a:pt x="137704" y="55231"/>
                  </a:lnTo>
                  <a:lnTo>
                    <a:pt x="138153" y="54483"/>
                  </a:lnTo>
                  <a:lnTo>
                    <a:pt x="138303" y="54034"/>
                  </a:lnTo>
                  <a:lnTo>
                    <a:pt x="138303" y="53735"/>
                  </a:lnTo>
                  <a:lnTo>
                    <a:pt x="138003" y="52837"/>
                  </a:lnTo>
                  <a:lnTo>
                    <a:pt x="137554" y="52238"/>
                  </a:lnTo>
                  <a:lnTo>
                    <a:pt x="137255" y="51938"/>
                  </a:lnTo>
                  <a:lnTo>
                    <a:pt x="136806" y="51789"/>
                  </a:lnTo>
                  <a:lnTo>
                    <a:pt x="136357" y="51639"/>
                  </a:lnTo>
                  <a:lnTo>
                    <a:pt x="135908" y="51639"/>
                  </a:lnTo>
                  <a:lnTo>
                    <a:pt x="135160" y="51789"/>
                  </a:lnTo>
                  <a:lnTo>
                    <a:pt x="134411" y="52388"/>
                  </a:lnTo>
                  <a:lnTo>
                    <a:pt x="134261" y="52687"/>
                  </a:lnTo>
                  <a:lnTo>
                    <a:pt x="133962" y="53136"/>
                  </a:lnTo>
                  <a:lnTo>
                    <a:pt x="133962" y="53735"/>
                  </a:lnTo>
                  <a:lnTo>
                    <a:pt x="133962" y="54483"/>
                  </a:lnTo>
                  <a:lnTo>
                    <a:pt x="134261" y="55082"/>
                  </a:lnTo>
                  <a:lnTo>
                    <a:pt x="134711" y="55531"/>
                  </a:lnTo>
                  <a:lnTo>
                    <a:pt x="132765" y="58824"/>
                  </a:lnTo>
                  <a:lnTo>
                    <a:pt x="129172" y="56728"/>
                  </a:lnTo>
                  <a:lnTo>
                    <a:pt x="125430" y="54932"/>
                  </a:lnTo>
                  <a:lnTo>
                    <a:pt x="121539" y="53585"/>
                  </a:lnTo>
                  <a:lnTo>
                    <a:pt x="117348" y="52388"/>
                  </a:lnTo>
                  <a:lnTo>
                    <a:pt x="118246" y="48346"/>
                  </a:lnTo>
                  <a:lnTo>
                    <a:pt x="118994" y="48047"/>
                  </a:lnTo>
                  <a:lnTo>
                    <a:pt x="119743" y="47598"/>
                  </a:lnTo>
                  <a:lnTo>
                    <a:pt x="120192" y="46999"/>
                  </a:lnTo>
                  <a:lnTo>
                    <a:pt x="120341" y="46101"/>
                  </a:lnTo>
                  <a:lnTo>
                    <a:pt x="120341" y="45652"/>
                  </a:lnTo>
                  <a:lnTo>
                    <a:pt x="120192" y="45203"/>
                  </a:lnTo>
                  <a:lnTo>
                    <a:pt x="119743" y="44604"/>
                  </a:lnTo>
                  <a:lnTo>
                    <a:pt x="118994" y="44155"/>
                  </a:lnTo>
                  <a:lnTo>
                    <a:pt x="118545" y="44006"/>
                  </a:lnTo>
                  <a:lnTo>
                    <a:pt x="118096" y="43856"/>
                  </a:lnTo>
                  <a:lnTo>
                    <a:pt x="117647" y="44006"/>
                  </a:lnTo>
                  <a:lnTo>
                    <a:pt x="117198" y="44155"/>
                  </a:lnTo>
                  <a:lnTo>
                    <a:pt x="116599" y="44604"/>
                  </a:lnTo>
                  <a:lnTo>
                    <a:pt x="116150" y="45203"/>
                  </a:lnTo>
                  <a:lnTo>
                    <a:pt x="116001" y="45652"/>
                  </a:lnTo>
                  <a:lnTo>
                    <a:pt x="115851" y="46101"/>
                  </a:lnTo>
                  <a:lnTo>
                    <a:pt x="116001" y="46849"/>
                  </a:lnTo>
                  <a:lnTo>
                    <a:pt x="116300" y="47298"/>
                  </a:lnTo>
                  <a:lnTo>
                    <a:pt x="116749" y="47897"/>
                  </a:lnTo>
                  <a:lnTo>
                    <a:pt x="117348" y="48197"/>
                  </a:lnTo>
                  <a:lnTo>
                    <a:pt x="116450" y="52238"/>
                  </a:lnTo>
                  <a:lnTo>
                    <a:pt x="112708" y="51489"/>
                  </a:lnTo>
                  <a:lnTo>
                    <a:pt x="110313" y="35174"/>
                  </a:lnTo>
                  <a:close/>
                  <a:moveTo>
                    <a:pt x="98488" y="35174"/>
                  </a:moveTo>
                  <a:lnTo>
                    <a:pt x="96243" y="51489"/>
                  </a:lnTo>
                  <a:lnTo>
                    <a:pt x="92651" y="52238"/>
                  </a:lnTo>
                  <a:lnTo>
                    <a:pt x="91453" y="48346"/>
                  </a:lnTo>
                  <a:lnTo>
                    <a:pt x="92052" y="47747"/>
                  </a:lnTo>
                  <a:lnTo>
                    <a:pt x="92501" y="46999"/>
                  </a:lnTo>
                  <a:lnTo>
                    <a:pt x="92501" y="46251"/>
                  </a:lnTo>
                  <a:lnTo>
                    <a:pt x="92352" y="45353"/>
                  </a:lnTo>
                  <a:lnTo>
                    <a:pt x="92052" y="45053"/>
                  </a:lnTo>
                  <a:lnTo>
                    <a:pt x="91753" y="44754"/>
                  </a:lnTo>
                  <a:lnTo>
                    <a:pt x="91004" y="44305"/>
                  </a:lnTo>
                  <a:lnTo>
                    <a:pt x="90256" y="44155"/>
                  </a:lnTo>
                  <a:lnTo>
                    <a:pt x="89807" y="44305"/>
                  </a:lnTo>
                  <a:lnTo>
                    <a:pt x="89358" y="44455"/>
                  </a:lnTo>
                  <a:lnTo>
                    <a:pt x="88909" y="44604"/>
                  </a:lnTo>
                  <a:lnTo>
                    <a:pt x="88610" y="44904"/>
                  </a:lnTo>
                  <a:lnTo>
                    <a:pt x="88310" y="45652"/>
                  </a:lnTo>
                  <a:lnTo>
                    <a:pt x="88161" y="46550"/>
                  </a:lnTo>
                  <a:lnTo>
                    <a:pt x="88161" y="46999"/>
                  </a:lnTo>
                  <a:lnTo>
                    <a:pt x="88310" y="47448"/>
                  </a:lnTo>
                  <a:lnTo>
                    <a:pt x="88759" y="47897"/>
                  </a:lnTo>
                  <a:lnTo>
                    <a:pt x="89208" y="48346"/>
                  </a:lnTo>
                  <a:lnTo>
                    <a:pt x="89807" y="48496"/>
                  </a:lnTo>
                  <a:lnTo>
                    <a:pt x="90555" y="48646"/>
                  </a:lnTo>
                  <a:lnTo>
                    <a:pt x="91603" y="52537"/>
                  </a:lnTo>
                  <a:lnTo>
                    <a:pt x="87412" y="53735"/>
                  </a:lnTo>
                  <a:lnTo>
                    <a:pt x="83521" y="55231"/>
                  </a:lnTo>
                  <a:lnTo>
                    <a:pt x="79629" y="57028"/>
                  </a:lnTo>
                  <a:lnTo>
                    <a:pt x="75887" y="59273"/>
                  </a:lnTo>
                  <a:lnTo>
                    <a:pt x="73941" y="55680"/>
                  </a:lnTo>
                  <a:lnTo>
                    <a:pt x="74390" y="54932"/>
                  </a:lnTo>
                  <a:lnTo>
                    <a:pt x="74540" y="54034"/>
                  </a:lnTo>
                  <a:lnTo>
                    <a:pt x="74240" y="53286"/>
                  </a:lnTo>
                  <a:lnTo>
                    <a:pt x="73791" y="52537"/>
                  </a:lnTo>
                  <a:lnTo>
                    <a:pt x="73492" y="52238"/>
                  </a:lnTo>
                  <a:lnTo>
                    <a:pt x="73043" y="52088"/>
                  </a:lnTo>
                  <a:lnTo>
                    <a:pt x="72295" y="51938"/>
                  </a:lnTo>
                  <a:lnTo>
                    <a:pt x="71397" y="52088"/>
                  </a:lnTo>
                  <a:lnTo>
                    <a:pt x="71097" y="52388"/>
                  </a:lnTo>
                  <a:lnTo>
                    <a:pt x="70648" y="52687"/>
                  </a:lnTo>
                  <a:lnTo>
                    <a:pt x="70499" y="52986"/>
                  </a:lnTo>
                  <a:lnTo>
                    <a:pt x="70199" y="53286"/>
                  </a:lnTo>
                  <a:lnTo>
                    <a:pt x="70049" y="54184"/>
                  </a:lnTo>
                  <a:lnTo>
                    <a:pt x="70199" y="55082"/>
                  </a:lnTo>
                  <a:lnTo>
                    <a:pt x="70499" y="55381"/>
                  </a:lnTo>
                  <a:lnTo>
                    <a:pt x="70798" y="55680"/>
                  </a:lnTo>
                  <a:lnTo>
                    <a:pt x="71247" y="56129"/>
                  </a:lnTo>
                  <a:lnTo>
                    <a:pt x="71846" y="56279"/>
                  </a:lnTo>
                  <a:lnTo>
                    <a:pt x="72444" y="56429"/>
                  </a:lnTo>
                  <a:lnTo>
                    <a:pt x="73043" y="56279"/>
                  </a:lnTo>
                  <a:lnTo>
                    <a:pt x="75139" y="59722"/>
                  </a:lnTo>
                  <a:lnTo>
                    <a:pt x="72444" y="61668"/>
                  </a:lnTo>
                  <a:lnTo>
                    <a:pt x="69750" y="63763"/>
                  </a:lnTo>
                  <a:lnTo>
                    <a:pt x="56728" y="54184"/>
                  </a:lnTo>
                  <a:lnTo>
                    <a:pt x="58824" y="52088"/>
                  </a:lnTo>
                  <a:lnTo>
                    <a:pt x="61218" y="50142"/>
                  </a:lnTo>
                  <a:lnTo>
                    <a:pt x="63613" y="48346"/>
                  </a:lnTo>
                  <a:lnTo>
                    <a:pt x="66008" y="46550"/>
                  </a:lnTo>
                  <a:lnTo>
                    <a:pt x="71247" y="51190"/>
                  </a:lnTo>
                  <a:lnTo>
                    <a:pt x="71247" y="51190"/>
                  </a:lnTo>
                  <a:lnTo>
                    <a:pt x="69151" y="44754"/>
                  </a:lnTo>
                  <a:lnTo>
                    <a:pt x="73342" y="42359"/>
                  </a:lnTo>
                  <a:lnTo>
                    <a:pt x="77683" y="40264"/>
                  </a:lnTo>
                  <a:lnTo>
                    <a:pt x="82323" y="38617"/>
                  </a:lnTo>
                  <a:lnTo>
                    <a:pt x="86963" y="37120"/>
                  </a:lnTo>
                  <a:lnTo>
                    <a:pt x="90406" y="43257"/>
                  </a:lnTo>
                  <a:lnTo>
                    <a:pt x="90555" y="36372"/>
                  </a:lnTo>
                  <a:lnTo>
                    <a:pt x="94447" y="35624"/>
                  </a:lnTo>
                  <a:lnTo>
                    <a:pt x="98488" y="35174"/>
                  </a:lnTo>
                  <a:close/>
                  <a:moveTo>
                    <a:pt x="56878" y="38467"/>
                  </a:moveTo>
                  <a:lnTo>
                    <a:pt x="65260" y="45951"/>
                  </a:lnTo>
                  <a:lnTo>
                    <a:pt x="62865" y="47747"/>
                  </a:lnTo>
                  <a:lnTo>
                    <a:pt x="60470" y="49544"/>
                  </a:lnTo>
                  <a:lnTo>
                    <a:pt x="58075" y="51489"/>
                  </a:lnTo>
                  <a:lnTo>
                    <a:pt x="55830" y="53585"/>
                  </a:lnTo>
                  <a:lnTo>
                    <a:pt x="48196" y="47897"/>
                  </a:lnTo>
                  <a:lnTo>
                    <a:pt x="47298" y="48646"/>
                  </a:lnTo>
                  <a:lnTo>
                    <a:pt x="53136" y="56279"/>
                  </a:lnTo>
                  <a:lnTo>
                    <a:pt x="51040" y="58524"/>
                  </a:lnTo>
                  <a:lnTo>
                    <a:pt x="49244" y="60770"/>
                  </a:lnTo>
                  <a:lnTo>
                    <a:pt x="47448" y="63164"/>
                  </a:lnTo>
                  <a:lnTo>
                    <a:pt x="45802" y="65559"/>
                  </a:lnTo>
                  <a:lnTo>
                    <a:pt x="38018" y="57477"/>
                  </a:lnTo>
                  <a:lnTo>
                    <a:pt x="40114" y="54782"/>
                  </a:lnTo>
                  <a:lnTo>
                    <a:pt x="42209" y="52238"/>
                  </a:lnTo>
                  <a:lnTo>
                    <a:pt x="44454" y="49693"/>
                  </a:lnTo>
                  <a:lnTo>
                    <a:pt x="46700" y="47298"/>
                  </a:lnTo>
                  <a:lnTo>
                    <a:pt x="49094" y="44904"/>
                  </a:lnTo>
                  <a:lnTo>
                    <a:pt x="51639" y="42658"/>
                  </a:lnTo>
                  <a:lnTo>
                    <a:pt x="54184" y="40563"/>
                  </a:lnTo>
                  <a:lnTo>
                    <a:pt x="56878" y="38467"/>
                  </a:lnTo>
                  <a:close/>
                  <a:moveTo>
                    <a:pt x="152522" y="38617"/>
                  </a:moveTo>
                  <a:lnTo>
                    <a:pt x="155216" y="40563"/>
                  </a:lnTo>
                  <a:lnTo>
                    <a:pt x="157761" y="42658"/>
                  </a:lnTo>
                  <a:lnTo>
                    <a:pt x="160306" y="44904"/>
                  </a:lnTo>
                  <a:lnTo>
                    <a:pt x="162700" y="47298"/>
                  </a:lnTo>
                  <a:lnTo>
                    <a:pt x="164946" y="49693"/>
                  </a:lnTo>
                  <a:lnTo>
                    <a:pt x="167191" y="52238"/>
                  </a:lnTo>
                  <a:lnTo>
                    <a:pt x="169286" y="54932"/>
                  </a:lnTo>
                  <a:lnTo>
                    <a:pt x="171382" y="57626"/>
                  </a:lnTo>
                  <a:lnTo>
                    <a:pt x="163748" y="65559"/>
                  </a:lnTo>
                  <a:lnTo>
                    <a:pt x="161802" y="62865"/>
                  </a:lnTo>
                  <a:lnTo>
                    <a:pt x="159707" y="60320"/>
                  </a:lnTo>
                  <a:lnTo>
                    <a:pt x="157611" y="57776"/>
                  </a:lnTo>
                  <a:lnTo>
                    <a:pt x="155366" y="55381"/>
                  </a:lnTo>
                  <a:lnTo>
                    <a:pt x="161054" y="47897"/>
                  </a:lnTo>
                  <a:lnTo>
                    <a:pt x="160156" y="46999"/>
                  </a:lnTo>
                  <a:lnTo>
                    <a:pt x="152672" y="52687"/>
                  </a:lnTo>
                  <a:lnTo>
                    <a:pt x="150576" y="50891"/>
                  </a:lnTo>
                  <a:lnTo>
                    <a:pt x="148481" y="49095"/>
                  </a:lnTo>
                  <a:lnTo>
                    <a:pt x="146385" y="47448"/>
                  </a:lnTo>
                  <a:lnTo>
                    <a:pt x="144140" y="45951"/>
                  </a:lnTo>
                  <a:lnTo>
                    <a:pt x="152522" y="38617"/>
                  </a:lnTo>
                  <a:close/>
                  <a:moveTo>
                    <a:pt x="117048" y="54184"/>
                  </a:moveTo>
                  <a:lnTo>
                    <a:pt x="120940" y="55231"/>
                  </a:lnTo>
                  <a:lnTo>
                    <a:pt x="124682" y="56579"/>
                  </a:lnTo>
                  <a:lnTo>
                    <a:pt x="128424" y="58375"/>
                  </a:lnTo>
                  <a:lnTo>
                    <a:pt x="131867" y="60320"/>
                  </a:lnTo>
                  <a:lnTo>
                    <a:pt x="128274" y="66158"/>
                  </a:lnTo>
                  <a:lnTo>
                    <a:pt x="125281" y="64511"/>
                  </a:lnTo>
                  <a:lnTo>
                    <a:pt x="122287" y="63015"/>
                  </a:lnTo>
                  <a:lnTo>
                    <a:pt x="118994" y="61817"/>
                  </a:lnTo>
                  <a:lnTo>
                    <a:pt x="115701" y="60919"/>
                  </a:lnTo>
                  <a:lnTo>
                    <a:pt x="117048" y="54184"/>
                  </a:lnTo>
                  <a:close/>
                  <a:moveTo>
                    <a:pt x="92052" y="54184"/>
                  </a:moveTo>
                  <a:lnTo>
                    <a:pt x="93998" y="60770"/>
                  </a:lnTo>
                  <a:lnTo>
                    <a:pt x="90406" y="61817"/>
                  </a:lnTo>
                  <a:lnTo>
                    <a:pt x="86813" y="63164"/>
                  </a:lnTo>
                  <a:lnTo>
                    <a:pt x="83521" y="64811"/>
                  </a:lnTo>
                  <a:lnTo>
                    <a:pt x="80228" y="66757"/>
                  </a:lnTo>
                  <a:lnTo>
                    <a:pt x="76785" y="60770"/>
                  </a:lnTo>
                  <a:lnTo>
                    <a:pt x="80377" y="58674"/>
                  </a:lnTo>
                  <a:lnTo>
                    <a:pt x="84119" y="56878"/>
                  </a:lnTo>
                  <a:lnTo>
                    <a:pt x="88011" y="55381"/>
                  </a:lnTo>
                  <a:lnTo>
                    <a:pt x="92052" y="54184"/>
                  </a:lnTo>
                  <a:close/>
                  <a:moveTo>
                    <a:pt x="132615" y="60770"/>
                  </a:moveTo>
                  <a:lnTo>
                    <a:pt x="135160" y="62416"/>
                  </a:lnTo>
                  <a:lnTo>
                    <a:pt x="137405" y="64212"/>
                  </a:lnTo>
                  <a:lnTo>
                    <a:pt x="131717" y="68553"/>
                  </a:lnTo>
                  <a:lnTo>
                    <a:pt x="129172" y="66607"/>
                  </a:lnTo>
                  <a:lnTo>
                    <a:pt x="132615" y="60770"/>
                  </a:lnTo>
                  <a:close/>
                  <a:moveTo>
                    <a:pt x="37569" y="58375"/>
                  </a:moveTo>
                  <a:lnTo>
                    <a:pt x="38168" y="59123"/>
                  </a:lnTo>
                  <a:lnTo>
                    <a:pt x="37420" y="60320"/>
                  </a:lnTo>
                  <a:lnTo>
                    <a:pt x="36971" y="61219"/>
                  </a:lnTo>
                  <a:lnTo>
                    <a:pt x="36671" y="62117"/>
                  </a:lnTo>
                  <a:lnTo>
                    <a:pt x="37719" y="60470"/>
                  </a:lnTo>
                  <a:lnTo>
                    <a:pt x="38467" y="59273"/>
                  </a:lnTo>
                  <a:lnTo>
                    <a:pt x="39066" y="60021"/>
                  </a:lnTo>
                  <a:lnTo>
                    <a:pt x="38318" y="61219"/>
                  </a:lnTo>
                  <a:lnTo>
                    <a:pt x="37869" y="62117"/>
                  </a:lnTo>
                  <a:lnTo>
                    <a:pt x="37569" y="63015"/>
                  </a:lnTo>
                  <a:lnTo>
                    <a:pt x="37569" y="63015"/>
                  </a:lnTo>
                  <a:lnTo>
                    <a:pt x="38168" y="62266"/>
                  </a:lnTo>
                  <a:lnTo>
                    <a:pt x="38617" y="61368"/>
                  </a:lnTo>
                  <a:lnTo>
                    <a:pt x="39216" y="60171"/>
                  </a:lnTo>
                  <a:lnTo>
                    <a:pt x="39814" y="60770"/>
                  </a:lnTo>
                  <a:lnTo>
                    <a:pt x="39066" y="62117"/>
                  </a:lnTo>
                  <a:lnTo>
                    <a:pt x="38916" y="62715"/>
                  </a:lnTo>
                  <a:lnTo>
                    <a:pt x="38617" y="63314"/>
                  </a:lnTo>
                  <a:lnTo>
                    <a:pt x="38767" y="63464"/>
                  </a:lnTo>
                  <a:lnTo>
                    <a:pt x="39665" y="61967"/>
                  </a:lnTo>
                  <a:lnTo>
                    <a:pt x="40114" y="61069"/>
                  </a:lnTo>
                  <a:lnTo>
                    <a:pt x="40862" y="61967"/>
                  </a:lnTo>
                  <a:lnTo>
                    <a:pt x="40413" y="62865"/>
                  </a:lnTo>
                  <a:lnTo>
                    <a:pt x="39964" y="63613"/>
                  </a:lnTo>
                  <a:lnTo>
                    <a:pt x="39665" y="64511"/>
                  </a:lnTo>
                  <a:lnTo>
                    <a:pt x="39814" y="64511"/>
                  </a:lnTo>
                  <a:lnTo>
                    <a:pt x="40263" y="63763"/>
                  </a:lnTo>
                  <a:lnTo>
                    <a:pt x="40563" y="63015"/>
                  </a:lnTo>
                  <a:lnTo>
                    <a:pt x="41162" y="62117"/>
                  </a:lnTo>
                  <a:lnTo>
                    <a:pt x="41760" y="62865"/>
                  </a:lnTo>
                  <a:lnTo>
                    <a:pt x="41311" y="63613"/>
                  </a:lnTo>
                  <a:lnTo>
                    <a:pt x="40862" y="64362"/>
                  </a:lnTo>
                  <a:lnTo>
                    <a:pt x="40563" y="65110"/>
                  </a:lnTo>
                  <a:lnTo>
                    <a:pt x="40713" y="65110"/>
                  </a:lnTo>
                  <a:lnTo>
                    <a:pt x="41760" y="63314"/>
                  </a:lnTo>
                  <a:lnTo>
                    <a:pt x="41910" y="63015"/>
                  </a:lnTo>
                  <a:lnTo>
                    <a:pt x="42509" y="63613"/>
                  </a:lnTo>
                  <a:lnTo>
                    <a:pt x="42209" y="64062"/>
                  </a:lnTo>
                  <a:lnTo>
                    <a:pt x="41611" y="65559"/>
                  </a:lnTo>
                  <a:lnTo>
                    <a:pt x="41760" y="65559"/>
                  </a:lnTo>
                  <a:lnTo>
                    <a:pt x="42359" y="64212"/>
                  </a:lnTo>
                  <a:lnTo>
                    <a:pt x="42658" y="63763"/>
                  </a:lnTo>
                  <a:lnTo>
                    <a:pt x="43257" y="64362"/>
                  </a:lnTo>
                  <a:lnTo>
                    <a:pt x="42958" y="64961"/>
                  </a:lnTo>
                  <a:lnTo>
                    <a:pt x="42509" y="66008"/>
                  </a:lnTo>
                  <a:lnTo>
                    <a:pt x="43107" y="65410"/>
                  </a:lnTo>
                  <a:lnTo>
                    <a:pt x="43407" y="64511"/>
                  </a:lnTo>
                  <a:lnTo>
                    <a:pt x="44005" y="65110"/>
                  </a:lnTo>
                  <a:lnTo>
                    <a:pt x="43856" y="65410"/>
                  </a:lnTo>
                  <a:lnTo>
                    <a:pt x="43556" y="66008"/>
                  </a:lnTo>
                  <a:lnTo>
                    <a:pt x="43407" y="66457"/>
                  </a:lnTo>
                  <a:lnTo>
                    <a:pt x="43556" y="66607"/>
                  </a:lnTo>
                  <a:lnTo>
                    <a:pt x="44005" y="65559"/>
                  </a:lnTo>
                  <a:lnTo>
                    <a:pt x="44155" y="65410"/>
                  </a:lnTo>
                  <a:lnTo>
                    <a:pt x="44754" y="65859"/>
                  </a:lnTo>
                  <a:lnTo>
                    <a:pt x="44155" y="67056"/>
                  </a:lnTo>
                  <a:lnTo>
                    <a:pt x="44305" y="67206"/>
                  </a:lnTo>
                  <a:lnTo>
                    <a:pt x="44904" y="66158"/>
                  </a:lnTo>
                  <a:lnTo>
                    <a:pt x="45203" y="66457"/>
                  </a:lnTo>
                  <a:lnTo>
                    <a:pt x="45353" y="66607"/>
                  </a:lnTo>
                  <a:lnTo>
                    <a:pt x="45203" y="66757"/>
                  </a:lnTo>
                  <a:lnTo>
                    <a:pt x="45053" y="67206"/>
                  </a:lnTo>
                  <a:lnTo>
                    <a:pt x="45053" y="67655"/>
                  </a:lnTo>
                  <a:lnTo>
                    <a:pt x="45053" y="67804"/>
                  </a:lnTo>
                  <a:lnTo>
                    <a:pt x="45203" y="67804"/>
                  </a:lnTo>
                  <a:lnTo>
                    <a:pt x="45502" y="66906"/>
                  </a:lnTo>
                  <a:lnTo>
                    <a:pt x="45502" y="66757"/>
                  </a:lnTo>
                  <a:lnTo>
                    <a:pt x="45951" y="67206"/>
                  </a:lnTo>
                  <a:lnTo>
                    <a:pt x="46101" y="67355"/>
                  </a:lnTo>
                  <a:lnTo>
                    <a:pt x="45802" y="68104"/>
                  </a:lnTo>
                  <a:lnTo>
                    <a:pt x="45951" y="68104"/>
                  </a:lnTo>
                  <a:lnTo>
                    <a:pt x="46251" y="67505"/>
                  </a:lnTo>
                  <a:lnTo>
                    <a:pt x="46849" y="68104"/>
                  </a:lnTo>
                  <a:lnTo>
                    <a:pt x="46700" y="68104"/>
                  </a:lnTo>
                  <a:lnTo>
                    <a:pt x="46700" y="68702"/>
                  </a:lnTo>
                  <a:lnTo>
                    <a:pt x="45203" y="68253"/>
                  </a:lnTo>
                  <a:lnTo>
                    <a:pt x="44155" y="68104"/>
                  </a:lnTo>
                  <a:lnTo>
                    <a:pt x="33378" y="64961"/>
                  </a:lnTo>
                  <a:lnTo>
                    <a:pt x="35534" y="61368"/>
                  </a:lnTo>
                  <a:lnTo>
                    <a:pt x="35623" y="61368"/>
                  </a:lnTo>
                  <a:lnTo>
                    <a:pt x="36971" y="59422"/>
                  </a:lnTo>
                  <a:lnTo>
                    <a:pt x="37569" y="58375"/>
                  </a:lnTo>
                  <a:close/>
                  <a:moveTo>
                    <a:pt x="171831" y="58375"/>
                  </a:moveTo>
                  <a:lnTo>
                    <a:pt x="172579" y="59422"/>
                  </a:lnTo>
                  <a:lnTo>
                    <a:pt x="173777" y="61368"/>
                  </a:lnTo>
                  <a:lnTo>
                    <a:pt x="173926" y="61368"/>
                  </a:lnTo>
                  <a:lnTo>
                    <a:pt x="176022" y="64961"/>
                  </a:lnTo>
                  <a:lnTo>
                    <a:pt x="165245" y="68104"/>
                  </a:lnTo>
                  <a:lnTo>
                    <a:pt x="164197" y="68403"/>
                  </a:lnTo>
                  <a:lnTo>
                    <a:pt x="162850" y="68702"/>
                  </a:lnTo>
                  <a:lnTo>
                    <a:pt x="162700" y="68104"/>
                  </a:lnTo>
                  <a:lnTo>
                    <a:pt x="163149" y="67505"/>
                  </a:lnTo>
                  <a:lnTo>
                    <a:pt x="163449" y="68104"/>
                  </a:lnTo>
                  <a:lnTo>
                    <a:pt x="163598" y="68104"/>
                  </a:lnTo>
                  <a:lnTo>
                    <a:pt x="163449" y="67355"/>
                  </a:lnTo>
                  <a:lnTo>
                    <a:pt x="163449" y="67206"/>
                  </a:lnTo>
                  <a:lnTo>
                    <a:pt x="163898" y="66757"/>
                  </a:lnTo>
                  <a:lnTo>
                    <a:pt x="163898" y="66906"/>
                  </a:lnTo>
                  <a:lnTo>
                    <a:pt x="164347" y="67804"/>
                  </a:lnTo>
                  <a:lnTo>
                    <a:pt x="164497" y="67655"/>
                  </a:lnTo>
                  <a:lnTo>
                    <a:pt x="164347" y="67206"/>
                  </a:lnTo>
                  <a:lnTo>
                    <a:pt x="164197" y="66757"/>
                  </a:lnTo>
                  <a:lnTo>
                    <a:pt x="164047" y="66607"/>
                  </a:lnTo>
                  <a:lnTo>
                    <a:pt x="164197" y="66457"/>
                  </a:lnTo>
                  <a:lnTo>
                    <a:pt x="164497" y="66158"/>
                  </a:lnTo>
                  <a:lnTo>
                    <a:pt x="165095" y="67206"/>
                  </a:lnTo>
                  <a:lnTo>
                    <a:pt x="165245" y="67206"/>
                  </a:lnTo>
                  <a:lnTo>
                    <a:pt x="165245" y="67056"/>
                  </a:lnTo>
                  <a:lnTo>
                    <a:pt x="164796" y="65859"/>
                  </a:lnTo>
                  <a:lnTo>
                    <a:pt x="165245" y="65410"/>
                  </a:lnTo>
                  <a:lnTo>
                    <a:pt x="165395" y="65559"/>
                  </a:lnTo>
                  <a:lnTo>
                    <a:pt x="165993" y="66607"/>
                  </a:lnTo>
                  <a:lnTo>
                    <a:pt x="165993" y="66457"/>
                  </a:lnTo>
                  <a:lnTo>
                    <a:pt x="165844" y="66008"/>
                  </a:lnTo>
                  <a:lnTo>
                    <a:pt x="165544" y="65410"/>
                  </a:lnTo>
                  <a:lnTo>
                    <a:pt x="165395" y="65110"/>
                  </a:lnTo>
                  <a:lnTo>
                    <a:pt x="165993" y="64511"/>
                  </a:lnTo>
                  <a:lnTo>
                    <a:pt x="166442" y="65410"/>
                  </a:lnTo>
                  <a:lnTo>
                    <a:pt x="166891" y="66008"/>
                  </a:lnTo>
                  <a:lnTo>
                    <a:pt x="167041" y="66008"/>
                  </a:lnTo>
                  <a:lnTo>
                    <a:pt x="166442" y="64961"/>
                  </a:lnTo>
                  <a:lnTo>
                    <a:pt x="166143" y="64362"/>
                  </a:lnTo>
                  <a:lnTo>
                    <a:pt x="166742" y="63763"/>
                  </a:lnTo>
                  <a:lnTo>
                    <a:pt x="167041" y="64212"/>
                  </a:lnTo>
                  <a:lnTo>
                    <a:pt x="167640" y="65559"/>
                  </a:lnTo>
                  <a:lnTo>
                    <a:pt x="167789" y="65559"/>
                  </a:lnTo>
                  <a:lnTo>
                    <a:pt x="167191" y="64062"/>
                  </a:lnTo>
                  <a:lnTo>
                    <a:pt x="166891" y="63613"/>
                  </a:lnTo>
                  <a:lnTo>
                    <a:pt x="167490" y="63015"/>
                  </a:lnTo>
                  <a:lnTo>
                    <a:pt x="167789" y="63314"/>
                  </a:lnTo>
                  <a:lnTo>
                    <a:pt x="168687" y="65110"/>
                  </a:lnTo>
                  <a:lnTo>
                    <a:pt x="168837" y="65110"/>
                  </a:lnTo>
                  <a:lnTo>
                    <a:pt x="168538" y="64362"/>
                  </a:lnTo>
                  <a:lnTo>
                    <a:pt x="168238" y="63613"/>
                  </a:lnTo>
                  <a:lnTo>
                    <a:pt x="167640" y="62865"/>
                  </a:lnTo>
                  <a:lnTo>
                    <a:pt x="168388" y="62117"/>
                  </a:lnTo>
                  <a:lnTo>
                    <a:pt x="168837" y="63015"/>
                  </a:lnTo>
                  <a:lnTo>
                    <a:pt x="169286" y="63763"/>
                  </a:lnTo>
                  <a:lnTo>
                    <a:pt x="169735" y="64511"/>
                  </a:lnTo>
                  <a:lnTo>
                    <a:pt x="169436" y="63613"/>
                  </a:lnTo>
                  <a:lnTo>
                    <a:pt x="168987" y="62865"/>
                  </a:lnTo>
                  <a:lnTo>
                    <a:pt x="168538" y="61967"/>
                  </a:lnTo>
                  <a:lnTo>
                    <a:pt x="169436" y="61069"/>
                  </a:lnTo>
                  <a:lnTo>
                    <a:pt x="169885" y="61967"/>
                  </a:lnTo>
                  <a:lnTo>
                    <a:pt x="170633" y="63464"/>
                  </a:lnTo>
                  <a:lnTo>
                    <a:pt x="170783" y="63464"/>
                  </a:lnTo>
                  <a:lnTo>
                    <a:pt x="170783" y="63314"/>
                  </a:lnTo>
                  <a:lnTo>
                    <a:pt x="170633" y="62715"/>
                  </a:lnTo>
                  <a:lnTo>
                    <a:pt x="170334" y="62117"/>
                  </a:lnTo>
                  <a:lnTo>
                    <a:pt x="169586" y="60770"/>
                  </a:lnTo>
                  <a:lnTo>
                    <a:pt x="170184" y="60171"/>
                  </a:lnTo>
                  <a:lnTo>
                    <a:pt x="170783" y="61368"/>
                  </a:lnTo>
                  <a:lnTo>
                    <a:pt x="171232" y="62266"/>
                  </a:lnTo>
                  <a:lnTo>
                    <a:pt x="171831" y="63015"/>
                  </a:lnTo>
                  <a:lnTo>
                    <a:pt x="171531" y="62117"/>
                  </a:lnTo>
                  <a:lnTo>
                    <a:pt x="171082" y="61219"/>
                  </a:lnTo>
                  <a:lnTo>
                    <a:pt x="170334" y="60021"/>
                  </a:lnTo>
                  <a:lnTo>
                    <a:pt x="171082" y="59273"/>
                  </a:lnTo>
                  <a:lnTo>
                    <a:pt x="171681" y="60470"/>
                  </a:lnTo>
                  <a:lnTo>
                    <a:pt x="172729" y="62117"/>
                  </a:lnTo>
                  <a:lnTo>
                    <a:pt x="172878" y="62117"/>
                  </a:lnTo>
                  <a:lnTo>
                    <a:pt x="172429" y="61219"/>
                  </a:lnTo>
                  <a:lnTo>
                    <a:pt x="171980" y="60320"/>
                  </a:lnTo>
                  <a:lnTo>
                    <a:pt x="171232" y="59123"/>
                  </a:lnTo>
                  <a:lnTo>
                    <a:pt x="171831" y="58375"/>
                  </a:lnTo>
                  <a:close/>
                  <a:moveTo>
                    <a:pt x="46999" y="68253"/>
                  </a:moveTo>
                  <a:lnTo>
                    <a:pt x="47747" y="69002"/>
                  </a:lnTo>
                  <a:lnTo>
                    <a:pt x="47747" y="69002"/>
                  </a:lnTo>
                  <a:lnTo>
                    <a:pt x="46849" y="68852"/>
                  </a:lnTo>
                  <a:lnTo>
                    <a:pt x="46999" y="68253"/>
                  </a:lnTo>
                  <a:close/>
                  <a:moveTo>
                    <a:pt x="162401" y="68253"/>
                  </a:moveTo>
                  <a:lnTo>
                    <a:pt x="162700" y="68852"/>
                  </a:lnTo>
                  <a:lnTo>
                    <a:pt x="161653" y="69002"/>
                  </a:lnTo>
                  <a:lnTo>
                    <a:pt x="161653" y="69002"/>
                  </a:lnTo>
                  <a:lnTo>
                    <a:pt x="162401" y="68253"/>
                  </a:lnTo>
                  <a:close/>
                  <a:moveTo>
                    <a:pt x="76037" y="61219"/>
                  </a:moveTo>
                  <a:lnTo>
                    <a:pt x="79479" y="67206"/>
                  </a:lnTo>
                  <a:lnTo>
                    <a:pt x="76935" y="69002"/>
                  </a:lnTo>
                  <a:lnTo>
                    <a:pt x="71247" y="64811"/>
                  </a:lnTo>
                  <a:lnTo>
                    <a:pt x="73492" y="63015"/>
                  </a:lnTo>
                  <a:lnTo>
                    <a:pt x="76037" y="61219"/>
                  </a:lnTo>
                  <a:close/>
                  <a:moveTo>
                    <a:pt x="114354" y="62117"/>
                  </a:moveTo>
                  <a:lnTo>
                    <a:pt x="116599" y="62566"/>
                  </a:lnTo>
                  <a:lnTo>
                    <a:pt x="118695" y="63314"/>
                  </a:lnTo>
                  <a:lnTo>
                    <a:pt x="120790" y="64062"/>
                  </a:lnTo>
                  <a:lnTo>
                    <a:pt x="122886" y="64961"/>
                  </a:lnTo>
                  <a:lnTo>
                    <a:pt x="124832" y="65859"/>
                  </a:lnTo>
                  <a:lnTo>
                    <a:pt x="126778" y="67056"/>
                  </a:lnTo>
                  <a:lnTo>
                    <a:pt x="128723" y="68104"/>
                  </a:lnTo>
                  <a:lnTo>
                    <a:pt x="130520" y="69451"/>
                  </a:lnTo>
                  <a:lnTo>
                    <a:pt x="117048" y="79629"/>
                  </a:lnTo>
                  <a:lnTo>
                    <a:pt x="114354" y="62117"/>
                  </a:lnTo>
                  <a:close/>
                  <a:moveTo>
                    <a:pt x="64511" y="71546"/>
                  </a:moveTo>
                  <a:lnTo>
                    <a:pt x="68852" y="77234"/>
                  </a:lnTo>
                  <a:lnTo>
                    <a:pt x="67056" y="79779"/>
                  </a:lnTo>
                  <a:lnTo>
                    <a:pt x="61218" y="76186"/>
                  </a:lnTo>
                  <a:lnTo>
                    <a:pt x="62865" y="73792"/>
                  </a:lnTo>
                  <a:lnTo>
                    <a:pt x="64511" y="71546"/>
                  </a:lnTo>
                  <a:close/>
                  <a:moveTo>
                    <a:pt x="94896" y="62117"/>
                  </a:moveTo>
                  <a:lnTo>
                    <a:pt x="92352" y="80377"/>
                  </a:lnTo>
                  <a:lnTo>
                    <a:pt x="78132" y="69900"/>
                  </a:lnTo>
                  <a:lnTo>
                    <a:pt x="80078" y="68553"/>
                  </a:lnTo>
                  <a:lnTo>
                    <a:pt x="81874" y="67355"/>
                  </a:lnTo>
                  <a:lnTo>
                    <a:pt x="83970" y="66158"/>
                  </a:lnTo>
                  <a:lnTo>
                    <a:pt x="86065" y="65110"/>
                  </a:lnTo>
                  <a:lnTo>
                    <a:pt x="88161" y="64212"/>
                  </a:lnTo>
                  <a:lnTo>
                    <a:pt x="90256" y="63464"/>
                  </a:lnTo>
                  <a:lnTo>
                    <a:pt x="92501" y="62715"/>
                  </a:lnTo>
                  <a:lnTo>
                    <a:pt x="94896" y="62117"/>
                  </a:lnTo>
                  <a:close/>
                  <a:moveTo>
                    <a:pt x="144140" y="70648"/>
                  </a:moveTo>
                  <a:lnTo>
                    <a:pt x="146535" y="73792"/>
                  </a:lnTo>
                  <a:lnTo>
                    <a:pt x="148780" y="77084"/>
                  </a:lnTo>
                  <a:lnTo>
                    <a:pt x="143093" y="80826"/>
                  </a:lnTo>
                  <a:lnTo>
                    <a:pt x="141596" y="78581"/>
                  </a:lnTo>
                  <a:lnTo>
                    <a:pt x="139949" y="76336"/>
                  </a:lnTo>
                  <a:lnTo>
                    <a:pt x="144140" y="70648"/>
                  </a:lnTo>
                  <a:close/>
                  <a:moveTo>
                    <a:pt x="32929" y="65859"/>
                  </a:moveTo>
                  <a:lnTo>
                    <a:pt x="43706" y="68852"/>
                  </a:lnTo>
                  <a:lnTo>
                    <a:pt x="41311" y="73193"/>
                  </a:lnTo>
                  <a:lnTo>
                    <a:pt x="39365" y="77534"/>
                  </a:lnTo>
                  <a:lnTo>
                    <a:pt x="37569" y="82024"/>
                  </a:lnTo>
                  <a:lnTo>
                    <a:pt x="36222" y="86664"/>
                  </a:lnTo>
                  <a:lnTo>
                    <a:pt x="26343" y="81575"/>
                  </a:lnTo>
                  <a:lnTo>
                    <a:pt x="26643" y="80527"/>
                  </a:lnTo>
                  <a:lnTo>
                    <a:pt x="27990" y="76635"/>
                  </a:lnTo>
                  <a:lnTo>
                    <a:pt x="29487" y="73043"/>
                  </a:lnTo>
                  <a:lnTo>
                    <a:pt x="31133" y="69301"/>
                  </a:lnTo>
                  <a:lnTo>
                    <a:pt x="32929" y="65859"/>
                  </a:lnTo>
                  <a:close/>
                  <a:moveTo>
                    <a:pt x="176471" y="65859"/>
                  </a:moveTo>
                  <a:lnTo>
                    <a:pt x="178417" y="69601"/>
                  </a:lnTo>
                  <a:lnTo>
                    <a:pt x="180213" y="73492"/>
                  </a:lnTo>
                  <a:lnTo>
                    <a:pt x="181710" y="77534"/>
                  </a:lnTo>
                  <a:lnTo>
                    <a:pt x="183057" y="81575"/>
                  </a:lnTo>
                  <a:lnTo>
                    <a:pt x="173178" y="86814"/>
                  </a:lnTo>
                  <a:lnTo>
                    <a:pt x="171831" y="82024"/>
                  </a:lnTo>
                  <a:lnTo>
                    <a:pt x="170035" y="77534"/>
                  </a:lnTo>
                  <a:lnTo>
                    <a:pt x="168089" y="73193"/>
                  </a:lnTo>
                  <a:lnTo>
                    <a:pt x="165694" y="68852"/>
                  </a:lnTo>
                  <a:lnTo>
                    <a:pt x="176471" y="65859"/>
                  </a:lnTo>
                  <a:close/>
                  <a:moveTo>
                    <a:pt x="38168" y="88909"/>
                  </a:moveTo>
                  <a:lnTo>
                    <a:pt x="39216" y="89358"/>
                  </a:lnTo>
                  <a:lnTo>
                    <a:pt x="38168" y="89358"/>
                  </a:lnTo>
                  <a:lnTo>
                    <a:pt x="38168" y="88909"/>
                  </a:lnTo>
                  <a:close/>
                  <a:moveTo>
                    <a:pt x="171232" y="88909"/>
                  </a:moveTo>
                  <a:lnTo>
                    <a:pt x="171232" y="89358"/>
                  </a:lnTo>
                  <a:lnTo>
                    <a:pt x="170334" y="89358"/>
                  </a:lnTo>
                  <a:lnTo>
                    <a:pt x="171232" y="88909"/>
                  </a:lnTo>
                  <a:close/>
                  <a:moveTo>
                    <a:pt x="26194" y="82623"/>
                  </a:moveTo>
                  <a:lnTo>
                    <a:pt x="26942" y="83072"/>
                  </a:lnTo>
                  <a:lnTo>
                    <a:pt x="26643" y="84568"/>
                  </a:lnTo>
                  <a:lnTo>
                    <a:pt x="26493" y="85466"/>
                  </a:lnTo>
                  <a:lnTo>
                    <a:pt x="26343" y="86365"/>
                  </a:lnTo>
                  <a:lnTo>
                    <a:pt x="26493" y="86365"/>
                  </a:lnTo>
                  <a:lnTo>
                    <a:pt x="26942" y="84419"/>
                  </a:lnTo>
                  <a:lnTo>
                    <a:pt x="27241" y="83221"/>
                  </a:lnTo>
                  <a:lnTo>
                    <a:pt x="27990" y="83670"/>
                  </a:lnTo>
                  <a:lnTo>
                    <a:pt x="27840" y="85017"/>
                  </a:lnTo>
                  <a:lnTo>
                    <a:pt x="27690" y="85916"/>
                  </a:lnTo>
                  <a:lnTo>
                    <a:pt x="27541" y="86814"/>
                  </a:lnTo>
                  <a:lnTo>
                    <a:pt x="27541" y="86963"/>
                  </a:lnTo>
                  <a:lnTo>
                    <a:pt x="27690" y="86963"/>
                  </a:lnTo>
                  <a:lnTo>
                    <a:pt x="27990" y="85916"/>
                  </a:lnTo>
                  <a:lnTo>
                    <a:pt x="28140" y="85017"/>
                  </a:lnTo>
                  <a:lnTo>
                    <a:pt x="28289" y="83670"/>
                  </a:lnTo>
                  <a:lnTo>
                    <a:pt x="29038" y="84119"/>
                  </a:lnTo>
                  <a:lnTo>
                    <a:pt x="28738" y="85466"/>
                  </a:lnTo>
                  <a:lnTo>
                    <a:pt x="28738" y="86215"/>
                  </a:lnTo>
                  <a:lnTo>
                    <a:pt x="28738" y="86963"/>
                  </a:lnTo>
                  <a:lnTo>
                    <a:pt x="28888" y="86963"/>
                  </a:lnTo>
                  <a:lnTo>
                    <a:pt x="29187" y="85167"/>
                  </a:lnTo>
                  <a:lnTo>
                    <a:pt x="29337" y="84269"/>
                  </a:lnTo>
                  <a:lnTo>
                    <a:pt x="30385" y="84868"/>
                  </a:lnTo>
                  <a:lnTo>
                    <a:pt x="30085" y="86215"/>
                  </a:lnTo>
                  <a:lnTo>
                    <a:pt x="30085" y="87562"/>
                  </a:lnTo>
                  <a:lnTo>
                    <a:pt x="30385" y="86814"/>
                  </a:lnTo>
                  <a:lnTo>
                    <a:pt x="30534" y="85766"/>
                  </a:lnTo>
                  <a:lnTo>
                    <a:pt x="30684" y="85017"/>
                  </a:lnTo>
                  <a:lnTo>
                    <a:pt x="31432" y="85317"/>
                  </a:lnTo>
                  <a:lnTo>
                    <a:pt x="31283" y="86365"/>
                  </a:lnTo>
                  <a:lnTo>
                    <a:pt x="31133" y="87113"/>
                  </a:lnTo>
                  <a:lnTo>
                    <a:pt x="31133" y="87861"/>
                  </a:lnTo>
                  <a:lnTo>
                    <a:pt x="31283" y="87861"/>
                  </a:lnTo>
                  <a:lnTo>
                    <a:pt x="31582" y="85916"/>
                  </a:lnTo>
                  <a:lnTo>
                    <a:pt x="31732" y="85466"/>
                  </a:lnTo>
                  <a:lnTo>
                    <a:pt x="32480" y="85916"/>
                  </a:lnTo>
                  <a:lnTo>
                    <a:pt x="32331" y="86215"/>
                  </a:lnTo>
                  <a:lnTo>
                    <a:pt x="32181" y="87113"/>
                  </a:lnTo>
                  <a:lnTo>
                    <a:pt x="32181" y="88011"/>
                  </a:lnTo>
                  <a:lnTo>
                    <a:pt x="32331" y="88011"/>
                  </a:lnTo>
                  <a:lnTo>
                    <a:pt x="32480" y="86814"/>
                  </a:lnTo>
                  <a:lnTo>
                    <a:pt x="32630" y="86065"/>
                  </a:lnTo>
                  <a:lnTo>
                    <a:pt x="33378" y="86365"/>
                  </a:lnTo>
                  <a:lnTo>
                    <a:pt x="33229" y="87263"/>
                  </a:lnTo>
                  <a:lnTo>
                    <a:pt x="33229" y="88161"/>
                  </a:lnTo>
                  <a:lnTo>
                    <a:pt x="33528" y="87412"/>
                  </a:lnTo>
                  <a:lnTo>
                    <a:pt x="33678" y="86514"/>
                  </a:lnTo>
                  <a:lnTo>
                    <a:pt x="34426" y="86814"/>
                  </a:lnTo>
                  <a:lnTo>
                    <a:pt x="34276" y="87263"/>
                  </a:lnTo>
                  <a:lnTo>
                    <a:pt x="34276" y="87712"/>
                  </a:lnTo>
                  <a:lnTo>
                    <a:pt x="34276" y="88310"/>
                  </a:lnTo>
                  <a:lnTo>
                    <a:pt x="34576" y="87263"/>
                  </a:lnTo>
                  <a:lnTo>
                    <a:pt x="34576" y="86963"/>
                  </a:lnTo>
                  <a:lnTo>
                    <a:pt x="35324" y="87263"/>
                  </a:lnTo>
                  <a:lnTo>
                    <a:pt x="35174" y="88610"/>
                  </a:lnTo>
                  <a:lnTo>
                    <a:pt x="35324" y="88759"/>
                  </a:lnTo>
                  <a:lnTo>
                    <a:pt x="35324" y="88610"/>
                  </a:lnTo>
                  <a:lnTo>
                    <a:pt x="35474" y="87412"/>
                  </a:lnTo>
                  <a:lnTo>
                    <a:pt x="35923" y="87712"/>
                  </a:lnTo>
                  <a:lnTo>
                    <a:pt x="36072" y="87712"/>
                  </a:lnTo>
                  <a:lnTo>
                    <a:pt x="36072" y="88011"/>
                  </a:lnTo>
                  <a:lnTo>
                    <a:pt x="36222" y="88909"/>
                  </a:lnTo>
                  <a:lnTo>
                    <a:pt x="36372" y="88161"/>
                  </a:lnTo>
                  <a:lnTo>
                    <a:pt x="36372" y="87861"/>
                  </a:lnTo>
                  <a:lnTo>
                    <a:pt x="36821" y="88161"/>
                  </a:lnTo>
                  <a:lnTo>
                    <a:pt x="36971" y="88310"/>
                  </a:lnTo>
                  <a:lnTo>
                    <a:pt x="37120" y="89059"/>
                  </a:lnTo>
                  <a:lnTo>
                    <a:pt x="37270" y="88310"/>
                  </a:lnTo>
                  <a:lnTo>
                    <a:pt x="38018" y="88759"/>
                  </a:lnTo>
                  <a:lnTo>
                    <a:pt x="38018" y="89358"/>
                  </a:lnTo>
                  <a:lnTo>
                    <a:pt x="36522" y="89508"/>
                  </a:lnTo>
                  <a:lnTo>
                    <a:pt x="35474" y="89508"/>
                  </a:lnTo>
                  <a:lnTo>
                    <a:pt x="24398" y="90107"/>
                  </a:lnTo>
                  <a:lnTo>
                    <a:pt x="24398" y="90107"/>
                  </a:lnTo>
                  <a:lnTo>
                    <a:pt x="25146" y="86065"/>
                  </a:lnTo>
                  <a:lnTo>
                    <a:pt x="25296" y="86065"/>
                  </a:lnTo>
                  <a:lnTo>
                    <a:pt x="25745" y="84269"/>
                  </a:lnTo>
                  <a:lnTo>
                    <a:pt x="26044" y="83521"/>
                  </a:lnTo>
                  <a:lnTo>
                    <a:pt x="26194" y="82623"/>
                  </a:lnTo>
                  <a:close/>
                  <a:moveTo>
                    <a:pt x="183356" y="82623"/>
                  </a:moveTo>
                  <a:lnTo>
                    <a:pt x="183506" y="83521"/>
                  </a:lnTo>
                  <a:lnTo>
                    <a:pt x="183655" y="84269"/>
                  </a:lnTo>
                  <a:lnTo>
                    <a:pt x="184104" y="86065"/>
                  </a:lnTo>
                  <a:lnTo>
                    <a:pt x="184254" y="86065"/>
                  </a:lnTo>
                  <a:lnTo>
                    <a:pt x="185002" y="90107"/>
                  </a:lnTo>
                  <a:lnTo>
                    <a:pt x="185002" y="90107"/>
                  </a:lnTo>
                  <a:lnTo>
                    <a:pt x="173926" y="89508"/>
                  </a:lnTo>
                  <a:lnTo>
                    <a:pt x="172878" y="89508"/>
                  </a:lnTo>
                  <a:lnTo>
                    <a:pt x="171382" y="89358"/>
                  </a:lnTo>
                  <a:lnTo>
                    <a:pt x="171531" y="88759"/>
                  </a:lnTo>
                  <a:lnTo>
                    <a:pt x="172130" y="88310"/>
                  </a:lnTo>
                  <a:lnTo>
                    <a:pt x="172280" y="89059"/>
                  </a:lnTo>
                  <a:lnTo>
                    <a:pt x="172429" y="89059"/>
                  </a:lnTo>
                  <a:lnTo>
                    <a:pt x="172429" y="88310"/>
                  </a:lnTo>
                  <a:lnTo>
                    <a:pt x="172579" y="88161"/>
                  </a:lnTo>
                  <a:lnTo>
                    <a:pt x="173028" y="87861"/>
                  </a:lnTo>
                  <a:lnTo>
                    <a:pt x="173028" y="88161"/>
                  </a:lnTo>
                  <a:lnTo>
                    <a:pt x="173178" y="88909"/>
                  </a:lnTo>
                  <a:lnTo>
                    <a:pt x="173178" y="89059"/>
                  </a:lnTo>
                  <a:lnTo>
                    <a:pt x="173328" y="88909"/>
                  </a:lnTo>
                  <a:lnTo>
                    <a:pt x="173328" y="88011"/>
                  </a:lnTo>
                  <a:lnTo>
                    <a:pt x="173328" y="87712"/>
                  </a:lnTo>
                  <a:lnTo>
                    <a:pt x="173477" y="87712"/>
                  </a:lnTo>
                  <a:lnTo>
                    <a:pt x="173926" y="87412"/>
                  </a:lnTo>
                  <a:lnTo>
                    <a:pt x="174076" y="88610"/>
                  </a:lnTo>
                  <a:lnTo>
                    <a:pt x="174226" y="88759"/>
                  </a:lnTo>
                  <a:lnTo>
                    <a:pt x="174226" y="88610"/>
                  </a:lnTo>
                  <a:lnTo>
                    <a:pt x="174226" y="87263"/>
                  </a:lnTo>
                  <a:lnTo>
                    <a:pt x="174824" y="86963"/>
                  </a:lnTo>
                  <a:lnTo>
                    <a:pt x="174824" y="87263"/>
                  </a:lnTo>
                  <a:lnTo>
                    <a:pt x="175124" y="88310"/>
                  </a:lnTo>
                  <a:lnTo>
                    <a:pt x="175273" y="87712"/>
                  </a:lnTo>
                  <a:lnTo>
                    <a:pt x="175124" y="87263"/>
                  </a:lnTo>
                  <a:lnTo>
                    <a:pt x="175124" y="86814"/>
                  </a:lnTo>
                  <a:lnTo>
                    <a:pt x="175722" y="86514"/>
                  </a:lnTo>
                  <a:lnTo>
                    <a:pt x="175872" y="87412"/>
                  </a:lnTo>
                  <a:lnTo>
                    <a:pt x="176171" y="88161"/>
                  </a:lnTo>
                  <a:lnTo>
                    <a:pt x="176171" y="87263"/>
                  </a:lnTo>
                  <a:lnTo>
                    <a:pt x="176022" y="86365"/>
                  </a:lnTo>
                  <a:lnTo>
                    <a:pt x="176770" y="86065"/>
                  </a:lnTo>
                  <a:lnTo>
                    <a:pt x="176920" y="86814"/>
                  </a:lnTo>
                  <a:lnTo>
                    <a:pt x="177069" y="88011"/>
                  </a:lnTo>
                  <a:lnTo>
                    <a:pt x="177219" y="88011"/>
                  </a:lnTo>
                  <a:lnTo>
                    <a:pt x="177219" y="87113"/>
                  </a:lnTo>
                  <a:lnTo>
                    <a:pt x="177069" y="86215"/>
                  </a:lnTo>
                  <a:lnTo>
                    <a:pt x="177069" y="85916"/>
                  </a:lnTo>
                  <a:lnTo>
                    <a:pt x="177668" y="85466"/>
                  </a:lnTo>
                  <a:lnTo>
                    <a:pt x="177818" y="85916"/>
                  </a:lnTo>
                  <a:lnTo>
                    <a:pt x="178267" y="87861"/>
                  </a:lnTo>
                  <a:lnTo>
                    <a:pt x="178267" y="87113"/>
                  </a:lnTo>
                  <a:lnTo>
                    <a:pt x="178117" y="86365"/>
                  </a:lnTo>
                  <a:lnTo>
                    <a:pt x="177968" y="85317"/>
                  </a:lnTo>
                  <a:lnTo>
                    <a:pt x="178716" y="85017"/>
                  </a:lnTo>
                  <a:lnTo>
                    <a:pt x="178866" y="85766"/>
                  </a:lnTo>
                  <a:lnTo>
                    <a:pt x="179015" y="86814"/>
                  </a:lnTo>
                  <a:lnTo>
                    <a:pt x="179315" y="87562"/>
                  </a:lnTo>
                  <a:lnTo>
                    <a:pt x="179315" y="86215"/>
                  </a:lnTo>
                  <a:lnTo>
                    <a:pt x="179015" y="84868"/>
                  </a:lnTo>
                  <a:lnTo>
                    <a:pt x="180063" y="84269"/>
                  </a:lnTo>
                  <a:lnTo>
                    <a:pt x="180362" y="85167"/>
                  </a:lnTo>
                  <a:lnTo>
                    <a:pt x="180512" y="86963"/>
                  </a:lnTo>
                  <a:lnTo>
                    <a:pt x="180662" y="86963"/>
                  </a:lnTo>
                  <a:lnTo>
                    <a:pt x="180662" y="86215"/>
                  </a:lnTo>
                  <a:lnTo>
                    <a:pt x="180662" y="85466"/>
                  </a:lnTo>
                  <a:lnTo>
                    <a:pt x="180362" y="84119"/>
                  </a:lnTo>
                  <a:lnTo>
                    <a:pt x="181111" y="83670"/>
                  </a:lnTo>
                  <a:lnTo>
                    <a:pt x="181410" y="85017"/>
                  </a:lnTo>
                  <a:lnTo>
                    <a:pt x="181560" y="85916"/>
                  </a:lnTo>
                  <a:lnTo>
                    <a:pt x="181859" y="86963"/>
                  </a:lnTo>
                  <a:lnTo>
                    <a:pt x="181859" y="86814"/>
                  </a:lnTo>
                  <a:lnTo>
                    <a:pt x="181859" y="85916"/>
                  </a:lnTo>
                  <a:lnTo>
                    <a:pt x="181710" y="85017"/>
                  </a:lnTo>
                  <a:lnTo>
                    <a:pt x="181410" y="83670"/>
                  </a:lnTo>
                  <a:lnTo>
                    <a:pt x="182308" y="83221"/>
                  </a:lnTo>
                  <a:lnTo>
                    <a:pt x="182458" y="84419"/>
                  </a:lnTo>
                  <a:lnTo>
                    <a:pt x="182907" y="86365"/>
                  </a:lnTo>
                  <a:lnTo>
                    <a:pt x="183057" y="86365"/>
                  </a:lnTo>
                  <a:lnTo>
                    <a:pt x="183057" y="85466"/>
                  </a:lnTo>
                  <a:lnTo>
                    <a:pt x="182907" y="84568"/>
                  </a:lnTo>
                  <a:lnTo>
                    <a:pt x="182608" y="83072"/>
                  </a:lnTo>
                  <a:lnTo>
                    <a:pt x="183356" y="82623"/>
                  </a:lnTo>
                  <a:close/>
                  <a:moveTo>
                    <a:pt x="50891" y="51340"/>
                  </a:moveTo>
                  <a:lnTo>
                    <a:pt x="54932" y="54333"/>
                  </a:lnTo>
                  <a:lnTo>
                    <a:pt x="55680" y="54932"/>
                  </a:lnTo>
                  <a:lnTo>
                    <a:pt x="68852" y="64661"/>
                  </a:lnTo>
                  <a:lnTo>
                    <a:pt x="70199" y="65709"/>
                  </a:lnTo>
                  <a:lnTo>
                    <a:pt x="75887" y="69900"/>
                  </a:lnTo>
                  <a:lnTo>
                    <a:pt x="77084" y="70798"/>
                  </a:lnTo>
                  <a:lnTo>
                    <a:pt x="92052" y="81874"/>
                  </a:lnTo>
                  <a:lnTo>
                    <a:pt x="90855" y="90705"/>
                  </a:lnTo>
                  <a:lnTo>
                    <a:pt x="88460" y="91154"/>
                  </a:lnTo>
                  <a:lnTo>
                    <a:pt x="89059" y="90406"/>
                  </a:lnTo>
                  <a:lnTo>
                    <a:pt x="89657" y="89807"/>
                  </a:lnTo>
                  <a:lnTo>
                    <a:pt x="89657" y="89657"/>
                  </a:lnTo>
                  <a:lnTo>
                    <a:pt x="89508" y="89657"/>
                  </a:lnTo>
                  <a:lnTo>
                    <a:pt x="88610" y="90406"/>
                  </a:lnTo>
                  <a:lnTo>
                    <a:pt x="87861" y="91154"/>
                  </a:lnTo>
                  <a:lnTo>
                    <a:pt x="84269" y="91753"/>
                  </a:lnTo>
                  <a:lnTo>
                    <a:pt x="85766" y="90406"/>
                  </a:lnTo>
                  <a:lnTo>
                    <a:pt x="86963" y="89059"/>
                  </a:lnTo>
                  <a:lnTo>
                    <a:pt x="87562" y="88460"/>
                  </a:lnTo>
                  <a:lnTo>
                    <a:pt x="88011" y="87861"/>
                  </a:lnTo>
                  <a:lnTo>
                    <a:pt x="88011" y="87712"/>
                  </a:lnTo>
                  <a:lnTo>
                    <a:pt x="87262" y="88310"/>
                  </a:lnTo>
                  <a:lnTo>
                    <a:pt x="86664" y="88909"/>
                  </a:lnTo>
                  <a:lnTo>
                    <a:pt x="85466" y="90107"/>
                  </a:lnTo>
                  <a:lnTo>
                    <a:pt x="83820" y="91753"/>
                  </a:lnTo>
                  <a:lnTo>
                    <a:pt x="81724" y="92052"/>
                  </a:lnTo>
                  <a:lnTo>
                    <a:pt x="70499" y="77384"/>
                  </a:lnTo>
                  <a:lnTo>
                    <a:pt x="69600" y="76186"/>
                  </a:lnTo>
                  <a:lnTo>
                    <a:pt x="65409" y="70499"/>
                  </a:lnTo>
                  <a:lnTo>
                    <a:pt x="64362" y="69152"/>
                  </a:lnTo>
                  <a:lnTo>
                    <a:pt x="54483" y="56279"/>
                  </a:lnTo>
                  <a:lnTo>
                    <a:pt x="53884" y="55381"/>
                  </a:lnTo>
                  <a:lnTo>
                    <a:pt x="50891" y="51340"/>
                  </a:lnTo>
                  <a:close/>
                  <a:moveTo>
                    <a:pt x="157462" y="50591"/>
                  </a:moveTo>
                  <a:lnTo>
                    <a:pt x="154468" y="54483"/>
                  </a:lnTo>
                  <a:lnTo>
                    <a:pt x="154019" y="55231"/>
                  </a:lnTo>
                  <a:lnTo>
                    <a:pt x="144290" y="68253"/>
                  </a:lnTo>
                  <a:lnTo>
                    <a:pt x="143242" y="69750"/>
                  </a:lnTo>
                  <a:lnTo>
                    <a:pt x="139051" y="75438"/>
                  </a:lnTo>
                  <a:lnTo>
                    <a:pt x="138153" y="76635"/>
                  </a:lnTo>
                  <a:lnTo>
                    <a:pt x="126778" y="92052"/>
                  </a:lnTo>
                  <a:lnTo>
                    <a:pt x="118695" y="91005"/>
                  </a:lnTo>
                  <a:lnTo>
                    <a:pt x="118396" y="88759"/>
                  </a:lnTo>
                  <a:lnTo>
                    <a:pt x="118396" y="88759"/>
                  </a:lnTo>
                  <a:lnTo>
                    <a:pt x="119144" y="89358"/>
                  </a:lnTo>
                  <a:lnTo>
                    <a:pt x="119144" y="89208"/>
                  </a:lnTo>
                  <a:lnTo>
                    <a:pt x="118246" y="88161"/>
                  </a:lnTo>
                  <a:lnTo>
                    <a:pt x="117797" y="84718"/>
                  </a:lnTo>
                  <a:lnTo>
                    <a:pt x="118545" y="85466"/>
                  </a:lnTo>
                  <a:lnTo>
                    <a:pt x="119743" y="86664"/>
                  </a:lnTo>
                  <a:lnTo>
                    <a:pt x="120341" y="87263"/>
                  </a:lnTo>
                  <a:lnTo>
                    <a:pt x="120940" y="87712"/>
                  </a:lnTo>
                  <a:lnTo>
                    <a:pt x="121090" y="87712"/>
                  </a:lnTo>
                  <a:lnTo>
                    <a:pt x="120641" y="86963"/>
                  </a:lnTo>
                  <a:lnTo>
                    <a:pt x="120042" y="86365"/>
                  </a:lnTo>
                  <a:lnTo>
                    <a:pt x="118695" y="85167"/>
                  </a:lnTo>
                  <a:lnTo>
                    <a:pt x="117647" y="84119"/>
                  </a:lnTo>
                  <a:lnTo>
                    <a:pt x="117198" y="80976"/>
                  </a:lnTo>
                  <a:lnTo>
                    <a:pt x="131567" y="70199"/>
                  </a:lnTo>
                  <a:lnTo>
                    <a:pt x="132765" y="69301"/>
                  </a:lnTo>
                  <a:lnTo>
                    <a:pt x="138452" y="64961"/>
                  </a:lnTo>
                  <a:lnTo>
                    <a:pt x="139800" y="63913"/>
                  </a:lnTo>
                  <a:lnTo>
                    <a:pt x="152672" y="54184"/>
                  </a:lnTo>
                  <a:lnTo>
                    <a:pt x="153570" y="53585"/>
                  </a:lnTo>
                  <a:lnTo>
                    <a:pt x="157462" y="50591"/>
                  </a:lnTo>
                  <a:close/>
                  <a:moveTo>
                    <a:pt x="149379" y="77833"/>
                  </a:moveTo>
                  <a:lnTo>
                    <a:pt x="151175" y="81275"/>
                  </a:lnTo>
                  <a:lnTo>
                    <a:pt x="152822" y="84868"/>
                  </a:lnTo>
                  <a:lnTo>
                    <a:pt x="154169" y="88460"/>
                  </a:lnTo>
                  <a:lnTo>
                    <a:pt x="155366" y="92352"/>
                  </a:lnTo>
                  <a:lnTo>
                    <a:pt x="148481" y="93100"/>
                  </a:lnTo>
                  <a:lnTo>
                    <a:pt x="147583" y="90107"/>
                  </a:lnTo>
                  <a:lnTo>
                    <a:pt x="146385" y="87263"/>
                  </a:lnTo>
                  <a:lnTo>
                    <a:pt x="145038" y="84419"/>
                  </a:lnTo>
                  <a:lnTo>
                    <a:pt x="143542" y="81575"/>
                  </a:lnTo>
                  <a:lnTo>
                    <a:pt x="149379" y="77833"/>
                  </a:lnTo>
                  <a:close/>
                  <a:moveTo>
                    <a:pt x="60620" y="76935"/>
                  </a:moveTo>
                  <a:lnTo>
                    <a:pt x="66457" y="80527"/>
                  </a:lnTo>
                  <a:lnTo>
                    <a:pt x="64661" y="83521"/>
                  </a:lnTo>
                  <a:lnTo>
                    <a:pt x="63164" y="86664"/>
                  </a:lnTo>
                  <a:lnTo>
                    <a:pt x="61967" y="89957"/>
                  </a:lnTo>
                  <a:lnTo>
                    <a:pt x="60919" y="93399"/>
                  </a:lnTo>
                  <a:lnTo>
                    <a:pt x="54184" y="91903"/>
                  </a:lnTo>
                  <a:lnTo>
                    <a:pt x="55381" y="88011"/>
                  </a:lnTo>
                  <a:lnTo>
                    <a:pt x="56878" y="84119"/>
                  </a:lnTo>
                  <a:lnTo>
                    <a:pt x="58524" y="80527"/>
                  </a:lnTo>
                  <a:lnTo>
                    <a:pt x="60620" y="76935"/>
                  </a:lnTo>
                  <a:close/>
                  <a:moveTo>
                    <a:pt x="139051" y="77683"/>
                  </a:moveTo>
                  <a:lnTo>
                    <a:pt x="140398" y="79479"/>
                  </a:lnTo>
                  <a:lnTo>
                    <a:pt x="141745" y="81575"/>
                  </a:lnTo>
                  <a:lnTo>
                    <a:pt x="142943" y="83521"/>
                  </a:lnTo>
                  <a:lnTo>
                    <a:pt x="144140" y="85766"/>
                  </a:lnTo>
                  <a:lnTo>
                    <a:pt x="145038" y="87861"/>
                  </a:lnTo>
                  <a:lnTo>
                    <a:pt x="145936" y="90256"/>
                  </a:lnTo>
                  <a:lnTo>
                    <a:pt x="146685" y="92501"/>
                  </a:lnTo>
                  <a:lnTo>
                    <a:pt x="147283" y="94896"/>
                  </a:lnTo>
                  <a:lnTo>
                    <a:pt x="128274" y="92202"/>
                  </a:lnTo>
                  <a:lnTo>
                    <a:pt x="139051" y="77683"/>
                  </a:lnTo>
                  <a:close/>
                  <a:moveTo>
                    <a:pt x="69750" y="78432"/>
                  </a:moveTo>
                  <a:lnTo>
                    <a:pt x="80377" y="92352"/>
                  </a:lnTo>
                  <a:lnTo>
                    <a:pt x="61967" y="95046"/>
                  </a:lnTo>
                  <a:lnTo>
                    <a:pt x="61967" y="95046"/>
                  </a:lnTo>
                  <a:lnTo>
                    <a:pt x="62566" y="92801"/>
                  </a:lnTo>
                  <a:lnTo>
                    <a:pt x="63314" y="90556"/>
                  </a:lnTo>
                  <a:lnTo>
                    <a:pt x="64062" y="88460"/>
                  </a:lnTo>
                  <a:lnTo>
                    <a:pt x="64960" y="86215"/>
                  </a:lnTo>
                  <a:lnTo>
                    <a:pt x="66008" y="84119"/>
                  </a:lnTo>
                  <a:lnTo>
                    <a:pt x="67206" y="82174"/>
                  </a:lnTo>
                  <a:lnTo>
                    <a:pt x="68403" y="80228"/>
                  </a:lnTo>
                  <a:lnTo>
                    <a:pt x="69750" y="78432"/>
                  </a:lnTo>
                  <a:close/>
                  <a:moveTo>
                    <a:pt x="155516" y="93250"/>
                  </a:moveTo>
                  <a:lnTo>
                    <a:pt x="156115" y="96094"/>
                  </a:lnTo>
                  <a:lnTo>
                    <a:pt x="148930" y="95046"/>
                  </a:lnTo>
                  <a:lnTo>
                    <a:pt x="148631" y="94148"/>
                  </a:lnTo>
                  <a:lnTo>
                    <a:pt x="155516" y="93250"/>
                  </a:lnTo>
                  <a:close/>
                  <a:moveTo>
                    <a:pt x="53884" y="92950"/>
                  </a:moveTo>
                  <a:lnTo>
                    <a:pt x="60620" y="94447"/>
                  </a:lnTo>
                  <a:lnTo>
                    <a:pt x="60470" y="95345"/>
                  </a:lnTo>
                  <a:lnTo>
                    <a:pt x="53285" y="96393"/>
                  </a:lnTo>
                  <a:lnTo>
                    <a:pt x="53884" y="92950"/>
                  </a:lnTo>
                  <a:close/>
                  <a:moveTo>
                    <a:pt x="154767" y="56129"/>
                  </a:moveTo>
                  <a:lnTo>
                    <a:pt x="157013" y="58524"/>
                  </a:lnTo>
                  <a:lnTo>
                    <a:pt x="159108" y="61069"/>
                  </a:lnTo>
                  <a:lnTo>
                    <a:pt x="161054" y="63613"/>
                  </a:lnTo>
                  <a:lnTo>
                    <a:pt x="163000" y="66308"/>
                  </a:lnTo>
                  <a:lnTo>
                    <a:pt x="158509" y="70948"/>
                  </a:lnTo>
                  <a:lnTo>
                    <a:pt x="164796" y="69152"/>
                  </a:lnTo>
                  <a:lnTo>
                    <a:pt x="167041" y="73492"/>
                  </a:lnTo>
                  <a:lnTo>
                    <a:pt x="169137" y="77833"/>
                  </a:lnTo>
                  <a:lnTo>
                    <a:pt x="170933" y="82473"/>
                  </a:lnTo>
                  <a:lnTo>
                    <a:pt x="172280" y="87263"/>
                  </a:lnTo>
                  <a:lnTo>
                    <a:pt x="166592" y="90107"/>
                  </a:lnTo>
                  <a:lnTo>
                    <a:pt x="173028" y="90406"/>
                  </a:lnTo>
                  <a:lnTo>
                    <a:pt x="173777" y="94447"/>
                  </a:lnTo>
                  <a:lnTo>
                    <a:pt x="174226" y="98638"/>
                  </a:lnTo>
                  <a:lnTo>
                    <a:pt x="157911" y="96393"/>
                  </a:lnTo>
                  <a:lnTo>
                    <a:pt x="157312" y="93100"/>
                  </a:lnTo>
                  <a:lnTo>
                    <a:pt x="161204" y="92651"/>
                  </a:lnTo>
                  <a:lnTo>
                    <a:pt x="161653" y="93250"/>
                  </a:lnTo>
                  <a:lnTo>
                    <a:pt x="162401" y="93699"/>
                  </a:lnTo>
                  <a:lnTo>
                    <a:pt x="163299" y="93848"/>
                  </a:lnTo>
                  <a:lnTo>
                    <a:pt x="164047" y="93549"/>
                  </a:lnTo>
                  <a:lnTo>
                    <a:pt x="164497" y="93399"/>
                  </a:lnTo>
                  <a:lnTo>
                    <a:pt x="164796" y="93100"/>
                  </a:lnTo>
                  <a:lnTo>
                    <a:pt x="165245" y="92352"/>
                  </a:lnTo>
                  <a:lnTo>
                    <a:pt x="165395" y="91603"/>
                  </a:lnTo>
                  <a:lnTo>
                    <a:pt x="165245" y="91154"/>
                  </a:lnTo>
                  <a:lnTo>
                    <a:pt x="165095" y="90705"/>
                  </a:lnTo>
                  <a:lnTo>
                    <a:pt x="164946" y="90256"/>
                  </a:lnTo>
                  <a:lnTo>
                    <a:pt x="164646" y="89957"/>
                  </a:lnTo>
                  <a:lnTo>
                    <a:pt x="163898" y="89508"/>
                  </a:lnTo>
                  <a:lnTo>
                    <a:pt x="163000" y="89358"/>
                  </a:lnTo>
                  <a:lnTo>
                    <a:pt x="162700" y="89508"/>
                  </a:lnTo>
                  <a:lnTo>
                    <a:pt x="162251" y="89657"/>
                  </a:lnTo>
                  <a:lnTo>
                    <a:pt x="161653" y="89957"/>
                  </a:lnTo>
                  <a:lnTo>
                    <a:pt x="161353" y="90406"/>
                  </a:lnTo>
                  <a:lnTo>
                    <a:pt x="161054" y="91005"/>
                  </a:lnTo>
                  <a:lnTo>
                    <a:pt x="160904" y="91603"/>
                  </a:lnTo>
                  <a:lnTo>
                    <a:pt x="157013" y="92052"/>
                  </a:lnTo>
                  <a:lnTo>
                    <a:pt x="155965" y="88161"/>
                  </a:lnTo>
                  <a:lnTo>
                    <a:pt x="154468" y="84269"/>
                  </a:lnTo>
                  <a:lnTo>
                    <a:pt x="152822" y="80527"/>
                  </a:lnTo>
                  <a:lnTo>
                    <a:pt x="150876" y="76935"/>
                  </a:lnTo>
                  <a:lnTo>
                    <a:pt x="154169" y="74690"/>
                  </a:lnTo>
                  <a:lnTo>
                    <a:pt x="154917" y="75139"/>
                  </a:lnTo>
                  <a:lnTo>
                    <a:pt x="155665" y="75288"/>
                  </a:lnTo>
                  <a:lnTo>
                    <a:pt x="156564" y="74989"/>
                  </a:lnTo>
                  <a:lnTo>
                    <a:pt x="157312" y="74540"/>
                  </a:lnTo>
                  <a:lnTo>
                    <a:pt x="157611" y="74241"/>
                  </a:lnTo>
                  <a:lnTo>
                    <a:pt x="157761" y="73941"/>
                  </a:lnTo>
                  <a:lnTo>
                    <a:pt x="157911" y="73043"/>
                  </a:lnTo>
                  <a:lnTo>
                    <a:pt x="157761" y="72295"/>
                  </a:lnTo>
                  <a:lnTo>
                    <a:pt x="157611" y="71846"/>
                  </a:lnTo>
                  <a:lnTo>
                    <a:pt x="157312" y="71546"/>
                  </a:lnTo>
                  <a:lnTo>
                    <a:pt x="157013" y="71247"/>
                  </a:lnTo>
                  <a:lnTo>
                    <a:pt x="156564" y="70948"/>
                  </a:lnTo>
                  <a:lnTo>
                    <a:pt x="155815" y="70798"/>
                  </a:lnTo>
                  <a:lnTo>
                    <a:pt x="154917" y="70948"/>
                  </a:lnTo>
                  <a:lnTo>
                    <a:pt x="154468" y="71097"/>
                  </a:lnTo>
                  <a:lnTo>
                    <a:pt x="154169" y="71397"/>
                  </a:lnTo>
                  <a:lnTo>
                    <a:pt x="153720" y="71995"/>
                  </a:lnTo>
                  <a:lnTo>
                    <a:pt x="153570" y="72594"/>
                  </a:lnTo>
                  <a:lnTo>
                    <a:pt x="153570" y="73193"/>
                  </a:lnTo>
                  <a:lnTo>
                    <a:pt x="153720" y="73792"/>
                  </a:lnTo>
                  <a:lnTo>
                    <a:pt x="150277" y="76037"/>
                  </a:lnTo>
                  <a:lnTo>
                    <a:pt x="147882" y="72594"/>
                  </a:lnTo>
                  <a:lnTo>
                    <a:pt x="145188" y="69301"/>
                  </a:lnTo>
                  <a:lnTo>
                    <a:pt x="154767" y="56129"/>
                  </a:lnTo>
                  <a:close/>
                  <a:moveTo>
                    <a:pt x="53735" y="57177"/>
                  </a:moveTo>
                  <a:lnTo>
                    <a:pt x="63464" y="70050"/>
                  </a:lnTo>
                  <a:lnTo>
                    <a:pt x="61518" y="72594"/>
                  </a:lnTo>
                  <a:lnTo>
                    <a:pt x="59722" y="75139"/>
                  </a:lnTo>
                  <a:lnTo>
                    <a:pt x="56429" y="73193"/>
                  </a:lnTo>
                  <a:lnTo>
                    <a:pt x="56578" y="72444"/>
                  </a:lnTo>
                  <a:lnTo>
                    <a:pt x="56279" y="71546"/>
                  </a:lnTo>
                  <a:lnTo>
                    <a:pt x="55830" y="70948"/>
                  </a:lnTo>
                  <a:lnTo>
                    <a:pt x="55082" y="70499"/>
                  </a:lnTo>
                  <a:lnTo>
                    <a:pt x="54633" y="70349"/>
                  </a:lnTo>
                  <a:lnTo>
                    <a:pt x="54184" y="70349"/>
                  </a:lnTo>
                  <a:lnTo>
                    <a:pt x="53435" y="70648"/>
                  </a:lnTo>
                  <a:lnTo>
                    <a:pt x="52687" y="71097"/>
                  </a:lnTo>
                  <a:lnTo>
                    <a:pt x="52537" y="71397"/>
                  </a:lnTo>
                  <a:lnTo>
                    <a:pt x="52238" y="71846"/>
                  </a:lnTo>
                  <a:lnTo>
                    <a:pt x="52238" y="72295"/>
                  </a:lnTo>
                  <a:lnTo>
                    <a:pt x="52238" y="72744"/>
                  </a:lnTo>
                  <a:lnTo>
                    <a:pt x="52387" y="73492"/>
                  </a:lnTo>
                  <a:lnTo>
                    <a:pt x="52836" y="74241"/>
                  </a:lnTo>
                  <a:lnTo>
                    <a:pt x="53285" y="74540"/>
                  </a:lnTo>
                  <a:lnTo>
                    <a:pt x="53585" y="74690"/>
                  </a:lnTo>
                  <a:lnTo>
                    <a:pt x="54333" y="74839"/>
                  </a:lnTo>
                  <a:lnTo>
                    <a:pt x="54932" y="74690"/>
                  </a:lnTo>
                  <a:lnTo>
                    <a:pt x="55531" y="74540"/>
                  </a:lnTo>
                  <a:lnTo>
                    <a:pt x="55980" y="74091"/>
                  </a:lnTo>
                  <a:lnTo>
                    <a:pt x="59123" y="76037"/>
                  </a:lnTo>
                  <a:lnTo>
                    <a:pt x="57027" y="79629"/>
                  </a:lnTo>
                  <a:lnTo>
                    <a:pt x="55231" y="83521"/>
                  </a:lnTo>
                  <a:lnTo>
                    <a:pt x="53585" y="87412"/>
                  </a:lnTo>
                  <a:lnTo>
                    <a:pt x="52387" y="91603"/>
                  </a:lnTo>
                  <a:lnTo>
                    <a:pt x="48645" y="90705"/>
                  </a:lnTo>
                  <a:lnTo>
                    <a:pt x="48496" y="89957"/>
                  </a:lnTo>
                  <a:lnTo>
                    <a:pt x="47897" y="89208"/>
                  </a:lnTo>
                  <a:lnTo>
                    <a:pt x="47298" y="88759"/>
                  </a:lnTo>
                  <a:lnTo>
                    <a:pt x="46400" y="88610"/>
                  </a:lnTo>
                  <a:lnTo>
                    <a:pt x="45951" y="88759"/>
                  </a:lnTo>
                  <a:lnTo>
                    <a:pt x="45652" y="88759"/>
                  </a:lnTo>
                  <a:lnTo>
                    <a:pt x="44904" y="89358"/>
                  </a:lnTo>
                  <a:lnTo>
                    <a:pt x="44454" y="89957"/>
                  </a:lnTo>
                  <a:lnTo>
                    <a:pt x="44305" y="90406"/>
                  </a:lnTo>
                  <a:lnTo>
                    <a:pt x="44155" y="90855"/>
                  </a:lnTo>
                  <a:lnTo>
                    <a:pt x="44305" y="91304"/>
                  </a:lnTo>
                  <a:lnTo>
                    <a:pt x="44454" y="91753"/>
                  </a:lnTo>
                  <a:lnTo>
                    <a:pt x="44904" y="92352"/>
                  </a:lnTo>
                  <a:lnTo>
                    <a:pt x="45502" y="92950"/>
                  </a:lnTo>
                  <a:lnTo>
                    <a:pt x="45951" y="92950"/>
                  </a:lnTo>
                  <a:lnTo>
                    <a:pt x="46400" y="93100"/>
                  </a:lnTo>
                  <a:lnTo>
                    <a:pt x="46999" y="92950"/>
                  </a:lnTo>
                  <a:lnTo>
                    <a:pt x="47598" y="92651"/>
                  </a:lnTo>
                  <a:lnTo>
                    <a:pt x="48047" y="92352"/>
                  </a:lnTo>
                  <a:lnTo>
                    <a:pt x="48496" y="91753"/>
                  </a:lnTo>
                  <a:lnTo>
                    <a:pt x="52238" y="92501"/>
                  </a:lnTo>
                  <a:lnTo>
                    <a:pt x="51789" y="94597"/>
                  </a:lnTo>
                  <a:lnTo>
                    <a:pt x="51340" y="96692"/>
                  </a:lnTo>
                  <a:lnTo>
                    <a:pt x="35025" y="99237"/>
                  </a:lnTo>
                  <a:lnTo>
                    <a:pt x="35623" y="94747"/>
                  </a:lnTo>
                  <a:lnTo>
                    <a:pt x="36372" y="90406"/>
                  </a:lnTo>
                  <a:lnTo>
                    <a:pt x="42808" y="90107"/>
                  </a:lnTo>
                  <a:lnTo>
                    <a:pt x="37120" y="87113"/>
                  </a:lnTo>
                  <a:lnTo>
                    <a:pt x="38467" y="82473"/>
                  </a:lnTo>
                  <a:lnTo>
                    <a:pt x="40263" y="77833"/>
                  </a:lnTo>
                  <a:lnTo>
                    <a:pt x="42359" y="73492"/>
                  </a:lnTo>
                  <a:lnTo>
                    <a:pt x="44604" y="69152"/>
                  </a:lnTo>
                  <a:lnTo>
                    <a:pt x="50891" y="70948"/>
                  </a:lnTo>
                  <a:lnTo>
                    <a:pt x="46400" y="66308"/>
                  </a:lnTo>
                  <a:lnTo>
                    <a:pt x="48047" y="63913"/>
                  </a:lnTo>
                  <a:lnTo>
                    <a:pt x="49843" y="61518"/>
                  </a:lnTo>
                  <a:lnTo>
                    <a:pt x="51789" y="59273"/>
                  </a:lnTo>
                  <a:lnTo>
                    <a:pt x="53735" y="57177"/>
                  </a:lnTo>
                  <a:close/>
                  <a:moveTo>
                    <a:pt x="174076" y="90556"/>
                  </a:moveTo>
                  <a:lnTo>
                    <a:pt x="185302" y="91005"/>
                  </a:lnTo>
                  <a:lnTo>
                    <a:pt x="185901" y="95645"/>
                  </a:lnTo>
                  <a:lnTo>
                    <a:pt x="186200" y="100285"/>
                  </a:lnTo>
                  <a:lnTo>
                    <a:pt x="175273" y="98638"/>
                  </a:lnTo>
                  <a:lnTo>
                    <a:pt x="174824" y="94597"/>
                  </a:lnTo>
                  <a:lnTo>
                    <a:pt x="174076" y="90556"/>
                  </a:lnTo>
                  <a:close/>
                  <a:moveTo>
                    <a:pt x="35324" y="90556"/>
                  </a:moveTo>
                  <a:lnTo>
                    <a:pt x="34576" y="94896"/>
                  </a:lnTo>
                  <a:lnTo>
                    <a:pt x="34127" y="99387"/>
                  </a:lnTo>
                  <a:lnTo>
                    <a:pt x="23050" y="101033"/>
                  </a:lnTo>
                  <a:lnTo>
                    <a:pt x="23500" y="95944"/>
                  </a:lnTo>
                  <a:lnTo>
                    <a:pt x="24098" y="91154"/>
                  </a:lnTo>
                  <a:lnTo>
                    <a:pt x="35324" y="90556"/>
                  </a:lnTo>
                  <a:close/>
                  <a:moveTo>
                    <a:pt x="107319" y="15716"/>
                  </a:moveTo>
                  <a:lnTo>
                    <a:pt x="111660" y="16016"/>
                  </a:lnTo>
                  <a:lnTo>
                    <a:pt x="116001" y="16465"/>
                  </a:lnTo>
                  <a:lnTo>
                    <a:pt x="120192" y="17063"/>
                  </a:lnTo>
                  <a:lnTo>
                    <a:pt x="124383" y="17961"/>
                  </a:lnTo>
                  <a:lnTo>
                    <a:pt x="128424" y="19009"/>
                  </a:lnTo>
                  <a:lnTo>
                    <a:pt x="132465" y="20207"/>
                  </a:lnTo>
                  <a:lnTo>
                    <a:pt x="136507" y="21554"/>
                  </a:lnTo>
                  <a:lnTo>
                    <a:pt x="140249" y="23200"/>
                  </a:lnTo>
                  <a:lnTo>
                    <a:pt x="143991" y="24847"/>
                  </a:lnTo>
                  <a:lnTo>
                    <a:pt x="147733" y="26792"/>
                  </a:lnTo>
                  <a:lnTo>
                    <a:pt x="151325" y="28888"/>
                  </a:lnTo>
                  <a:lnTo>
                    <a:pt x="154767" y="31133"/>
                  </a:lnTo>
                  <a:lnTo>
                    <a:pt x="158060" y="33528"/>
                  </a:lnTo>
                  <a:lnTo>
                    <a:pt x="161204" y="36073"/>
                  </a:lnTo>
                  <a:lnTo>
                    <a:pt x="164347" y="38767"/>
                  </a:lnTo>
                  <a:lnTo>
                    <a:pt x="167340" y="41611"/>
                  </a:lnTo>
                  <a:lnTo>
                    <a:pt x="170184" y="44455"/>
                  </a:lnTo>
                  <a:lnTo>
                    <a:pt x="172878" y="47598"/>
                  </a:lnTo>
                  <a:lnTo>
                    <a:pt x="175423" y="50741"/>
                  </a:lnTo>
                  <a:lnTo>
                    <a:pt x="177818" y="54034"/>
                  </a:lnTo>
                  <a:lnTo>
                    <a:pt x="180063" y="57477"/>
                  </a:lnTo>
                  <a:lnTo>
                    <a:pt x="182308" y="61069"/>
                  </a:lnTo>
                  <a:lnTo>
                    <a:pt x="184254" y="64661"/>
                  </a:lnTo>
                  <a:lnTo>
                    <a:pt x="186050" y="68403"/>
                  </a:lnTo>
                  <a:lnTo>
                    <a:pt x="187547" y="72295"/>
                  </a:lnTo>
                  <a:lnTo>
                    <a:pt x="189044" y="76186"/>
                  </a:lnTo>
                  <a:lnTo>
                    <a:pt x="190241" y="80228"/>
                  </a:lnTo>
                  <a:lnTo>
                    <a:pt x="191289" y="84269"/>
                  </a:lnTo>
                  <a:lnTo>
                    <a:pt x="192187" y="88460"/>
                  </a:lnTo>
                  <a:lnTo>
                    <a:pt x="192935" y="92651"/>
                  </a:lnTo>
                  <a:lnTo>
                    <a:pt x="193384" y="96842"/>
                  </a:lnTo>
                  <a:lnTo>
                    <a:pt x="193684" y="101183"/>
                  </a:lnTo>
                  <a:lnTo>
                    <a:pt x="189792" y="100734"/>
                  </a:lnTo>
                  <a:lnTo>
                    <a:pt x="189343" y="95944"/>
                  </a:lnTo>
                  <a:lnTo>
                    <a:pt x="188744" y="91454"/>
                  </a:lnTo>
                  <a:lnTo>
                    <a:pt x="187846" y="86814"/>
                  </a:lnTo>
                  <a:lnTo>
                    <a:pt x="186799" y="82323"/>
                  </a:lnTo>
                  <a:lnTo>
                    <a:pt x="185451" y="77983"/>
                  </a:lnTo>
                  <a:lnTo>
                    <a:pt x="183955" y="73792"/>
                  </a:lnTo>
                  <a:lnTo>
                    <a:pt x="182159" y="69601"/>
                  </a:lnTo>
                  <a:lnTo>
                    <a:pt x="180213" y="65559"/>
                  </a:lnTo>
                  <a:lnTo>
                    <a:pt x="178117" y="61668"/>
                  </a:lnTo>
                  <a:lnTo>
                    <a:pt x="175722" y="57926"/>
                  </a:lnTo>
                  <a:lnTo>
                    <a:pt x="173178" y="54184"/>
                  </a:lnTo>
                  <a:lnTo>
                    <a:pt x="170334" y="50741"/>
                  </a:lnTo>
                  <a:lnTo>
                    <a:pt x="167490" y="47298"/>
                  </a:lnTo>
                  <a:lnTo>
                    <a:pt x="164347" y="44155"/>
                  </a:lnTo>
                  <a:lnTo>
                    <a:pt x="161204" y="41162"/>
                  </a:lnTo>
                  <a:lnTo>
                    <a:pt x="157761" y="38318"/>
                  </a:lnTo>
                  <a:lnTo>
                    <a:pt x="156414" y="37120"/>
                  </a:lnTo>
                  <a:lnTo>
                    <a:pt x="152373" y="34276"/>
                  </a:lnTo>
                  <a:lnTo>
                    <a:pt x="148182" y="31582"/>
                  </a:lnTo>
                  <a:lnTo>
                    <a:pt x="146535" y="30684"/>
                  </a:lnTo>
                  <a:lnTo>
                    <a:pt x="143691" y="29038"/>
                  </a:lnTo>
                  <a:lnTo>
                    <a:pt x="143392" y="28888"/>
                  </a:lnTo>
                  <a:lnTo>
                    <a:pt x="140099" y="27391"/>
                  </a:lnTo>
                  <a:lnTo>
                    <a:pt x="138902" y="26792"/>
                  </a:lnTo>
                  <a:lnTo>
                    <a:pt x="135309" y="25296"/>
                  </a:lnTo>
                  <a:lnTo>
                    <a:pt x="131567" y="23949"/>
                  </a:lnTo>
                  <a:lnTo>
                    <a:pt x="127825" y="22751"/>
                  </a:lnTo>
                  <a:lnTo>
                    <a:pt x="123934" y="21853"/>
                  </a:lnTo>
                  <a:lnTo>
                    <a:pt x="120042" y="20955"/>
                  </a:lnTo>
                  <a:lnTo>
                    <a:pt x="116001" y="20356"/>
                  </a:lnTo>
                  <a:lnTo>
                    <a:pt x="111959" y="19907"/>
                  </a:lnTo>
                  <a:lnTo>
                    <a:pt x="107918" y="19758"/>
                  </a:lnTo>
                  <a:lnTo>
                    <a:pt x="107319" y="15716"/>
                  </a:lnTo>
                  <a:close/>
                  <a:moveTo>
                    <a:pt x="101183" y="15716"/>
                  </a:moveTo>
                  <a:lnTo>
                    <a:pt x="100584" y="19758"/>
                  </a:lnTo>
                  <a:lnTo>
                    <a:pt x="96543" y="20057"/>
                  </a:lnTo>
                  <a:lnTo>
                    <a:pt x="92501" y="20506"/>
                  </a:lnTo>
                  <a:lnTo>
                    <a:pt x="88460" y="21105"/>
                  </a:lnTo>
                  <a:lnTo>
                    <a:pt x="84568" y="22003"/>
                  </a:lnTo>
                  <a:lnTo>
                    <a:pt x="80826" y="23051"/>
                  </a:lnTo>
                  <a:lnTo>
                    <a:pt x="76935" y="24248"/>
                  </a:lnTo>
                  <a:lnTo>
                    <a:pt x="73342" y="25595"/>
                  </a:lnTo>
                  <a:lnTo>
                    <a:pt x="69600" y="27242"/>
                  </a:lnTo>
                  <a:lnTo>
                    <a:pt x="66158" y="28888"/>
                  </a:lnTo>
                  <a:lnTo>
                    <a:pt x="62715" y="30684"/>
                  </a:lnTo>
                  <a:lnTo>
                    <a:pt x="59422" y="32780"/>
                  </a:lnTo>
                  <a:lnTo>
                    <a:pt x="56129" y="34875"/>
                  </a:lnTo>
                  <a:lnTo>
                    <a:pt x="52986" y="37120"/>
                  </a:lnTo>
                  <a:lnTo>
                    <a:pt x="49993" y="39665"/>
                  </a:lnTo>
                  <a:lnTo>
                    <a:pt x="46999" y="42209"/>
                  </a:lnTo>
                  <a:lnTo>
                    <a:pt x="44305" y="44904"/>
                  </a:lnTo>
                  <a:lnTo>
                    <a:pt x="41611" y="47747"/>
                  </a:lnTo>
                  <a:lnTo>
                    <a:pt x="39066" y="50591"/>
                  </a:lnTo>
                  <a:lnTo>
                    <a:pt x="36671" y="53585"/>
                  </a:lnTo>
                  <a:lnTo>
                    <a:pt x="34426" y="56878"/>
                  </a:lnTo>
                  <a:lnTo>
                    <a:pt x="32331" y="60021"/>
                  </a:lnTo>
                  <a:lnTo>
                    <a:pt x="30235" y="63464"/>
                  </a:lnTo>
                  <a:lnTo>
                    <a:pt x="28439" y="66906"/>
                  </a:lnTo>
                  <a:lnTo>
                    <a:pt x="26792" y="70349"/>
                  </a:lnTo>
                  <a:lnTo>
                    <a:pt x="25296" y="74091"/>
                  </a:lnTo>
                  <a:lnTo>
                    <a:pt x="23949" y="77833"/>
                  </a:lnTo>
                  <a:lnTo>
                    <a:pt x="22751" y="81575"/>
                  </a:lnTo>
                  <a:lnTo>
                    <a:pt x="21853" y="85466"/>
                  </a:lnTo>
                  <a:lnTo>
                    <a:pt x="20955" y="89358"/>
                  </a:lnTo>
                  <a:lnTo>
                    <a:pt x="20356" y="93399"/>
                  </a:lnTo>
                  <a:lnTo>
                    <a:pt x="19907" y="97441"/>
                  </a:lnTo>
                  <a:lnTo>
                    <a:pt x="19608" y="101482"/>
                  </a:lnTo>
                  <a:lnTo>
                    <a:pt x="15716" y="102081"/>
                  </a:lnTo>
                  <a:lnTo>
                    <a:pt x="15866" y="97740"/>
                  </a:lnTo>
                  <a:lnTo>
                    <a:pt x="16315" y="93399"/>
                  </a:lnTo>
                  <a:lnTo>
                    <a:pt x="17063" y="89208"/>
                  </a:lnTo>
                  <a:lnTo>
                    <a:pt x="17812" y="85017"/>
                  </a:lnTo>
                  <a:lnTo>
                    <a:pt x="18859" y="80976"/>
                  </a:lnTo>
                  <a:lnTo>
                    <a:pt x="20057" y="76935"/>
                  </a:lnTo>
                  <a:lnTo>
                    <a:pt x="21554" y="73043"/>
                  </a:lnTo>
                  <a:lnTo>
                    <a:pt x="23050" y="69152"/>
                  </a:lnTo>
                  <a:lnTo>
                    <a:pt x="24847" y="65410"/>
                  </a:lnTo>
                  <a:lnTo>
                    <a:pt x="26792" y="61817"/>
                  </a:lnTo>
                  <a:lnTo>
                    <a:pt x="28888" y="58225"/>
                  </a:lnTo>
                  <a:lnTo>
                    <a:pt x="31133" y="54782"/>
                  </a:lnTo>
                  <a:lnTo>
                    <a:pt x="33378" y="51340"/>
                  </a:lnTo>
                  <a:lnTo>
                    <a:pt x="35923" y="48197"/>
                  </a:lnTo>
                  <a:lnTo>
                    <a:pt x="38617" y="45053"/>
                  </a:lnTo>
                  <a:lnTo>
                    <a:pt x="41461" y="42060"/>
                  </a:lnTo>
                  <a:lnTo>
                    <a:pt x="44454" y="39216"/>
                  </a:lnTo>
                  <a:lnTo>
                    <a:pt x="47448" y="36522"/>
                  </a:lnTo>
                  <a:lnTo>
                    <a:pt x="50741" y="33977"/>
                  </a:lnTo>
                  <a:lnTo>
                    <a:pt x="54034" y="31582"/>
                  </a:lnTo>
                  <a:lnTo>
                    <a:pt x="57476" y="29337"/>
                  </a:lnTo>
                  <a:lnTo>
                    <a:pt x="60919" y="27242"/>
                  </a:lnTo>
                  <a:lnTo>
                    <a:pt x="64661" y="25296"/>
                  </a:lnTo>
                  <a:lnTo>
                    <a:pt x="68403" y="23500"/>
                  </a:lnTo>
                  <a:lnTo>
                    <a:pt x="72145" y="21853"/>
                  </a:lnTo>
                  <a:lnTo>
                    <a:pt x="76186" y="20356"/>
                  </a:lnTo>
                  <a:lnTo>
                    <a:pt x="80078" y="19159"/>
                  </a:lnTo>
                  <a:lnTo>
                    <a:pt x="84119" y="18111"/>
                  </a:lnTo>
                  <a:lnTo>
                    <a:pt x="88310" y="17213"/>
                  </a:lnTo>
                  <a:lnTo>
                    <a:pt x="92501" y="16614"/>
                  </a:lnTo>
                  <a:lnTo>
                    <a:pt x="96842" y="16016"/>
                  </a:lnTo>
                  <a:lnTo>
                    <a:pt x="101183" y="15716"/>
                  </a:lnTo>
                  <a:close/>
                  <a:moveTo>
                    <a:pt x="104176" y="5837"/>
                  </a:moveTo>
                  <a:lnTo>
                    <a:pt x="105224" y="12274"/>
                  </a:lnTo>
                  <a:lnTo>
                    <a:pt x="105673" y="15716"/>
                  </a:lnTo>
                  <a:lnTo>
                    <a:pt x="106272" y="19608"/>
                  </a:lnTo>
                  <a:lnTo>
                    <a:pt x="106870" y="23051"/>
                  </a:lnTo>
                  <a:lnTo>
                    <a:pt x="108517" y="33977"/>
                  </a:lnTo>
                  <a:lnTo>
                    <a:pt x="108666" y="35025"/>
                  </a:lnTo>
                  <a:lnTo>
                    <a:pt x="111061" y="51190"/>
                  </a:lnTo>
                  <a:lnTo>
                    <a:pt x="111361" y="52986"/>
                  </a:lnTo>
                  <a:lnTo>
                    <a:pt x="112408" y="60171"/>
                  </a:lnTo>
                  <a:lnTo>
                    <a:pt x="112708" y="61668"/>
                  </a:lnTo>
                  <a:lnTo>
                    <a:pt x="115552" y="80826"/>
                  </a:lnTo>
                  <a:lnTo>
                    <a:pt x="115701" y="81425"/>
                  </a:lnTo>
                  <a:lnTo>
                    <a:pt x="115701" y="82174"/>
                  </a:lnTo>
                  <a:lnTo>
                    <a:pt x="116300" y="86215"/>
                  </a:lnTo>
                  <a:lnTo>
                    <a:pt x="116450" y="86814"/>
                  </a:lnTo>
                  <a:lnTo>
                    <a:pt x="117048" y="90556"/>
                  </a:lnTo>
                  <a:lnTo>
                    <a:pt x="117048" y="90705"/>
                  </a:lnTo>
                  <a:lnTo>
                    <a:pt x="116749" y="90705"/>
                  </a:lnTo>
                  <a:lnTo>
                    <a:pt x="115252" y="92352"/>
                  </a:lnTo>
                  <a:lnTo>
                    <a:pt x="113606" y="94148"/>
                  </a:lnTo>
                  <a:lnTo>
                    <a:pt x="113456" y="94148"/>
                  </a:lnTo>
                  <a:lnTo>
                    <a:pt x="111810" y="95944"/>
                  </a:lnTo>
                  <a:lnTo>
                    <a:pt x="110163" y="97740"/>
                  </a:lnTo>
                  <a:lnTo>
                    <a:pt x="110163" y="97590"/>
                  </a:lnTo>
                  <a:lnTo>
                    <a:pt x="110014" y="95794"/>
                  </a:lnTo>
                  <a:lnTo>
                    <a:pt x="109714" y="95794"/>
                  </a:lnTo>
                  <a:lnTo>
                    <a:pt x="109565" y="97141"/>
                  </a:lnTo>
                  <a:lnTo>
                    <a:pt x="109565" y="97291"/>
                  </a:lnTo>
                  <a:lnTo>
                    <a:pt x="109415" y="98489"/>
                  </a:lnTo>
                  <a:lnTo>
                    <a:pt x="108517" y="99536"/>
                  </a:lnTo>
                  <a:lnTo>
                    <a:pt x="108367" y="99686"/>
                  </a:lnTo>
                  <a:lnTo>
                    <a:pt x="106870" y="101332"/>
                  </a:lnTo>
                  <a:lnTo>
                    <a:pt x="106721" y="101482"/>
                  </a:lnTo>
                  <a:lnTo>
                    <a:pt x="105224" y="102979"/>
                  </a:lnTo>
                  <a:lnTo>
                    <a:pt x="104775" y="103428"/>
                  </a:lnTo>
                  <a:lnTo>
                    <a:pt x="104625" y="103578"/>
                  </a:lnTo>
                  <a:lnTo>
                    <a:pt x="104026" y="102979"/>
                  </a:lnTo>
                  <a:lnTo>
                    <a:pt x="103577" y="102530"/>
                  </a:lnTo>
                  <a:lnTo>
                    <a:pt x="102380" y="101482"/>
                  </a:lnTo>
                  <a:lnTo>
                    <a:pt x="102380" y="101332"/>
                  </a:lnTo>
                  <a:lnTo>
                    <a:pt x="101033" y="100135"/>
                  </a:lnTo>
                  <a:lnTo>
                    <a:pt x="103428" y="100135"/>
                  </a:lnTo>
                  <a:lnTo>
                    <a:pt x="103877" y="99985"/>
                  </a:lnTo>
                  <a:lnTo>
                    <a:pt x="105523" y="99985"/>
                  </a:lnTo>
                  <a:lnTo>
                    <a:pt x="106721" y="99836"/>
                  </a:lnTo>
                  <a:lnTo>
                    <a:pt x="106870" y="99686"/>
                  </a:lnTo>
                  <a:lnTo>
                    <a:pt x="106870" y="99536"/>
                  </a:lnTo>
                  <a:lnTo>
                    <a:pt x="106721" y="99387"/>
                  </a:lnTo>
                  <a:lnTo>
                    <a:pt x="105224" y="99237"/>
                  </a:lnTo>
                  <a:lnTo>
                    <a:pt x="100135" y="99237"/>
                  </a:lnTo>
                  <a:lnTo>
                    <a:pt x="98788" y="98039"/>
                  </a:lnTo>
                  <a:lnTo>
                    <a:pt x="98788" y="97890"/>
                  </a:lnTo>
                  <a:lnTo>
                    <a:pt x="97441" y="96692"/>
                  </a:lnTo>
                  <a:lnTo>
                    <a:pt x="99835" y="96842"/>
                  </a:lnTo>
                  <a:lnTo>
                    <a:pt x="105074" y="96842"/>
                  </a:lnTo>
                  <a:lnTo>
                    <a:pt x="105523" y="96692"/>
                  </a:lnTo>
                  <a:lnTo>
                    <a:pt x="105673" y="96692"/>
                  </a:lnTo>
                  <a:lnTo>
                    <a:pt x="107619" y="96543"/>
                  </a:lnTo>
                  <a:lnTo>
                    <a:pt x="107619" y="96393"/>
                  </a:lnTo>
                  <a:lnTo>
                    <a:pt x="107619" y="96243"/>
                  </a:lnTo>
                  <a:lnTo>
                    <a:pt x="105074" y="95944"/>
                  </a:lnTo>
                  <a:lnTo>
                    <a:pt x="100284" y="95944"/>
                  </a:lnTo>
                  <a:lnTo>
                    <a:pt x="97141" y="96243"/>
                  </a:lnTo>
                  <a:lnTo>
                    <a:pt x="96992" y="96243"/>
                  </a:lnTo>
                  <a:lnTo>
                    <a:pt x="92352" y="91753"/>
                  </a:lnTo>
                  <a:lnTo>
                    <a:pt x="92651" y="90107"/>
                  </a:lnTo>
                  <a:lnTo>
                    <a:pt x="95195" y="90406"/>
                  </a:lnTo>
                  <a:lnTo>
                    <a:pt x="97890" y="90406"/>
                  </a:lnTo>
                  <a:lnTo>
                    <a:pt x="103128" y="90256"/>
                  </a:lnTo>
                  <a:lnTo>
                    <a:pt x="104925" y="90256"/>
                  </a:lnTo>
                  <a:lnTo>
                    <a:pt x="105224" y="90107"/>
                  </a:lnTo>
                  <a:lnTo>
                    <a:pt x="105972" y="90107"/>
                  </a:lnTo>
                  <a:lnTo>
                    <a:pt x="105972" y="89957"/>
                  </a:lnTo>
                  <a:lnTo>
                    <a:pt x="105972" y="89807"/>
                  </a:lnTo>
                  <a:lnTo>
                    <a:pt x="105823" y="89657"/>
                  </a:lnTo>
                  <a:lnTo>
                    <a:pt x="102679" y="89657"/>
                  </a:lnTo>
                  <a:lnTo>
                    <a:pt x="97590" y="89508"/>
                  </a:lnTo>
                  <a:lnTo>
                    <a:pt x="95195" y="89508"/>
                  </a:lnTo>
                  <a:lnTo>
                    <a:pt x="92651" y="89807"/>
                  </a:lnTo>
                  <a:lnTo>
                    <a:pt x="93549" y="82922"/>
                  </a:lnTo>
                  <a:lnTo>
                    <a:pt x="93699" y="82174"/>
                  </a:lnTo>
                  <a:lnTo>
                    <a:pt x="93848" y="81425"/>
                  </a:lnTo>
                  <a:lnTo>
                    <a:pt x="96543" y="61817"/>
                  </a:lnTo>
                  <a:lnTo>
                    <a:pt x="96692" y="60171"/>
                  </a:lnTo>
                  <a:lnTo>
                    <a:pt x="97740" y="53136"/>
                  </a:lnTo>
                  <a:lnTo>
                    <a:pt x="97890" y="51340"/>
                  </a:lnTo>
                  <a:lnTo>
                    <a:pt x="100135" y="35025"/>
                  </a:lnTo>
                  <a:lnTo>
                    <a:pt x="100284" y="34127"/>
                  </a:lnTo>
                  <a:lnTo>
                    <a:pt x="101781" y="23051"/>
                  </a:lnTo>
                  <a:lnTo>
                    <a:pt x="102230" y="19608"/>
                  </a:lnTo>
                  <a:lnTo>
                    <a:pt x="102829" y="15716"/>
                  </a:lnTo>
                  <a:lnTo>
                    <a:pt x="103278" y="12274"/>
                  </a:lnTo>
                  <a:lnTo>
                    <a:pt x="104176" y="5837"/>
                  </a:lnTo>
                  <a:close/>
                  <a:moveTo>
                    <a:pt x="53285" y="113456"/>
                  </a:moveTo>
                  <a:lnTo>
                    <a:pt x="60021" y="114354"/>
                  </a:lnTo>
                  <a:lnTo>
                    <a:pt x="53884" y="116151"/>
                  </a:lnTo>
                  <a:lnTo>
                    <a:pt x="53285" y="113456"/>
                  </a:lnTo>
                  <a:close/>
                  <a:moveTo>
                    <a:pt x="90705" y="92352"/>
                  </a:moveTo>
                  <a:lnTo>
                    <a:pt x="90555" y="92651"/>
                  </a:lnTo>
                  <a:lnTo>
                    <a:pt x="92052" y="93998"/>
                  </a:lnTo>
                  <a:lnTo>
                    <a:pt x="92202" y="94148"/>
                  </a:lnTo>
                  <a:lnTo>
                    <a:pt x="93998" y="95794"/>
                  </a:lnTo>
                  <a:lnTo>
                    <a:pt x="95794" y="97441"/>
                  </a:lnTo>
                  <a:lnTo>
                    <a:pt x="95794" y="97590"/>
                  </a:lnTo>
                  <a:lnTo>
                    <a:pt x="97590" y="99087"/>
                  </a:lnTo>
                  <a:lnTo>
                    <a:pt x="97590" y="99237"/>
                  </a:lnTo>
                  <a:lnTo>
                    <a:pt x="97740" y="99387"/>
                  </a:lnTo>
                  <a:lnTo>
                    <a:pt x="97291" y="99387"/>
                  </a:lnTo>
                  <a:lnTo>
                    <a:pt x="95794" y="99536"/>
                  </a:lnTo>
                  <a:lnTo>
                    <a:pt x="95644" y="99686"/>
                  </a:lnTo>
                  <a:lnTo>
                    <a:pt x="95794" y="99686"/>
                  </a:lnTo>
                  <a:lnTo>
                    <a:pt x="96842" y="99836"/>
                  </a:lnTo>
                  <a:lnTo>
                    <a:pt x="96992" y="99836"/>
                  </a:lnTo>
                  <a:lnTo>
                    <a:pt x="98488" y="99985"/>
                  </a:lnTo>
                  <a:lnTo>
                    <a:pt x="99237" y="100734"/>
                  </a:lnTo>
                  <a:lnTo>
                    <a:pt x="99386" y="100883"/>
                  </a:lnTo>
                  <a:lnTo>
                    <a:pt x="101183" y="102530"/>
                  </a:lnTo>
                  <a:lnTo>
                    <a:pt x="101183" y="102680"/>
                  </a:lnTo>
                  <a:lnTo>
                    <a:pt x="102829" y="104027"/>
                  </a:lnTo>
                  <a:lnTo>
                    <a:pt x="103428" y="104625"/>
                  </a:lnTo>
                  <a:lnTo>
                    <a:pt x="103577" y="104775"/>
                  </a:lnTo>
                  <a:lnTo>
                    <a:pt x="103428" y="104775"/>
                  </a:lnTo>
                  <a:lnTo>
                    <a:pt x="102979" y="105374"/>
                  </a:lnTo>
                  <a:lnTo>
                    <a:pt x="102829" y="105523"/>
                  </a:lnTo>
                  <a:lnTo>
                    <a:pt x="102230" y="106122"/>
                  </a:lnTo>
                  <a:lnTo>
                    <a:pt x="101183" y="107320"/>
                  </a:lnTo>
                  <a:lnTo>
                    <a:pt x="101033" y="107320"/>
                  </a:lnTo>
                  <a:lnTo>
                    <a:pt x="99985" y="108517"/>
                  </a:lnTo>
                  <a:lnTo>
                    <a:pt x="99985" y="106122"/>
                  </a:lnTo>
                  <a:lnTo>
                    <a:pt x="99985" y="105523"/>
                  </a:lnTo>
                  <a:lnTo>
                    <a:pt x="99985" y="105374"/>
                  </a:lnTo>
                  <a:lnTo>
                    <a:pt x="99985" y="104925"/>
                  </a:lnTo>
                  <a:lnTo>
                    <a:pt x="99985" y="104775"/>
                  </a:lnTo>
                  <a:lnTo>
                    <a:pt x="99985" y="104176"/>
                  </a:lnTo>
                  <a:lnTo>
                    <a:pt x="99835" y="104027"/>
                  </a:lnTo>
                  <a:lnTo>
                    <a:pt x="99835" y="103727"/>
                  </a:lnTo>
                  <a:lnTo>
                    <a:pt x="99686" y="102680"/>
                  </a:lnTo>
                  <a:lnTo>
                    <a:pt x="99686" y="102530"/>
                  </a:lnTo>
                  <a:lnTo>
                    <a:pt x="99386" y="102530"/>
                  </a:lnTo>
                  <a:lnTo>
                    <a:pt x="99386" y="102680"/>
                  </a:lnTo>
                  <a:lnTo>
                    <a:pt x="99237" y="104176"/>
                  </a:lnTo>
                  <a:lnTo>
                    <a:pt x="99237" y="104476"/>
                  </a:lnTo>
                  <a:lnTo>
                    <a:pt x="99237" y="104625"/>
                  </a:lnTo>
                  <a:lnTo>
                    <a:pt x="99237" y="104775"/>
                  </a:lnTo>
                  <a:lnTo>
                    <a:pt x="99237" y="104925"/>
                  </a:lnTo>
                  <a:lnTo>
                    <a:pt x="99087" y="105374"/>
                  </a:lnTo>
                  <a:lnTo>
                    <a:pt x="99087" y="105523"/>
                  </a:lnTo>
                  <a:lnTo>
                    <a:pt x="99087" y="106122"/>
                  </a:lnTo>
                  <a:lnTo>
                    <a:pt x="99087" y="108667"/>
                  </a:lnTo>
                  <a:lnTo>
                    <a:pt x="99087" y="108816"/>
                  </a:lnTo>
                  <a:lnTo>
                    <a:pt x="99087" y="109415"/>
                  </a:lnTo>
                  <a:lnTo>
                    <a:pt x="96543" y="111960"/>
                  </a:lnTo>
                  <a:lnTo>
                    <a:pt x="96842" y="109116"/>
                  </a:lnTo>
                  <a:lnTo>
                    <a:pt x="96842" y="106272"/>
                  </a:lnTo>
                  <a:lnTo>
                    <a:pt x="96842" y="105523"/>
                  </a:lnTo>
                  <a:lnTo>
                    <a:pt x="96842" y="104925"/>
                  </a:lnTo>
                  <a:lnTo>
                    <a:pt x="96692" y="104326"/>
                  </a:lnTo>
                  <a:lnTo>
                    <a:pt x="96692" y="103727"/>
                  </a:lnTo>
                  <a:lnTo>
                    <a:pt x="96692" y="103428"/>
                  </a:lnTo>
                  <a:lnTo>
                    <a:pt x="96393" y="101931"/>
                  </a:lnTo>
                  <a:lnTo>
                    <a:pt x="96393" y="101781"/>
                  </a:lnTo>
                  <a:lnTo>
                    <a:pt x="96243" y="101931"/>
                  </a:lnTo>
                  <a:lnTo>
                    <a:pt x="95944" y="104176"/>
                  </a:lnTo>
                  <a:lnTo>
                    <a:pt x="95944" y="104326"/>
                  </a:lnTo>
                  <a:lnTo>
                    <a:pt x="95944" y="104925"/>
                  </a:lnTo>
                  <a:lnTo>
                    <a:pt x="95944" y="105523"/>
                  </a:lnTo>
                  <a:lnTo>
                    <a:pt x="95944" y="105673"/>
                  </a:lnTo>
                  <a:lnTo>
                    <a:pt x="95944" y="106272"/>
                  </a:lnTo>
                  <a:lnTo>
                    <a:pt x="95944" y="109415"/>
                  </a:lnTo>
                  <a:lnTo>
                    <a:pt x="96094" y="112558"/>
                  </a:lnTo>
                  <a:lnTo>
                    <a:pt x="91753" y="117049"/>
                  </a:lnTo>
                  <a:lnTo>
                    <a:pt x="90106" y="116899"/>
                  </a:lnTo>
                  <a:lnTo>
                    <a:pt x="90106" y="116749"/>
                  </a:lnTo>
                  <a:lnTo>
                    <a:pt x="90256" y="114354"/>
                  </a:lnTo>
                  <a:lnTo>
                    <a:pt x="90406" y="111810"/>
                  </a:lnTo>
                  <a:lnTo>
                    <a:pt x="90256" y="106721"/>
                  </a:lnTo>
                  <a:lnTo>
                    <a:pt x="90106" y="105823"/>
                  </a:lnTo>
                  <a:lnTo>
                    <a:pt x="90106" y="105224"/>
                  </a:lnTo>
                  <a:lnTo>
                    <a:pt x="90106" y="105074"/>
                  </a:lnTo>
                  <a:lnTo>
                    <a:pt x="90106" y="104176"/>
                  </a:lnTo>
                  <a:lnTo>
                    <a:pt x="90106" y="103727"/>
                  </a:lnTo>
                  <a:lnTo>
                    <a:pt x="90106" y="103578"/>
                  </a:lnTo>
                  <a:lnTo>
                    <a:pt x="89957" y="103428"/>
                  </a:lnTo>
                  <a:lnTo>
                    <a:pt x="89807" y="103578"/>
                  </a:lnTo>
                  <a:lnTo>
                    <a:pt x="89657" y="103578"/>
                  </a:lnTo>
                  <a:lnTo>
                    <a:pt x="89657" y="103727"/>
                  </a:lnTo>
                  <a:lnTo>
                    <a:pt x="89657" y="104625"/>
                  </a:lnTo>
                  <a:lnTo>
                    <a:pt x="89657" y="105523"/>
                  </a:lnTo>
                  <a:lnTo>
                    <a:pt x="89508" y="106571"/>
                  </a:lnTo>
                  <a:lnTo>
                    <a:pt x="89508" y="107769"/>
                  </a:lnTo>
                  <a:lnTo>
                    <a:pt x="89358" y="112259"/>
                  </a:lnTo>
                  <a:lnTo>
                    <a:pt x="89508" y="114504"/>
                  </a:lnTo>
                  <a:lnTo>
                    <a:pt x="89657" y="116749"/>
                  </a:lnTo>
                  <a:lnTo>
                    <a:pt x="89657" y="116749"/>
                  </a:lnTo>
                  <a:lnTo>
                    <a:pt x="83521" y="116001"/>
                  </a:lnTo>
                  <a:lnTo>
                    <a:pt x="82772" y="115851"/>
                  </a:lnTo>
                  <a:lnTo>
                    <a:pt x="82024" y="115702"/>
                  </a:lnTo>
                  <a:lnTo>
                    <a:pt x="61667" y="113007"/>
                  </a:lnTo>
                  <a:lnTo>
                    <a:pt x="60171" y="112708"/>
                  </a:lnTo>
                  <a:lnTo>
                    <a:pt x="52986" y="111810"/>
                  </a:lnTo>
                  <a:lnTo>
                    <a:pt x="51190" y="111511"/>
                  </a:lnTo>
                  <a:lnTo>
                    <a:pt x="35025" y="109265"/>
                  </a:lnTo>
                  <a:lnTo>
                    <a:pt x="33977" y="109116"/>
                  </a:lnTo>
                  <a:lnTo>
                    <a:pt x="23050" y="107619"/>
                  </a:lnTo>
                  <a:lnTo>
                    <a:pt x="19608" y="107170"/>
                  </a:lnTo>
                  <a:lnTo>
                    <a:pt x="15716" y="106571"/>
                  </a:lnTo>
                  <a:lnTo>
                    <a:pt x="12274" y="106122"/>
                  </a:lnTo>
                  <a:lnTo>
                    <a:pt x="5688" y="105224"/>
                  </a:lnTo>
                  <a:lnTo>
                    <a:pt x="12274" y="104326"/>
                  </a:lnTo>
                  <a:lnTo>
                    <a:pt x="15716" y="103727"/>
                  </a:lnTo>
                  <a:lnTo>
                    <a:pt x="19608" y="103129"/>
                  </a:lnTo>
                  <a:lnTo>
                    <a:pt x="23050" y="102680"/>
                  </a:lnTo>
                  <a:lnTo>
                    <a:pt x="33977" y="101033"/>
                  </a:lnTo>
                  <a:lnTo>
                    <a:pt x="35025" y="100883"/>
                  </a:lnTo>
                  <a:lnTo>
                    <a:pt x="51190" y="98339"/>
                  </a:lnTo>
                  <a:lnTo>
                    <a:pt x="52986" y="98039"/>
                  </a:lnTo>
                  <a:lnTo>
                    <a:pt x="60171" y="96992"/>
                  </a:lnTo>
                  <a:lnTo>
                    <a:pt x="61667" y="96842"/>
                  </a:lnTo>
                  <a:lnTo>
                    <a:pt x="81425" y="93848"/>
                  </a:lnTo>
                  <a:lnTo>
                    <a:pt x="82173" y="93699"/>
                  </a:lnTo>
                  <a:lnTo>
                    <a:pt x="82922" y="93549"/>
                  </a:lnTo>
                  <a:lnTo>
                    <a:pt x="85915" y="93100"/>
                  </a:lnTo>
                  <a:lnTo>
                    <a:pt x="86514" y="93100"/>
                  </a:lnTo>
                  <a:lnTo>
                    <a:pt x="90106" y="92501"/>
                  </a:lnTo>
                  <a:lnTo>
                    <a:pt x="90555" y="92352"/>
                  </a:lnTo>
                  <a:close/>
                  <a:moveTo>
                    <a:pt x="117647" y="92501"/>
                  </a:moveTo>
                  <a:lnTo>
                    <a:pt x="119294" y="92651"/>
                  </a:lnTo>
                  <a:lnTo>
                    <a:pt x="119144" y="95046"/>
                  </a:lnTo>
                  <a:lnTo>
                    <a:pt x="118994" y="97590"/>
                  </a:lnTo>
                  <a:lnTo>
                    <a:pt x="119144" y="102530"/>
                  </a:lnTo>
                  <a:lnTo>
                    <a:pt x="119144" y="103428"/>
                  </a:lnTo>
                  <a:lnTo>
                    <a:pt x="119294" y="104176"/>
                  </a:lnTo>
                  <a:lnTo>
                    <a:pt x="119294" y="104476"/>
                  </a:lnTo>
                  <a:lnTo>
                    <a:pt x="119294" y="105224"/>
                  </a:lnTo>
                  <a:lnTo>
                    <a:pt x="119294" y="105823"/>
                  </a:lnTo>
                  <a:lnTo>
                    <a:pt x="119294" y="105972"/>
                  </a:lnTo>
                  <a:lnTo>
                    <a:pt x="119593" y="105972"/>
                  </a:lnTo>
                  <a:lnTo>
                    <a:pt x="119743" y="105823"/>
                  </a:lnTo>
                  <a:lnTo>
                    <a:pt x="119743" y="104775"/>
                  </a:lnTo>
                  <a:lnTo>
                    <a:pt x="119743" y="103727"/>
                  </a:lnTo>
                  <a:lnTo>
                    <a:pt x="119892" y="102680"/>
                  </a:lnTo>
                  <a:lnTo>
                    <a:pt x="119892" y="101482"/>
                  </a:lnTo>
                  <a:lnTo>
                    <a:pt x="120042" y="97141"/>
                  </a:lnTo>
                  <a:lnTo>
                    <a:pt x="119892" y="94896"/>
                  </a:lnTo>
                  <a:lnTo>
                    <a:pt x="119743" y="92651"/>
                  </a:lnTo>
                  <a:lnTo>
                    <a:pt x="119743" y="92651"/>
                  </a:lnTo>
                  <a:lnTo>
                    <a:pt x="125730" y="93549"/>
                  </a:lnTo>
                  <a:lnTo>
                    <a:pt x="126478" y="93699"/>
                  </a:lnTo>
                  <a:lnTo>
                    <a:pt x="127077" y="93699"/>
                  </a:lnTo>
                  <a:lnTo>
                    <a:pt x="147733" y="96543"/>
                  </a:lnTo>
                  <a:lnTo>
                    <a:pt x="149229" y="96842"/>
                  </a:lnTo>
                  <a:lnTo>
                    <a:pt x="156414" y="97740"/>
                  </a:lnTo>
                  <a:lnTo>
                    <a:pt x="158210" y="98039"/>
                  </a:lnTo>
                  <a:lnTo>
                    <a:pt x="174375" y="100285"/>
                  </a:lnTo>
                  <a:lnTo>
                    <a:pt x="175423" y="100434"/>
                  </a:lnTo>
                  <a:lnTo>
                    <a:pt x="186350" y="101931"/>
                  </a:lnTo>
                  <a:lnTo>
                    <a:pt x="189792" y="102380"/>
                  </a:lnTo>
                  <a:lnTo>
                    <a:pt x="193684" y="102829"/>
                  </a:lnTo>
                  <a:lnTo>
                    <a:pt x="197126" y="103278"/>
                  </a:lnTo>
                  <a:lnTo>
                    <a:pt x="203712" y="104326"/>
                  </a:lnTo>
                  <a:lnTo>
                    <a:pt x="197126" y="105224"/>
                  </a:lnTo>
                  <a:lnTo>
                    <a:pt x="193684" y="105823"/>
                  </a:lnTo>
                  <a:lnTo>
                    <a:pt x="189792" y="106421"/>
                  </a:lnTo>
                  <a:lnTo>
                    <a:pt x="186350" y="106871"/>
                  </a:lnTo>
                  <a:lnTo>
                    <a:pt x="175423" y="108517"/>
                  </a:lnTo>
                  <a:lnTo>
                    <a:pt x="174375" y="108667"/>
                  </a:lnTo>
                  <a:lnTo>
                    <a:pt x="158210" y="111062"/>
                  </a:lnTo>
                  <a:lnTo>
                    <a:pt x="156414" y="111361"/>
                  </a:lnTo>
                  <a:lnTo>
                    <a:pt x="149229" y="112409"/>
                  </a:lnTo>
                  <a:lnTo>
                    <a:pt x="147733" y="112708"/>
                  </a:lnTo>
                  <a:lnTo>
                    <a:pt x="127975" y="115702"/>
                  </a:lnTo>
                  <a:lnTo>
                    <a:pt x="127376" y="115851"/>
                  </a:lnTo>
                  <a:lnTo>
                    <a:pt x="126628" y="115851"/>
                  </a:lnTo>
                  <a:lnTo>
                    <a:pt x="123634" y="116300"/>
                  </a:lnTo>
                  <a:lnTo>
                    <a:pt x="123036" y="116450"/>
                  </a:lnTo>
                  <a:lnTo>
                    <a:pt x="119443" y="117049"/>
                  </a:lnTo>
                  <a:lnTo>
                    <a:pt x="118695" y="117049"/>
                  </a:lnTo>
                  <a:lnTo>
                    <a:pt x="118695" y="116899"/>
                  </a:lnTo>
                  <a:lnTo>
                    <a:pt x="117348" y="115552"/>
                  </a:lnTo>
                  <a:lnTo>
                    <a:pt x="117198" y="115402"/>
                  </a:lnTo>
                  <a:lnTo>
                    <a:pt x="115552" y="113756"/>
                  </a:lnTo>
                  <a:lnTo>
                    <a:pt x="115402" y="113756"/>
                  </a:lnTo>
                  <a:lnTo>
                    <a:pt x="113756" y="112109"/>
                  </a:lnTo>
                  <a:lnTo>
                    <a:pt x="113606" y="111960"/>
                  </a:lnTo>
                  <a:lnTo>
                    <a:pt x="111959" y="110463"/>
                  </a:lnTo>
                  <a:lnTo>
                    <a:pt x="111810" y="110313"/>
                  </a:lnTo>
                  <a:lnTo>
                    <a:pt x="111660" y="110163"/>
                  </a:lnTo>
                  <a:lnTo>
                    <a:pt x="112259" y="110163"/>
                  </a:lnTo>
                  <a:lnTo>
                    <a:pt x="113606" y="110014"/>
                  </a:lnTo>
                  <a:lnTo>
                    <a:pt x="113756" y="109864"/>
                  </a:lnTo>
                  <a:lnTo>
                    <a:pt x="113606" y="109714"/>
                  </a:lnTo>
                  <a:lnTo>
                    <a:pt x="112558" y="109714"/>
                  </a:lnTo>
                  <a:lnTo>
                    <a:pt x="110912" y="109565"/>
                  </a:lnTo>
                  <a:lnTo>
                    <a:pt x="110912" y="109415"/>
                  </a:lnTo>
                  <a:lnTo>
                    <a:pt x="110762" y="109265"/>
                  </a:lnTo>
                  <a:lnTo>
                    <a:pt x="110163" y="108816"/>
                  </a:lnTo>
                  <a:lnTo>
                    <a:pt x="110014" y="108667"/>
                  </a:lnTo>
                  <a:lnTo>
                    <a:pt x="108367" y="107020"/>
                  </a:lnTo>
                  <a:lnTo>
                    <a:pt x="108217" y="106871"/>
                  </a:lnTo>
                  <a:lnTo>
                    <a:pt x="106571" y="105374"/>
                  </a:lnTo>
                  <a:lnTo>
                    <a:pt x="106122" y="104925"/>
                  </a:lnTo>
                  <a:lnTo>
                    <a:pt x="105972" y="104775"/>
                  </a:lnTo>
                  <a:lnTo>
                    <a:pt x="105823" y="104775"/>
                  </a:lnTo>
                  <a:lnTo>
                    <a:pt x="106272" y="104326"/>
                  </a:lnTo>
                  <a:lnTo>
                    <a:pt x="106272" y="104176"/>
                  </a:lnTo>
                  <a:lnTo>
                    <a:pt x="106870" y="103727"/>
                  </a:lnTo>
                  <a:lnTo>
                    <a:pt x="107918" y="102530"/>
                  </a:lnTo>
                  <a:lnTo>
                    <a:pt x="109415" y="101033"/>
                  </a:lnTo>
                  <a:lnTo>
                    <a:pt x="109415" y="103578"/>
                  </a:lnTo>
                  <a:lnTo>
                    <a:pt x="109415" y="104176"/>
                  </a:lnTo>
                  <a:lnTo>
                    <a:pt x="109415" y="104775"/>
                  </a:lnTo>
                  <a:lnTo>
                    <a:pt x="109415" y="104925"/>
                  </a:lnTo>
                  <a:lnTo>
                    <a:pt x="109415" y="105374"/>
                  </a:lnTo>
                  <a:lnTo>
                    <a:pt x="109565" y="105673"/>
                  </a:lnTo>
                  <a:lnTo>
                    <a:pt x="109565" y="105823"/>
                  </a:lnTo>
                  <a:lnTo>
                    <a:pt x="109714" y="106871"/>
                  </a:lnTo>
                  <a:lnTo>
                    <a:pt x="109864" y="107020"/>
                  </a:lnTo>
                  <a:lnTo>
                    <a:pt x="109864" y="106871"/>
                  </a:lnTo>
                  <a:lnTo>
                    <a:pt x="110014" y="106871"/>
                  </a:lnTo>
                  <a:lnTo>
                    <a:pt x="110163" y="105374"/>
                  </a:lnTo>
                  <a:lnTo>
                    <a:pt x="110163" y="105224"/>
                  </a:lnTo>
                  <a:lnTo>
                    <a:pt x="110163" y="104925"/>
                  </a:lnTo>
                  <a:lnTo>
                    <a:pt x="110163" y="104775"/>
                  </a:lnTo>
                  <a:lnTo>
                    <a:pt x="110163" y="104176"/>
                  </a:lnTo>
                  <a:lnTo>
                    <a:pt x="110313" y="104027"/>
                  </a:lnTo>
                  <a:lnTo>
                    <a:pt x="110313" y="103578"/>
                  </a:lnTo>
                  <a:lnTo>
                    <a:pt x="110313" y="100135"/>
                  </a:lnTo>
                  <a:lnTo>
                    <a:pt x="112857" y="97441"/>
                  </a:lnTo>
                  <a:lnTo>
                    <a:pt x="112558" y="100434"/>
                  </a:lnTo>
                  <a:lnTo>
                    <a:pt x="112558" y="103578"/>
                  </a:lnTo>
                  <a:lnTo>
                    <a:pt x="112558" y="104027"/>
                  </a:lnTo>
                  <a:lnTo>
                    <a:pt x="112558" y="104176"/>
                  </a:lnTo>
                  <a:lnTo>
                    <a:pt x="112558" y="104625"/>
                  </a:lnTo>
                  <a:lnTo>
                    <a:pt x="112558" y="104775"/>
                  </a:lnTo>
                  <a:lnTo>
                    <a:pt x="112708" y="105224"/>
                  </a:lnTo>
                  <a:lnTo>
                    <a:pt x="112708" y="105972"/>
                  </a:lnTo>
                  <a:lnTo>
                    <a:pt x="112708" y="106122"/>
                  </a:lnTo>
                  <a:lnTo>
                    <a:pt x="112857" y="107619"/>
                  </a:lnTo>
                  <a:lnTo>
                    <a:pt x="113007" y="107769"/>
                  </a:lnTo>
                  <a:lnTo>
                    <a:pt x="113157" y="107619"/>
                  </a:lnTo>
                  <a:lnTo>
                    <a:pt x="113456" y="105374"/>
                  </a:lnTo>
                  <a:lnTo>
                    <a:pt x="113456" y="105224"/>
                  </a:lnTo>
                  <a:lnTo>
                    <a:pt x="113456" y="104775"/>
                  </a:lnTo>
                  <a:lnTo>
                    <a:pt x="113456" y="104625"/>
                  </a:lnTo>
                  <a:lnTo>
                    <a:pt x="113456" y="104176"/>
                  </a:lnTo>
                  <a:lnTo>
                    <a:pt x="113456" y="104027"/>
                  </a:lnTo>
                  <a:lnTo>
                    <a:pt x="113456" y="103578"/>
                  </a:lnTo>
                  <a:lnTo>
                    <a:pt x="113456" y="100285"/>
                  </a:lnTo>
                  <a:lnTo>
                    <a:pt x="113307" y="96992"/>
                  </a:lnTo>
                  <a:lnTo>
                    <a:pt x="117647" y="92501"/>
                  </a:lnTo>
                  <a:close/>
                  <a:moveTo>
                    <a:pt x="156115" y="113007"/>
                  </a:moveTo>
                  <a:lnTo>
                    <a:pt x="155815" y="115253"/>
                  </a:lnTo>
                  <a:lnTo>
                    <a:pt x="155216" y="117348"/>
                  </a:lnTo>
                  <a:lnTo>
                    <a:pt x="148481" y="116001"/>
                  </a:lnTo>
                  <a:lnTo>
                    <a:pt x="148930" y="114205"/>
                  </a:lnTo>
                  <a:lnTo>
                    <a:pt x="156115" y="113007"/>
                  </a:lnTo>
                  <a:close/>
                  <a:moveTo>
                    <a:pt x="23200" y="109265"/>
                  </a:moveTo>
                  <a:lnTo>
                    <a:pt x="34127" y="110762"/>
                  </a:lnTo>
                  <a:lnTo>
                    <a:pt x="34725" y="115552"/>
                  </a:lnTo>
                  <a:lnTo>
                    <a:pt x="35623" y="120342"/>
                  </a:lnTo>
                  <a:lnTo>
                    <a:pt x="24547" y="120342"/>
                  </a:lnTo>
                  <a:lnTo>
                    <a:pt x="24098" y="117647"/>
                  </a:lnTo>
                  <a:lnTo>
                    <a:pt x="23649" y="114803"/>
                  </a:lnTo>
                  <a:lnTo>
                    <a:pt x="23350" y="112109"/>
                  </a:lnTo>
                  <a:lnTo>
                    <a:pt x="23200" y="109265"/>
                  </a:lnTo>
                  <a:close/>
                  <a:moveTo>
                    <a:pt x="186350" y="108517"/>
                  </a:moveTo>
                  <a:lnTo>
                    <a:pt x="186050" y="111511"/>
                  </a:lnTo>
                  <a:lnTo>
                    <a:pt x="185751" y="114504"/>
                  </a:lnTo>
                  <a:lnTo>
                    <a:pt x="185451" y="117348"/>
                  </a:lnTo>
                  <a:lnTo>
                    <a:pt x="184853" y="120342"/>
                  </a:lnTo>
                  <a:lnTo>
                    <a:pt x="173777" y="120342"/>
                  </a:lnTo>
                  <a:lnTo>
                    <a:pt x="174226" y="117797"/>
                  </a:lnTo>
                  <a:lnTo>
                    <a:pt x="174675" y="115253"/>
                  </a:lnTo>
                  <a:lnTo>
                    <a:pt x="174974" y="112708"/>
                  </a:lnTo>
                  <a:lnTo>
                    <a:pt x="175273" y="110163"/>
                  </a:lnTo>
                  <a:lnTo>
                    <a:pt x="186350" y="108517"/>
                  </a:lnTo>
                  <a:close/>
                  <a:moveTo>
                    <a:pt x="37869" y="121240"/>
                  </a:moveTo>
                  <a:lnTo>
                    <a:pt x="39066" y="121389"/>
                  </a:lnTo>
                  <a:lnTo>
                    <a:pt x="38168" y="121838"/>
                  </a:lnTo>
                  <a:lnTo>
                    <a:pt x="37869" y="121240"/>
                  </a:lnTo>
                  <a:close/>
                  <a:moveTo>
                    <a:pt x="171531" y="121240"/>
                  </a:moveTo>
                  <a:lnTo>
                    <a:pt x="171232" y="121838"/>
                  </a:lnTo>
                  <a:lnTo>
                    <a:pt x="170484" y="121389"/>
                  </a:lnTo>
                  <a:lnTo>
                    <a:pt x="171531" y="121240"/>
                  </a:lnTo>
                  <a:close/>
                  <a:moveTo>
                    <a:pt x="37569" y="121240"/>
                  </a:moveTo>
                  <a:lnTo>
                    <a:pt x="37719" y="121389"/>
                  </a:lnTo>
                  <a:lnTo>
                    <a:pt x="38018" y="121838"/>
                  </a:lnTo>
                  <a:lnTo>
                    <a:pt x="37120" y="122437"/>
                  </a:lnTo>
                  <a:lnTo>
                    <a:pt x="36222" y="122886"/>
                  </a:lnTo>
                  <a:lnTo>
                    <a:pt x="26493" y="128574"/>
                  </a:lnTo>
                  <a:lnTo>
                    <a:pt x="25595" y="124982"/>
                  </a:lnTo>
                  <a:lnTo>
                    <a:pt x="24697" y="121240"/>
                  </a:lnTo>
                  <a:lnTo>
                    <a:pt x="25146" y="121240"/>
                  </a:lnTo>
                  <a:lnTo>
                    <a:pt x="25595" y="122736"/>
                  </a:lnTo>
                  <a:lnTo>
                    <a:pt x="25894" y="123635"/>
                  </a:lnTo>
                  <a:lnTo>
                    <a:pt x="26194" y="124533"/>
                  </a:lnTo>
                  <a:lnTo>
                    <a:pt x="26343" y="124533"/>
                  </a:lnTo>
                  <a:lnTo>
                    <a:pt x="26343" y="124383"/>
                  </a:lnTo>
                  <a:lnTo>
                    <a:pt x="25894" y="122437"/>
                  </a:lnTo>
                  <a:lnTo>
                    <a:pt x="25445" y="121240"/>
                  </a:lnTo>
                  <a:lnTo>
                    <a:pt x="26493" y="121240"/>
                  </a:lnTo>
                  <a:lnTo>
                    <a:pt x="26942" y="122587"/>
                  </a:lnTo>
                  <a:lnTo>
                    <a:pt x="27092" y="123485"/>
                  </a:lnTo>
                  <a:lnTo>
                    <a:pt x="27541" y="124383"/>
                  </a:lnTo>
                  <a:lnTo>
                    <a:pt x="27690" y="124383"/>
                  </a:lnTo>
                  <a:lnTo>
                    <a:pt x="27391" y="123485"/>
                  </a:lnTo>
                  <a:lnTo>
                    <a:pt x="27241" y="122587"/>
                  </a:lnTo>
                  <a:lnTo>
                    <a:pt x="26792" y="121240"/>
                  </a:lnTo>
                  <a:lnTo>
                    <a:pt x="27541" y="121240"/>
                  </a:lnTo>
                  <a:lnTo>
                    <a:pt x="27990" y="122736"/>
                  </a:lnTo>
                  <a:lnTo>
                    <a:pt x="28289" y="123335"/>
                  </a:lnTo>
                  <a:lnTo>
                    <a:pt x="28589" y="123934"/>
                  </a:lnTo>
                  <a:lnTo>
                    <a:pt x="28738" y="123934"/>
                  </a:lnTo>
                  <a:lnTo>
                    <a:pt x="28738" y="123784"/>
                  </a:lnTo>
                  <a:lnTo>
                    <a:pt x="28140" y="122287"/>
                  </a:lnTo>
                  <a:lnTo>
                    <a:pt x="27840" y="121240"/>
                  </a:lnTo>
                  <a:lnTo>
                    <a:pt x="29187" y="121240"/>
                  </a:lnTo>
                  <a:lnTo>
                    <a:pt x="29487" y="122287"/>
                  </a:lnTo>
                  <a:lnTo>
                    <a:pt x="29786" y="123185"/>
                  </a:lnTo>
                  <a:lnTo>
                    <a:pt x="30085" y="123934"/>
                  </a:lnTo>
                  <a:lnTo>
                    <a:pt x="30235" y="123934"/>
                  </a:lnTo>
                  <a:lnTo>
                    <a:pt x="29936" y="123036"/>
                  </a:lnTo>
                  <a:lnTo>
                    <a:pt x="29786" y="122287"/>
                  </a:lnTo>
                  <a:lnTo>
                    <a:pt x="29337" y="121240"/>
                  </a:lnTo>
                  <a:lnTo>
                    <a:pt x="30385" y="121240"/>
                  </a:lnTo>
                  <a:lnTo>
                    <a:pt x="30534" y="122138"/>
                  </a:lnTo>
                  <a:lnTo>
                    <a:pt x="30834" y="122886"/>
                  </a:lnTo>
                  <a:lnTo>
                    <a:pt x="31133" y="123635"/>
                  </a:lnTo>
                  <a:lnTo>
                    <a:pt x="31283" y="123635"/>
                  </a:lnTo>
                  <a:lnTo>
                    <a:pt x="30684" y="121689"/>
                  </a:lnTo>
                  <a:lnTo>
                    <a:pt x="30684" y="121240"/>
                  </a:lnTo>
                  <a:lnTo>
                    <a:pt x="31432" y="121240"/>
                  </a:lnTo>
                  <a:lnTo>
                    <a:pt x="31582" y="121838"/>
                  </a:lnTo>
                  <a:lnTo>
                    <a:pt x="32181" y="123335"/>
                  </a:lnTo>
                  <a:lnTo>
                    <a:pt x="32331" y="123335"/>
                  </a:lnTo>
                  <a:lnTo>
                    <a:pt x="32331" y="123185"/>
                  </a:lnTo>
                  <a:lnTo>
                    <a:pt x="31881" y="121838"/>
                  </a:lnTo>
                  <a:lnTo>
                    <a:pt x="31732" y="121240"/>
                  </a:lnTo>
                  <a:lnTo>
                    <a:pt x="32480" y="121240"/>
                  </a:lnTo>
                  <a:lnTo>
                    <a:pt x="32780" y="122138"/>
                  </a:lnTo>
                  <a:lnTo>
                    <a:pt x="33079" y="123036"/>
                  </a:lnTo>
                  <a:lnTo>
                    <a:pt x="33229" y="123036"/>
                  </a:lnTo>
                  <a:lnTo>
                    <a:pt x="33079" y="122138"/>
                  </a:lnTo>
                  <a:lnTo>
                    <a:pt x="32780" y="121240"/>
                  </a:lnTo>
                  <a:lnTo>
                    <a:pt x="33528" y="121240"/>
                  </a:lnTo>
                  <a:lnTo>
                    <a:pt x="33678" y="121689"/>
                  </a:lnTo>
                  <a:lnTo>
                    <a:pt x="33827" y="122138"/>
                  </a:lnTo>
                  <a:lnTo>
                    <a:pt x="34127" y="122736"/>
                  </a:lnTo>
                  <a:lnTo>
                    <a:pt x="34276" y="122587"/>
                  </a:lnTo>
                  <a:lnTo>
                    <a:pt x="33977" y="121539"/>
                  </a:lnTo>
                  <a:lnTo>
                    <a:pt x="33827" y="121240"/>
                  </a:lnTo>
                  <a:lnTo>
                    <a:pt x="34576" y="121240"/>
                  </a:lnTo>
                  <a:lnTo>
                    <a:pt x="35174" y="122437"/>
                  </a:lnTo>
                  <a:lnTo>
                    <a:pt x="35324" y="122437"/>
                  </a:lnTo>
                  <a:lnTo>
                    <a:pt x="34875" y="121240"/>
                  </a:lnTo>
                  <a:lnTo>
                    <a:pt x="35623" y="121240"/>
                  </a:lnTo>
                  <a:lnTo>
                    <a:pt x="35623" y="121539"/>
                  </a:lnTo>
                  <a:lnTo>
                    <a:pt x="36072" y="122287"/>
                  </a:lnTo>
                  <a:lnTo>
                    <a:pt x="36222" y="122437"/>
                  </a:lnTo>
                  <a:lnTo>
                    <a:pt x="36222" y="122287"/>
                  </a:lnTo>
                  <a:lnTo>
                    <a:pt x="35923" y="121389"/>
                  </a:lnTo>
                  <a:lnTo>
                    <a:pt x="35923" y="121240"/>
                  </a:lnTo>
                  <a:lnTo>
                    <a:pt x="36522" y="121240"/>
                  </a:lnTo>
                  <a:lnTo>
                    <a:pt x="36522" y="121389"/>
                  </a:lnTo>
                  <a:lnTo>
                    <a:pt x="36971" y="121988"/>
                  </a:lnTo>
                  <a:lnTo>
                    <a:pt x="37120" y="121838"/>
                  </a:lnTo>
                  <a:lnTo>
                    <a:pt x="36821" y="121389"/>
                  </a:lnTo>
                  <a:lnTo>
                    <a:pt x="36821" y="121240"/>
                  </a:lnTo>
                  <a:close/>
                  <a:moveTo>
                    <a:pt x="184703" y="121240"/>
                  </a:moveTo>
                  <a:lnTo>
                    <a:pt x="183805" y="124982"/>
                  </a:lnTo>
                  <a:lnTo>
                    <a:pt x="182907" y="128574"/>
                  </a:lnTo>
                  <a:lnTo>
                    <a:pt x="173178" y="122886"/>
                  </a:lnTo>
                  <a:lnTo>
                    <a:pt x="172280" y="122437"/>
                  </a:lnTo>
                  <a:lnTo>
                    <a:pt x="171382" y="121838"/>
                  </a:lnTo>
                  <a:lnTo>
                    <a:pt x="171831" y="121389"/>
                  </a:lnTo>
                  <a:lnTo>
                    <a:pt x="171831" y="121240"/>
                  </a:lnTo>
                  <a:lnTo>
                    <a:pt x="172579" y="121240"/>
                  </a:lnTo>
                  <a:lnTo>
                    <a:pt x="172429" y="121539"/>
                  </a:lnTo>
                  <a:lnTo>
                    <a:pt x="172429" y="121838"/>
                  </a:lnTo>
                  <a:lnTo>
                    <a:pt x="172429" y="121988"/>
                  </a:lnTo>
                  <a:lnTo>
                    <a:pt x="172878" y="121389"/>
                  </a:lnTo>
                  <a:lnTo>
                    <a:pt x="172878" y="121240"/>
                  </a:lnTo>
                  <a:lnTo>
                    <a:pt x="173627" y="121240"/>
                  </a:lnTo>
                  <a:lnTo>
                    <a:pt x="173477" y="121389"/>
                  </a:lnTo>
                  <a:lnTo>
                    <a:pt x="173477" y="121539"/>
                  </a:lnTo>
                  <a:lnTo>
                    <a:pt x="173178" y="122287"/>
                  </a:lnTo>
                  <a:lnTo>
                    <a:pt x="173178" y="122437"/>
                  </a:lnTo>
                  <a:lnTo>
                    <a:pt x="173328" y="122287"/>
                  </a:lnTo>
                  <a:lnTo>
                    <a:pt x="173777" y="121539"/>
                  </a:lnTo>
                  <a:lnTo>
                    <a:pt x="173926" y="121240"/>
                  </a:lnTo>
                  <a:lnTo>
                    <a:pt x="174525" y="121240"/>
                  </a:lnTo>
                  <a:lnTo>
                    <a:pt x="174226" y="122437"/>
                  </a:lnTo>
                  <a:lnTo>
                    <a:pt x="174375" y="122437"/>
                  </a:lnTo>
                  <a:lnTo>
                    <a:pt x="174824" y="121240"/>
                  </a:lnTo>
                  <a:lnTo>
                    <a:pt x="175573" y="121240"/>
                  </a:lnTo>
                  <a:lnTo>
                    <a:pt x="175573" y="121539"/>
                  </a:lnTo>
                  <a:lnTo>
                    <a:pt x="175124" y="122587"/>
                  </a:lnTo>
                  <a:lnTo>
                    <a:pt x="175273" y="122736"/>
                  </a:lnTo>
                  <a:lnTo>
                    <a:pt x="175573" y="122138"/>
                  </a:lnTo>
                  <a:lnTo>
                    <a:pt x="175722" y="121689"/>
                  </a:lnTo>
                  <a:lnTo>
                    <a:pt x="175872" y="121240"/>
                  </a:lnTo>
                  <a:lnTo>
                    <a:pt x="176620" y="121240"/>
                  </a:lnTo>
                  <a:lnTo>
                    <a:pt x="176321" y="122138"/>
                  </a:lnTo>
                  <a:lnTo>
                    <a:pt x="176171" y="123036"/>
                  </a:lnTo>
                  <a:lnTo>
                    <a:pt x="176321" y="123036"/>
                  </a:lnTo>
                  <a:lnTo>
                    <a:pt x="176620" y="122138"/>
                  </a:lnTo>
                  <a:lnTo>
                    <a:pt x="176920" y="121240"/>
                  </a:lnTo>
                  <a:lnTo>
                    <a:pt x="177818" y="121240"/>
                  </a:lnTo>
                  <a:lnTo>
                    <a:pt x="177519" y="121838"/>
                  </a:lnTo>
                  <a:lnTo>
                    <a:pt x="177069" y="123185"/>
                  </a:lnTo>
                  <a:lnTo>
                    <a:pt x="177219" y="123335"/>
                  </a:lnTo>
                  <a:lnTo>
                    <a:pt x="177818" y="121838"/>
                  </a:lnTo>
                  <a:lnTo>
                    <a:pt x="177968" y="121240"/>
                  </a:lnTo>
                  <a:lnTo>
                    <a:pt x="178866" y="121240"/>
                  </a:lnTo>
                  <a:lnTo>
                    <a:pt x="178716" y="121689"/>
                  </a:lnTo>
                  <a:lnTo>
                    <a:pt x="178117" y="123635"/>
                  </a:lnTo>
                  <a:lnTo>
                    <a:pt x="178267" y="123635"/>
                  </a:lnTo>
                  <a:lnTo>
                    <a:pt x="178566" y="122886"/>
                  </a:lnTo>
                  <a:lnTo>
                    <a:pt x="178866" y="122138"/>
                  </a:lnTo>
                  <a:lnTo>
                    <a:pt x="179015" y="121240"/>
                  </a:lnTo>
                  <a:lnTo>
                    <a:pt x="180063" y="121240"/>
                  </a:lnTo>
                  <a:lnTo>
                    <a:pt x="179764" y="122287"/>
                  </a:lnTo>
                  <a:lnTo>
                    <a:pt x="179464" y="123036"/>
                  </a:lnTo>
                  <a:lnTo>
                    <a:pt x="179315" y="123934"/>
                  </a:lnTo>
                  <a:lnTo>
                    <a:pt x="179764" y="123185"/>
                  </a:lnTo>
                  <a:lnTo>
                    <a:pt x="180063" y="122287"/>
                  </a:lnTo>
                  <a:lnTo>
                    <a:pt x="180362" y="121240"/>
                  </a:lnTo>
                  <a:lnTo>
                    <a:pt x="181560" y="121240"/>
                  </a:lnTo>
                  <a:lnTo>
                    <a:pt x="181260" y="122287"/>
                  </a:lnTo>
                  <a:lnTo>
                    <a:pt x="180662" y="123784"/>
                  </a:lnTo>
                  <a:lnTo>
                    <a:pt x="180662" y="123934"/>
                  </a:lnTo>
                  <a:lnTo>
                    <a:pt x="180811" y="123934"/>
                  </a:lnTo>
                  <a:lnTo>
                    <a:pt x="181111" y="123335"/>
                  </a:lnTo>
                  <a:lnTo>
                    <a:pt x="181410" y="122736"/>
                  </a:lnTo>
                  <a:lnTo>
                    <a:pt x="181859" y="121240"/>
                  </a:lnTo>
                  <a:lnTo>
                    <a:pt x="182757" y="121240"/>
                  </a:lnTo>
                  <a:lnTo>
                    <a:pt x="182308" y="122587"/>
                  </a:lnTo>
                  <a:lnTo>
                    <a:pt x="182009" y="123485"/>
                  </a:lnTo>
                  <a:lnTo>
                    <a:pt x="181859" y="124383"/>
                  </a:lnTo>
                  <a:lnTo>
                    <a:pt x="182308" y="123485"/>
                  </a:lnTo>
                  <a:lnTo>
                    <a:pt x="182608" y="122587"/>
                  </a:lnTo>
                  <a:lnTo>
                    <a:pt x="182907" y="121240"/>
                  </a:lnTo>
                  <a:lnTo>
                    <a:pt x="183955" y="121240"/>
                  </a:lnTo>
                  <a:lnTo>
                    <a:pt x="183506" y="122437"/>
                  </a:lnTo>
                  <a:lnTo>
                    <a:pt x="183057" y="124383"/>
                  </a:lnTo>
                  <a:lnTo>
                    <a:pt x="183057" y="124533"/>
                  </a:lnTo>
                  <a:lnTo>
                    <a:pt x="183206" y="124533"/>
                  </a:lnTo>
                  <a:lnTo>
                    <a:pt x="183506" y="123635"/>
                  </a:lnTo>
                  <a:lnTo>
                    <a:pt x="183805" y="122736"/>
                  </a:lnTo>
                  <a:lnTo>
                    <a:pt x="184254" y="121240"/>
                  </a:lnTo>
                  <a:close/>
                  <a:moveTo>
                    <a:pt x="147433" y="114354"/>
                  </a:moveTo>
                  <a:lnTo>
                    <a:pt x="146834" y="116749"/>
                  </a:lnTo>
                  <a:lnTo>
                    <a:pt x="146086" y="118845"/>
                  </a:lnTo>
                  <a:lnTo>
                    <a:pt x="145338" y="121090"/>
                  </a:lnTo>
                  <a:lnTo>
                    <a:pt x="144440" y="123185"/>
                  </a:lnTo>
                  <a:lnTo>
                    <a:pt x="143392" y="125281"/>
                  </a:lnTo>
                  <a:lnTo>
                    <a:pt x="142194" y="127227"/>
                  </a:lnTo>
                  <a:lnTo>
                    <a:pt x="140997" y="129173"/>
                  </a:lnTo>
                  <a:lnTo>
                    <a:pt x="139650" y="131118"/>
                  </a:lnTo>
                  <a:lnTo>
                    <a:pt x="129172" y="117198"/>
                  </a:lnTo>
                  <a:lnTo>
                    <a:pt x="147433" y="114354"/>
                  </a:lnTo>
                  <a:close/>
                  <a:moveTo>
                    <a:pt x="62117" y="114654"/>
                  </a:moveTo>
                  <a:lnTo>
                    <a:pt x="80976" y="117198"/>
                  </a:lnTo>
                  <a:lnTo>
                    <a:pt x="70199" y="131717"/>
                  </a:lnTo>
                  <a:lnTo>
                    <a:pt x="68852" y="129921"/>
                  </a:lnTo>
                  <a:lnTo>
                    <a:pt x="67505" y="127826"/>
                  </a:lnTo>
                  <a:lnTo>
                    <a:pt x="66308" y="125880"/>
                  </a:lnTo>
                  <a:lnTo>
                    <a:pt x="65260" y="123635"/>
                  </a:lnTo>
                  <a:lnTo>
                    <a:pt x="64212" y="121539"/>
                  </a:lnTo>
                  <a:lnTo>
                    <a:pt x="63464" y="119294"/>
                  </a:lnTo>
                  <a:lnTo>
                    <a:pt x="62715" y="117049"/>
                  </a:lnTo>
                  <a:lnTo>
                    <a:pt x="62117" y="114654"/>
                  </a:lnTo>
                  <a:close/>
                  <a:moveTo>
                    <a:pt x="60620" y="115253"/>
                  </a:moveTo>
                  <a:lnTo>
                    <a:pt x="61667" y="118845"/>
                  </a:lnTo>
                  <a:lnTo>
                    <a:pt x="63015" y="122287"/>
                  </a:lnTo>
                  <a:lnTo>
                    <a:pt x="64511" y="125580"/>
                  </a:lnTo>
                  <a:lnTo>
                    <a:pt x="66308" y="128724"/>
                  </a:lnTo>
                  <a:lnTo>
                    <a:pt x="60470" y="132466"/>
                  </a:lnTo>
                  <a:lnTo>
                    <a:pt x="58524" y="128873"/>
                  </a:lnTo>
                  <a:lnTo>
                    <a:pt x="56728" y="125131"/>
                  </a:lnTo>
                  <a:lnTo>
                    <a:pt x="55231" y="121090"/>
                  </a:lnTo>
                  <a:lnTo>
                    <a:pt x="54034" y="117049"/>
                  </a:lnTo>
                  <a:lnTo>
                    <a:pt x="60620" y="115253"/>
                  </a:lnTo>
                  <a:close/>
                  <a:moveTo>
                    <a:pt x="148331" y="116899"/>
                  </a:moveTo>
                  <a:lnTo>
                    <a:pt x="155067" y="118396"/>
                  </a:lnTo>
                  <a:lnTo>
                    <a:pt x="153869" y="122287"/>
                  </a:lnTo>
                  <a:lnTo>
                    <a:pt x="152223" y="126029"/>
                  </a:lnTo>
                  <a:lnTo>
                    <a:pt x="150427" y="129622"/>
                  </a:lnTo>
                  <a:lnTo>
                    <a:pt x="148481" y="133064"/>
                  </a:lnTo>
                  <a:lnTo>
                    <a:pt x="142643" y="129322"/>
                  </a:lnTo>
                  <a:lnTo>
                    <a:pt x="144440" y="126329"/>
                  </a:lnTo>
                  <a:lnTo>
                    <a:pt x="145936" y="123335"/>
                  </a:lnTo>
                  <a:lnTo>
                    <a:pt x="147283" y="120192"/>
                  </a:lnTo>
                  <a:lnTo>
                    <a:pt x="148331" y="116899"/>
                  </a:lnTo>
                  <a:close/>
                  <a:moveTo>
                    <a:pt x="142194" y="130071"/>
                  </a:moveTo>
                  <a:lnTo>
                    <a:pt x="147882" y="133962"/>
                  </a:lnTo>
                  <a:lnTo>
                    <a:pt x="146385" y="135908"/>
                  </a:lnTo>
                  <a:lnTo>
                    <a:pt x="144889" y="138004"/>
                  </a:lnTo>
                  <a:lnTo>
                    <a:pt x="140548" y="132316"/>
                  </a:lnTo>
                  <a:lnTo>
                    <a:pt x="142194" y="130071"/>
                  </a:lnTo>
                  <a:close/>
                  <a:moveTo>
                    <a:pt x="66906" y="129472"/>
                  </a:moveTo>
                  <a:lnTo>
                    <a:pt x="68104" y="131268"/>
                  </a:lnTo>
                  <a:lnTo>
                    <a:pt x="69301" y="132915"/>
                  </a:lnTo>
                  <a:lnTo>
                    <a:pt x="65110" y="138752"/>
                  </a:lnTo>
                  <a:lnTo>
                    <a:pt x="63015" y="136058"/>
                  </a:lnTo>
                  <a:lnTo>
                    <a:pt x="61069" y="133214"/>
                  </a:lnTo>
                  <a:lnTo>
                    <a:pt x="66906" y="129472"/>
                  </a:lnTo>
                  <a:close/>
                  <a:moveTo>
                    <a:pt x="161802" y="141596"/>
                  </a:moveTo>
                  <a:lnTo>
                    <a:pt x="162700" y="141895"/>
                  </a:lnTo>
                  <a:lnTo>
                    <a:pt x="162401" y="142344"/>
                  </a:lnTo>
                  <a:lnTo>
                    <a:pt x="161802" y="141596"/>
                  </a:lnTo>
                  <a:close/>
                  <a:moveTo>
                    <a:pt x="36522" y="123934"/>
                  </a:moveTo>
                  <a:lnTo>
                    <a:pt x="38018" y="128574"/>
                  </a:lnTo>
                  <a:lnTo>
                    <a:pt x="39814" y="133064"/>
                  </a:lnTo>
                  <a:lnTo>
                    <a:pt x="41910" y="137405"/>
                  </a:lnTo>
                  <a:lnTo>
                    <a:pt x="44305" y="141596"/>
                  </a:lnTo>
                  <a:lnTo>
                    <a:pt x="33827" y="145188"/>
                  </a:lnTo>
                  <a:lnTo>
                    <a:pt x="31732" y="141446"/>
                  </a:lnTo>
                  <a:lnTo>
                    <a:pt x="29936" y="137555"/>
                  </a:lnTo>
                  <a:lnTo>
                    <a:pt x="28289" y="133663"/>
                  </a:lnTo>
                  <a:lnTo>
                    <a:pt x="26792" y="129472"/>
                  </a:lnTo>
                  <a:lnTo>
                    <a:pt x="36522" y="123934"/>
                  </a:lnTo>
                  <a:close/>
                  <a:moveTo>
                    <a:pt x="172878" y="123934"/>
                  </a:moveTo>
                  <a:lnTo>
                    <a:pt x="182608" y="129472"/>
                  </a:lnTo>
                  <a:lnTo>
                    <a:pt x="181111" y="133513"/>
                  </a:lnTo>
                  <a:lnTo>
                    <a:pt x="179464" y="137555"/>
                  </a:lnTo>
                  <a:lnTo>
                    <a:pt x="177668" y="141446"/>
                  </a:lnTo>
                  <a:lnTo>
                    <a:pt x="175573" y="145188"/>
                  </a:lnTo>
                  <a:lnTo>
                    <a:pt x="165095" y="141596"/>
                  </a:lnTo>
                  <a:lnTo>
                    <a:pt x="167490" y="137405"/>
                  </a:lnTo>
                  <a:lnTo>
                    <a:pt x="169586" y="133064"/>
                  </a:lnTo>
                  <a:lnTo>
                    <a:pt x="171382" y="128574"/>
                  </a:lnTo>
                  <a:lnTo>
                    <a:pt x="172878" y="123934"/>
                  </a:lnTo>
                  <a:close/>
                  <a:moveTo>
                    <a:pt x="92352" y="129771"/>
                  </a:moveTo>
                  <a:lnTo>
                    <a:pt x="95046" y="147433"/>
                  </a:lnTo>
                  <a:lnTo>
                    <a:pt x="92801" y="146835"/>
                  </a:lnTo>
                  <a:lnTo>
                    <a:pt x="90705" y="146236"/>
                  </a:lnTo>
                  <a:lnTo>
                    <a:pt x="88610" y="145488"/>
                  </a:lnTo>
                  <a:lnTo>
                    <a:pt x="86514" y="144590"/>
                  </a:lnTo>
                  <a:lnTo>
                    <a:pt x="84568" y="143542"/>
                  </a:lnTo>
                  <a:lnTo>
                    <a:pt x="82622" y="142494"/>
                  </a:lnTo>
                  <a:lnTo>
                    <a:pt x="80677" y="141297"/>
                  </a:lnTo>
                  <a:lnTo>
                    <a:pt x="78880" y="140099"/>
                  </a:lnTo>
                  <a:lnTo>
                    <a:pt x="92352" y="129771"/>
                  </a:lnTo>
                  <a:close/>
                  <a:moveTo>
                    <a:pt x="117048" y="129023"/>
                  </a:moveTo>
                  <a:lnTo>
                    <a:pt x="131268" y="139500"/>
                  </a:lnTo>
                  <a:lnTo>
                    <a:pt x="129472" y="140848"/>
                  </a:lnTo>
                  <a:lnTo>
                    <a:pt x="127526" y="142045"/>
                  </a:lnTo>
                  <a:lnTo>
                    <a:pt x="125430" y="143242"/>
                  </a:lnTo>
                  <a:lnTo>
                    <a:pt x="123485" y="144290"/>
                  </a:lnTo>
                  <a:lnTo>
                    <a:pt x="121239" y="145188"/>
                  </a:lnTo>
                  <a:lnTo>
                    <a:pt x="119144" y="146086"/>
                  </a:lnTo>
                  <a:lnTo>
                    <a:pt x="116899" y="146835"/>
                  </a:lnTo>
                  <a:lnTo>
                    <a:pt x="114504" y="147433"/>
                  </a:lnTo>
                  <a:lnTo>
                    <a:pt x="117048" y="129023"/>
                  </a:lnTo>
                  <a:close/>
                  <a:moveTo>
                    <a:pt x="77683" y="140997"/>
                  </a:moveTo>
                  <a:lnTo>
                    <a:pt x="79779" y="142494"/>
                  </a:lnTo>
                  <a:lnTo>
                    <a:pt x="76186" y="148331"/>
                  </a:lnTo>
                  <a:lnTo>
                    <a:pt x="73941" y="146835"/>
                  </a:lnTo>
                  <a:lnTo>
                    <a:pt x="71995" y="145338"/>
                  </a:lnTo>
                  <a:lnTo>
                    <a:pt x="77683" y="140997"/>
                  </a:lnTo>
                  <a:close/>
                  <a:moveTo>
                    <a:pt x="132465" y="140399"/>
                  </a:moveTo>
                  <a:lnTo>
                    <a:pt x="138303" y="144590"/>
                  </a:lnTo>
                  <a:lnTo>
                    <a:pt x="135459" y="146835"/>
                  </a:lnTo>
                  <a:lnTo>
                    <a:pt x="132465" y="148781"/>
                  </a:lnTo>
                  <a:lnTo>
                    <a:pt x="128873" y="142943"/>
                  </a:lnTo>
                  <a:lnTo>
                    <a:pt x="130669" y="141746"/>
                  </a:lnTo>
                  <a:lnTo>
                    <a:pt x="132465" y="140399"/>
                  </a:lnTo>
                  <a:close/>
                  <a:moveTo>
                    <a:pt x="47747" y="141596"/>
                  </a:moveTo>
                  <a:lnTo>
                    <a:pt x="46999" y="142344"/>
                  </a:lnTo>
                  <a:lnTo>
                    <a:pt x="46400" y="143093"/>
                  </a:lnTo>
                  <a:lnTo>
                    <a:pt x="45652" y="143841"/>
                  </a:lnTo>
                  <a:lnTo>
                    <a:pt x="38318" y="152373"/>
                  </a:lnTo>
                  <a:lnTo>
                    <a:pt x="36222" y="149230"/>
                  </a:lnTo>
                  <a:lnTo>
                    <a:pt x="34276" y="146086"/>
                  </a:lnTo>
                  <a:lnTo>
                    <a:pt x="34576" y="145937"/>
                  </a:lnTo>
                  <a:lnTo>
                    <a:pt x="35474" y="147284"/>
                  </a:lnTo>
                  <a:lnTo>
                    <a:pt x="36072" y="148032"/>
                  </a:lnTo>
                  <a:lnTo>
                    <a:pt x="36671" y="148631"/>
                  </a:lnTo>
                  <a:lnTo>
                    <a:pt x="36821" y="148631"/>
                  </a:lnTo>
                  <a:lnTo>
                    <a:pt x="35623" y="146984"/>
                  </a:lnTo>
                  <a:lnTo>
                    <a:pt x="34875" y="145937"/>
                  </a:lnTo>
                  <a:lnTo>
                    <a:pt x="35773" y="145637"/>
                  </a:lnTo>
                  <a:lnTo>
                    <a:pt x="36671" y="146685"/>
                  </a:lnTo>
                  <a:lnTo>
                    <a:pt x="37270" y="147433"/>
                  </a:lnTo>
                  <a:lnTo>
                    <a:pt x="37869" y="148182"/>
                  </a:lnTo>
                  <a:lnTo>
                    <a:pt x="38018" y="148182"/>
                  </a:lnTo>
                  <a:lnTo>
                    <a:pt x="37420" y="147284"/>
                  </a:lnTo>
                  <a:lnTo>
                    <a:pt x="36821" y="146535"/>
                  </a:lnTo>
                  <a:lnTo>
                    <a:pt x="36072" y="145488"/>
                  </a:lnTo>
                  <a:lnTo>
                    <a:pt x="36971" y="145188"/>
                  </a:lnTo>
                  <a:lnTo>
                    <a:pt x="37569" y="146236"/>
                  </a:lnTo>
                  <a:lnTo>
                    <a:pt x="38168" y="146835"/>
                  </a:lnTo>
                  <a:lnTo>
                    <a:pt x="38767" y="147284"/>
                  </a:lnTo>
                  <a:lnTo>
                    <a:pt x="37719" y="145937"/>
                  </a:lnTo>
                  <a:lnTo>
                    <a:pt x="37270" y="145188"/>
                  </a:lnTo>
                  <a:lnTo>
                    <a:pt x="38318" y="144739"/>
                  </a:lnTo>
                  <a:lnTo>
                    <a:pt x="39066" y="145637"/>
                  </a:lnTo>
                  <a:lnTo>
                    <a:pt x="39515" y="146236"/>
                  </a:lnTo>
                  <a:lnTo>
                    <a:pt x="40114" y="146835"/>
                  </a:lnTo>
                  <a:lnTo>
                    <a:pt x="40263" y="146835"/>
                  </a:lnTo>
                  <a:lnTo>
                    <a:pt x="39814" y="146086"/>
                  </a:lnTo>
                  <a:lnTo>
                    <a:pt x="39216" y="145338"/>
                  </a:lnTo>
                  <a:lnTo>
                    <a:pt x="38617" y="144590"/>
                  </a:lnTo>
                  <a:lnTo>
                    <a:pt x="39515" y="144290"/>
                  </a:lnTo>
                  <a:lnTo>
                    <a:pt x="39964" y="145039"/>
                  </a:lnTo>
                  <a:lnTo>
                    <a:pt x="40413" y="145637"/>
                  </a:lnTo>
                  <a:lnTo>
                    <a:pt x="41012" y="146236"/>
                  </a:lnTo>
                  <a:lnTo>
                    <a:pt x="41162" y="146236"/>
                  </a:lnTo>
                  <a:lnTo>
                    <a:pt x="39964" y="144440"/>
                  </a:lnTo>
                  <a:lnTo>
                    <a:pt x="39814" y="144290"/>
                  </a:lnTo>
                  <a:lnTo>
                    <a:pt x="40563" y="143991"/>
                  </a:lnTo>
                  <a:lnTo>
                    <a:pt x="40713" y="144290"/>
                  </a:lnTo>
                  <a:lnTo>
                    <a:pt x="41311" y="145039"/>
                  </a:lnTo>
                  <a:lnTo>
                    <a:pt x="41910" y="145637"/>
                  </a:lnTo>
                  <a:lnTo>
                    <a:pt x="42060" y="145637"/>
                  </a:lnTo>
                  <a:lnTo>
                    <a:pt x="42060" y="145488"/>
                  </a:lnTo>
                  <a:lnTo>
                    <a:pt x="41162" y="144440"/>
                  </a:lnTo>
                  <a:lnTo>
                    <a:pt x="40862" y="143841"/>
                  </a:lnTo>
                  <a:lnTo>
                    <a:pt x="41611" y="143691"/>
                  </a:lnTo>
                  <a:lnTo>
                    <a:pt x="42060" y="144140"/>
                  </a:lnTo>
                  <a:lnTo>
                    <a:pt x="42658" y="145039"/>
                  </a:lnTo>
                  <a:lnTo>
                    <a:pt x="42808" y="145039"/>
                  </a:lnTo>
                  <a:lnTo>
                    <a:pt x="42509" y="144440"/>
                  </a:lnTo>
                  <a:lnTo>
                    <a:pt x="42060" y="143991"/>
                  </a:lnTo>
                  <a:lnTo>
                    <a:pt x="41760" y="143542"/>
                  </a:lnTo>
                  <a:lnTo>
                    <a:pt x="42509" y="143242"/>
                  </a:lnTo>
                  <a:lnTo>
                    <a:pt x="42808" y="143542"/>
                  </a:lnTo>
                  <a:lnTo>
                    <a:pt x="43107" y="143991"/>
                  </a:lnTo>
                  <a:lnTo>
                    <a:pt x="43556" y="144440"/>
                  </a:lnTo>
                  <a:lnTo>
                    <a:pt x="43706" y="144290"/>
                  </a:lnTo>
                  <a:lnTo>
                    <a:pt x="42958" y="143392"/>
                  </a:lnTo>
                  <a:lnTo>
                    <a:pt x="42808" y="143242"/>
                  </a:lnTo>
                  <a:lnTo>
                    <a:pt x="43556" y="142943"/>
                  </a:lnTo>
                  <a:lnTo>
                    <a:pt x="44454" y="143841"/>
                  </a:lnTo>
                  <a:lnTo>
                    <a:pt x="44604" y="143841"/>
                  </a:lnTo>
                  <a:lnTo>
                    <a:pt x="43856" y="142793"/>
                  </a:lnTo>
                  <a:lnTo>
                    <a:pt x="44454" y="142644"/>
                  </a:lnTo>
                  <a:lnTo>
                    <a:pt x="44604" y="142793"/>
                  </a:lnTo>
                  <a:lnTo>
                    <a:pt x="44904" y="143093"/>
                  </a:lnTo>
                  <a:lnTo>
                    <a:pt x="45353" y="143392"/>
                  </a:lnTo>
                  <a:lnTo>
                    <a:pt x="45502" y="143392"/>
                  </a:lnTo>
                  <a:lnTo>
                    <a:pt x="45053" y="142943"/>
                  </a:lnTo>
                  <a:lnTo>
                    <a:pt x="44904" y="142644"/>
                  </a:lnTo>
                  <a:lnTo>
                    <a:pt x="44754" y="142494"/>
                  </a:lnTo>
                  <a:lnTo>
                    <a:pt x="45353" y="142344"/>
                  </a:lnTo>
                  <a:lnTo>
                    <a:pt x="45502" y="142344"/>
                  </a:lnTo>
                  <a:lnTo>
                    <a:pt x="45951" y="142793"/>
                  </a:lnTo>
                  <a:lnTo>
                    <a:pt x="46101" y="142793"/>
                  </a:lnTo>
                  <a:lnTo>
                    <a:pt x="45652" y="142195"/>
                  </a:lnTo>
                  <a:lnTo>
                    <a:pt x="45802" y="142195"/>
                  </a:lnTo>
                  <a:lnTo>
                    <a:pt x="46400" y="142045"/>
                  </a:lnTo>
                  <a:lnTo>
                    <a:pt x="46999" y="142344"/>
                  </a:lnTo>
                  <a:lnTo>
                    <a:pt x="46700" y="141895"/>
                  </a:lnTo>
                  <a:lnTo>
                    <a:pt x="47747" y="141596"/>
                  </a:lnTo>
                  <a:close/>
                  <a:moveTo>
                    <a:pt x="174226" y="110313"/>
                  </a:moveTo>
                  <a:lnTo>
                    <a:pt x="174076" y="112858"/>
                  </a:lnTo>
                  <a:lnTo>
                    <a:pt x="173777" y="115402"/>
                  </a:lnTo>
                  <a:lnTo>
                    <a:pt x="173328" y="117947"/>
                  </a:lnTo>
                  <a:lnTo>
                    <a:pt x="172729" y="120342"/>
                  </a:lnTo>
                  <a:lnTo>
                    <a:pt x="166742" y="120342"/>
                  </a:lnTo>
                  <a:lnTo>
                    <a:pt x="171980" y="123335"/>
                  </a:lnTo>
                  <a:lnTo>
                    <a:pt x="170484" y="128125"/>
                  </a:lnTo>
                  <a:lnTo>
                    <a:pt x="168687" y="132615"/>
                  </a:lnTo>
                  <a:lnTo>
                    <a:pt x="166592" y="137106"/>
                  </a:lnTo>
                  <a:lnTo>
                    <a:pt x="164197" y="141297"/>
                  </a:lnTo>
                  <a:lnTo>
                    <a:pt x="158659" y="139500"/>
                  </a:lnTo>
                  <a:lnTo>
                    <a:pt x="162551" y="143841"/>
                  </a:lnTo>
                  <a:lnTo>
                    <a:pt x="160904" y="146086"/>
                  </a:lnTo>
                  <a:lnTo>
                    <a:pt x="159258" y="148182"/>
                  </a:lnTo>
                  <a:lnTo>
                    <a:pt x="157611" y="150277"/>
                  </a:lnTo>
                  <a:lnTo>
                    <a:pt x="155815" y="152373"/>
                  </a:lnTo>
                  <a:lnTo>
                    <a:pt x="145936" y="139351"/>
                  </a:lnTo>
                  <a:lnTo>
                    <a:pt x="147733" y="137106"/>
                  </a:lnTo>
                  <a:lnTo>
                    <a:pt x="149379" y="134860"/>
                  </a:lnTo>
                  <a:lnTo>
                    <a:pt x="152522" y="136956"/>
                  </a:lnTo>
                  <a:lnTo>
                    <a:pt x="152373" y="137854"/>
                  </a:lnTo>
                  <a:lnTo>
                    <a:pt x="152522" y="138602"/>
                  </a:lnTo>
                  <a:lnTo>
                    <a:pt x="153121" y="139201"/>
                  </a:lnTo>
                  <a:lnTo>
                    <a:pt x="153869" y="139650"/>
                  </a:lnTo>
                  <a:lnTo>
                    <a:pt x="154169" y="139800"/>
                  </a:lnTo>
                  <a:lnTo>
                    <a:pt x="154618" y="139800"/>
                  </a:lnTo>
                  <a:lnTo>
                    <a:pt x="155516" y="139650"/>
                  </a:lnTo>
                  <a:lnTo>
                    <a:pt x="156115" y="139201"/>
                  </a:lnTo>
                  <a:lnTo>
                    <a:pt x="156414" y="138752"/>
                  </a:lnTo>
                  <a:lnTo>
                    <a:pt x="156564" y="138453"/>
                  </a:lnTo>
                  <a:lnTo>
                    <a:pt x="156713" y="138004"/>
                  </a:lnTo>
                  <a:lnTo>
                    <a:pt x="156713" y="137555"/>
                  </a:lnTo>
                  <a:lnTo>
                    <a:pt x="156564" y="136657"/>
                  </a:lnTo>
                  <a:lnTo>
                    <a:pt x="156115" y="136058"/>
                  </a:lnTo>
                  <a:lnTo>
                    <a:pt x="155665" y="135758"/>
                  </a:lnTo>
                  <a:lnTo>
                    <a:pt x="155366" y="135609"/>
                  </a:lnTo>
                  <a:lnTo>
                    <a:pt x="154618" y="135459"/>
                  </a:lnTo>
                  <a:lnTo>
                    <a:pt x="154019" y="135459"/>
                  </a:lnTo>
                  <a:lnTo>
                    <a:pt x="153420" y="135758"/>
                  </a:lnTo>
                  <a:lnTo>
                    <a:pt x="152971" y="136058"/>
                  </a:lnTo>
                  <a:lnTo>
                    <a:pt x="149828" y="134112"/>
                  </a:lnTo>
                  <a:lnTo>
                    <a:pt x="152073" y="130520"/>
                  </a:lnTo>
                  <a:lnTo>
                    <a:pt x="153869" y="126778"/>
                  </a:lnTo>
                  <a:lnTo>
                    <a:pt x="155516" y="122736"/>
                  </a:lnTo>
                  <a:lnTo>
                    <a:pt x="156713" y="118695"/>
                  </a:lnTo>
                  <a:lnTo>
                    <a:pt x="160605" y="119593"/>
                  </a:lnTo>
                  <a:lnTo>
                    <a:pt x="160755" y="120342"/>
                  </a:lnTo>
                  <a:lnTo>
                    <a:pt x="161204" y="121090"/>
                  </a:lnTo>
                  <a:lnTo>
                    <a:pt x="161952" y="121539"/>
                  </a:lnTo>
                  <a:lnTo>
                    <a:pt x="162700" y="121689"/>
                  </a:lnTo>
                  <a:lnTo>
                    <a:pt x="163149" y="121689"/>
                  </a:lnTo>
                  <a:lnTo>
                    <a:pt x="163598" y="121539"/>
                  </a:lnTo>
                  <a:lnTo>
                    <a:pt x="164347" y="121090"/>
                  </a:lnTo>
                  <a:lnTo>
                    <a:pt x="164796" y="120342"/>
                  </a:lnTo>
                  <a:lnTo>
                    <a:pt x="164946" y="120042"/>
                  </a:lnTo>
                  <a:lnTo>
                    <a:pt x="164946" y="119593"/>
                  </a:lnTo>
                  <a:lnTo>
                    <a:pt x="164946" y="119144"/>
                  </a:lnTo>
                  <a:lnTo>
                    <a:pt x="164796" y="118695"/>
                  </a:lnTo>
                  <a:lnTo>
                    <a:pt x="164347" y="117947"/>
                  </a:lnTo>
                  <a:lnTo>
                    <a:pt x="163748" y="117498"/>
                  </a:lnTo>
                  <a:lnTo>
                    <a:pt x="163299" y="117348"/>
                  </a:lnTo>
                  <a:lnTo>
                    <a:pt x="162102" y="117348"/>
                  </a:lnTo>
                  <a:lnTo>
                    <a:pt x="161653" y="117647"/>
                  </a:lnTo>
                  <a:lnTo>
                    <a:pt x="161054" y="118096"/>
                  </a:lnTo>
                  <a:lnTo>
                    <a:pt x="160755" y="118545"/>
                  </a:lnTo>
                  <a:lnTo>
                    <a:pt x="157013" y="117797"/>
                  </a:lnTo>
                  <a:lnTo>
                    <a:pt x="157611" y="115253"/>
                  </a:lnTo>
                  <a:lnTo>
                    <a:pt x="157911" y="112858"/>
                  </a:lnTo>
                  <a:lnTo>
                    <a:pt x="174226" y="110313"/>
                  </a:lnTo>
                  <a:close/>
                  <a:moveTo>
                    <a:pt x="163000" y="142045"/>
                  </a:moveTo>
                  <a:lnTo>
                    <a:pt x="163598" y="142195"/>
                  </a:lnTo>
                  <a:lnTo>
                    <a:pt x="163748" y="142195"/>
                  </a:lnTo>
                  <a:lnTo>
                    <a:pt x="163299" y="142793"/>
                  </a:lnTo>
                  <a:lnTo>
                    <a:pt x="163449" y="142793"/>
                  </a:lnTo>
                  <a:lnTo>
                    <a:pt x="164047" y="142344"/>
                  </a:lnTo>
                  <a:lnTo>
                    <a:pt x="164646" y="142494"/>
                  </a:lnTo>
                  <a:lnTo>
                    <a:pt x="164646" y="142644"/>
                  </a:lnTo>
                  <a:lnTo>
                    <a:pt x="164197" y="143242"/>
                  </a:lnTo>
                  <a:lnTo>
                    <a:pt x="164047" y="143392"/>
                  </a:lnTo>
                  <a:lnTo>
                    <a:pt x="164497" y="143093"/>
                  </a:lnTo>
                  <a:lnTo>
                    <a:pt x="164796" y="142793"/>
                  </a:lnTo>
                  <a:lnTo>
                    <a:pt x="164946" y="142644"/>
                  </a:lnTo>
                  <a:lnTo>
                    <a:pt x="165694" y="142793"/>
                  </a:lnTo>
                  <a:lnTo>
                    <a:pt x="164946" y="143841"/>
                  </a:lnTo>
                  <a:lnTo>
                    <a:pt x="165844" y="142943"/>
                  </a:lnTo>
                  <a:lnTo>
                    <a:pt x="166592" y="143242"/>
                  </a:lnTo>
                  <a:lnTo>
                    <a:pt x="166442" y="143392"/>
                  </a:lnTo>
                  <a:lnTo>
                    <a:pt x="165844" y="144290"/>
                  </a:lnTo>
                  <a:lnTo>
                    <a:pt x="165844" y="144440"/>
                  </a:lnTo>
                  <a:lnTo>
                    <a:pt x="166293" y="143991"/>
                  </a:lnTo>
                  <a:lnTo>
                    <a:pt x="166592" y="143542"/>
                  </a:lnTo>
                  <a:lnTo>
                    <a:pt x="166891" y="143242"/>
                  </a:lnTo>
                  <a:lnTo>
                    <a:pt x="167640" y="143542"/>
                  </a:lnTo>
                  <a:lnTo>
                    <a:pt x="167340" y="143991"/>
                  </a:lnTo>
                  <a:lnTo>
                    <a:pt x="166891" y="144440"/>
                  </a:lnTo>
                  <a:lnTo>
                    <a:pt x="166742" y="145039"/>
                  </a:lnTo>
                  <a:lnTo>
                    <a:pt x="167490" y="144140"/>
                  </a:lnTo>
                  <a:lnTo>
                    <a:pt x="167789" y="143691"/>
                  </a:lnTo>
                  <a:lnTo>
                    <a:pt x="168687" y="143841"/>
                  </a:lnTo>
                  <a:lnTo>
                    <a:pt x="168238" y="144440"/>
                  </a:lnTo>
                  <a:lnTo>
                    <a:pt x="167490" y="145488"/>
                  </a:lnTo>
                  <a:lnTo>
                    <a:pt x="167490" y="145637"/>
                  </a:lnTo>
                  <a:lnTo>
                    <a:pt x="168089" y="145039"/>
                  </a:lnTo>
                  <a:lnTo>
                    <a:pt x="168687" y="144290"/>
                  </a:lnTo>
                  <a:lnTo>
                    <a:pt x="168987" y="143991"/>
                  </a:lnTo>
                  <a:lnTo>
                    <a:pt x="169735" y="144290"/>
                  </a:lnTo>
                  <a:lnTo>
                    <a:pt x="169436" y="144440"/>
                  </a:lnTo>
                  <a:lnTo>
                    <a:pt x="168238" y="146236"/>
                  </a:lnTo>
                  <a:lnTo>
                    <a:pt x="168388" y="146236"/>
                  </a:lnTo>
                  <a:lnTo>
                    <a:pt x="168987" y="145637"/>
                  </a:lnTo>
                  <a:lnTo>
                    <a:pt x="169436" y="145039"/>
                  </a:lnTo>
                  <a:lnTo>
                    <a:pt x="169885" y="144290"/>
                  </a:lnTo>
                  <a:lnTo>
                    <a:pt x="170783" y="144590"/>
                  </a:lnTo>
                  <a:lnTo>
                    <a:pt x="170184" y="145338"/>
                  </a:lnTo>
                  <a:lnTo>
                    <a:pt x="169735" y="146086"/>
                  </a:lnTo>
                  <a:lnTo>
                    <a:pt x="169286" y="146835"/>
                  </a:lnTo>
                  <a:lnTo>
                    <a:pt x="169286" y="146835"/>
                  </a:lnTo>
                  <a:lnTo>
                    <a:pt x="169885" y="146236"/>
                  </a:lnTo>
                  <a:lnTo>
                    <a:pt x="170484" y="145637"/>
                  </a:lnTo>
                  <a:lnTo>
                    <a:pt x="171082" y="144739"/>
                  </a:lnTo>
                  <a:lnTo>
                    <a:pt x="172280" y="145188"/>
                  </a:lnTo>
                  <a:lnTo>
                    <a:pt x="171681" y="145937"/>
                  </a:lnTo>
                  <a:lnTo>
                    <a:pt x="170633" y="147284"/>
                  </a:lnTo>
                  <a:lnTo>
                    <a:pt x="171232" y="146835"/>
                  </a:lnTo>
                  <a:lnTo>
                    <a:pt x="171831" y="146236"/>
                  </a:lnTo>
                  <a:lnTo>
                    <a:pt x="172579" y="145188"/>
                  </a:lnTo>
                  <a:lnTo>
                    <a:pt x="173328" y="145488"/>
                  </a:lnTo>
                  <a:lnTo>
                    <a:pt x="172579" y="146535"/>
                  </a:lnTo>
                  <a:lnTo>
                    <a:pt x="171980" y="147284"/>
                  </a:lnTo>
                  <a:lnTo>
                    <a:pt x="171531" y="148182"/>
                  </a:lnTo>
                  <a:lnTo>
                    <a:pt x="171531" y="148182"/>
                  </a:lnTo>
                  <a:lnTo>
                    <a:pt x="172280" y="147433"/>
                  </a:lnTo>
                  <a:lnTo>
                    <a:pt x="172729" y="146685"/>
                  </a:lnTo>
                  <a:lnTo>
                    <a:pt x="173627" y="145637"/>
                  </a:lnTo>
                  <a:lnTo>
                    <a:pt x="174525" y="145937"/>
                  </a:lnTo>
                  <a:lnTo>
                    <a:pt x="173777" y="146984"/>
                  </a:lnTo>
                  <a:lnTo>
                    <a:pt x="172579" y="148631"/>
                  </a:lnTo>
                  <a:lnTo>
                    <a:pt x="172729" y="148631"/>
                  </a:lnTo>
                  <a:lnTo>
                    <a:pt x="173328" y="148032"/>
                  </a:lnTo>
                  <a:lnTo>
                    <a:pt x="173926" y="147284"/>
                  </a:lnTo>
                  <a:lnTo>
                    <a:pt x="174824" y="145937"/>
                  </a:lnTo>
                  <a:lnTo>
                    <a:pt x="175124" y="146086"/>
                  </a:lnTo>
                  <a:lnTo>
                    <a:pt x="173178" y="149230"/>
                  </a:lnTo>
                  <a:lnTo>
                    <a:pt x="171082" y="152373"/>
                  </a:lnTo>
                  <a:lnTo>
                    <a:pt x="163748" y="143841"/>
                  </a:lnTo>
                  <a:lnTo>
                    <a:pt x="163000" y="143093"/>
                  </a:lnTo>
                  <a:lnTo>
                    <a:pt x="162551" y="142344"/>
                  </a:lnTo>
                  <a:lnTo>
                    <a:pt x="163000" y="142045"/>
                  </a:lnTo>
                  <a:close/>
                  <a:moveTo>
                    <a:pt x="35174" y="110912"/>
                  </a:moveTo>
                  <a:lnTo>
                    <a:pt x="51489" y="113157"/>
                  </a:lnTo>
                  <a:lnTo>
                    <a:pt x="52088" y="116600"/>
                  </a:lnTo>
                  <a:lnTo>
                    <a:pt x="48346" y="117647"/>
                  </a:lnTo>
                  <a:lnTo>
                    <a:pt x="47747" y="117049"/>
                  </a:lnTo>
                  <a:lnTo>
                    <a:pt x="47149" y="116600"/>
                  </a:lnTo>
                  <a:lnTo>
                    <a:pt x="46251" y="116450"/>
                  </a:lnTo>
                  <a:lnTo>
                    <a:pt x="45502" y="116749"/>
                  </a:lnTo>
                  <a:lnTo>
                    <a:pt x="45053" y="116899"/>
                  </a:lnTo>
                  <a:lnTo>
                    <a:pt x="44754" y="117198"/>
                  </a:lnTo>
                  <a:lnTo>
                    <a:pt x="44305" y="117947"/>
                  </a:lnTo>
                  <a:lnTo>
                    <a:pt x="44305" y="118845"/>
                  </a:lnTo>
                  <a:lnTo>
                    <a:pt x="44305" y="119294"/>
                  </a:lnTo>
                  <a:lnTo>
                    <a:pt x="44454" y="119743"/>
                  </a:lnTo>
                  <a:lnTo>
                    <a:pt x="44754" y="120042"/>
                  </a:lnTo>
                  <a:lnTo>
                    <a:pt x="45053" y="120342"/>
                  </a:lnTo>
                  <a:lnTo>
                    <a:pt x="45652" y="120791"/>
                  </a:lnTo>
                  <a:lnTo>
                    <a:pt x="46550" y="120940"/>
                  </a:lnTo>
                  <a:lnTo>
                    <a:pt x="46999" y="120791"/>
                  </a:lnTo>
                  <a:lnTo>
                    <a:pt x="47448" y="120641"/>
                  </a:lnTo>
                  <a:lnTo>
                    <a:pt x="47897" y="120342"/>
                  </a:lnTo>
                  <a:lnTo>
                    <a:pt x="48346" y="119743"/>
                  </a:lnTo>
                  <a:lnTo>
                    <a:pt x="48645" y="119294"/>
                  </a:lnTo>
                  <a:lnTo>
                    <a:pt x="48645" y="118545"/>
                  </a:lnTo>
                  <a:lnTo>
                    <a:pt x="52387" y="117498"/>
                  </a:lnTo>
                  <a:lnTo>
                    <a:pt x="53585" y="121689"/>
                  </a:lnTo>
                  <a:lnTo>
                    <a:pt x="55082" y="125730"/>
                  </a:lnTo>
                  <a:lnTo>
                    <a:pt x="56878" y="129622"/>
                  </a:lnTo>
                  <a:lnTo>
                    <a:pt x="59123" y="133364"/>
                  </a:lnTo>
                  <a:lnTo>
                    <a:pt x="55680" y="135609"/>
                  </a:lnTo>
                  <a:lnTo>
                    <a:pt x="54932" y="135160"/>
                  </a:lnTo>
                  <a:lnTo>
                    <a:pt x="54034" y="135010"/>
                  </a:lnTo>
                  <a:lnTo>
                    <a:pt x="53285" y="135160"/>
                  </a:lnTo>
                  <a:lnTo>
                    <a:pt x="52537" y="135609"/>
                  </a:lnTo>
                  <a:lnTo>
                    <a:pt x="52238" y="136058"/>
                  </a:lnTo>
                  <a:lnTo>
                    <a:pt x="52088" y="136357"/>
                  </a:lnTo>
                  <a:lnTo>
                    <a:pt x="51938" y="137255"/>
                  </a:lnTo>
                  <a:lnTo>
                    <a:pt x="52088" y="138004"/>
                  </a:lnTo>
                  <a:lnTo>
                    <a:pt x="52238" y="138453"/>
                  </a:lnTo>
                  <a:lnTo>
                    <a:pt x="52537" y="138752"/>
                  </a:lnTo>
                  <a:lnTo>
                    <a:pt x="52986" y="139051"/>
                  </a:lnTo>
                  <a:lnTo>
                    <a:pt x="53285" y="139201"/>
                  </a:lnTo>
                  <a:lnTo>
                    <a:pt x="54184" y="139351"/>
                  </a:lnTo>
                  <a:lnTo>
                    <a:pt x="54932" y="139201"/>
                  </a:lnTo>
                  <a:lnTo>
                    <a:pt x="55381" y="139051"/>
                  </a:lnTo>
                  <a:lnTo>
                    <a:pt x="55680" y="138752"/>
                  </a:lnTo>
                  <a:lnTo>
                    <a:pt x="56129" y="138303"/>
                  </a:lnTo>
                  <a:lnTo>
                    <a:pt x="56279" y="137704"/>
                  </a:lnTo>
                  <a:lnTo>
                    <a:pt x="56279" y="136956"/>
                  </a:lnTo>
                  <a:lnTo>
                    <a:pt x="56129" y="136357"/>
                  </a:lnTo>
                  <a:lnTo>
                    <a:pt x="59572" y="134262"/>
                  </a:lnTo>
                  <a:lnTo>
                    <a:pt x="61817" y="137255"/>
                  </a:lnTo>
                  <a:lnTo>
                    <a:pt x="64062" y="140099"/>
                  </a:lnTo>
                  <a:lnTo>
                    <a:pt x="54483" y="153271"/>
                  </a:lnTo>
                  <a:lnTo>
                    <a:pt x="52387" y="151026"/>
                  </a:lnTo>
                  <a:lnTo>
                    <a:pt x="50442" y="148781"/>
                  </a:lnTo>
                  <a:lnTo>
                    <a:pt x="48645" y="146386"/>
                  </a:lnTo>
                  <a:lnTo>
                    <a:pt x="46849" y="143991"/>
                  </a:lnTo>
                  <a:lnTo>
                    <a:pt x="50891" y="139500"/>
                  </a:lnTo>
                  <a:lnTo>
                    <a:pt x="45203" y="141297"/>
                  </a:lnTo>
                  <a:lnTo>
                    <a:pt x="42808" y="137106"/>
                  </a:lnTo>
                  <a:lnTo>
                    <a:pt x="40713" y="132615"/>
                  </a:lnTo>
                  <a:lnTo>
                    <a:pt x="38916" y="128125"/>
                  </a:lnTo>
                  <a:lnTo>
                    <a:pt x="37420" y="123335"/>
                  </a:lnTo>
                  <a:lnTo>
                    <a:pt x="42658" y="120342"/>
                  </a:lnTo>
                  <a:lnTo>
                    <a:pt x="36671" y="120342"/>
                  </a:lnTo>
                  <a:lnTo>
                    <a:pt x="35773" y="115702"/>
                  </a:lnTo>
                  <a:lnTo>
                    <a:pt x="35174" y="110912"/>
                  </a:lnTo>
                  <a:close/>
                  <a:moveTo>
                    <a:pt x="80677" y="143093"/>
                  </a:moveTo>
                  <a:lnTo>
                    <a:pt x="83371" y="144739"/>
                  </a:lnTo>
                  <a:lnTo>
                    <a:pt x="86364" y="146086"/>
                  </a:lnTo>
                  <a:lnTo>
                    <a:pt x="89508" y="147284"/>
                  </a:lnTo>
                  <a:lnTo>
                    <a:pt x="92651" y="148331"/>
                  </a:lnTo>
                  <a:lnTo>
                    <a:pt x="91453" y="155217"/>
                  </a:lnTo>
                  <a:lnTo>
                    <a:pt x="87562" y="154019"/>
                  </a:lnTo>
                  <a:lnTo>
                    <a:pt x="83820" y="152522"/>
                  </a:lnTo>
                  <a:lnTo>
                    <a:pt x="80377" y="150876"/>
                  </a:lnTo>
                  <a:lnTo>
                    <a:pt x="76935" y="148930"/>
                  </a:lnTo>
                  <a:lnTo>
                    <a:pt x="80677" y="143093"/>
                  </a:lnTo>
                  <a:close/>
                  <a:moveTo>
                    <a:pt x="128125" y="143542"/>
                  </a:moveTo>
                  <a:lnTo>
                    <a:pt x="131717" y="149379"/>
                  </a:lnTo>
                  <a:lnTo>
                    <a:pt x="128274" y="151325"/>
                  </a:lnTo>
                  <a:lnTo>
                    <a:pt x="124532" y="152972"/>
                  </a:lnTo>
                  <a:lnTo>
                    <a:pt x="120790" y="154319"/>
                  </a:lnTo>
                  <a:lnTo>
                    <a:pt x="116899" y="155366"/>
                  </a:lnTo>
                  <a:lnTo>
                    <a:pt x="115552" y="148631"/>
                  </a:lnTo>
                  <a:lnTo>
                    <a:pt x="118845" y="147733"/>
                  </a:lnTo>
                  <a:lnTo>
                    <a:pt x="121988" y="146535"/>
                  </a:lnTo>
                  <a:lnTo>
                    <a:pt x="125131" y="145188"/>
                  </a:lnTo>
                  <a:lnTo>
                    <a:pt x="128125" y="143542"/>
                  </a:lnTo>
                  <a:close/>
                  <a:moveTo>
                    <a:pt x="114504" y="148930"/>
                  </a:moveTo>
                  <a:lnTo>
                    <a:pt x="116001" y="155666"/>
                  </a:lnTo>
                  <a:lnTo>
                    <a:pt x="113307" y="156115"/>
                  </a:lnTo>
                  <a:lnTo>
                    <a:pt x="114354" y="148930"/>
                  </a:lnTo>
                  <a:close/>
                  <a:moveTo>
                    <a:pt x="93549" y="148631"/>
                  </a:moveTo>
                  <a:lnTo>
                    <a:pt x="95345" y="149080"/>
                  </a:lnTo>
                  <a:lnTo>
                    <a:pt x="96393" y="156264"/>
                  </a:lnTo>
                  <a:lnTo>
                    <a:pt x="92352" y="155366"/>
                  </a:lnTo>
                  <a:lnTo>
                    <a:pt x="93549" y="148631"/>
                  </a:lnTo>
                  <a:close/>
                  <a:moveTo>
                    <a:pt x="127676" y="117348"/>
                  </a:moveTo>
                  <a:lnTo>
                    <a:pt x="138902" y="132017"/>
                  </a:lnTo>
                  <a:lnTo>
                    <a:pt x="139800" y="133364"/>
                  </a:lnTo>
                  <a:lnTo>
                    <a:pt x="143991" y="138902"/>
                  </a:lnTo>
                  <a:lnTo>
                    <a:pt x="145188" y="140399"/>
                  </a:lnTo>
                  <a:lnTo>
                    <a:pt x="154917" y="153271"/>
                  </a:lnTo>
                  <a:lnTo>
                    <a:pt x="155516" y="154019"/>
                  </a:lnTo>
                  <a:lnTo>
                    <a:pt x="158659" y="158210"/>
                  </a:lnTo>
                  <a:lnTo>
                    <a:pt x="154468" y="155067"/>
                  </a:lnTo>
                  <a:lnTo>
                    <a:pt x="153720" y="154468"/>
                  </a:lnTo>
                  <a:lnTo>
                    <a:pt x="140698" y="144889"/>
                  </a:lnTo>
                  <a:lnTo>
                    <a:pt x="139201" y="143841"/>
                  </a:lnTo>
                  <a:lnTo>
                    <a:pt x="133513" y="139650"/>
                  </a:lnTo>
                  <a:lnTo>
                    <a:pt x="132316" y="138752"/>
                  </a:lnTo>
                  <a:lnTo>
                    <a:pt x="117348" y="127676"/>
                  </a:lnTo>
                  <a:lnTo>
                    <a:pt x="118545" y="118845"/>
                  </a:lnTo>
                  <a:lnTo>
                    <a:pt x="121090" y="118396"/>
                  </a:lnTo>
                  <a:lnTo>
                    <a:pt x="120341" y="118994"/>
                  </a:lnTo>
                  <a:lnTo>
                    <a:pt x="119892" y="119743"/>
                  </a:lnTo>
                  <a:lnTo>
                    <a:pt x="119892" y="119893"/>
                  </a:lnTo>
                  <a:lnTo>
                    <a:pt x="120940" y="119144"/>
                  </a:lnTo>
                  <a:lnTo>
                    <a:pt x="121688" y="118246"/>
                  </a:lnTo>
                  <a:lnTo>
                    <a:pt x="125281" y="117797"/>
                  </a:lnTo>
                  <a:lnTo>
                    <a:pt x="123784" y="119144"/>
                  </a:lnTo>
                  <a:lnTo>
                    <a:pt x="122587" y="120342"/>
                  </a:lnTo>
                  <a:lnTo>
                    <a:pt x="121988" y="121090"/>
                  </a:lnTo>
                  <a:lnTo>
                    <a:pt x="121389" y="121689"/>
                  </a:lnTo>
                  <a:lnTo>
                    <a:pt x="121389" y="121838"/>
                  </a:lnTo>
                  <a:lnTo>
                    <a:pt x="121539" y="121838"/>
                  </a:lnTo>
                  <a:lnTo>
                    <a:pt x="122138" y="121240"/>
                  </a:lnTo>
                  <a:lnTo>
                    <a:pt x="122736" y="120641"/>
                  </a:lnTo>
                  <a:lnTo>
                    <a:pt x="123934" y="119444"/>
                  </a:lnTo>
                  <a:lnTo>
                    <a:pt x="125730" y="117647"/>
                  </a:lnTo>
                  <a:lnTo>
                    <a:pt x="127676" y="117348"/>
                  </a:lnTo>
                  <a:close/>
                  <a:moveTo>
                    <a:pt x="82323" y="117348"/>
                  </a:moveTo>
                  <a:lnTo>
                    <a:pt x="90705" y="118545"/>
                  </a:lnTo>
                  <a:lnTo>
                    <a:pt x="91154" y="121389"/>
                  </a:lnTo>
                  <a:lnTo>
                    <a:pt x="90555" y="120940"/>
                  </a:lnTo>
                  <a:lnTo>
                    <a:pt x="89957" y="120491"/>
                  </a:lnTo>
                  <a:lnTo>
                    <a:pt x="89807" y="120491"/>
                  </a:lnTo>
                  <a:lnTo>
                    <a:pt x="90406" y="121389"/>
                  </a:lnTo>
                  <a:lnTo>
                    <a:pt x="91154" y="122138"/>
                  </a:lnTo>
                  <a:lnTo>
                    <a:pt x="91753" y="125580"/>
                  </a:lnTo>
                  <a:lnTo>
                    <a:pt x="90555" y="124383"/>
                  </a:lnTo>
                  <a:lnTo>
                    <a:pt x="89358" y="123185"/>
                  </a:lnTo>
                  <a:lnTo>
                    <a:pt x="88610" y="122587"/>
                  </a:lnTo>
                  <a:lnTo>
                    <a:pt x="88011" y="121988"/>
                  </a:lnTo>
                  <a:lnTo>
                    <a:pt x="87861" y="121988"/>
                  </a:lnTo>
                  <a:lnTo>
                    <a:pt x="87861" y="122138"/>
                  </a:lnTo>
                  <a:lnTo>
                    <a:pt x="88460" y="122736"/>
                  </a:lnTo>
                  <a:lnTo>
                    <a:pt x="89059" y="123335"/>
                  </a:lnTo>
                  <a:lnTo>
                    <a:pt x="90256" y="124533"/>
                  </a:lnTo>
                  <a:lnTo>
                    <a:pt x="91753" y="126179"/>
                  </a:lnTo>
                  <a:lnTo>
                    <a:pt x="92202" y="128424"/>
                  </a:lnTo>
                  <a:lnTo>
                    <a:pt x="77833" y="139351"/>
                  </a:lnTo>
                  <a:lnTo>
                    <a:pt x="76635" y="140249"/>
                  </a:lnTo>
                  <a:lnTo>
                    <a:pt x="70948" y="144440"/>
                  </a:lnTo>
                  <a:lnTo>
                    <a:pt x="69600" y="145637"/>
                  </a:lnTo>
                  <a:lnTo>
                    <a:pt x="56578" y="155366"/>
                  </a:lnTo>
                  <a:lnTo>
                    <a:pt x="55830" y="155965"/>
                  </a:lnTo>
                  <a:lnTo>
                    <a:pt x="51489" y="159258"/>
                  </a:lnTo>
                  <a:lnTo>
                    <a:pt x="54782" y="154917"/>
                  </a:lnTo>
                  <a:lnTo>
                    <a:pt x="55381" y="154169"/>
                  </a:lnTo>
                  <a:lnTo>
                    <a:pt x="64960" y="141147"/>
                  </a:lnTo>
                  <a:lnTo>
                    <a:pt x="66008" y="139650"/>
                  </a:lnTo>
                  <a:lnTo>
                    <a:pt x="70199" y="133962"/>
                  </a:lnTo>
                  <a:lnTo>
                    <a:pt x="71097" y="132765"/>
                  </a:lnTo>
                  <a:lnTo>
                    <a:pt x="82323" y="117348"/>
                  </a:lnTo>
                  <a:close/>
                  <a:moveTo>
                    <a:pt x="68852" y="162701"/>
                  </a:moveTo>
                  <a:lnTo>
                    <a:pt x="68702" y="163748"/>
                  </a:lnTo>
                  <a:lnTo>
                    <a:pt x="68104" y="163449"/>
                  </a:lnTo>
                  <a:lnTo>
                    <a:pt x="68852" y="162701"/>
                  </a:lnTo>
                  <a:close/>
                  <a:moveTo>
                    <a:pt x="140548" y="162701"/>
                  </a:moveTo>
                  <a:lnTo>
                    <a:pt x="141296" y="163449"/>
                  </a:lnTo>
                  <a:lnTo>
                    <a:pt x="140847" y="163748"/>
                  </a:lnTo>
                  <a:lnTo>
                    <a:pt x="140548" y="162701"/>
                  </a:lnTo>
                  <a:close/>
                  <a:moveTo>
                    <a:pt x="46251" y="144739"/>
                  </a:moveTo>
                  <a:lnTo>
                    <a:pt x="48047" y="147134"/>
                  </a:lnTo>
                  <a:lnTo>
                    <a:pt x="49843" y="149529"/>
                  </a:lnTo>
                  <a:lnTo>
                    <a:pt x="51789" y="151774"/>
                  </a:lnTo>
                  <a:lnTo>
                    <a:pt x="53884" y="154019"/>
                  </a:lnTo>
                  <a:lnTo>
                    <a:pt x="48047" y="161952"/>
                  </a:lnTo>
                  <a:lnTo>
                    <a:pt x="48945" y="162850"/>
                  </a:lnTo>
                  <a:lnTo>
                    <a:pt x="56728" y="156863"/>
                  </a:lnTo>
                  <a:lnTo>
                    <a:pt x="58973" y="158809"/>
                  </a:lnTo>
                  <a:lnTo>
                    <a:pt x="61218" y="160605"/>
                  </a:lnTo>
                  <a:lnTo>
                    <a:pt x="63613" y="162401"/>
                  </a:lnTo>
                  <a:lnTo>
                    <a:pt x="66158" y="164048"/>
                  </a:lnTo>
                  <a:lnTo>
                    <a:pt x="58225" y="171831"/>
                  </a:lnTo>
                  <a:lnTo>
                    <a:pt x="55381" y="169885"/>
                  </a:lnTo>
                  <a:lnTo>
                    <a:pt x="52836" y="167790"/>
                  </a:lnTo>
                  <a:lnTo>
                    <a:pt x="50292" y="165545"/>
                  </a:lnTo>
                  <a:lnTo>
                    <a:pt x="47747" y="163299"/>
                  </a:lnTo>
                  <a:lnTo>
                    <a:pt x="45353" y="160904"/>
                  </a:lnTo>
                  <a:lnTo>
                    <a:pt x="43107" y="158360"/>
                  </a:lnTo>
                  <a:lnTo>
                    <a:pt x="41012" y="155815"/>
                  </a:lnTo>
                  <a:lnTo>
                    <a:pt x="38916" y="153121"/>
                  </a:lnTo>
                  <a:lnTo>
                    <a:pt x="46251" y="144739"/>
                  </a:lnTo>
                  <a:close/>
                  <a:moveTo>
                    <a:pt x="163149" y="144739"/>
                  </a:moveTo>
                  <a:lnTo>
                    <a:pt x="170484" y="153121"/>
                  </a:lnTo>
                  <a:lnTo>
                    <a:pt x="168388" y="155815"/>
                  </a:lnTo>
                  <a:lnTo>
                    <a:pt x="166293" y="158360"/>
                  </a:lnTo>
                  <a:lnTo>
                    <a:pt x="164047" y="160904"/>
                  </a:lnTo>
                  <a:lnTo>
                    <a:pt x="161653" y="163299"/>
                  </a:lnTo>
                  <a:lnTo>
                    <a:pt x="159108" y="165545"/>
                  </a:lnTo>
                  <a:lnTo>
                    <a:pt x="156564" y="167790"/>
                  </a:lnTo>
                  <a:lnTo>
                    <a:pt x="154019" y="169885"/>
                  </a:lnTo>
                  <a:lnTo>
                    <a:pt x="151175" y="171831"/>
                  </a:lnTo>
                  <a:lnTo>
                    <a:pt x="143242" y="164048"/>
                  </a:lnTo>
                  <a:lnTo>
                    <a:pt x="145936" y="162252"/>
                  </a:lnTo>
                  <a:lnTo>
                    <a:pt x="148631" y="160306"/>
                  </a:lnTo>
                  <a:lnTo>
                    <a:pt x="151175" y="158210"/>
                  </a:lnTo>
                  <a:lnTo>
                    <a:pt x="153570" y="155965"/>
                  </a:lnTo>
                  <a:lnTo>
                    <a:pt x="161353" y="161653"/>
                  </a:lnTo>
                  <a:lnTo>
                    <a:pt x="162251" y="160755"/>
                  </a:lnTo>
                  <a:lnTo>
                    <a:pt x="156414" y="153121"/>
                  </a:lnTo>
                  <a:lnTo>
                    <a:pt x="158210" y="151026"/>
                  </a:lnTo>
                  <a:lnTo>
                    <a:pt x="159856" y="149080"/>
                  </a:lnTo>
                  <a:lnTo>
                    <a:pt x="161653" y="146835"/>
                  </a:lnTo>
                  <a:lnTo>
                    <a:pt x="163149" y="144739"/>
                  </a:lnTo>
                  <a:close/>
                  <a:moveTo>
                    <a:pt x="89358" y="171083"/>
                  </a:moveTo>
                  <a:lnTo>
                    <a:pt x="89358" y="172130"/>
                  </a:lnTo>
                  <a:lnTo>
                    <a:pt x="88759" y="171981"/>
                  </a:lnTo>
                  <a:lnTo>
                    <a:pt x="89358" y="171083"/>
                  </a:lnTo>
                  <a:close/>
                  <a:moveTo>
                    <a:pt x="120192" y="171083"/>
                  </a:moveTo>
                  <a:lnTo>
                    <a:pt x="120641" y="171981"/>
                  </a:lnTo>
                  <a:lnTo>
                    <a:pt x="120042" y="172130"/>
                  </a:lnTo>
                  <a:lnTo>
                    <a:pt x="120192" y="171083"/>
                  </a:lnTo>
                  <a:close/>
                  <a:moveTo>
                    <a:pt x="70499" y="146386"/>
                  </a:moveTo>
                  <a:lnTo>
                    <a:pt x="72744" y="148182"/>
                  </a:lnTo>
                  <a:lnTo>
                    <a:pt x="75139" y="149828"/>
                  </a:lnTo>
                  <a:lnTo>
                    <a:pt x="73043" y="153421"/>
                  </a:lnTo>
                  <a:lnTo>
                    <a:pt x="72145" y="153271"/>
                  </a:lnTo>
                  <a:lnTo>
                    <a:pt x="71397" y="153570"/>
                  </a:lnTo>
                  <a:lnTo>
                    <a:pt x="70648" y="154019"/>
                  </a:lnTo>
                  <a:lnTo>
                    <a:pt x="70199" y="154768"/>
                  </a:lnTo>
                  <a:lnTo>
                    <a:pt x="70199" y="155217"/>
                  </a:lnTo>
                  <a:lnTo>
                    <a:pt x="70199" y="155666"/>
                  </a:lnTo>
                  <a:lnTo>
                    <a:pt x="70349" y="156414"/>
                  </a:lnTo>
                  <a:lnTo>
                    <a:pt x="70798" y="157163"/>
                  </a:lnTo>
                  <a:lnTo>
                    <a:pt x="71247" y="157312"/>
                  </a:lnTo>
                  <a:lnTo>
                    <a:pt x="71546" y="157612"/>
                  </a:lnTo>
                  <a:lnTo>
                    <a:pt x="72444" y="157612"/>
                  </a:lnTo>
                  <a:lnTo>
                    <a:pt x="73342" y="157462"/>
                  </a:lnTo>
                  <a:lnTo>
                    <a:pt x="73941" y="157013"/>
                  </a:lnTo>
                  <a:lnTo>
                    <a:pt x="74240" y="156564"/>
                  </a:lnTo>
                  <a:lnTo>
                    <a:pt x="74390" y="156264"/>
                  </a:lnTo>
                  <a:lnTo>
                    <a:pt x="74540" y="155516"/>
                  </a:lnTo>
                  <a:lnTo>
                    <a:pt x="74390" y="154917"/>
                  </a:lnTo>
                  <a:lnTo>
                    <a:pt x="74240" y="154319"/>
                  </a:lnTo>
                  <a:lnTo>
                    <a:pt x="73791" y="153870"/>
                  </a:lnTo>
                  <a:lnTo>
                    <a:pt x="76037" y="150277"/>
                  </a:lnTo>
                  <a:lnTo>
                    <a:pt x="79629" y="152373"/>
                  </a:lnTo>
                  <a:lnTo>
                    <a:pt x="83221" y="154169"/>
                  </a:lnTo>
                  <a:lnTo>
                    <a:pt x="87113" y="155666"/>
                  </a:lnTo>
                  <a:lnTo>
                    <a:pt x="91004" y="156863"/>
                  </a:lnTo>
                  <a:lnTo>
                    <a:pt x="90256" y="161054"/>
                  </a:lnTo>
                  <a:lnTo>
                    <a:pt x="89508" y="161204"/>
                  </a:lnTo>
                  <a:lnTo>
                    <a:pt x="88909" y="161653"/>
                  </a:lnTo>
                  <a:lnTo>
                    <a:pt x="88460" y="162252"/>
                  </a:lnTo>
                  <a:lnTo>
                    <a:pt x="88161" y="163150"/>
                  </a:lnTo>
                  <a:lnTo>
                    <a:pt x="88310" y="163599"/>
                  </a:lnTo>
                  <a:lnTo>
                    <a:pt x="88310" y="164048"/>
                  </a:lnTo>
                  <a:lnTo>
                    <a:pt x="88909" y="164646"/>
                  </a:lnTo>
                  <a:lnTo>
                    <a:pt x="89508" y="165245"/>
                  </a:lnTo>
                  <a:lnTo>
                    <a:pt x="89957" y="165395"/>
                  </a:lnTo>
                  <a:lnTo>
                    <a:pt x="90855" y="165395"/>
                  </a:lnTo>
                  <a:lnTo>
                    <a:pt x="91304" y="165245"/>
                  </a:lnTo>
                  <a:lnTo>
                    <a:pt x="91903" y="164796"/>
                  </a:lnTo>
                  <a:lnTo>
                    <a:pt x="92501" y="164048"/>
                  </a:lnTo>
                  <a:lnTo>
                    <a:pt x="92651" y="163599"/>
                  </a:lnTo>
                  <a:lnTo>
                    <a:pt x="92651" y="163150"/>
                  </a:lnTo>
                  <a:lnTo>
                    <a:pt x="92501" y="162551"/>
                  </a:lnTo>
                  <a:lnTo>
                    <a:pt x="92202" y="161952"/>
                  </a:lnTo>
                  <a:lnTo>
                    <a:pt x="91903" y="161503"/>
                  </a:lnTo>
                  <a:lnTo>
                    <a:pt x="91304" y="161204"/>
                  </a:lnTo>
                  <a:lnTo>
                    <a:pt x="92052" y="157163"/>
                  </a:lnTo>
                  <a:lnTo>
                    <a:pt x="94297" y="157612"/>
                  </a:lnTo>
                  <a:lnTo>
                    <a:pt x="96692" y="158061"/>
                  </a:lnTo>
                  <a:lnTo>
                    <a:pt x="99087" y="174376"/>
                  </a:lnTo>
                  <a:lnTo>
                    <a:pt x="94746" y="173927"/>
                  </a:lnTo>
                  <a:lnTo>
                    <a:pt x="90406" y="173178"/>
                  </a:lnTo>
                  <a:lnTo>
                    <a:pt x="90106" y="167341"/>
                  </a:lnTo>
                  <a:lnTo>
                    <a:pt x="87562" y="172430"/>
                  </a:lnTo>
                  <a:lnTo>
                    <a:pt x="85167" y="171831"/>
                  </a:lnTo>
                  <a:lnTo>
                    <a:pt x="82772" y="171083"/>
                  </a:lnTo>
                  <a:lnTo>
                    <a:pt x="78132" y="169286"/>
                  </a:lnTo>
                  <a:lnTo>
                    <a:pt x="73642" y="167341"/>
                  </a:lnTo>
                  <a:lnTo>
                    <a:pt x="69301" y="164946"/>
                  </a:lnTo>
                  <a:lnTo>
                    <a:pt x="70798" y="159557"/>
                  </a:lnTo>
                  <a:lnTo>
                    <a:pt x="66906" y="163449"/>
                  </a:lnTo>
                  <a:lnTo>
                    <a:pt x="64362" y="161803"/>
                  </a:lnTo>
                  <a:lnTo>
                    <a:pt x="61967" y="160006"/>
                  </a:lnTo>
                  <a:lnTo>
                    <a:pt x="59722" y="158210"/>
                  </a:lnTo>
                  <a:lnTo>
                    <a:pt x="57476" y="156264"/>
                  </a:lnTo>
                  <a:lnTo>
                    <a:pt x="70499" y="146386"/>
                  </a:lnTo>
                  <a:close/>
                  <a:moveTo>
                    <a:pt x="139650" y="145637"/>
                  </a:moveTo>
                  <a:lnTo>
                    <a:pt x="152822" y="155366"/>
                  </a:lnTo>
                  <a:lnTo>
                    <a:pt x="150427" y="157462"/>
                  </a:lnTo>
                  <a:lnTo>
                    <a:pt x="147882" y="159557"/>
                  </a:lnTo>
                  <a:lnTo>
                    <a:pt x="145338" y="161503"/>
                  </a:lnTo>
                  <a:lnTo>
                    <a:pt x="142643" y="163449"/>
                  </a:lnTo>
                  <a:lnTo>
                    <a:pt x="138602" y="159557"/>
                  </a:lnTo>
                  <a:lnTo>
                    <a:pt x="140099" y="164946"/>
                  </a:lnTo>
                  <a:lnTo>
                    <a:pt x="135758" y="167191"/>
                  </a:lnTo>
                  <a:lnTo>
                    <a:pt x="131418" y="169286"/>
                  </a:lnTo>
                  <a:lnTo>
                    <a:pt x="126778" y="171083"/>
                  </a:lnTo>
                  <a:lnTo>
                    <a:pt x="124383" y="171831"/>
                  </a:lnTo>
                  <a:lnTo>
                    <a:pt x="121988" y="172430"/>
                  </a:lnTo>
                  <a:lnTo>
                    <a:pt x="119443" y="167341"/>
                  </a:lnTo>
                  <a:lnTo>
                    <a:pt x="118994" y="173178"/>
                  </a:lnTo>
                  <a:lnTo>
                    <a:pt x="114953" y="173777"/>
                  </a:lnTo>
                  <a:lnTo>
                    <a:pt x="110912" y="174376"/>
                  </a:lnTo>
                  <a:lnTo>
                    <a:pt x="113157" y="157911"/>
                  </a:lnTo>
                  <a:lnTo>
                    <a:pt x="116300" y="157312"/>
                  </a:lnTo>
                  <a:lnTo>
                    <a:pt x="117198" y="161354"/>
                  </a:lnTo>
                  <a:lnTo>
                    <a:pt x="116450" y="161952"/>
                  </a:lnTo>
                  <a:lnTo>
                    <a:pt x="116150" y="162701"/>
                  </a:lnTo>
                  <a:lnTo>
                    <a:pt x="116001" y="163449"/>
                  </a:lnTo>
                  <a:lnTo>
                    <a:pt x="116150" y="164347"/>
                  </a:lnTo>
                  <a:lnTo>
                    <a:pt x="116450" y="164646"/>
                  </a:lnTo>
                  <a:lnTo>
                    <a:pt x="116749" y="164946"/>
                  </a:lnTo>
                  <a:lnTo>
                    <a:pt x="117498" y="165395"/>
                  </a:lnTo>
                  <a:lnTo>
                    <a:pt x="118396" y="165545"/>
                  </a:lnTo>
                  <a:lnTo>
                    <a:pt x="118695" y="165395"/>
                  </a:lnTo>
                  <a:lnTo>
                    <a:pt x="119144" y="165245"/>
                  </a:lnTo>
                  <a:lnTo>
                    <a:pt x="119593" y="165095"/>
                  </a:lnTo>
                  <a:lnTo>
                    <a:pt x="119892" y="164796"/>
                  </a:lnTo>
                  <a:lnTo>
                    <a:pt x="120341" y="164048"/>
                  </a:lnTo>
                  <a:lnTo>
                    <a:pt x="120341" y="163150"/>
                  </a:lnTo>
                  <a:lnTo>
                    <a:pt x="120341" y="162850"/>
                  </a:lnTo>
                  <a:lnTo>
                    <a:pt x="120192" y="162401"/>
                  </a:lnTo>
                  <a:lnTo>
                    <a:pt x="119743" y="161803"/>
                  </a:lnTo>
                  <a:lnTo>
                    <a:pt x="119294" y="161354"/>
                  </a:lnTo>
                  <a:lnTo>
                    <a:pt x="118695" y="161204"/>
                  </a:lnTo>
                  <a:lnTo>
                    <a:pt x="118096" y="161054"/>
                  </a:lnTo>
                  <a:lnTo>
                    <a:pt x="117348" y="157163"/>
                  </a:lnTo>
                  <a:lnTo>
                    <a:pt x="121389" y="155965"/>
                  </a:lnTo>
                  <a:lnTo>
                    <a:pt x="125281" y="154618"/>
                  </a:lnTo>
                  <a:lnTo>
                    <a:pt x="129023" y="152822"/>
                  </a:lnTo>
                  <a:lnTo>
                    <a:pt x="132615" y="150876"/>
                  </a:lnTo>
                  <a:lnTo>
                    <a:pt x="134711" y="154319"/>
                  </a:lnTo>
                  <a:lnTo>
                    <a:pt x="134261" y="155067"/>
                  </a:lnTo>
                  <a:lnTo>
                    <a:pt x="134112" y="155815"/>
                  </a:lnTo>
                  <a:lnTo>
                    <a:pt x="134411" y="156713"/>
                  </a:lnTo>
                  <a:lnTo>
                    <a:pt x="134860" y="157312"/>
                  </a:lnTo>
                  <a:lnTo>
                    <a:pt x="135160" y="157612"/>
                  </a:lnTo>
                  <a:lnTo>
                    <a:pt x="135609" y="157911"/>
                  </a:lnTo>
                  <a:lnTo>
                    <a:pt x="136357" y="158061"/>
                  </a:lnTo>
                  <a:lnTo>
                    <a:pt x="137255" y="157911"/>
                  </a:lnTo>
                  <a:lnTo>
                    <a:pt x="137554" y="157612"/>
                  </a:lnTo>
                  <a:lnTo>
                    <a:pt x="138003" y="157312"/>
                  </a:lnTo>
                  <a:lnTo>
                    <a:pt x="138153" y="157013"/>
                  </a:lnTo>
                  <a:lnTo>
                    <a:pt x="138452" y="156564"/>
                  </a:lnTo>
                  <a:lnTo>
                    <a:pt x="138602" y="155815"/>
                  </a:lnTo>
                  <a:lnTo>
                    <a:pt x="138452" y="154917"/>
                  </a:lnTo>
                  <a:lnTo>
                    <a:pt x="138303" y="154618"/>
                  </a:lnTo>
                  <a:lnTo>
                    <a:pt x="138003" y="154319"/>
                  </a:lnTo>
                  <a:lnTo>
                    <a:pt x="137405" y="153870"/>
                  </a:lnTo>
                  <a:lnTo>
                    <a:pt x="136806" y="153570"/>
                  </a:lnTo>
                  <a:lnTo>
                    <a:pt x="136207" y="153570"/>
                  </a:lnTo>
                  <a:lnTo>
                    <a:pt x="135609" y="153720"/>
                  </a:lnTo>
                  <a:lnTo>
                    <a:pt x="133513" y="150277"/>
                  </a:lnTo>
                  <a:lnTo>
                    <a:pt x="136656" y="148182"/>
                  </a:lnTo>
                  <a:lnTo>
                    <a:pt x="139650" y="145637"/>
                  </a:lnTo>
                  <a:close/>
                  <a:moveTo>
                    <a:pt x="67954" y="163748"/>
                  </a:moveTo>
                  <a:lnTo>
                    <a:pt x="68553" y="163898"/>
                  </a:lnTo>
                  <a:lnTo>
                    <a:pt x="68403" y="164497"/>
                  </a:lnTo>
                  <a:lnTo>
                    <a:pt x="68104" y="165395"/>
                  </a:lnTo>
                  <a:lnTo>
                    <a:pt x="65110" y="176172"/>
                  </a:lnTo>
                  <a:lnTo>
                    <a:pt x="62117" y="174376"/>
                  </a:lnTo>
                  <a:lnTo>
                    <a:pt x="58973" y="172430"/>
                  </a:lnTo>
                  <a:lnTo>
                    <a:pt x="58973" y="172430"/>
                  </a:lnTo>
                  <a:lnTo>
                    <a:pt x="60320" y="173178"/>
                  </a:lnTo>
                  <a:lnTo>
                    <a:pt x="61218" y="173627"/>
                  </a:lnTo>
                  <a:lnTo>
                    <a:pt x="62117" y="173927"/>
                  </a:lnTo>
                  <a:lnTo>
                    <a:pt x="62117" y="173777"/>
                  </a:lnTo>
                  <a:lnTo>
                    <a:pt x="60320" y="172729"/>
                  </a:lnTo>
                  <a:lnTo>
                    <a:pt x="59273" y="172130"/>
                  </a:lnTo>
                  <a:lnTo>
                    <a:pt x="60021" y="171532"/>
                  </a:lnTo>
                  <a:lnTo>
                    <a:pt x="61218" y="172130"/>
                  </a:lnTo>
                  <a:lnTo>
                    <a:pt x="61967" y="172579"/>
                  </a:lnTo>
                  <a:lnTo>
                    <a:pt x="62865" y="173028"/>
                  </a:lnTo>
                  <a:lnTo>
                    <a:pt x="63015" y="172879"/>
                  </a:lnTo>
                  <a:lnTo>
                    <a:pt x="62117" y="172280"/>
                  </a:lnTo>
                  <a:lnTo>
                    <a:pt x="61368" y="171981"/>
                  </a:lnTo>
                  <a:lnTo>
                    <a:pt x="60171" y="171382"/>
                  </a:lnTo>
                  <a:lnTo>
                    <a:pt x="60769" y="170634"/>
                  </a:lnTo>
                  <a:lnTo>
                    <a:pt x="61967" y="171382"/>
                  </a:lnTo>
                  <a:lnTo>
                    <a:pt x="62715" y="171681"/>
                  </a:lnTo>
                  <a:lnTo>
                    <a:pt x="63314" y="171831"/>
                  </a:lnTo>
                  <a:lnTo>
                    <a:pt x="63464" y="171831"/>
                  </a:lnTo>
                  <a:lnTo>
                    <a:pt x="63314" y="171681"/>
                  </a:lnTo>
                  <a:lnTo>
                    <a:pt x="61817" y="170933"/>
                  </a:lnTo>
                  <a:lnTo>
                    <a:pt x="60919" y="170484"/>
                  </a:lnTo>
                  <a:lnTo>
                    <a:pt x="61817" y="169586"/>
                  </a:lnTo>
                  <a:lnTo>
                    <a:pt x="62865" y="170185"/>
                  </a:lnTo>
                  <a:lnTo>
                    <a:pt x="63613" y="170634"/>
                  </a:lnTo>
                  <a:lnTo>
                    <a:pt x="64362" y="170783"/>
                  </a:lnTo>
                  <a:lnTo>
                    <a:pt x="64511" y="170783"/>
                  </a:lnTo>
                  <a:lnTo>
                    <a:pt x="63763" y="170334"/>
                  </a:lnTo>
                  <a:lnTo>
                    <a:pt x="63015" y="169885"/>
                  </a:lnTo>
                  <a:lnTo>
                    <a:pt x="62117" y="169436"/>
                  </a:lnTo>
                  <a:lnTo>
                    <a:pt x="62715" y="168837"/>
                  </a:lnTo>
                  <a:lnTo>
                    <a:pt x="63464" y="169286"/>
                  </a:lnTo>
                  <a:lnTo>
                    <a:pt x="64212" y="169586"/>
                  </a:lnTo>
                  <a:lnTo>
                    <a:pt x="64960" y="169885"/>
                  </a:lnTo>
                  <a:lnTo>
                    <a:pt x="64960" y="169736"/>
                  </a:lnTo>
                  <a:lnTo>
                    <a:pt x="63314" y="168837"/>
                  </a:lnTo>
                  <a:lnTo>
                    <a:pt x="62865" y="168538"/>
                  </a:lnTo>
                  <a:lnTo>
                    <a:pt x="63464" y="168089"/>
                  </a:lnTo>
                  <a:lnTo>
                    <a:pt x="63913" y="168239"/>
                  </a:lnTo>
                  <a:lnTo>
                    <a:pt x="65409" y="168987"/>
                  </a:lnTo>
                  <a:lnTo>
                    <a:pt x="65559" y="168837"/>
                  </a:lnTo>
                  <a:lnTo>
                    <a:pt x="65409" y="168837"/>
                  </a:lnTo>
                  <a:lnTo>
                    <a:pt x="64212" y="168089"/>
                  </a:lnTo>
                  <a:lnTo>
                    <a:pt x="63613" y="167790"/>
                  </a:lnTo>
                  <a:lnTo>
                    <a:pt x="64362" y="167191"/>
                  </a:lnTo>
                  <a:lnTo>
                    <a:pt x="64811" y="167490"/>
                  </a:lnTo>
                  <a:lnTo>
                    <a:pt x="65858" y="168089"/>
                  </a:lnTo>
                  <a:lnTo>
                    <a:pt x="66008" y="167939"/>
                  </a:lnTo>
                  <a:lnTo>
                    <a:pt x="65260" y="167490"/>
                  </a:lnTo>
                  <a:lnTo>
                    <a:pt x="64511" y="167041"/>
                  </a:lnTo>
                  <a:lnTo>
                    <a:pt x="65110" y="166592"/>
                  </a:lnTo>
                  <a:lnTo>
                    <a:pt x="65260" y="166592"/>
                  </a:lnTo>
                  <a:lnTo>
                    <a:pt x="65858" y="166892"/>
                  </a:lnTo>
                  <a:lnTo>
                    <a:pt x="66457" y="167041"/>
                  </a:lnTo>
                  <a:lnTo>
                    <a:pt x="65409" y="166443"/>
                  </a:lnTo>
                  <a:lnTo>
                    <a:pt x="65260" y="166293"/>
                  </a:lnTo>
                  <a:lnTo>
                    <a:pt x="65709" y="165844"/>
                  </a:lnTo>
                  <a:lnTo>
                    <a:pt x="66906" y="166293"/>
                  </a:lnTo>
                  <a:lnTo>
                    <a:pt x="67056" y="166293"/>
                  </a:lnTo>
                  <a:lnTo>
                    <a:pt x="67056" y="166143"/>
                  </a:lnTo>
                  <a:lnTo>
                    <a:pt x="66008" y="165694"/>
                  </a:lnTo>
                  <a:lnTo>
                    <a:pt x="66457" y="165095"/>
                  </a:lnTo>
                  <a:lnTo>
                    <a:pt x="66607" y="165245"/>
                  </a:lnTo>
                  <a:lnTo>
                    <a:pt x="67056" y="165395"/>
                  </a:lnTo>
                  <a:lnTo>
                    <a:pt x="67655" y="165545"/>
                  </a:lnTo>
                  <a:lnTo>
                    <a:pt x="67655" y="165395"/>
                  </a:lnTo>
                  <a:lnTo>
                    <a:pt x="66906" y="164946"/>
                  </a:lnTo>
                  <a:lnTo>
                    <a:pt x="66607" y="164946"/>
                  </a:lnTo>
                  <a:lnTo>
                    <a:pt x="66906" y="164646"/>
                  </a:lnTo>
                  <a:lnTo>
                    <a:pt x="67206" y="164497"/>
                  </a:lnTo>
                  <a:lnTo>
                    <a:pt x="67954" y="164646"/>
                  </a:lnTo>
                  <a:lnTo>
                    <a:pt x="67954" y="164497"/>
                  </a:lnTo>
                  <a:lnTo>
                    <a:pt x="67355" y="164197"/>
                  </a:lnTo>
                  <a:lnTo>
                    <a:pt x="67655" y="163898"/>
                  </a:lnTo>
                  <a:lnTo>
                    <a:pt x="67954" y="163748"/>
                  </a:lnTo>
                  <a:close/>
                  <a:moveTo>
                    <a:pt x="141446" y="163748"/>
                  </a:moveTo>
                  <a:lnTo>
                    <a:pt x="141745" y="163898"/>
                  </a:lnTo>
                  <a:lnTo>
                    <a:pt x="142045" y="164197"/>
                  </a:lnTo>
                  <a:lnTo>
                    <a:pt x="141446" y="164497"/>
                  </a:lnTo>
                  <a:lnTo>
                    <a:pt x="141446" y="164646"/>
                  </a:lnTo>
                  <a:lnTo>
                    <a:pt x="142194" y="164497"/>
                  </a:lnTo>
                  <a:lnTo>
                    <a:pt x="142494" y="164646"/>
                  </a:lnTo>
                  <a:lnTo>
                    <a:pt x="142793" y="164946"/>
                  </a:lnTo>
                  <a:lnTo>
                    <a:pt x="142643" y="164946"/>
                  </a:lnTo>
                  <a:lnTo>
                    <a:pt x="141745" y="165395"/>
                  </a:lnTo>
                  <a:lnTo>
                    <a:pt x="141895" y="165545"/>
                  </a:lnTo>
                  <a:lnTo>
                    <a:pt x="142344" y="165395"/>
                  </a:lnTo>
                  <a:lnTo>
                    <a:pt x="142793" y="165245"/>
                  </a:lnTo>
                  <a:lnTo>
                    <a:pt x="142943" y="165095"/>
                  </a:lnTo>
                  <a:lnTo>
                    <a:pt x="143542" y="165694"/>
                  </a:lnTo>
                  <a:lnTo>
                    <a:pt x="142344" y="166143"/>
                  </a:lnTo>
                  <a:lnTo>
                    <a:pt x="142344" y="166293"/>
                  </a:lnTo>
                  <a:lnTo>
                    <a:pt x="142494" y="166293"/>
                  </a:lnTo>
                  <a:lnTo>
                    <a:pt x="143691" y="165844"/>
                  </a:lnTo>
                  <a:lnTo>
                    <a:pt x="144140" y="166293"/>
                  </a:lnTo>
                  <a:lnTo>
                    <a:pt x="143991" y="166443"/>
                  </a:lnTo>
                  <a:lnTo>
                    <a:pt x="142943" y="167041"/>
                  </a:lnTo>
                  <a:lnTo>
                    <a:pt x="143093" y="167041"/>
                  </a:lnTo>
                  <a:lnTo>
                    <a:pt x="143542" y="166892"/>
                  </a:lnTo>
                  <a:lnTo>
                    <a:pt x="144140" y="166592"/>
                  </a:lnTo>
                  <a:lnTo>
                    <a:pt x="144440" y="166592"/>
                  </a:lnTo>
                  <a:lnTo>
                    <a:pt x="145038" y="167041"/>
                  </a:lnTo>
                  <a:lnTo>
                    <a:pt x="144140" y="167490"/>
                  </a:lnTo>
                  <a:lnTo>
                    <a:pt x="143542" y="167939"/>
                  </a:lnTo>
                  <a:lnTo>
                    <a:pt x="143542" y="168089"/>
                  </a:lnTo>
                  <a:lnTo>
                    <a:pt x="144589" y="167490"/>
                  </a:lnTo>
                  <a:lnTo>
                    <a:pt x="145188" y="167191"/>
                  </a:lnTo>
                  <a:lnTo>
                    <a:pt x="145787" y="167790"/>
                  </a:lnTo>
                  <a:lnTo>
                    <a:pt x="145338" y="168089"/>
                  </a:lnTo>
                  <a:lnTo>
                    <a:pt x="143991" y="168837"/>
                  </a:lnTo>
                  <a:lnTo>
                    <a:pt x="143991" y="168987"/>
                  </a:lnTo>
                  <a:lnTo>
                    <a:pt x="145487" y="168239"/>
                  </a:lnTo>
                  <a:lnTo>
                    <a:pt x="145936" y="168089"/>
                  </a:lnTo>
                  <a:lnTo>
                    <a:pt x="146535" y="168538"/>
                  </a:lnTo>
                  <a:lnTo>
                    <a:pt x="146236" y="168837"/>
                  </a:lnTo>
                  <a:lnTo>
                    <a:pt x="144440" y="169736"/>
                  </a:lnTo>
                  <a:lnTo>
                    <a:pt x="144440" y="169885"/>
                  </a:lnTo>
                  <a:lnTo>
                    <a:pt x="145188" y="169586"/>
                  </a:lnTo>
                  <a:lnTo>
                    <a:pt x="145936" y="169286"/>
                  </a:lnTo>
                  <a:lnTo>
                    <a:pt x="146685" y="168837"/>
                  </a:lnTo>
                  <a:lnTo>
                    <a:pt x="147433" y="169436"/>
                  </a:lnTo>
                  <a:lnTo>
                    <a:pt x="146535" y="169885"/>
                  </a:lnTo>
                  <a:lnTo>
                    <a:pt x="145787" y="170334"/>
                  </a:lnTo>
                  <a:lnTo>
                    <a:pt x="145038" y="170783"/>
                  </a:lnTo>
                  <a:lnTo>
                    <a:pt x="145787" y="170634"/>
                  </a:lnTo>
                  <a:lnTo>
                    <a:pt x="146685" y="170185"/>
                  </a:lnTo>
                  <a:lnTo>
                    <a:pt x="147583" y="169586"/>
                  </a:lnTo>
                  <a:lnTo>
                    <a:pt x="148481" y="170484"/>
                  </a:lnTo>
                  <a:lnTo>
                    <a:pt x="147583" y="170933"/>
                  </a:lnTo>
                  <a:lnTo>
                    <a:pt x="146086" y="171681"/>
                  </a:lnTo>
                  <a:lnTo>
                    <a:pt x="146086" y="171831"/>
                  </a:lnTo>
                  <a:lnTo>
                    <a:pt x="146834" y="171681"/>
                  </a:lnTo>
                  <a:lnTo>
                    <a:pt x="147433" y="171382"/>
                  </a:lnTo>
                  <a:lnTo>
                    <a:pt x="148631" y="170634"/>
                  </a:lnTo>
                  <a:lnTo>
                    <a:pt x="149379" y="171382"/>
                  </a:lnTo>
                  <a:lnTo>
                    <a:pt x="148032" y="171981"/>
                  </a:lnTo>
                  <a:lnTo>
                    <a:pt x="147283" y="172280"/>
                  </a:lnTo>
                  <a:lnTo>
                    <a:pt x="146535" y="172879"/>
                  </a:lnTo>
                  <a:lnTo>
                    <a:pt x="146535" y="173028"/>
                  </a:lnTo>
                  <a:lnTo>
                    <a:pt x="147433" y="172579"/>
                  </a:lnTo>
                  <a:lnTo>
                    <a:pt x="148182" y="172130"/>
                  </a:lnTo>
                  <a:lnTo>
                    <a:pt x="149529" y="171532"/>
                  </a:lnTo>
                  <a:lnTo>
                    <a:pt x="150127" y="172130"/>
                  </a:lnTo>
                  <a:lnTo>
                    <a:pt x="149080" y="172729"/>
                  </a:lnTo>
                  <a:lnTo>
                    <a:pt x="147283" y="173777"/>
                  </a:lnTo>
                  <a:lnTo>
                    <a:pt x="147283" y="173927"/>
                  </a:lnTo>
                  <a:lnTo>
                    <a:pt x="147433" y="173927"/>
                  </a:lnTo>
                  <a:lnTo>
                    <a:pt x="148331" y="173627"/>
                  </a:lnTo>
                  <a:lnTo>
                    <a:pt x="149080" y="173178"/>
                  </a:lnTo>
                  <a:lnTo>
                    <a:pt x="150277" y="172430"/>
                  </a:lnTo>
                  <a:lnTo>
                    <a:pt x="147283" y="174376"/>
                  </a:lnTo>
                  <a:lnTo>
                    <a:pt x="144290" y="176172"/>
                  </a:lnTo>
                  <a:lnTo>
                    <a:pt x="141296" y="165395"/>
                  </a:lnTo>
                  <a:lnTo>
                    <a:pt x="140997" y="164347"/>
                  </a:lnTo>
                  <a:lnTo>
                    <a:pt x="140847" y="163898"/>
                  </a:lnTo>
                  <a:lnTo>
                    <a:pt x="141446" y="163748"/>
                  </a:lnTo>
                  <a:close/>
                  <a:moveTo>
                    <a:pt x="69002" y="165844"/>
                  </a:moveTo>
                  <a:lnTo>
                    <a:pt x="73342" y="168239"/>
                  </a:lnTo>
                  <a:lnTo>
                    <a:pt x="77683" y="170185"/>
                  </a:lnTo>
                  <a:lnTo>
                    <a:pt x="82323" y="171981"/>
                  </a:lnTo>
                  <a:lnTo>
                    <a:pt x="87113" y="173328"/>
                  </a:lnTo>
                  <a:lnTo>
                    <a:pt x="82024" y="183207"/>
                  </a:lnTo>
                  <a:lnTo>
                    <a:pt x="77982" y="181859"/>
                  </a:lnTo>
                  <a:lnTo>
                    <a:pt x="73791" y="180363"/>
                  </a:lnTo>
                  <a:lnTo>
                    <a:pt x="69900" y="178716"/>
                  </a:lnTo>
                  <a:lnTo>
                    <a:pt x="66008" y="176770"/>
                  </a:lnTo>
                  <a:lnTo>
                    <a:pt x="69002" y="165844"/>
                  </a:lnTo>
                  <a:close/>
                  <a:moveTo>
                    <a:pt x="140398" y="165844"/>
                  </a:moveTo>
                  <a:lnTo>
                    <a:pt x="143392" y="176621"/>
                  </a:lnTo>
                  <a:lnTo>
                    <a:pt x="139500" y="178567"/>
                  </a:lnTo>
                  <a:lnTo>
                    <a:pt x="135609" y="180363"/>
                  </a:lnTo>
                  <a:lnTo>
                    <a:pt x="131567" y="181859"/>
                  </a:lnTo>
                  <a:lnTo>
                    <a:pt x="127376" y="183207"/>
                  </a:lnTo>
                  <a:lnTo>
                    <a:pt x="122437" y="173328"/>
                  </a:lnTo>
                  <a:lnTo>
                    <a:pt x="127077" y="171981"/>
                  </a:lnTo>
                  <a:lnTo>
                    <a:pt x="131717" y="170185"/>
                  </a:lnTo>
                  <a:lnTo>
                    <a:pt x="136058" y="168239"/>
                  </a:lnTo>
                  <a:lnTo>
                    <a:pt x="140398" y="165844"/>
                  </a:lnTo>
                  <a:close/>
                  <a:moveTo>
                    <a:pt x="89358" y="172280"/>
                  </a:moveTo>
                  <a:lnTo>
                    <a:pt x="89358" y="172879"/>
                  </a:lnTo>
                  <a:lnTo>
                    <a:pt x="89508" y="173927"/>
                  </a:lnTo>
                  <a:lnTo>
                    <a:pt x="90106" y="185152"/>
                  </a:lnTo>
                  <a:lnTo>
                    <a:pt x="86514" y="184404"/>
                  </a:lnTo>
                  <a:lnTo>
                    <a:pt x="83071" y="183506"/>
                  </a:lnTo>
                  <a:lnTo>
                    <a:pt x="84568" y="183656"/>
                  </a:lnTo>
                  <a:lnTo>
                    <a:pt x="85466" y="183805"/>
                  </a:lnTo>
                  <a:lnTo>
                    <a:pt x="86364" y="183955"/>
                  </a:lnTo>
                  <a:lnTo>
                    <a:pt x="86514" y="183805"/>
                  </a:lnTo>
                  <a:lnTo>
                    <a:pt x="84419" y="183356"/>
                  </a:lnTo>
                  <a:lnTo>
                    <a:pt x="83221" y="183207"/>
                  </a:lnTo>
                  <a:lnTo>
                    <a:pt x="83670" y="182309"/>
                  </a:lnTo>
                  <a:lnTo>
                    <a:pt x="85017" y="182458"/>
                  </a:lnTo>
                  <a:lnTo>
                    <a:pt x="85915" y="182608"/>
                  </a:lnTo>
                  <a:lnTo>
                    <a:pt x="86963" y="182758"/>
                  </a:lnTo>
                  <a:lnTo>
                    <a:pt x="86963" y="182608"/>
                  </a:lnTo>
                  <a:lnTo>
                    <a:pt x="85915" y="182309"/>
                  </a:lnTo>
                  <a:lnTo>
                    <a:pt x="85017" y="182159"/>
                  </a:lnTo>
                  <a:lnTo>
                    <a:pt x="83820" y="182009"/>
                  </a:lnTo>
                  <a:lnTo>
                    <a:pt x="84119" y="181261"/>
                  </a:lnTo>
                  <a:lnTo>
                    <a:pt x="85616" y="181560"/>
                  </a:lnTo>
                  <a:lnTo>
                    <a:pt x="86963" y="181560"/>
                  </a:lnTo>
                  <a:lnTo>
                    <a:pt x="86963" y="181410"/>
                  </a:lnTo>
                  <a:lnTo>
                    <a:pt x="85317" y="181111"/>
                  </a:lnTo>
                  <a:lnTo>
                    <a:pt x="84269" y="180961"/>
                  </a:lnTo>
                  <a:lnTo>
                    <a:pt x="84868" y="179914"/>
                  </a:lnTo>
                  <a:lnTo>
                    <a:pt x="86215" y="180213"/>
                  </a:lnTo>
                  <a:lnTo>
                    <a:pt x="87712" y="180213"/>
                  </a:lnTo>
                  <a:lnTo>
                    <a:pt x="87712" y="180063"/>
                  </a:lnTo>
                  <a:lnTo>
                    <a:pt x="86813" y="179914"/>
                  </a:lnTo>
                  <a:lnTo>
                    <a:pt x="85915" y="179764"/>
                  </a:lnTo>
                  <a:lnTo>
                    <a:pt x="85017" y="179614"/>
                  </a:lnTo>
                  <a:lnTo>
                    <a:pt x="85466" y="178716"/>
                  </a:lnTo>
                  <a:lnTo>
                    <a:pt x="86364" y="179016"/>
                  </a:lnTo>
                  <a:lnTo>
                    <a:pt x="87113" y="179165"/>
                  </a:lnTo>
                  <a:lnTo>
                    <a:pt x="87861" y="179165"/>
                  </a:lnTo>
                  <a:lnTo>
                    <a:pt x="87861" y="179016"/>
                  </a:lnTo>
                  <a:lnTo>
                    <a:pt x="85915" y="178716"/>
                  </a:lnTo>
                  <a:lnTo>
                    <a:pt x="85466" y="178567"/>
                  </a:lnTo>
                  <a:lnTo>
                    <a:pt x="85915" y="177818"/>
                  </a:lnTo>
                  <a:lnTo>
                    <a:pt x="86364" y="177968"/>
                  </a:lnTo>
                  <a:lnTo>
                    <a:pt x="87113" y="177968"/>
                  </a:lnTo>
                  <a:lnTo>
                    <a:pt x="88011" y="178118"/>
                  </a:lnTo>
                  <a:lnTo>
                    <a:pt x="88011" y="177968"/>
                  </a:lnTo>
                  <a:lnTo>
                    <a:pt x="86813" y="177668"/>
                  </a:lnTo>
                  <a:lnTo>
                    <a:pt x="86065" y="177668"/>
                  </a:lnTo>
                  <a:lnTo>
                    <a:pt x="86364" y="176920"/>
                  </a:lnTo>
                  <a:lnTo>
                    <a:pt x="87262" y="177070"/>
                  </a:lnTo>
                  <a:lnTo>
                    <a:pt x="88161" y="177070"/>
                  </a:lnTo>
                  <a:lnTo>
                    <a:pt x="88161" y="176920"/>
                  </a:lnTo>
                  <a:lnTo>
                    <a:pt x="87412" y="176770"/>
                  </a:lnTo>
                  <a:lnTo>
                    <a:pt x="86514" y="176621"/>
                  </a:lnTo>
                  <a:lnTo>
                    <a:pt x="86813" y="175872"/>
                  </a:lnTo>
                  <a:lnTo>
                    <a:pt x="87562" y="176022"/>
                  </a:lnTo>
                  <a:lnTo>
                    <a:pt x="88310" y="176022"/>
                  </a:lnTo>
                  <a:lnTo>
                    <a:pt x="88310" y="175872"/>
                  </a:lnTo>
                  <a:lnTo>
                    <a:pt x="87113" y="175723"/>
                  </a:lnTo>
                  <a:lnTo>
                    <a:pt x="86963" y="175723"/>
                  </a:lnTo>
                  <a:lnTo>
                    <a:pt x="87262" y="174974"/>
                  </a:lnTo>
                  <a:lnTo>
                    <a:pt x="88610" y="175124"/>
                  </a:lnTo>
                  <a:lnTo>
                    <a:pt x="88610" y="174974"/>
                  </a:lnTo>
                  <a:lnTo>
                    <a:pt x="87412" y="174825"/>
                  </a:lnTo>
                  <a:lnTo>
                    <a:pt x="87712" y="174226"/>
                  </a:lnTo>
                  <a:lnTo>
                    <a:pt x="88011" y="174226"/>
                  </a:lnTo>
                  <a:lnTo>
                    <a:pt x="88909" y="174076"/>
                  </a:lnTo>
                  <a:lnTo>
                    <a:pt x="89059" y="174076"/>
                  </a:lnTo>
                  <a:lnTo>
                    <a:pt x="88909" y="173927"/>
                  </a:lnTo>
                  <a:lnTo>
                    <a:pt x="87861" y="173927"/>
                  </a:lnTo>
                  <a:lnTo>
                    <a:pt x="88011" y="173627"/>
                  </a:lnTo>
                  <a:lnTo>
                    <a:pt x="88161" y="173178"/>
                  </a:lnTo>
                  <a:lnTo>
                    <a:pt x="88909" y="173178"/>
                  </a:lnTo>
                  <a:lnTo>
                    <a:pt x="88909" y="173028"/>
                  </a:lnTo>
                  <a:lnTo>
                    <a:pt x="88310" y="173028"/>
                  </a:lnTo>
                  <a:lnTo>
                    <a:pt x="88460" y="172729"/>
                  </a:lnTo>
                  <a:lnTo>
                    <a:pt x="88610" y="172280"/>
                  </a:lnTo>
                  <a:close/>
                  <a:moveTo>
                    <a:pt x="120790" y="172280"/>
                  </a:moveTo>
                  <a:lnTo>
                    <a:pt x="120940" y="172729"/>
                  </a:lnTo>
                  <a:lnTo>
                    <a:pt x="121090" y="173028"/>
                  </a:lnTo>
                  <a:lnTo>
                    <a:pt x="120491" y="173028"/>
                  </a:lnTo>
                  <a:lnTo>
                    <a:pt x="120491" y="173178"/>
                  </a:lnTo>
                  <a:lnTo>
                    <a:pt x="121239" y="173178"/>
                  </a:lnTo>
                  <a:lnTo>
                    <a:pt x="121389" y="173627"/>
                  </a:lnTo>
                  <a:lnTo>
                    <a:pt x="121539" y="173927"/>
                  </a:lnTo>
                  <a:lnTo>
                    <a:pt x="120491" y="173927"/>
                  </a:lnTo>
                  <a:lnTo>
                    <a:pt x="120491" y="174076"/>
                  </a:lnTo>
                  <a:lnTo>
                    <a:pt x="121389" y="174226"/>
                  </a:lnTo>
                  <a:lnTo>
                    <a:pt x="121688" y="174226"/>
                  </a:lnTo>
                  <a:lnTo>
                    <a:pt x="121988" y="174825"/>
                  </a:lnTo>
                  <a:lnTo>
                    <a:pt x="120790" y="174974"/>
                  </a:lnTo>
                  <a:lnTo>
                    <a:pt x="120790" y="175124"/>
                  </a:lnTo>
                  <a:lnTo>
                    <a:pt x="122138" y="174974"/>
                  </a:lnTo>
                  <a:lnTo>
                    <a:pt x="122437" y="175723"/>
                  </a:lnTo>
                  <a:lnTo>
                    <a:pt x="122287" y="175723"/>
                  </a:lnTo>
                  <a:lnTo>
                    <a:pt x="121090" y="175872"/>
                  </a:lnTo>
                  <a:lnTo>
                    <a:pt x="121090" y="176022"/>
                  </a:lnTo>
                  <a:lnTo>
                    <a:pt x="121838" y="176022"/>
                  </a:lnTo>
                  <a:lnTo>
                    <a:pt x="122587" y="175872"/>
                  </a:lnTo>
                  <a:lnTo>
                    <a:pt x="122886" y="176621"/>
                  </a:lnTo>
                  <a:lnTo>
                    <a:pt x="122138" y="176770"/>
                  </a:lnTo>
                  <a:lnTo>
                    <a:pt x="121239" y="176920"/>
                  </a:lnTo>
                  <a:lnTo>
                    <a:pt x="121239" y="177070"/>
                  </a:lnTo>
                  <a:lnTo>
                    <a:pt x="122138" y="177070"/>
                  </a:lnTo>
                  <a:lnTo>
                    <a:pt x="123036" y="176920"/>
                  </a:lnTo>
                  <a:lnTo>
                    <a:pt x="123485" y="177668"/>
                  </a:lnTo>
                  <a:lnTo>
                    <a:pt x="122736" y="177668"/>
                  </a:lnTo>
                  <a:lnTo>
                    <a:pt x="121389" y="177968"/>
                  </a:lnTo>
                  <a:lnTo>
                    <a:pt x="121389" y="178118"/>
                  </a:lnTo>
                  <a:lnTo>
                    <a:pt x="122287" y="177968"/>
                  </a:lnTo>
                  <a:lnTo>
                    <a:pt x="123185" y="177968"/>
                  </a:lnTo>
                  <a:lnTo>
                    <a:pt x="123634" y="177818"/>
                  </a:lnTo>
                  <a:lnTo>
                    <a:pt x="123934" y="178567"/>
                  </a:lnTo>
                  <a:lnTo>
                    <a:pt x="123485" y="178716"/>
                  </a:lnTo>
                  <a:lnTo>
                    <a:pt x="121539" y="179016"/>
                  </a:lnTo>
                  <a:lnTo>
                    <a:pt x="121539" y="179165"/>
                  </a:lnTo>
                  <a:lnTo>
                    <a:pt x="122287" y="179165"/>
                  </a:lnTo>
                  <a:lnTo>
                    <a:pt x="123036" y="179016"/>
                  </a:lnTo>
                  <a:lnTo>
                    <a:pt x="124083" y="178716"/>
                  </a:lnTo>
                  <a:lnTo>
                    <a:pt x="124532" y="179614"/>
                  </a:lnTo>
                  <a:lnTo>
                    <a:pt x="123634" y="179764"/>
                  </a:lnTo>
                  <a:lnTo>
                    <a:pt x="122736" y="179914"/>
                  </a:lnTo>
                  <a:lnTo>
                    <a:pt x="121838" y="180063"/>
                  </a:lnTo>
                  <a:lnTo>
                    <a:pt x="121838" y="180213"/>
                  </a:lnTo>
                  <a:lnTo>
                    <a:pt x="123185" y="180213"/>
                  </a:lnTo>
                  <a:lnTo>
                    <a:pt x="124532" y="179914"/>
                  </a:lnTo>
                  <a:lnTo>
                    <a:pt x="125131" y="180961"/>
                  </a:lnTo>
                  <a:lnTo>
                    <a:pt x="124233" y="181111"/>
                  </a:lnTo>
                  <a:lnTo>
                    <a:pt x="122437" y="181410"/>
                  </a:lnTo>
                  <a:lnTo>
                    <a:pt x="122437" y="181560"/>
                  </a:lnTo>
                  <a:lnTo>
                    <a:pt x="123784" y="181560"/>
                  </a:lnTo>
                  <a:lnTo>
                    <a:pt x="125281" y="181261"/>
                  </a:lnTo>
                  <a:lnTo>
                    <a:pt x="125730" y="182009"/>
                  </a:lnTo>
                  <a:lnTo>
                    <a:pt x="124383" y="182159"/>
                  </a:lnTo>
                  <a:lnTo>
                    <a:pt x="123485" y="182309"/>
                  </a:lnTo>
                  <a:lnTo>
                    <a:pt x="122437" y="182608"/>
                  </a:lnTo>
                  <a:lnTo>
                    <a:pt x="122437" y="182758"/>
                  </a:lnTo>
                  <a:lnTo>
                    <a:pt x="122587" y="182758"/>
                  </a:lnTo>
                  <a:lnTo>
                    <a:pt x="123485" y="182608"/>
                  </a:lnTo>
                  <a:lnTo>
                    <a:pt x="124383" y="182458"/>
                  </a:lnTo>
                  <a:lnTo>
                    <a:pt x="125730" y="182309"/>
                  </a:lnTo>
                  <a:lnTo>
                    <a:pt x="126179" y="183207"/>
                  </a:lnTo>
                  <a:lnTo>
                    <a:pt x="124981" y="183356"/>
                  </a:lnTo>
                  <a:lnTo>
                    <a:pt x="123036" y="183805"/>
                  </a:lnTo>
                  <a:lnTo>
                    <a:pt x="122886" y="183805"/>
                  </a:lnTo>
                  <a:lnTo>
                    <a:pt x="123036" y="183955"/>
                  </a:lnTo>
                  <a:lnTo>
                    <a:pt x="123934" y="183805"/>
                  </a:lnTo>
                  <a:lnTo>
                    <a:pt x="124832" y="183656"/>
                  </a:lnTo>
                  <a:lnTo>
                    <a:pt x="126329" y="183506"/>
                  </a:lnTo>
                  <a:lnTo>
                    <a:pt x="126478" y="183506"/>
                  </a:lnTo>
                  <a:lnTo>
                    <a:pt x="122886" y="184404"/>
                  </a:lnTo>
                  <a:lnTo>
                    <a:pt x="119294" y="185152"/>
                  </a:lnTo>
                  <a:lnTo>
                    <a:pt x="120042" y="173927"/>
                  </a:lnTo>
                  <a:lnTo>
                    <a:pt x="120042" y="172879"/>
                  </a:lnTo>
                  <a:lnTo>
                    <a:pt x="120042" y="172280"/>
                  </a:lnTo>
                  <a:close/>
                  <a:moveTo>
                    <a:pt x="90406" y="174076"/>
                  </a:moveTo>
                  <a:lnTo>
                    <a:pt x="94746" y="174825"/>
                  </a:lnTo>
                  <a:lnTo>
                    <a:pt x="99237" y="175274"/>
                  </a:lnTo>
                  <a:lnTo>
                    <a:pt x="100883" y="186350"/>
                  </a:lnTo>
                  <a:lnTo>
                    <a:pt x="95944" y="185901"/>
                  </a:lnTo>
                  <a:lnTo>
                    <a:pt x="91154" y="185302"/>
                  </a:lnTo>
                  <a:lnTo>
                    <a:pt x="90406" y="174076"/>
                  </a:lnTo>
                  <a:close/>
                  <a:moveTo>
                    <a:pt x="118994" y="174076"/>
                  </a:moveTo>
                  <a:lnTo>
                    <a:pt x="118246" y="185302"/>
                  </a:lnTo>
                  <a:lnTo>
                    <a:pt x="113756" y="185901"/>
                  </a:lnTo>
                  <a:lnTo>
                    <a:pt x="109265" y="186350"/>
                  </a:lnTo>
                  <a:lnTo>
                    <a:pt x="110762" y="175274"/>
                  </a:lnTo>
                  <a:lnTo>
                    <a:pt x="114953" y="174825"/>
                  </a:lnTo>
                  <a:lnTo>
                    <a:pt x="118994" y="174076"/>
                  </a:lnTo>
                  <a:close/>
                  <a:moveTo>
                    <a:pt x="15716" y="108218"/>
                  </a:moveTo>
                  <a:lnTo>
                    <a:pt x="19608" y="108816"/>
                  </a:lnTo>
                  <a:lnTo>
                    <a:pt x="20057" y="113905"/>
                  </a:lnTo>
                  <a:lnTo>
                    <a:pt x="20805" y="118845"/>
                  </a:lnTo>
                  <a:lnTo>
                    <a:pt x="21703" y="123635"/>
                  </a:lnTo>
                  <a:lnTo>
                    <a:pt x="22901" y="128424"/>
                  </a:lnTo>
                  <a:lnTo>
                    <a:pt x="24398" y="133064"/>
                  </a:lnTo>
                  <a:lnTo>
                    <a:pt x="26194" y="137555"/>
                  </a:lnTo>
                  <a:lnTo>
                    <a:pt x="28140" y="141895"/>
                  </a:lnTo>
                  <a:lnTo>
                    <a:pt x="30385" y="146236"/>
                  </a:lnTo>
                  <a:lnTo>
                    <a:pt x="32780" y="150277"/>
                  </a:lnTo>
                  <a:lnTo>
                    <a:pt x="35474" y="154319"/>
                  </a:lnTo>
                  <a:lnTo>
                    <a:pt x="38318" y="158061"/>
                  </a:lnTo>
                  <a:lnTo>
                    <a:pt x="41461" y="161653"/>
                  </a:lnTo>
                  <a:lnTo>
                    <a:pt x="44754" y="165095"/>
                  </a:lnTo>
                  <a:lnTo>
                    <a:pt x="48196" y="168388"/>
                  </a:lnTo>
                  <a:lnTo>
                    <a:pt x="51938" y="171382"/>
                  </a:lnTo>
                  <a:lnTo>
                    <a:pt x="55680" y="174376"/>
                  </a:lnTo>
                  <a:lnTo>
                    <a:pt x="56129" y="174675"/>
                  </a:lnTo>
                  <a:lnTo>
                    <a:pt x="57177" y="175573"/>
                  </a:lnTo>
                  <a:lnTo>
                    <a:pt x="58375" y="176321"/>
                  </a:lnTo>
                  <a:lnTo>
                    <a:pt x="61218" y="177968"/>
                  </a:lnTo>
                  <a:lnTo>
                    <a:pt x="64661" y="179764"/>
                  </a:lnTo>
                  <a:lnTo>
                    <a:pt x="64960" y="179914"/>
                  </a:lnTo>
                  <a:lnTo>
                    <a:pt x="64960" y="180063"/>
                  </a:lnTo>
                  <a:lnTo>
                    <a:pt x="65110" y="180063"/>
                  </a:lnTo>
                  <a:lnTo>
                    <a:pt x="68852" y="181859"/>
                  </a:lnTo>
                  <a:lnTo>
                    <a:pt x="72594" y="183656"/>
                  </a:lnTo>
                  <a:lnTo>
                    <a:pt x="76486" y="185003"/>
                  </a:lnTo>
                  <a:lnTo>
                    <a:pt x="80527" y="186350"/>
                  </a:lnTo>
                  <a:lnTo>
                    <a:pt x="80976" y="186500"/>
                  </a:lnTo>
                  <a:lnTo>
                    <a:pt x="82323" y="186949"/>
                  </a:lnTo>
                  <a:lnTo>
                    <a:pt x="83820" y="187398"/>
                  </a:lnTo>
                  <a:lnTo>
                    <a:pt x="86963" y="187996"/>
                  </a:lnTo>
                  <a:lnTo>
                    <a:pt x="90555" y="188745"/>
                  </a:lnTo>
                  <a:lnTo>
                    <a:pt x="94148" y="189194"/>
                  </a:lnTo>
                  <a:lnTo>
                    <a:pt x="97740" y="189643"/>
                  </a:lnTo>
                  <a:lnTo>
                    <a:pt x="101482" y="189792"/>
                  </a:lnTo>
                  <a:lnTo>
                    <a:pt x="102081" y="193684"/>
                  </a:lnTo>
                  <a:lnTo>
                    <a:pt x="97740" y="193534"/>
                  </a:lnTo>
                  <a:lnTo>
                    <a:pt x="93399" y="193085"/>
                  </a:lnTo>
                  <a:lnTo>
                    <a:pt x="89208" y="192487"/>
                  </a:lnTo>
                  <a:lnTo>
                    <a:pt x="85017" y="191589"/>
                  </a:lnTo>
                  <a:lnTo>
                    <a:pt x="80976" y="190541"/>
                  </a:lnTo>
                  <a:lnTo>
                    <a:pt x="76935" y="189343"/>
                  </a:lnTo>
                  <a:lnTo>
                    <a:pt x="72893" y="187996"/>
                  </a:lnTo>
                  <a:lnTo>
                    <a:pt x="69151" y="186350"/>
                  </a:lnTo>
                  <a:lnTo>
                    <a:pt x="65409" y="184554"/>
                  </a:lnTo>
                  <a:lnTo>
                    <a:pt x="61667" y="182758"/>
                  </a:lnTo>
                  <a:lnTo>
                    <a:pt x="58075" y="180662"/>
                  </a:lnTo>
                  <a:lnTo>
                    <a:pt x="54633" y="178417"/>
                  </a:lnTo>
                  <a:lnTo>
                    <a:pt x="51340" y="176022"/>
                  </a:lnTo>
                  <a:lnTo>
                    <a:pt x="48196" y="173477"/>
                  </a:lnTo>
                  <a:lnTo>
                    <a:pt x="45053" y="170783"/>
                  </a:lnTo>
                  <a:lnTo>
                    <a:pt x="42060" y="167939"/>
                  </a:lnTo>
                  <a:lnTo>
                    <a:pt x="39216" y="164946"/>
                  </a:lnTo>
                  <a:lnTo>
                    <a:pt x="36522" y="161952"/>
                  </a:lnTo>
                  <a:lnTo>
                    <a:pt x="33977" y="158809"/>
                  </a:lnTo>
                  <a:lnTo>
                    <a:pt x="31582" y="155366"/>
                  </a:lnTo>
                  <a:lnTo>
                    <a:pt x="29187" y="152073"/>
                  </a:lnTo>
                  <a:lnTo>
                    <a:pt x="27092" y="148481"/>
                  </a:lnTo>
                  <a:lnTo>
                    <a:pt x="25146" y="144889"/>
                  </a:lnTo>
                  <a:lnTo>
                    <a:pt x="23350" y="141147"/>
                  </a:lnTo>
                  <a:lnTo>
                    <a:pt x="21853" y="137255"/>
                  </a:lnTo>
                  <a:lnTo>
                    <a:pt x="20356" y="133364"/>
                  </a:lnTo>
                  <a:lnTo>
                    <a:pt x="19159" y="129322"/>
                  </a:lnTo>
                  <a:lnTo>
                    <a:pt x="18111" y="125281"/>
                  </a:lnTo>
                  <a:lnTo>
                    <a:pt x="17213" y="121090"/>
                  </a:lnTo>
                  <a:lnTo>
                    <a:pt x="16465" y="116899"/>
                  </a:lnTo>
                  <a:lnTo>
                    <a:pt x="16016" y="112558"/>
                  </a:lnTo>
                  <a:lnTo>
                    <a:pt x="15716" y="108218"/>
                  </a:lnTo>
                  <a:close/>
                  <a:moveTo>
                    <a:pt x="193684" y="107469"/>
                  </a:moveTo>
                  <a:lnTo>
                    <a:pt x="193534" y="111810"/>
                  </a:lnTo>
                  <a:lnTo>
                    <a:pt x="193085" y="116001"/>
                  </a:lnTo>
                  <a:lnTo>
                    <a:pt x="192337" y="120342"/>
                  </a:lnTo>
                  <a:lnTo>
                    <a:pt x="191588" y="124383"/>
                  </a:lnTo>
                  <a:lnTo>
                    <a:pt x="190541" y="128574"/>
                  </a:lnTo>
                  <a:lnTo>
                    <a:pt x="189343" y="132615"/>
                  </a:lnTo>
                  <a:lnTo>
                    <a:pt x="187846" y="136507"/>
                  </a:lnTo>
                  <a:lnTo>
                    <a:pt x="186350" y="140399"/>
                  </a:lnTo>
                  <a:lnTo>
                    <a:pt x="184553" y="144140"/>
                  </a:lnTo>
                  <a:lnTo>
                    <a:pt x="182608" y="147733"/>
                  </a:lnTo>
                  <a:lnTo>
                    <a:pt x="180512" y="151325"/>
                  </a:lnTo>
                  <a:lnTo>
                    <a:pt x="178267" y="154768"/>
                  </a:lnTo>
                  <a:lnTo>
                    <a:pt x="175872" y="158061"/>
                  </a:lnTo>
                  <a:lnTo>
                    <a:pt x="173477" y="161354"/>
                  </a:lnTo>
                  <a:lnTo>
                    <a:pt x="170783" y="164347"/>
                  </a:lnTo>
                  <a:lnTo>
                    <a:pt x="167939" y="167341"/>
                  </a:lnTo>
                  <a:lnTo>
                    <a:pt x="164946" y="170185"/>
                  </a:lnTo>
                  <a:lnTo>
                    <a:pt x="161952" y="172879"/>
                  </a:lnTo>
                  <a:lnTo>
                    <a:pt x="158659" y="175573"/>
                  </a:lnTo>
                  <a:lnTo>
                    <a:pt x="155366" y="177968"/>
                  </a:lnTo>
                  <a:lnTo>
                    <a:pt x="151924" y="180213"/>
                  </a:lnTo>
                  <a:lnTo>
                    <a:pt x="148481" y="182309"/>
                  </a:lnTo>
                  <a:lnTo>
                    <a:pt x="144739" y="184254"/>
                  </a:lnTo>
                  <a:lnTo>
                    <a:pt x="140997" y="186050"/>
                  </a:lnTo>
                  <a:lnTo>
                    <a:pt x="137255" y="187697"/>
                  </a:lnTo>
                  <a:lnTo>
                    <a:pt x="133214" y="189044"/>
                  </a:lnTo>
                  <a:lnTo>
                    <a:pt x="129322" y="190391"/>
                  </a:lnTo>
                  <a:lnTo>
                    <a:pt x="125131" y="191439"/>
                  </a:lnTo>
                  <a:lnTo>
                    <a:pt x="121090" y="192337"/>
                  </a:lnTo>
                  <a:lnTo>
                    <a:pt x="116899" y="192936"/>
                  </a:lnTo>
                  <a:lnTo>
                    <a:pt x="112558" y="193385"/>
                  </a:lnTo>
                  <a:lnTo>
                    <a:pt x="108217" y="193684"/>
                  </a:lnTo>
                  <a:lnTo>
                    <a:pt x="108816" y="189792"/>
                  </a:lnTo>
                  <a:lnTo>
                    <a:pt x="112109" y="189493"/>
                  </a:lnTo>
                  <a:lnTo>
                    <a:pt x="115552" y="189194"/>
                  </a:lnTo>
                  <a:lnTo>
                    <a:pt x="118845" y="188745"/>
                  </a:lnTo>
                  <a:lnTo>
                    <a:pt x="122138" y="187996"/>
                  </a:lnTo>
                  <a:lnTo>
                    <a:pt x="125430" y="187398"/>
                  </a:lnTo>
                  <a:lnTo>
                    <a:pt x="127077" y="186949"/>
                  </a:lnTo>
                  <a:lnTo>
                    <a:pt x="128424" y="186500"/>
                  </a:lnTo>
                  <a:lnTo>
                    <a:pt x="128873" y="186350"/>
                  </a:lnTo>
                  <a:lnTo>
                    <a:pt x="132615" y="185152"/>
                  </a:lnTo>
                  <a:lnTo>
                    <a:pt x="136357" y="183805"/>
                  </a:lnTo>
                  <a:lnTo>
                    <a:pt x="139949" y="182309"/>
                  </a:lnTo>
                  <a:lnTo>
                    <a:pt x="143392" y="180512"/>
                  </a:lnTo>
                  <a:lnTo>
                    <a:pt x="144290" y="180063"/>
                  </a:lnTo>
                  <a:lnTo>
                    <a:pt x="144889" y="179764"/>
                  </a:lnTo>
                  <a:lnTo>
                    <a:pt x="148182" y="177968"/>
                  </a:lnTo>
                  <a:lnTo>
                    <a:pt x="151025" y="176321"/>
                  </a:lnTo>
                  <a:lnTo>
                    <a:pt x="152223" y="175573"/>
                  </a:lnTo>
                  <a:lnTo>
                    <a:pt x="153420" y="174675"/>
                  </a:lnTo>
                  <a:lnTo>
                    <a:pt x="153869" y="174376"/>
                  </a:lnTo>
                  <a:lnTo>
                    <a:pt x="153720" y="174226"/>
                  </a:lnTo>
                  <a:lnTo>
                    <a:pt x="156863" y="171981"/>
                  </a:lnTo>
                  <a:lnTo>
                    <a:pt x="160006" y="169436"/>
                  </a:lnTo>
                  <a:lnTo>
                    <a:pt x="161952" y="167790"/>
                  </a:lnTo>
                  <a:lnTo>
                    <a:pt x="164047" y="165694"/>
                  </a:lnTo>
                  <a:lnTo>
                    <a:pt x="165993" y="163748"/>
                  </a:lnTo>
                  <a:lnTo>
                    <a:pt x="168089" y="161503"/>
                  </a:lnTo>
                  <a:lnTo>
                    <a:pt x="169885" y="159408"/>
                  </a:lnTo>
                  <a:lnTo>
                    <a:pt x="170633" y="158510"/>
                  </a:lnTo>
                  <a:lnTo>
                    <a:pt x="172579" y="156115"/>
                  </a:lnTo>
                  <a:lnTo>
                    <a:pt x="173777" y="154468"/>
                  </a:lnTo>
                  <a:lnTo>
                    <a:pt x="174226" y="153870"/>
                  </a:lnTo>
                  <a:lnTo>
                    <a:pt x="175872" y="151325"/>
                  </a:lnTo>
                  <a:lnTo>
                    <a:pt x="177519" y="148781"/>
                  </a:lnTo>
                  <a:lnTo>
                    <a:pt x="179015" y="146236"/>
                  </a:lnTo>
                  <a:lnTo>
                    <a:pt x="180362" y="143542"/>
                  </a:lnTo>
                  <a:lnTo>
                    <a:pt x="181710" y="140848"/>
                  </a:lnTo>
                  <a:lnTo>
                    <a:pt x="183057" y="138153"/>
                  </a:lnTo>
                  <a:lnTo>
                    <a:pt x="184104" y="135309"/>
                  </a:lnTo>
                  <a:lnTo>
                    <a:pt x="185152" y="132466"/>
                  </a:lnTo>
                  <a:lnTo>
                    <a:pt x="186200" y="129472"/>
                  </a:lnTo>
                  <a:lnTo>
                    <a:pt x="186948" y="126478"/>
                  </a:lnTo>
                  <a:lnTo>
                    <a:pt x="187697" y="123485"/>
                  </a:lnTo>
                  <a:lnTo>
                    <a:pt x="188295" y="120491"/>
                  </a:lnTo>
                  <a:lnTo>
                    <a:pt x="188894" y="117498"/>
                  </a:lnTo>
                  <a:lnTo>
                    <a:pt x="189343" y="114354"/>
                  </a:lnTo>
                  <a:lnTo>
                    <a:pt x="189642" y="111211"/>
                  </a:lnTo>
                  <a:lnTo>
                    <a:pt x="189792" y="108068"/>
                  </a:lnTo>
                  <a:lnTo>
                    <a:pt x="193684" y="107469"/>
                  </a:lnTo>
                  <a:close/>
                  <a:moveTo>
                    <a:pt x="104925" y="105972"/>
                  </a:moveTo>
                  <a:lnTo>
                    <a:pt x="105523" y="106571"/>
                  </a:lnTo>
                  <a:lnTo>
                    <a:pt x="107020" y="108068"/>
                  </a:lnTo>
                  <a:lnTo>
                    <a:pt x="107170" y="108218"/>
                  </a:lnTo>
                  <a:lnTo>
                    <a:pt x="108217" y="109265"/>
                  </a:lnTo>
                  <a:lnTo>
                    <a:pt x="108367" y="109415"/>
                  </a:lnTo>
                  <a:lnTo>
                    <a:pt x="104925" y="109415"/>
                  </a:lnTo>
                  <a:lnTo>
                    <a:pt x="104775" y="109565"/>
                  </a:lnTo>
                  <a:lnTo>
                    <a:pt x="103278" y="109565"/>
                  </a:lnTo>
                  <a:lnTo>
                    <a:pt x="102679" y="109714"/>
                  </a:lnTo>
                  <a:lnTo>
                    <a:pt x="102530" y="109714"/>
                  </a:lnTo>
                  <a:lnTo>
                    <a:pt x="102530" y="109864"/>
                  </a:lnTo>
                  <a:lnTo>
                    <a:pt x="102530" y="110014"/>
                  </a:lnTo>
                  <a:lnTo>
                    <a:pt x="102679" y="110014"/>
                  </a:lnTo>
                  <a:lnTo>
                    <a:pt x="103877" y="110163"/>
                  </a:lnTo>
                  <a:lnTo>
                    <a:pt x="104326" y="110163"/>
                  </a:lnTo>
                  <a:lnTo>
                    <a:pt x="105523" y="110313"/>
                  </a:lnTo>
                  <a:lnTo>
                    <a:pt x="109265" y="110313"/>
                  </a:lnTo>
                  <a:lnTo>
                    <a:pt x="110612" y="111511"/>
                  </a:lnTo>
                  <a:lnTo>
                    <a:pt x="110612" y="111660"/>
                  </a:lnTo>
                  <a:lnTo>
                    <a:pt x="111361" y="112259"/>
                  </a:lnTo>
                  <a:lnTo>
                    <a:pt x="111510" y="112409"/>
                  </a:lnTo>
                  <a:lnTo>
                    <a:pt x="111959" y="112858"/>
                  </a:lnTo>
                  <a:lnTo>
                    <a:pt x="109265" y="112708"/>
                  </a:lnTo>
                  <a:lnTo>
                    <a:pt x="106571" y="112558"/>
                  </a:lnTo>
                  <a:lnTo>
                    <a:pt x="106421" y="112558"/>
                  </a:lnTo>
                  <a:lnTo>
                    <a:pt x="105673" y="112708"/>
                  </a:lnTo>
                  <a:lnTo>
                    <a:pt x="104326" y="112708"/>
                  </a:lnTo>
                  <a:lnTo>
                    <a:pt x="103278" y="112858"/>
                  </a:lnTo>
                  <a:lnTo>
                    <a:pt x="102979" y="112858"/>
                  </a:lnTo>
                  <a:lnTo>
                    <a:pt x="101781" y="113007"/>
                  </a:lnTo>
                  <a:lnTo>
                    <a:pt x="101781" y="113157"/>
                  </a:lnTo>
                  <a:lnTo>
                    <a:pt x="103727" y="113456"/>
                  </a:lnTo>
                  <a:lnTo>
                    <a:pt x="104475" y="113456"/>
                  </a:lnTo>
                  <a:lnTo>
                    <a:pt x="105673" y="113606"/>
                  </a:lnTo>
                  <a:lnTo>
                    <a:pt x="109116" y="113456"/>
                  </a:lnTo>
                  <a:lnTo>
                    <a:pt x="112408" y="113307"/>
                  </a:lnTo>
                  <a:lnTo>
                    <a:pt x="115851" y="116600"/>
                  </a:lnTo>
                  <a:lnTo>
                    <a:pt x="116599" y="117198"/>
                  </a:lnTo>
                  <a:lnTo>
                    <a:pt x="117048" y="117647"/>
                  </a:lnTo>
                  <a:lnTo>
                    <a:pt x="116749" y="119444"/>
                  </a:lnTo>
                  <a:lnTo>
                    <a:pt x="116300" y="119294"/>
                  </a:lnTo>
                  <a:lnTo>
                    <a:pt x="115552" y="119294"/>
                  </a:lnTo>
                  <a:lnTo>
                    <a:pt x="113157" y="119144"/>
                  </a:lnTo>
                  <a:lnTo>
                    <a:pt x="110762" y="119144"/>
                  </a:lnTo>
                  <a:lnTo>
                    <a:pt x="105972" y="119294"/>
                  </a:lnTo>
                  <a:lnTo>
                    <a:pt x="103577" y="119294"/>
                  </a:lnTo>
                  <a:lnTo>
                    <a:pt x="103428" y="119444"/>
                  </a:lnTo>
                  <a:lnTo>
                    <a:pt x="103428" y="119593"/>
                  </a:lnTo>
                  <a:lnTo>
                    <a:pt x="103428" y="119743"/>
                  </a:lnTo>
                  <a:lnTo>
                    <a:pt x="104625" y="119743"/>
                  </a:lnTo>
                  <a:lnTo>
                    <a:pt x="105523" y="119893"/>
                  </a:lnTo>
                  <a:lnTo>
                    <a:pt x="106721" y="119893"/>
                  </a:lnTo>
                  <a:lnTo>
                    <a:pt x="111061" y="120042"/>
                  </a:lnTo>
                  <a:lnTo>
                    <a:pt x="113307" y="120042"/>
                  </a:lnTo>
                  <a:lnTo>
                    <a:pt x="115402" y="119893"/>
                  </a:lnTo>
                  <a:lnTo>
                    <a:pt x="116150" y="119743"/>
                  </a:lnTo>
                  <a:lnTo>
                    <a:pt x="116749" y="119743"/>
                  </a:lnTo>
                  <a:lnTo>
                    <a:pt x="115851" y="126628"/>
                  </a:lnTo>
                  <a:lnTo>
                    <a:pt x="115701" y="127227"/>
                  </a:lnTo>
                  <a:lnTo>
                    <a:pt x="115552" y="127975"/>
                  </a:lnTo>
                  <a:lnTo>
                    <a:pt x="112857" y="147733"/>
                  </a:lnTo>
                  <a:lnTo>
                    <a:pt x="112708" y="149230"/>
                  </a:lnTo>
                  <a:lnTo>
                    <a:pt x="111660" y="156414"/>
                  </a:lnTo>
                  <a:lnTo>
                    <a:pt x="111510" y="158210"/>
                  </a:lnTo>
                  <a:lnTo>
                    <a:pt x="109265" y="174376"/>
                  </a:lnTo>
                  <a:lnTo>
                    <a:pt x="109116" y="175423"/>
                  </a:lnTo>
                  <a:lnTo>
                    <a:pt x="107619" y="186350"/>
                  </a:lnTo>
                  <a:lnTo>
                    <a:pt x="107170" y="189792"/>
                  </a:lnTo>
                  <a:lnTo>
                    <a:pt x="106571" y="193834"/>
                  </a:lnTo>
                  <a:lnTo>
                    <a:pt x="106122" y="197127"/>
                  </a:lnTo>
                  <a:lnTo>
                    <a:pt x="105673" y="199971"/>
                  </a:lnTo>
                  <a:lnTo>
                    <a:pt x="105224" y="203713"/>
                  </a:lnTo>
                  <a:lnTo>
                    <a:pt x="104625" y="199971"/>
                  </a:lnTo>
                  <a:lnTo>
                    <a:pt x="104176" y="197127"/>
                  </a:lnTo>
                  <a:lnTo>
                    <a:pt x="103727" y="193834"/>
                  </a:lnTo>
                  <a:lnTo>
                    <a:pt x="103128" y="189792"/>
                  </a:lnTo>
                  <a:lnTo>
                    <a:pt x="102530" y="186350"/>
                  </a:lnTo>
                  <a:lnTo>
                    <a:pt x="100883" y="175423"/>
                  </a:lnTo>
                  <a:lnTo>
                    <a:pt x="100734" y="174525"/>
                  </a:lnTo>
                  <a:lnTo>
                    <a:pt x="98339" y="158210"/>
                  </a:lnTo>
                  <a:lnTo>
                    <a:pt x="98039" y="156414"/>
                  </a:lnTo>
                  <a:lnTo>
                    <a:pt x="96992" y="149379"/>
                  </a:lnTo>
                  <a:lnTo>
                    <a:pt x="96692" y="147733"/>
                  </a:lnTo>
                  <a:lnTo>
                    <a:pt x="93848" y="128724"/>
                  </a:lnTo>
                  <a:lnTo>
                    <a:pt x="93699" y="127975"/>
                  </a:lnTo>
                  <a:lnTo>
                    <a:pt x="93699" y="127376"/>
                  </a:lnTo>
                  <a:lnTo>
                    <a:pt x="93100" y="124084"/>
                  </a:lnTo>
                  <a:lnTo>
                    <a:pt x="93100" y="123485"/>
                  </a:lnTo>
                  <a:lnTo>
                    <a:pt x="92501" y="119743"/>
                  </a:lnTo>
                  <a:lnTo>
                    <a:pt x="92501" y="119444"/>
                  </a:lnTo>
                  <a:lnTo>
                    <a:pt x="92352" y="118845"/>
                  </a:lnTo>
                  <a:lnTo>
                    <a:pt x="92651" y="118845"/>
                  </a:lnTo>
                  <a:lnTo>
                    <a:pt x="92950" y="118545"/>
                  </a:lnTo>
                  <a:lnTo>
                    <a:pt x="93549" y="117797"/>
                  </a:lnTo>
                  <a:lnTo>
                    <a:pt x="93848" y="117498"/>
                  </a:lnTo>
                  <a:lnTo>
                    <a:pt x="95495" y="115702"/>
                  </a:lnTo>
                  <a:lnTo>
                    <a:pt x="95644" y="115702"/>
                  </a:lnTo>
                  <a:lnTo>
                    <a:pt x="97141" y="113905"/>
                  </a:lnTo>
                  <a:lnTo>
                    <a:pt x="97291" y="113905"/>
                  </a:lnTo>
                  <a:lnTo>
                    <a:pt x="98937" y="112109"/>
                  </a:lnTo>
                  <a:lnTo>
                    <a:pt x="99237" y="111660"/>
                  </a:lnTo>
                  <a:lnTo>
                    <a:pt x="99386" y="112409"/>
                  </a:lnTo>
                  <a:lnTo>
                    <a:pt x="99386" y="112558"/>
                  </a:lnTo>
                  <a:lnTo>
                    <a:pt x="99386" y="113606"/>
                  </a:lnTo>
                  <a:lnTo>
                    <a:pt x="99536" y="113756"/>
                  </a:lnTo>
                  <a:lnTo>
                    <a:pt x="99686" y="113606"/>
                  </a:lnTo>
                  <a:lnTo>
                    <a:pt x="99835" y="113007"/>
                  </a:lnTo>
                  <a:lnTo>
                    <a:pt x="99835" y="112858"/>
                  </a:lnTo>
                  <a:lnTo>
                    <a:pt x="99985" y="111062"/>
                  </a:lnTo>
                  <a:lnTo>
                    <a:pt x="100584" y="110313"/>
                  </a:lnTo>
                  <a:lnTo>
                    <a:pt x="100734" y="110163"/>
                  </a:lnTo>
                  <a:lnTo>
                    <a:pt x="102230" y="108517"/>
                  </a:lnTo>
                  <a:lnTo>
                    <a:pt x="102380" y="108367"/>
                  </a:lnTo>
                  <a:lnTo>
                    <a:pt x="104176" y="106421"/>
                  </a:lnTo>
                  <a:lnTo>
                    <a:pt x="104775" y="105972"/>
                  </a:lnTo>
                  <a:close/>
                  <a:moveTo>
                    <a:pt x="103428" y="0"/>
                  </a:moveTo>
                  <a:lnTo>
                    <a:pt x="101632" y="12423"/>
                  </a:lnTo>
                  <a:lnTo>
                    <a:pt x="97141" y="12573"/>
                  </a:lnTo>
                  <a:lnTo>
                    <a:pt x="92651" y="13172"/>
                  </a:lnTo>
                  <a:lnTo>
                    <a:pt x="88161" y="13770"/>
                  </a:lnTo>
                  <a:lnTo>
                    <a:pt x="83820" y="14669"/>
                  </a:lnTo>
                  <a:lnTo>
                    <a:pt x="79629" y="15866"/>
                  </a:lnTo>
                  <a:lnTo>
                    <a:pt x="75288" y="17063"/>
                  </a:lnTo>
                  <a:lnTo>
                    <a:pt x="71247" y="18560"/>
                  </a:lnTo>
                  <a:lnTo>
                    <a:pt x="67206" y="20207"/>
                  </a:lnTo>
                  <a:lnTo>
                    <a:pt x="63314" y="22152"/>
                  </a:lnTo>
                  <a:lnTo>
                    <a:pt x="59572" y="24098"/>
                  </a:lnTo>
                  <a:lnTo>
                    <a:pt x="55830" y="26343"/>
                  </a:lnTo>
                  <a:lnTo>
                    <a:pt x="52238" y="28738"/>
                  </a:lnTo>
                  <a:lnTo>
                    <a:pt x="48795" y="31283"/>
                  </a:lnTo>
                  <a:lnTo>
                    <a:pt x="45353" y="33977"/>
                  </a:lnTo>
                  <a:lnTo>
                    <a:pt x="42209" y="36821"/>
                  </a:lnTo>
                  <a:lnTo>
                    <a:pt x="39066" y="39665"/>
                  </a:lnTo>
                  <a:lnTo>
                    <a:pt x="36072" y="42808"/>
                  </a:lnTo>
                  <a:lnTo>
                    <a:pt x="33378" y="46101"/>
                  </a:lnTo>
                  <a:lnTo>
                    <a:pt x="30684" y="49394"/>
                  </a:lnTo>
                  <a:lnTo>
                    <a:pt x="28140" y="52986"/>
                  </a:lnTo>
                  <a:lnTo>
                    <a:pt x="25894" y="56579"/>
                  </a:lnTo>
                  <a:lnTo>
                    <a:pt x="23649" y="60320"/>
                  </a:lnTo>
                  <a:lnTo>
                    <a:pt x="21703" y="64212"/>
                  </a:lnTo>
                  <a:lnTo>
                    <a:pt x="19907" y="68104"/>
                  </a:lnTo>
                  <a:lnTo>
                    <a:pt x="18261" y="72145"/>
                  </a:lnTo>
                  <a:lnTo>
                    <a:pt x="16764" y="76186"/>
                  </a:lnTo>
                  <a:lnTo>
                    <a:pt x="15567" y="80527"/>
                  </a:lnTo>
                  <a:lnTo>
                    <a:pt x="14519" y="84718"/>
                  </a:lnTo>
                  <a:lnTo>
                    <a:pt x="13621" y="89059"/>
                  </a:lnTo>
                  <a:lnTo>
                    <a:pt x="12872" y="93549"/>
                  </a:lnTo>
                  <a:lnTo>
                    <a:pt x="12573" y="98039"/>
                  </a:lnTo>
                  <a:lnTo>
                    <a:pt x="12274" y="102680"/>
                  </a:lnTo>
                  <a:lnTo>
                    <a:pt x="0" y="104476"/>
                  </a:lnTo>
                  <a:lnTo>
                    <a:pt x="0" y="106122"/>
                  </a:lnTo>
                  <a:lnTo>
                    <a:pt x="12274" y="107769"/>
                  </a:lnTo>
                  <a:lnTo>
                    <a:pt x="12573" y="112409"/>
                  </a:lnTo>
                  <a:lnTo>
                    <a:pt x="13022" y="116899"/>
                  </a:lnTo>
                  <a:lnTo>
                    <a:pt x="13770" y="121240"/>
                  </a:lnTo>
                  <a:lnTo>
                    <a:pt x="14668" y="125580"/>
                  </a:lnTo>
                  <a:lnTo>
                    <a:pt x="15716" y="129921"/>
                  </a:lnTo>
                  <a:lnTo>
                    <a:pt x="17063" y="134112"/>
                  </a:lnTo>
                  <a:lnTo>
                    <a:pt x="18560" y="138153"/>
                  </a:lnTo>
                  <a:lnTo>
                    <a:pt x="20207" y="142195"/>
                  </a:lnTo>
                  <a:lnTo>
                    <a:pt x="22003" y="146086"/>
                  </a:lnTo>
                  <a:lnTo>
                    <a:pt x="24098" y="149978"/>
                  </a:lnTo>
                  <a:lnTo>
                    <a:pt x="26343" y="153720"/>
                  </a:lnTo>
                  <a:lnTo>
                    <a:pt x="28589" y="157312"/>
                  </a:lnTo>
                  <a:lnTo>
                    <a:pt x="31133" y="160755"/>
                  </a:lnTo>
                  <a:lnTo>
                    <a:pt x="33827" y="164048"/>
                  </a:lnTo>
                  <a:lnTo>
                    <a:pt x="36671" y="167341"/>
                  </a:lnTo>
                  <a:lnTo>
                    <a:pt x="39665" y="170334"/>
                  </a:lnTo>
                  <a:lnTo>
                    <a:pt x="42808" y="173328"/>
                  </a:lnTo>
                  <a:lnTo>
                    <a:pt x="46101" y="176172"/>
                  </a:lnTo>
                  <a:lnTo>
                    <a:pt x="49394" y="178716"/>
                  </a:lnTo>
                  <a:lnTo>
                    <a:pt x="52836" y="181261"/>
                  </a:lnTo>
                  <a:lnTo>
                    <a:pt x="56578" y="183656"/>
                  </a:lnTo>
                  <a:lnTo>
                    <a:pt x="60320" y="185751"/>
                  </a:lnTo>
                  <a:lnTo>
                    <a:pt x="64062" y="187847"/>
                  </a:lnTo>
                  <a:lnTo>
                    <a:pt x="68104" y="189643"/>
                  </a:lnTo>
                  <a:lnTo>
                    <a:pt x="71995" y="191289"/>
                  </a:lnTo>
                  <a:lnTo>
                    <a:pt x="76186" y="192636"/>
                  </a:lnTo>
                  <a:lnTo>
                    <a:pt x="80377" y="193983"/>
                  </a:lnTo>
                  <a:lnTo>
                    <a:pt x="84718" y="195031"/>
                  </a:lnTo>
                  <a:lnTo>
                    <a:pt x="89059" y="195929"/>
                  </a:lnTo>
                  <a:lnTo>
                    <a:pt x="93549" y="196528"/>
                  </a:lnTo>
                  <a:lnTo>
                    <a:pt x="98039" y="196977"/>
                  </a:lnTo>
                  <a:lnTo>
                    <a:pt x="102530" y="197127"/>
                  </a:lnTo>
                  <a:lnTo>
                    <a:pt x="104475" y="209550"/>
                  </a:lnTo>
                  <a:lnTo>
                    <a:pt x="105972" y="209550"/>
                  </a:lnTo>
                  <a:lnTo>
                    <a:pt x="107768" y="197127"/>
                  </a:lnTo>
                  <a:lnTo>
                    <a:pt x="112259" y="196827"/>
                  </a:lnTo>
                  <a:lnTo>
                    <a:pt x="116749" y="196378"/>
                  </a:lnTo>
                  <a:lnTo>
                    <a:pt x="121239" y="195630"/>
                  </a:lnTo>
                  <a:lnTo>
                    <a:pt x="125580" y="194732"/>
                  </a:lnTo>
                  <a:lnTo>
                    <a:pt x="129771" y="193684"/>
                  </a:lnTo>
                  <a:lnTo>
                    <a:pt x="133962" y="192337"/>
                  </a:lnTo>
                  <a:lnTo>
                    <a:pt x="138153" y="190990"/>
                  </a:lnTo>
                  <a:lnTo>
                    <a:pt x="142194" y="189194"/>
                  </a:lnTo>
                  <a:lnTo>
                    <a:pt x="146086" y="187398"/>
                  </a:lnTo>
                  <a:lnTo>
                    <a:pt x="149828" y="185302"/>
                  </a:lnTo>
                  <a:lnTo>
                    <a:pt x="153570" y="183207"/>
                  </a:lnTo>
                  <a:lnTo>
                    <a:pt x="157162" y="180812"/>
                  </a:lnTo>
                  <a:lnTo>
                    <a:pt x="160605" y="178267"/>
                  </a:lnTo>
                  <a:lnTo>
                    <a:pt x="164047" y="175573"/>
                  </a:lnTo>
                  <a:lnTo>
                    <a:pt x="167191" y="172729"/>
                  </a:lnTo>
                  <a:lnTo>
                    <a:pt x="170334" y="169736"/>
                  </a:lnTo>
                  <a:lnTo>
                    <a:pt x="173328" y="166592"/>
                  </a:lnTo>
                  <a:lnTo>
                    <a:pt x="176022" y="163449"/>
                  </a:lnTo>
                  <a:lnTo>
                    <a:pt x="178716" y="160006"/>
                  </a:lnTo>
                  <a:lnTo>
                    <a:pt x="181260" y="156564"/>
                  </a:lnTo>
                  <a:lnTo>
                    <a:pt x="183506" y="152972"/>
                  </a:lnTo>
                  <a:lnTo>
                    <a:pt x="185751" y="149230"/>
                  </a:lnTo>
                  <a:lnTo>
                    <a:pt x="187697" y="145338"/>
                  </a:lnTo>
                  <a:lnTo>
                    <a:pt x="189493" y="141446"/>
                  </a:lnTo>
                  <a:lnTo>
                    <a:pt x="191139" y="137405"/>
                  </a:lnTo>
                  <a:lnTo>
                    <a:pt x="192636" y="133214"/>
                  </a:lnTo>
                  <a:lnTo>
                    <a:pt x="193833" y="129023"/>
                  </a:lnTo>
                  <a:lnTo>
                    <a:pt x="194881" y="124682"/>
                  </a:lnTo>
                  <a:lnTo>
                    <a:pt x="195779" y="120342"/>
                  </a:lnTo>
                  <a:lnTo>
                    <a:pt x="196378" y="116001"/>
                  </a:lnTo>
                  <a:lnTo>
                    <a:pt x="196827" y="111511"/>
                  </a:lnTo>
                  <a:lnTo>
                    <a:pt x="197126" y="106871"/>
                  </a:lnTo>
                  <a:lnTo>
                    <a:pt x="209400" y="105074"/>
                  </a:lnTo>
                  <a:lnTo>
                    <a:pt x="209400" y="103428"/>
                  </a:lnTo>
                  <a:lnTo>
                    <a:pt x="197126" y="101781"/>
                  </a:lnTo>
                  <a:lnTo>
                    <a:pt x="196827" y="97141"/>
                  </a:lnTo>
                  <a:lnTo>
                    <a:pt x="196378" y="92651"/>
                  </a:lnTo>
                  <a:lnTo>
                    <a:pt x="195630" y="88310"/>
                  </a:lnTo>
                  <a:lnTo>
                    <a:pt x="194732" y="83820"/>
                  </a:lnTo>
                  <a:lnTo>
                    <a:pt x="193684" y="79629"/>
                  </a:lnTo>
                  <a:lnTo>
                    <a:pt x="192337" y="75438"/>
                  </a:lnTo>
                  <a:lnTo>
                    <a:pt x="190840" y="71247"/>
                  </a:lnTo>
                  <a:lnTo>
                    <a:pt x="189193" y="67355"/>
                  </a:lnTo>
                  <a:lnTo>
                    <a:pt x="187397" y="63314"/>
                  </a:lnTo>
                  <a:lnTo>
                    <a:pt x="185302" y="59572"/>
                  </a:lnTo>
                  <a:lnTo>
                    <a:pt x="183057" y="55830"/>
                  </a:lnTo>
                  <a:lnTo>
                    <a:pt x="180662" y="52238"/>
                  </a:lnTo>
                  <a:lnTo>
                    <a:pt x="178267" y="48795"/>
                  </a:lnTo>
                  <a:lnTo>
                    <a:pt x="175573" y="45502"/>
                  </a:lnTo>
                  <a:lnTo>
                    <a:pt x="172729" y="42209"/>
                  </a:lnTo>
                  <a:lnTo>
                    <a:pt x="169735" y="39066"/>
                  </a:lnTo>
                  <a:lnTo>
                    <a:pt x="166592" y="36222"/>
                  </a:lnTo>
                  <a:lnTo>
                    <a:pt x="163299" y="33378"/>
                  </a:lnTo>
                  <a:lnTo>
                    <a:pt x="160006" y="30684"/>
                  </a:lnTo>
                  <a:lnTo>
                    <a:pt x="156414" y="28289"/>
                  </a:lnTo>
                  <a:lnTo>
                    <a:pt x="152822" y="25894"/>
                  </a:lnTo>
                  <a:lnTo>
                    <a:pt x="149080" y="23799"/>
                  </a:lnTo>
                  <a:lnTo>
                    <a:pt x="145338" y="21703"/>
                  </a:lnTo>
                  <a:lnTo>
                    <a:pt x="141296" y="19907"/>
                  </a:lnTo>
                  <a:lnTo>
                    <a:pt x="137405" y="18261"/>
                  </a:lnTo>
                  <a:lnTo>
                    <a:pt x="133214" y="16764"/>
                  </a:lnTo>
                  <a:lnTo>
                    <a:pt x="129023" y="15567"/>
                  </a:lnTo>
                  <a:lnTo>
                    <a:pt x="124682" y="14519"/>
                  </a:lnTo>
                  <a:lnTo>
                    <a:pt x="120341" y="13621"/>
                  </a:lnTo>
                  <a:lnTo>
                    <a:pt x="115851" y="13022"/>
                  </a:lnTo>
                  <a:lnTo>
                    <a:pt x="111361" y="12573"/>
                  </a:lnTo>
                  <a:lnTo>
                    <a:pt x="106870" y="12423"/>
                  </a:lnTo>
                  <a:lnTo>
                    <a:pt x="10492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30" name="Google Shape;2730;p62"/>
            <p:cNvSpPr/>
            <p:nvPr/>
          </p:nvSpPr>
          <p:spPr>
            <a:xfrm>
              <a:off x="4088775" y="2591800"/>
              <a:ext cx="18725" cy="291900"/>
            </a:xfrm>
            <a:custGeom>
              <a:rect b="b" l="l" r="r" t="t"/>
              <a:pathLst>
                <a:path extrusionOk="0" h="11676" w="749">
                  <a:moveTo>
                    <a:pt x="299" y="1"/>
                  </a:moveTo>
                  <a:lnTo>
                    <a:pt x="299" y="151"/>
                  </a:lnTo>
                  <a:lnTo>
                    <a:pt x="0" y="4791"/>
                  </a:lnTo>
                  <a:lnTo>
                    <a:pt x="150" y="9281"/>
                  </a:lnTo>
                  <a:lnTo>
                    <a:pt x="150" y="9730"/>
                  </a:lnTo>
                  <a:lnTo>
                    <a:pt x="150" y="9880"/>
                  </a:lnTo>
                  <a:lnTo>
                    <a:pt x="150" y="10329"/>
                  </a:lnTo>
                  <a:lnTo>
                    <a:pt x="150" y="10628"/>
                  </a:lnTo>
                  <a:lnTo>
                    <a:pt x="150" y="11077"/>
                  </a:lnTo>
                  <a:lnTo>
                    <a:pt x="299" y="11526"/>
                  </a:lnTo>
                  <a:lnTo>
                    <a:pt x="299" y="11676"/>
                  </a:lnTo>
                  <a:lnTo>
                    <a:pt x="599" y="11676"/>
                  </a:lnTo>
                  <a:lnTo>
                    <a:pt x="599" y="11526"/>
                  </a:lnTo>
                  <a:lnTo>
                    <a:pt x="599" y="10927"/>
                  </a:lnTo>
                  <a:lnTo>
                    <a:pt x="599" y="10628"/>
                  </a:lnTo>
                  <a:lnTo>
                    <a:pt x="748" y="10329"/>
                  </a:lnTo>
                  <a:lnTo>
                    <a:pt x="748" y="9880"/>
                  </a:lnTo>
                  <a:lnTo>
                    <a:pt x="748" y="9730"/>
                  </a:lnTo>
                  <a:lnTo>
                    <a:pt x="748" y="9281"/>
                  </a:lnTo>
                  <a:lnTo>
                    <a:pt x="748" y="4791"/>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31" name="Google Shape;2731;p62"/>
            <p:cNvSpPr/>
            <p:nvPr/>
          </p:nvSpPr>
          <p:spPr>
            <a:xfrm>
              <a:off x="4253400" y="2584325"/>
              <a:ext cx="15000" cy="276925"/>
            </a:xfrm>
            <a:custGeom>
              <a:rect b="b" l="l" r="r" t="t"/>
              <a:pathLst>
                <a:path extrusionOk="0" h="11077" w="600">
                  <a:moveTo>
                    <a:pt x="151" y="0"/>
                  </a:moveTo>
                  <a:lnTo>
                    <a:pt x="1" y="2096"/>
                  </a:lnTo>
                  <a:lnTo>
                    <a:pt x="1" y="4341"/>
                  </a:lnTo>
                  <a:lnTo>
                    <a:pt x="1" y="5389"/>
                  </a:lnTo>
                  <a:lnTo>
                    <a:pt x="1" y="6287"/>
                  </a:lnTo>
                  <a:lnTo>
                    <a:pt x="151" y="10927"/>
                  </a:lnTo>
                  <a:lnTo>
                    <a:pt x="151" y="11077"/>
                  </a:lnTo>
                  <a:lnTo>
                    <a:pt x="450" y="11077"/>
                  </a:lnTo>
                  <a:lnTo>
                    <a:pt x="450" y="10927"/>
                  </a:lnTo>
                  <a:lnTo>
                    <a:pt x="600" y="5389"/>
                  </a:lnTo>
                  <a:lnTo>
                    <a:pt x="600" y="4341"/>
                  </a:lnTo>
                  <a:lnTo>
                    <a:pt x="600" y="3293"/>
                  </a:lnTo>
                  <a:lnTo>
                    <a:pt x="600" y="1647"/>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32" name="Google Shape;2732;p62"/>
            <p:cNvSpPr/>
            <p:nvPr/>
          </p:nvSpPr>
          <p:spPr>
            <a:xfrm>
              <a:off x="4328250" y="2595550"/>
              <a:ext cx="26225" cy="273200"/>
            </a:xfrm>
            <a:custGeom>
              <a:rect b="b" l="l" r="r" t="t"/>
              <a:pathLst>
                <a:path extrusionOk="0" h="10928" w="1049">
                  <a:moveTo>
                    <a:pt x="449" y="1"/>
                  </a:moveTo>
                  <a:lnTo>
                    <a:pt x="449" y="150"/>
                  </a:lnTo>
                  <a:lnTo>
                    <a:pt x="300" y="1348"/>
                  </a:lnTo>
                  <a:lnTo>
                    <a:pt x="0" y="3742"/>
                  </a:lnTo>
                  <a:lnTo>
                    <a:pt x="0" y="6137"/>
                  </a:lnTo>
                  <a:lnTo>
                    <a:pt x="150" y="8532"/>
                  </a:lnTo>
                  <a:lnTo>
                    <a:pt x="449" y="10777"/>
                  </a:lnTo>
                  <a:lnTo>
                    <a:pt x="599" y="10927"/>
                  </a:lnTo>
                  <a:lnTo>
                    <a:pt x="599" y="10777"/>
                  </a:lnTo>
                  <a:lnTo>
                    <a:pt x="899" y="8383"/>
                  </a:lnTo>
                  <a:lnTo>
                    <a:pt x="1048" y="5838"/>
                  </a:lnTo>
                  <a:lnTo>
                    <a:pt x="1048" y="3144"/>
                  </a:lnTo>
                  <a:lnTo>
                    <a:pt x="749" y="749"/>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33" name="Google Shape;2733;p62"/>
            <p:cNvSpPr/>
            <p:nvPr/>
          </p:nvSpPr>
          <p:spPr>
            <a:xfrm>
              <a:off x="4410575" y="2599300"/>
              <a:ext cx="22475" cy="258200"/>
            </a:xfrm>
            <a:custGeom>
              <a:rect b="b" l="l" r="r" t="t"/>
              <a:pathLst>
                <a:path extrusionOk="0" h="10328" w="899">
                  <a:moveTo>
                    <a:pt x="300" y="0"/>
                  </a:moveTo>
                  <a:lnTo>
                    <a:pt x="300" y="150"/>
                  </a:lnTo>
                  <a:lnTo>
                    <a:pt x="150" y="2844"/>
                  </a:lnTo>
                  <a:lnTo>
                    <a:pt x="0" y="5538"/>
                  </a:lnTo>
                  <a:lnTo>
                    <a:pt x="0" y="7933"/>
                  </a:lnTo>
                  <a:lnTo>
                    <a:pt x="150" y="9131"/>
                  </a:lnTo>
                  <a:lnTo>
                    <a:pt x="449" y="10328"/>
                  </a:lnTo>
                  <a:lnTo>
                    <a:pt x="599" y="10328"/>
                  </a:lnTo>
                  <a:lnTo>
                    <a:pt x="749" y="9131"/>
                  </a:lnTo>
                  <a:lnTo>
                    <a:pt x="898" y="7933"/>
                  </a:lnTo>
                  <a:lnTo>
                    <a:pt x="898" y="5538"/>
                  </a:lnTo>
                  <a:lnTo>
                    <a:pt x="898" y="2844"/>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34" name="Google Shape;2734;p62"/>
            <p:cNvSpPr/>
            <p:nvPr/>
          </p:nvSpPr>
          <p:spPr>
            <a:xfrm>
              <a:off x="4489150" y="2614250"/>
              <a:ext cx="29975" cy="243250"/>
            </a:xfrm>
            <a:custGeom>
              <a:rect b="b" l="l" r="r" t="t"/>
              <a:pathLst>
                <a:path extrusionOk="0" h="9730" w="1199">
                  <a:moveTo>
                    <a:pt x="450" y="1"/>
                  </a:moveTo>
                  <a:lnTo>
                    <a:pt x="300" y="2396"/>
                  </a:lnTo>
                  <a:lnTo>
                    <a:pt x="1" y="4940"/>
                  </a:lnTo>
                  <a:lnTo>
                    <a:pt x="1" y="7335"/>
                  </a:lnTo>
                  <a:lnTo>
                    <a:pt x="150" y="8533"/>
                  </a:lnTo>
                  <a:lnTo>
                    <a:pt x="450" y="9580"/>
                  </a:lnTo>
                  <a:lnTo>
                    <a:pt x="599" y="9730"/>
                  </a:lnTo>
                  <a:lnTo>
                    <a:pt x="749" y="9580"/>
                  </a:lnTo>
                  <a:lnTo>
                    <a:pt x="899" y="8533"/>
                  </a:lnTo>
                  <a:lnTo>
                    <a:pt x="1048" y="7335"/>
                  </a:lnTo>
                  <a:lnTo>
                    <a:pt x="1198" y="4940"/>
                  </a:lnTo>
                  <a:lnTo>
                    <a:pt x="899" y="2396"/>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35" name="Google Shape;2735;p62"/>
            <p:cNvSpPr/>
            <p:nvPr/>
          </p:nvSpPr>
          <p:spPr>
            <a:xfrm>
              <a:off x="4571475" y="2621750"/>
              <a:ext cx="22475" cy="243250"/>
            </a:xfrm>
            <a:custGeom>
              <a:rect b="b" l="l" r="r" t="t"/>
              <a:pathLst>
                <a:path extrusionOk="0" h="9730" w="899">
                  <a:moveTo>
                    <a:pt x="450" y="0"/>
                  </a:moveTo>
                  <a:lnTo>
                    <a:pt x="300" y="150"/>
                  </a:lnTo>
                  <a:lnTo>
                    <a:pt x="300" y="300"/>
                  </a:lnTo>
                  <a:lnTo>
                    <a:pt x="150" y="2694"/>
                  </a:lnTo>
                  <a:lnTo>
                    <a:pt x="150" y="5239"/>
                  </a:lnTo>
                  <a:lnTo>
                    <a:pt x="1" y="7484"/>
                  </a:lnTo>
                  <a:lnTo>
                    <a:pt x="150" y="8532"/>
                  </a:lnTo>
                  <a:lnTo>
                    <a:pt x="300" y="9580"/>
                  </a:lnTo>
                  <a:lnTo>
                    <a:pt x="450" y="9729"/>
                  </a:lnTo>
                  <a:lnTo>
                    <a:pt x="599" y="9580"/>
                  </a:lnTo>
                  <a:lnTo>
                    <a:pt x="899" y="8532"/>
                  </a:lnTo>
                  <a:lnTo>
                    <a:pt x="899" y="7484"/>
                  </a:lnTo>
                  <a:lnTo>
                    <a:pt x="899" y="5239"/>
                  </a:lnTo>
                  <a:lnTo>
                    <a:pt x="899" y="2694"/>
                  </a:lnTo>
                  <a:lnTo>
                    <a:pt x="599" y="300"/>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36" name="Google Shape;2736;p62"/>
            <p:cNvSpPr/>
            <p:nvPr/>
          </p:nvSpPr>
          <p:spPr>
            <a:xfrm>
              <a:off x="4653800" y="2636700"/>
              <a:ext cx="22475" cy="232050"/>
            </a:xfrm>
            <a:custGeom>
              <a:rect b="b" l="l" r="r" t="t"/>
              <a:pathLst>
                <a:path extrusionOk="0" h="9282" w="899">
                  <a:moveTo>
                    <a:pt x="150" y="1"/>
                  </a:moveTo>
                  <a:lnTo>
                    <a:pt x="0" y="2246"/>
                  </a:lnTo>
                  <a:lnTo>
                    <a:pt x="0" y="4641"/>
                  </a:lnTo>
                  <a:lnTo>
                    <a:pt x="150" y="9131"/>
                  </a:lnTo>
                  <a:lnTo>
                    <a:pt x="300" y="9281"/>
                  </a:lnTo>
                  <a:lnTo>
                    <a:pt x="599" y="9281"/>
                  </a:lnTo>
                  <a:lnTo>
                    <a:pt x="599" y="9131"/>
                  </a:lnTo>
                  <a:lnTo>
                    <a:pt x="899" y="4641"/>
                  </a:lnTo>
                  <a:lnTo>
                    <a:pt x="749" y="2246"/>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37" name="Google Shape;2737;p62"/>
            <p:cNvSpPr/>
            <p:nvPr/>
          </p:nvSpPr>
          <p:spPr>
            <a:xfrm>
              <a:off x="4736125" y="2640450"/>
              <a:ext cx="22475" cy="235775"/>
            </a:xfrm>
            <a:custGeom>
              <a:rect b="b" l="l" r="r" t="t"/>
              <a:pathLst>
                <a:path extrusionOk="0" h="9431" w="899">
                  <a:moveTo>
                    <a:pt x="449" y="1"/>
                  </a:moveTo>
                  <a:lnTo>
                    <a:pt x="300" y="150"/>
                  </a:lnTo>
                  <a:lnTo>
                    <a:pt x="150" y="1198"/>
                  </a:lnTo>
                  <a:lnTo>
                    <a:pt x="0" y="2246"/>
                  </a:lnTo>
                  <a:lnTo>
                    <a:pt x="0" y="4491"/>
                  </a:lnTo>
                  <a:lnTo>
                    <a:pt x="0" y="6886"/>
                  </a:lnTo>
                  <a:lnTo>
                    <a:pt x="150" y="9281"/>
                  </a:lnTo>
                  <a:lnTo>
                    <a:pt x="150" y="9430"/>
                  </a:lnTo>
                  <a:lnTo>
                    <a:pt x="449" y="9430"/>
                  </a:lnTo>
                  <a:lnTo>
                    <a:pt x="599" y="9281"/>
                  </a:lnTo>
                  <a:lnTo>
                    <a:pt x="749" y="6886"/>
                  </a:lnTo>
                  <a:lnTo>
                    <a:pt x="898" y="4491"/>
                  </a:lnTo>
                  <a:lnTo>
                    <a:pt x="898" y="2246"/>
                  </a:lnTo>
                  <a:lnTo>
                    <a:pt x="898" y="119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38" name="Google Shape;2738;p62"/>
            <p:cNvSpPr/>
            <p:nvPr/>
          </p:nvSpPr>
          <p:spPr>
            <a:xfrm>
              <a:off x="4814700" y="2659175"/>
              <a:ext cx="22475" cy="205825"/>
            </a:xfrm>
            <a:custGeom>
              <a:rect b="b" l="l" r="r" t="t"/>
              <a:pathLst>
                <a:path extrusionOk="0" h="8233" w="899">
                  <a:moveTo>
                    <a:pt x="599" y="0"/>
                  </a:moveTo>
                  <a:lnTo>
                    <a:pt x="450" y="150"/>
                  </a:lnTo>
                  <a:lnTo>
                    <a:pt x="1" y="4041"/>
                  </a:lnTo>
                  <a:lnTo>
                    <a:pt x="1" y="5987"/>
                  </a:lnTo>
                  <a:lnTo>
                    <a:pt x="150" y="7933"/>
                  </a:lnTo>
                  <a:lnTo>
                    <a:pt x="300" y="8083"/>
                  </a:lnTo>
                  <a:lnTo>
                    <a:pt x="450" y="8232"/>
                  </a:lnTo>
                  <a:lnTo>
                    <a:pt x="599" y="8083"/>
                  </a:lnTo>
                  <a:lnTo>
                    <a:pt x="749" y="7933"/>
                  </a:lnTo>
                  <a:lnTo>
                    <a:pt x="899" y="5987"/>
                  </a:lnTo>
                  <a:lnTo>
                    <a:pt x="899" y="4041"/>
                  </a:lnTo>
                  <a:lnTo>
                    <a:pt x="899" y="2096"/>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39" name="Google Shape;2739;p62"/>
            <p:cNvSpPr/>
            <p:nvPr/>
          </p:nvSpPr>
          <p:spPr>
            <a:xfrm>
              <a:off x="4893275" y="2670400"/>
              <a:ext cx="29975" cy="243250"/>
            </a:xfrm>
            <a:custGeom>
              <a:rect b="b" l="l" r="r" t="t"/>
              <a:pathLst>
                <a:path extrusionOk="0" h="9730" w="1199">
                  <a:moveTo>
                    <a:pt x="600" y="0"/>
                  </a:moveTo>
                  <a:lnTo>
                    <a:pt x="450" y="150"/>
                  </a:lnTo>
                  <a:lnTo>
                    <a:pt x="151" y="2245"/>
                  </a:lnTo>
                  <a:lnTo>
                    <a:pt x="1" y="4041"/>
                  </a:lnTo>
                  <a:lnTo>
                    <a:pt x="1" y="5987"/>
                  </a:lnTo>
                  <a:lnTo>
                    <a:pt x="151" y="7783"/>
                  </a:lnTo>
                  <a:lnTo>
                    <a:pt x="300" y="9580"/>
                  </a:lnTo>
                  <a:lnTo>
                    <a:pt x="450" y="9729"/>
                  </a:lnTo>
                  <a:lnTo>
                    <a:pt x="600" y="9729"/>
                  </a:lnTo>
                  <a:lnTo>
                    <a:pt x="749" y="9580"/>
                  </a:lnTo>
                  <a:lnTo>
                    <a:pt x="1049" y="7334"/>
                  </a:lnTo>
                  <a:lnTo>
                    <a:pt x="1198" y="4939"/>
                  </a:lnTo>
                  <a:lnTo>
                    <a:pt x="1049" y="2395"/>
                  </a:lnTo>
                  <a:lnTo>
                    <a:pt x="749" y="150"/>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40" name="Google Shape;2740;p62"/>
            <p:cNvSpPr/>
            <p:nvPr/>
          </p:nvSpPr>
          <p:spPr>
            <a:xfrm>
              <a:off x="4975600" y="2681625"/>
              <a:ext cx="22475" cy="194600"/>
            </a:xfrm>
            <a:custGeom>
              <a:rect b="b" l="l" r="r" t="t"/>
              <a:pathLst>
                <a:path extrusionOk="0" h="7784" w="899">
                  <a:moveTo>
                    <a:pt x="300" y="0"/>
                  </a:moveTo>
                  <a:lnTo>
                    <a:pt x="150" y="1946"/>
                  </a:lnTo>
                  <a:lnTo>
                    <a:pt x="1" y="3742"/>
                  </a:lnTo>
                  <a:lnTo>
                    <a:pt x="1" y="5688"/>
                  </a:lnTo>
                  <a:lnTo>
                    <a:pt x="300" y="7484"/>
                  </a:lnTo>
                  <a:lnTo>
                    <a:pt x="300" y="7783"/>
                  </a:lnTo>
                  <a:lnTo>
                    <a:pt x="600" y="7783"/>
                  </a:lnTo>
                  <a:lnTo>
                    <a:pt x="749" y="7484"/>
                  </a:lnTo>
                  <a:lnTo>
                    <a:pt x="899" y="5688"/>
                  </a:lnTo>
                  <a:lnTo>
                    <a:pt x="899" y="3742"/>
                  </a:lnTo>
                  <a:lnTo>
                    <a:pt x="899" y="1946"/>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41" name="Google Shape;2741;p62"/>
            <p:cNvSpPr/>
            <p:nvPr/>
          </p:nvSpPr>
          <p:spPr>
            <a:xfrm>
              <a:off x="5136500" y="2700325"/>
              <a:ext cx="22500" cy="164675"/>
            </a:xfrm>
            <a:custGeom>
              <a:rect b="b" l="l" r="r" t="t"/>
              <a:pathLst>
                <a:path extrusionOk="0" h="6587" w="900">
                  <a:moveTo>
                    <a:pt x="300" y="1"/>
                  </a:moveTo>
                  <a:lnTo>
                    <a:pt x="151" y="150"/>
                  </a:lnTo>
                  <a:lnTo>
                    <a:pt x="1" y="1647"/>
                  </a:lnTo>
                  <a:lnTo>
                    <a:pt x="1" y="3293"/>
                  </a:lnTo>
                  <a:lnTo>
                    <a:pt x="1" y="4940"/>
                  </a:lnTo>
                  <a:lnTo>
                    <a:pt x="300" y="6437"/>
                  </a:lnTo>
                  <a:lnTo>
                    <a:pt x="300" y="6586"/>
                  </a:lnTo>
                  <a:lnTo>
                    <a:pt x="600" y="6586"/>
                  </a:lnTo>
                  <a:lnTo>
                    <a:pt x="749" y="6437"/>
                  </a:lnTo>
                  <a:lnTo>
                    <a:pt x="749"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42" name="Google Shape;2742;p62"/>
            <p:cNvSpPr/>
            <p:nvPr/>
          </p:nvSpPr>
          <p:spPr>
            <a:xfrm>
              <a:off x="5057925" y="2692850"/>
              <a:ext cx="22475" cy="172150"/>
            </a:xfrm>
            <a:custGeom>
              <a:rect b="b" l="l" r="r" t="t"/>
              <a:pathLst>
                <a:path extrusionOk="0" h="6886" w="899">
                  <a:moveTo>
                    <a:pt x="300" y="0"/>
                  </a:moveTo>
                  <a:lnTo>
                    <a:pt x="300" y="150"/>
                  </a:lnTo>
                  <a:lnTo>
                    <a:pt x="1" y="1647"/>
                  </a:lnTo>
                  <a:lnTo>
                    <a:pt x="1" y="3293"/>
                  </a:lnTo>
                  <a:lnTo>
                    <a:pt x="1" y="4940"/>
                  </a:lnTo>
                  <a:lnTo>
                    <a:pt x="150" y="6586"/>
                  </a:lnTo>
                  <a:lnTo>
                    <a:pt x="300" y="6736"/>
                  </a:lnTo>
                  <a:lnTo>
                    <a:pt x="450" y="6885"/>
                  </a:lnTo>
                  <a:lnTo>
                    <a:pt x="599" y="6736"/>
                  </a:lnTo>
                  <a:lnTo>
                    <a:pt x="599" y="6586"/>
                  </a:lnTo>
                  <a:lnTo>
                    <a:pt x="899" y="4940"/>
                  </a:lnTo>
                  <a:lnTo>
                    <a:pt x="899" y="3293"/>
                  </a:lnTo>
                  <a:lnTo>
                    <a:pt x="749" y="1647"/>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43" name="Google Shape;2743;p62"/>
            <p:cNvSpPr/>
            <p:nvPr/>
          </p:nvSpPr>
          <p:spPr>
            <a:xfrm>
              <a:off x="5218825" y="2711550"/>
              <a:ext cx="22475" cy="149700"/>
            </a:xfrm>
            <a:custGeom>
              <a:rect b="b" l="l" r="r" t="t"/>
              <a:pathLst>
                <a:path extrusionOk="0" h="5988" w="899">
                  <a:moveTo>
                    <a:pt x="450" y="1"/>
                  </a:moveTo>
                  <a:lnTo>
                    <a:pt x="300" y="150"/>
                  </a:lnTo>
                  <a:lnTo>
                    <a:pt x="1" y="1497"/>
                  </a:lnTo>
                  <a:lnTo>
                    <a:pt x="1" y="2994"/>
                  </a:lnTo>
                  <a:lnTo>
                    <a:pt x="1" y="4491"/>
                  </a:lnTo>
                  <a:lnTo>
                    <a:pt x="151" y="5838"/>
                  </a:lnTo>
                  <a:lnTo>
                    <a:pt x="300" y="5988"/>
                  </a:lnTo>
                  <a:lnTo>
                    <a:pt x="600" y="5988"/>
                  </a:lnTo>
                  <a:lnTo>
                    <a:pt x="600"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44" name="Google Shape;2744;p62"/>
            <p:cNvSpPr/>
            <p:nvPr/>
          </p:nvSpPr>
          <p:spPr>
            <a:xfrm>
              <a:off x="5297425" y="2726525"/>
              <a:ext cx="26200" cy="134725"/>
            </a:xfrm>
            <a:custGeom>
              <a:rect b="b" l="l" r="r" t="t"/>
              <a:pathLst>
                <a:path extrusionOk="0" h="5389" w="1048">
                  <a:moveTo>
                    <a:pt x="300" y="0"/>
                  </a:moveTo>
                  <a:lnTo>
                    <a:pt x="300" y="150"/>
                  </a:lnTo>
                  <a:lnTo>
                    <a:pt x="0" y="1347"/>
                  </a:lnTo>
                  <a:lnTo>
                    <a:pt x="0" y="2694"/>
                  </a:lnTo>
                  <a:lnTo>
                    <a:pt x="0" y="3892"/>
                  </a:lnTo>
                  <a:lnTo>
                    <a:pt x="300" y="5089"/>
                  </a:lnTo>
                  <a:lnTo>
                    <a:pt x="300" y="5239"/>
                  </a:lnTo>
                  <a:lnTo>
                    <a:pt x="449" y="5389"/>
                  </a:lnTo>
                  <a:lnTo>
                    <a:pt x="599" y="5239"/>
                  </a:lnTo>
                  <a:lnTo>
                    <a:pt x="749" y="5089"/>
                  </a:lnTo>
                  <a:lnTo>
                    <a:pt x="898" y="3892"/>
                  </a:lnTo>
                  <a:lnTo>
                    <a:pt x="1048" y="269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45" name="Google Shape;2745;p62"/>
            <p:cNvSpPr/>
            <p:nvPr/>
          </p:nvSpPr>
          <p:spPr>
            <a:xfrm>
              <a:off x="5379750" y="2734000"/>
              <a:ext cx="22475" cy="142225"/>
            </a:xfrm>
            <a:custGeom>
              <a:rect b="b" l="l" r="r" t="t"/>
              <a:pathLst>
                <a:path extrusionOk="0" h="5689" w="899">
                  <a:moveTo>
                    <a:pt x="449" y="1"/>
                  </a:moveTo>
                  <a:lnTo>
                    <a:pt x="150" y="150"/>
                  </a:lnTo>
                  <a:lnTo>
                    <a:pt x="0" y="1497"/>
                  </a:lnTo>
                  <a:lnTo>
                    <a:pt x="0" y="2994"/>
                  </a:lnTo>
                  <a:lnTo>
                    <a:pt x="0" y="4341"/>
                  </a:lnTo>
                  <a:lnTo>
                    <a:pt x="150" y="4940"/>
                  </a:lnTo>
                  <a:lnTo>
                    <a:pt x="299" y="5539"/>
                  </a:lnTo>
                  <a:lnTo>
                    <a:pt x="449" y="5688"/>
                  </a:lnTo>
                  <a:lnTo>
                    <a:pt x="599" y="5539"/>
                  </a:lnTo>
                  <a:lnTo>
                    <a:pt x="748" y="4940"/>
                  </a:lnTo>
                  <a:lnTo>
                    <a:pt x="898" y="4341"/>
                  </a:lnTo>
                  <a:lnTo>
                    <a:pt x="898" y="2994"/>
                  </a:lnTo>
                  <a:lnTo>
                    <a:pt x="748" y="1497"/>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46" name="Google Shape;2746;p62"/>
            <p:cNvSpPr/>
            <p:nvPr/>
          </p:nvSpPr>
          <p:spPr>
            <a:xfrm>
              <a:off x="5458325" y="2748975"/>
              <a:ext cx="22475" cy="131000"/>
            </a:xfrm>
            <a:custGeom>
              <a:rect b="b" l="l" r="r" t="t"/>
              <a:pathLst>
                <a:path extrusionOk="0" h="5240" w="899">
                  <a:moveTo>
                    <a:pt x="300" y="0"/>
                  </a:moveTo>
                  <a:lnTo>
                    <a:pt x="300" y="150"/>
                  </a:lnTo>
                  <a:lnTo>
                    <a:pt x="150" y="1347"/>
                  </a:lnTo>
                  <a:lnTo>
                    <a:pt x="0" y="2844"/>
                  </a:lnTo>
                  <a:lnTo>
                    <a:pt x="150" y="4042"/>
                  </a:lnTo>
                  <a:lnTo>
                    <a:pt x="150" y="4640"/>
                  </a:lnTo>
                  <a:lnTo>
                    <a:pt x="449" y="5239"/>
                  </a:lnTo>
                  <a:lnTo>
                    <a:pt x="599" y="5239"/>
                  </a:lnTo>
                  <a:lnTo>
                    <a:pt x="898" y="4640"/>
                  </a:lnTo>
                  <a:lnTo>
                    <a:pt x="898" y="4042"/>
                  </a:lnTo>
                  <a:lnTo>
                    <a:pt x="898" y="284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47" name="Google Shape;2747;p62"/>
            <p:cNvSpPr/>
            <p:nvPr/>
          </p:nvSpPr>
          <p:spPr>
            <a:xfrm>
              <a:off x="5536900" y="2748975"/>
              <a:ext cx="29950" cy="134725"/>
            </a:xfrm>
            <a:custGeom>
              <a:rect b="b" l="l" r="r" t="t"/>
              <a:pathLst>
                <a:path extrusionOk="0" h="5389" w="1198">
                  <a:moveTo>
                    <a:pt x="450" y="0"/>
                  </a:moveTo>
                  <a:lnTo>
                    <a:pt x="450" y="150"/>
                  </a:lnTo>
                  <a:lnTo>
                    <a:pt x="150" y="1347"/>
                  </a:lnTo>
                  <a:lnTo>
                    <a:pt x="1" y="2695"/>
                  </a:lnTo>
                  <a:lnTo>
                    <a:pt x="150" y="4042"/>
                  </a:lnTo>
                  <a:lnTo>
                    <a:pt x="150" y="4790"/>
                  </a:lnTo>
                  <a:lnTo>
                    <a:pt x="450" y="5389"/>
                  </a:lnTo>
                  <a:lnTo>
                    <a:pt x="749" y="5389"/>
                  </a:lnTo>
                  <a:lnTo>
                    <a:pt x="1048" y="4790"/>
                  </a:lnTo>
                  <a:lnTo>
                    <a:pt x="1198" y="4042"/>
                  </a:lnTo>
                  <a:lnTo>
                    <a:pt x="1198" y="2695"/>
                  </a:lnTo>
                  <a:lnTo>
                    <a:pt x="1048" y="134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48" name="Google Shape;2748;p62"/>
            <p:cNvSpPr/>
            <p:nvPr/>
          </p:nvSpPr>
          <p:spPr>
            <a:xfrm>
              <a:off x="5619225" y="2767675"/>
              <a:ext cx="26225" cy="134750"/>
            </a:xfrm>
            <a:custGeom>
              <a:rect b="b" l="l" r="r" t="t"/>
              <a:pathLst>
                <a:path extrusionOk="0" h="5390" w="1049">
                  <a:moveTo>
                    <a:pt x="599" y="1"/>
                  </a:moveTo>
                  <a:lnTo>
                    <a:pt x="450" y="150"/>
                  </a:lnTo>
                  <a:lnTo>
                    <a:pt x="150" y="1348"/>
                  </a:lnTo>
                  <a:lnTo>
                    <a:pt x="0" y="2695"/>
                  </a:lnTo>
                  <a:lnTo>
                    <a:pt x="150" y="4042"/>
                  </a:lnTo>
                  <a:lnTo>
                    <a:pt x="300" y="5239"/>
                  </a:lnTo>
                  <a:lnTo>
                    <a:pt x="599" y="5389"/>
                  </a:lnTo>
                  <a:lnTo>
                    <a:pt x="749" y="5239"/>
                  </a:lnTo>
                  <a:lnTo>
                    <a:pt x="1048" y="4042"/>
                  </a:lnTo>
                  <a:lnTo>
                    <a:pt x="1048" y="2695"/>
                  </a:lnTo>
                  <a:lnTo>
                    <a:pt x="899" y="134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49" name="Google Shape;2749;p62"/>
            <p:cNvSpPr/>
            <p:nvPr/>
          </p:nvSpPr>
          <p:spPr>
            <a:xfrm>
              <a:off x="5701550" y="2778900"/>
              <a:ext cx="22475" cy="108550"/>
            </a:xfrm>
            <a:custGeom>
              <a:rect b="b" l="l" r="r" t="t"/>
              <a:pathLst>
                <a:path extrusionOk="0" h="4342" w="899">
                  <a:moveTo>
                    <a:pt x="300" y="1"/>
                  </a:moveTo>
                  <a:lnTo>
                    <a:pt x="0" y="1049"/>
                  </a:lnTo>
                  <a:lnTo>
                    <a:pt x="0" y="2096"/>
                  </a:lnTo>
                  <a:lnTo>
                    <a:pt x="0" y="3144"/>
                  </a:lnTo>
                  <a:lnTo>
                    <a:pt x="150" y="3743"/>
                  </a:lnTo>
                  <a:lnTo>
                    <a:pt x="300" y="4192"/>
                  </a:lnTo>
                  <a:lnTo>
                    <a:pt x="449" y="4341"/>
                  </a:lnTo>
                  <a:lnTo>
                    <a:pt x="749" y="4192"/>
                  </a:lnTo>
                  <a:lnTo>
                    <a:pt x="898" y="3743"/>
                  </a:lnTo>
                  <a:lnTo>
                    <a:pt x="898" y="3144"/>
                  </a:lnTo>
                  <a:lnTo>
                    <a:pt x="898" y="2096"/>
                  </a:lnTo>
                  <a:lnTo>
                    <a:pt x="898" y="1049"/>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50" name="Google Shape;2750;p62"/>
            <p:cNvSpPr/>
            <p:nvPr/>
          </p:nvSpPr>
          <p:spPr>
            <a:xfrm>
              <a:off x="5783875" y="2786400"/>
              <a:ext cx="22475" cy="82350"/>
            </a:xfrm>
            <a:custGeom>
              <a:rect b="b" l="l" r="r" t="t"/>
              <a:pathLst>
                <a:path extrusionOk="0" h="3294" w="899">
                  <a:moveTo>
                    <a:pt x="449" y="0"/>
                  </a:moveTo>
                  <a:lnTo>
                    <a:pt x="300" y="150"/>
                  </a:lnTo>
                  <a:lnTo>
                    <a:pt x="0" y="1647"/>
                  </a:lnTo>
                  <a:lnTo>
                    <a:pt x="0" y="2395"/>
                  </a:lnTo>
                  <a:lnTo>
                    <a:pt x="150" y="3143"/>
                  </a:lnTo>
                  <a:lnTo>
                    <a:pt x="300" y="3293"/>
                  </a:lnTo>
                  <a:lnTo>
                    <a:pt x="599" y="3293"/>
                  </a:lnTo>
                  <a:lnTo>
                    <a:pt x="749" y="3143"/>
                  </a:lnTo>
                  <a:lnTo>
                    <a:pt x="898" y="2395"/>
                  </a:lnTo>
                  <a:lnTo>
                    <a:pt x="749" y="1647"/>
                  </a:lnTo>
                  <a:lnTo>
                    <a:pt x="599" y="150"/>
                  </a:lnTo>
                  <a:lnTo>
                    <a:pt x="4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51" name="Google Shape;2751;p62"/>
            <p:cNvSpPr/>
            <p:nvPr/>
          </p:nvSpPr>
          <p:spPr>
            <a:xfrm>
              <a:off x="5862450" y="2793875"/>
              <a:ext cx="22475" cy="67375"/>
            </a:xfrm>
            <a:custGeom>
              <a:rect b="b" l="l" r="r" t="t"/>
              <a:pathLst>
                <a:path extrusionOk="0" h="2695" w="899">
                  <a:moveTo>
                    <a:pt x="300" y="0"/>
                  </a:moveTo>
                  <a:lnTo>
                    <a:pt x="150" y="599"/>
                  </a:lnTo>
                  <a:lnTo>
                    <a:pt x="1" y="1348"/>
                  </a:lnTo>
                  <a:lnTo>
                    <a:pt x="150" y="1946"/>
                  </a:lnTo>
                  <a:lnTo>
                    <a:pt x="300" y="2545"/>
                  </a:lnTo>
                  <a:lnTo>
                    <a:pt x="300" y="2695"/>
                  </a:lnTo>
                  <a:lnTo>
                    <a:pt x="599" y="2695"/>
                  </a:lnTo>
                  <a:lnTo>
                    <a:pt x="749" y="2545"/>
                  </a:lnTo>
                  <a:lnTo>
                    <a:pt x="899" y="1946"/>
                  </a:lnTo>
                  <a:lnTo>
                    <a:pt x="899" y="1348"/>
                  </a:lnTo>
                  <a:lnTo>
                    <a:pt x="899" y="599"/>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52" name="Google Shape;2752;p62"/>
            <p:cNvSpPr/>
            <p:nvPr/>
          </p:nvSpPr>
          <p:spPr>
            <a:xfrm>
              <a:off x="5944775" y="2808850"/>
              <a:ext cx="22475" cy="67375"/>
            </a:xfrm>
            <a:custGeom>
              <a:rect b="b" l="l" r="r" t="t"/>
              <a:pathLst>
                <a:path extrusionOk="0" h="2695" w="899">
                  <a:moveTo>
                    <a:pt x="300" y="0"/>
                  </a:moveTo>
                  <a:lnTo>
                    <a:pt x="150" y="599"/>
                  </a:lnTo>
                  <a:lnTo>
                    <a:pt x="1" y="1347"/>
                  </a:lnTo>
                  <a:lnTo>
                    <a:pt x="1" y="2096"/>
                  </a:lnTo>
                  <a:lnTo>
                    <a:pt x="150" y="2395"/>
                  </a:lnTo>
                  <a:lnTo>
                    <a:pt x="300" y="2545"/>
                  </a:lnTo>
                  <a:lnTo>
                    <a:pt x="450" y="2694"/>
                  </a:lnTo>
                  <a:lnTo>
                    <a:pt x="599" y="2545"/>
                  </a:lnTo>
                  <a:lnTo>
                    <a:pt x="749" y="2395"/>
                  </a:lnTo>
                  <a:lnTo>
                    <a:pt x="899" y="2096"/>
                  </a:lnTo>
                  <a:lnTo>
                    <a:pt x="899" y="1347"/>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53" name="Google Shape;2753;p62"/>
            <p:cNvSpPr/>
            <p:nvPr/>
          </p:nvSpPr>
          <p:spPr>
            <a:xfrm>
              <a:off x="6027100" y="2812575"/>
              <a:ext cx="18725" cy="59900"/>
            </a:xfrm>
            <a:custGeom>
              <a:rect b="b" l="l" r="r" t="t"/>
              <a:pathLst>
                <a:path extrusionOk="0" h="2396" w="749">
                  <a:moveTo>
                    <a:pt x="300" y="1"/>
                  </a:moveTo>
                  <a:lnTo>
                    <a:pt x="150" y="151"/>
                  </a:lnTo>
                  <a:lnTo>
                    <a:pt x="0" y="1198"/>
                  </a:lnTo>
                  <a:lnTo>
                    <a:pt x="150" y="2246"/>
                  </a:lnTo>
                  <a:lnTo>
                    <a:pt x="150" y="2396"/>
                  </a:lnTo>
                  <a:lnTo>
                    <a:pt x="449" y="2396"/>
                  </a:lnTo>
                  <a:lnTo>
                    <a:pt x="599" y="224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cxnSp>
        <p:nvCxnSpPr>
          <p:cNvPr id="2754" name="Google Shape;2754;p62"/>
          <p:cNvCxnSpPr/>
          <p:nvPr/>
        </p:nvCxnSpPr>
        <p:spPr>
          <a:xfrm>
            <a:off x="6849150" y="2134753"/>
            <a:ext cx="1364700" cy="0"/>
          </a:xfrm>
          <a:prstGeom prst="straightConnector1">
            <a:avLst/>
          </a:prstGeom>
          <a:noFill/>
          <a:ln cap="flat" cmpd="sng" w="9525">
            <a:solidFill>
              <a:schemeClr val="dk1"/>
            </a:solidFill>
            <a:prstDash val="solid"/>
            <a:round/>
            <a:headEnd len="sm" w="sm" type="none"/>
            <a:tailEnd len="sm" w="sm" type="none"/>
          </a:ln>
        </p:spPr>
      </p:cxnSp>
      <p:pic>
        <p:nvPicPr>
          <p:cNvPr id="2755" name="Google Shape;2755;p62"/>
          <p:cNvPicPr preferRelativeResize="0"/>
          <p:nvPr/>
        </p:nvPicPr>
        <p:blipFill rotWithShape="1">
          <a:blip r:embed="rId3">
            <a:alphaModFix amt="41000"/>
          </a:blip>
          <a:srcRect b="0" l="0" r="0" t="0"/>
          <a:stretch/>
        </p:blipFill>
        <p:spPr>
          <a:xfrm rot="-703988">
            <a:off x="-1540757" y="2530473"/>
            <a:ext cx="6907361" cy="447423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1000" fill="hold"/>
                                        <p:tgtEl>
                                          <p:spTgt spid="2584"/>
                                        </p:tgtEl>
                                        <p:attrNameLst>
                                          <p:attrName>r</p:attrName>
                                        </p:attrNameLst>
                                      </p:cBhvr>
                                    </p:animRot>
                                  </p:childTnLst>
                                </p:cTn>
                              </p:par>
                            </p:childTnLst>
                          </p:cTn>
                        </p:par>
                        <p:par>
                          <p:cTn fill="hold">
                            <p:stCondLst>
                              <p:cond delay="1000"/>
                            </p:stCondLst>
                            <p:childTnLst>
                              <p:par>
                                <p:cTn fill="hold" nodeType="afterEffect" presetClass="entr" presetID="10" presetSubtype="0">
                                  <p:stCondLst>
                                    <p:cond delay="0"/>
                                  </p:stCondLst>
                                  <p:childTnLst>
                                    <p:set>
                                      <p:cBhvr>
                                        <p:cTn dur="1" fill="hold">
                                          <p:stCondLst>
                                            <p:cond delay="0"/>
                                          </p:stCondLst>
                                        </p:cTn>
                                        <p:tgtEl>
                                          <p:spTgt spid="2581"/>
                                        </p:tgtEl>
                                        <p:attrNameLst>
                                          <p:attrName>style.visibility</p:attrName>
                                        </p:attrNameLst>
                                      </p:cBhvr>
                                      <p:to>
                                        <p:strVal val="visible"/>
                                      </p:to>
                                    </p:set>
                                    <p:animEffect filter="fade" transition="in">
                                      <p:cBhvr>
                                        <p:cTn dur="1000"/>
                                        <p:tgtEl>
                                          <p:spTgt spid="2581"/>
                                        </p:tgtEl>
                                      </p:cBhvr>
                                    </p:animEffect>
                                  </p:childTnLst>
                                </p:cTn>
                              </p:par>
                              <p:par>
                                <p:cTn fill="hold" nodeType="withEffect" presetClass="entr" presetID="10" presetSubtype="0">
                                  <p:stCondLst>
                                    <p:cond delay="0"/>
                                  </p:stCondLst>
                                  <p:childTnLst>
                                    <p:set>
                                      <p:cBhvr>
                                        <p:cTn dur="1" fill="hold">
                                          <p:stCondLst>
                                            <p:cond delay="0"/>
                                          </p:stCondLst>
                                        </p:cTn>
                                        <p:tgtEl>
                                          <p:spTgt spid="2582"/>
                                        </p:tgtEl>
                                        <p:attrNameLst>
                                          <p:attrName>style.visibility</p:attrName>
                                        </p:attrNameLst>
                                      </p:cBhvr>
                                      <p:to>
                                        <p:strVal val="visible"/>
                                      </p:to>
                                    </p:set>
                                    <p:animEffect filter="fade" transition="in">
                                      <p:cBhvr>
                                        <p:cTn dur="1000"/>
                                        <p:tgtEl>
                                          <p:spTgt spid="2582"/>
                                        </p:tgtEl>
                                      </p:cBhvr>
                                    </p:animEffect>
                                  </p:childTnLst>
                                </p:cTn>
                              </p:par>
                              <p:par>
                                <p:cTn fill="hold" nodeType="withEffect" presetClass="entr" presetID="10" presetSubtype="0">
                                  <p:stCondLst>
                                    <p:cond delay="0"/>
                                  </p:stCondLst>
                                  <p:childTnLst>
                                    <p:set>
                                      <p:cBhvr>
                                        <p:cTn dur="1" fill="hold">
                                          <p:stCondLst>
                                            <p:cond delay="0"/>
                                          </p:stCondLst>
                                        </p:cTn>
                                        <p:tgtEl>
                                          <p:spTgt spid="2583"/>
                                        </p:tgtEl>
                                        <p:attrNameLst>
                                          <p:attrName>style.visibility</p:attrName>
                                        </p:attrNameLst>
                                      </p:cBhvr>
                                      <p:to>
                                        <p:strVal val="visible"/>
                                      </p:to>
                                    </p:set>
                                    <p:animEffect filter="fade" transition="in">
                                      <p:cBhvr>
                                        <p:cTn dur="1000"/>
                                        <p:tgtEl>
                                          <p:spTgt spid="2583"/>
                                        </p:tgtEl>
                                      </p:cBhvr>
                                    </p:animEffect>
                                  </p:childTnLst>
                                </p:cTn>
                              </p:par>
                              <p:par>
                                <p:cTn fill="hold" nodeType="withEffect" presetClass="entr" presetID="10" presetSubtype="0">
                                  <p:stCondLst>
                                    <p:cond delay="0"/>
                                  </p:stCondLst>
                                  <p:childTnLst>
                                    <p:set>
                                      <p:cBhvr>
                                        <p:cTn dur="1" fill="hold">
                                          <p:stCondLst>
                                            <p:cond delay="0"/>
                                          </p:stCondLst>
                                        </p:cTn>
                                        <p:tgtEl>
                                          <p:spTgt spid="2754"/>
                                        </p:tgtEl>
                                        <p:attrNameLst>
                                          <p:attrName>style.visibility</p:attrName>
                                        </p:attrNameLst>
                                      </p:cBhvr>
                                      <p:to>
                                        <p:strVal val="visible"/>
                                      </p:to>
                                    </p:set>
                                    <p:animEffect filter="fade" transition="in">
                                      <p:cBhvr>
                                        <p:cTn dur="1000"/>
                                        <p:tgtEl>
                                          <p:spTgt spid="275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9" name="Shape 2759"/>
        <p:cNvGrpSpPr/>
        <p:nvPr/>
      </p:nvGrpSpPr>
      <p:grpSpPr>
        <a:xfrm>
          <a:off x="0" y="0"/>
          <a:ext cx="0" cy="0"/>
          <a:chOff x="0" y="0"/>
          <a:chExt cx="0" cy="0"/>
        </a:xfrm>
      </p:grpSpPr>
      <p:sp>
        <p:nvSpPr>
          <p:cNvPr id="2760" name="Google Shape;2760;p63"/>
          <p:cNvSpPr txBox="1"/>
          <p:nvPr>
            <p:ph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400"/>
              <a:buNone/>
            </a:pPr>
            <a:r>
              <a:rPr lang="en"/>
              <a:t>Stelsel Ontwerp</a:t>
            </a:r>
            <a:endParaRPr/>
          </a:p>
        </p:txBody>
      </p:sp>
      <p:sp>
        <p:nvSpPr>
          <p:cNvPr id="2761" name="Google Shape;2761;p63"/>
          <p:cNvSpPr txBox="1"/>
          <p:nvPr>
            <p:ph idx="1" type="body"/>
          </p:nvPr>
        </p:nvSpPr>
        <p:spPr>
          <a:xfrm>
            <a:off x="878650" y="1424100"/>
            <a:ext cx="5308790" cy="3119100"/>
          </a:xfrm>
          <a:prstGeom prst="rect">
            <a:avLst/>
          </a:prstGeom>
          <a:noFill/>
          <a:ln>
            <a:noFill/>
          </a:ln>
        </p:spPr>
        <p:txBody>
          <a:bodyPr anchorCtr="0" anchor="t" bIns="91425" lIns="91425" spcFirstLastPara="1" rIns="91425" wrap="square" tIns="91425">
            <a:noAutofit/>
          </a:bodyPr>
          <a:lstStyle/>
          <a:p>
            <a:pPr indent="0" lvl="0" marL="139700" rtl="0" algn="l">
              <a:lnSpc>
                <a:spcPct val="100000"/>
              </a:lnSpc>
              <a:spcBef>
                <a:spcPts val="0"/>
              </a:spcBef>
              <a:spcAft>
                <a:spcPts val="0"/>
              </a:spcAft>
              <a:buSzPts val="1400"/>
              <a:buNone/>
            </a:pPr>
            <a:r>
              <a:rPr lang="en" sz="1100"/>
              <a:t>Gebruiker</a:t>
            </a:r>
            <a:endParaRPr/>
          </a:p>
          <a:p>
            <a:pPr indent="0" lvl="0" marL="139700" rtl="0" algn="l">
              <a:lnSpc>
                <a:spcPct val="100000"/>
              </a:lnSpc>
              <a:spcBef>
                <a:spcPts val="0"/>
              </a:spcBef>
              <a:spcAft>
                <a:spcPts val="0"/>
              </a:spcAft>
              <a:buSzPts val="1400"/>
              <a:buNone/>
            </a:pPr>
            <a:r>
              <a:rPr lang="en" sz="1100"/>
              <a:t>   │</a:t>
            </a:r>
            <a:endParaRPr/>
          </a:p>
          <a:p>
            <a:pPr indent="0" lvl="0" marL="139700" rtl="0" algn="l">
              <a:lnSpc>
                <a:spcPct val="100000"/>
              </a:lnSpc>
              <a:spcBef>
                <a:spcPts val="0"/>
              </a:spcBef>
              <a:spcAft>
                <a:spcPts val="0"/>
              </a:spcAft>
              <a:buSzPts val="1400"/>
              <a:buNone/>
            </a:pPr>
            <a:r>
              <a:rPr lang="en" sz="1100"/>
              <a:t>   ▼</a:t>
            </a:r>
            <a:endParaRPr/>
          </a:p>
          <a:p>
            <a:pPr indent="0" lvl="0" marL="139700" rtl="0" algn="l">
              <a:lnSpc>
                <a:spcPct val="100000"/>
              </a:lnSpc>
              <a:spcBef>
                <a:spcPts val="0"/>
              </a:spcBef>
              <a:spcAft>
                <a:spcPts val="0"/>
              </a:spcAft>
              <a:buSzPts val="1400"/>
              <a:buNone/>
            </a:pPr>
            <a:r>
              <a:rPr lang="en" sz="1100"/>
              <a:t>Gebruikerskoppelvlak</a:t>
            </a:r>
            <a:endParaRPr/>
          </a:p>
          <a:p>
            <a:pPr indent="0" lvl="0" marL="139700" rtl="0" algn="l">
              <a:lnSpc>
                <a:spcPct val="100000"/>
              </a:lnSpc>
              <a:spcBef>
                <a:spcPts val="0"/>
              </a:spcBef>
              <a:spcAft>
                <a:spcPts val="0"/>
              </a:spcAft>
              <a:buSzPts val="1400"/>
              <a:buNone/>
            </a:pPr>
            <a:r>
              <a:rPr lang="en" sz="1100"/>
              <a:t>   │</a:t>
            </a:r>
            <a:endParaRPr/>
          </a:p>
          <a:p>
            <a:pPr indent="0" lvl="0" marL="139700" rtl="0" algn="l">
              <a:lnSpc>
                <a:spcPct val="100000"/>
              </a:lnSpc>
              <a:spcBef>
                <a:spcPts val="0"/>
              </a:spcBef>
              <a:spcAft>
                <a:spcPts val="0"/>
              </a:spcAft>
              <a:buSzPts val="1400"/>
              <a:buNone/>
            </a:pPr>
            <a:r>
              <a:rPr lang="en" sz="1100"/>
              <a:t>   ├ React/CSS</a:t>
            </a:r>
            <a:endParaRPr/>
          </a:p>
          <a:p>
            <a:pPr indent="0" lvl="0" marL="139700" rtl="0" algn="l">
              <a:lnSpc>
                <a:spcPct val="100000"/>
              </a:lnSpc>
              <a:spcBef>
                <a:spcPts val="0"/>
              </a:spcBef>
              <a:spcAft>
                <a:spcPts val="0"/>
              </a:spcAft>
              <a:buSzPts val="1400"/>
              <a:buNone/>
            </a:pPr>
            <a:r>
              <a:rPr lang="en" sz="1100"/>
              <a:t>   ├ JavaScript</a:t>
            </a:r>
            <a:endParaRPr/>
          </a:p>
          <a:p>
            <a:pPr indent="0" lvl="0" marL="139700" rtl="0" algn="l">
              <a:lnSpc>
                <a:spcPct val="100000"/>
              </a:lnSpc>
              <a:spcBef>
                <a:spcPts val="0"/>
              </a:spcBef>
              <a:spcAft>
                <a:spcPts val="0"/>
              </a:spcAft>
              <a:buSzPts val="1400"/>
              <a:buNone/>
            </a:pPr>
            <a:r>
              <a:rPr lang="en" sz="1100"/>
              <a:t>   ▼</a:t>
            </a:r>
            <a:endParaRPr/>
          </a:p>
          <a:p>
            <a:pPr indent="0" lvl="0" marL="139700" rtl="0" algn="l">
              <a:lnSpc>
                <a:spcPct val="100000"/>
              </a:lnSpc>
              <a:spcBef>
                <a:spcPts val="0"/>
              </a:spcBef>
              <a:spcAft>
                <a:spcPts val="0"/>
              </a:spcAft>
              <a:buSzPts val="1400"/>
              <a:buNone/>
            </a:pPr>
            <a:r>
              <a:rPr lang="en" sz="1100"/>
              <a:t>Toepassingslaag (API)</a:t>
            </a:r>
            <a:endParaRPr/>
          </a:p>
          <a:p>
            <a:pPr indent="0" lvl="0" marL="139700" rtl="0" algn="l">
              <a:lnSpc>
                <a:spcPct val="100000"/>
              </a:lnSpc>
              <a:spcBef>
                <a:spcPts val="0"/>
              </a:spcBef>
              <a:spcAft>
                <a:spcPts val="0"/>
              </a:spcAft>
              <a:buSzPts val="1400"/>
              <a:buNone/>
            </a:pPr>
            <a:r>
              <a:rPr lang="en" sz="1100"/>
              <a:t>   │</a:t>
            </a:r>
            <a:endParaRPr/>
          </a:p>
          <a:p>
            <a:pPr indent="0" lvl="0" marL="139700" rtl="0" algn="l">
              <a:lnSpc>
                <a:spcPct val="100000"/>
              </a:lnSpc>
              <a:spcBef>
                <a:spcPts val="0"/>
              </a:spcBef>
              <a:spcAft>
                <a:spcPts val="0"/>
              </a:spcAft>
              <a:buSzPts val="1400"/>
              <a:buNone/>
            </a:pPr>
            <a:r>
              <a:rPr lang="en" sz="1100"/>
              <a:t>   ├ Python</a:t>
            </a:r>
            <a:endParaRPr sz="1100"/>
          </a:p>
          <a:p>
            <a:pPr indent="0" lvl="0" marL="139700" rtl="0" algn="l">
              <a:lnSpc>
                <a:spcPct val="100000"/>
              </a:lnSpc>
              <a:spcBef>
                <a:spcPts val="0"/>
              </a:spcBef>
              <a:spcAft>
                <a:spcPts val="0"/>
              </a:spcAft>
              <a:buSzPts val="1400"/>
              <a:buNone/>
            </a:pPr>
            <a:r>
              <a:rPr lang="en" sz="1100"/>
              <a:t>   ├ SQLite</a:t>
            </a:r>
            <a:endParaRPr sz="1100"/>
          </a:p>
          <a:p>
            <a:pPr indent="0" lvl="0" marL="139700" rtl="0" algn="l">
              <a:lnSpc>
                <a:spcPct val="100000"/>
              </a:lnSpc>
              <a:spcBef>
                <a:spcPts val="0"/>
              </a:spcBef>
              <a:spcAft>
                <a:spcPts val="0"/>
              </a:spcAft>
              <a:buSzPts val="1400"/>
              <a:buNone/>
            </a:pPr>
            <a:r>
              <a:rPr lang="en" sz="1100"/>
              <a:t>   ├ Grafiek Verwerking</a:t>
            </a:r>
            <a:endParaRPr/>
          </a:p>
          <a:p>
            <a:pPr indent="0" lvl="0" marL="139700" rtl="0" algn="l">
              <a:lnSpc>
                <a:spcPct val="100000"/>
              </a:lnSpc>
              <a:spcBef>
                <a:spcPts val="0"/>
              </a:spcBef>
              <a:spcAft>
                <a:spcPts val="0"/>
              </a:spcAft>
              <a:buSzPts val="1400"/>
              <a:buNone/>
            </a:pPr>
            <a:r>
              <a:rPr lang="en" sz="1100"/>
              <a:t>   ├ Kortste-roete-algoritme (Dijkstra se algoritme)</a:t>
            </a:r>
            <a:endParaRPr/>
          </a:p>
          <a:p>
            <a:pPr indent="0" lvl="0" marL="139700" rtl="0" algn="l">
              <a:lnSpc>
                <a:spcPct val="100000"/>
              </a:lnSpc>
              <a:spcBef>
                <a:spcPts val="0"/>
              </a:spcBef>
              <a:spcAft>
                <a:spcPts val="0"/>
              </a:spcAft>
              <a:buSzPts val="1400"/>
              <a:buNone/>
            </a:pPr>
            <a:r>
              <a:rPr lang="en" sz="1100"/>
              <a:t>   └─ Soek- en filterfunksies</a:t>
            </a:r>
            <a:endParaRPr sz="1100"/>
          </a:p>
          <a:p>
            <a:pPr indent="0" lvl="0" marL="139700" rtl="0" algn="l">
              <a:lnSpc>
                <a:spcPct val="100000"/>
              </a:lnSpc>
              <a:spcBef>
                <a:spcPts val="0"/>
              </a:spcBef>
              <a:spcAft>
                <a:spcPts val="0"/>
              </a:spcAft>
              <a:buSzPts val="1400"/>
              <a:buNone/>
            </a:pPr>
            <a:r>
              <a:rPr lang="en" sz="1100"/>
              <a:t>   │</a:t>
            </a:r>
            <a:endParaRPr/>
          </a:p>
          <a:p>
            <a:pPr indent="0" lvl="0" marL="139700" rtl="0" algn="l">
              <a:lnSpc>
                <a:spcPct val="100000"/>
              </a:lnSpc>
              <a:spcBef>
                <a:spcPts val="0"/>
              </a:spcBef>
              <a:spcAft>
                <a:spcPts val="0"/>
              </a:spcAft>
              <a:buSzPts val="1400"/>
              <a:buNone/>
            </a:pPr>
            <a:r>
              <a:rPr lang="en" sz="1100"/>
              <a:t>   ▼</a:t>
            </a:r>
            <a:endParaRPr/>
          </a:p>
          <a:p>
            <a:pPr indent="0" lvl="0" marL="139700" rtl="0" algn="l">
              <a:lnSpc>
                <a:spcPct val="100000"/>
              </a:lnSpc>
              <a:spcBef>
                <a:spcPts val="0"/>
              </a:spcBef>
              <a:spcAft>
                <a:spcPts val="0"/>
              </a:spcAft>
              <a:buSzPts val="1400"/>
              <a:buNone/>
            </a:pPr>
            <a:r>
              <a:rPr lang="en" sz="1100"/>
              <a:t>Relasionele Databasis</a:t>
            </a:r>
            <a:endParaRPr sz="1100"/>
          </a:p>
        </p:txBody>
      </p:sp>
      <p:grpSp>
        <p:nvGrpSpPr>
          <p:cNvPr id="2762" name="Google Shape;2762;p63"/>
          <p:cNvGrpSpPr/>
          <p:nvPr/>
        </p:nvGrpSpPr>
        <p:grpSpPr>
          <a:xfrm>
            <a:off x="5192772" y="3542516"/>
            <a:ext cx="2287695" cy="2289334"/>
            <a:chOff x="1192500" y="238125"/>
            <a:chExt cx="5235000" cy="5238750"/>
          </a:xfrm>
        </p:grpSpPr>
        <p:sp>
          <p:nvSpPr>
            <p:cNvPr id="2763" name="Google Shape;2763;p63"/>
            <p:cNvSpPr/>
            <p:nvPr/>
          </p:nvSpPr>
          <p:spPr>
            <a:xfrm>
              <a:off x="4141150" y="2266250"/>
              <a:ext cx="123500" cy="123525"/>
            </a:xfrm>
            <a:custGeom>
              <a:rect b="b" l="l" r="r" t="t"/>
              <a:pathLst>
                <a:path extrusionOk="0" h="4941" w="4940">
                  <a:moveTo>
                    <a:pt x="1" y="1"/>
                  </a:moveTo>
                  <a:lnTo>
                    <a:pt x="1" y="150"/>
                  </a:lnTo>
                  <a:lnTo>
                    <a:pt x="1048" y="1348"/>
                  </a:lnTo>
                  <a:lnTo>
                    <a:pt x="2246" y="2545"/>
                  </a:lnTo>
                  <a:lnTo>
                    <a:pt x="4790" y="4940"/>
                  </a:lnTo>
                  <a:lnTo>
                    <a:pt x="4940" y="4940"/>
                  </a:lnTo>
                  <a:lnTo>
                    <a:pt x="4940" y="4791"/>
                  </a:lnTo>
                  <a:lnTo>
                    <a:pt x="2545" y="23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64" name="Google Shape;2764;p63"/>
            <p:cNvSpPr/>
            <p:nvPr/>
          </p:nvSpPr>
          <p:spPr>
            <a:xfrm>
              <a:off x="4189800" y="2221350"/>
              <a:ext cx="123500" cy="131000"/>
            </a:xfrm>
            <a:custGeom>
              <a:rect b="b" l="l" r="r" t="t"/>
              <a:pathLst>
                <a:path extrusionOk="0" h="5240" w="4940">
                  <a:moveTo>
                    <a:pt x="150" y="1"/>
                  </a:moveTo>
                  <a:lnTo>
                    <a:pt x="0" y="150"/>
                  </a:lnTo>
                  <a:lnTo>
                    <a:pt x="1048" y="1497"/>
                  </a:lnTo>
                  <a:lnTo>
                    <a:pt x="2246" y="2695"/>
                  </a:lnTo>
                  <a:lnTo>
                    <a:pt x="3443" y="3892"/>
                  </a:lnTo>
                  <a:lnTo>
                    <a:pt x="4790" y="5239"/>
                  </a:lnTo>
                  <a:lnTo>
                    <a:pt x="4940" y="5239"/>
                  </a:lnTo>
                  <a:lnTo>
                    <a:pt x="4940" y="5090"/>
                  </a:lnTo>
                  <a:lnTo>
                    <a:pt x="2545" y="2396"/>
                  </a:lnTo>
                  <a:lnTo>
                    <a:pt x="1347" y="1198"/>
                  </a:lnTo>
                  <a:lnTo>
                    <a:pt x="749" y="5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65" name="Google Shape;2765;p63"/>
            <p:cNvSpPr/>
            <p:nvPr/>
          </p:nvSpPr>
          <p:spPr>
            <a:xfrm>
              <a:off x="4242175" y="2187675"/>
              <a:ext cx="108550" cy="112275"/>
            </a:xfrm>
            <a:custGeom>
              <a:rect b="b" l="l" r="r" t="t"/>
              <a:pathLst>
                <a:path extrusionOk="0" h="4491" w="4342">
                  <a:moveTo>
                    <a:pt x="1" y="1"/>
                  </a:moveTo>
                  <a:lnTo>
                    <a:pt x="1" y="150"/>
                  </a:lnTo>
                  <a:lnTo>
                    <a:pt x="1947" y="2395"/>
                  </a:lnTo>
                  <a:lnTo>
                    <a:pt x="4042" y="4491"/>
                  </a:lnTo>
                  <a:lnTo>
                    <a:pt x="4342" y="4491"/>
                  </a:lnTo>
                  <a:lnTo>
                    <a:pt x="4342" y="4341"/>
                  </a:lnTo>
                  <a:lnTo>
                    <a:pt x="2246" y="20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66" name="Google Shape;2766;p63"/>
            <p:cNvSpPr/>
            <p:nvPr/>
          </p:nvSpPr>
          <p:spPr>
            <a:xfrm>
              <a:off x="4290825" y="2154000"/>
              <a:ext cx="131000" cy="131000"/>
            </a:xfrm>
            <a:custGeom>
              <a:rect b="b" l="l" r="r" t="t"/>
              <a:pathLst>
                <a:path extrusionOk="0" h="5240" w="5240">
                  <a:moveTo>
                    <a:pt x="1" y="0"/>
                  </a:moveTo>
                  <a:lnTo>
                    <a:pt x="1" y="150"/>
                  </a:lnTo>
                  <a:lnTo>
                    <a:pt x="1198" y="1348"/>
                  </a:lnTo>
                  <a:lnTo>
                    <a:pt x="2396" y="2695"/>
                  </a:lnTo>
                  <a:lnTo>
                    <a:pt x="3743" y="4042"/>
                  </a:lnTo>
                  <a:lnTo>
                    <a:pt x="5090" y="5239"/>
                  </a:lnTo>
                  <a:lnTo>
                    <a:pt x="5239" y="5239"/>
                  </a:lnTo>
                  <a:lnTo>
                    <a:pt x="5239" y="5090"/>
                  </a:lnTo>
                  <a:lnTo>
                    <a:pt x="4042" y="3742"/>
                  </a:lnTo>
                  <a:lnTo>
                    <a:pt x="2695" y="2395"/>
                  </a:lnTo>
                  <a:lnTo>
                    <a:pt x="149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67" name="Google Shape;2767;p63"/>
            <p:cNvSpPr/>
            <p:nvPr/>
          </p:nvSpPr>
          <p:spPr>
            <a:xfrm>
              <a:off x="4339475" y="2112825"/>
              <a:ext cx="104800" cy="104800"/>
            </a:xfrm>
            <a:custGeom>
              <a:rect b="b" l="l" r="r" t="t"/>
              <a:pathLst>
                <a:path extrusionOk="0" h="4192" w="4192">
                  <a:moveTo>
                    <a:pt x="0" y="1"/>
                  </a:moveTo>
                  <a:lnTo>
                    <a:pt x="0" y="151"/>
                  </a:lnTo>
                  <a:lnTo>
                    <a:pt x="899" y="1198"/>
                  </a:lnTo>
                  <a:lnTo>
                    <a:pt x="1946" y="2246"/>
                  </a:lnTo>
                  <a:lnTo>
                    <a:pt x="4042" y="4192"/>
                  </a:lnTo>
                  <a:lnTo>
                    <a:pt x="4191" y="4192"/>
                  </a:lnTo>
                  <a:lnTo>
                    <a:pt x="4191" y="4042"/>
                  </a:lnTo>
                  <a:lnTo>
                    <a:pt x="2246" y="1947"/>
                  </a:lnTo>
                  <a:lnTo>
                    <a:pt x="1198" y="10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68" name="Google Shape;2768;p63"/>
            <p:cNvSpPr/>
            <p:nvPr/>
          </p:nvSpPr>
          <p:spPr>
            <a:xfrm>
              <a:off x="4436775" y="2041750"/>
              <a:ext cx="89825" cy="86075"/>
            </a:xfrm>
            <a:custGeom>
              <a:rect b="b" l="l" r="r" t="t"/>
              <a:pathLst>
                <a:path extrusionOk="0" h="3443" w="3593">
                  <a:moveTo>
                    <a:pt x="0" y="0"/>
                  </a:moveTo>
                  <a:lnTo>
                    <a:pt x="1647" y="1796"/>
                  </a:lnTo>
                  <a:lnTo>
                    <a:pt x="3443" y="3443"/>
                  </a:lnTo>
                  <a:lnTo>
                    <a:pt x="3592" y="3443"/>
                  </a:lnTo>
                  <a:lnTo>
                    <a:pt x="3592" y="3293"/>
                  </a:lnTo>
                  <a:lnTo>
                    <a:pt x="2844" y="2395"/>
                  </a:lnTo>
                  <a:lnTo>
                    <a:pt x="1946"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69" name="Google Shape;2769;p63"/>
            <p:cNvSpPr/>
            <p:nvPr/>
          </p:nvSpPr>
          <p:spPr>
            <a:xfrm>
              <a:off x="4388125" y="2079150"/>
              <a:ext cx="93575" cy="89850"/>
            </a:xfrm>
            <a:custGeom>
              <a:rect b="b" l="l" r="r" t="t"/>
              <a:pathLst>
                <a:path extrusionOk="0" h="3594" w="3743">
                  <a:moveTo>
                    <a:pt x="0" y="1"/>
                  </a:moveTo>
                  <a:lnTo>
                    <a:pt x="1647" y="1947"/>
                  </a:lnTo>
                  <a:lnTo>
                    <a:pt x="3443" y="3593"/>
                  </a:lnTo>
                  <a:lnTo>
                    <a:pt x="3742" y="3593"/>
                  </a:lnTo>
                  <a:lnTo>
                    <a:pt x="3742" y="3443"/>
                  </a:lnTo>
                  <a:lnTo>
                    <a:pt x="1946" y="16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70" name="Google Shape;2770;p63"/>
            <p:cNvSpPr/>
            <p:nvPr/>
          </p:nvSpPr>
          <p:spPr>
            <a:xfrm>
              <a:off x="4485400" y="2000575"/>
              <a:ext cx="82350" cy="78600"/>
            </a:xfrm>
            <a:custGeom>
              <a:rect b="b" l="l" r="r" t="t"/>
              <a:pathLst>
                <a:path extrusionOk="0" h="3144" w="3294">
                  <a:moveTo>
                    <a:pt x="1" y="1"/>
                  </a:moveTo>
                  <a:lnTo>
                    <a:pt x="1" y="150"/>
                  </a:lnTo>
                  <a:lnTo>
                    <a:pt x="1498" y="1797"/>
                  </a:lnTo>
                  <a:lnTo>
                    <a:pt x="2246" y="2545"/>
                  </a:lnTo>
                  <a:lnTo>
                    <a:pt x="3144" y="3144"/>
                  </a:lnTo>
                  <a:lnTo>
                    <a:pt x="3294" y="3144"/>
                  </a:lnTo>
                  <a:lnTo>
                    <a:pt x="3294" y="2994"/>
                  </a:lnTo>
                  <a:lnTo>
                    <a:pt x="2545" y="2246"/>
                  </a:lnTo>
                  <a:lnTo>
                    <a:pt x="1797" y="1497"/>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71" name="Google Shape;2771;p63"/>
            <p:cNvSpPr/>
            <p:nvPr/>
          </p:nvSpPr>
          <p:spPr>
            <a:xfrm>
              <a:off x="4537800" y="1966900"/>
              <a:ext cx="71125" cy="67375"/>
            </a:xfrm>
            <a:custGeom>
              <a:rect b="b" l="l" r="r" t="t"/>
              <a:pathLst>
                <a:path extrusionOk="0" h="2695" w="2845">
                  <a:moveTo>
                    <a:pt x="0" y="1"/>
                  </a:moveTo>
                  <a:lnTo>
                    <a:pt x="0" y="150"/>
                  </a:lnTo>
                  <a:lnTo>
                    <a:pt x="1198" y="1497"/>
                  </a:lnTo>
                  <a:lnTo>
                    <a:pt x="2695" y="2695"/>
                  </a:lnTo>
                  <a:lnTo>
                    <a:pt x="2844" y="2695"/>
                  </a:lnTo>
                  <a:lnTo>
                    <a:pt x="2844" y="2545"/>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72" name="Google Shape;2772;p63"/>
            <p:cNvSpPr/>
            <p:nvPr/>
          </p:nvSpPr>
          <p:spPr>
            <a:xfrm>
              <a:off x="4586450" y="1925750"/>
              <a:ext cx="74850" cy="74850"/>
            </a:xfrm>
            <a:custGeom>
              <a:rect b="b" l="l" r="r" t="t"/>
              <a:pathLst>
                <a:path extrusionOk="0" h="2994" w="2994">
                  <a:moveTo>
                    <a:pt x="0" y="0"/>
                  </a:moveTo>
                  <a:lnTo>
                    <a:pt x="0" y="150"/>
                  </a:lnTo>
                  <a:lnTo>
                    <a:pt x="1347" y="1796"/>
                  </a:lnTo>
                  <a:lnTo>
                    <a:pt x="2096" y="2395"/>
                  </a:lnTo>
                  <a:lnTo>
                    <a:pt x="2994" y="2994"/>
                  </a:lnTo>
                  <a:lnTo>
                    <a:pt x="2994" y="2994"/>
                  </a:lnTo>
                  <a:lnTo>
                    <a:pt x="2395" y="2096"/>
                  </a:lnTo>
                  <a:lnTo>
                    <a:pt x="1647"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73" name="Google Shape;2773;p63"/>
            <p:cNvSpPr/>
            <p:nvPr/>
          </p:nvSpPr>
          <p:spPr>
            <a:xfrm>
              <a:off x="4635100" y="1888325"/>
              <a:ext cx="74850" cy="71125"/>
            </a:xfrm>
            <a:custGeom>
              <a:rect b="b" l="l" r="r" t="t"/>
              <a:pathLst>
                <a:path extrusionOk="0" h="2845" w="2994">
                  <a:moveTo>
                    <a:pt x="150" y="0"/>
                  </a:moveTo>
                  <a:lnTo>
                    <a:pt x="150" y="150"/>
                  </a:lnTo>
                  <a:lnTo>
                    <a:pt x="0" y="150"/>
                  </a:lnTo>
                  <a:lnTo>
                    <a:pt x="1347" y="1647"/>
                  </a:lnTo>
                  <a:lnTo>
                    <a:pt x="2096" y="2245"/>
                  </a:lnTo>
                  <a:lnTo>
                    <a:pt x="2844" y="2844"/>
                  </a:lnTo>
                  <a:lnTo>
                    <a:pt x="2994" y="2844"/>
                  </a:lnTo>
                  <a:lnTo>
                    <a:pt x="2395" y="1946"/>
                  </a:lnTo>
                  <a:lnTo>
                    <a:pt x="1647" y="13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74" name="Google Shape;2774;p63"/>
            <p:cNvSpPr/>
            <p:nvPr/>
          </p:nvSpPr>
          <p:spPr>
            <a:xfrm>
              <a:off x="4683725" y="1847150"/>
              <a:ext cx="71125" cy="71125"/>
            </a:xfrm>
            <a:custGeom>
              <a:rect b="b" l="l" r="r" t="t"/>
              <a:pathLst>
                <a:path extrusionOk="0" h="2845" w="2845">
                  <a:moveTo>
                    <a:pt x="1" y="1"/>
                  </a:moveTo>
                  <a:lnTo>
                    <a:pt x="1" y="150"/>
                  </a:lnTo>
                  <a:lnTo>
                    <a:pt x="1348" y="1647"/>
                  </a:lnTo>
                  <a:lnTo>
                    <a:pt x="1947" y="2246"/>
                  </a:lnTo>
                  <a:lnTo>
                    <a:pt x="2695" y="2845"/>
                  </a:lnTo>
                  <a:lnTo>
                    <a:pt x="2845" y="2845"/>
                  </a:lnTo>
                  <a:lnTo>
                    <a:pt x="2845" y="2695"/>
                  </a:lnTo>
                  <a:lnTo>
                    <a:pt x="2246" y="1947"/>
                  </a:lnTo>
                  <a:lnTo>
                    <a:pt x="1647" y="1348"/>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75" name="Google Shape;2775;p63"/>
            <p:cNvSpPr/>
            <p:nvPr/>
          </p:nvSpPr>
          <p:spPr>
            <a:xfrm>
              <a:off x="4736125" y="1813475"/>
              <a:ext cx="71125" cy="71125"/>
            </a:xfrm>
            <a:custGeom>
              <a:rect b="b" l="l" r="r" t="t"/>
              <a:pathLst>
                <a:path extrusionOk="0" h="2845" w="2845">
                  <a:moveTo>
                    <a:pt x="0" y="1"/>
                  </a:moveTo>
                  <a:lnTo>
                    <a:pt x="1348" y="1497"/>
                  </a:lnTo>
                  <a:lnTo>
                    <a:pt x="1946" y="2246"/>
                  </a:lnTo>
                  <a:lnTo>
                    <a:pt x="2695" y="2845"/>
                  </a:lnTo>
                  <a:lnTo>
                    <a:pt x="2844" y="2845"/>
                  </a:lnTo>
                  <a:lnTo>
                    <a:pt x="2844" y="2695"/>
                  </a:lnTo>
                  <a:lnTo>
                    <a:pt x="2246" y="1947"/>
                  </a:lnTo>
                  <a:lnTo>
                    <a:pt x="1647" y="134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76" name="Google Shape;2776;p63"/>
            <p:cNvSpPr/>
            <p:nvPr/>
          </p:nvSpPr>
          <p:spPr>
            <a:xfrm>
              <a:off x="4784775" y="1776050"/>
              <a:ext cx="56150" cy="56175"/>
            </a:xfrm>
            <a:custGeom>
              <a:rect b="b" l="l" r="r" t="t"/>
              <a:pathLst>
                <a:path extrusionOk="0" h="2247" w="2246">
                  <a:moveTo>
                    <a:pt x="0" y="1"/>
                  </a:moveTo>
                  <a:lnTo>
                    <a:pt x="898" y="1198"/>
                  </a:lnTo>
                  <a:lnTo>
                    <a:pt x="1497" y="1797"/>
                  </a:lnTo>
                  <a:lnTo>
                    <a:pt x="2096" y="2246"/>
                  </a:lnTo>
                  <a:lnTo>
                    <a:pt x="2245" y="2246"/>
                  </a:lnTo>
                  <a:lnTo>
                    <a:pt x="2245" y="2096"/>
                  </a:lnTo>
                  <a:lnTo>
                    <a:pt x="1796" y="1498"/>
                  </a:lnTo>
                  <a:lnTo>
                    <a:pt x="1198" y="8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77" name="Google Shape;2777;p63"/>
            <p:cNvSpPr/>
            <p:nvPr/>
          </p:nvSpPr>
          <p:spPr>
            <a:xfrm>
              <a:off x="4833425" y="1738650"/>
              <a:ext cx="41175" cy="41175"/>
            </a:xfrm>
            <a:custGeom>
              <a:rect b="b" l="l" r="r" t="t"/>
              <a:pathLst>
                <a:path extrusionOk="0" h="1647" w="1647">
                  <a:moveTo>
                    <a:pt x="0" y="0"/>
                  </a:moveTo>
                  <a:lnTo>
                    <a:pt x="748" y="898"/>
                  </a:lnTo>
                  <a:lnTo>
                    <a:pt x="1497" y="1647"/>
                  </a:lnTo>
                  <a:lnTo>
                    <a:pt x="1646" y="1647"/>
                  </a:lnTo>
                  <a:lnTo>
                    <a:pt x="1646" y="149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78" name="Google Shape;2778;p63"/>
            <p:cNvSpPr/>
            <p:nvPr/>
          </p:nvSpPr>
          <p:spPr>
            <a:xfrm>
              <a:off x="4882050" y="1697475"/>
              <a:ext cx="33700" cy="33700"/>
            </a:xfrm>
            <a:custGeom>
              <a:rect b="b" l="l" r="r" t="t"/>
              <a:pathLst>
                <a:path extrusionOk="0" h="1348" w="1348">
                  <a:moveTo>
                    <a:pt x="1" y="1"/>
                  </a:moveTo>
                  <a:lnTo>
                    <a:pt x="450" y="749"/>
                  </a:lnTo>
                  <a:lnTo>
                    <a:pt x="1198" y="1348"/>
                  </a:lnTo>
                  <a:lnTo>
                    <a:pt x="1348" y="1348"/>
                  </a:lnTo>
                  <a:lnTo>
                    <a:pt x="1348" y="1198"/>
                  </a:lnTo>
                  <a:lnTo>
                    <a:pt x="749" y="45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79" name="Google Shape;2779;p63"/>
            <p:cNvSpPr/>
            <p:nvPr/>
          </p:nvSpPr>
          <p:spPr>
            <a:xfrm>
              <a:off x="4930700" y="1660050"/>
              <a:ext cx="37450" cy="33700"/>
            </a:xfrm>
            <a:custGeom>
              <a:rect b="b" l="l" r="r" t="t"/>
              <a:pathLst>
                <a:path extrusionOk="0" h="1348" w="1498">
                  <a:moveTo>
                    <a:pt x="1" y="1"/>
                  </a:moveTo>
                  <a:lnTo>
                    <a:pt x="1" y="151"/>
                  </a:lnTo>
                  <a:lnTo>
                    <a:pt x="599" y="899"/>
                  </a:lnTo>
                  <a:lnTo>
                    <a:pt x="899" y="1198"/>
                  </a:lnTo>
                  <a:lnTo>
                    <a:pt x="1348" y="1348"/>
                  </a:lnTo>
                  <a:lnTo>
                    <a:pt x="1497" y="1348"/>
                  </a:lnTo>
                  <a:lnTo>
                    <a:pt x="1497" y="1198"/>
                  </a:lnTo>
                  <a:lnTo>
                    <a:pt x="1198" y="899"/>
                  </a:lnTo>
                  <a:lnTo>
                    <a:pt x="899"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0" name="Google Shape;2780;p63"/>
            <p:cNvSpPr/>
            <p:nvPr/>
          </p:nvSpPr>
          <p:spPr>
            <a:xfrm>
              <a:off x="4979350" y="1618900"/>
              <a:ext cx="29950" cy="29950"/>
            </a:xfrm>
            <a:custGeom>
              <a:rect b="b" l="l" r="r" t="t"/>
              <a:pathLst>
                <a:path extrusionOk="0" h="1198" w="1198">
                  <a:moveTo>
                    <a:pt x="0" y="0"/>
                  </a:moveTo>
                  <a:lnTo>
                    <a:pt x="0" y="150"/>
                  </a:lnTo>
                  <a:lnTo>
                    <a:pt x="450" y="749"/>
                  </a:lnTo>
                  <a:lnTo>
                    <a:pt x="1048" y="1198"/>
                  </a:lnTo>
                  <a:lnTo>
                    <a:pt x="1198" y="1198"/>
                  </a:lnTo>
                  <a:lnTo>
                    <a:pt x="1198" y="1048"/>
                  </a:lnTo>
                  <a:lnTo>
                    <a:pt x="599" y="449"/>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1" name="Google Shape;2781;p63"/>
            <p:cNvSpPr/>
            <p:nvPr/>
          </p:nvSpPr>
          <p:spPr>
            <a:xfrm>
              <a:off x="3228125" y="2386000"/>
              <a:ext cx="123500" cy="127250"/>
            </a:xfrm>
            <a:custGeom>
              <a:rect b="b" l="l" r="r" t="t"/>
              <a:pathLst>
                <a:path extrusionOk="0" h="5090" w="4940">
                  <a:moveTo>
                    <a:pt x="4790" y="1"/>
                  </a:moveTo>
                  <a:lnTo>
                    <a:pt x="2395" y="2395"/>
                  </a:lnTo>
                  <a:lnTo>
                    <a:pt x="0" y="4940"/>
                  </a:lnTo>
                  <a:lnTo>
                    <a:pt x="0" y="5090"/>
                  </a:lnTo>
                  <a:lnTo>
                    <a:pt x="150" y="5090"/>
                  </a:lnTo>
                  <a:lnTo>
                    <a:pt x="1347" y="3892"/>
                  </a:lnTo>
                  <a:lnTo>
                    <a:pt x="2545" y="2695"/>
                  </a:lnTo>
                  <a:lnTo>
                    <a:pt x="4939" y="150"/>
                  </a:lnTo>
                  <a:lnTo>
                    <a:pt x="49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2" name="Google Shape;2782;p63"/>
            <p:cNvSpPr/>
            <p:nvPr/>
          </p:nvSpPr>
          <p:spPr>
            <a:xfrm>
              <a:off x="3183200" y="2337350"/>
              <a:ext cx="131000" cy="123525"/>
            </a:xfrm>
            <a:custGeom>
              <a:rect b="b" l="l" r="r" t="t"/>
              <a:pathLst>
                <a:path extrusionOk="0" h="4941" w="5240">
                  <a:moveTo>
                    <a:pt x="5090" y="1"/>
                  </a:moveTo>
                  <a:lnTo>
                    <a:pt x="2396" y="2545"/>
                  </a:lnTo>
                  <a:lnTo>
                    <a:pt x="1198" y="3593"/>
                  </a:lnTo>
                  <a:lnTo>
                    <a:pt x="600" y="4192"/>
                  </a:lnTo>
                  <a:lnTo>
                    <a:pt x="1" y="4940"/>
                  </a:lnTo>
                  <a:lnTo>
                    <a:pt x="151" y="4940"/>
                  </a:lnTo>
                  <a:lnTo>
                    <a:pt x="1498" y="3892"/>
                  </a:lnTo>
                  <a:lnTo>
                    <a:pt x="2695" y="2845"/>
                  </a:lnTo>
                  <a:lnTo>
                    <a:pt x="3893" y="1497"/>
                  </a:lnTo>
                  <a:lnTo>
                    <a:pt x="5240" y="150"/>
                  </a:lnTo>
                  <a:lnTo>
                    <a:pt x="52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3" name="Google Shape;2783;p63"/>
            <p:cNvSpPr/>
            <p:nvPr/>
          </p:nvSpPr>
          <p:spPr>
            <a:xfrm>
              <a:off x="3149525" y="2303675"/>
              <a:ext cx="112300" cy="108550"/>
            </a:xfrm>
            <a:custGeom>
              <a:rect b="b" l="l" r="r" t="t"/>
              <a:pathLst>
                <a:path extrusionOk="0" h="4342" w="4492">
                  <a:moveTo>
                    <a:pt x="4341" y="1"/>
                  </a:moveTo>
                  <a:lnTo>
                    <a:pt x="2096" y="1946"/>
                  </a:lnTo>
                  <a:lnTo>
                    <a:pt x="1" y="4192"/>
                  </a:lnTo>
                  <a:lnTo>
                    <a:pt x="1" y="4341"/>
                  </a:lnTo>
                  <a:lnTo>
                    <a:pt x="150" y="4341"/>
                  </a:lnTo>
                  <a:lnTo>
                    <a:pt x="2396" y="2246"/>
                  </a:lnTo>
                  <a:lnTo>
                    <a:pt x="4491" y="150"/>
                  </a:lnTo>
                  <a:lnTo>
                    <a:pt x="44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4" name="Google Shape;2784;p63"/>
            <p:cNvSpPr/>
            <p:nvPr/>
          </p:nvSpPr>
          <p:spPr>
            <a:xfrm>
              <a:off x="3115850" y="2228850"/>
              <a:ext cx="131000" cy="130975"/>
            </a:xfrm>
            <a:custGeom>
              <a:rect b="b" l="l" r="r" t="t"/>
              <a:pathLst>
                <a:path extrusionOk="0" h="5239" w="5240">
                  <a:moveTo>
                    <a:pt x="5090" y="0"/>
                  </a:moveTo>
                  <a:lnTo>
                    <a:pt x="3743" y="1197"/>
                  </a:lnTo>
                  <a:lnTo>
                    <a:pt x="2396" y="2545"/>
                  </a:lnTo>
                  <a:lnTo>
                    <a:pt x="1198" y="3892"/>
                  </a:lnTo>
                  <a:lnTo>
                    <a:pt x="1" y="5089"/>
                  </a:lnTo>
                  <a:lnTo>
                    <a:pt x="1" y="5239"/>
                  </a:lnTo>
                  <a:lnTo>
                    <a:pt x="150" y="5239"/>
                  </a:lnTo>
                  <a:lnTo>
                    <a:pt x="1497" y="4041"/>
                  </a:lnTo>
                  <a:lnTo>
                    <a:pt x="2695" y="2844"/>
                  </a:lnTo>
                  <a:lnTo>
                    <a:pt x="4042" y="1497"/>
                  </a:lnTo>
                  <a:lnTo>
                    <a:pt x="5239" y="150"/>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5" name="Google Shape;2785;p63"/>
            <p:cNvSpPr/>
            <p:nvPr/>
          </p:nvSpPr>
          <p:spPr>
            <a:xfrm>
              <a:off x="3074700" y="2210125"/>
              <a:ext cx="104800" cy="101050"/>
            </a:xfrm>
            <a:custGeom>
              <a:rect b="b" l="l" r="r" t="t"/>
              <a:pathLst>
                <a:path extrusionOk="0" h="4042" w="4192">
                  <a:moveTo>
                    <a:pt x="4042" y="1"/>
                  </a:moveTo>
                  <a:lnTo>
                    <a:pt x="1946" y="1797"/>
                  </a:lnTo>
                  <a:lnTo>
                    <a:pt x="1048" y="2845"/>
                  </a:lnTo>
                  <a:lnTo>
                    <a:pt x="0" y="4042"/>
                  </a:lnTo>
                  <a:lnTo>
                    <a:pt x="150" y="4042"/>
                  </a:lnTo>
                  <a:lnTo>
                    <a:pt x="1198" y="3144"/>
                  </a:lnTo>
                  <a:lnTo>
                    <a:pt x="2245" y="2096"/>
                  </a:lnTo>
                  <a:lnTo>
                    <a:pt x="4191" y="150"/>
                  </a:lnTo>
                  <a:lnTo>
                    <a:pt x="41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6" name="Google Shape;2786;p63"/>
            <p:cNvSpPr/>
            <p:nvPr/>
          </p:nvSpPr>
          <p:spPr>
            <a:xfrm>
              <a:off x="3003600" y="2127800"/>
              <a:ext cx="86075" cy="86100"/>
            </a:xfrm>
            <a:custGeom>
              <a:rect b="b" l="l" r="r" t="t"/>
              <a:pathLst>
                <a:path extrusionOk="0" h="3444" w="3443">
                  <a:moveTo>
                    <a:pt x="3293" y="1"/>
                  </a:moveTo>
                  <a:lnTo>
                    <a:pt x="2395" y="749"/>
                  </a:lnTo>
                  <a:lnTo>
                    <a:pt x="1497" y="1497"/>
                  </a:lnTo>
                  <a:lnTo>
                    <a:pt x="0" y="3294"/>
                  </a:lnTo>
                  <a:lnTo>
                    <a:pt x="0" y="3443"/>
                  </a:lnTo>
                  <a:lnTo>
                    <a:pt x="1796"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7" name="Google Shape;2787;p63"/>
            <p:cNvSpPr/>
            <p:nvPr/>
          </p:nvSpPr>
          <p:spPr>
            <a:xfrm>
              <a:off x="3041025" y="2172700"/>
              <a:ext cx="89825" cy="89850"/>
            </a:xfrm>
            <a:custGeom>
              <a:rect b="b" l="l" r="r" t="t"/>
              <a:pathLst>
                <a:path extrusionOk="0" h="3594" w="3593">
                  <a:moveTo>
                    <a:pt x="3443" y="1"/>
                  </a:moveTo>
                  <a:lnTo>
                    <a:pt x="1647" y="1647"/>
                  </a:lnTo>
                  <a:lnTo>
                    <a:pt x="0" y="3443"/>
                  </a:lnTo>
                  <a:lnTo>
                    <a:pt x="0" y="3593"/>
                  </a:lnTo>
                  <a:lnTo>
                    <a:pt x="1946" y="1947"/>
                  </a:lnTo>
                  <a:lnTo>
                    <a:pt x="3592" y="151"/>
                  </a:lnTo>
                  <a:lnTo>
                    <a:pt x="35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8" name="Google Shape;2788;p63"/>
            <p:cNvSpPr/>
            <p:nvPr/>
          </p:nvSpPr>
          <p:spPr>
            <a:xfrm>
              <a:off x="2962425" y="2086650"/>
              <a:ext cx="78625" cy="78600"/>
            </a:xfrm>
            <a:custGeom>
              <a:rect b="b" l="l" r="r" t="t"/>
              <a:pathLst>
                <a:path extrusionOk="0" h="3144" w="3145">
                  <a:moveTo>
                    <a:pt x="2994" y="0"/>
                  </a:moveTo>
                  <a:lnTo>
                    <a:pt x="2246" y="599"/>
                  </a:lnTo>
                  <a:lnTo>
                    <a:pt x="1049" y="1796"/>
                  </a:lnTo>
                  <a:lnTo>
                    <a:pt x="1" y="2994"/>
                  </a:lnTo>
                  <a:lnTo>
                    <a:pt x="1" y="3143"/>
                  </a:lnTo>
                  <a:lnTo>
                    <a:pt x="151" y="3143"/>
                  </a:lnTo>
                  <a:lnTo>
                    <a:pt x="1797" y="1647"/>
                  </a:lnTo>
                  <a:lnTo>
                    <a:pt x="2545" y="898"/>
                  </a:lnTo>
                  <a:lnTo>
                    <a:pt x="3144" y="150"/>
                  </a:lnTo>
                  <a:lnTo>
                    <a:pt x="31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9" name="Google Shape;2789;p63"/>
            <p:cNvSpPr/>
            <p:nvPr/>
          </p:nvSpPr>
          <p:spPr>
            <a:xfrm>
              <a:off x="2928750" y="2041750"/>
              <a:ext cx="67375" cy="71100"/>
            </a:xfrm>
            <a:custGeom>
              <a:rect b="b" l="l" r="r" t="t"/>
              <a:pathLst>
                <a:path extrusionOk="0" h="2844" w="2695">
                  <a:moveTo>
                    <a:pt x="2545" y="0"/>
                  </a:moveTo>
                  <a:lnTo>
                    <a:pt x="1198" y="1347"/>
                  </a:lnTo>
                  <a:lnTo>
                    <a:pt x="1" y="2694"/>
                  </a:lnTo>
                  <a:lnTo>
                    <a:pt x="1" y="2844"/>
                  </a:lnTo>
                  <a:lnTo>
                    <a:pt x="150" y="2844"/>
                  </a:lnTo>
                  <a:lnTo>
                    <a:pt x="1498" y="1647"/>
                  </a:lnTo>
                  <a:lnTo>
                    <a:pt x="2695" y="150"/>
                  </a:lnTo>
                  <a:lnTo>
                    <a:pt x="269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0" name="Google Shape;2790;p63"/>
            <p:cNvSpPr/>
            <p:nvPr/>
          </p:nvSpPr>
          <p:spPr>
            <a:xfrm>
              <a:off x="2887600" y="1989350"/>
              <a:ext cx="74850" cy="74875"/>
            </a:xfrm>
            <a:custGeom>
              <a:rect b="b" l="l" r="r" t="t"/>
              <a:pathLst>
                <a:path extrusionOk="0" h="2995" w="2994">
                  <a:moveTo>
                    <a:pt x="2994" y="1"/>
                  </a:moveTo>
                  <a:lnTo>
                    <a:pt x="2096" y="599"/>
                  </a:lnTo>
                  <a:lnTo>
                    <a:pt x="1497" y="1348"/>
                  </a:lnTo>
                  <a:lnTo>
                    <a:pt x="0" y="2994"/>
                  </a:lnTo>
                  <a:lnTo>
                    <a:pt x="150" y="2994"/>
                  </a:lnTo>
                  <a:lnTo>
                    <a:pt x="1796" y="1647"/>
                  </a:lnTo>
                  <a:lnTo>
                    <a:pt x="2395" y="899"/>
                  </a:lnTo>
                  <a:lnTo>
                    <a:pt x="2994" y="150"/>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1" name="Google Shape;2791;p63"/>
            <p:cNvSpPr/>
            <p:nvPr/>
          </p:nvSpPr>
          <p:spPr>
            <a:xfrm>
              <a:off x="2853925" y="1944450"/>
              <a:ext cx="67375" cy="71125"/>
            </a:xfrm>
            <a:custGeom>
              <a:rect b="b" l="l" r="r" t="t"/>
              <a:pathLst>
                <a:path extrusionOk="0" h="2845" w="2695">
                  <a:moveTo>
                    <a:pt x="2694" y="0"/>
                  </a:moveTo>
                  <a:lnTo>
                    <a:pt x="1946" y="599"/>
                  </a:lnTo>
                  <a:lnTo>
                    <a:pt x="1198" y="1198"/>
                  </a:lnTo>
                  <a:lnTo>
                    <a:pt x="0" y="2695"/>
                  </a:lnTo>
                  <a:lnTo>
                    <a:pt x="0" y="2844"/>
                  </a:lnTo>
                  <a:lnTo>
                    <a:pt x="1497" y="1497"/>
                  </a:lnTo>
                  <a:lnTo>
                    <a:pt x="2245" y="749"/>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2" name="Google Shape;2792;p63"/>
            <p:cNvSpPr/>
            <p:nvPr/>
          </p:nvSpPr>
          <p:spPr>
            <a:xfrm>
              <a:off x="2809025" y="1899550"/>
              <a:ext cx="71100" cy="71125"/>
            </a:xfrm>
            <a:custGeom>
              <a:rect b="b" l="l" r="r" t="t"/>
              <a:pathLst>
                <a:path extrusionOk="0" h="2845" w="2844">
                  <a:moveTo>
                    <a:pt x="2694" y="0"/>
                  </a:moveTo>
                  <a:lnTo>
                    <a:pt x="1946" y="449"/>
                  </a:lnTo>
                  <a:lnTo>
                    <a:pt x="1347" y="1198"/>
                  </a:lnTo>
                  <a:lnTo>
                    <a:pt x="0" y="2695"/>
                  </a:lnTo>
                  <a:lnTo>
                    <a:pt x="0" y="2844"/>
                  </a:lnTo>
                  <a:lnTo>
                    <a:pt x="150" y="2844"/>
                  </a:lnTo>
                  <a:lnTo>
                    <a:pt x="1647" y="1497"/>
                  </a:lnTo>
                  <a:lnTo>
                    <a:pt x="2245" y="749"/>
                  </a:lnTo>
                  <a:lnTo>
                    <a:pt x="2844" y="150"/>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3" name="Google Shape;2793;p63"/>
            <p:cNvSpPr/>
            <p:nvPr/>
          </p:nvSpPr>
          <p:spPr>
            <a:xfrm>
              <a:off x="2775325" y="1847150"/>
              <a:ext cx="71125" cy="67375"/>
            </a:xfrm>
            <a:custGeom>
              <a:rect b="b" l="l" r="r" t="t"/>
              <a:pathLst>
                <a:path extrusionOk="0" h="2695" w="2845">
                  <a:moveTo>
                    <a:pt x="2695" y="1"/>
                  </a:moveTo>
                  <a:lnTo>
                    <a:pt x="1947" y="450"/>
                  </a:lnTo>
                  <a:lnTo>
                    <a:pt x="1348" y="1198"/>
                  </a:lnTo>
                  <a:lnTo>
                    <a:pt x="1" y="2695"/>
                  </a:lnTo>
                  <a:lnTo>
                    <a:pt x="151" y="2695"/>
                  </a:lnTo>
                  <a:lnTo>
                    <a:pt x="1647" y="1498"/>
                  </a:lnTo>
                  <a:lnTo>
                    <a:pt x="2246" y="749"/>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4" name="Google Shape;2794;p63"/>
            <p:cNvSpPr/>
            <p:nvPr/>
          </p:nvSpPr>
          <p:spPr>
            <a:xfrm>
              <a:off x="2737925" y="1809750"/>
              <a:ext cx="56150" cy="56150"/>
            </a:xfrm>
            <a:custGeom>
              <a:rect b="b" l="l" r="r" t="t"/>
              <a:pathLst>
                <a:path extrusionOk="0" h="2246" w="2246">
                  <a:moveTo>
                    <a:pt x="2096" y="0"/>
                  </a:moveTo>
                  <a:lnTo>
                    <a:pt x="1497" y="449"/>
                  </a:lnTo>
                  <a:lnTo>
                    <a:pt x="898" y="1048"/>
                  </a:lnTo>
                  <a:lnTo>
                    <a:pt x="0" y="2245"/>
                  </a:lnTo>
                  <a:lnTo>
                    <a:pt x="1198" y="1347"/>
                  </a:lnTo>
                  <a:lnTo>
                    <a:pt x="1796" y="748"/>
                  </a:lnTo>
                  <a:lnTo>
                    <a:pt x="2245" y="150"/>
                  </a:lnTo>
                  <a:lnTo>
                    <a:pt x="22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5" name="Google Shape;2795;p63"/>
            <p:cNvSpPr/>
            <p:nvPr/>
          </p:nvSpPr>
          <p:spPr>
            <a:xfrm>
              <a:off x="2700500" y="1776050"/>
              <a:ext cx="41175" cy="41200"/>
            </a:xfrm>
            <a:custGeom>
              <a:rect b="b" l="l" r="r" t="t"/>
              <a:pathLst>
                <a:path extrusionOk="0" h="1648" w="1647">
                  <a:moveTo>
                    <a:pt x="1497" y="1"/>
                  </a:moveTo>
                  <a:lnTo>
                    <a:pt x="599" y="749"/>
                  </a:lnTo>
                  <a:lnTo>
                    <a:pt x="0" y="1647"/>
                  </a:lnTo>
                  <a:lnTo>
                    <a:pt x="0" y="1647"/>
                  </a:lnTo>
                  <a:lnTo>
                    <a:pt x="898" y="1049"/>
                  </a:lnTo>
                  <a:lnTo>
                    <a:pt x="1647" y="151"/>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6" name="Google Shape;2796;p63"/>
            <p:cNvSpPr/>
            <p:nvPr/>
          </p:nvSpPr>
          <p:spPr>
            <a:xfrm>
              <a:off x="2659325" y="1734900"/>
              <a:ext cx="33725" cy="37450"/>
            </a:xfrm>
            <a:custGeom>
              <a:rect b="b" l="l" r="r" t="t"/>
              <a:pathLst>
                <a:path extrusionOk="0" h="1498" w="1349">
                  <a:moveTo>
                    <a:pt x="1198" y="0"/>
                  </a:moveTo>
                  <a:lnTo>
                    <a:pt x="450" y="599"/>
                  </a:lnTo>
                  <a:lnTo>
                    <a:pt x="1" y="1348"/>
                  </a:lnTo>
                  <a:lnTo>
                    <a:pt x="1" y="1497"/>
                  </a:lnTo>
                  <a:lnTo>
                    <a:pt x="151" y="1497"/>
                  </a:lnTo>
                  <a:lnTo>
                    <a:pt x="749" y="899"/>
                  </a:lnTo>
                  <a:lnTo>
                    <a:pt x="134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7" name="Google Shape;2797;p63"/>
            <p:cNvSpPr/>
            <p:nvPr/>
          </p:nvSpPr>
          <p:spPr>
            <a:xfrm>
              <a:off x="2621925" y="1686250"/>
              <a:ext cx="37425" cy="33700"/>
            </a:xfrm>
            <a:custGeom>
              <a:rect b="b" l="l" r="r" t="t"/>
              <a:pathLst>
                <a:path extrusionOk="0" h="1348" w="1497">
                  <a:moveTo>
                    <a:pt x="1347" y="1"/>
                  </a:moveTo>
                  <a:lnTo>
                    <a:pt x="898" y="150"/>
                  </a:lnTo>
                  <a:lnTo>
                    <a:pt x="599" y="450"/>
                  </a:lnTo>
                  <a:lnTo>
                    <a:pt x="0" y="1198"/>
                  </a:lnTo>
                  <a:lnTo>
                    <a:pt x="0" y="1348"/>
                  </a:lnTo>
                  <a:lnTo>
                    <a:pt x="150" y="1348"/>
                  </a:lnTo>
                  <a:lnTo>
                    <a:pt x="898" y="749"/>
                  </a:lnTo>
                  <a:lnTo>
                    <a:pt x="1198" y="450"/>
                  </a:lnTo>
                  <a:lnTo>
                    <a:pt x="14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8" name="Google Shape;2798;p63"/>
            <p:cNvSpPr/>
            <p:nvPr/>
          </p:nvSpPr>
          <p:spPr>
            <a:xfrm>
              <a:off x="2580750" y="1641350"/>
              <a:ext cx="29975" cy="33700"/>
            </a:xfrm>
            <a:custGeom>
              <a:rect b="b" l="l" r="r" t="t"/>
              <a:pathLst>
                <a:path extrusionOk="0" h="1348" w="1199">
                  <a:moveTo>
                    <a:pt x="1048" y="0"/>
                  </a:moveTo>
                  <a:lnTo>
                    <a:pt x="450" y="599"/>
                  </a:lnTo>
                  <a:lnTo>
                    <a:pt x="1" y="1198"/>
                  </a:lnTo>
                  <a:lnTo>
                    <a:pt x="1" y="1348"/>
                  </a:lnTo>
                  <a:lnTo>
                    <a:pt x="150" y="1348"/>
                  </a:lnTo>
                  <a:lnTo>
                    <a:pt x="749" y="749"/>
                  </a:lnTo>
                  <a:lnTo>
                    <a:pt x="119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99" name="Google Shape;2799;p63"/>
            <p:cNvSpPr/>
            <p:nvPr/>
          </p:nvSpPr>
          <p:spPr>
            <a:xfrm>
              <a:off x="4268375" y="3201750"/>
              <a:ext cx="123500" cy="127250"/>
            </a:xfrm>
            <a:custGeom>
              <a:rect b="b" l="l" r="r" t="t"/>
              <a:pathLst>
                <a:path extrusionOk="0" h="5090" w="4940">
                  <a:moveTo>
                    <a:pt x="4940" y="0"/>
                  </a:moveTo>
                  <a:lnTo>
                    <a:pt x="3593" y="1198"/>
                  </a:lnTo>
                  <a:lnTo>
                    <a:pt x="2395" y="2395"/>
                  </a:lnTo>
                  <a:lnTo>
                    <a:pt x="1" y="4940"/>
                  </a:lnTo>
                  <a:lnTo>
                    <a:pt x="1" y="5090"/>
                  </a:lnTo>
                  <a:lnTo>
                    <a:pt x="150" y="5090"/>
                  </a:lnTo>
                  <a:lnTo>
                    <a:pt x="2695" y="2695"/>
                  </a:lnTo>
                  <a:lnTo>
                    <a:pt x="4940" y="150"/>
                  </a:lnTo>
                  <a:lnTo>
                    <a:pt x="49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00" name="Google Shape;2800;p63"/>
            <p:cNvSpPr/>
            <p:nvPr/>
          </p:nvSpPr>
          <p:spPr>
            <a:xfrm>
              <a:off x="4309550" y="3250400"/>
              <a:ext cx="127250" cy="127250"/>
            </a:xfrm>
            <a:custGeom>
              <a:rect b="b" l="l" r="r" t="t"/>
              <a:pathLst>
                <a:path extrusionOk="0" h="5090" w="5090">
                  <a:moveTo>
                    <a:pt x="4939" y="0"/>
                  </a:moveTo>
                  <a:lnTo>
                    <a:pt x="3742" y="1048"/>
                  </a:lnTo>
                  <a:lnTo>
                    <a:pt x="2545" y="2245"/>
                  </a:lnTo>
                  <a:lnTo>
                    <a:pt x="1197" y="3593"/>
                  </a:lnTo>
                  <a:lnTo>
                    <a:pt x="0" y="4940"/>
                  </a:lnTo>
                  <a:lnTo>
                    <a:pt x="0" y="5089"/>
                  </a:lnTo>
                  <a:lnTo>
                    <a:pt x="150" y="5089"/>
                  </a:lnTo>
                  <a:lnTo>
                    <a:pt x="2844" y="2545"/>
                  </a:lnTo>
                  <a:lnTo>
                    <a:pt x="4041" y="1497"/>
                  </a:lnTo>
                  <a:lnTo>
                    <a:pt x="4640" y="898"/>
                  </a:lnTo>
                  <a:lnTo>
                    <a:pt x="5089" y="1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01" name="Google Shape;2801;p63"/>
            <p:cNvSpPr/>
            <p:nvPr/>
          </p:nvSpPr>
          <p:spPr>
            <a:xfrm>
              <a:off x="4361925" y="3302775"/>
              <a:ext cx="108550" cy="108550"/>
            </a:xfrm>
            <a:custGeom>
              <a:rect b="b" l="l" r="r" t="t"/>
              <a:pathLst>
                <a:path extrusionOk="0" h="4342" w="4342">
                  <a:moveTo>
                    <a:pt x="4341" y="1"/>
                  </a:moveTo>
                  <a:lnTo>
                    <a:pt x="2096" y="2096"/>
                  </a:lnTo>
                  <a:lnTo>
                    <a:pt x="1" y="4192"/>
                  </a:lnTo>
                  <a:lnTo>
                    <a:pt x="1" y="4341"/>
                  </a:lnTo>
                  <a:lnTo>
                    <a:pt x="150" y="4341"/>
                  </a:lnTo>
                  <a:lnTo>
                    <a:pt x="2246" y="2396"/>
                  </a:lnTo>
                  <a:lnTo>
                    <a:pt x="4341" y="150"/>
                  </a:lnTo>
                  <a:lnTo>
                    <a:pt x="434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02" name="Google Shape;2802;p63"/>
            <p:cNvSpPr/>
            <p:nvPr/>
          </p:nvSpPr>
          <p:spPr>
            <a:xfrm>
              <a:off x="4376900" y="3355175"/>
              <a:ext cx="131000" cy="127250"/>
            </a:xfrm>
            <a:custGeom>
              <a:rect b="b" l="l" r="r" t="t"/>
              <a:pathLst>
                <a:path extrusionOk="0" h="5090" w="5240">
                  <a:moveTo>
                    <a:pt x="5089" y="0"/>
                  </a:moveTo>
                  <a:lnTo>
                    <a:pt x="3742" y="1198"/>
                  </a:lnTo>
                  <a:lnTo>
                    <a:pt x="2395" y="2395"/>
                  </a:lnTo>
                  <a:lnTo>
                    <a:pt x="1198" y="3593"/>
                  </a:lnTo>
                  <a:lnTo>
                    <a:pt x="0" y="4940"/>
                  </a:lnTo>
                  <a:lnTo>
                    <a:pt x="0" y="5089"/>
                  </a:lnTo>
                  <a:lnTo>
                    <a:pt x="150" y="5089"/>
                  </a:lnTo>
                  <a:lnTo>
                    <a:pt x="1497" y="3892"/>
                  </a:lnTo>
                  <a:lnTo>
                    <a:pt x="2694" y="2694"/>
                  </a:lnTo>
                  <a:lnTo>
                    <a:pt x="4042" y="1347"/>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03" name="Google Shape;2803;p63"/>
            <p:cNvSpPr/>
            <p:nvPr/>
          </p:nvSpPr>
          <p:spPr>
            <a:xfrm>
              <a:off x="4440500" y="3403825"/>
              <a:ext cx="104800" cy="101050"/>
            </a:xfrm>
            <a:custGeom>
              <a:rect b="b" l="l" r="r" t="t"/>
              <a:pathLst>
                <a:path extrusionOk="0" h="4042" w="4192">
                  <a:moveTo>
                    <a:pt x="4042" y="0"/>
                  </a:moveTo>
                  <a:lnTo>
                    <a:pt x="2994" y="898"/>
                  </a:lnTo>
                  <a:lnTo>
                    <a:pt x="1947" y="1796"/>
                  </a:lnTo>
                  <a:lnTo>
                    <a:pt x="1" y="3892"/>
                  </a:lnTo>
                  <a:lnTo>
                    <a:pt x="1" y="4041"/>
                  </a:lnTo>
                  <a:lnTo>
                    <a:pt x="150" y="4041"/>
                  </a:lnTo>
                  <a:lnTo>
                    <a:pt x="2246" y="2096"/>
                  </a:lnTo>
                  <a:lnTo>
                    <a:pt x="3294" y="1048"/>
                  </a:lnTo>
                  <a:lnTo>
                    <a:pt x="41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04" name="Google Shape;2804;p63"/>
            <p:cNvSpPr/>
            <p:nvPr/>
          </p:nvSpPr>
          <p:spPr>
            <a:xfrm>
              <a:off x="4534050" y="3501100"/>
              <a:ext cx="86100" cy="86100"/>
            </a:xfrm>
            <a:custGeom>
              <a:rect b="b" l="l" r="r" t="t"/>
              <a:pathLst>
                <a:path extrusionOk="0" h="3444" w="3444">
                  <a:moveTo>
                    <a:pt x="3294" y="1"/>
                  </a:moveTo>
                  <a:lnTo>
                    <a:pt x="1498" y="1498"/>
                  </a:lnTo>
                  <a:lnTo>
                    <a:pt x="1" y="3294"/>
                  </a:lnTo>
                  <a:lnTo>
                    <a:pt x="1" y="3443"/>
                  </a:lnTo>
                  <a:lnTo>
                    <a:pt x="150" y="3443"/>
                  </a:lnTo>
                  <a:lnTo>
                    <a:pt x="1049" y="2695"/>
                  </a:lnTo>
                  <a:lnTo>
                    <a:pt x="1947"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05" name="Google Shape;2805;p63"/>
            <p:cNvSpPr/>
            <p:nvPr/>
          </p:nvSpPr>
          <p:spPr>
            <a:xfrm>
              <a:off x="4492900" y="3452450"/>
              <a:ext cx="89825" cy="89850"/>
            </a:xfrm>
            <a:custGeom>
              <a:rect b="b" l="l" r="r" t="t"/>
              <a:pathLst>
                <a:path extrusionOk="0" h="3594" w="3593">
                  <a:moveTo>
                    <a:pt x="3443" y="1"/>
                  </a:moveTo>
                  <a:lnTo>
                    <a:pt x="1647" y="1647"/>
                  </a:lnTo>
                  <a:lnTo>
                    <a:pt x="0" y="3444"/>
                  </a:lnTo>
                  <a:lnTo>
                    <a:pt x="0" y="3593"/>
                  </a:lnTo>
                  <a:lnTo>
                    <a:pt x="150" y="3593"/>
                  </a:lnTo>
                  <a:lnTo>
                    <a:pt x="1946" y="1947"/>
                  </a:lnTo>
                  <a:lnTo>
                    <a:pt x="3593" y="151"/>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06" name="Google Shape;2806;p63"/>
            <p:cNvSpPr/>
            <p:nvPr/>
          </p:nvSpPr>
          <p:spPr>
            <a:xfrm>
              <a:off x="4578950" y="3549750"/>
              <a:ext cx="78625" cy="78600"/>
            </a:xfrm>
            <a:custGeom>
              <a:rect b="b" l="l" r="r" t="t"/>
              <a:pathLst>
                <a:path extrusionOk="0" h="3144" w="3145">
                  <a:moveTo>
                    <a:pt x="3144" y="1"/>
                  </a:moveTo>
                  <a:lnTo>
                    <a:pt x="1498" y="1497"/>
                  </a:lnTo>
                  <a:lnTo>
                    <a:pt x="749" y="2246"/>
                  </a:lnTo>
                  <a:lnTo>
                    <a:pt x="1" y="2994"/>
                  </a:lnTo>
                  <a:lnTo>
                    <a:pt x="1" y="3144"/>
                  </a:lnTo>
                  <a:lnTo>
                    <a:pt x="151" y="3144"/>
                  </a:lnTo>
                  <a:lnTo>
                    <a:pt x="450" y="2994"/>
                  </a:lnTo>
                  <a:lnTo>
                    <a:pt x="1947" y="1647"/>
                  </a:lnTo>
                  <a:lnTo>
                    <a:pt x="3144" y="150"/>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07" name="Google Shape;2807;p63"/>
            <p:cNvSpPr/>
            <p:nvPr/>
          </p:nvSpPr>
          <p:spPr>
            <a:xfrm>
              <a:off x="4623875" y="3598400"/>
              <a:ext cx="71100" cy="74850"/>
            </a:xfrm>
            <a:custGeom>
              <a:rect b="b" l="l" r="r" t="t"/>
              <a:pathLst>
                <a:path extrusionOk="0" h="2994" w="2844">
                  <a:moveTo>
                    <a:pt x="2694" y="0"/>
                  </a:moveTo>
                  <a:lnTo>
                    <a:pt x="1197" y="1347"/>
                  </a:lnTo>
                  <a:lnTo>
                    <a:pt x="0" y="2695"/>
                  </a:lnTo>
                  <a:lnTo>
                    <a:pt x="0" y="2994"/>
                  </a:lnTo>
                  <a:lnTo>
                    <a:pt x="150" y="2994"/>
                  </a:lnTo>
                  <a:lnTo>
                    <a:pt x="1647" y="1647"/>
                  </a:lnTo>
                  <a:lnTo>
                    <a:pt x="2844"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08" name="Google Shape;2808;p63"/>
            <p:cNvSpPr/>
            <p:nvPr/>
          </p:nvSpPr>
          <p:spPr>
            <a:xfrm>
              <a:off x="4657550" y="3650775"/>
              <a:ext cx="74850" cy="74875"/>
            </a:xfrm>
            <a:custGeom>
              <a:rect b="b" l="l" r="r" t="t"/>
              <a:pathLst>
                <a:path extrusionOk="0" h="2995" w="2994">
                  <a:moveTo>
                    <a:pt x="2844" y="1"/>
                  </a:moveTo>
                  <a:lnTo>
                    <a:pt x="1347" y="1348"/>
                  </a:lnTo>
                  <a:lnTo>
                    <a:pt x="599" y="2096"/>
                  </a:lnTo>
                  <a:lnTo>
                    <a:pt x="0" y="2845"/>
                  </a:lnTo>
                  <a:lnTo>
                    <a:pt x="0" y="2994"/>
                  </a:lnTo>
                  <a:lnTo>
                    <a:pt x="150" y="2994"/>
                  </a:lnTo>
                  <a:lnTo>
                    <a:pt x="898" y="2396"/>
                  </a:lnTo>
                  <a:lnTo>
                    <a:pt x="1647" y="1647"/>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09" name="Google Shape;2809;p63"/>
            <p:cNvSpPr/>
            <p:nvPr/>
          </p:nvSpPr>
          <p:spPr>
            <a:xfrm>
              <a:off x="4698700" y="3699425"/>
              <a:ext cx="71125" cy="71125"/>
            </a:xfrm>
            <a:custGeom>
              <a:rect b="b" l="l" r="r" t="t"/>
              <a:pathLst>
                <a:path extrusionOk="0" h="2845" w="2845">
                  <a:moveTo>
                    <a:pt x="2695" y="1"/>
                  </a:moveTo>
                  <a:lnTo>
                    <a:pt x="1348" y="1348"/>
                  </a:lnTo>
                  <a:lnTo>
                    <a:pt x="599" y="1947"/>
                  </a:lnTo>
                  <a:lnTo>
                    <a:pt x="1" y="2845"/>
                  </a:lnTo>
                  <a:lnTo>
                    <a:pt x="150" y="2845"/>
                  </a:lnTo>
                  <a:lnTo>
                    <a:pt x="899" y="2246"/>
                  </a:lnTo>
                  <a:lnTo>
                    <a:pt x="1497" y="1647"/>
                  </a:lnTo>
                  <a:lnTo>
                    <a:pt x="2845" y="150"/>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10" name="Google Shape;2810;p63"/>
            <p:cNvSpPr/>
            <p:nvPr/>
          </p:nvSpPr>
          <p:spPr>
            <a:xfrm>
              <a:off x="4739875" y="3744325"/>
              <a:ext cx="74850" cy="71125"/>
            </a:xfrm>
            <a:custGeom>
              <a:rect b="b" l="l" r="r" t="t"/>
              <a:pathLst>
                <a:path extrusionOk="0" h="2845" w="2994">
                  <a:moveTo>
                    <a:pt x="2844" y="1"/>
                  </a:moveTo>
                  <a:lnTo>
                    <a:pt x="1347" y="1348"/>
                  </a:lnTo>
                  <a:lnTo>
                    <a:pt x="599" y="1947"/>
                  </a:lnTo>
                  <a:lnTo>
                    <a:pt x="0" y="2695"/>
                  </a:lnTo>
                  <a:lnTo>
                    <a:pt x="150" y="2845"/>
                  </a:lnTo>
                  <a:lnTo>
                    <a:pt x="898" y="2396"/>
                  </a:lnTo>
                  <a:lnTo>
                    <a:pt x="1647" y="1647"/>
                  </a:lnTo>
                  <a:lnTo>
                    <a:pt x="2994" y="151"/>
                  </a:lnTo>
                  <a:lnTo>
                    <a:pt x="28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11" name="Google Shape;2811;p63"/>
            <p:cNvSpPr/>
            <p:nvPr/>
          </p:nvSpPr>
          <p:spPr>
            <a:xfrm>
              <a:off x="4777275" y="3800475"/>
              <a:ext cx="71125" cy="67375"/>
            </a:xfrm>
            <a:custGeom>
              <a:rect b="b" l="l" r="r" t="t"/>
              <a:pathLst>
                <a:path extrusionOk="0" h="2695" w="2845">
                  <a:moveTo>
                    <a:pt x="2695" y="0"/>
                  </a:moveTo>
                  <a:lnTo>
                    <a:pt x="1198" y="1197"/>
                  </a:lnTo>
                  <a:lnTo>
                    <a:pt x="600" y="1946"/>
                  </a:lnTo>
                  <a:lnTo>
                    <a:pt x="1" y="2545"/>
                  </a:lnTo>
                  <a:lnTo>
                    <a:pt x="1" y="2694"/>
                  </a:lnTo>
                  <a:lnTo>
                    <a:pt x="151" y="2694"/>
                  </a:lnTo>
                  <a:lnTo>
                    <a:pt x="749" y="2245"/>
                  </a:lnTo>
                  <a:lnTo>
                    <a:pt x="1498" y="149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12" name="Google Shape;2812;p63"/>
            <p:cNvSpPr/>
            <p:nvPr/>
          </p:nvSpPr>
          <p:spPr>
            <a:xfrm>
              <a:off x="4829675" y="3845375"/>
              <a:ext cx="56150" cy="59875"/>
            </a:xfrm>
            <a:custGeom>
              <a:rect b="b" l="l" r="r" t="t"/>
              <a:pathLst>
                <a:path extrusionOk="0" h="2395" w="2246">
                  <a:moveTo>
                    <a:pt x="2096" y="0"/>
                  </a:moveTo>
                  <a:lnTo>
                    <a:pt x="898" y="1048"/>
                  </a:lnTo>
                  <a:lnTo>
                    <a:pt x="449" y="1647"/>
                  </a:lnTo>
                  <a:lnTo>
                    <a:pt x="0" y="2245"/>
                  </a:lnTo>
                  <a:lnTo>
                    <a:pt x="0" y="2395"/>
                  </a:lnTo>
                  <a:lnTo>
                    <a:pt x="749" y="1946"/>
                  </a:lnTo>
                  <a:lnTo>
                    <a:pt x="1198" y="1347"/>
                  </a:lnTo>
                  <a:lnTo>
                    <a:pt x="2246" y="150"/>
                  </a:lnTo>
                  <a:lnTo>
                    <a:pt x="22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13" name="Google Shape;2813;p63"/>
            <p:cNvSpPr/>
            <p:nvPr/>
          </p:nvSpPr>
          <p:spPr>
            <a:xfrm>
              <a:off x="4882050" y="3897750"/>
              <a:ext cx="41200" cy="41200"/>
            </a:xfrm>
            <a:custGeom>
              <a:rect b="b" l="l" r="r" t="t"/>
              <a:pathLst>
                <a:path extrusionOk="0" h="1648" w="1648">
                  <a:moveTo>
                    <a:pt x="1498" y="1"/>
                  </a:moveTo>
                  <a:lnTo>
                    <a:pt x="749" y="599"/>
                  </a:lnTo>
                  <a:lnTo>
                    <a:pt x="1" y="1497"/>
                  </a:lnTo>
                  <a:lnTo>
                    <a:pt x="1" y="1647"/>
                  </a:lnTo>
                  <a:lnTo>
                    <a:pt x="151" y="1647"/>
                  </a:lnTo>
                  <a:lnTo>
                    <a:pt x="899" y="899"/>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14" name="Google Shape;2814;p63"/>
            <p:cNvSpPr/>
            <p:nvPr/>
          </p:nvSpPr>
          <p:spPr>
            <a:xfrm>
              <a:off x="4926950" y="3942650"/>
              <a:ext cx="37450" cy="37450"/>
            </a:xfrm>
            <a:custGeom>
              <a:rect b="b" l="l" r="r" t="t"/>
              <a:pathLst>
                <a:path extrusionOk="0" h="1498" w="1498">
                  <a:moveTo>
                    <a:pt x="1348" y="1"/>
                  </a:moveTo>
                  <a:lnTo>
                    <a:pt x="600" y="600"/>
                  </a:lnTo>
                  <a:lnTo>
                    <a:pt x="1" y="1348"/>
                  </a:lnTo>
                  <a:lnTo>
                    <a:pt x="151" y="1348"/>
                  </a:lnTo>
                  <a:lnTo>
                    <a:pt x="300" y="1498"/>
                  </a:lnTo>
                  <a:lnTo>
                    <a:pt x="899" y="899"/>
                  </a:lnTo>
                  <a:lnTo>
                    <a:pt x="1498" y="150"/>
                  </a:lnTo>
                  <a:lnTo>
                    <a:pt x="149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15" name="Google Shape;2815;p63"/>
            <p:cNvSpPr/>
            <p:nvPr/>
          </p:nvSpPr>
          <p:spPr>
            <a:xfrm>
              <a:off x="4964375" y="3995050"/>
              <a:ext cx="37450" cy="33700"/>
            </a:xfrm>
            <a:custGeom>
              <a:rect b="b" l="l" r="r" t="t"/>
              <a:pathLst>
                <a:path extrusionOk="0" h="1348" w="1498">
                  <a:moveTo>
                    <a:pt x="1348" y="0"/>
                  </a:moveTo>
                  <a:lnTo>
                    <a:pt x="599" y="599"/>
                  </a:lnTo>
                  <a:lnTo>
                    <a:pt x="300" y="898"/>
                  </a:lnTo>
                  <a:lnTo>
                    <a:pt x="1" y="1198"/>
                  </a:lnTo>
                  <a:lnTo>
                    <a:pt x="1" y="1347"/>
                  </a:lnTo>
                  <a:lnTo>
                    <a:pt x="150" y="1347"/>
                  </a:lnTo>
                  <a:lnTo>
                    <a:pt x="599" y="1198"/>
                  </a:lnTo>
                  <a:lnTo>
                    <a:pt x="899" y="749"/>
                  </a:lnTo>
                  <a:lnTo>
                    <a:pt x="149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16" name="Google Shape;2816;p63"/>
            <p:cNvSpPr/>
            <p:nvPr/>
          </p:nvSpPr>
          <p:spPr>
            <a:xfrm>
              <a:off x="5009275" y="4039950"/>
              <a:ext cx="33725" cy="29950"/>
            </a:xfrm>
            <a:custGeom>
              <a:rect b="b" l="l" r="r" t="t"/>
              <a:pathLst>
                <a:path extrusionOk="0" h="1198" w="1349">
                  <a:moveTo>
                    <a:pt x="1198" y="0"/>
                  </a:moveTo>
                  <a:lnTo>
                    <a:pt x="600" y="599"/>
                  </a:lnTo>
                  <a:lnTo>
                    <a:pt x="1" y="1048"/>
                  </a:lnTo>
                  <a:lnTo>
                    <a:pt x="1" y="1198"/>
                  </a:lnTo>
                  <a:lnTo>
                    <a:pt x="151" y="1198"/>
                  </a:lnTo>
                  <a:lnTo>
                    <a:pt x="749" y="749"/>
                  </a:lnTo>
                  <a:lnTo>
                    <a:pt x="134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17" name="Google Shape;2817;p63"/>
            <p:cNvSpPr/>
            <p:nvPr/>
          </p:nvSpPr>
          <p:spPr>
            <a:xfrm>
              <a:off x="3344125" y="3328975"/>
              <a:ext cx="127250" cy="123500"/>
            </a:xfrm>
            <a:custGeom>
              <a:rect b="b" l="l" r="r" t="t"/>
              <a:pathLst>
                <a:path extrusionOk="0" h="4940" w="5090">
                  <a:moveTo>
                    <a:pt x="0" y="1"/>
                  </a:moveTo>
                  <a:lnTo>
                    <a:pt x="0" y="150"/>
                  </a:lnTo>
                  <a:lnTo>
                    <a:pt x="2395" y="2695"/>
                  </a:lnTo>
                  <a:lnTo>
                    <a:pt x="4939" y="4940"/>
                  </a:lnTo>
                  <a:lnTo>
                    <a:pt x="5089" y="4940"/>
                  </a:lnTo>
                  <a:lnTo>
                    <a:pt x="3892" y="3593"/>
                  </a:lnTo>
                  <a:lnTo>
                    <a:pt x="2694" y="2395"/>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18" name="Google Shape;2818;p63"/>
            <p:cNvSpPr/>
            <p:nvPr/>
          </p:nvSpPr>
          <p:spPr>
            <a:xfrm>
              <a:off x="3295475" y="3370125"/>
              <a:ext cx="123500" cy="127275"/>
            </a:xfrm>
            <a:custGeom>
              <a:rect b="b" l="l" r="r" t="t"/>
              <a:pathLst>
                <a:path extrusionOk="0" h="5091" w="4940">
                  <a:moveTo>
                    <a:pt x="0" y="1"/>
                  </a:moveTo>
                  <a:lnTo>
                    <a:pt x="0" y="151"/>
                  </a:lnTo>
                  <a:lnTo>
                    <a:pt x="2545" y="2845"/>
                  </a:lnTo>
                  <a:lnTo>
                    <a:pt x="3593" y="4042"/>
                  </a:lnTo>
                  <a:lnTo>
                    <a:pt x="4191" y="4641"/>
                  </a:lnTo>
                  <a:lnTo>
                    <a:pt x="4940" y="5090"/>
                  </a:lnTo>
                  <a:lnTo>
                    <a:pt x="4940" y="4940"/>
                  </a:lnTo>
                  <a:lnTo>
                    <a:pt x="3892" y="3743"/>
                  </a:lnTo>
                  <a:lnTo>
                    <a:pt x="2844" y="2546"/>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19" name="Google Shape;2819;p63"/>
            <p:cNvSpPr/>
            <p:nvPr/>
          </p:nvSpPr>
          <p:spPr>
            <a:xfrm>
              <a:off x="3261800" y="3422525"/>
              <a:ext cx="108525" cy="108550"/>
            </a:xfrm>
            <a:custGeom>
              <a:rect b="b" l="l" r="r" t="t"/>
              <a:pathLst>
                <a:path extrusionOk="0" h="4342" w="4341">
                  <a:moveTo>
                    <a:pt x="0" y="0"/>
                  </a:moveTo>
                  <a:lnTo>
                    <a:pt x="0" y="150"/>
                  </a:lnTo>
                  <a:lnTo>
                    <a:pt x="1946" y="2246"/>
                  </a:lnTo>
                  <a:lnTo>
                    <a:pt x="4191" y="4341"/>
                  </a:lnTo>
                  <a:lnTo>
                    <a:pt x="4341" y="4341"/>
                  </a:lnTo>
                  <a:lnTo>
                    <a:pt x="4341" y="4191"/>
                  </a:lnTo>
                  <a:lnTo>
                    <a:pt x="2245" y="2096"/>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20" name="Google Shape;2820;p63"/>
            <p:cNvSpPr/>
            <p:nvPr/>
          </p:nvSpPr>
          <p:spPr>
            <a:xfrm>
              <a:off x="3190700" y="3437500"/>
              <a:ext cx="127250" cy="130975"/>
            </a:xfrm>
            <a:custGeom>
              <a:rect b="b" l="l" r="r" t="t"/>
              <a:pathLst>
                <a:path extrusionOk="0" h="5239" w="5090">
                  <a:moveTo>
                    <a:pt x="0" y="0"/>
                  </a:moveTo>
                  <a:lnTo>
                    <a:pt x="0" y="150"/>
                  </a:lnTo>
                  <a:lnTo>
                    <a:pt x="1198" y="1497"/>
                  </a:lnTo>
                  <a:lnTo>
                    <a:pt x="2395" y="2694"/>
                  </a:lnTo>
                  <a:lnTo>
                    <a:pt x="3742" y="4042"/>
                  </a:lnTo>
                  <a:lnTo>
                    <a:pt x="5089" y="5239"/>
                  </a:lnTo>
                  <a:lnTo>
                    <a:pt x="5089" y="5089"/>
                  </a:lnTo>
                  <a:lnTo>
                    <a:pt x="3892" y="3742"/>
                  </a:lnTo>
                  <a:lnTo>
                    <a:pt x="2694" y="2395"/>
                  </a:lnTo>
                  <a:lnTo>
                    <a:pt x="134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21" name="Google Shape;2821;p63"/>
            <p:cNvSpPr/>
            <p:nvPr/>
          </p:nvSpPr>
          <p:spPr>
            <a:xfrm>
              <a:off x="3168250" y="3501100"/>
              <a:ext cx="101050" cy="104800"/>
            </a:xfrm>
            <a:custGeom>
              <a:rect b="b" l="l" r="r" t="t"/>
              <a:pathLst>
                <a:path extrusionOk="0" h="4192" w="4042">
                  <a:moveTo>
                    <a:pt x="0" y="1"/>
                  </a:moveTo>
                  <a:lnTo>
                    <a:pt x="0" y="150"/>
                  </a:lnTo>
                  <a:lnTo>
                    <a:pt x="1946" y="2246"/>
                  </a:lnTo>
                  <a:lnTo>
                    <a:pt x="2844" y="3294"/>
                  </a:lnTo>
                  <a:lnTo>
                    <a:pt x="4041" y="4192"/>
                  </a:lnTo>
                  <a:lnTo>
                    <a:pt x="4041" y="4042"/>
                  </a:lnTo>
                  <a:lnTo>
                    <a:pt x="3143" y="2994"/>
                  </a:lnTo>
                  <a:lnTo>
                    <a:pt x="2245" y="19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22" name="Google Shape;2822;p63"/>
            <p:cNvSpPr/>
            <p:nvPr/>
          </p:nvSpPr>
          <p:spPr>
            <a:xfrm>
              <a:off x="3085925" y="3594650"/>
              <a:ext cx="86075" cy="86100"/>
            </a:xfrm>
            <a:custGeom>
              <a:rect b="b" l="l" r="r" t="t"/>
              <a:pathLst>
                <a:path extrusionOk="0" h="3444" w="3443">
                  <a:moveTo>
                    <a:pt x="0" y="1"/>
                  </a:moveTo>
                  <a:lnTo>
                    <a:pt x="0" y="150"/>
                  </a:lnTo>
                  <a:lnTo>
                    <a:pt x="749" y="1048"/>
                  </a:lnTo>
                  <a:lnTo>
                    <a:pt x="1497" y="1947"/>
                  </a:lnTo>
                  <a:lnTo>
                    <a:pt x="3443" y="3443"/>
                  </a:lnTo>
                  <a:lnTo>
                    <a:pt x="3443" y="3294"/>
                  </a:lnTo>
                  <a:lnTo>
                    <a:pt x="1946" y="149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23" name="Google Shape;2823;p63"/>
            <p:cNvSpPr/>
            <p:nvPr/>
          </p:nvSpPr>
          <p:spPr>
            <a:xfrm>
              <a:off x="3130825" y="3553500"/>
              <a:ext cx="89825" cy="89825"/>
            </a:xfrm>
            <a:custGeom>
              <a:rect b="b" l="l" r="r" t="t"/>
              <a:pathLst>
                <a:path extrusionOk="0" h="3593" w="3593">
                  <a:moveTo>
                    <a:pt x="0" y="0"/>
                  </a:moveTo>
                  <a:lnTo>
                    <a:pt x="0" y="150"/>
                  </a:lnTo>
                  <a:lnTo>
                    <a:pt x="1647" y="1946"/>
                  </a:lnTo>
                  <a:lnTo>
                    <a:pt x="3443" y="3593"/>
                  </a:lnTo>
                  <a:lnTo>
                    <a:pt x="3593" y="3593"/>
                  </a:lnTo>
                  <a:lnTo>
                    <a:pt x="3593" y="3443"/>
                  </a:lnTo>
                  <a:lnTo>
                    <a:pt x="1946" y="16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24" name="Google Shape;2824;p63"/>
            <p:cNvSpPr/>
            <p:nvPr/>
          </p:nvSpPr>
          <p:spPr>
            <a:xfrm>
              <a:off x="3044750" y="3639550"/>
              <a:ext cx="78625" cy="78625"/>
            </a:xfrm>
            <a:custGeom>
              <a:rect b="b" l="l" r="r" t="t"/>
              <a:pathLst>
                <a:path extrusionOk="0" h="3145" w="3145">
                  <a:moveTo>
                    <a:pt x="1" y="1"/>
                  </a:moveTo>
                  <a:lnTo>
                    <a:pt x="1" y="151"/>
                  </a:lnTo>
                  <a:lnTo>
                    <a:pt x="599" y="1049"/>
                  </a:lnTo>
                  <a:lnTo>
                    <a:pt x="1348" y="1797"/>
                  </a:lnTo>
                  <a:lnTo>
                    <a:pt x="2994" y="3144"/>
                  </a:lnTo>
                  <a:lnTo>
                    <a:pt x="3144" y="3144"/>
                  </a:lnTo>
                  <a:lnTo>
                    <a:pt x="2096" y="1797"/>
                  </a:lnTo>
                  <a:lnTo>
                    <a:pt x="1049" y="8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25" name="Google Shape;2825;p63"/>
            <p:cNvSpPr/>
            <p:nvPr/>
          </p:nvSpPr>
          <p:spPr>
            <a:xfrm>
              <a:off x="2999850" y="3684450"/>
              <a:ext cx="71125" cy="71125"/>
            </a:xfrm>
            <a:custGeom>
              <a:rect b="b" l="l" r="r" t="t"/>
              <a:pathLst>
                <a:path extrusionOk="0" h="2845" w="2845">
                  <a:moveTo>
                    <a:pt x="1" y="1"/>
                  </a:moveTo>
                  <a:lnTo>
                    <a:pt x="1" y="151"/>
                  </a:lnTo>
                  <a:lnTo>
                    <a:pt x="1348" y="1647"/>
                  </a:lnTo>
                  <a:lnTo>
                    <a:pt x="2845" y="2845"/>
                  </a:lnTo>
                  <a:lnTo>
                    <a:pt x="2845" y="2695"/>
                  </a:lnTo>
                  <a:lnTo>
                    <a:pt x="164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26" name="Google Shape;2826;p63"/>
            <p:cNvSpPr/>
            <p:nvPr/>
          </p:nvSpPr>
          <p:spPr>
            <a:xfrm>
              <a:off x="2947475" y="3718150"/>
              <a:ext cx="74850" cy="74850"/>
            </a:xfrm>
            <a:custGeom>
              <a:rect b="b" l="l" r="r" t="t"/>
              <a:pathLst>
                <a:path extrusionOk="0" h="2994" w="2994">
                  <a:moveTo>
                    <a:pt x="0" y="0"/>
                  </a:moveTo>
                  <a:lnTo>
                    <a:pt x="0" y="150"/>
                  </a:lnTo>
                  <a:lnTo>
                    <a:pt x="599" y="898"/>
                  </a:lnTo>
                  <a:lnTo>
                    <a:pt x="1347" y="1647"/>
                  </a:lnTo>
                  <a:lnTo>
                    <a:pt x="2994" y="2994"/>
                  </a:lnTo>
                  <a:lnTo>
                    <a:pt x="2994" y="2844"/>
                  </a:lnTo>
                  <a:lnTo>
                    <a:pt x="1647" y="134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27" name="Google Shape;2827;p63"/>
            <p:cNvSpPr/>
            <p:nvPr/>
          </p:nvSpPr>
          <p:spPr>
            <a:xfrm>
              <a:off x="2902575" y="3759300"/>
              <a:ext cx="71100" cy="71125"/>
            </a:xfrm>
            <a:custGeom>
              <a:rect b="b" l="l" r="r" t="t"/>
              <a:pathLst>
                <a:path extrusionOk="0" h="2845" w="2844">
                  <a:moveTo>
                    <a:pt x="0" y="1"/>
                  </a:moveTo>
                  <a:lnTo>
                    <a:pt x="0" y="150"/>
                  </a:lnTo>
                  <a:lnTo>
                    <a:pt x="599" y="899"/>
                  </a:lnTo>
                  <a:lnTo>
                    <a:pt x="1197" y="1497"/>
                  </a:lnTo>
                  <a:lnTo>
                    <a:pt x="2694" y="2844"/>
                  </a:lnTo>
                  <a:lnTo>
                    <a:pt x="2844" y="2844"/>
                  </a:lnTo>
                  <a:lnTo>
                    <a:pt x="2844" y="2695"/>
                  </a:lnTo>
                  <a:lnTo>
                    <a:pt x="1497" y="1348"/>
                  </a:lnTo>
                  <a:lnTo>
                    <a:pt x="898" y="5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28" name="Google Shape;2828;p63"/>
            <p:cNvSpPr/>
            <p:nvPr/>
          </p:nvSpPr>
          <p:spPr>
            <a:xfrm>
              <a:off x="2857650" y="3800475"/>
              <a:ext cx="71125" cy="71100"/>
            </a:xfrm>
            <a:custGeom>
              <a:rect b="b" l="l" r="r" t="t"/>
              <a:pathLst>
                <a:path extrusionOk="0" h="2844" w="2845">
                  <a:moveTo>
                    <a:pt x="151" y="0"/>
                  </a:moveTo>
                  <a:lnTo>
                    <a:pt x="1" y="150"/>
                  </a:lnTo>
                  <a:lnTo>
                    <a:pt x="1" y="449"/>
                  </a:lnTo>
                  <a:lnTo>
                    <a:pt x="600" y="1048"/>
                  </a:lnTo>
                  <a:lnTo>
                    <a:pt x="1198" y="1646"/>
                  </a:lnTo>
                  <a:lnTo>
                    <a:pt x="2695" y="2844"/>
                  </a:lnTo>
                  <a:lnTo>
                    <a:pt x="2845" y="2844"/>
                  </a:lnTo>
                  <a:lnTo>
                    <a:pt x="1498" y="1347"/>
                  </a:lnTo>
                  <a:lnTo>
                    <a:pt x="749" y="599"/>
                  </a:lnTo>
                  <a:lnTo>
                    <a:pt x="15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29" name="Google Shape;2829;p63"/>
            <p:cNvSpPr/>
            <p:nvPr/>
          </p:nvSpPr>
          <p:spPr>
            <a:xfrm>
              <a:off x="2805275" y="3837875"/>
              <a:ext cx="67375" cy="71125"/>
            </a:xfrm>
            <a:custGeom>
              <a:rect b="b" l="l" r="r" t="t"/>
              <a:pathLst>
                <a:path extrusionOk="0" h="2845" w="2695">
                  <a:moveTo>
                    <a:pt x="0" y="1"/>
                  </a:moveTo>
                  <a:lnTo>
                    <a:pt x="0" y="150"/>
                  </a:lnTo>
                  <a:lnTo>
                    <a:pt x="449" y="749"/>
                  </a:lnTo>
                  <a:lnTo>
                    <a:pt x="1198" y="1498"/>
                  </a:lnTo>
                  <a:lnTo>
                    <a:pt x="2695" y="2845"/>
                  </a:lnTo>
                  <a:lnTo>
                    <a:pt x="2695" y="2695"/>
                  </a:lnTo>
                  <a:lnTo>
                    <a:pt x="1497" y="1198"/>
                  </a:lnTo>
                  <a:lnTo>
                    <a:pt x="749" y="600"/>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30" name="Google Shape;2830;p63"/>
            <p:cNvSpPr/>
            <p:nvPr/>
          </p:nvSpPr>
          <p:spPr>
            <a:xfrm>
              <a:off x="2767850" y="3890275"/>
              <a:ext cx="59900" cy="56150"/>
            </a:xfrm>
            <a:custGeom>
              <a:rect b="b" l="l" r="r" t="t"/>
              <a:pathLst>
                <a:path extrusionOk="0" h="2246" w="2396">
                  <a:moveTo>
                    <a:pt x="1" y="0"/>
                  </a:moveTo>
                  <a:lnTo>
                    <a:pt x="450" y="749"/>
                  </a:lnTo>
                  <a:lnTo>
                    <a:pt x="1048" y="1198"/>
                  </a:lnTo>
                  <a:lnTo>
                    <a:pt x="2246" y="2245"/>
                  </a:lnTo>
                  <a:lnTo>
                    <a:pt x="2395" y="2096"/>
                  </a:lnTo>
                  <a:lnTo>
                    <a:pt x="1348" y="898"/>
                  </a:lnTo>
                  <a:lnTo>
                    <a:pt x="749" y="44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31" name="Google Shape;2831;p63"/>
            <p:cNvSpPr/>
            <p:nvPr/>
          </p:nvSpPr>
          <p:spPr>
            <a:xfrm>
              <a:off x="2734175" y="3942650"/>
              <a:ext cx="41175" cy="41200"/>
            </a:xfrm>
            <a:custGeom>
              <a:rect b="b" l="l" r="r" t="t"/>
              <a:pathLst>
                <a:path extrusionOk="0" h="1648" w="1647">
                  <a:moveTo>
                    <a:pt x="0" y="1"/>
                  </a:moveTo>
                  <a:lnTo>
                    <a:pt x="0" y="150"/>
                  </a:lnTo>
                  <a:lnTo>
                    <a:pt x="749" y="899"/>
                  </a:lnTo>
                  <a:lnTo>
                    <a:pt x="1647" y="1647"/>
                  </a:lnTo>
                  <a:lnTo>
                    <a:pt x="1647" y="1498"/>
                  </a:lnTo>
                  <a:lnTo>
                    <a:pt x="1048" y="7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32" name="Google Shape;2832;p63"/>
            <p:cNvSpPr/>
            <p:nvPr/>
          </p:nvSpPr>
          <p:spPr>
            <a:xfrm>
              <a:off x="2693025" y="3987550"/>
              <a:ext cx="37425" cy="37450"/>
            </a:xfrm>
            <a:custGeom>
              <a:rect b="b" l="l" r="r" t="t"/>
              <a:pathLst>
                <a:path extrusionOk="0" h="1498" w="1497">
                  <a:moveTo>
                    <a:pt x="150" y="1"/>
                  </a:moveTo>
                  <a:lnTo>
                    <a:pt x="0" y="151"/>
                  </a:lnTo>
                  <a:lnTo>
                    <a:pt x="0" y="300"/>
                  </a:lnTo>
                  <a:lnTo>
                    <a:pt x="599" y="899"/>
                  </a:lnTo>
                  <a:lnTo>
                    <a:pt x="1347" y="1498"/>
                  </a:lnTo>
                  <a:lnTo>
                    <a:pt x="1497" y="1498"/>
                  </a:lnTo>
                  <a:lnTo>
                    <a:pt x="1497" y="1348"/>
                  </a:lnTo>
                  <a:lnTo>
                    <a:pt x="89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33" name="Google Shape;2833;p63"/>
            <p:cNvSpPr/>
            <p:nvPr/>
          </p:nvSpPr>
          <p:spPr>
            <a:xfrm>
              <a:off x="2644375" y="4024975"/>
              <a:ext cx="33700" cy="37450"/>
            </a:xfrm>
            <a:custGeom>
              <a:rect b="b" l="l" r="r" t="t"/>
              <a:pathLst>
                <a:path extrusionOk="0" h="1498" w="1348">
                  <a:moveTo>
                    <a:pt x="0" y="1"/>
                  </a:moveTo>
                  <a:lnTo>
                    <a:pt x="0" y="150"/>
                  </a:lnTo>
                  <a:lnTo>
                    <a:pt x="150" y="599"/>
                  </a:lnTo>
                  <a:lnTo>
                    <a:pt x="449" y="899"/>
                  </a:lnTo>
                  <a:lnTo>
                    <a:pt x="1198" y="1498"/>
                  </a:lnTo>
                  <a:lnTo>
                    <a:pt x="1347" y="1348"/>
                  </a:lnTo>
                  <a:lnTo>
                    <a:pt x="749" y="599"/>
                  </a:lnTo>
                  <a:lnTo>
                    <a:pt x="449" y="3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34" name="Google Shape;2834;p63"/>
            <p:cNvSpPr/>
            <p:nvPr/>
          </p:nvSpPr>
          <p:spPr>
            <a:xfrm>
              <a:off x="2599475" y="4069875"/>
              <a:ext cx="33700" cy="33700"/>
            </a:xfrm>
            <a:custGeom>
              <a:rect b="b" l="l" r="r" t="t"/>
              <a:pathLst>
                <a:path extrusionOk="0" h="1348" w="1348">
                  <a:moveTo>
                    <a:pt x="0" y="1"/>
                  </a:moveTo>
                  <a:lnTo>
                    <a:pt x="0" y="151"/>
                  </a:lnTo>
                  <a:lnTo>
                    <a:pt x="599" y="749"/>
                  </a:lnTo>
                  <a:lnTo>
                    <a:pt x="1197" y="1348"/>
                  </a:lnTo>
                  <a:lnTo>
                    <a:pt x="1347" y="1198"/>
                  </a:lnTo>
                  <a:lnTo>
                    <a:pt x="74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35" name="Google Shape;2835;p63"/>
            <p:cNvSpPr/>
            <p:nvPr/>
          </p:nvSpPr>
          <p:spPr>
            <a:xfrm>
              <a:off x="3546175" y="2558125"/>
              <a:ext cx="291900" cy="18750"/>
            </a:xfrm>
            <a:custGeom>
              <a:rect b="b" l="l" r="r" t="t"/>
              <a:pathLst>
                <a:path extrusionOk="0" h="750" w="11676">
                  <a:moveTo>
                    <a:pt x="4641" y="1"/>
                  </a:moveTo>
                  <a:lnTo>
                    <a:pt x="150" y="150"/>
                  </a:lnTo>
                  <a:lnTo>
                    <a:pt x="1" y="300"/>
                  </a:lnTo>
                  <a:lnTo>
                    <a:pt x="1" y="450"/>
                  </a:lnTo>
                  <a:lnTo>
                    <a:pt x="150" y="450"/>
                  </a:lnTo>
                  <a:lnTo>
                    <a:pt x="4641" y="749"/>
                  </a:lnTo>
                  <a:lnTo>
                    <a:pt x="9131" y="749"/>
                  </a:lnTo>
                  <a:lnTo>
                    <a:pt x="9730" y="599"/>
                  </a:lnTo>
                  <a:lnTo>
                    <a:pt x="11526" y="599"/>
                  </a:lnTo>
                  <a:lnTo>
                    <a:pt x="11676" y="450"/>
                  </a:lnTo>
                  <a:lnTo>
                    <a:pt x="11676" y="300"/>
                  </a:lnTo>
                  <a:lnTo>
                    <a:pt x="11526" y="150"/>
                  </a:lnTo>
                  <a:lnTo>
                    <a:pt x="9580" y="150"/>
                  </a:lnTo>
                  <a:lnTo>
                    <a:pt x="913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36" name="Google Shape;2836;p63"/>
            <p:cNvSpPr/>
            <p:nvPr/>
          </p:nvSpPr>
          <p:spPr>
            <a:xfrm>
              <a:off x="3534950" y="2397225"/>
              <a:ext cx="280675" cy="18725"/>
            </a:xfrm>
            <a:custGeom>
              <a:rect b="b" l="l" r="r" t="t"/>
              <a:pathLst>
                <a:path extrusionOk="0" h="749" w="11227">
                  <a:moveTo>
                    <a:pt x="2396" y="1"/>
                  </a:moveTo>
                  <a:lnTo>
                    <a:pt x="150" y="300"/>
                  </a:lnTo>
                  <a:lnTo>
                    <a:pt x="1" y="300"/>
                  </a:lnTo>
                  <a:lnTo>
                    <a:pt x="150" y="450"/>
                  </a:lnTo>
                  <a:lnTo>
                    <a:pt x="2845" y="749"/>
                  </a:lnTo>
                  <a:lnTo>
                    <a:pt x="6586" y="749"/>
                  </a:lnTo>
                  <a:lnTo>
                    <a:pt x="7634" y="599"/>
                  </a:lnTo>
                  <a:lnTo>
                    <a:pt x="11077" y="599"/>
                  </a:lnTo>
                  <a:lnTo>
                    <a:pt x="11227" y="450"/>
                  </a:lnTo>
                  <a:lnTo>
                    <a:pt x="11227" y="300"/>
                  </a:lnTo>
                  <a:lnTo>
                    <a:pt x="11077" y="150"/>
                  </a:lnTo>
                  <a:lnTo>
                    <a:pt x="673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37" name="Google Shape;2837;p63"/>
            <p:cNvSpPr/>
            <p:nvPr/>
          </p:nvSpPr>
          <p:spPr>
            <a:xfrm>
              <a:off x="3546175" y="2311150"/>
              <a:ext cx="273200" cy="26225"/>
            </a:xfrm>
            <a:custGeom>
              <a:rect b="b" l="l" r="r" t="t"/>
              <a:pathLst>
                <a:path extrusionOk="0" h="1049" w="10928">
                  <a:moveTo>
                    <a:pt x="4192" y="1"/>
                  </a:moveTo>
                  <a:lnTo>
                    <a:pt x="1797" y="151"/>
                  </a:lnTo>
                  <a:lnTo>
                    <a:pt x="899" y="300"/>
                  </a:lnTo>
                  <a:lnTo>
                    <a:pt x="150" y="450"/>
                  </a:lnTo>
                  <a:lnTo>
                    <a:pt x="1" y="600"/>
                  </a:lnTo>
                  <a:lnTo>
                    <a:pt x="150" y="600"/>
                  </a:lnTo>
                  <a:lnTo>
                    <a:pt x="450" y="749"/>
                  </a:lnTo>
                  <a:lnTo>
                    <a:pt x="1647" y="899"/>
                  </a:lnTo>
                  <a:lnTo>
                    <a:pt x="2845" y="899"/>
                  </a:lnTo>
                  <a:lnTo>
                    <a:pt x="4940" y="1049"/>
                  </a:lnTo>
                  <a:lnTo>
                    <a:pt x="7036" y="1049"/>
                  </a:lnTo>
                  <a:lnTo>
                    <a:pt x="8981" y="899"/>
                  </a:lnTo>
                  <a:lnTo>
                    <a:pt x="10927" y="600"/>
                  </a:lnTo>
                  <a:lnTo>
                    <a:pt x="10927" y="450"/>
                  </a:lnTo>
                  <a:lnTo>
                    <a:pt x="8682" y="151"/>
                  </a:lnTo>
                  <a:lnTo>
                    <a:pt x="643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38" name="Google Shape;2838;p63"/>
            <p:cNvSpPr/>
            <p:nvPr/>
          </p:nvSpPr>
          <p:spPr>
            <a:xfrm>
              <a:off x="3549925" y="2232575"/>
              <a:ext cx="261950" cy="22475"/>
            </a:xfrm>
            <a:custGeom>
              <a:rect b="b" l="l" r="r" t="t"/>
              <a:pathLst>
                <a:path extrusionOk="0" h="899" w="10478">
                  <a:moveTo>
                    <a:pt x="5688" y="1"/>
                  </a:moveTo>
                  <a:lnTo>
                    <a:pt x="2994" y="150"/>
                  </a:lnTo>
                  <a:lnTo>
                    <a:pt x="150" y="300"/>
                  </a:lnTo>
                  <a:lnTo>
                    <a:pt x="0" y="450"/>
                  </a:lnTo>
                  <a:lnTo>
                    <a:pt x="150" y="599"/>
                  </a:lnTo>
                  <a:lnTo>
                    <a:pt x="2994" y="899"/>
                  </a:lnTo>
                  <a:lnTo>
                    <a:pt x="8083" y="899"/>
                  </a:lnTo>
                  <a:lnTo>
                    <a:pt x="9280" y="749"/>
                  </a:lnTo>
                  <a:lnTo>
                    <a:pt x="10478" y="599"/>
                  </a:lnTo>
                  <a:lnTo>
                    <a:pt x="10478" y="450"/>
                  </a:lnTo>
                  <a:lnTo>
                    <a:pt x="9280" y="150"/>
                  </a:lnTo>
                  <a:lnTo>
                    <a:pt x="808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39" name="Google Shape;2839;p63"/>
            <p:cNvSpPr/>
            <p:nvPr/>
          </p:nvSpPr>
          <p:spPr>
            <a:xfrm>
              <a:off x="3564900" y="2150250"/>
              <a:ext cx="246975" cy="26225"/>
            </a:xfrm>
            <a:custGeom>
              <a:rect b="b" l="l" r="r" t="t"/>
              <a:pathLst>
                <a:path extrusionOk="0" h="1049" w="9879">
                  <a:moveTo>
                    <a:pt x="4939" y="1"/>
                  </a:moveTo>
                  <a:lnTo>
                    <a:pt x="2545" y="150"/>
                  </a:lnTo>
                  <a:lnTo>
                    <a:pt x="150" y="300"/>
                  </a:lnTo>
                  <a:lnTo>
                    <a:pt x="0" y="450"/>
                  </a:lnTo>
                  <a:lnTo>
                    <a:pt x="150" y="599"/>
                  </a:lnTo>
                  <a:lnTo>
                    <a:pt x="2545" y="899"/>
                  </a:lnTo>
                  <a:lnTo>
                    <a:pt x="4939" y="1049"/>
                  </a:lnTo>
                  <a:lnTo>
                    <a:pt x="7484" y="1049"/>
                  </a:lnTo>
                  <a:lnTo>
                    <a:pt x="8532" y="899"/>
                  </a:lnTo>
                  <a:lnTo>
                    <a:pt x="9729" y="749"/>
                  </a:lnTo>
                  <a:lnTo>
                    <a:pt x="9879" y="599"/>
                  </a:lnTo>
                  <a:lnTo>
                    <a:pt x="9729" y="450"/>
                  </a:lnTo>
                  <a:lnTo>
                    <a:pt x="8532" y="150"/>
                  </a:lnTo>
                  <a:lnTo>
                    <a:pt x="748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0" name="Google Shape;2840;p63"/>
            <p:cNvSpPr/>
            <p:nvPr/>
          </p:nvSpPr>
          <p:spPr>
            <a:xfrm>
              <a:off x="3576125" y="2071675"/>
              <a:ext cx="243250" cy="22475"/>
            </a:xfrm>
            <a:custGeom>
              <a:rect b="b" l="l" r="r" t="t"/>
              <a:pathLst>
                <a:path extrusionOk="0" h="899" w="9730">
                  <a:moveTo>
                    <a:pt x="5239" y="1"/>
                  </a:moveTo>
                  <a:lnTo>
                    <a:pt x="2694" y="150"/>
                  </a:lnTo>
                  <a:lnTo>
                    <a:pt x="150" y="300"/>
                  </a:lnTo>
                  <a:lnTo>
                    <a:pt x="0" y="300"/>
                  </a:lnTo>
                  <a:lnTo>
                    <a:pt x="0" y="450"/>
                  </a:lnTo>
                  <a:lnTo>
                    <a:pt x="0" y="599"/>
                  </a:lnTo>
                  <a:lnTo>
                    <a:pt x="150" y="599"/>
                  </a:lnTo>
                  <a:lnTo>
                    <a:pt x="2694" y="749"/>
                  </a:lnTo>
                  <a:lnTo>
                    <a:pt x="5239" y="899"/>
                  </a:lnTo>
                  <a:lnTo>
                    <a:pt x="8532" y="899"/>
                  </a:lnTo>
                  <a:lnTo>
                    <a:pt x="9580" y="599"/>
                  </a:lnTo>
                  <a:lnTo>
                    <a:pt x="9729" y="450"/>
                  </a:lnTo>
                  <a:lnTo>
                    <a:pt x="9580" y="300"/>
                  </a:lnTo>
                  <a:lnTo>
                    <a:pt x="8532" y="150"/>
                  </a:lnTo>
                  <a:lnTo>
                    <a:pt x="733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1" name="Google Shape;2841;p63"/>
            <p:cNvSpPr/>
            <p:nvPr/>
          </p:nvSpPr>
          <p:spPr>
            <a:xfrm>
              <a:off x="3587350" y="1993100"/>
              <a:ext cx="235750" cy="22475"/>
            </a:xfrm>
            <a:custGeom>
              <a:rect b="b" l="l" r="r" t="t"/>
              <a:pathLst>
                <a:path extrusionOk="0" h="899" w="9430">
                  <a:moveTo>
                    <a:pt x="2395" y="0"/>
                  </a:moveTo>
                  <a:lnTo>
                    <a:pt x="150" y="300"/>
                  </a:lnTo>
                  <a:lnTo>
                    <a:pt x="0" y="449"/>
                  </a:lnTo>
                  <a:lnTo>
                    <a:pt x="150" y="599"/>
                  </a:lnTo>
                  <a:lnTo>
                    <a:pt x="2395" y="749"/>
                  </a:lnTo>
                  <a:lnTo>
                    <a:pt x="4640" y="898"/>
                  </a:lnTo>
                  <a:lnTo>
                    <a:pt x="9131" y="599"/>
                  </a:lnTo>
                  <a:lnTo>
                    <a:pt x="9280" y="599"/>
                  </a:lnTo>
                  <a:lnTo>
                    <a:pt x="9430" y="449"/>
                  </a:lnTo>
                  <a:lnTo>
                    <a:pt x="9280" y="150"/>
                  </a:lnTo>
                  <a:lnTo>
                    <a:pt x="9131" y="150"/>
                  </a:lnTo>
                  <a:lnTo>
                    <a:pt x="46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2" name="Google Shape;2842;p63"/>
            <p:cNvSpPr/>
            <p:nvPr/>
          </p:nvSpPr>
          <p:spPr>
            <a:xfrm>
              <a:off x="3594825" y="1907025"/>
              <a:ext cx="235775" cy="22475"/>
            </a:xfrm>
            <a:custGeom>
              <a:rect b="b" l="l" r="r" t="t"/>
              <a:pathLst>
                <a:path extrusionOk="0" h="899" w="9431">
                  <a:moveTo>
                    <a:pt x="1198" y="1"/>
                  </a:moveTo>
                  <a:lnTo>
                    <a:pt x="150" y="300"/>
                  </a:lnTo>
                  <a:lnTo>
                    <a:pt x="1" y="300"/>
                  </a:lnTo>
                  <a:lnTo>
                    <a:pt x="1" y="450"/>
                  </a:lnTo>
                  <a:lnTo>
                    <a:pt x="1" y="599"/>
                  </a:lnTo>
                  <a:lnTo>
                    <a:pt x="150" y="599"/>
                  </a:lnTo>
                  <a:lnTo>
                    <a:pt x="1198" y="899"/>
                  </a:lnTo>
                  <a:lnTo>
                    <a:pt x="6736" y="899"/>
                  </a:lnTo>
                  <a:lnTo>
                    <a:pt x="9281" y="749"/>
                  </a:lnTo>
                  <a:lnTo>
                    <a:pt x="9430" y="749"/>
                  </a:lnTo>
                  <a:lnTo>
                    <a:pt x="9430" y="599"/>
                  </a:lnTo>
                  <a:lnTo>
                    <a:pt x="9430" y="450"/>
                  </a:lnTo>
                  <a:lnTo>
                    <a:pt x="9281" y="450"/>
                  </a:lnTo>
                  <a:lnTo>
                    <a:pt x="6736" y="150"/>
                  </a:lnTo>
                  <a:lnTo>
                    <a:pt x="4341" y="150"/>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3" name="Google Shape;2843;p63"/>
            <p:cNvSpPr/>
            <p:nvPr/>
          </p:nvSpPr>
          <p:spPr>
            <a:xfrm>
              <a:off x="3609800" y="1828450"/>
              <a:ext cx="205825" cy="22475"/>
            </a:xfrm>
            <a:custGeom>
              <a:rect b="b" l="l" r="r" t="t"/>
              <a:pathLst>
                <a:path extrusionOk="0" h="899" w="8233">
                  <a:moveTo>
                    <a:pt x="4042" y="0"/>
                  </a:moveTo>
                  <a:lnTo>
                    <a:pt x="2096" y="150"/>
                  </a:lnTo>
                  <a:lnTo>
                    <a:pt x="150" y="300"/>
                  </a:lnTo>
                  <a:lnTo>
                    <a:pt x="0" y="449"/>
                  </a:lnTo>
                  <a:lnTo>
                    <a:pt x="150" y="599"/>
                  </a:lnTo>
                  <a:lnTo>
                    <a:pt x="4042" y="898"/>
                  </a:lnTo>
                  <a:lnTo>
                    <a:pt x="5987" y="898"/>
                  </a:lnTo>
                  <a:lnTo>
                    <a:pt x="7933" y="749"/>
                  </a:lnTo>
                  <a:lnTo>
                    <a:pt x="8233" y="749"/>
                  </a:lnTo>
                  <a:lnTo>
                    <a:pt x="8233" y="449"/>
                  </a:lnTo>
                  <a:lnTo>
                    <a:pt x="8233" y="300"/>
                  </a:lnTo>
                  <a:lnTo>
                    <a:pt x="7933" y="300"/>
                  </a:lnTo>
                  <a:lnTo>
                    <a:pt x="598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4" name="Google Shape;2844;p63"/>
            <p:cNvSpPr/>
            <p:nvPr/>
          </p:nvSpPr>
          <p:spPr>
            <a:xfrm>
              <a:off x="3624750" y="1746125"/>
              <a:ext cx="243275" cy="26225"/>
            </a:xfrm>
            <a:custGeom>
              <a:rect b="b" l="l" r="r" t="t"/>
              <a:pathLst>
                <a:path extrusionOk="0" h="1049" w="9731">
                  <a:moveTo>
                    <a:pt x="4791" y="0"/>
                  </a:moveTo>
                  <a:lnTo>
                    <a:pt x="2396" y="150"/>
                  </a:lnTo>
                  <a:lnTo>
                    <a:pt x="151" y="450"/>
                  </a:lnTo>
                  <a:lnTo>
                    <a:pt x="1" y="599"/>
                  </a:lnTo>
                  <a:lnTo>
                    <a:pt x="151" y="749"/>
                  </a:lnTo>
                  <a:lnTo>
                    <a:pt x="2096" y="899"/>
                  </a:lnTo>
                  <a:lnTo>
                    <a:pt x="4042" y="1048"/>
                  </a:lnTo>
                  <a:lnTo>
                    <a:pt x="7784" y="1048"/>
                  </a:lnTo>
                  <a:lnTo>
                    <a:pt x="9580" y="749"/>
                  </a:lnTo>
                  <a:lnTo>
                    <a:pt x="9730" y="749"/>
                  </a:lnTo>
                  <a:lnTo>
                    <a:pt x="9730" y="450"/>
                  </a:lnTo>
                  <a:lnTo>
                    <a:pt x="9580" y="30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5" name="Google Shape;2845;p63"/>
            <p:cNvSpPr/>
            <p:nvPr/>
          </p:nvSpPr>
          <p:spPr>
            <a:xfrm>
              <a:off x="3632250" y="1667550"/>
              <a:ext cx="198350" cy="22475"/>
            </a:xfrm>
            <a:custGeom>
              <a:rect b="b" l="l" r="r" t="t"/>
              <a:pathLst>
                <a:path extrusionOk="0" h="899" w="7934">
                  <a:moveTo>
                    <a:pt x="1946" y="0"/>
                  </a:moveTo>
                  <a:lnTo>
                    <a:pt x="150" y="300"/>
                  </a:lnTo>
                  <a:lnTo>
                    <a:pt x="0" y="449"/>
                  </a:lnTo>
                  <a:lnTo>
                    <a:pt x="150" y="599"/>
                  </a:lnTo>
                  <a:lnTo>
                    <a:pt x="1946" y="898"/>
                  </a:lnTo>
                  <a:lnTo>
                    <a:pt x="5838" y="898"/>
                  </a:lnTo>
                  <a:lnTo>
                    <a:pt x="7634" y="749"/>
                  </a:lnTo>
                  <a:lnTo>
                    <a:pt x="7784" y="599"/>
                  </a:lnTo>
                  <a:lnTo>
                    <a:pt x="7933" y="449"/>
                  </a:lnTo>
                  <a:lnTo>
                    <a:pt x="7784" y="300"/>
                  </a:lnTo>
                  <a:lnTo>
                    <a:pt x="7634" y="300"/>
                  </a:lnTo>
                  <a:lnTo>
                    <a:pt x="5838"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6" name="Google Shape;2846;p63"/>
            <p:cNvSpPr/>
            <p:nvPr/>
          </p:nvSpPr>
          <p:spPr>
            <a:xfrm>
              <a:off x="3654700" y="1506650"/>
              <a:ext cx="164675" cy="26200"/>
            </a:xfrm>
            <a:custGeom>
              <a:rect b="b" l="l" r="r" t="t"/>
              <a:pathLst>
                <a:path extrusionOk="0" h="1048" w="6587">
                  <a:moveTo>
                    <a:pt x="2994" y="0"/>
                  </a:moveTo>
                  <a:lnTo>
                    <a:pt x="1497" y="150"/>
                  </a:lnTo>
                  <a:lnTo>
                    <a:pt x="150" y="449"/>
                  </a:lnTo>
                  <a:lnTo>
                    <a:pt x="0" y="449"/>
                  </a:lnTo>
                  <a:lnTo>
                    <a:pt x="0" y="599"/>
                  </a:lnTo>
                  <a:lnTo>
                    <a:pt x="150" y="748"/>
                  </a:lnTo>
                  <a:lnTo>
                    <a:pt x="1647" y="898"/>
                  </a:lnTo>
                  <a:lnTo>
                    <a:pt x="3293" y="1048"/>
                  </a:lnTo>
                  <a:lnTo>
                    <a:pt x="4790" y="898"/>
                  </a:lnTo>
                  <a:lnTo>
                    <a:pt x="6437" y="748"/>
                  </a:lnTo>
                  <a:lnTo>
                    <a:pt x="6586" y="599"/>
                  </a:lnTo>
                  <a:lnTo>
                    <a:pt x="6586" y="449"/>
                  </a:lnTo>
                  <a:lnTo>
                    <a:pt x="6586" y="299"/>
                  </a:lnTo>
                  <a:lnTo>
                    <a:pt x="6437" y="299"/>
                  </a:lnTo>
                  <a:lnTo>
                    <a:pt x="5838" y="150"/>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7" name="Google Shape;2847;p63"/>
            <p:cNvSpPr/>
            <p:nvPr/>
          </p:nvSpPr>
          <p:spPr>
            <a:xfrm>
              <a:off x="3643475" y="1588950"/>
              <a:ext cx="172150" cy="22500"/>
            </a:xfrm>
            <a:custGeom>
              <a:rect b="b" l="l" r="r" t="t"/>
              <a:pathLst>
                <a:path extrusionOk="0" h="900" w="6886">
                  <a:moveTo>
                    <a:pt x="1796" y="1"/>
                  </a:moveTo>
                  <a:lnTo>
                    <a:pt x="150" y="300"/>
                  </a:lnTo>
                  <a:lnTo>
                    <a:pt x="0" y="300"/>
                  </a:lnTo>
                  <a:lnTo>
                    <a:pt x="0" y="450"/>
                  </a:lnTo>
                  <a:lnTo>
                    <a:pt x="150" y="600"/>
                  </a:lnTo>
                  <a:lnTo>
                    <a:pt x="1796" y="749"/>
                  </a:lnTo>
                  <a:lnTo>
                    <a:pt x="3443" y="899"/>
                  </a:lnTo>
                  <a:lnTo>
                    <a:pt x="5089" y="899"/>
                  </a:lnTo>
                  <a:lnTo>
                    <a:pt x="6736" y="600"/>
                  </a:lnTo>
                  <a:lnTo>
                    <a:pt x="6886" y="600"/>
                  </a:lnTo>
                  <a:lnTo>
                    <a:pt x="6886" y="450"/>
                  </a:lnTo>
                  <a:lnTo>
                    <a:pt x="6886" y="300"/>
                  </a:lnTo>
                  <a:lnTo>
                    <a:pt x="6736" y="151"/>
                  </a:lnTo>
                  <a:lnTo>
                    <a:pt x="508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8" name="Google Shape;2848;p63"/>
            <p:cNvSpPr/>
            <p:nvPr/>
          </p:nvSpPr>
          <p:spPr>
            <a:xfrm>
              <a:off x="3665925" y="1424325"/>
              <a:ext cx="149700" cy="26200"/>
            </a:xfrm>
            <a:custGeom>
              <a:rect b="b" l="l" r="r" t="t"/>
              <a:pathLst>
                <a:path extrusionOk="0" h="1048" w="5988">
                  <a:moveTo>
                    <a:pt x="2844" y="0"/>
                  </a:moveTo>
                  <a:lnTo>
                    <a:pt x="1497" y="150"/>
                  </a:lnTo>
                  <a:lnTo>
                    <a:pt x="0" y="299"/>
                  </a:lnTo>
                  <a:lnTo>
                    <a:pt x="0" y="599"/>
                  </a:lnTo>
                  <a:lnTo>
                    <a:pt x="0" y="749"/>
                  </a:lnTo>
                  <a:lnTo>
                    <a:pt x="1497" y="898"/>
                  </a:lnTo>
                  <a:lnTo>
                    <a:pt x="2844" y="1048"/>
                  </a:lnTo>
                  <a:lnTo>
                    <a:pt x="4341" y="1048"/>
                  </a:lnTo>
                  <a:lnTo>
                    <a:pt x="5688" y="749"/>
                  </a:lnTo>
                  <a:lnTo>
                    <a:pt x="5838" y="599"/>
                  </a:lnTo>
                  <a:lnTo>
                    <a:pt x="5988" y="599"/>
                  </a:lnTo>
                  <a:lnTo>
                    <a:pt x="5838" y="449"/>
                  </a:lnTo>
                  <a:lnTo>
                    <a:pt x="5688" y="299"/>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9" name="Google Shape;2849;p63"/>
            <p:cNvSpPr/>
            <p:nvPr/>
          </p:nvSpPr>
          <p:spPr>
            <a:xfrm>
              <a:off x="3677150" y="1345725"/>
              <a:ext cx="134725" cy="26225"/>
            </a:xfrm>
            <a:custGeom>
              <a:rect b="b" l="l" r="r" t="t"/>
              <a:pathLst>
                <a:path extrusionOk="0" h="1049" w="5389">
                  <a:moveTo>
                    <a:pt x="1497" y="1"/>
                  </a:moveTo>
                  <a:lnTo>
                    <a:pt x="150" y="300"/>
                  </a:lnTo>
                  <a:lnTo>
                    <a:pt x="150" y="450"/>
                  </a:lnTo>
                  <a:lnTo>
                    <a:pt x="0" y="450"/>
                  </a:lnTo>
                  <a:lnTo>
                    <a:pt x="150" y="600"/>
                  </a:lnTo>
                  <a:lnTo>
                    <a:pt x="150" y="749"/>
                  </a:lnTo>
                  <a:lnTo>
                    <a:pt x="1497" y="899"/>
                  </a:lnTo>
                  <a:lnTo>
                    <a:pt x="2695" y="1049"/>
                  </a:lnTo>
                  <a:lnTo>
                    <a:pt x="4042" y="899"/>
                  </a:lnTo>
                  <a:lnTo>
                    <a:pt x="5239" y="749"/>
                  </a:lnTo>
                  <a:lnTo>
                    <a:pt x="5389" y="600"/>
                  </a:lnTo>
                  <a:lnTo>
                    <a:pt x="5389" y="450"/>
                  </a:lnTo>
                  <a:lnTo>
                    <a:pt x="5389" y="300"/>
                  </a:lnTo>
                  <a:lnTo>
                    <a:pt x="5239" y="151"/>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0" name="Google Shape;2850;p63"/>
            <p:cNvSpPr/>
            <p:nvPr/>
          </p:nvSpPr>
          <p:spPr>
            <a:xfrm>
              <a:off x="3688375" y="1267150"/>
              <a:ext cx="142225" cy="18725"/>
            </a:xfrm>
            <a:custGeom>
              <a:rect b="b" l="l" r="r" t="t"/>
              <a:pathLst>
                <a:path extrusionOk="0" h="749" w="5689">
                  <a:moveTo>
                    <a:pt x="1497" y="1"/>
                  </a:moveTo>
                  <a:lnTo>
                    <a:pt x="150" y="300"/>
                  </a:lnTo>
                  <a:lnTo>
                    <a:pt x="0" y="450"/>
                  </a:lnTo>
                  <a:lnTo>
                    <a:pt x="150" y="599"/>
                  </a:lnTo>
                  <a:lnTo>
                    <a:pt x="1497" y="749"/>
                  </a:lnTo>
                  <a:lnTo>
                    <a:pt x="4940" y="749"/>
                  </a:lnTo>
                  <a:lnTo>
                    <a:pt x="5539" y="450"/>
                  </a:lnTo>
                  <a:lnTo>
                    <a:pt x="5688" y="300"/>
                  </a:lnTo>
                  <a:lnTo>
                    <a:pt x="5539" y="150"/>
                  </a:lnTo>
                  <a:lnTo>
                    <a:pt x="49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1" name="Google Shape;2851;p63"/>
            <p:cNvSpPr/>
            <p:nvPr/>
          </p:nvSpPr>
          <p:spPr>
            <a:xfrm>
              <a:off x="3699600" y="1184825"/>
              <a:ext cx="134725" cy="22475"/>
            </a:xfrm>
            <a:custGeom>
              <a:rect b="b" l="l" r="r" t="t"/>
              <a:pathLst>
                <a:path extrusionOk="0" h="899" w="5389">
                  <a:moveTo>
                    <a:pt x="2844" y="1"/>
                  </a:moveTo>
                  <a:lnTo>
                    <a:pt x="1497" y="150"/>
                  </a:lnTo>
                  <a:lnTo>
                    <a:pt x="150" y="300"/>
                  </a:lnTo>
                  <a:lnTo>
                    <a:pt x="0" y="300"/>
                  </a:lnTo>
                  <a:lnTo>
                    <a:pt x="0" y="450"/>
                  </a:lnTo>
                  <a:lnTo>
                    <a:pt x="0" y="599"/>
                  </a:lnTo>
                  <a:lnTo>
                    <a:pt x="150" y="749"/>
                  </a:lnTo>
                  <a:lnTo>
                    <a:pt x="1497" y="899"/>
                  </a:lnTo>
                  <a:lnTo>
                    <a:pt x="4042" y="899"/>
                  </a:lnTo>
                  <a:lnTo>
                    <a:pt x="4790" y="749"/>
                  </a:lnTo>
                  <a:lnTo>
                    <a:pt x="5239" y="599"/>
                  </a:lnTo>
                  <a:lnTo>
                    <a:pt x="5389" y="450"/>
                  </a:lnTo>
                  <a:lnTo>
                    <a:pt x="5239" y="300"/>
                  </a:lnTo>
                  <a:lnTo>
                    <a:pt x="4790" y="15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2" name="Google Shape;2852;p63"/>
            <p:cNvSpPr/>
            <p:nvPr/>
          </p:nvSpPr>
          <p:spPr>
            <a:xfrm>
              <a:off x="3703350" y="1098775"/>
              <a:ext cx="134725" cy="29950"/>
            </a:xfrm>
            <a:custGeom>
              <a:rect b="b" l="l" r="r" t="t"/>
              <a:pathLst>
                <a:path extrusionOk="0" h="1198" w="5389">
                  <a:moveTo>
                    <a:pt x="2694" y="0"/>
                  </a:moveTo>
                  <a:lnTo>
                    <a:pt x="1347" y="150"/>
                  </a:lnTo>
                  <a:lnTo>
                    <a:pt x="150" y="449"/>
                  </a:lnTo>
                  <a:lnTo>
                    <a:pt x="0" y="449"/>
                  </a:lnTo>
                  <a:lnTo>
                    <a:pt x="0" y="599"/>
                  </a:lnTo>
                  <a:lnTo>
                    <a:pt x="0" y="748"/>
                  </a:lnTo>
                  <a:lnTo>
                    <a:pt x="150" y="898"/>
                  </a:lnTo>
                  <a:lnTo>
                    <a:pt x="1347" y="1048"/>
                  </a:lnTo>
                  <a:lnTo>
                    <a:pt x="2694" y="1198"/>
                  </a:lnTo>
                  <a:lnTo>
                    <a:pt x="4041" y="1198"/>
                  </a:lnTo>
                  <a:lnTo>
                    <a:pt x="4640" y="1048"/>
                  </a:lnTo>
                  <a:lnTo>
                    <a:pt x="5239" y="898"/>
                  </a:lnTo>
                  <a:lnTo>
                    <a:pt x="5389" y="748"/>
                  </a:lnTo>
                  <a:lnTo>
                    <a:pt x="5389" y="449"/>
                  </a:lnTo>
                  <a:lnTo>
                    <a:pt x="5239" y="449"/>
                  </a:lnTo>
                  <a:lnTo>
                    <a:pt x="4640" y="299"/>
                  </a:lnTo>
                  <a:lnTo>
                    <a:pt x="4041"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3" name="Google Shape;2853;p63"/>
            <p:cNvSpPr/>
            <p:nvPr/>
          </p:nvSpPr>
          <p:spPr>
            <a:xfrm>
              <a:off x="3718300" y="1020175"/>
              <a:ext cx="134750" cy="26225"/>
            </a:xfrm>
            <a:custGeom>
              <a:rect b="b" l="l" r="r" t="t"/>
              <a:pathLst>
                <a:path extrusionOk="0" h="1049" w="5390">
                  <a:moveTo>
                    <a:pt x="2695" y="1"/>
                  </a:moveTo>
                  <a:lnTo>
                    <a:pt x="1348" y="151"/>
                  </a:lnTo>
                  <a:lnTo>
                    <a:pt x="151" y="300"/>
                  </a:lnTo>
                  <a:lnTo>
                    <a:pt x="1" y="600"/>
                  </a:lnTo>
                  <a:lnTo>
                    <a:pt x="151" y="749"/>
                  </a:lnTo>
                  <a:lnTo>
                    <a:pt x="1348" y="899"/>
                  </a:lnTo>
                  <a:lnTo>
                    <a:pt x="2695" y="1049"/>
                  </a:lnTo>
                  <a:lnTo>
                    <a:pt x="4042" y="1049"/>
                  </a:lnTo>
                  <a:lnTo>
                    <a:pt x="5240" y="749"/>
                  </a:lnTo>
                  <a:lnTo>
                    <a:pt x="5389" y="600"/>
                  </a:lnTo>
                  <a:lnTo>
                    <a:pt x="5240" y="30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4" name="Google Shape;2854;p63"/>
            <p:cNvSpPr/>
            <p:nvPr/>
          </p:nvSpPr>
          <p:spPr>
            <a:xfrm>
              <a:off x="3729525" y="941600"/>
              <a:ext cx="108550" cy="22475"/>
            </a:xfrm>
            <a:custGeom>
              <a:rect b="b" l="l" r="r" t="t"/>
              <a:pathLst>
                <a:path extrusionOk="0" h="899" w="4342">
                  <a:moveTo>
                    <a:pt x="2246" y="1"/>
                  </a:moveTo>
                  <a:lnTo>
                    <a:pt x="1198" y="150"/>
                  </a:lnTo>
                  <a:lnTo>
                    <a:pt x="151" y="300"/>
                  </a:lnTo>
                  <a:lnTo>
                    <a:pt x="1" y="450"/>
                  </a:lnTo>
                  <a:lnTo>
                    <a:pt x="151" y="599"/>
                  </a:lnTo>
                  <a:lnTo>
                    <a:pt x="1198" y="899"/>
                  </a:lnTo>
                  <a:lnTo>
                    <a:pt x="3743" y="899"/>
                  </a:lnTo>
                  <a:lnTo>
                    <a:pt x="4342" y="599"/>
                  </a:lnTo>
                  <a:lnTo>
                    <a:pt x="4342" y="450"/>
                  </a:lnTo>
                  <a:lnTo>
                    <a:pt x="4342" y="300"/>
                  </a:lnTo>
                  <a:lnTo>
                    <a:pt x="3743" y="150"/>
                  </a:lnTo>
                  <a:lnTo>
                    <a:pt x="3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5" name="Google Shape;2855;p63"/>
            <p:cNvSpPr/>
            <p:nvPr/>
          </p:nvSpPr>
          <p:spPr>
            <a:xfrm>
              <a:off x="3740750" y="863025"/>
              <a:ext cx="82350" cy="18725"/>
            </a:xfrm>
            <a:custGeom>
              <a:rect b="b" l="l" r="r" t="t"/>
              <a:pathLst>
                <a:path extrusionOk="0" h="749" w="3294">
                  <a:moveTo>
                    <a:pt x="1498" y="0"/>
                  </a:moveTo>
                  <a:lnTo>
                    <a:pt x="151" y="300"/>
                  </a:lnTo>
                  <a:lnTo>
                    <a:pt x="1" y="449"/>
                  </a:lnTo>
                  <a:lnTo>
                    <a:pt x="151" y="599"/>
                  </a:lnTo>
                  <a:lnTo>
                    <a:pt x="1647" y="749"/>
                  </a:lnTo>
                  <a:lnTo>
                    <a:pt x="2396" y="749"/>
                  </a:lnTo>
                  <a:lnTo>
                    <a:pt x="2995" y="599"/>
                  </a:lnTo>
                  <a:lnTo>
                    <a:pt x="3144" y="599"/>
                  </a:lnTo>
                  <a:lnTo>
                    <a:pt x="3294" y="449"/>
                  </a:lnTo>
                  <a:lnTo>
                    <a:pt x="3144" y="150"/>
                  </a:lnTo>
                  <a:lnTo>
                    <a:pt x="2995" y="150"/>
                  </a:lnTo>
                  <a:lnTo>
                    <a:pt x="23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6" name="Google Shape;2856;p63"/>
            <p:cNvSpPr/>
            <p:nvPr/>
          </p:nvSpPr>
          <p:spPr>
            <a:xfrm>
              <a:off x="3744500" y="780700"/>
              <a:ext cx="71125" cy="22475"/>
            </a:xfrm>
            <a:custGeom>
              <a:rect b="b" l="l" r="r" t="t"/>
              <a:pathLst>
                <a:path extrusionOk="0" h="899" w="2845">
                  <a:moveTo>
                    <a:pt x="1348" y="0"/>
                  </a:moveTo>
                  <a:lnTo>
                    <a:pt x="749" y="150"/>
                  </a:lnTo>
                  <a:lnTo>
                    <a:pt x="150" y="300"/>
                  </a:lnTo>
                  <a:lnTo>
                    <a:pt x="1" y="449"/>
                  </a:lnTo>
                  <a:lnTo>
                    <a:pt x="150" y="599"/>
                  </a:lnTo>
                  <a:lnTo>
                    <a:pt x="749" y="898"/>
                  </a:lnTo>
                  <a:lnTo>
                    <a:pt x="1946" y="898"/>
                  </a:lnTo>
                  <a:lnTo>
                    <a:pt x="2545" y="749"/>
                  </a:lnTo>
                  <a:lnTo>
                    <a:pt x="2695" y="599"/>
                  </a:lnTo>
                  <a:lnTo>
                    <a:pt x="2845" y="449"/>
                  </a:lnTo>
                  <a:lnTo>
                    <a:pt x="2695" y="300"/>
                  </a:lnTo>
                  <a:lnTo>
                    <a:pt x="2545" y="150"/>
                  </a:lnTo>
                  <a:lnTo>
                    <a:pt x="19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7" name="Google Shape;2857;p63"/>
            <p:cNvSpPr/>
            <p:nvPr/>
          </p:nvSpPr>
          <p:spPr>
            <a:xfrm>
              <a:off x="3759475" y="698375"/>
              <a:ext cx="67375" cy="26225"/>
            </a:xfrm>
            <a:custGeom>
              <a:rect b="b" l="l" r="r" t="t"/>
              <a:pathLst>
                <a:path extrusionOk="0" h="1049" w="2695">
                  <a:moveTo>
                    <a:pt x="1497" y="0"/>
                  </a:moveTo>
                  <a:lnTo>
                    <a:pt x="150" y="300"/>
                  </a:lnTo>
                  <a:lnTo>
                    <a:pt x="0" y="450"/>
                  </a:lnTo>
                  <a:lnTo>
                    <a:pt x="150" y="749"/>
                  </a:lnTo>
                  <a:lnTo>
                    <a:pt x="749" y="899"/>
                  </a:lnTo>
                  <a:lnTo>
                    <a:pt x="1497" y="1048"/>
                  </a:lnTo>
                  <a:lnTo>
                    <a:pt x="2096" y="899"/>
                  </a:lnTo>
                  <a:lnTo>
                    <a:pt x="2395" y="899"/>
                  </a:lnTo>
                  <a:lnTo>
                    <a:pt x="2695" y="749"/>
                  </a:lnTo>
                  <a:lnTo>
                    <a:pt x="2695" y="450"/>
                  </a:lnTo>
                  <a:lnTo>
                    <a:pt x="26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8" name="Google Shape;2858;p63"/>
            <p:cNvSpPr/>
            <p:nvPr/>
          </p:nvSpPr>
          <p:spPr>
            <a:xfrm>
              <a:off x="3766950" y="623525"/>
              <a:ext cx="59900" cy="15000"/>
            </a:xfrm>
            <a:custGeom>
              <a:rect b="b" l="l" r="r" t="t"/>
              <a:pathLst>
                <a:path extrusionOk="0" h="600" w="2396">
                  <a:moveTo>
                    <a:pt x="1048" y="1"/>
                  </a:moveTo>
                  <a:lnTo>
                    <a:pt x="1" y="151"/>
                  </a:lnTo>
                  <a:lnTo>
                    <a:pt x="1" y="300"/>
                  </a:lnTo>
                  <a:lnTo>
                    <a:pt x="1" y="450"/>
                  </a:lnTo>
                  <a:lnTo>
                    <a:pt x="1048" y="600"/>
                  </a:lnTo>
                  <a:lnTo>
                    <a:pt x="2246" y="450"/>
                  </a:lnTo>
                  <a:lnTo>
                    <a:pt x="2396" y="300"/>
                  </a:lnTo>
                  <a:lnTo>
                    <a:pt x="2246" y="151"/>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9" name="Google Shape;2859;p63"/>
            <p:cNvSpPr/>
            <p:nvPr/>
          </p:nvSpPr>
          <p:spPr>
            <a:xfrm>
              <a:off x="3512500" y="2827550"/>
              <a:ext cx="18725" cy="295650"/>
            </a:xfrm>
            <a:custGeom>
              <a:rect b="b" l="l" r="r" t="t"/>
              <a:pathLst>
                <a:path extrusionOk="0" h="11826" w="749">
                  <a:moveTo>
                    <a:pt x="300" y="1"/>
                  </a:moveTo>
                  <a:lnTo>
                    <a:pt x="150" y="150"/>
                  </a:lnTo>
                  <a:lnTo>
                    <a:pt x="150" y="300"/>
                  </a:lnTo>
                  <a:lnTo>
                    <a:pt x="150" y="749"/>
                  </a:lnTo>
                  <a:lnTo>
                    <a:pt x="1" y="1497"/>
                  </a:lnTo>
                  <a:lnTo>
                    <a:pt x="1" y="2096"/>
                  </a:lnTo>
                  <a:lnTo>
                    <a:pt x="1" y="2695"/>
                  </a:lnTo>
                  <a:lnTo>
                    <a:pt x="1" y="7185"/>
                  </a:lnTo>
                  <a:lnTo>
                    <a:pt x="150" y="11676"/>
                  </a:lnTo>
                  <a:lnTo>
                    <a:pt x="300" y="11825"/>
                  </a:lnTo>
                  <a:lnTo>
                    <a:pt x="450" y="11676"/>
                  </a:lnTo>
                  <a:lnTo>
                    <a:pt x="749" y="7185"/>
                  </a:lnTo>
                  <a:lnTo>
                    <a:pt x="599" y="2695"/>
                  </a:lnTo>
                  <a:lnTo>
                    <a:pt x="599" y="2096"/>
                  </a:lnTo>
                  <a:lnTo>
                    <a:pt x="599" y="1497"/>
                  </a:lnTo>
                  <a:lnTo>
                    <a:pt x="599" y="1348"/>
                  </a:lnTo>
                  <a:lnTo>
                    <a:pt x="599" y="749"/>
                  </a:lnTo>
                  <a:lnTo>
                    <a:pt x="450" y="30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0" name="Google Shape;2860;p63"/>
            <p:cNvSpPr/>
            <p:nvPr/>
          </p:nvSpPr>
          <p:spPr>
            <a:xfrm>
              <a:off x="3351600" y="2850000"/>
              <a:ext cx="15000" cy="280675"/>
            </a:xfrm>
            <a:custGeom>
              <a:rect b="b" l="l" r="r" t="t"/>
              <a:pathLst>
                <a:path extrusionOk="0" h="11227" w="600">
                  <a:moveTo>
                    <a:pt x="300" y="1"/>
                  </a:moveTo>
                  <a:lnTo>
                    <a:pt x="150" y="150"/>
                  </a:lnTo>
                  <a:lnTo>
                    <a:pt x="0" y="5539"/>
                  </a:lnTo>
                  <a:lnTo>
                    <a:pt x="0" y="6587"/>
                  </a:lnTo>
                  <a:lnTo>
                    <a:pt x="0" y="7634"/>
                  </a:lnTo>
                  <a:lnTo>
                    <a:pt x="0" y="9430"/>
                  </a:lnTo>
                  <a:lnTo>
                    <a:pt x="150" y="11077"/>
                  </a:lnTo>
                  <a:lnTo>
                    <a:pt x="300" y="11227"/>
                  </a:lnTo>
                  <a:lnTo>
                    <a:pt x="449" y="11077"/>
                  </a:lnTo>
                  <a:lnTo>
                    <a:pt x="599" y="8832"/>
                  </a:lnTo>
                  <a:lnTo>
                    <a:pt x="599" y="6587"/>
                  </a:lnTo>
                  <a:lnTo>
                    <a:pt x="599" y="5539"/>
                  </a:lnTo>
                  <a:lnTo>
                    <a:pt x="599" y="4641"/>
                  </a:lnTo>
                  <a:lnTo>
                    <a:pt x="449" y="15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1" name="Google Shape;2861;p63"/>
            <p:cNvSpPr/>
            <p:nvPr/>
          </p:nvSpPr>
          <p:spPr>
            <a:xfrm>
              <a:off x="3265525" y="2846250"/>
              <a:ext cx="26225" cy="273200"/>
            </a:xfrm>
            <a:custGeom>
              <a:rect b="b" l="l" r="r" t="t"/>
              <a:pathLst>
                <a:path extrusionOk="0" h="10928" w="1049">
                  <a:moveTo>
                    <a:pt x="450" y="1"/>
                  </a:moveTo>
                  <a:lnTo>
                    <a:pt x="150" y="2396"/>
                  </a:lnTo>
                  <a:lnTo>
                    <a:pt x="1" y="4940"/>
                  </a:lnTo>
                  <a:lnTo>
                    <a:pt x="1" y="7485"/>
                  </a:lnTo>
                  <a:lnTo>
                    <a:pt x="300" y="9880"/>
                  </a:lnTo>
                  <a:lnTo>
                    <a:pt x="300" y="10778"/>
                  </a:lnTo>
                  <a:lnTo>
                    <a:pt x="450" y="10928"/>
                  </a:lnTo>
                  <a:lnTo>
                    <a:pt x="600" y="10778"/>
                  </a:lnTo>
                  <a:lnTo>
                    <a:pt x="600" y="10478"/>
                  </a:lnTo>
                  <a:lnTo>
                    <a:pt x="749" y="9131"/>
                  </a:lnTo>
                  <a:lnTo>
                    <a:pt x="1049" y="6886"/>
                  </a:lnTo>
                  <a:lnTo>
                    <a:pt x="1049" y="4491"/>
                  </a:lnTo>
                  <a:lnTo>
                    <a:pt x="899" y="2246"/>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2" name="Google Shape;2862;p63"/>
            <p:cNvSpPr/>
            <p:nvPr/>
          </p:nvSpPr>
          <p:spPr>
            <a:xfrm>
              <a:off x="3186950" y="2857500"/>
              <a:ext cx="22475" cy="258200"/>
            </a:xfrm>
            <a:custGeom>
              <a:rect b="b" l="l" r="r" t="t"/>
              <a:pathLst>
                <a:path extrusionOk="0" h="10328" w="899">
                  <a:moveTo>
                    <a:pt x="300" y="0"/>
                  </a:moveTo>
                  <a:lnTo>
                    <a:pt x="150" y="1048"/>
                  </a:lnTo>
                  <a:lnTo>
                    <a:pt x="1" y="2245"/>
                  </a:lnTo>
                  <a:lnTo>
                    <a:pt x="1" y="4640"/>
                  </a:lnTo>
                  <a:lnTo>
                    <a:pt x="1" y="7484"/>
                  </a:lnTo>
                  <a:lnTo>
                    <a:pt x="300" y="10178"/>
                  </a:lnTo>
                  <a:lnTo>
                    <a:pt x="300" y="10328"/>
                  </a:lnTo>
                  <a:lnTo>
                    <a:pt x="599" y="10328"/>
                  </a:lnTo>
                  <a:lnTo>
                    <a:pt x="599" y="10178"/>
                  </a:lnTo>
                  <a:lnTo>
                    <a:pt x="749" y="7484"/>
                  </a:lnTo>
                  <a:lnTo>
                    <a:pt x="899" y="4640"/>
                  </a:lnTo>
                  <a:lnTo>
                    <a:pt x="899" y="2245"/>
                  </a:lnTo>
                  <a:lnTo>
                    <a:pt x="749" y="1048"/>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3" name="Google Shape;2863;p63"/>
            <p:cNvSpPr/>
            <p:nvPr/>
          </p:nvSpPr>
          <p:spPr>
            <a:xfrm>
              <a:off x="3100875" y="2857500"/>
              <a:ext cx="29975" cy="243250"/>
            </a:xfrm>
            <a:custGeom>
              <a:rect b="b" l="l" r="r" t="t"/>
              <a:pathLst>
                <a:path extrusionOk="0" h="9730" w="1199">
                  <a:moveTo>
                    <a:pt x="450" y="0"/>
                  </a:moveTo>
                  <a:lnTo>
                    <a:pt x="300" y="1197"/>
                  </a:lnTo>
                  <a:lnTo>
                    <a:pt x="151" y="2395"/>
                  </a:lnTo>
                  <a:lnTo>
                    <a:pt x="1" y="4790"/>
                  </a:lnTo>
                  <a:lnTo>
                    <a:pt x="300" y="7334"/>
                  </a:lnTo>
                  <a:lnTo>
                    <a:pt x="450" y="9579"/>
                  </a:lnTo>
                  <a:lnTo>
                    <a:pt x="600" y="9729"/>
                  </a:lnTo>
                  <a:lnTo>
                    <a:pt x="749" y="9579"/>
                  </a:lnTo>
                  <a:lnTo>
                    <a:pt x="899" y="7334"/>
                  </a:lnTo>
                  <a:lnTo>
                    <a:pt x="1198" y="4790"/>
                  </a:lnTo>
                  <a:lnTo>
                    <a:pt x="1198" y="2395"/>
                  </a:lnTo>
                  <a:lnTo>
                    <a:pt x="1049" y="1197"/>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4" name="Google Shape;2864;p63"/>
            <p:cNvSpPr/>
            <p:nvPr/>
          </p:nvSpPr>
          <p:spPr>
            <a:xfrm>
              <a:off x="3026050" y="2846250"/>
              <a:ext cx="22475" cy="243275"/>
            </a:xfrm>
            <a:custGeom>
              <a:rect b="b" l="l" r="r" t="t"/>
              <a:pathLst>
                <a:path extrusionOk="0" h="9731" w="899">
                  <a:moveTo>
                    <a:pt x="449" y="1"/>
                  </a:moveTo>
                  <a:lnTo>
                    <a:pt x="300" y="151"/>
                  </a:lnTo>
                  <a:lnTo>
                    <a:pt x="0" y="1198"/>
                  </a:lnTo>
                  <a:lnTo>
                    <a:pt x="0" y="2396"/>
                  </a:lnTo>
                  <a:lnTo>
                    <a:pt x="0" y="4641"/>
                  </a:lnTo>
                  <a:lnTo>
                    <a:pt x="0" y="7036"/>
                  </a:lnTo>
                  <a:lnTo>
                    <a:pt x="300" y="9580"/>
                  </a:lnTo>
                  <a:lnTo>
                    <a:pt x="300" y="9730"/>
                  </a:lnTo>
                  <a:lnTo>
                    <a:pt x="599" y="9730"/>
                  </a:lnTo>
                  <a:lnTo>
                    <a:pt x="599" y="9580"/>
                  </a:lnTo>
                  <a:lnTo>
                    <a:pt x="749" y="7036"/>
                  </a:lnTo>
                  <a:lnTo>
                    <a:pt x="749" y="4641"/>
                  </a:lnTo>
                  <a:lnTo>
                    <a:pt x="898" y="239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5" name="Google Shape;2865;p63"/>
            <p:cNvSpPr/>
            <p:nvPr/>
          </p:nvSpPr>
          <p:spPr>
            <a:xfrm>
              <a:off x="2943725" y="2846250"/>
              <a:ext cx="22475" cy="232050"/>
            </a:xfrm>
            <a:custGeom>
              <a:rect b="b" l="l" r="r" t="t"/>
              <a:pathLst>
                <a:path extrusionOk="0" h="9282" w="899">
                  <a:moveTo>
                    <a:pt x="300" y="1"/>
                  </a:moveTo>
                  <a:lnTo>
                    <a:pt x="300" y="151"/>
                  </a:lnTo>
                  <a:lnTo>
                    <a:pt x="0" y="4641"/>
                  </a:lnTo>
                  <a:lnTo>
                    <a:pt x="150" y="6886"/>
                  </a:lnTo>
                  <a:lnTo>
                    <a:pt x="300" y="9131"/>
                  </a:lnTo>
                  <a:lnTo>
                    <a:pt x="599" y="9281"/>
                  </a:lnTo>
                  <a:lnTo>
                    <a:pt x="749" y="9131"/>
                  </a:lnTo>
                  <a:lnTo>
                    <a:pt x="899" y="6886"/>
                  </a:lnTo>
                  <a:lnTo>
                    <a:pt x="899" y="4641"/>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6" name="Google Shape;2866;p63"/>
            <p:cNvSpPr/>
            <p:nvPr/>
          </p:nvSpPr>
          <p:spPr>
            <a:xfrm>
              <a:off x="2861400" y="2835025"/>
              <a:ext cx="22475" cy="235775"/>
            </a:xfrm>
            <a:custGeom>
              <a:rect b="b" l="l" r="r" t="t"/>
              <a:pathLst>
                <a:path extrusionOk="0" h="9431" w="899">
                  <a:moveTo>
                    <a:pt x="599" y="1"/>
                  </a:moveTo>
                  <a:lnTo>
                    <a:pt x="450" y="151"/>
                  </a:lnTo>
                  <a:lnTo>
                    <a:pt x="300" y="300"/>
                  </a:lnTo>
                  <a:lnTo>
                    <a:pt x="150" y="2695"/>
                  </a:lnTo>
                  <a:lnTo>
                    <a:pt x="1" y="5090"/>
                  </a:lnTo>
                  <a:lnTo>
                    <a:pt x="1" y="7186"/>
                  </a:lnTo>
                  <a:lnTo>
                    <a:pt x="1" y="8383"/>
                  </a:lnTo>
                  <a:lnTo>
                    <a:pt x="150" y="9431"/>
                  </a:lnTo>
                  <a:lnTo>
                    <a:pt x="599" y="9431"/>
                  </a:lnTo>
                  <a:lnTo>
                    <a:pt x="749" y="8383"/>
                  </a:lnTo>
                  <a:lnTo>
                    <a:pt x="899" y="7186"/>
                  </a:lnTo>
                  <a:lnTo>
                    <a:pt x="899" y="5090"/>
                  </a:lnTo>
                  <a:lnTo>
                    <a:pt x="899" y="2695"/>
                  </a:lnTo>
                  <a:lnTo>
                    <a:pt x="749" y="300"/>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7" name="Google Shape;2867;p63"/>
            <p:cNvSpPr/>
            <p:nvPr/>
          </p:nvSpPr>
          <p:spPr>
            <a:xfrm>
              <a:off x="2782825" y="2850000"/>
              <a:ext cx="22475" cy="205825"/>
            </a:xfrm>
            <a:custGeom>
              <a:rect b="b" l="l" r="r" t="t"/>
              <a:pathLst>
                <a:path extrusionOk="0" h="8233" w="899">
                  <a:moveTo>
                    <a:pt x="449" y="1"/>
                  </a:moveTo>
                  <a:lnTo>
                    <a:pt x="300" y="150"/>
                  </a:lnTo>
                  <a:lnTo>
                    <a:pt x="150" y="300"/>
                  </a:lnTo>
                  <a:lnTo>
                    <a:pt x="0" y="2246"/>
                  </a:lnTo>
                  <a:lnTo>
                    <a:pt x="0" y="4192"/>
                  </a:lnTo>
                  <a:lnTo>
                    <a:pt x="0" y="6137"/>
                  </a:lnTo>
                  <a:lnTo>
                    <a:pt x="300" y="8083"/>
                  </a:lnTo>
                  <a:lnTo>
                    <a:pt x="300" y="8233"/>
                  </a:lnTo>
                  <a:lnTo>
                    <a:pt x="449" y="8083"/>
                  </a:lnTo>
                  <a:lnTo>
                    <a:pt x="898" y="4192"/>
                  </a:lnTo>
                  <a:lnTo>
                    <a:pt x="898" y="2246"/>
                  </a:lnTo>
                  <a:lnTo>
                    <a:pt x="749" y="300"/>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8" name="Google Shape;2868;p63"/>
            <p:cNvSpPr/>
            <p:nvPr/>
          </p:nvSpPr>
          <p:spPr>
            <a:xfrm>
              <a:off x="2696750" y="2797625"/>
              <a:ext cx="29975" cy="246975"/>
            </a:xfrm>
            <a:custGeom>
              <a:rect b="b" l="l" r="r" t="t"/>
              <a:pathLst>
                <a:path extrusionOk="0" h="9879" w="1199">
                  <a:moveTo>
                    <a:pt x="599" y="0"/>
                  </a:moveTo>
                  <a:lnTo>
                    <a:pt x="450" y="150"/>
                  </a:lnTo>
                  <a:lnTo>
                    <a:pt x="150" y="2545"/>
                  </a:lnTo>
                  <a:lnTo>
                    <a:pt x="1" y="4940"/>
                  </a:lnTo>
                  <a:lnTo>
                    <a:pt x="150" y="7334"/>
                  </a:lnTo>
                  <a:lnTo>
                    <a:pt x="450" y="9729"/>
                  </a:lnTo>
                  <a:lnTo>
                    <a:pt x="599" y="9879"/>
                  </a:lnTo>
                  <a:lnTo>
                    <a:pt x="749" y="9729"/>
                  </a:lnTo>
                  <a:lnTo>
                    <a:pt x="1048" y="7634"/>
                  </a:lnTo>
                  <a:lnTo>
                    <a:pt x="1198" y="5688"/>
                  </a:lnTo>
                  <a:lnTo>
                    <a:pt x="1198" y="3892"/>
                  </a:lnTo>
                  <a:lnTo>
                    <a:pt x="1048" y="1946"/>
                  </a:lnTo>
                  <a:lnTo>
                    <a:pt x="899" y="150"/>
                  </a:lnTo>
                  <a:lnTo>
                    <a:pt x="74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69" name="Google Shape;2869;p63"/>
            <p:cNvSpPr/>
            <p:nvPr/>
          </p:nvSpPr>
          <p:spPr>
            <a:xfrm>
              <a:off x="2621925" y="2838775"/>
              <a:ext cx="22475" cy="194600"/>
            </a:xfrm>
            <a:custGeom>
              <a:rect b="b" l="l" r="r" t="t"/>
              <a:pathLst>
                <a:path extrusionOk="0" h="7784" w="899">
                  <a:moveTo>
                    <a:pt x="299" y="1"/>
                  </a:moveTo>
                  <a:lnTo>
                    <a:pt x="150" y="150"/>
                  </a:lnTo>
                  <a:lnTo>
                    <a:pt x="0" y="2096"/>
                  </a:lnTo>
                  <a:lnTo>
                    <a:pt x="0" y="3892"/>
                  </a:lnTo>
                  <a:lnTo>
                    <a:pt x="0" y="5838"/>
                  </a:lnTo>
                  <a:lnTo>
                    <a:pt x="299" y="7634"/>
                  </a:lnTo>
                  <a:lnTo>
                    <a:pt x="449" y="7784"/>
                  </a:lnTo>
                  <a:lnTo>
                    <a:pt x="599" y="7634"/>
                  </a:lnTo>
                  <a:lnTo>
                    <a:pt x="749" y="5838"/>
                  </a:lnTo>
                  <a:lnTo>
                    <a:pt x="898" y="3892"/>
                  </a:lnTo>
                  <a:lnTo>
                    <a:pt x="749" y="2096"/>
                  </a:lnTo>
                  <a:lnTo>
                    <a:pt x="59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70" name="Google Shape;2870;p63"/>
            <p:cNvSpPr/>
            <p:nvPr/>
          </p:nvSpPr>
          <p:spPr>
            <a:xfrm>
              <a:off x="2461000" y="2846250"/>
              <a:ext cx="22500" cy="164675"/>
            </a:xfrm>
            <a:custGeom>
              <a:rect b="b" l="l" r="r" t="t"/>
              <a:pathLst>
                <a:path extrusionOk="0" h="6587" w="900">
                  <a:moveTo>
                    <a:pt x="450" y="1"/>
                  </a:moveTo>
                  <a:lnTo>
                    <a:pt x="300" y="151"/>
                  </a:lnTo>
                  <a:lnTo>
                    <a:pt x="151" y="300"/>
                  </a:lnTo>
                  <a:lnTo>
                    <a:pt x="151" y="899"/>
                  </a:lnTo>
                  <a:lnTo>
                    <a:pt x="1" y="2246"/>
                  </a:lnTo>
                  <a:lnTo>
                    <a:pt x="1" y="3743"/>
                  </a:lnTo>
                  <a:lnTo>
                    <a:pt x="151" y="5090"/>
                  </a:lnTo>
                  <a:lnTo>
                    <a:pt x="300" y="6587"/>
                  </a:lnTo>
                  <a:lnTo>
                    <a:pt x="600" y="6587"/>
                  </a:lnTo>
                  <a:lnTo>
                    <a:pt x="899" y="4940"/>
                  </a:lnTo>
                  <a:lnTo>
                    <a:pt x="899" y="3444"/>
                  </a:lnTo>
                  <a:lnTo>
                    <a:pt x="899" y="1797"/>
                  </a:lnTo>
                  <a:lnTo>
                    <a:pt x="600" y="300"/>
                  </a:lnTo>
                  <a:lnTo>
                    <a:pt x="600"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71" name="Google Shape;2871;p63"/>
            <p:cNvSpPr/>
            <p:nvPr/>
          </p:nvSpPr>
          <p:spPr>
            <a:xfrm>
              <a:off x="2539600" y="2850000"/>
              <a:ext cx="22475" cy="172150"/>
            </a:xfrm>
            <a:custGeom>
              <a:rect b="b" l="l" r="r" t="t"/>
              <a:pathLst>
                <a:path extrusionOk="0" h="6886" w="899">
                  <a:moveTo>
                    <a:pt x="300" y="1"/>
                  </a:moveTo>
                  <a:lnTo>
                    <a:pt x="300" y="150"/>
                  </a:lnTo>
                  <a:lnTo>
                    <a:pt x="0" y="1797"/>
                  </a:lnTo>
                  <a:lnTo>
                    <a:pt x="0" y="3443"/>
                  </a:lnTo>
                  <a:lnTo>
                    <a:pt x="150" y="5090"/>
                  </a:lnTo>
                  <a:lnTo>
                    <a:pt x="300" y="6736"/>
                  </a:lnTo>
                  <a:lnTo>
                    <a:pt x="449" y="6886"/>
                  </a:lnTo>
                  <a:lnTo>
                    <a:pt x="599" y="6886"/>
                  </a:lnTo>
                  <a:lnTo>
                    <a:pt x="599" y="6736"/>
                  </a:lnTo>
                  <a:lnTo>
                    <a:pt x="898" y="5090"/>
                  </a:lnTo>
                  <a:lnTo>
                    <a:pt x="898" y="3443"/>
                  </a:lnTo>
                  <a:lnTo>
                    <a:pt x="898" y="1797"/>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72" name="Google Shape;2872;p63"/>
            <p:cNvSpPr/>
            <p:nvPr/>
          </p:nvSpPr>
          <p:spPr>
            <a:xfrm>
              <a:off x="2378700" y="2853750"/>
              <a:ext cx="22475" cy="149700"/>
            </a:xfrm>
            <a:custGeom>
              <a:rect b="b" l="l" r="r" t="t"/>
              <a:pathLst>
                <a:path extrusionOk="0" h="5988" w="899">
                  <a:moveTo>
                    <a:pt x="299" y="0"/>
                  </a:moveTo>
                  <a:lnTo>
                    <a:pt x="299" y="150"/>
                  </a:lnTo>
                  <a:lnTo>
                    <a:pt x="0" y="1497"/>
                  </a:lnTo>
                  <a:lnTo>
                    <a:pt x="0" y="2994"/>
                  </a:lnTo>
                  <a:lnTo>
                    <a:pt x="150" y="4491"/>
                  </a:lnTo>
                  <a:lnTo>
                    <a:pt x="299" y="5838"/>
                  </a:lnTo>
                  <a:lnTo>
                    <a:pt x="449" y="5987"/>
                  </a:lnTo>
                  <a:lnTo>
                    <a:pt x="599" y="5838"/>
                  </a:lnTo>
                  <a:lnTo>
                    <a:pt x="898" y="4491"/>
                  </a:lnTo>
                  <a:lnTo>
                    <a:pt x="898" y="2994"/>
                  </a:lnTo>
                  <a:lnTo>
                    <a:pt x="898" y="1497"/>
                  </a:lnTo>
                  <a:lnTo>
                    <a:pt x="748"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73" name="Google Shape;2873;p63"/>
            <p:cNvSpPr/>
            <p:nvPr/>
          </p:nvSpPr>
          <p:spPr>
            <a:xfrm>
              <a:off x="2296375" y="2853750"/>
              <a:ext cx="26200" cy="134725"/>
            </a:xfrm>
            <a:custGeom>
              <a:rect b="b" l="l" r="r" t="t"/>
              <a:pathLst>
                <a:path extrusionOk="0" h="5389" w="1048">
                  <a:moveTo>
                    <a:pt x="449" y="0"/>
                  </a:moveTo>
                  <a:lnTo>
                    <a:pt x="299" y="150"/>
                  </a:lnTo>
                  <a:lnTo>
                    <a:pt x="150" y="1497"/>
                  </a:lnTo>
                  <a:lnTo>
                    <a:pt x="0" y="2695"/>
                  </a:lnTo>
                  <a:lnTo>
                    <a:pt x="150" y="4042"/>
                  </a:lnTo>
                  <a:lnTo>
                    <a:pt x="449" y="5239"/>
                  </a:lnTo>
                  <a:lnTo>
                    <a:pt x="449" y="5389"/>
                  </a:lnTo>
                  <a:lnTo>
                    <a:pt x="749" y="5389"/>
                  </a:lnTo>
                  <a:lnTo>
                    <a:pt x="749" y="5239"/>
                  </a:lnTo>
                  <a:lnTo>
                    <a:pt x="1048" y="4042"/>
                  </a:lnTo>
                  <a:lnTo>
                    <a:pt x="1048" y="2695"/>
                  </a:lnTo>
                  <a:lnTo>
                    <a:pt x="1048" y="149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74" name="Google Shape;2874;p63"/>
            <p:cNvSpPr/>
            <p:nvPr/>
          </p:nvSpPr>
          <p:spPr>
            <a:xfrm>
              <a:off x="2217775" y="2838775"/>
              <a:ext cx="22475" cy="142225"/>
            </a:xfrm>
            <a:custGeom>
              <a:rect b="b" l="l" r="r" t="t"/>
              <a:pathLst>
                <a:path extrusionOk="0" h="5689" w="899">
                  <a:moveTo>
                    <a:pt x="300" y="1"/>
                  </a:moveTo>
                  <a:lnTo>
                    <a:pt x="151" y="599"/>
                  </a:lnTo>
                  <a:lnTo>
                    <a:pt x="1" y="1348"/>
                  </a:lnTo>
                  <a:lnTo>
                    <a:pt x="1" y="2695"/>
                  </a:lnTo>
                  <a:lnTo>
                    <a:pt x="151" y="4042"/>
                  </a:lnTo>
                  <a:lnTo>
                    <a:pt x="300" y="5539"/>
                  </a:lnTo>
                  <a:lnTo>
                    <a:pt x="450" y="5688"/>
                  </a:lnTo>
                  <a:lnTo>
                    <a:pt x="749" y="5539"/>
                  </a:lnTo>
                  <a:lnTo>
                    <a:pt x="899" y="4042"/>
                  </a:lnTo>
                  <a:lnTo>
                    <a:pt x="899" y="2695"/>
                  </a:lnTo>
                  <a:lnTo>
                    <a:pt x="899" y="1348"/>
                  </a:lnTo>
                  <a:lnTo>
                    <a:pt x="749" y="599"/>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75" name="Google Shape;2875;p63"/>
            <p:cNvSpPr/>
            <p:nvPr/>
          </p:nvSpPr>
          <p:spPr>
            <a:xfrm>
              <a:off x="2139200" y="2831300"/>
              <a:ext cx="22475" cy="134725"/>
            </a:xfrm>
            <a:custGeom>
              <a:rect b="b" l="l" r="r" t="t"/>
              <a:pathLst>
                <a:path extrusionOk="0" h="5389" w="899">
                  <a:moveTo>
                    <a:pt x="300" y="0"/>
                  </a:moveTo>
                  <a:lnTo>
                    <a:pt x="150" y="150"/>
                  </a:lnTo>
                  <a:lnTo>
                    <a:pt x="1" y="749"/>
                  </a:lnTo>
                  <a:lnTo>
                    <a:pt x="1" y="1347"/>
                  </a:lnTo>
                  <a:lnTo>
                    <a:pt x="1" y="2545"/>
                  </a:lnTo>
                  <a:lnTo>
                    <a:pt x="1" y="3892"/>
                  </a:lnTo>
                  <a:lnTo>
                    <a:pt x="150" y="5239"/>
                  </a:lnTo>
                  <a:lnTo>
                    <a:pt x="300" y="5389"/>
                  </a:lnTo>
                  <a:lnTo>
                    <a:pt x="599" y="5389"/>
                  </a:lnTo>
                  <a:lnTo>
                    <a:pt x="599" y="5239"/>
                  </a:lnTo>
                  <a:lnTo>
                    <a:pt x="749" y="3892"/>
                  </a:lnTo>
                  <a:lnTo>
                    <a:pt x="899" y="2545"/>
                  </a:lnTo>
                  <a:lnTo>
                    <a:pt x="749" y="1347"/>
                  </a:lnTo>
                  <a:lnTo>
                    <a:pt x="749" y="749"/>
                  </a:lnTo>
                  <a:lnTo>
                    <a:pt x="450" y="150"/>
                  </a:lnTo>
                  <a:lnTo>
                    <a:pt x="3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76" name="Google Shape;2876;p63"/>
            <p:cNvSpPr/>
            <p:nvPr/>
          </p:nvSpPr>
          <p:spPr>
            <a:xfrm>
              <a:off x="2053150" y="2827550"/>
              <a:ext cx="29950" cy="138475"/>
            </a:xfrm>
            <a:custGeom>
              <a:rect b="b" l="l" r="r" t="t"/>
              <a:pathLst>
                <a:path extrusionOk="0" h="5539" w="1198">
                  <a:moveTo>
                    <a:pt x="599" y="1"/>
                  </a:moveTo>
                  <a:lnTo>
                    <a:pt x="449" y="150"/>
                  </a:lnTo>
                  <a:lnTo>
                    <a:pt x="150" y="749"/>
                  </a:lnTo>
                  <a:lnTo>
                    <a:pt x="0" y="1348"/>
                  </a:lnTo>
                  <a:lnTo>
                    <a:pt x="0" y="2695"/>
                  </a:lnTo>
                  <a:lnTo>
                    <a:pt x="150" y="4042"/>
                  </a:lnTo>
                  <a:lnTo>
                    <a:pt x="449" y="5389"/>
                  </a:lnTo>
                  <a:lnTo>
                    <a:pt x="599" y="5539"/>
                  </a:lnTo>
                  <a:lnTo>
                    <a:pt x="748" y="5389"/>
                  </a:lnTo>
                  <a:lnTo>
                    <a:pt x="1048" y="4042"/>
                  </a:lnTo>
                  <a:lnTo>
                    <a:pt x="1197" y="2695"/>
                  </a:lnTo>
                  <a:lnTo>
                    <a:pt x="1048" y="1348"/>
                  </a:lnTo>
                  <a:lnTo>
                    <a:pt x="1048" y="749"/>
                  </a:lnTo>
                  <a:lnTo>
                    <a:pt x="748"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77" name="Google Shape;2877;p63"/>
            <p:cNvSpPr/>
            <p:nvPr/>
          </p:nvSpPr>
          <p:spPr>
            <a:xfrm>
              <a:off x="1974550" y="2812575"/>
              <a:ext cx="26225" cy="134750"/>
            </a:xfrm>
            <a:custGeom>
              <a:rect b="b" l="l" r="r" t="t"/>
              <a:pathLst>
                <a:path extrusionOk="0" h="5390" w="1049">
                  <a:moveTo>
                    <a:pt x="450" y="1"/>
                  </a:moveTo>
                  <a:lnTo>
                    <a:pt x="300" y="151"/>
                  </a:lnTo>
                  <a:lnTo>
                    <a:pt x="1" y="1348"/>
                  </a:lnTo>
                  <a:lnTo>
                    <a:pt x="1" y="2695"/>
                  </a:lnTo>
                  <a:lnTo>
                    <a:pt x="150" y="4042"/>
                  </a:lnTo>
                  <a:lnTo>
                    <a:pt x="300" y="5240"/>
                  </a:lnTo>
                  <a:lnTo>
                    <a:pt x="450" y="5389"/>
                  </a:lnTo>
                  <a:lnTo>
                    <a:pt x="599" y="5240"/>
                  </a:lnTo>
                  <a:lnTo>
                    <a:pt x="899" y="4042"/>
                  </a:lnTo>
                  <a:lnTo>
                    <a:pt x="1049" y="2695"/>
                  </a:lnTo>
                  <a:lnTo>
                    <a:pt x="899" y="1348"/>
                  </a:lnTo>
                  <a:lnTo>
                    <a:pt x="749"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78" name="Google Shape;2878;p63"/>
            <p:cNvSpPr/>
            <p:nvPr/>
          </p:nvSpPr>
          <p:spPr>
            <a:xfrm>
              <a:off x="1895975" y="2827550"/>
              <a:ext cx="22475" cy="108550"/>
            </a:xfrm>
            <a:custGeom>
              <a:rect b="b" l="l" r="r" t="t"/>
              <a:pathLst>
                <a:path extrusionOk="0" h="4342" w="899">
                  <a:moveTo>
                    <a:pt x="450" y="1"/>
                  </a:moveTo>
                  <a:lnTo>
                    <a:pt x="150" y="150"/>
                  </a:lnTo>
                  <a:lnTo>
                    <a:pt x="1" y="599"/>
                  </a:lnTo>
                  <a:lnTo>
                    <a:pt x="1" y="1048"/>
                  </a:lnTo>
                  <a:lnTo>
                    <a:pt x="1" y="2096"/>
                  </a:lnTo>
                  <a:lnTo>
                    <a:pt x="1" y="3144"/>
                  </a:lnTo>
                  <a:lnTo>
                    <a:pt x="300" y="4192"/>
                  </a:lnTo>
                  <a:lnTo>
                    <a:pt x="450" y="4341"/>
                  </a:lnTo>
                  <a:lnTo>
                    <a:pt x="599" y="4192"/>
                  </a:lnTo>
                  <a:lnTo>
                    <a:pt x="899" y="3144"/>
                  </a:lnTo>
                  <a:lnTo>
                    <a:pt x="899" y="2096"/>
                  </a:lnTo>
                  <a:lnTo>
                    <a:pt x="899" y="1048"/>
                  </a:lnTo>
                  <a:lnTo>
                    <a:pt x="749" y="599"/>
                  </a:lnTo>
                  <a:lnTo>
                    <a:pt x="599"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79" name="Google Shape;2879;p63"/>
            <p:cNvSpPr/>
            <p:nvPr/>
          </p:nvSpPr>
          <p:spPr>
            <a:xfrm>
              <a:off x="1813650" y="2846250"/>
              <a:ext cx="22475" cy="78625"/>
            </a:xfrm>
            <a:custGeom>
              <a:rect b="b" l="l" r="r" t="t"/>
              <a:pathLst>
                <a:path extrusionOk="0" h="3145" w="899">
                  <a:moveTo>
                    <a:pt x="300" y="1"/>
                  </a:moveTo>
                  <a:lnTo>
                    <a:pt x="150" y="151"/>
                  </a:lnTo>
                  <a:lnTo>
                    <a:pt x="1" y="899"/>
                  </a:lnTo>
                  <a:lnTo>
                    <a:pt x="150" y="1647"/>
                  </a:lnTo>
                  <a:lnTo>
                    <a:pt x="300" y="3144"/>
                  </a:lnTo>
                  <a:lnTo>
                    <a:pt x="599" y="3144"/>
                  </a:lnTo>
                  <a:lnTo>
                    <a:pt x="899" y="1647"/>
                  </a:lnTo>
                  <a:lnTo>
                    <a:pt x="899" y="899"/>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0" name="Google Shape;2880;p63"/>
            <p:cNvSpPr/>
            <p:nvPr/>
          </p:nvSpPr>
          <p:spPr>
            <a:xfrm>
              <a:off x="1735075" y="2853750"/>
              <a:ext cx="22475" cy="67375"/>
            </a:xfrm>
            <a:custGeom>
              <a:rect b="b" l="l" r="r" t="t"/>
              <a:pathLst>
                <a:path extrusionOk="0" h="2695" w="899">
                  <a:moveTo>
                    <a:pt x="300" y="0"/>
                  </a:moveTo>
                  <a:lnTo>
                    <a:pt x="150" y="150"/>
                  </a:lnTo>
                  <a:lnTo>
                    <a:pt x="0" y="749"/>
                  </a:lnTo>
                  <a:lnTo>
                    <a:pt x="0" y="1347"/>
                  </a:lnTo>
                  <a:lnTo>
                    <a:pt x="0" y="1946"/>
                  </a:lnTo>
                  <a:lnTo>
                    <a:pt x="300" y="2545"/>
                  </a:lnTo>
                  <a:lnTo>
                    <a:pt x="449" y="2695"/>
                  </a:lnTo>
                  <a:lnTo>
                    <a:pt x="599" y="2545"/>
                  </a:lnTo>
                  <a:lnTo>
                    <a:pt x="749" y="1946"/>
                  </a:lnTo>
                  <a:lnTo>
                    <a:pt x="898" y="1347"/>
                  </a:lnTo>
                  <a:lnTo>
                    <a:pt x="749" y="749"/>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1" name="Google Shape;2881;p63"/>
            <p:cNvSpPr/>
            <p:nvPr/>
          </p:nvSpPr>
          <p:spPr>
            <a:xfrm>
              <a:off x="1652750" y="2838775"/>
              <a:ext cx="22475" cy="67375"/>
            </a:xfrm>
            <a:custGeom>
              <a:rect b="b" l="l" r="r" t="t"/>
              <a:pathLst>
                <a:path extrusionOk="0" h="2695" w="899">
                  <a:moveTo>
                    <a:pt x="300" y="1"/>
                  </a:moveTo>
                  <a:lnTo>
                    <a:pt x="150" y="300"/>
                  </a:lnTo>
                  <a:lnTo>
                    <a:pt x="0" y="599"/>
                  </a:lnTo>
                  <a:lnTo>
                    <a:pt x="0" y="1348"/>
                  </a:lnTo>
                  <a:lnTo>
                    <a:pt x="300" y="2545"/>
                  </a:lnTo>
                  <a:lnTo>
                    <a:pt x="449" y="2695"/>
                  </a:lnTo>
                  <a:lnTo>
                    <a:pt x="599" y="2545"/>
                  </a:lnTo>
                  <a:lnTo>
                    <a:pt x="749" y="1946"/>
                  </a:lnTo>
                  <a:lnTo>
                    <a:pt x="899" y="1348"/>
                  </a:lnTo>
                  <a:lnTo>
                    <a:pt x="899" y="599"/>
                  </a:lnTo>
                  <a:lnTo>
                    <a:pt x="749" y="30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2" name="Google Shape;2882;p63"/>
            <p:cNvSpPr/>
            <p:nvPr/>
          </p:nvSpPr>
          <p:spPr>
            <a:xfrm>
              <a:off x="1574175" y="2842525"/>
              <a:ext cx="18725" cy="59900"/>
            </a:xfrm>
            <a:custGeom>
              <a:rect b="b" l="l" r="r" t="t"/>
              <a:pathLst>
                <a:path extrusionOk="0" h="2396" w="749">
                  <a:moveTo>
                    <a:pt x="300" y="0"/>
                  </a:moveTo>
                  <a:lnTo>
                    <a:pt x="150" y="150"/>
                  </a:lnTo>
                  <a:lnTo>
                    <a:pt x="0" y="1198"/>
                  </a:lnTo>
                  <a:lnTo>
                    <a:pt x="150" y="2245"/>
                  </a:lnTo>
                  <a:lnTo>
                    <a:pt x="300" y="2395"/>
                  </a:lnTo>
                  <a:lnTo>
                    <a:pt x="449" y="2395"/>
                  </a:lnTo>
                  <a:lnTo>
                    <a:pt x="599" y="2245"/>
                  </a:lnTo>
                  <a:lnTo>
                    <a:pt x="749" y="1198"/>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3" name="Google Shape;2883;p63"/>
            <p:cNvSpPr/>
            <p:nvPr/>
          </p:nvSpPr>
          <p:spPr>
            <a:xfrm>
              <a:off x="3781925" y="3138125"/>
              <a:ext cx="291900" cy="18750"/>
            </a:xfrm>
            <a:custGeom>
              <a:rect b="b" l="l" r="r" t="t"/>
              <a:pathLst>
                <a:path extrusionOk="0" h="750" w="11676">
                  <a:moveTo>
                    <a:pt x="2096" y="1"/>
                  </a:moveTo>
                  <a:lnTo>
                    <a:pt x="898" y="151"/>
                  </a:lnTo>
                  <a:lnTo>
                    <a:pt x="0" y="151"/>
                  </a:lnTo>
                  <a:lnTo>
                    <a:pt x="0" y="300"/>
                  </a:lnTo>
                  <a:lnTo>
                    <a:pt x="0" y="450"/>
                  </a:lnTo>
                  <a:lnTo>
                    <a:pt x="150" y="450"/>
                  </a:lnTo>
                  <a:lnTo>
                    <a:pt x="898" y="600"/>
                  </a:lnTo>
                  <a:lnTo>
                    <a:pt x="2246" y="600"/>
                  </a:lnTo>
                  <a:lnTo>
                    <a:pt x="6886" y="749"/>
                  </a:lnTo>
                  <a:lnTo>
                    <a:pt x="9280" y="600"/>
                  </a:lnTo>
                  <a:lnTo>
                    <a:pt x="11526" y="450"/>
                  </a:lnTo>
                  <a:lnTo>
                    <a:pt x="11675" y="450"/>
                  </a:lnTo>
                  <a:lnTo>
                    <a:pt x="11675" y="300"/>
                  </a:lnTo>
                  <a:lnTo>
                    <a:pt x="11526" y="151"/>
                  </a:lnTo>
                  <a:lnTo>
                    <a:pt x="928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4" name="Google Shape;2884;p63"/>
            <p:cNvSpPr/>
            <p:nvPr/>
          </p:nvSpPr>
          <p:spPr>
            <a:xfrm>
              <a:off x="3804375" y="3299050"/>
              <a:ext cx="280675" cy="18725"/>
            </a:xfrm>
            <a:custGeom>
              <a:rect b="b" l="l" r="r" t="t"/>
              <a:pathLst>
                <a:path extrusionOk="0" h="749" w="11227">
                  <a:moveTo>
                    <a:pt x="3742" y="0"/>
                  </a:moveTo>
                  <a:lnTo>
                    <a:pt x="150" y="150"/>
                  </a:lnTo>
                  <a:lnTo>
                    <a:pt x="0" y="299"/>
                  </a:lnTo>
                  <a:lnTo>
                    <a:pt x="0" y="449"/>
                  </a:lnTo>
                  <a:lnTo>
                    <a:pt x="150" y="599"/>
                  </a:lnTo>
                  <a:lnTo>
                    <a:pt x="4491" y="748"/>
                  </a:lnTo>
                  <a:lnTo>
                    <a:pt x="8682" y="748"/>
                  </a:lnTo>
                  <a:lnTo>
                    <a:pt x="10478" y="599"/>
                  </a:lnTo>
                  <a:lnTo>
                    <a:pt x="11077" y="449"/>
                  </a:lnTo>
                  <a:lnTo>
                    <a:pt x="11226" y="299"/>
                  </a:lnTo>
                  <a:lnTo>
                    <a:pt x="11077" y="299"/>
                  </a:lnTo>
                  <a:lnTo>
                    <a:pt x="10628"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5" name="Google Shape;2885;p63"/>
            <p:cNvSpPr/>
            <p:nvPr/>
          </p:nvSpPr>
          <p:spPr>
            <a:xfrm>
              <a:off x="3800625" y="3377625"/>
              <a:ext cx="273200" cy="26225"/>
            </a:xfrm>
            <a:custGeom>
              <a:rect b="b" l="l" r="r" t="t"/>
              <a:pathLst>
                <a:path extrusionOk="0" h="1049" w="10928">
                  <a:moveTo>
                    <a:pt x="1947" y="0"/>
                  </a:moveTo>
                  <a:lnTo>
                    <a:pt x="1" y="300"/>
                  </a:lnTo>
                  <a:lnTo>
                    <a:pt x="1" y="449"/>
                  </a:lnTo>
                  <a:lnTo>
                    <a:pt x="2246" y="898"/>
                  </a:lnTo>
                  <a:lnTo>
                    <a:pt x="4491" y="1048"/>
                  </a:lnTo>
                  <a:lnTo>
                    <a:pt x="6886" y="898"/>
                  </a:lnTo>
                  <a:lnTo>
                    <a:pt x="9131" y="749"/>
                  </a:lnTo>
                  <a:lnTo>
                    <a:pt x="10029" y="749"/>
                  </a:lnTo>
                  <a:lnTo>
                    <a:pt x="10179" y="599"/>
                  </a:lnTo>
                  <a:lnTo>
                    <a:pt x="10927" y="599"/>
                  </a:lnTo>
                  <a:lnTo>
                    <a:pt x="10927" y="449"/>
                  </a:lnTo>
                  <a:lnTo>
                    <a:pt x="10778" y="300"/>
                  </a:lnTo>
                  <a:lnTo>
                    <a:pt x="10329" y="300"/>
                  </a:lnTo>
                  <a:lnTo>
                    <a:pt x="9281"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6" name="Google Shape;2886;p63"/>
            <p:cNvSpPr/>
            <p:nvPr/>
          </p:nvSpPr>
          <p:spPr>
            <a:xfrm>
              <a:off x="3808125" y="3459950"/>
              <a:ext cx="261950" cy="18725"/>
            </a:xfrm>
            <a:custGeom>
              <a:rect b="b" l="l" r="r" t="t"/>
              <a:pathLst>
                <a:path extrusionOk="0" h="749" w="10478">
                  <a:moveTo>
                    <a:pt x="1198" y="0"/>
                  </a:moveTo>
                  <a:lnTo>
                    <a:pt x="0" y="300"/>
                  </a:lnTo>
                  <a:lnTo>
                    <a:pt x="0" y="449"/>
                  </a:lnTo>
                  <a:lnTo>
                    <a:pt x="1198" y="749"/>
                  </a:lnTo>
                  <a:lnTo>
                    <a:pt x="7185" y="749"/>
                  </a:lnTo>
                  <a:lnTo>
                    <a:pt x="9430" y="599"/>
                  </a:lnTo>
                  <a:lnTo>
                    <a:pt x="10178" y="599"/>
                  </a:lnTo>
                  <a:lnTo>
                    <a:pt x="10328" y="449"/>
                  </a:lnTo>
                  <a:lnTo>
                    <a:pt x="10478" y="449"/>
                  </a:lnTo>
                  <a:lnTo>
                    <a:pt x="10328" y="150"/>
                  </a:lnTo>
                  <a:lnTo>
                    <a:pt x="9580" y="15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7" name="Google Shape;2887;p63"/>
            <p:cNvSpPr/>
            <p:nvPr/>
          </p:nvSpPr>
          <p:spPr>
            <a:xfrm>
              <a:off x="3808125" y="3534775"/>
              <a:ext cx="246975" cy="29975"/>
            </a:xfrm>
            <a:custGeom>
              <a:rect b="b" l="l" r="r" t="t"/>
              <a:pathLst>
                <a:path extrusionOk="0" h="1199" w="9879">
                  <a:moveTo>
                    <a:pt x="4640" y="1"/>
                  </a:moveTo>
                  <a:lnTo>
                    <a:pt x="2245" y="151"/>
                  </a:lnTo>
                  <a:lnTo>
                    <a:pt x="1198" y="300"/>
                  </a:lnTo>
                  <a:lnTo>
                    <a:pt x="150" y="450"/>
                  </a:lnTo>
                  <a:lnTo>
                    <a:pt x="0" y="600"/>
                  </a:lnTo>
                  <a:lnTo>
                    <a:pt x="150" y="749"/>
                  </a:lnTo>
                  <a:lnTo>
                    <a:pt x="898" y="899"/>
                  </a:lnTo>
                  <a:lnTo>
                    <a:pt x="2395" y="1198"/>
                  </a:lnTo>
                  <a:lnTo>
                    <a:pt x="4341" y="1198"/>
                  </a:lnTo>
                  <a:lnTo>
                    <a:pt x="6287" y="1049"/>
                  </a:lnTo>
                  <a:lnTo>
                    <a:pt x="7933" y="899"/>
                  </a:lnTo>
                  <a:lnTo>
                    <a:pt x="8981" y="899"/>
                  </a:lnTo>
                  <a:lnTo>
                    <a:pt x="9729" y="749"/>
                  </a:lnTo>
                  <a:lnTo>
                    <a:pt x="9879" y="600"/>
                  </a:lnTo>
                  <a:lnTo>
                    <a:pt x="9729" y="600"/>
                  </a:lnTo>
                  <a:lnTo>
                    <a:pt x="9131" y="450"/>
                  </a:lnTo>
                  <a:lnTo>
                    <a:pt x="6885" y="300"/>
                  </a:lnTo>
                  <a:lnTo>
                    <a:pt x="46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8" name="Google Shape;2888;p63"/>
            <p:cNvSpPr/>
            <p:nvPr/>
          </p:nvSpPr>
          <p:spPr>
            <a:xfrm>
              <a:off x="3800625" y="3620850"/>
              <a:ext cx="243250" cy="18725"/>
            </a:xfrm>
            <a:custGeom>
              <a:rect b="b" l="l" r="r" t="t"/>
              <a:pathLst>
                <a:path extrusionOk="0" h="749" w="9730">
                  <a:moveTo>
                    <a:pt x="1198" y="0"/>
                  </a:moveTo>
                  <a:lnTo>
                    <a:pt x="150" y="300"/>
                  </a:lnTo>
                  <a:lnTo>
                    <a:pt x="1" y="449"/>
                  </a:lnTo>
                  <a:lnTo>
                    <a:pt x="150" y="599"/>
                  </a:lnTo>
                  <a:lnTo>
                    <a:pt x="1198" y="749"/>
                  </a:lnTo>
                  <a:lnTo>
                    <a:pt x="4491" y="749"/>
                  </a:lnTo>
                  <a:lnTo>
                    <a:pt x="8832" y="599"/>
                  </a:lnTo>
                  <a:lnTo>
                    <a:pt x="9580" y="599"/>
                  </a:lnTo>
                  <a:lnTo>
                    <a:pt x="9730" y="449"/>
                  </a:lnTo>
                  <a:lnTo>
                    <a:pt x="9730" y="300"/>
                  </a:lnTo>
                  <a:lnTo>
                    <a:pt x="9580" y="150"/>
                  </a:lnTo>
                  <a:lnTo>
                    <a:pt x="8982" y="150"/>
                  </a:lnTo>
                  <a:lnTo>
                    <a:pt x="67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89" name="Google Shape;2889;p63"/>
            <p:cNvSpPr/>
            <p:nvPr/>
          </p:nvSpPr>
          <p:spPr>
            <a:xfrm>
              <a:off x="3796900" y="3699425"/>
              <a:ext cx="235750" cy="22475"/>
            </a:xfrm>
            <a:custGeom>
              <a:rect b="b" l="l" r="r" t="t"/>
              <a:pathLst>
                <a:path extrusionOk="0" h="899" w="9430">
                  <a:moveTo>
                    <a:pt x="4490" y="1"/>
                  </a:moveTo>
                  <a:lnTo>
                    <a:pt x="299" y="300"/>
                  </a:lnTo>
                  <a:lnTo>
                    <a:pt x="0" y="300"/>
                  </a:lnTo>
                  <a:lnTo>
                    <a:pt x="0" y="599"/>
                  </a:lnTo>
                  <a:lnTo>
                    <a:pt x="299" y="749"/>
                  </a:lnTo>
                  <a:lnTo>
                    <a:pt x="4490" y="899"/>
                  </a:lnTo>
                  <a:lnTo>
                    <a:pt x="6586" y="899"/>
                  </a:lnTo>
                  <a:lnTo>
                    <a:pt x="8681" y="599"/>
                  </a:lnTo>
                  <a:lnTo>
                    <a:pt x="9280" y="599"/>
                  </a:lnTo>
                  <a:lnTo>
                    <a:pt x="9430" y="450"/>
                  </a:lnTo>
                  <a:lnTo>
                    <a:pt x="9280" y="300"/>
                  </a:lnTo>
                  <a:lnTo>
                    <a:pt x="8681" y="150"/>
                  </a:lnTo>
                  <a:lnTo>
                    <a:pt x="658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0" name="Google Shape;2890;p63"/>
            <p:cNvSpPr/>
            <p:nvPr/>
          </p:nvSpPr>
          <p:spPr>
            <a:xfrm>
              <a:off x="3789400" y="3781750"/>
              <a:ext cx="235775" cy="26225"/>
            </a:xfrm>
            <a:custGeom>
              <a:rect b="b" l="l" r="r" t="t"/>
              <a:pathLst>
                <a:path extrusionOk="0" h="1049" w="9431">
                  <a:moveTo>
                    <a:pt x="3593" y="1"/>
                  </a:moveTo>
                  <a:lnTo>
                    <a:pt x="1947" y="150"/>
                  </a:lnTo>
                  <a:lnTo>
                    <a:pt x="150" y="150"/>
                  </a:lnTo>
                  <a:lnTo>
                    <a:pt x="1" y="300"/>
                  </a:lnTo>
                  <a:lnTo>
                    <a:pt x="1" y="450"/>
                  </a:lnTo>
                  <a:lnTo>
                    <a:pt x="1" y="599"/>
                  </a:lnTo>
                  <a:lnTo>
                    <a:pt x="150" y="599"/>
                  </a:lnTo>
                  <a:lnTo>
                    <a:pt x="2695" y="749"/>
                  </a:lnTo>
                  <a:lnTo>
                    <a:pt x="5090" y="899"/>
                  </a:lnTo>
                  <a:lnTo>
                    <a:pt x="6736" y="1048"/>
                  </a:lnTo>
                  <a:lnTo>
                    <a:pt x="8383" y="899"/>
                  </a:lnTo>
                  <a:lnTo>
                    <a:pt x="9131" y="749"/>
                  </a:lnTo>
                  <a:lnTo>
                    <a:pt x="9431" y="749"/>
                  </a:lnTo>
                  <a:lnTo>
                    <a:pt x="9431" y="599"/>
                  </a:lnTo>
                  <a:lnTo>
                    <a:pt x="9431" y="450"/>
                  </a:lnTo>
                  <a:lnTo>
                    <a:pt x="9281" y="300"/>
                  </a:lnTo>
                  <a:lnTo>
                    <a:pt x="8532" y="150"/>
                  </a:lnTo>
                  <a:lnTo>
                    <a:pt x="7185" y="150"/>
                  </a:lnTo>
                  <a:lnTo>
                    <a:pt x="59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1" name="Google Shape;2891;p63"/>
            <p:cNvSpPr/>
            <p:nvPr/>
          </p:nvSpPr>
          <p:spPr>
            <a:xfrm>
              <a:off x="3804375" y="3864075"/>
              <a:ext cx="205825" cy="22475"/>
            </a:xfrm>
            <a:custGeom>
              <a:rect b="b" l="l" r="r" t="t"/>
              <a:pathLst>
                <a:path extrusionOk="0" h="899" w="8233">
                  <a:moveTo>
                    <a:pt x="2096" y="1"/>
                  </a:moveTo>
                  <a:lnTo>
                    <a:pt x="150" y="150"/>
                  </a:lnTo>
                  <a:lnTo>
                    <a:pt x="0" y="150"/>
                  </a:lnTo>
                  <a:lnTo>
                    <a:pt x="0" y="300"/>
                  </a:lnTo>
                  <a:lnTo>
                    <a:pt x="0" y="599"/>
                  </a:lnTo>
                  <a:lnTo>
                    <a:pt x="150" y="599"/>
                  </a:lnTo>
                  <a:lnTo>
                    <a:pt x="2096" y="749"/>
                  </a:lnTo>
                  <a:lnTo>
                    <a:pt x="3892" y="899"/>
                  </a:lnTo>
                  <a:lnTo>
                    <a:pt x="7484" y="599"/>
                  </a:lnTo>
                  <a:lnTo>
                    <a:pt x="8083" y="599"/>
                  </a:lnTo>
                  <a:lnTo>
                    <a:pt x="8233" y="450"/>
                  </a:lnTo>
                  <a:lnTo>
                    <a:pt x="8083" y="300"/>
                  </a:lnTo>
                  <a:lnTo>
                    <a:pt x="7484" y="300"/>
                  </a:lnTo>
                  <a:lnTo>
                    <a:pt x="38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2" name="Google Shape;2892;p63"/>
            <p:cNvSpPr/>
            <p:nvPr/>
          </p:nvSpPr>
          <p:spPr>
            <a:xfrm>
              <a:off x="3751975" y="3938925"/>
              <a:ext cx="243275" cy="29950"/>
            </a:xfrm>
            <a:custGeom>
              <a:rect b="b" l="l" r="r" t="t"/>
              <a:pathLst>
                <a:path extrusionOk="0" h="1198" w="9731">
                  <a:moveTo>
                    <a:pt x="3743" y="0"/>
                  </a:moveTo>
                  <a:lnTo>
                    <a:pt x="1947" y="150"/>
                  </a:lnTo>
                  <a:lnTo>
                    <a:pt x="151" y="449"/>
                  </a:lnTo>
                  <a:lnTo>
                    <a:pt x="1" y="449"/>
                  </a:lnTo>
                  <a:lnTo>
                    <a:pt x="1" y="599"/>
                  </a:lnTo>
                  <a:lnTo>
                    <a:pt x="151" y="898"/>
                  </a:lnTo>
                  <a:lnTo>
                    <a:pt x="2246" y="1048"/>
                  </a:lnTo>
                  <a:lnTo>
                    <a:pt x="4641" y="1198"/>
                  </a:lnTo>
                  <a:lnTo>
                    <a:pt x="6886" y="1048"/>
                  </a:lnTo>
                  <a:lnTo>
                    <a:pt x="9131" y="898"/>
                  </a:lnTo>
                  <a:lnTo>
                    <a:pt x="9580" y="749"/>
                  </a:lnTo>
                  <a:lnTo>
                    <a:pt x="9730" y="599"/>
                  </a:lnTo>
                  <a:lnTo>
                    <a:pt x="9580" y="449"/>
                  </a:lnTo>
                  <a:lnTo>
                    <a:pt x="9131" y="299"/>
                  </a:lnTo>
                  <a:lnTo>
                    <a:pt x="7635" y="150"/>
                  </a:lnTo>
                  <a:lnTo>
                    <a:pt x="568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3" name="Google Shape;2893;p63"/>
            <p:cNvSpPr/>
            <p:nvPr/>
          </p:nvSpPr>
          <p:spPr>
            <a:xfrm>
              <a:off x="3789400" y="4021250"/>
              <a:ext cx="198350" cy="26200"/>
            </a:xfrm>
            <a:custGeom>
              <a:rect b="b" l="l" r="r" t="t"/>
              <a:pathLst>
                <a:path extrusionOk="0" h="1048" w="7934">
                  <a:moveTo>
                    <a:pt x="3743" y="0"/>
                  </a:moveTo>
                  <a:lnTo>
                    <a:pt x="1947" y="150"/>
                  </a:lnTo>
                  <a:lnTo>
                    <a:pt x="300" y="299"/>
                  </a:lnTo>
                  <a:lnTo>
                    <a:pt x="150" y="299"/>
                  </a:lnTo>
                  <a:lnTo>
                    <a:pt x="1" y="449"/>
                  </a:lnTo>
                  <a:lnTo>
                    <a:pt x="150" y="599"/>
                  </a:lnTo>
                  <a:lnTo>
                    <a:pt x="300" y="748"/>
                  </a:lnTo>
                  <a:lnTo>
                    <a:pt x="3743" y="1048"/>
                  </a:lnTo>
                  <a:lnTo>
                    <a:pt x="5389" y="1048"/>
                  </a:lnTo>
                  <a:lnTo>
                    <a:pt x="7185" y="748"/>
                  </a:lnTo>
                  <a:lnTo>
                    <a:pt x="7784" y="748"/>
                  </a:lnTo>
                  <a:lnTo>
                    <a:pt x="7934" y="599"/>
                  </a:lnTo>
                  <a:lnTo>
                    <a:pt x="7784" y="449"/>
                  </a:lnTo>
                  <a:lnTo>
                    <a:pt x="7185" y="299"/>
                  </a:lnTo>
                  <a:lnTo>
                    <a:pt x="5539" y="150"/>
                  </a:lnTo>
                  <a:lnTo>
                    <a:pt x="37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4" name="Google Shape;2894;p63"/>
            <p:cNvSpPr/>
            <p:nvPr/>
          </p:nvSpPr>
          <p:spPr>
            <a:xfrm>
              <a:off x="3800625" y="4182150"/>
              <a:ext cx="164675" cy="26200"/>
            </a:xfrm>
            <a:custGeom>
              <a:rect b="b" l="l" r="r" t="t"/>
              <a:pathLst>
                <a:path extrusionOk="0" h="1048" w="6587">
                  <a:moveTo>
                    <a:pt x="2994" y="0"/>
                  </a:moveTo>
                  <a:lnTo>
                    <a:pt x="1498" y="150"/>
                  </a:lnTo>
                  <a:lnTo>
                    <a:pt x="150" y="300"/>
                  </a:lnTo>
                  <a:lnTo>
                    <a:pt x="1" y="449"/>
                  </a:lnTo>
                  <a:lnTo>
                    <a:pt x="1" y="599"/>
                  </a:lnTo>
                  <a:lnTo>
                    <a:pt x="1" y="749"/>
                  </a:lnTo>
                  <a:lnTo>
                    <a:pt x="150" y="749"/>
                  </a:lnTo>
                  <a:lnTo>
                    <a:pt x="749" y="898"/>
                  </a:lnTo>
                  <a:lnTo>
                    <a:pt x="2096" y="1048"/>
                  </a:lnTo>
                  <a:lnTo>
                    <a:pt x="3294" y="1048"/>
                  </a:lnTo>
                  <a:lnTo>
                    <a:pt x="5838" y="749"/>
                  </a:lnTo>
                  <a:lnTo>
                    <a:pt x="6437" y="599"/>
                  </a:lnTo>
                  <a:lnTo>
                    <a:pt x="6587" y="599"/>
                  </a:lnTo>
                  <a:lnTo>
                    <a:pt x="6587" y="449"/>
                  </a:lnTo>
                  <a:lnTo>
                    <a:pt x="6587" y="300"/>
                  </a:lnTo>
                  <a:lnTo>
                    <a:pt x="6437" y="300"/>
                  </a:lnTo>
                  <a:lnTo>
                    <a:pt x="5838" y="150"/>
                  </a:lnTo>
                  <a:lnTo>
                    <a:pt x="449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5" name="Google Shape;2895;p63"/>
            <p:cNvSpPr/>
            <p:nvPr/>
          </p:nvSpPr>
          <p:spPr>
            <a:xfrm>
              <a:off x="3804375" y="4103550"/>
              <a:ext cx="172150" cy="22500"/>
            </a:xfrm>
            <a:custGeom>
              <a:rect b="b" l="l" r="r" t="t"/>
              <a:pathLst>
                <a:path extrusionOk="0" h="900" w="6886">
                  <a:moveTo>
                    <a:pt x="1647" y="1"/>
                  </a:moveTo>
                  <a:lnTo>
                    <a:pt x="150" y="151"/>
                  </a:lnTo>
                  <a:lnTo>
                    <a:pt x="0" y="300"/>
                  </a:lnTo>
                  <a:lnTo>
                    <a:pt x="0" y="450"/>
                  </a:lnTo>
                  <a:lnTo>
                    <a:pt x="0" y="600"/>
                  </a:lnTo>
                  <a:lnTo>
                    <a:pt x="150" y="749"/>
                  </a:lnTo>
                  <a:lnTo>
                    <a:pt x="1647" y="899"/>
                  </a:lnTo>
                  <a:lnTo>
                    <a:pt x="3144" y="899"/>
                  </a:lnTo>
                  <a:lnTo>
                    <a:pt x="6137" y="749"/>
                  </a:lnTo>
                  <a:lnTo>
                    <a:pt x="6736" y="600"/>
                  </a:lnTo>
                  <a:lnTo>
                    <a:pt x="6886" y="600"/>
                  </a:lnTo>
                  <a:lnTo>
                    <a:pt x="6886" y="450"/>
                  </a:lnTo>
                  <a:lnTo>
                    <a:pt x="6886" y="300"/>
                  </a:lnTo>
                  <a:lnTo>
                    <a:pt x="6736" y="300"/>
                  </a:lnTo>
                  <a:lnTo>
                    <a:pt x="6137" y="151"/>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6" name="Google Shape;2896;p63"/>
            <p:cNvSpPr/>
            <p:nvPr/>
          </p:nvSpPr>
          <p:spPr>
            <a:xfrm>
              <a:off x="3804375" y="4264475"/>
              <a:ext cx="149700" cy="22475"/>
            </a:xfrm>
            <a:custGeom>
              <a:rect b="b" l="l" r="r" t="t"/>
              <a:pathLst>
                <a:path extrusionOk="0" h="899" w="5988">
                  <a:moveTo>
                    <a:pt x="1497" y="0"/>
                  </a:moveTo>
                  <a:lnTo>
                    <a:pt x="150" y="300"/>
                  </a:lnTo>
                  <a:lnTo>
                    <a:pt x="0" y="449"/>
                  </a:lnTo>
                  <a:lnTo>
                    <a:pt x="150" y="599"/>
                  </a:lnTo>
                  <a:lnTo>
                    <a:pt x="150" y="749"/>
                  </a:lnTo>
                  <a:lnTo>
                    <a:pt x="1497" y="898"/>
                  </a:lnTo>
                  <a:lnTo>
                    <a:pt x="3892" y="898"/>
                  </a:lnTo>
                  <a:lnTo>
                    <a:pt x="5239" y="749"/>
                  </a:lnTo>
                  <a:lnTo>
                    <a:pt x="5988" y="599"/>
                  </a:lnTo>
                  <a:lnTo>
                    <a:pt x="5988" y="449"/>
                  </a:lnTo>
                  <a:lnTo>
                    <a:pt x="5988" y="300"/>
                  </a:lnTo>
                  <a:lnTo>
                    <a:pt x="5239" y="150"/>
                  </a:lnTo>
                  <a:lnTo>
                    <a:pt x="404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7" name="Google Shape;2897;p63"/>
            <p:cNvSpPr/>
            <p:nvPr/>
          </p:nvSpPr>
          <p:spPr>
            <a:xfrm>
              <a:off x="3808125" y="4343050"/>
              <a:ext cx="134725" cy="26225"/>
            </a:xfrm>
            <a:custGeom>
              <a:rect b="b" l="l" r="r" t="t"/>
              <a:pathLst>
                <a:path extrusionOk="0" h="1049" w="5389">
                  <a:moveTo>
                    <a:pt x="2395" y="0"/>
                  </a:moveTo>
                  <a:lnTo>
                    <a:pt x="1198" y="150"/>
                  </a:lnTo>
                  <a:lnTo>
                    <a:pt x="150" y="300"/>
                  </a:lnTo>
                  <a:lnTo>
                    <a:pt x="0" y="449"/>
                  </a:lnTo>
                  <a:lnTo>
                    <a:pt x="0" y="599"/>
                  </a:lnTo>
                  <a:lnTo>
                    <a:pt x="0" y="749"/>
                  </a:lnTo>
                  <a:lnTo>
                    <a:pt x="150" y="749"/>
                  </a:lnTo>
                  <a:lnTo>
                    <a:pt x="300" y="898"/>
                  </a:lnTo>
                  <a:lnTo>
                    <a:pt x="1347" y="1048"/>
                  </a:lnTo>
                  <a:lnTo>
                    <a:pt x="2395" y="1048"/>
                  </a:lnTo>
                  <a:lnTo>
                    <a:pt x="3892" y="898"/>
                  </a:lnTo>
                  <a:lnTo>
                    <a:pt x="4640" y="749"/>
                  </a:lnTo>
                  <a:lnTo>
                    <a:pt x="5239" y="749"/>
                  </a:lnTo>
                  <a:lnTo>
                    <a:pt x="5239" y="599"/>
                  </a:lnTo>
                  <a:lnTo>
                    <a:pt x="5389" y="449"/>
                  </a:lnTo>
                  <a:lnTo>
                    <a:pt x="5239" y="30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8" name="Google Shape;2898;p63"/>
            <p:cNvSpPr/>
            <p:nvPr/>
          </p:nvSpPr>
          <p:spPr>
            <a:xfrm>
              <a:off x="3789400" y="4425375"/>
              <a:ext cx="142225" cy="22475"/>
            </a:xfrm>
            <a:custGeom>
              <a:rect b="b" l="l" r="r" t="t"/>
              <a:pathLst>
                <a:path extrusionOk="0" h="899" w="5689">
                  <a:moveTo>
                    <a:pt x="1348" y="0"/>
                  </a:moveTo>
                  <a:lnTo>
                    <a:pt x="749" y="150"/>
                  </a:lnTo>
                  <a:lnTo>
                    <a:pt x="150" y="300"/>
                  </a:lnTo>
                  <a:lnTo>
                    <a:pt x="1" y="599"/>
                  </a:lnTo>
                  <a:lnTo>
                    <a:pt x="150" y="599"/>
                  </a:lnTo>
                  <a:lnTo>
                    <a:pt x="749" y="898"/>
                  </a:lnTo>
                  <a:lnTo>
                    <a:pt x="2695" y="898"/>
                  </a:lnTo>
                  <a:lnTo>
                    <a:pt x="4940" y="749"/>
                  </a:lnTo>
                  <a:lnTo>
                    <a:pt x="5539" y="599"/>
                  </a:lnTo>
                  <a:lnTo>
                    <a:pt x="5689" y="599"/>
                  </a:lnTo>
                  <a:lnTo>
                    <a:pt x="5689" y="449"/>
                  </a:lnTo>
                  <a:lnTo>
                    <a:pt x="5539" y="300"/>
                  </a:lnTo>
                  <a:lnTo>
                    <a:pt x="4940"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9" name="Google Shape;2899;p63"/>
            <p:cNvSpPr/>
            <p:nvPr/>
          </p:nvSpPr>
          <p:spPr>
            <a:xfrm>
              <a:off x="3785675" y="4507700"/>
              <a:ext cx="134725" cy="22475"/>
            </a:xfrm>
            <a:custGeom>
              <a:rect b="b" l="l" r="r" t="t"/>
              <a:pathLst>
                <a:path extrusionOk="0" h="899" w="5389">
                  <a:moveTo>
                    <a:pt x="1497" y="0"/>
                  </a:moveTo>
                  <a:lnTo>
                    <a:pt x="449" y="150"/>
                  </a:lnTo>
                  <a:lnTo>
                    <a:pt x="150" y="300"/>
                  </a:lnTo>
                  <a:lnTo>
                    <a:pt x="0" y="300"/>
                  </a:lnTo>
                  <a:lnTo>
                    <a:pt x="0" y="449"/>
                  </a:lnTo>
                  <a:lnTo>
                    <a:pt x="150" y="599"/>
                  </a:lnTo>
                  <a:lnTo>
                    <a:pt x="599" y="749"/>
                  </a:lnTo>
                  <a:lnTo>
                    <a:pt x="1198" y="898"/>
                  </a:lnTo>
                  <a:lnTo>
                    <a:pt x="2545" y="898"/>
                  </a:lnTo>
                  <a:lnTo>
                    <a:pt x="4640" y="749"/>
                  </a:lnTo>
                  <a:lnTo>
                    <a:pt x="5239" y="599"/>
                  </a:lnTo>
                  <a:lnTo>
                    <a:pt x="5389" y="449"/>
                  </a:lnTo>
                  <a:lnTo>
                    <a:pt x="5389" y="300"/>
                  </a:lnTo>
                  <a:lnTo>
                    <a:pt x="5239" y="15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0" name="Google Shape;2900;p63"/>
            <p:cNvSpPr/>
            <p:nvPr/>
          </p:nvSpPr>
          <p:spPr>
            <a:xfrm>
              <a:off x="3781925" y="4586275"/>
              <a:ext cx="134725" cy="26225"/>
            </a:xfrm>
            <a:custGeom>
              <a:rect b="b" l="l" r="r" t="t"/>
              <a:pathLst>
                <a:path extrusionOk="0" h="1049" w="5389">
                  <a:moveTo>
                    <a:pt x="1348" y="1"/>
                  </a:moveTo>
                  <a:lnTo>
                    <a:pt x="749" y="150"/>
                  </a:lnTo>
                  <a:lnTo>
                    <a:pt x="150" y="300"/>
                  </a:lnTo>
                  <a:lnTo>
                    <a:pt x="0" y="450"/>
                  </a:lnTo>
                  <a:lnTo>
                    <a:pt x="0" y="599"/>
                  </a:lnTo>
                  <a:lnTo>
                    <a:pt x="150" y="749"/>
                  </a:lnTo>
                  <a:lnTo>
                    <a:pt x="1048" y="1048"/>
                  </a:lnTo>
                  <a:lnTo>
                    <a:pt x="3293" y="1048"/>
                  </a:lnTo>
                  <a:lnTo>
                    <a:pt x="4341" y="899"/>
                  </a:lnTo>
                  <a:lnTo>
                    <a:pt x="5089" y="749"/>
                  </a:lnTo>
                  <a:lnTo>
                    <a:pt x="5239" y="749"/>
                  </a:lnTo>
                  <a:lnTo>
                    <a:pt x="5389" y="599"/>
                  </a:lnTo>
                  <a:lnTo>
                    <a:pt x="5389" y="450"/>
                  </a:lnTo>
                  <a:lnTo>
                    <a:pt x="5239" y="300"/>
                  </a:lnTo>
                  <a:lnTo>
                    <a:pt x="5089" y="300"/>
                  </a:lnTo>
                  <a:lnTo>
                    <a:pt x="4341" y="150"/>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1" name="Google Shape;2901;p63"/>
            <p:cNvSpPr/>
            <p:nvPr/>
          </p:nvSpPr>
          <p:spPr>
            <a:xfrm>
              <a:off x="3766950" y="4668600"/>
              <a:ext cx="134750" cy="26225"/>
            </a:xfrm>
            <a:custGeom>
              <a:rect b="b" l="l" r="r" t="t"/>
              <a:pathLst>
                <a:path extrusionOk="0" h="1049" w="5390">
                  <a:moveTo>
                    <a:pt x="1198" y="0"/>
                  </a:moveTo>
                  <a:lnTo>
                    <a:pt x="150" y="300"/>
                  </a:lnTo>
                  <a:lnTo>
                    <a:pt x="1" y="449"/>
                  </a:lnTo>
                  <a:lnTo>
                    <a:pt x="150" y="599"/>
                  </a:lnTo>
                  <a:lnTo>
                    <a:pt x="1198" y="899"/>
                  </a:lnTo>
                  <a:lnTo>
                    <a:pt x="2246" y="1048"/>
                  </a:lnTo>
                  <a:lnTo>
                    <a:pt x="3294" y="899"/>
                  </a:lnTo>
                  <a:lnTo>
                    <a:pt x="4491" y="749"/>
                  </a:lnTo>
                  <a:lnTo>
                    <a:pt x="5239" y="599"/>
                  </a:lnTo>
                  <a:lnTo>
                    <a:pt x="5389" y="449"/>
                  </a:lnTo>
                  <a:lnTo>
                    <a:pt x="5239" y="300"/>
                  </a:lnTo>
                  <a:lnTo>
                    <a:pt x="4491" y="150"/>
                  </a:lnTo>
                  <a:lnTo>
                    <a:pt x="34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2" name="Google Shape;2902;p63"/>
            <p:cNvSpPr/>
            <p:nvPr/>
          </p:nvSpPr>
          <p:spPr>
            <a:xfrm>
              <a:off x="3781925" y="4750925"/>
              <a:ext cx="108550" cy="18725"/>
            </a:xfrm>
            <a:custGeom>
              <a:rect b="b" l="l" r="r" t="t"/>
              <a:pathLst>
                <a:path extrusionOk="0" h="749" w="4342">
                  <a:moveTo>
                    <a:pt x="599" y="0"/>
                  </a:moveTo>
                  <a:lnTo>
                    <a:pt x="0" y="150"/>
                  </a:lnTo>
                  <a:lnTo>
                    <a:pt x="0" y="449"/>
                  </a:lnTo>
                  <a:lnTo>
                    <a:pt x="0" y="599"/>
                  </a:lnTo>
                  <a:lnTo>
                    <a:pt x="599" y="749"/>
                  </a:lnTo>
                  <a:lnTo>
                    <a:pt x="3443" y="749"/>
                  </a:lnTo>
                  <a:lnTo>
                    <a:pt x="4191" y="449"/>
                  </a:lnTo>
                  <a:lnTo>
                    <a:pt x="4341" y="449"/>
                  </a:lnTo>
                  <a:lnTo>
                    <a:pt x="4191" y="300"/>
                  </a:lnTo>
                  <a:lnTo>
                    <a:pt x="4191" y="150"/>
                  </a:lnTo>
                  <a:lnTo>
                    <a:pt x="35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3" name="Google Shape;2903;p63"/>
            <p:cNvSpPr/>
            <p:nvPr/>
          </p:nvSpPr>
          <p:spPr>
            <a:xfrm>
              <a:off x="3796900" y="4829500"/>
              <a:ext cx="82350" cy="22475"/>
            </a:xfrm>
            <a:custGeom>
              <a:rect b="b" l="l" r="r" t="t"/>
              <a:pathLst>
                <a:path extrusionOk="0" h="899" w="3294">
                  <a:moveTo>
                    <a:pt x="749" y="1"/>
                  </a:moveTo>
                  <a:lnTo>
                    <a:pt x="299" y="150"/>
                  </a:lnTo>
                  <a:lnTo>
                    <a:pt x="150" y="300"/>
                  </a:lnTo>
                  <a:lnTo>
                    <a:pt x="0" y="450"/>
                  </a:lnTo>
                  <a:lnTo>
                    <a:pt x="150" y="599"/>
                  </a:lnTo>
                  <a:lnTo>
                    <a:pt x="299" y="749"/>
                  </a:lnTo>
                  <a:lnTo>
                    <a:pt x="749" y="899"/>
                  </a:lnTo>
                  <a:lnTo>
                    <a:pt x="1347" y="899"/>
                  </a:lnTo>
                  <a:lnTo>
                    <a:pt x="2395" y="749"/>
                  </a:lnTo>
                  <a:lnTo>
                    <a:pt x="3143" y="599"/>
                  </a:lnTo>
                  <a:lnTo>
                    <a:pt x="3293" y="450"/>
                  </a:lnTo>
                  <a:lnTo>
                    <a:pt x="3143" y="300"/>
                  </a:lnTo>
                  <a:lnTo>
                    <a:pt x="2545" y="150"/>
                  </a:lnTo>
                  <a:lnTo>
                    <a:pt x="13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4" name="Google Shape;2904;p63"/>
            <p:cNvSpPr/>
            <p:nvPr/>
          </p:nvSpPr>
          <p:spPr>
            <a:xfrm>
              <a:off x="3804375" y="4911825"/>
              <a:ext cx="71125" cy="18725"/>
            </a:xfrm>
            <a:custGeom>
              <a:rect b="b" l="l" r="r" t="t"/>
              <a:pathLst>
                <a:path extrusionOk="0" h="749" w="2845">
                  <a:moveTo>
                    <a:pt x="899" y="1"/>
                  </a:moveTo>
                  <a:lnTo>
                    <a:pt x="150" y="150"/>
                  </a:lnTo>
                  <a:lnTo>
                    <a:pt x="150" y="300"/>
                  </a:lnTo>
                  <a:lnTo>
                    <a:pt x="0" y="450"/>
                  </a:lnTo>
                  <a:lnTo>
                    <a:pt x="150" y="599"/>
                  </a:lnTo>
                  <a:lnTo>
                    <a:pt x="899" y="749"/>
                  </a:lnTo>
                  <a:lnTo>
                    <a:pt x="1647" y="749"/>
                  </a:lnTo>
                  <a:lnTo>
                    <a:pt x="2395" y="599"/>
                  </a:lnTo>
                  <a:lnTo>
                    <a:pt x="2695" y="599"/>
                  </a:lnTo>
                  <a:lnTo>
                    <a:pt x="2844" y="450"/>
                  </a:lnTo>
                  <a:lnTo>
                    <a:pt x="2695" y="150"/>
                  </a:lnTo>
                  <a:lnTo>
                    <a:pt x="2395" y="150"/>
                  </a:lnTo>
                  <a:lnTo>
                    <a:pt x="17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5" name="Google Shape;2905;p63"/>
            <p:cNvSpPr/>
            <p:nvPr/>
          </p:nvSpPr>
          <p:spPr>
            <a:xfrm>
              <a:off x="3793150" y="4990400"/>
              <a:ext cx="67375" cy="22475"/>
            </a:xfrm>
            <a:custGeom>
              <a:rect b="b" l="l" r="r" t="t"/>
              <a:pathLst>
                <a:path extrusionOk="0" h="899" w="2695">
                  <a:moveTo>
                    <a:pt x="1048" y="1"/>
                  </a:moveTo>
                  <a:lnTo>
                    <a:pt x="449" y="150"/>
                  </a:lnTo>
                  <a:lnTo>
                    <a:pt x="0" y="300"/>
                  </a:lnTo>
                  <a:lnTo>
                    <a:pt x="0" y="450"/>
                  </a:lnTo>
                  <a:lnTo>
                    <a:pt x="0" y="749"/>
                  </a:lnTo>
                  <a:lnTo>
                    <a:pt x="300" y="899"/>
                  </a:lnTo>
                  <a:lnTo>
                    <a:pt x="1647" y="899"/>
                  </a:lnTo>
                  <a:lnTo>
                    <a:pt x="2395" y="749"/>
                  </a:lnTo>
                  <a:lnTo>
                    <a:pt x="2545" y="600"/>
                  </a:lnTo>
                  <a:lnTo>
                    <a:pt x="2695" y="450"/>
                  </a:lnTo>
                  <a:lnTo>
                    <a:pt x="2545" y="300"/>
                  </a:lnTo>
                  <a:lnTo>
                    <a:pt x="2395" y="300"/>
                  </a:lnTo>
                  <a:lnTo>
                    <a:pt x="1797" y="150"/>
                  </a:lnTo>
                  <a:lnTo>
                    <a:pt x="104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6" name="Google Shape;2906;p63"/>
            <p:cNvSpPr/>
            <p:nvPr/>
          </p:nvSpPr>
          <p:spPr>
            <a:xfrm>
              <a:off x="3793150" y="5076475"/>
              <a:ext cx="59900" cy="15000"/>
            </a:xfrm>
            <a:custGeom>
              <a:rect b="b" l="l" r="r" t="t"/>
              <a:pathLst>
                <a:path extrusionOk="0" h="600" w="2396">
                  <a:moveTo>
                    <a:pt x="150" y="0"/>
                  </a:moveTo>
                  <a:lnTo>
                    <a:pt x="150" y="150"/>
                  </a:lnTo>
                  <a:lnTo>
                    <a:pt x="0" y="300"/>
                  </a:lnTo>
                  <a:lnTo>
                    <a:pt x="0" y="449"/>
                  </a:lnTo>
                  <a:lnTo>
                    <a:pt x="300" y="449"/>
                  </a:lnTo>
                  <a:lnTo>
                    <a:pt x="1048" y="599"/>
                  </a:lnTo>
                  <a:lnTo>
                    <a:pt x="1946" y="599"/>
                  </a:lnTo>
                  <a:lnTo>
                    <a:pt x="2395" y="449"/>
                  </a:lnTo>
                  <a:lnTo>
                    <a:pt x="23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7" name="Google Shape;2907;p63"/>
            <p:cNvSpPr/>
            <p:nvPr/>
          </p:nvSpPr>
          <p:spPr>
            <a:xfrm>
              <a:off x="1192500" y="238125"/>
              <a:ext cx="5235000" cy="5238750"/>
            </a:xfrm>
            <a:custGeom>
              <a:rect b="b" l="l" r="r" t="t"/>
              <a:pathLst>
                <a:path extrusionOk="0" h="209550" w="209400">
                  <a:moveTo>
                    <a:pt x="100135" y="23200"/>
                  </a:moveTo>
                  <a:lnTo>
                    <a:pt x="98638" y="34276"/>
                  </a:lnTo>
                  <a:lnTo>
                    <a:pt x="94597" y="34725"/>
                  </a:lnTo>
                  <a:lnTo>
                    <a:pt x="90555" y="35324"/>
                  </a:lnTo>
                  <a:lnTo>
                    <a:pt x="90555" y="35324"/>
                  </a:lnTo>
                  <a:lnTo>
                    <a:pt x="90705" y="24248"/>
                  </a:lnTo>
                  <a:lnTo>
                    <a:pt x="95345" y="23649"/>
                  </a:lnTo>
                  <a:lnTo>
                    <a:pt x="100135" y="23200"/>
                  </a:lnTo>
                  <a:close/>
                  <a:moveTo>
                    <a:pt x="108517" y="23200"/>
                  </a:moveTo>
                  <a:lnTo>
                    <a:pt x="113606" y="23500"/>
                  </a:lnTo>
                  <a:lnTo>
                    <a:pt x="118845" y="24248"/>
                  </a:lnTo>
                  <a:lnTo>
                    <a:pt x="118845" y="35324"/>
                  </a:lnTo>
                  <a:lnTo>
                    <a:pt x="114504" y="34576"/>
                  </a:lnTo>
                  <a:lnTo>
                    <a:pt x="110163" y="34127"/>
                  </a:lnTo>
                  <a:lnTo>
                    <a:pt x="108517" y="23200"/>
                  </a:lnTo>
                  <a:close/>
                  <a:moveTo>
                    <a:pt x="89657" y="24398"/>
                  </a:moveTo>
                  <a:lnTo>
                    <a:pt x="89657" y="24547"/>
                  </a:lnTo>
                  <a:lnTo>
                    <a:pt x="88310" y="24996"/>
                  </a:lnTo>
                  <a:lnTo>
                    <a:pt x="87262" y="25146"/>
                  </a:lnTo>
                  <a:lnTo>
                    <a:pt x="86215" y="25595"/>
                  </a:lnTo>
                  <a:lnTo>
                    <a:pt x="86215" y="25745"/>
                  </a:lnTo>
                  <a:lnTo>
                    <a:pt x="88011" y="25296"/>
                  </a:lnTo>
                  <a:lnTo>
                    <a:pt x="88909" y="25146"/>
                  </a:lnTo>
                  <a:lnTo>
                    <a:pt x="89657" y="24996"/>
                  </a:lnTo>
                  <a:lnTo>
                    <a:pt x="89657" y="25745"/>
                  </a:lnTo>
                  <a:lnTo>
                    <a:pt x="88310" y="26194"/>
                  </a:lnTo>
                  <a:lnTo>
                    <a:pt x="87412" y="26493"/>
                  </a:lnTo>
                  <a:lnTo>
                    <a:pt x="86514" y="26792"/>
                  </a:lnTo>
                  <a:lnTo>
                    <a:pt x="86364" y="26942"/>
                  </a:lnTo>
                  <a:lnTo>
                    <a:pt x="86514" y="26942"/>
                  </a:lnTo>
                  <a:lnTo>
                    <a:pt x="88460" y="26493"/>
                  </a:lnTo>
                  <a:lnTo>
                    <a:pt x="89657" y="26194"/>
                  </a:lnTo>
                  <a:lnTo>
                    <a:pt x="89657" y="27092"/>
                  </a:lnTo>
                  <a:lnTo>
                    <a:pt x="88310" y="27541"/>
                  </a:lnTo>
                  <a:lnTo>
                    <a:pt x="87412" y="27691"/>
                  </a:lnTo>
                  <a:lnTo>
                    <a:pt x="86514" y="28140"/>
                  </a:lnTo>
                  <a:lnTo>
                    <a:pt x="86514" y="28289"/>
                  </a:lnTo>
                  <a:lnTo>
                    <a:pt x="87412" y="27990"/>
                  </a:lnTo>
                  <a:lnTo>
                    <a:pt x="88310" y="27840"/>
                  </a:lnTo>
                  <a:lnTo>
                    <a:pt x="89657" y="27391"/>
                  </a:lnTo>
                  <a:lnTo>
                    <a:pt x="89657" y="28289"/>
                  </a:lnTo>
                  <a:lnTo>
                    <a:pt x="88310" y="28589"/>
                  </a:lnTo>
                  <a:lnTo>
                    <a:pt x="87562" y="28888"/>
                  </a:lnTo>
                  <a:lnTo>
                    <a:pt x="86963" y="29187"/>
                  </a:lnTo>
                  <a:lnTo>
                    <a:pt x="86963" y="29337"/>
                  </a:lnTo>
                  <a:lnTo>
                    <a:pt x="87113" y="29337"/>
                  </a:lnTo>
                  <a:lnTo>
                    <a:pt x="88759" y="28738"/>
                  </a:lnTo>
                  <a:lnTo>
                    <a:pt x="89657" y="28589"/>
                  </a:lnTo>
                  <a:lnTo>
                    <a:pt x="89657" y="29786"/>
                  </a:lnTo>
                  <a:lnTo>
                    <a:pt x="88610" y="30085"/>
                  </a:lnTo>
                  <a:lnTo>
                    <a:pt x="87712" y="30385"/>
                  </a:lnTo>
                  <a:lnTo>
                    <a:pt x="86963" y="30684"/>
                  </a:lnTo>
                  <a:lnTo>
                    <a:pt x="86963" y="30834"/>
                  </a:lnTo>
                  <a:lnTo>
                    <a:pt x="87861" y="30534"/>
                  </a:lnTo>
                  <a:lnTo>
                    <a:pt x="88610" y="30385"/>
                  </a:lnTo>
                  <a:lnTo>
                    <a:pt x="89657" y="30085"/>
                  </a:lnTo>
                  <a:lnTo>
                    <a:pt x="89657" y="30983"/>
                  </a:lnTo>
                  <a:lnTo>
                    <a:pt x="88759" y="31133"/>
                  </a:lnTo>
                  <a:lnTo>
                    <a:pt x="88011" y="31433"/>
                  </a:lnTo>
                  <a:lnTo>
                    <a:pt x="87262" y="31732"/>
                  </a:lnTo>
                  <a:lnTo>
                    <a:pt x="87262" y="31882"/>
                  </a:lnTo>
                  <a:lnTo>
                    <a:pt x="89208" y="31283"/>
                  </a:lnTo>
                  <a:lnTo>
                    <a:pt x="89657" y="31283"/>
                  </a:lnTo>
                  <a:lnTo>
                    <a:pt x="89657" y="32031"/>
                  </a:lnTo>
                  <a:lnTo>
                    <a:pt x="89059" y="32181"/>
                  </a:lnTo>
                  <a:lnTo>
                    <a:pt x="87562" y="32780"/>
                  </a:lnTo>
                  <a:lnTo>
                    <a:pt x="87562" y="32929"/>
                  </a:lnTo>
                  <a:lnTo>
                    <a:pt x="87712" y="32929"/>
                  </a:lnTo>
                  <a:lnTo>
                    <a:pt x="89059" y="32480"/>
                  </a:lnTo>
                  <a:lnTo>
                    <a:pt x="89657" y="32331"/>
                  </a:lnTo>
                  <a:lnTo>
                    <a:pt x="89657" y="32331"/>
                  </a:lnTo>
                  <a:lnTo>
                    <a:pt x="89508" y="33229"/>
                  </a:lnTo>
                  <a:lnTo>
                    <a:pt x="88759" y="33378"/>
                  </a:lnTo>
                  <a:lnTo>
                    <a:pt x="87861" y="33678"/>
                  </a:lnTo>
                  <a:lnTo>
                    <a:pt x="87861" y="33827"/>
                  </a:lnTo>
                  <a:lnTo>
                    <a:pt x="88759" y="33678"/>
                  </a:lnTo>
                  <a:lnTo>
                    <a:pt x="89508" y="33378"/>
                  </a:lnTo>
                  <a:lnTo>
                    <a:pt x="89508" y="34276"/>
                  </a:lnTo>
                  <a:lnTo>
                    <a:pt x="89208" y="34276"/>
                  </a:lnTo>
                  <a:lnTo>
                    <a:pt x="88759" y="34576"/>
                  </a:lnTo>
                  <a:lnTo>
                    <a:pt x="88161" y="34725"/>
                  </a:lnTo>
                  <a:lnTo>
                    <a:pt x="88161" y="34875"/>
                  </a:lnTo>
                  <a:lnTo>
                    <a:pt x="89358" y="34576"/>
                  </a:lnTo>
                  <a:lnTo>
                    <a:pt x="89508" y="34426"/>
                  </a:lnTo>
                  <a:lnTo>
                    <a:pt x="89508" y="35174"/>
                  </a:lnTo>
                  <a:lnTo>
                    <a:pt x="88310" y="35773"/>
                  </a:lnTo>
                  <a:lnTo>
                    <a:pt x="88310" y="35923"/>
                  </a:lnTo>
                  <a:lnTo>
                    <a:pt x="88460" y="35923"/>
                  </a:lnTo>
                  <a:lnTo>
                    <a:pt x="89059" y="35624"/>
                  </a:lnTo>
                  <a:lnTo>
                    <a:pt x="89508" y="35474"/>
                  </a:lnTo>
                  <a:lnTo>
                    <a:pt x="89508" y="35624"/>
                  </a:lnTo>
                  <a:lnTo>
                    <a:pt x="89508" y="36222"/>
                  </a:lnTo>
                  <a:lnTo>
                    <a:pt x="89358" y="36222"/>
                  </a:lnTo>
                  <a:lnTo>
                    <a:pt x="88909" y="36522"/>
                  </a:lnTo>
                  <a:lnTo>
                    <a:pt x="88460" y="36821"/>
                  </a:lnTo>
                  <a:lnTo>
                    <a:pt x="88610" y="36821"/>
                  </a:lnTo>
                  <a:lnTo>
                    <a:pt x="88909" y="36671"/>
                  </a:lnTo>
                  <a:lnTo>
                    <a:pt x="89358" y="36522"/>
                  </a:lnTo>
                  <a:lnTo>
                    <a:pt x="89508" y="36522"/>
                  </a:lnTo>
                  <a:lnTo>
                    <a:pt x="89508" y="37120"/>
                  </a:lnTo>
                  <a:lnTo>
                    <a:pt x="89508" y="37270"/>
                  </a:lnTo>
                  <a:lnTo>
                    <a:pt x="88909" y="37569"/>
                  </a:lnTo>
                  <a:lnTo>
                    <a:pt x="88909" y="37719"/>
                  </a:lnTo>
                  <a:lnTo>
                    <a:pt x="89508" y="37420"/>
                  </a:lnTo>
                  <a:lnTo>
                    <a:pt x="89508" y="38318"/>
                  </a:lnTo>
                  <a:lnTo>
                    <a:pt x="88909" y="38617"/>
                  </a:lnTo>
                  <a:lnTo>
                    <a:pt x="88011" y="36971"/>
                  </a:lnTo>
                  <a:lnTo>
                    <a:pt x="87412" y="36073"/>
                  </a:lnTo>
                  <a:lnTo>
                    <a:pt x="82024" y="26343"/>
                  </a:lnTo>
                  <a:lnTo>
                    <a:pt x="85766" y="25296"/>
                  </a:lnTo>
                  <a:lnTo>
                    <a:pt x="89657" y="24398"/>
                  </a:lnTo>
                  <a:close/>
                  <a:moveTo>
                    <a:pt x="119743" y="24398"/>
                  </a:moveTo>
                  <a:lnTo>
                    <a:pt x="123634" y="25296"/>
                  </a:lnTo>
                  <a:lnTo>
                    <a:pt x="127526" y="26343"/>
                  </a:lnTo>
                  <a:lnTo>
                    <a:pt x="121988" y="36073"/>
                  </a:lnTo>
                  <a:lnTo>
                    <a:pt x="121389" y="36971"/>
                  </a:lnTo>
                  <a:lnTo>
                    <a:pt x="120491" y="38617"/>
                  </a:lnTo>
                  <a:lnTo>
                    <a:pt x="120042" y="38318"/>
                  </a:lnTo>
                  <a:lnTo>
                    <a:pt x="119892" y="38318"/>
                  </a:lnTo>
                  <a:lnTo>
                    <a:pt x="119892" y="37420"/>
                  </a:lnTo>
                  <a:lnTo>
                    <a:pt x="120491" y="37719"/>
                  </a:lnTo>
                  <a:lnTo>
                    <a:pt x="120641" y="37569"/>
                  </a:lnTo>
                  <a:lnTo>
                    <a:pt x="119892" y="37270"/>
                  </a:lnTo>
                  <a:lnTo>
                    <a:pt x="119892" y="37120"/>
                  </a:lnTo>
                  <a:lnTo>
                    <a:pt x="119892" y="36671"/>
                  </a:lnTo>
                  <a:lnTo>
                    <a:pt x="119892" y="36522"/>
                  </a:lnTo>
                  <a:lnTo>
                    <a:pt x="120042" y="36522"/>
                  </a:lnTo>
                  <a:lnTo>
                    <a:pt x="120491" y="36821"/>
                  </a:lnTo>
                  <a:lnTo>
                    <a:pt x="120940" y="36821"/>
                  </a:lnTo>
                  <a:lnTo>
                    <a:pt x="120491" y="36522"/>
                  </a:lnTo>
                  <a:lnTo>
                    <a:pt x="120042" y="36222"/>
                  </a:lnTo>
                  <a:lnTo>
                    <a:pt x="119892" y="36222"/>
                  </a:lnTo>
                  <a:lnTo>
                    <a:pt x="119892" y="35624"/>
                  </a:lnTo>
                  <a:lnTo>
                    <a:pt x="119892" y="35474"/>
                  </a:lnTo>
                  <a:lnTo>
                    <a:pt x="120491" y="35773"/>
                  </a:lnTo>
                  <a:lnTo>
                    <a:pt x="120940" y="35923"/>
                  </a:lnTo>
                  <a:lnTo>
                    <a:pt x="121090" y="35923"/>
                  </a:lnTo>
                  <a:lnTo>
                    <a:pt x="121090" y="35773"/>
                  </a:lnTo>
                  <a:lnTo>
                    <a:pt x="119892" y="35174"/>
                  </a:lnTo>
                  <a:lnTo>
                    <a:pt x="119892" y="34426"/>
                  </a:lnTo>
                  <a:lnTo>
                    <a:pt x="120042" y="34576"/>
                  </a:lnTo>
                  <a:lnTo>
                    <a:pt x="121239" y="34875"/>
                  </a:lnTo>
                  <a:lnTo>
                    <a:pt x="121239" y="34725"/>
                  </a:lnTo>
                  <a:lnTo>
                    <a:pt x="120790" y="34576"/>
                  </a:lnTo>
                  <a:lnTo>
                    <a:pt x="120192" y="34276"/>
                  </a:lnTo>
                  <a:lnTo>
                    <a:pt x="119892" y="34276"/>
                  </a:lnTo>
                  <a:lnTo>
                    <a:pt x="119892" y="33378"/>
                  </a:lnTo>
                  <a:lnTo>
                    <a:pt x="120641" y="33678"/>
                  </a:lnTo>
                  <a:lnTo>
                    <a:pt x="121539" y="33827"/>
                  </a:lnTo>
                  <a:lnTo>
                    <a:pt x="121539" y="33678"/>
                  </a:lnTo>
                  <a:lnTo>
                    <a:pt x="120790" y="33378"/>
                  </a:lnTo>
                  <a:lnTo>
                    <a:pt x="119892" y="33229"/>
                  </a:lnTo>
                  <a:lnTo>
                    <a:pt x="119892" y="32331"/>
                  </a:lnTo>
                  <a:lnTo>
                    <a:pt x="120491" y="32480"/>
                  </a:lnTo>
                  <a:lnTo>
                    <a:pt x="121838" y="32929"/>
                  </a:lnTo>
                  <a:lnTo>
                    <a:pt x="121838" y="32780"/>
                  </a:lnTo>
                  <a:lnTo>
                    <a:pt x="120341" y="32181"/>
                  </a:lnTo>
                  <a:lnTo>
                    <a:pt x="119892" y="32031"/>
                  </a:lnTo>
                  <a:lnTo>
                    <a:pt x="119892" y="31283"/>
                  </a:lnTo>
                  <a:lnTo>
                    <a:pt x="120192" y="31283"/>
                  </a:lnTo>
                  <a:lnTo>
                    <a:pt x="122138" y="31882"/>
                  </a:lnTo>
                  <a:lnTo>
                    <a:pt x="122138" y="31732"/>
                  </a:lnTo>
                  <a:lnTo>
                    <a:pt x="121539" y="31433"/>
                  </a:lnTo>
                  <a:lnTo>
                    <a:pt x="120641" y="31133"/>
                  </a:lnTo>
                  <a:lnTo>
                    <a:pt x="119892" y="30983"/>
                  </a:lnTo>
                  <a:lnTo>
                    <a:pt x="119892" y="30085"/>
                  </a:lnTo>
                  <a:lnTo>
                    <a:pt x="120790" y="30385"/>
                  </a:lnTo>
                  <a:lnTo>
                    <a:pt x="121688" y="30534"/>
                  </a:lnTo>
                  <a:lnTo>
                    <a:pt x="122437" y="30834"/>
                  </a:lnTo>
                  <a:lnTo>
                    <a:pt x="122437" y="30684"/>
                  </a:lnTo>
                  <a:lnTo>
                    <a:pt x="121688" y="30385"/>
                  </a:lnTo>
                  <a:lnTo>
                    <a:pt x="120940" y="30085"/>
                  </a:lnTo>
                  <a:lnTo>
                    <a:pt x="119892" y="29786"/>
                  </a:lnTo>
                  <a:lnTo>
                    <a:pt x="119743" y="28589"/>
                  </a:lnTo>
                  <a:lnTo>
                    <a:pt x="120790" y="28738"/>
                  </a:lnTo>
                  <a:lnTo>
                    <a:pt x="122437" y="29337"/>
                  </a:lnTo>
                  <a:lnTo>
                    <a:pt x="122437" y="29187"/>
                  </a:lnTo>
                  <a:lnTo>
                    <a:pt x="121838" y="28888"/>
                  </a:lnTo>
                  <a:lnTo>
                    <a:pt x="121239" y="28589"/>
                  </a:lnTo>
                  <a:lnTo>
                    <a:pt x="119743" y="28289"/>
                  </a:lnTo>
                  <a:lnTo>
                    <a:pt x="119743" y="27391"/>
                  </a:lnTo>
                  <a:lnTo>
                    <a:pt x="121090" y="27840"/>
                  </a:lnTo>
                  <a:lnTo>
                    <a:pt x="121988" y="27990"/>
                  </a:lnTo>
                  <a:lnTo>
                    <a:pt x="122886" y="28289"/>
                  </a:lnTo>
                  <a:lnTo>
                    <a:pt x="122886" y="28140"/>
                  </a:lnTo>
                  <a:lnTo>
                    <a:pt x="121988" y="27691"/>
                  </a:lnTo>
                  <a:lnTo>
                    <a:pt x="121090" y="27541"/>
                  </a:lnTo>
                  <a:lnTo>
                    <a:pt x="119743" y="27092"/>
                  </a:lnTo>
                  <a:lnTo>
                    <a:pt x="119743" y="26194"/>
                  </a:lnTo>
                  <a:lnTo>
                    <a:pt x="120940" y="26493"/>
                  </a:lnTo>
                  <a:lnTo>
                    <a:pt x="122886" y="26942"/>
                  </a:lnTo>
                  <a:lnTo>
                    <a:pt x="123036" y="26942"/>
                  </a:lnTo>
                  <a:lnTo>
                    <a:pt x="123036" y="26792"/>
                  </a:lnTo>
                  <a:lnTo>
                    <a:pt x="122138" y="26493"/>
                  </a:lnTo>
                  <a:lnTo>
                    <a:pt x="121239" y="26194"/>
                  </a:lnTo>
                  <a:lnTo>
                    <a:pt x="119743" y="25745"/>
                  </a:lnTo>
                  <a:lnTo>
                    <a:pt x="119743" y="24996"/>
                  </a:lnTo>
                  <a:lnTo>
                    <a:pt x="120641" y="25146"/>
                  </a:lnTo>
                  <a:lnTo>
                    <a:pt x="121539" y="25296"/>
                  </a:lnTo>
                  <a:lnTo>
                    <a:pt x="123185" y="25745"/>
                  </a:lnTo>
                  <a:lnTo>
                    <a:pt x="123335" y="25595"/>
                  </a:lnTo>
                  <a:lnTo>
                    <a:pt x="123185" y="25595"/>
                  </a:lnTo>
                  <a:lnTo>
                    <a:pt x="122287" y="25146"/>
                  </a:lnTo>
                  <a:lnTo>
                    <a:pt x="121090" y="24996"/>
                  </a:lnTo>
                  <a:lnTo>
                    <a:pt x="119743" y="24547"/>
                  </a:lnTo>
                  <a:lnTo>
                    <a:pt x="119743" y="24398"/>
                  </a:lnTo>
                  <a:close/>
                  <a:moveTo>
                    <a:pt x="89508" y="38467"/>
                  </a:moveTo>
                  <a:lnTo>
                    <a:pt x="89508" y="39665"/>
                  </a:lnTo>
                  <a:lnTo>
                    <a:pt x="89059" y="38767"/>
                  </a:lnTo>
                  <a:lnTo>
                    <a:pt x="89508" y="38467"/>
                  </a:lnTo>
                  <a:close/>
                  <a:moveTo>
                    <a:pt x="119892" y="38467"/>
                  </a:moveTo>
                  <a:lnTo>
                    <a:pt x="120491" y="38767"/>
                  </a:lnTo>
                  <a:lnTo>
                    <a:pt x="119892" y="39665"/>
                  </a:lnTo>
                  <a:lnTo>
                    <a:pt x="119892" y="38467"/>
                  </a:lnTo>
                  <a:close/>
                  <a:moveTo>
                    <a:pt x="80976" y="26643"/>
                  </a:moveTo>
                  <a:lnTo>
                    <a:pt x="86514" y="36372"/>
                  </a:lnTo>
                  <a:lnTo>
                    <a:pt x="81874" y="37719"/>
                  </a:lnTo>
                  <a:lnTo>
                    <a:pt x="77384" y="39515"/>
                  </a:lnTo>
                  <a:lnTo>
                    <a:pt x="73043" y="41461"/>
                  </a:lnTo>
                  <a:lnTo>
                    <a:pt x="68702" y="43706"/>
                  </a:lnTo>
                  <a:lnTo>
                    <a:pt x="65260" y="33229"/>
                  </a:lnTo>
                  <a:lnTo>
                    <a:pt x="69002" y="31283"/>
                  </a:lnTo>
                  <a:lnTo>
                    <a:pt x="72893" y="29487"/>
                  </a:lnTo>
                  <a:lnTo>
                    <a:pt x="76935" y="27990"/>
                  </a:lnTo>
                  <a:lnTo>
                    <a:pt x="80976" y="26643"/>
                  </a:lnTo>
                  <a:close/>
                  <a:moveTo>
                    <a:pt x="128424" y="26643"/>
                  </a:moveTo>
                  <a:lnTo>
                    <a:pt x="132465" y="27990"/>
                  </a:lnTo>
                  <a:lnTo>
                    <a:pt x="136507" y="29487"/>
                  </a:lnTo>
                  <a:lnTo>
                    <a:pt x="140398" y="31283"/>
                  </a:lnTo>
                  <a:lnTo>
                    <a:pt x="144140" y="33229"/>
                  </a:lnTo>
                  <a:lnTo>
                    <a:pt x="140698" y="43706"/>
                  </a:lnTo>
                  <a:lnTo>
                    <a:pt x="136507" y="41461"/>
                  </a:lnTo>
                  <a:lnTo>
                    <a:pt x="132166" y="39515"/>
                  </a:lnTo>
                  <a:lnTo>
                    <a:pt x="127526" y="37719"/>
                  </a:lnTo>
                  <a:lnTo>
                    <a:pt x="122886" y="36372"/>
                  </a:lnTo>
                  <a:lnTo>
                    <a:pt x="128424" y="26643"/>
                  </a:lnTo>
                  <a:close/>
                  <a:moveTo>
                    <a:pt x="64511" y="33678"/>
                  </a:moveTo>
                  <a:lnTo>
                    <a:pt x="64511" y="33827"/>
                  </a:lnTo>
                  <a:lnTo>
                    <a:pt x="63314" y="34576"/>
                  </a:lnTo>
                  <a:lnTo>
                    <a:pt x="62416" y="35174"/>
                  </a:lnTo>
                  <a:lnTo>
                    <a:pt x="61518" y="35923"/>
                  </a:lnTo>
                  <a:lnTo>
                    <a:pt x="61667" y="35923"/>
                  </a:lnTo>
                  <a:lnTo>
                    <a:pt x="63613" y="34725"/>
                  </a:lnTo>
                  <a:lnTo>
                    <a:pt x="64511" y="34127"/>
                  </a:lnTo>
                  <a:lnTo>
                    <a:pt x="64811" y="35025"/>
                  </a:lnTo>
                  <a:lnTo>
                    <a:pt x="63613" y="35923"/>
                  </a:lnTo>
                  <a:lnTo>
                    <a:pt x="62865" y="36372"/>
                  </a:lnTo>
                  <a:lnTo>
                    <a:pt x="62117" y="36971"/>
                  </a:lnTo>
                  <a:lnTo>
                    <a:pt x="62117" y="37120"/>
                  </a:lnTo>
                  <a:lnTo>
                    <a:pt x="62266" y="37120"/>
                  </a:lnTo>
                  <a:lnTo>
                    <a:pt x="63913" y="36073"/>
                  </a:lnTo>
                  <a:lnTo>
                    <a:pt x="64960" y="35324"/>
                  </a:lnTo>
                  <a:lnTo>
                    <a:pt x="65260" y="36222"/>
                  </a:lnTo>
                  <a:lnTo>
                    <a:pt x="64062" y="36971"/>
                  </a:lnTo>
                  <a:lnTo>
                    <a:pt x="63314" y="37569"/>
                  </a:lnTo>
                  <a:lnTo>
                    <a:pt x="62566" y="38168"/>
                  </a:lnTo>
                  <a:lnTo>
                    <a:pt x="62566" y="38318"/>
                  </a:lnTo>
                  <a:lnTo>
                    <a:pt x="62715" y="38318"/>
                  </a:lnTo>
                  <a:lnTo>
                    <a:pt x="63464" y="37869"/>
                  </a:lnTo>
                  <a:lnTo>
                    <a:pt x="64212" y="37270"/>
                  </a:lnTo>
                  <a:lnTo>
                    <a:pt x="65409" y="36372"/>
                  </a:lnTo>
                  <a:lnTo>
                    <a:pt x="65559" y="37270"/>
                  </a:lnTo>
                  <a:lnTo>
                    <a:pt x="64661" y="38018"/>
                  </a:lnTo>
                  <a:lnTo>
                    <a:pt x="63913" y="38467"/>
                  </a:lnTo>
                  <a:lnTo>
                    <a:pt x="63464" y="39066"/>
                  </a:lnTo>
                  <a:lnTo>
                    <a:pt x="63464" y="39216"/>
                  </a:lnTo>
                  <a:lnTo>
                    <a:pt x="63613" y="39216"/>
                  </a:lnTo>
                  <a:lnTo>
                    <a:pt x="64960" y="38168"/>
                  </a:lnTo>
                  <a:lnTo>
                    <a:pt x="65709" y="37569"/>
                  </a:lnTo>
                  <a:lnTo>
                    <a:pt x="66158" y="38767"/>
                  </a:lnTo>
                  <a:lnTo>
                    <a:pt x="65260" y="39365"/>
                  </a:lnTo>
                  <a:lnTo>
                    <a:pt x="64511" y="39815"/>
                  </a:lnTo>
                  <a:lnTo>
                    <a:pt x="63913" y="40413"/>
                  </a:lnTo>
                  <a:lnTo>
                    <a:pt x="63913" y="40563"/>
                  </a:lnTo>
                  <a:lnTo>
                    <a:pt x="64661" y="40114"/>
                  </a:lnTo>
                  <a:lnTo>
                    <a:pt x="65409" y="39515"/>
                  </a:lnTo>
                  <a:lnTo>
                    <a:pt x="66158" y="39066"/>
                  </a:lnTo>
                  <a:lnTo>
                    <a:pt x="66457" y="39964"/>
                  </a:lnTo>
                  <a:lnTo>
                    <a:pt x="65709" y="40264"/>
                  </a:lnTo>
                  <a:lnTo>
                    <a:pt x="65110" y="40862"/>
                  </a:lnTo>
                  <a:lnTo>
                    <a:pt x="64511" y="41461"/>
                  </a:lnTo>
                  <a:lnTo>
                    <a:pt x="64511" y="41461"/>
                  </a:lnTo>
                  <a:lnTo>
                    <a:pt x="66308" y="40264"/>
                  </a:lnTo>
                  <a:lnTo>
                    <a:pt x="66607" y="40114"/>
                  </a:lnTo>
                  <a:lnTo>
                    <a:pt x="66757" y="40862"/>
                  </a:lnTo>
                  <a:lnTo>
                    <a:pt x="66457" y="41162"/>
                  </a:lnTo>
                  <a:lnTo>
                    <a:pt x="65858" y="41611"/>
                  </a:lnTo>
                  <a:lnTo>
                    <a:pt x="65110" y="42209"/>
                  </a:lnTo>
                  <a:lnTo>
                    <a:pt x="65110" y="42359"/>
                  </a:lnTo>
                  <a:lnTo>
                    <a:pt x="65260" y="42359"/>
                  </a:lnTo>
                  <a:lnTo>
                    <a:pt x="66457" y="41461"/>
                  </a:lnTo>
                  <a:lnTo>
                    <a:pt x="66906" y="41162"/>
                  </a:lnTo>
                  <a:lnTo>
                    <a:pt x="67206" y="41910"/>
                  </a:lnTo>
                  <a:lnTo>
                    <a:pt x="66607" y="42359"/>
                  </a:lnTo>
                  <a:lnTo>
                    <a:pt x="65709" y="43107"/>
                  </a:lnTo>
                  <a:lnTo>
                    <a:pt x="65858" y="43107"/>
                  </a:lnTo>
                  <a:lnTo>
                    <a:pt x="66308" y="42808"/>
                  </a:lnTo>
                  <a:lnTo>
                    <a:pt x="66757" y="42509"/>
                  </a:lnTo>
                  <a:lnTo>
                    <a:pt x="67206" y="42209"/>
                  </a:lnTo>
                  <a:lnTo>
                    <a:pt x="67505" y="42958"/>
                  </a:lnTo>
                  <a:lnTo>
                    <a:pt x="67206" y="43257"/>
                  </a:lnTo>
                  <a:lnTo>
                    <a:pt x="66757" y="43556"/>
                  </a:lnTo>
                  <a:lnTo>
                    <a:pt x="66308" y="44006"/>
                  </a:lnTo>
                  <a:lnTo>
                    <a:pt x="66457" y="44006"/>
                  </a:lnTo>
                  <a:lnTo>
                    <a:pt x="67505" y="43257"/>
                  </a:lnTo>
                  <a:lnTo>
                    <a:pt x="67804" y="43856"/>
                  </a:lnTo>
                  <a:lnTo>
                    <a:pt x="66906" y="44754"/>
                  </a:lnTo>
                  <a:lnTo>
                    <a:pt x="66906" y="44904"/>
                  </a:lnTo>
                  <a:lnTo>
                    <a:pt x="67505" y="44455"/>
                  </a:lnTo>
                  <a:lnTo>
                    <a:pt x="67954" y="44155"/>
                  </a:lnTo>
                  <a:lnTo>
                    <a:pt x="67954" y="44305"/>
                  </a:lnTo>
                  <a:lnTo>
                    <a:pt x="68104" y="44754"/>
                  </a:lnTo>
                  <a:lnTo>
                    <a:pt x="67954" y="45053"/>
                  </a:lnTo>
                  <a:lnTo>
                    <a:pt x="67505" y="45353"/>
                  </a:lnTo>
                  <a:lnTo>
                    <a:pt x="67355" y="45652"/>
                  </a:lnTo>
                  <a:lnTo>
                    <a:pt x="67355" y="45802"/>
                  </a:lnTo>
                  <a:lnTo>
                    <a:pt x="67804" y="45502"/>
                  </a:lnTo>
                  <a:lnTo>
                    <a:pt x="68104" y="45203"/>
                  </a:lnTo>
                  <a:lnTo>
                    <a:pt x="68253" y="45053"/>
                  </a:lnTo>
                  <a:lnTo>
                    <a:pt x="68253" y="45203"/>
                  </a:lnTo>
                  <a:lnTo>
                    <a:pt x="68403" y="45802"/>
                  </a:lnTo>
                  <a:lnTo>
                    <a:pt x="67954" y="46400"/>
                  </a:lnTo>
                  <a:lnTo>
                    <a:pt x="68553" y="46101"/>
                  </a:lnTo>
                  <a:lnTo>
                    <a:pt x="68702" y="46849"/>
                  </a:lnTo>
                  <a:lnTo>
                    <a:pt x="68403" y="47298"/>
                  </a:lnTo>
                  <a:lnTo>
                    <a:pt x="66906" y="46101"/>
                  </a:lnTo>
                  <a:lnTo>
                    <a:pt x="66158" y="45353"/>
                  </a:lnTo>
                  <a:lnTo>
                    <a:pt x="57776" y="38018"/>
                  </a:lnTo>
                  <a:lnTo>
                    <a:pt x="61069" y="35773"/>
                  </a:lnTo>
                  <a:lnTo>
                    <a:pt x="64511" y="33678"/>
                  </a:lnTo>
                  <a:close/>
                  <a:moveTo>
                    <a:pt x="145038" y="33678"/>
                  </a:moveTo>
                  <a:lnTo>
                    <a:pt x="148331" y="35773"/>
                  </a:lnTo>
                  <a:lnTo>
                    <a:pt x="151624" y="38018"/>
                  </a:lnTo>
                  <a:lnTo>
                    <a:pt x="143242" y="45353"/>
                  </a:lnTo>
                  <a:lnTo>
                    <a:pt x="142494" y="46101"/>
                  </a:lnTo>
                  <a:lnTo>
                    <a:pt x="141147" y="47298"/>
                  </a:lnTo>
                  <a:lnTo>
                    <a:pt x="140698" y="46849"/>
                  </a:lnTo>
                  <a:lnTo>
                    <a:pt x="140997" y="46101"/>
                  </a:lnTo>
                  <a:lnTo>
                    <a:pt x="141446" y="46400"/>
                  </a:lnTo>
                  <a:lnTo>
                    <a:pt x="140997" y="45802"/>
                  </a:lnTo>
                  <a:lnTo>
                    <a:pt x="141147" y="45203"/>
                  </a:lnTo>
                  <a:lnTo>
                    <a:pt x="141296" y="45053"/>
                  </a:lnTo>
                  <a:lnTo>
                    <a:pt x="141296" y="45203"/>
                  </a:lnTo>
                  <a:lnTo>
                    <a:pt x="141895" y="45652"/>
                  </a:lnTo>
                  <a:lnTo>
                    <a:pt x="142045" y="45802"/>
                  </a:lnTo>
                  <a:lnTo>
                    <a:pt x="142194" y="45652"/>
                  </a:lnTo>
                  <a:lnTo>
                    <a:pt x="141895" y="45353"/>
                  </a:lnTo>
                  <a:lnTo>
                    <a:pt x="141446" y="45053"/>
                  </a:lnTo>
                  <a:lnTo>
                    <a:pt x="141296" y="44754"/>
                  </a:lnTo>
                  <a:lnTo>
                    <a:pt x="141596" y="44305"/>
                  </a:lnTo>
                  <a:lnTo>
                    <a:pt x="141596" y="44155"/>
                  </a:lnTo>
                  <a:lnTo>
                    <a:pt x="142194" y="44754"/>
                  </a:lnTo>
                  <a:lnTo>
                    <a:pt x="142494" y="44904"/>
                  </a:lnTo>
                  <a:lnTo>
                    <a:pt x="142643" y="44754"/>
                  </a:lnTo>
                  <a:lnTo>
                    <a:pt x="141596" y="43856"/>
                  </a:lnTo>
                  <a:lnTo>
                    <a:pt x="141895" y="43257"/>
                  </a:lnTo>
                  <a:lnTo>
                    <a:pt x="142045" y="43257"/>
                  </a:lnTo>
                  <a:lnTo>
                    <a:pt x="143093" y="44006"/>
                  </a:lnTo>
                  <a:lnTo>
                    <a:pt x="143093" y="44006"/>
                  </a:lnTo>
                  <a:lnTo>
                    <a:pt x="142643" y="43556"/>
                  </a:lnTo>
                  <a:lnTo>
                    <a:pt x="142344" y="43257"/>
                  </a:lnTo>
                  <a:lnTo>
                    <a:pt x="141895" y="42958"/>
                  </a:lnTo>
                  <a:lnTo>
                    <a:pt x="142194" y="42209"/>
                  </a:lnTo>
                  <a:lnTo>
                    <a:pt x="142643" y="42509"/>
                  </a:lnTo>
                  <a:lnTo>
                    <a:pt x="143093" y="42808"/>
                  </a:lnTo>
                  <a:lnTo>
                    <a:pt x="143691" y="43107"/>
                  </a:lnTo>
                  <a:lnTo>
                    <a:pt x="142793" y="42359"/>
                  </a:lnTo>
                  <a:lnTo>
                    <a:pt x="142344" y="41910"/>
                  </a:lnTo>
                  <a:lnTo>
                    <a:pt x="142494" y="41162"/>
                  </a:lnTo>
                  <a:lnTo>
                    <a:pt x="143093" y="41461"/>
                  </a:lnTo>
                  <a:lnTo>
                    <a:pt x="144140" y="42359"/>
                  </a:lnTo>
                  <a:lnTo>
                    <a:pt x="144290" y="42359"/>
                  </a:lnTo>
                  <a:lnTo>
                    <a:pt x="144290" y="42209"/>
                  </a:lnTo>
                  <a:lnTo>
                    <a:pt x="143691" y="41611"/>
                  </a:lnTo>
                  <a:lnTo>
                    <a:pt x="142943" y="41162"/>
                  </a:lnTo>
                  <a:lnTo>
                    <a:pt x="142643" y="40862"/>
                  </a:lnTo>
                  <a:lnTo>
                    <a:pt x="142943" y="40114"/>
                  </a:lnTo>
                  <a:lnTo>
                    <a:pt x="143093" y="40264"/>
                  </a:lnTo>
                  <a:lnTo>
                    <a:pt x="144889" y="41461"/>
                  </a:lnTo>
                  <a:lnTo>
                    <a:pt x="144290" y="40862"/>
                  </a:lnTo>
                  <a:lnTo>
                    <a:pt x="143691" y="40264"/>
                  </a:lnTo>
                  <a:lnTo>
                    <a:pt x="142943" y="39964"/>
                  </a:lnTo>
                  <a:lnTo>
                    <a:pt x="143242" y="39066"/>
                  </a:lnTo>
                  <a:lnTo>
                    <a:pt x="143991" y="39515"/>
                  </a:lnTo>
                  <a:lnTo>
                    <a:pt x="144739" y="40114"/>
                  </a:lnTo>
                  <a:lnTo>
                    <a:pt x="145487" y="40563"/>
                  </a:lnTo>
                  <a:lnTo>
                    <a:pt x="145487" y="40413"/>
                  </a:lnTo>
                  <a:lnTo>
                    <a:pt x="144889" y="39815"/>
                  </a:lnTo>
                  <a:lnTo>
                    <a:pt x="144290" y="39365"/>
                  </a:lnTo>
                  <a:lnTo>
                    <a:pt x="143392" y="38767"/>
                  </a:lnTo>
                  <a:lnTo>
                    <a:pt x="143691" y="37569"/>
                  </a:lnTo>
                  <a:lnTo>
                    <a:pt x="144589" y="38168"/>
                  </a:lnTo>
                  <a:lnTo>
                    <a:pt x="145936" y="39216"/>
                  </a:lnTo>
                  <a:lnTo>
                    <a:pt x="145936" y="39066"/>
                  </a:lnTo>
                  <a:lnTo>
                    <a:pt x="145487" y="38467"/>
                  </a:lnTo>
                  <a:lnTo>
                    <a:pt x="144889" y="38018"/>
                  </a:lnTo>
                  <a:lnTo>
                    <a:pt x="143841" y="37270"/>
                  </a:lnTo>
                  <a:lnTo>
                    <a:pt x="144140" y="36372"/>
                  </a:lnTo>
                  <a:lnTo>
                    <a:pt x="145188" y="37270"/>
                  </a:lnTo>
                  <a:lnTo>
                    <a:pt x="145936" y="37869"/>
                  </a:lnTo>
                  <a:lnTo>
                    <a:pt x="146834" y="38318"/>
                  </a:lnTo>
                  <a:lnTo>
                    <a:pt x="146834" y="38168"/>
                  </a:lnTo>
                  <a:lnTo>
                    <a:pt x="146086" y="37569"/>
                  </a:lnTo>
                  <a:lnTo>
                    <a:pt x="145338" y="36971"/>
                  </a:lnTo>
                  <a:lnTo>
                    <a:pt x="144140" y="36222"/>
                  </a:lnTo>
                  <a:lnTo>
                    <a:pt x="144440" y="35324"/>
                  </a:lnTo>
                  <a:lnTo>
                    <a:pt x="145487" y="36073"/>
                  </a:lnTo>
                  <a:lnTo>
                    <a:pt x="147134" y="37120"/>
                  </a:lnTo>
                  <a:lnTo>
                    <a:pt x="147283" y="37120"/>
                  </a:lnTo>
                  <a:lnTo>
                    <a:pt x="147283" y="36971"/>
                  </a:lnTo>
                  <a:lnTo>
                    <a:pt x="146535" y="36372"/>
                  </a:lnTo>
                  <a:lnTo>
                    <a:pt x="145936" y="35923"/>
                  </a:lnTo>
                  <a:lnTo>
                    <a:pt x="144589" y="35025"/>
                  </a:lnTo>
                  <a:lnTo>
                    <a:pt x="144889" y="34127"/>
                  </a:lnTo>
                  <a:lnTo>
                    <a:pt x="145787" y="34725"/>
                  </a:lnTo>
                  <a:lnTo>
                    <a:pt x="147882" y="35923"/>
                  </a:lnTo>
                  <a:lnTo>
                    <a:pt x="147134" y="35174"/>
                  </a:lnTo>
                  <a:lnTo>
                    <a:pt x="146236" y="34576"/>
                  </a:lnTo>
                  <a:lnTo>
                    <a:pt x="145038" y="33827"/>
                  </a:lnTo>
                  <a:lnTo>
                    <a:pt x="145038" y="33678"/>
                  </a:lnTo>
                  <a:close/>
                  <a:moveTo>
                    <a:pt x="140548" y="46999"/>
                  </a:moveTo>
                  <a:lnTo>
                    <a:pt x="140997" y="47448"/>
                  </a:lnTo>
                  <a:lnTo>
                    <a:pt x="140249" y="48047"/>
                  </a:lnTo>
                  <a:lnTo>
                    <a:pt x="140249" y="48047"/>
                  </a:lnTo>
                  <a:lnTo>
                    <a:pt x="140548" y="46999"/>
                  </a:lnTo>
                  <a:close/>
                  <a:moveTo>
                    <a:pt x="68852" y="46999"/>
                  </a:moveTo>
                  <a:lnTo>
                    <a:pt x="69151" y="48047"/>
                  </a:lnTo>
                  <a:lnTo>
                    <a:pt x="69151" y="48047"/>
                  </a:lnTo>
                  <a:lnTo>
                    <a:pt x="68403" y="47448"/>
                  </a:lnTo>
                  <a:lnTo>
                    <a:pt x="68852" y="46999"/>
                  </a:lnTo>
                  <a:close/>
                  <a:moveTo>
                    <a:pt x="96094" y="53286"/>
                  </a:moveTo>
                  <a:lnTo>
                    <a:pt x="95046" y="60620"/>
                  </a:lnTo>
                  <a:lnTo>
                    <a:pt x="94896" y="60620"/>
                  </a:lnTo>
                  <a:lnTo>
                    <a:pt x="93100" y="53884"/>
                  </a:lnTo>
                  <a:lnTo>
                    <a:pt x="96094" y="53286"/>
                  </a:lnTo>
                  <a:close/>
                  <a:moveTo>
                    <a:pt x="113007" y="53286"/>
                  </a:moveTo>
                  <a:lnTo>
                    <a:pt x="116150" y="53884"/>
                  </a:lnTo>
                  <a:lnTo>
                    <a:pt x="114803" y="60620"/>
                  </a:lnTo>
                  <a:lnTo>
                    <a:pt x="114055" y="60470"/>
                  </a:lnTo>
                  <a:lnTo>
                    <a:pt x="113007" y="53286"/>
                  </a:lnTo>
                  <a:close/>
                  <a:moveTo>
                    <a:pt x="110313" y="35174"/>
                  </a:moveTo>
                  <a:lnTo>
                    <a:pt x="114654" y="35624"/>
                  </a:lnTo>
                  <a:lnTo>
                    <a:pt x="118994" y="36372"/>
                  </a:lnTo>
                  <a:lnTo>
                    <a:pt x="118994" y="43257"/>
                  </a:lnTo>
                  <a:lnTo>
                    <a:pt x="122437" y="37270"/>
                  </a:lnTo>
                  <a:lnTo>
                    <a:pt x="127077" y="38617"/>
                  </a:lnTo>
                  <a:lnTo>
                    <a:pt x="131717" y="40413"/>
                  </a:lnTo>
                  <a:lnTo>
                    <a:pt x="136058" y="42359"/>
                  </a:lnTo>
                  <a:lnTo>
                    <a:pt x="140398" y="44754"/>
                  </a:lnTo>
                  <a:lnTo>
                    <a:pt x="138153" y="51190"/>
                  </a:lnTo>
                  <a:lnTo>
                    <a:pt x="138153" y="51190"/>
                  </a:lnTo>
                  <a:lnTo>
                    <a:pt x="143392" y="46700"/>
                  </a:lnTo>
                  <a:lnTo>
                    <a:pt x="145637" y="48197"/>
                  </a:lnTo>
                  <a:lnTo>
                    <a:pt x="147733" y="49843"/>
                  </a:lnTo>
                  <a:lnTo>
                    <a:pt x="149828" y="51489"/>
                  </a:lnTo>
                  <a:lnTo>
                    <a:pt x="151774" y="53286"/>
                  </a:lnTo>
                  <a:lnTo>
                    <a:pt x="138902" y="63164"/>
                  </a:lnTo>
                  <a:lnTo>
                    <a:pt x="136207" y="61069"/>
                  </a:lnTo>
                  <a:lnTo>
                    <a:pt x="133513" y="59273"/>
                  </a:lnTo>
                  <a:lnTo>
                    <a:pt x="135609" y="55980"/>
                  </a:lnTo>
                  <a:lnTo>
                    <a:pt x="136357" y="55980"/>
                  </a:lnTo>
                  <a:lnTo>
                    <a:pt x="137105" y="55830"/>
                  </a:lnTo>
                  <a:lnTo>
                    <a:pt x="137704" y="55231"/>
                  </a:lnTo>
                  <a:lnTo>
                    <a:pt x="138153" y="54483"/>
                  </a:lnTo>
                  <a:lnTo>
                    <a:pt x="138303" y="54034"/>
                  </a:lnTo>
                  <a:lnTo>
                    <a:pt x="138303" y="53735"/>
                  </a:lnTo>
                  <a:lnTo>
                    <a:pt x="138003" y="52837"/>
                  </a:lnTo>
                  <a:lnTo>
                    <a:pt x="137554" y="52238"/>
                  </a:lnTo>
                  <a:lnTo>
                    <a:pt x="137255" y="51938"/>
                  </a:lnTo>
                  <a:lnTo>
                    <a:pt x="136806" y="51789"/>
                  </a:lnTo>
                  <a:lnTo>
                    <a:pt x="136357" y="51639"/>
                  </a:lnTo>
                  <a:lnTo>
                    <a:pt x="135908" y="51639"/>
                  </a:lnTo>
                  <a:lnTo>
                    <a:pt x="135160" y="51789"/>
                  </a:lnTo>
                  <a:lnTo>
                    <a:pt x="134411" y="52388"/>
                  </a:lnTo>
                  <a:lnTo>
                    <a:pt x="134261" y="52687"/>
                  </a:lnTo>
                  <a:lnTo>
                    <a:pt x="133962" y="53136"/>
                  </a:lnTo>
                  <a:lnTo>
                    <a:pt x="133962" y="53735"/>
                  </a:lnTo>
                  <a:lnTo>
                    <a:pt x="133962" y="54483"/>
                  </a:lnTo>
                  <a:lnTo>
                    <a:pt x="134261" y="55082"/>
                  </a:lnTo>
                  <a:lnTo>
                    <a:pt x="134711" y="55531"/>
                  </a:lnTo>
                  <a:lnTo>
                    <a:pt x="132765" y="58824"/>
                  </a:lnTo>
                  <a:lnTo>
                    <a:pt x="129172" y="56728"/>
                  </a:lnTo>
                  <a:lnTo>
                    <a:pt x="125430" y="54932"/>
                  </a:lnTo>
                  <a:lnTo>
                    <a:pt x="121539" y="53585"/>
                  </a:lnTo>
                  <a:lnTo>
                    <a:pt x="117348" y="52388"/>
                  </a:lnTo>
                  <a:lnTo>
                    <a:pt x="118246" y="48346"/>
                  </a:lnTo>
                  <a:lnTo>
                    <a:pt x="118994" y="48047"/>
                  </a:lnTo>
                  <a:lnTo>
                    <a:pt x="119743" y="47598"/>
                  </a:lnTo>
                  <a:lnTo>
                    <a:pt x="120192" y="46999"/>
                  </a:lnTo>
                  <a:lnTo>
                    <a:pt x="120341" y="46101"/>
                  </a:lnTo>
                  <a:lnTo>
                    <a:pt x="120341" y="45652"/>
                  </a:lnTo>
                  <a:lnTo>
                    <a:pt x="120192" y="45203"/>
                  </a:lnTo>
                  <a:lnTo>
                    <a:pt x="119743" y="44604"/>
                  </a:lnTo>
                  <a:lnTo>
                    <a:pt x="118994" y="44155"/>
                  </a:lnTo>
                  <a:lnTo>
                    <a:pt x="118545" y="44006"/>
                  </a:lnTo>
                  <a:lnTo>
                    <a:pt x="118096" y="43856"/>
                  </a:lnTo>
                  <a:lnTo>
                    <a:pt x="117647" y="44006"/>
                  </a:lnTo>
                  <a:lnTo>
                    <a:pt x="117198" y="44155"/>
                  </a:lnTo>
                  <a:lnTo>
                    <a:pt x="116599" y="44604"/>
                  </a:lnTo>
                  <a:lnTo>
                    <a:pt x="116150" y="45203"/>
                  </a:lnTo>
                  <a:lnTo>
                    <a:pt x="116001" y="45652"/>
                  </a:lnTo>
                  <a:lnTo>
                    <a:pt x="115851" y="46101"/>
                  </a:lnTo>
                  <a:lnTo>
                    <a:pt x="116001" y="46849"/>
                  </a:lnTo>
                  <a:lnTo>
                    <a:pt x="116300" y="47298"/>
                  </a:lnTo>
                  <a:lnTo>
                    <a:pt x="116749" y="47897"/>
                  </a:lnTo>
                  <a:lnTo>
                    <a:pt x="117348" y="48197"/>
                  </a:lnTo>
                  <a:lnTo>
                    <a:pt x="116450" y="52238"/>
                  </a:lnTo>
                  <a:lnTo>
                    <a:pt x="112708" y="51489"/>
                  </a:lnTo>
                  <a:lnTo>
                    <a:pt x="110313" y="35174"/>
                  </a:lnTo>
                  <a:close/>
                  <a:moveTo>
                    <a:pt x="98488" y="35174"/>
                  </a:moveTo>
                  <a:lnTo>
                    <a:pt x="96243" y="51489"/>
                  </a:lnTo>
                  <a:lnTo>
                    <a:pt x="92651" y="52238"/>
                  </a:lnTo>
                  <a:lnTo>
                    <a:pt x="91453" y="48346"/>
                  </a:lnTo>
                  <a:lnTo>
                    <a:pt x="92052" y="47747"/>
                  </a:lnTo>
                  <a:lnTo>
                    <a:pt x="92501" y="46999"/>
                  </a:lnTo>
                  <a:lnTo>
                    <a:pt x="92501" y="46251"/>
                  </a:lnTo>
                  <a:lnTo>
                    <a:pt x="92352" y="45353"/>
                  </a:lnTo>
                  <a:lnTo>
                    <a:pt x="92052" y="45053"/>
                  </a:lnTo>
                  <a:lnTo>
                    <a:pt x="91753" y="44754"/>
                  </a:lnTo>
                  <a:lnTo>
                    <a:pt x="91004" y="44305"/>
                  </a:lnTo>
                  <a:lnTo>
                    <a:pt x="90256" y="44155"/>
                  </a:lnTo>
                  <a:lnTo>
                    <a:pt x="89807" y="44305"/>
                  </a:lnTo>
                  <a:lnTo>
                    <a:pt x="89358" y="44455"/>
                  </a:lnTo>
                  <a:lnTo>
                    <a:pt x="88909" y="44604"/>
                  </a:lnTo>
                  <a:lnTo>
                    <a:pt x="88610" y="44904"/>
                  </a:lnTo>
                  <a:lnTo>
                    <a:pt x="88310" y="45652"/>
                  </a:lnTo>
                  <a:lnTo>
                    <a:pt x="88161" y="46550"/>
                  </a:lnTo>
                  <a:lnTo>
                    <a:pt x="88161" y="46999"/>
                  </a:lnTo>
                  <a:lnTo>
                    <a:pt x="88310" y="47448"/>
                  </a:lnTo>
                  <a:lnTo>
                    <a:pt x="88759" y="47897"/>
                  </a:lnTo>
                  <a:lnTo>
                    <a:pt x="89208" y="48346"/>
                  </a:lnTo>
                  <a:lnTo>
                    <a:pt x="89807" y="48496"/>
                  </a:lnTo>
                  <a:lnTo>
                    <a:pt x="90555" y="48646"/>
                  </a:lnTo>
                  <a:lnTo>
                    <a:pt x="91603" y="52537"/>
                  </a:lnTo>
                  <a:lnTo>
                    <a:pt x="87412" y="53735"/>
                  </a:lnTo>
                  <a:lnTo>
                    <a:pt x="83521" y="55231"/>
                  </a:lnTo>
                  <a:lnTo>
                    <a:pt x="79629" y="57028"/>
                  </a:lnTo>
                  <a:lnTo>
                    <a:pt x="75887" y="59273"/>
                  </a:lnTo>
                  <a:lnTo>
                    <a:pt x="73941" y="55680"/>
                  </a:lnTo>
                  <a:lnTo>
                    <a:pt x="74390" y="54932"/>
                  </a:lnTo>
                  <a:lnTo>
                    <a:pt x="74540" y="54034"/>
                  </a:lnTo>
                  <a:lnTo>
                    <a:pt x="74240" y="53286"/>
                  </a:lnTo>
                  <a:lnTo>
                    <a:pt x="73791" y="52537"/>
                  </a:lnTo>
                  <a:lnTo>
                    <a:pt x="73492" y="52238"/>
                  </a:lnTo>
                  <a:lnTo>
                    <a:pt x="73043" y="52088"/>
                  </a:lnTo>
                  <a:lnTo>
                    <a:pt x="72295" y="51938"/>
                  </a:lnTo>
                  <a:lnTo>
                    <a:pt x="71397" y="52088"/>
                  </a:lnTo>
                  <a:lnTo>
                    <a:pt x="71097" y="52388"/>
                  </a:lnTo>
                  <a:lnTo>
                    <a:pt x="70648" y="52687"/>
                  </a:lnTo>
                  <a:lnTo>
                    <a:pt x="70499" y="52986"/>
                  </a:lnTo>
                  <a:lnTo>
                    <a:pt x="70199" y="53286"/>
                  </a:lnTo>
                  <a:lnTo>
                    <a:pt x="70049" y="54184"/>
                  </a:lnTo>
                  <a:lnTo>
                    <a:pt x="70199" y="55082"/>
                  </a:lnTo>
                  <a:lnTo>
                    <a:pt x="70499" y="55381"/>
                  </a:lnTo>
                  <a:lnTo>
                    <a:pt x="70798" y="55680"/>
                  </a:lnTo>
                  <a:lnTo>
                    <a:pt x="71247" y="56129"/>
                  </a:lnTo>
                  <a:lnTo>
                    <a:pt x="71846" y="56279"/>
                  </a:lnTo>
                  <a:lnTo>
                    <a:pt x="72444" y="56429"/>
                  </a:lnTo>
                  <a:lnTo>
                    <a:pt x="73043" y="56279"/>
                  </a:lnTo>
                  <a:lnTo>
                    <a:pt x="75139" y="59722"/>
                  </a:lnTo>
                  <a:lnTo>
                    <a:pt x="72444" y="61668"/>
                  </a:lnTo>
                  <a:lnTo>
                    <a:pt x="69750" y="63763"/>
                  </a:lnTo>
                  <a:lnTo>
                    <a:pt x="56728" y="54184"/>
                  </a:lnTo>
                  <a:lnTo>
                    <a:pt x="58824" y="52088"/>
                  </a:lnTo>
                  <a:lnTo>
                    <a:pt x="61218" y="50142"/>
                  </a:lnTo>
                  <a:lnTo>
                    <a:pt x="63613" y="48346"/>
                  </a:lnTo>
                  <a:lnTo>
                    <a:pt x="66008" y="46550"/>
                  </a:lnTo>
                  <a:lnTo>
                    <a:pt x="71247" y="51190"/>
                  </a:lnTo>
                  <a:lnTo>
                    <a:pt x="71247" y="51190"/>
                  </a:lnTo>
                  <a:lnTo>
                    <a:pt x="69151" y="44754"/>
                  </a:lnTo>
                  <a:lnTo>
                    <a:pt x="73342" y="42359"/>
                  </a:lnTo>
                  <a:lnTo>
                    <a:pt x="77683" y="40264"/>
                  </a:lnTo>
                  <a:lnTo>
                    <a:pt x="82323" y="38617"/>
                  </a:lnTo>
                  <a:lnTo>
                    <a:pt x="86963" y="37120"/>
                  </a:lnTo>
                  <a:lnTo>
                    <a:pt x="90406" y="43257"/>
                  </a:lnTo>
                  <a:lnTo>
                    <a:pt x="90555" y="36372"/>
                  </a:lnTo>
                  <a:lnTo>
                    <a:pt x="94447" y="35624"/>
                  </a:lnTo>
                  <a:lnTo>
                    <a:pt x="98488" y="35174"/>
                  </a:lnTo>
                  <a:close/>
                  <a:moveTo>
                    <a:pt x="56878" y="38467"/>
                  </a:moveTo>
                  <a:lnTo>
                    <a:pt x="65260" y="45951"/>
                  </a:lnTo>
                  <a:lnTo>
                    <a:pt x="62865" y="47747"/>
                  </a:lnTo>
                  <a:lnTo>
                    <a:pt x="60470" y="49544"/>
                  </a:lnTo>
                  <a:lnTo>
                    <a:pt x="58075" y="51489"/>
                  </a:lnTo>
                  <a:lnTo>
                    <a:pt x="55830" y="53585"/>
                  </a:lnTo>
                  <a:lnTo>
                    <a:pt x="48196" y="47897"/>
                  </a:lnTo>
                  <a:lnTo>
                    <a:pt x="47298" y="48646"/>
                  </a:lnTo>
                  <a:lnTo>
                    <a:pt x="53136" y="56279"/>
                  </a:lnTo>
                  <a:lnTo>
                    <a:pt x="51040" y="58524"/>
                  </a:lnTo>
                  <a:lnTo>
                    <a:pt x="49244" y="60770"/>
                  </a:lnTo>
                  <a:lnTo>
                    <a:pt x="47448" y="63164"/>
                  </a:lnTo>
                  <a:lnTo>
                    <a:pt x="45802" y="65559"/>
                  </a:lnTo>
                  <a:lnTo>
                    <a:pt x="38018" y="57477"/>
                  </a:lnTo>
                  <a:lnTo>
                    <a:pt x="40114" y="54782"/>
                  </a:lnTo>
                  <a:lnTo>
                    <a:pt x="42209" y="52238"/>
                  </a:lnTo>
                  <a:lnTo>
                    <a:pt x="44454" y="49693"/>
                  </a:lnTo>
                  <a:lnTo>
                    <a:pt x="46700" y="47298"/>
                  </a:lnTo>
                  <a:lnTo>
                    <a:pt x="49094" y="44904"/>
                  </a:lnTo>
                  <a:lnTo>
                    <a:pt x="51639" y="42658"/>
                  </a:lnTo>
                  <a:lnTo>
                    <a:pt x="54184" y="40563"/>
                  </a:lnTo>
                  <a:lnTo>
                    <a:pt x="56878" y="38467"/>
                  </a:lnTo>
                  <a:close/>
                  <a:moveTo>
                    <a:pt x="152522" y="38617"/>
                  </a:moveTo>
                  <a:lnTo>
                    <a:pt x="155216" y="40563"/>
                  </a:lnTo>
                  <a:lnTo>
                    <a:pt x="157761" y="42658"/>
                  </a:lnTo>
                  <a:lnTo>
                    <a:pt x="160306" y="44904"/>
                  </a:lnTo>
                  <a:lnTo>
                    <a:pt x="162700" y="47298"/>
                  </a:lnTo>
                  <a:lnTo>
                    <a:pt x="164946" y="49693"/>
                  </a:lnTo>
                  <a:lnTo>
                    <a:pt x="167191" y="52238"/>
                  </a:lnTo>
                  <a:lnTo>
                    <a:pt x="169286" y="54932"/>
                  </a:lnTo>
                  <a:lnTo>
                    <a:pt x="171382" y="57626"/>
                  </a:lnTo>
                  <a:lnTo>
                    <a:pt x="163748" y="65559"/>
                  </a:lnTo>
                  <a:lnTo>
                    <a:pt x="161802" y="62865"/>
                  </a:lnTo>
                  <a:lnTo>
                    <a:pt x="159707" y="60320"/>
                  </a:lnTo>
                  <a:lnTo>
                    <a:pt x="157611" y="57776"/>
                  </a:lnTo>
                  <a:lnTo>
                    <a:pt x="155366" y="55381"/>
                  </a:lnTo>
                  <a:lnTo>
                    <a:pt x="161054" y="47897"/>
                  </a:lnTo>
                  <a:lnTo>
                    <a:pt x="160156" y="46999"/>
                  </a:lnTo>
                  <a:lnTo>
                    <a:pt x="152672" y="52687"/>
                  </a:lnTo>
                  <a:lnTo>
                    <a:pt x="150576" y="50891"/>
                  </a:lnTo>
                  <a:lnTo>
                    <a:pt x="148481" y="49095"/>
                  </a:lnTo>
                  <a:lnTo>
                    <a:pt x="146385" y="47448"/>
                  </a:lnTo>
                  <a:lnTo>
                    <a:pt x="144140" y="45951"/>
                  </a:lnTo>
                  <a:lnTo>
                    <a:pt x="152522" y="38617"/>
                  </a:lnTo>
                  <a:close/>
                  <a:moveTo>
                    <a:pt x="117048" y="54184"/>
                  </a:moveTo>
                  <a:lnTo>
                    <a:pt x="120940" y="55231"/>
                  </a:lnTo>
                  <a:lnTo>
                    <a:pt x="124682" y="56579"/>
                  </a:lnTo>
                  <a:lnTo>
                    <a:pt x="128424" y="58375"/>
                  </a:lnTo>
                  <a:lnTo>
                    <a:pt x="131867" y="60320"/>
                  </a:lnTo>
                  <a:lnTo>
                    <a:pt x="128274" y="66158"/>
                  </a:lnTo>
                  <a:lnTo>
                    <a:pt x="125281" y="64511"/>
                  </a:lnTo>
                  <a:lnTo>
                    <a:pt x="122287" y="63015"/>
                  </a:lnTo>
                  <a:lnTo>
                    <a:pt x="118994" y="61817"/>
                  </a:lnTo>
                  <a:lnTo>
                    <a:pt x="115701" y="60919"/>
                  </a:lnTo>
                  <a:lnTo>
                    <a:pt x="117048" y="54184"/>
                  </a:lnTo>
                  <a:close/>
                  <a:moveTo>
                    <a:pt x="92052" y="54184"/>
                  </a:moveTo>
                  <a:lnTo>
                    <a:pt x="93998" y="60770"/>
                  </a:lnTo>
                  <a:lnTo>
                    <a:pt x="90406" y="61817"/>
                  </a:lnTo>
                  <a:lnTo>
                    <a:pt x="86813" y="63164"/>
                  </a:lnTo>
                  <a:lnTo>
                    <a:pt x="83521" y="64811"/>
                  </a:lnTo>
                  <a:lnTo>
                    <a:pt x="80228" y="66757"/>
                  </a:lnTo>
                  <a:lnTo>
                    <a:pt x="76785" y="60770"/>
                  </a:lnTo>
                  <a:lnTo>
                    <a:pt x="80377" y="58674"/>
                  </a:lnTo>
                  <a:lnTo>
                    <a:pt x="84119" y="56878"/>
                  </a:lnTo>
                  <a:lnTo>
                    <a:pt x="88011" y="55381"/>
                  </a:lnTo>
                  <a:lnTo>
                    <a:pt x="92052" y="54184"/>
                  </a:lnTo>
                  <a:close/>
                  <a:moveTo>
                    <a:pt x="132615" y="60770"/>
                  </a:moveTo>
                  <a:lnTo>
                    <a:pt x="135160" y="62416"/>
                  </a:lnTo>
                  <a:lnTo>
                    <a:pt x="137405" y="64212"/>
                  </a:lnTo>
                  <a:lnTo>
                    <a:pt x="131717" y="68553"/>
                  </a:lnTo>
                  <a:lnTo>
                    <a:pt x="129172" y="66607"/>
                  </a:lnTo>
                  <a:lnTo>
                    <a:pt x="132615" y="60770"/>
                  </a:lnTo>
                  <a:close/>
                  <a:moveTo>
                    <a:pt x="37569" y="58375"/>
                  </a:moveTo>
                  <a:lnTo>
                    <a:pt x="38168" y="59123"/>
                  </a:lnTo>
                  <a:lnTo>
                    <a:pt x="37420" y="60320"/>
                  </a:lnTo>
                  <a:lnTo>
                    <a:pt x="36971" y="61219"/>
                  </a:lnTo>
                  <a:lnTo>
                    <a:pt x="36671" y="62117"/>
                  </a:lnTo>
                  <a:lnTo>
                    <a:pt x="37719" y="60470"/>
                  </a:lnTo>
                  <a:lnTo>
                    <a:pt x="38467" y="59273"/>
                  </a:lnTo>
                  <a:lnTo>
                    <a:pt x="39066" y="60021"/>
                  </a:lnTo>
                  <a:lnTo>
                    <a:pt x="38318" y="61219"/>
                  </a:lnTo>
                  <a:lnTo>
                    <a:pt x="37869" y="62117"/>
                  </a:lnTo>
                  <a:lnTo>
                    <a:pt x="37569" y="63015"/>
                  </a:lnTo>
                  <a:lnTo>
                    <a:pt x="37569" y="63015"/>
                  </a:lnTo>
                  <a:lnTo>
                    <a:pt x="38168" y="62266"/>
                  </a:lnTo>
                  <a:lnTo>
                    <a:pt x="38617" y="61368"/>
                  </a:lnTo>
                  <a:lnTo>
                    <a:pt x="39216" y="60171"/>
                  </a:lnTo>
                  <a:lnTo>
                    <a:pt x="39814" y="60770"/>
                  </a:lnTo>
                  <a:lnTo>
                    <a:pt x="39066" y="62117"/>
                  </a:lnTo>
                  <a:lnTo>
                    <a:pt x="38916" y="62715"/>
                  </a:lnTo>
                  <a:lnTo>
                    <a:pt x="38617" y="63314"/>
                  </a:lnTo>
                  <a:lnTo>
                    <a:pt x="38767" y="63464"/>
                  </a:lnTo>
                  <a:lnTo>
                    <a:pt x="39665" y="61967"/>
                  </a:lnTo>
                  <a:lnTo>
                    <a:pt x="40114" y="61069"/>
                  </a:lnTo>
                  <a:lnTo>
                    <a:pt x="40862" y="61967"/>
                  </a:lnTo>
                  <a:lnTo>
                    <a:pt x="40413" y="62865"/>
                  </a:lnTo>
                  <a:lnTo>
                    <a:pt x="39964" y="63613"/>
                  </a:lnTo>
                  <a:lnTo>
                    <a:pt x="39665" y="64511"/>
                  </a:lnTo>
                  <a:lnTo>
                    <a:pt x="39814" y="64511"/>
                  </a:lnTo>
                  <a:lnTo>
                    <a:pt x="40263" y="63763"/>
                  </a:lnTo>
                  <a:lnTo>
                    <a:pt x="40563" y="63015"/>
                  </a:lnTo>
                  <a:lnTo>
                    <a:pt x="41162" y="62117"/>
                  </a:lnTo>
                  <a:lnTo>
                    <a:pt x="41760" y="62865"/>
                  </a:lnTo>
                  <a:lnTo>
                    <a:pt x="41311" y="63613"/>
                  </a:lnTo>
                  <a:lnTo>
                    <a:pt x="40862" y="64362"/>
                  </a:lnTo>
                  <a:lnTo>
                    <a:pt x="40563" y="65110"/>
                  </a:lnTo>
                  <a:lnTo>
                    <a:pt x="40713" y="65110"/>
                  </a:lnTo>
                  <a:lnTo>
                    <a:pt x="41760" y="63314"/>
                  </a:lnTo>
                  <a:lnTo>
                    <a:pt x="41910" y="63015"/>
                  </a:lnTo>
                  <a:lnTo>
                    <a:pt x="42509" y="63613"/>
                  </a:lnTo>
                  <a:lnTo>
                    <a:pt x="42209" y="64062"/>
                  </a:lnTo>
                  <a:lnTo>
                    <a:pt x="41611" y="65559"/>
                  </a:lnTo>
                  <a:lnTo>
                    <a:pt x="41760" y="65559"/>
                  </a:lnTo>
                  <a:lnTo>
                    <a:pt x="42359" y="64212"/>
                  </a:lnTo>
                  <a:lnTo>
                    <a:pt x="42658" y="63763"/>
                  </a:lnTo>
                  <a:lnTo>
                    <a:pt x="43257" y="64362"/>
                  </a:lnTo>
                  <a:lnTo>
                    <a:pt x="42958" y="64961"/>
                  </a:lnTo>
                  <a:lnTo>
                    <a:pt x="42509" y="66008"/>
                  </a:lnTo>
                  <a:lnTo>
                    <a:pt x="43107" y="65410"/>
                  </a:lnTo>
                  <a:lnTo>
                    <a:pt x="43407" y="64511"/>
                  </a:lnTo>
                  <a:lnTo>
                    <a:pt x="44005" y="65110"/>
                  </a:lnTo>
                  <a:lnTo>
                    <a:pt x="43856" y="65410"/>
                  </a:lnTo>
                  <a:lnTo>
                    <a:pt x="43556" y="66008"/>
                  </a:lnTo>
                  <a:lnTo>
                    <a:pt x="43407" y="66457"/>
                  </a:lnTo>
                  <a:lnTo>
                    <a:pt x="43556" y="66607"/>
                  </a:lnTo>
                  <a:lnTo>
                    <a:pt x="44005" y="65559"/>
                  </a:lnTo>
                  <a:lnTo>
                    <a:pt x="44155" y="65410"/>
                  </a:lnTo>
                  <a:lnTo>
                    <a:pt x="44754" y="65859"/>
                  </a:lnTo>
                  <a:lnTo>
                    <a:pt x="44155" y="67056"/>
                  </a:lnTo>
                  <a:lnTo>
                    <a:pt x="44305" y="67206"/>
                  </a:lnTo>
                  <a:lnTo>
                    <a:pt x="44904" y="66158"/>
                  </a:lnTo>
                  <a:lnTo>
                    <a:pt x="45203" y="66457"/>
                  </a:lnTo>
                  <a:lnTo>
                    <a:pt x="45353" y="66607"/>
                  </a:lnTo>
                  <a:lnTo>
                    <a:pt x="45203" y="66757"/>
                  </a:lnTo>
                  <a:lnTo>
                    <a:pt x="45053" y="67206"/>
                  </a:lnTo>
                  <a:lnTo>
                    <a:pt x="45053" y="67655"/>
                  </a:lnTo>
                  <a:lnTo>
                    <a:pt x="45053" y="67804"/>
                  </a:lnTo>
                  <a:lnTo>
                    <a:pt x="45203" y="67804"/>
                  </a:lnTo>
                  <a:lnTo>
                    <a:pt x="45502" y="66906"/>
                  </a:lnTo>
                  <a:lnTo>
                    <a:pt x="45502" y="66757"/>
                  </a:lnTo>
                  <a:lnTo>
                    <a:pt x="45951" y="67206"/>
                  </a:lnTo>
                  <a:lnTo>
                    <a:pt x="46101" y="67355"/>
                  </a:lnTo>
                  <a:lnTo>
                    <a:pt x="45802" y="68104"/>
                  </a:lnTo>
                  <a:lnTo>
                    <a:pt x="45951" y="68104"/>
                  </a:lnTo>
                  <a:lnTo>
                    <a:pt x="46251" y="67505"/>
                  </a:lnTo>
                  <a:lnTo>
                    <a:pt x="46849" y="68104"/>
                  </a:lnTo>
                  <a:lnTo>
                    <a:pt x="46700" y="68104"/>
                  </a:lnTo>
                  <a:lnTo>
                    <a:pt x="46700" y="68702"/>
                  </a:lnTo>
                  <a:lnTo>
                    <a:pt x="45203" y="68253"/>
                  </a:lnTo>
                  <a:lnTo>
                    <a:pt x="44155" y="68104"/>
                  </a:lnTo>
                  <a:lnTo>
                    <a:pt x="33378" y="64961"/>
                  </a:lnTo>
                  <a:lnTo>
                    <a:pt x="35534" y="61368"/>
                  </a:lnTo>
                  <a:lnTo>
                    <a:pt x="35623" y="61368"/>
                  </a:lnTo>
                  <a:lnTo>
                    <a:pt x="36971" y="59422"/>
                  </a:lnTo>
                  <a:lnTo>
                    <a:pt x="37569" y="58375"/>
                  </a:lnTo>
                  <a:close/>
                  <a:moveTo>
                    <a:pt x="171831" y="58375"/>
                  </a:moveTo>
                  <a:lnTo>
                    <a:pt x="172579" y="59422"/>
                  </a:lnTo>
                  <a:lnTo>
                    <a:pt x="173777" y="61368"/>
                  </a:lnTo>
                  <a:lnTo>
                    <a:pt x="173926" y="61368"/>
                  </a:lnTo>
                  <a:lnTo>
                    <a:pt x="176022" y="64961"/>
                  </a:lnTo>
                  <a:lnTo>
                    <a:pt x="165245" y="68104"/>
                  </a:lnTo>
                  <a:lnTo>
                    <a:pt x="164197" y="68403"/>
                  </a:lnTo>
                  <a:lnTo>
                    <a:pt x="162850" y="68702"/>
                  </a:lnTo>
                  <a:lnTo>
                    <a:pt x="162700" y="68104"/>
                  </a:lnTo>
                  <a:lnTo>
                    <a:pt x="163149" y="67505"/>
                  </a:lnTo>
                  <a:lnTo>
                    <a:pt x="163449" y="68104"/>
                  </a:lnTo>
                  <a:lnTo>
                    <a:pt x="163598" y="68104"/>
                  </a:lnTo>
                  <a:lnTo>
                    <a:pt x="163449" y="67355"/>
                  </a:lnTo>
                  <a:lnTo>
                    <a:pt x="163449" y="67206"/>
                  </a:lnTo>
                  <a:lnTo>
                    <a:pt x="163898" y="66757"/>
                  </a:lnTo>
                  <a:lnTo>
                    <a:pt x="163898" y="66906"/>
                  </a:lnTo>
                  <a:lnTo>
                    <a:pt x="164347" y="67804"/>
                  </a:lnTo>
                  <a:lnTo>
                    <a:pt x="164497" y="67655"/>
                  </a:lnTo>
                  <a:lnTo>
                    <a:pt x="164347" y="67206"/>
                  </a:lnTo>
                  <a:lnTo>
                    <a:pt x="164197" y="66757"/>
                  </a:lnTo>
                  <a:lnTo>
                    <a:pt x="164047" y="66607"/>
                  </a:lnTo>
                  <a:lnTo>
                    <a:pt x="164197" y="66457"/>
                  </a:lnTo>
                  <a:lnTo>
                    <a:pt x="164497" y="66158"/>
                  </a:lnTo>
                  <a:lnTo>
                    <a:pt x="165095" y="67206"/>
                  </a:lnTo>
                  <a:lnTo>
                    <a:pt x="165245" y="67206"/>
                  </a:lnTo>
                  <a:lnTo>
                    <a:pt x="165245" y="67056"/>
                  </a:lnTo>
                  <a:lnTo>
                    <a:pt x="164796" y="65859"/>
                  </a:lnTo>
                  <a:lnTo>
                    <a:pt x="165245" y="65410"/>
                  </a:lnTo>
                  <a:lnTo>
                    <a:pt x="165395" y="65559"/>
                  </a:lnTo>
                  <a:lnTo>
                    <a:pt x="165993" y="66607"/>
                  </a:lnTo>
                  <a:lnTo>
                    <a:pt x="165993" y="66457"/>
                  </a:lnTo>
                  <a:lnTo>
                    <a:pt x="165844" y="66008"/>
                  </a:lnTo>
                  <a:lnTo>
                    <a:pt x="165544" y="65410"/>
                  </a:lnTo>
                  <a:lnTo>
                    <a:pt x="165395" y="65110"/>
                  </a:lnTo>
                  <a:lnTo>
                    <a:pt x="165993" y="64511"/>
                  </a:lnTo>
                  <a:lnTo>
                    <a:pt x="166442" y="65410"/>
                  </a:lnTo>
                  <a:lnTo>
                    <a:pt x="166891" y="66008"/>
                  </a:lnTo>
                  <a:lnTo>
                    <a:pt x="167041" y="66008"/>
                  </a:lnTo>
                  <a:lnTo>
                    <a:pt x="166442" y="64961"/>
                  </a:lnTo>
                  <a:lnTo>
                    <a:pt x="166143" y="64362"/>
                  </a:lnTo>
                  <a:lnTo>
                    <a:pt x="166742" y="63763"/>
                  </a:lnTo>
                  <a:lnTo>
                    <a:pt x="167041" y="64212"/>
                  </a:lnTo>
                  <a:lnTo>
                    <a:pt x="167640" y="65559"/>
                  </a:lnTo>
                  <a:lnTo>
                    <a:pt x="167789" y="65559"/>
                  </a:lnTo>
                  <a:lnTo>
                    <a:pt x="167191" y="64062"/>
                  </a:lnTo>
                  <a:lnTo>
                    <a:pt x="166891" y="63613"/>
                  </a:lnTo>
                  <a:lnTo>
                    <a:pt x="167490" y="63015"/>
                  </a:lnTo>
                  <a:lnTo>
                    <a:pt x="167789" y="63314"/>
                  </a:lnTo>
                  <a:lnTo>
                    <a:pt x="168687" y="65110"/>
                  </a:lnTo>
                  <a:lnTo>
                    <a:pt x="168837" y="65110"/>
                  </a:lnTo>
                  <a:lnTo>
                    <a:pt x="168538" y="64362"/>
                  </a:lnTo>
                  <a:lnTo>
                    <a:pt x="168238" y="63613"/>
                  </a:lnTo>
                  <a:lnTo>
                    <a:pt x="167640" y="62865"/>
                  </a:lnTo>
                  <a:lnTo>
                    <a:pt x="168388" y="62117"/>
                  </a:lnTo>
                  <a:lnTo>
                    <a:pt x="168837" y="63015"/>
                  </a:lnTo>
                  <a:lnTo>
                    <a:pt x="169286" y="63763"/>
                  </a:lnTo>
                  <a:lnTo>
                    <a:pt x="169735" y="64511"/>
                  </a:lnTo>
                  <a:lnTo>
                    <a:pt x="169436" y="63613"/>
                  </a:lnTo>
                  <a:lnTo>
                    <a:pt x="168987" y="62865"/>
                  </a:lnTo>
                  <a:lnTo>
                    <a:pt x="168538" y="61967"/>
                  </a:lnTo>
                  <a:lnTo>
                    <a:pt x="169436" y="61069"/>
                  </a:lnTo>
                  <a:lnTo>
                    <a:pt x="169885" y="61967"/>
                  </a:lnTo>
                  <a:lnTo>
                    <a:pt x="170633" y="63464"/>
                  </a:lnTo>
                  <a:lnTo>
                    <a:pt x="170783" y="63464"/>
                  </a:lnTo>
                  <a:lnTo>
                    <a:pt x="170783" y="63314"/>
                  </a:lnTo>
                  <a:lnTo>
                    <a:pt x="170633" y="62715"/>
                  </a:lnTo>
                  <a:lnTo>
                    <a:pt x="170334" y="62117"/>
                  </a:lnTo>
                  <a:lnTo>
                    <a:pt x="169586" y="60770"/>
                  </a:lnTo>
                  <a:lnTo>
                    <a:pt x="170184" y="60171"/>
                  </a:lnTo>
                  <a:lnTo>
                    <a:pt x="170783" y="61368"/>
                  </a:lnTo>
                  <a:lnTo>
                    <a:pt x="171232" y="62266"/>
                  </a:lnTo>
                  <a:lnTo>
                    <a:pt x="171831" y="63015"/>
                  </a:lnTo>
                  <a:lnTo>
                    <a:pt x="171531" y="62117"/>
                  </a:lnTo>
                  <a:lnTo>
                    <a:pt x="171082" y="61219"/>
                  </a:lnTo>
                  <a:lnTo>
                    <a:pt x="170334" y="60021"/>
                  </a:lnTo>
                  <a:lnTo>
                    <a:pt x="171082" y="59273"/>
                  </a:lnTo>
                  <a:lnTo>
                    <a:pt x="171681" y="60470"/>
                  </a:lnTo>
                  <a:lnTo>
                    <a:pt x="172729" y="62117"/>
                  </a:lnTo>
                  <a:lnTo>
                    <a:pt x="172878" y="62117"/>
                  </a:lnTo>
                  <a:lnTo>
                    <a:pt x="172429" y="61219"/>
                  </a:lnTo>
                  <a:lnTo>
                    <a:pt x="171980" y="60320"/>
                  </a:lnTo>
                  <a:lnTo>
                    <a:pt x="171232" y="59123"/>
                  </a:lnTo>
                  <a:lnTo>
                    <a:pt x="171831" y="58375"/>
                  </a:lnTo>
                  <a:close/>
                  <a:moveTo>
                    <a:pt x="46999" y="68253"/>
                  </a:moveTo>
                  <a:lnTo>
                    <a:pt x="47747" y="69002"/>
                  </a:lnTo>
                  <a:lnTo>
                    <a:pt x="47747" y="69002"/>
                  </a:lnTo>
                  <a:lnTo>
                    <a:pt x="46849" y="68852"/>
                  </a:lnTo>
                  <a:lnTo>
                    <a:pt x="46999" y="68253"/>
                  </a:lnTo>
                  <a:close/>
                  <a:moveTo>
                    <a:pt x="162401" y="68253"/>
                  </a:moveTo>
                  <a:lnTo>
                    <a:pt x="162700" y="68852"/>
                  </a:lnTo>
                  <a:lnTo>
                    <a:pt x="161653" y="69002"/>
                  </a:lnTo>
                  <a:lnTo>
                    <a:pt x="161653" y="69002"/>
                  </a:lnTo>
                  <a:lnTo>
                    <a:pt x="162401" y="68253"/>
                  </a:lnTo>
                  <a:close/>
                  <a:moveTo>
                    <a:pt x="76037" y="61219"/>
                  </a:moveTo>
                  <a:lnTo>
                    <a:pt x="79479" y="67206"/>
                  </a:lnTo>
                  <a:lnTo>
                    <a:pt x="76935" y="69002"/>
                  </a:lnTo>
                  <a:lnTo>
                    <a:pt x="71247" y="64811"/>
                  </a:lnTo>
                  <a:lnTo>
                    <a:pt x="73492" y="63015"/>
                  </a:lnTo>
                  <a:lnTo>
                    <a:pt x="76037" y="61219"/>
                  </a:lnTo>
                  <a:close/>
                  <a:moveTo>
                    <a:pt x="114354" y="62117"/>
                  </a:moveTo>
                  <a:lnTo>
                    <a:pt x="116599" y="62566"/>
                  </a:lnTo>
                  <a:lnTo>
                    <a:pt x="118695" y="63314"/>
                  </a:lnTo>
                  <a:lnTo>
                    <a:pt x="120790" y="64062"/>
                  </a:lnTo>
                  <a:lnTo>
                    <a:pt x="122886" y="64961"/>
                  </a:lnTo>
                  <a:lnTo>
                    <a:pt x="124832" y="65859"/>
                  </a:lnTo>
                  <a:lnTo>
                    <a:pt x="126778" y="67056"/>
                  </a:lnTo>
                  <a:lnTo>
                    <a:pt x="128723" y="68104"/>
                  </a:lnTo>
                  <a:lnTo>
                    <a:pt x="130520" y="69451"/>
                  </a:lnTo>
                  <a:lnTo>
                    <a:pt x="117048" y="79629"/>
                  </a:lnTo>
                  <a:lnTo>
                    <a:pt x="114354" y="62117"/>
                  </a:lnTo>
                  <a:close/>
                  <a:moveTo>
                    <a:pt x="64511" y="71546"/>
                  </a:moveTo>
                  <a:lnTo>
                    <a:pt x="68852" y="77234"/>
                  </a:lnTo>
                  <a:lnTo>
                    <a:pt x="67056" y="79779"/>
                  </a:lnTo>
                  <a:lnTo>
                    <a:pt x="61218" y="76186"/>
                  </a:lnTo>
                  <a:lnTo>
                    <a:pt x="62865" y="73792"/>
                  </a:lnTo>
                  <a:lnTo>
                    <a:pt x="64511" y="71546"/>
                  </a:lnTo>
                  <a:close/>
                  <a:moveTo>
                    <a:pt x="94896" y="62117"/>
                  </a:moveTo>
                  <a:lnTo>
                    <a:pt x="92352" y="80377"/>
                  </a:lnTo>
                  <a:lnTo>
                    <a:pt x="78132" y="69900"/>
                  </a:lnTo>
                  <a:lnTo>
                    <a:pt x="80078" y="68553"/>
                  </a:lnTo>
                  <a:lnTo>
                    <a:pt x="81874" y="67355"/>
                  </a:lnTo>
                  <a:lnTo>
                    <a:pt x="83970" y="66158"/>
                  </a:lnTo>
                  <a:lnTo>
                    <a:pt x="86065" y="65110"/>
                  </a:lnTo>
                  <a:lnTo>
                    <a:pt x="88161" y="64212"/>
                  </a:lnTo>
                  <a:lnTo>
                    <a:pt x="90256" y="63464"/>
                  </a:lnTo>
                  <a:lnTo>
                    <a:pt x="92501" y="62715"/>
                  </a:lnTo>
                  <a:lnTo>
                    <a:pt x="94896" y="62117"/>
                  </a:lnTo>
                  <a:close/>
                  <a:moveTo>
                    <a:pt x="144140" y="70648"/>
                  </a:moveTo>
                  <a:lnTo>
                    <a:pt x="146535" y="73792"/>
                  </a:lnTo>
                  <a:lnTo>
                    <a:pt x="148780" y="77084"/>
                  </a:lnTo>
                  <a:lnTo>
                    <a:pt x="143093" y="80826"/>
                  </a:lnTo>
                  <a:lnTo>
                    <a:pt x="141596" y="78581"/>
                  </a:lnTo>
                  <a:lnTo>
                    <a:pt x="139949" y="76336"/>
                  </a:lnTo>
                  <a:lnTo>
                    <a:pt x="144140" y="70648"/>
                  </a:lnTo>
                  <a:close/>
                  <a:moveTo>
                    <a:pt x="32929" y="65859"/>
                  </a:moveTo>
                  <a:lnTo>
                    <a:pt x="43706" y="68852"/>
                  </a:lnTo>
                  <a:lnTo>
                    <a:pt x="41311" y="73193"/>
                  </a:lnTo>
                  <a:lnTo>
                    <a:pt x="39365" y="77534"/>
                  </a:lnTo>
                  <a:lnTo>
                    <a:pt x="37569" y="82024"/>
                  </a:lnTo>
                  <a:lnTo>
                    <a:pt x="36222" y="86664"/>
                  </a:lnTo>
                  <a:lnTo>
                    <a:pt x="26343" y="81575"/>
                  </a:lnTo>
                  <a:lnTo>
                    <a:pt x="26643" y="80527"/>
                  </a:lnTo>
                  <a:lnTo>
                    <a:pt x="27990" y="76635"/>
                  </a:lnTo>
                  <a:lnTo>
                    <a:pt x="29487" y="73043"/>
                  </a:lnTo>
                  <a:lnTo>
                    <a:pt x="31133" y="69301"/>
                  </a:lnTo>
                  <a:lnTo>
                    <a:pt x="32929" y="65859"/>
                  </a:lnTo>
                  <a:close/>
                  <a:moveTo>
                    <a:pt x="176471" y="65859"/>
                  </a:moveTo>
                  <a:lnTo>
                    <a:pt x="178417" y="69601"/>
                  </a:lnTo>
                  <a:lnTo>
                    <a:pt x="180213" y="73492"/>
                  </a:lnTo>
                  <a:lnTo>
                    <a:pt x="181710" y="77534"/>
                  </a:lnTo>
                  <a:lnTo>
                    <a:pt x="183057" y="81575"/>
                  </a:lnTo>
                  <a:lnTo>
                    <a:pt x="173178" y="86814"/>
                  </a:lnTo>
                  <a:lnTo>
                    <a:pt x="171831" y="82024"/>
                  </a:lnTo>
                  <a:lnTo>
                    <a:pt x="170035" y="77534"/>
                  </a:lnTo>
                  <a:lnTo>
                    <a:pt x="168089" y="73193"/>
                  </a:lnTo>
                  <a:lnTo>
                    <a:pt x="165694" y="68852"/>
                  </a:lnTo>
                  <a:lnTo>
                    <a:pt x="176471" y="65859"/>
                  </a:lnTo>
                  <a:close/>
                  <a:moveTo>
                    <a:pt x="38168" y="88909"/>
                  </a:moveTo>
                  <a:lnTo>
                    <a:pt x="39216" y="89358"/>
                  </a:lnTo>
                  <a:lnTo>
                    <a:pt x="38168" y="89358"/>
                  </a:lnTo>
                  <a:lnTo>
                    <a:pt x="38168" y="88909"/>
                  </a:lnTo>
                  <a:close/>
                  <a:moveTo>
                    <a:pt x="171232" y="88909"/>
                  </a:moveTo>
                  <a:lnTo>
                    <a:pt x="171232" y="89358"/>
                  </a:lnTo>
                  <a:lnTo>
                    <a:pt x="170334" y="89358"/>
                  </a:lnTo>
                  <a:lnTo>
                    <a:pt x="171232" y="88909"/>
                  </a:lnTo>
                  <a:close/>
                  <a:moveTo>
                    <a:pt x="26194" y="82623"/>
                  </a:moveTo>
                  <a:lnTo>
                    <a:pt x="26942" y="83072"/>
                  </a:lnTo>
                  <a:lnTo>
                    <a:pt x="26643" y="84568"/>
                  </a:lnTo>
                  <a:lnTo>
                    <a:pt x="26493" y="85466"/>
                  </a:lnTo>
                  <a:lnTo>
                    <a:pt x="26343" y="86365"/>
                  </a:lnTo>
                  <a:lnTo>
                    <a:pt x="26493" y="86365"/>
                  </a:lnTo>
                  <a:lnTo>
                    <a:pt x="26942" y="84419"/>
                  </a:lnTo>
                  <a:lnTo>
                    <a:pt x="27241" y="83221"/>
                  </a:lnTo>
                  <a:lnTo>
                    <a:pt x="27990" y="83670"/>
                  </a:lnTo>
                  <a:lnTo>
                    <a:pt x="27840" y="85017"/>
                  </a:lnTo>
                  <a:lnTo>
                    <a:pt x="27690" y="85916"/>
                  </a:lnTo>
                  <a:lnTo>
                    <a:pt x="27541" y="86814"/>
                  </a:lnTo>
                  <a:lnTo>
                    <a:pt x="27541" y="86963"/>
                  </a:lnTo>
                  <a:lnTo>
                    <a:pt x="27690" y="86963"/>
                  </a:lnTo>
                  <a:lnTo>
                    <a:pt x="27990" y="85916"/>
                  </a:lnTo>
                  <a:lnTo>
                    <a:pt x="28140" y="85017"/>
                  </a:lnTo>
                  <a:lnTo>
                    <a:pt x="28289" y="83670"/>
                  </a:lnTo>
                  <a:lnTo>
                    <a:pt x="29038" y="84119"/>
                  </a:lnTo>
                  <a:lnTo>
                    <a:pt x="28738" y="85466"/>
                  </a:lnTo>
                  <a:lnTo>
                    <a:pt x="28738" y="86215"/>
                  </a:lnTo>
                  <a:lnTo>
                    <a:pt x="28738" y="86963"/>
                  </a:lnTo>
                  <a:lnTo>
                    <a:pt x="28888" y="86963"/>
                  </a:lnTo>
                  <a:lnTo>
                    <a:pt x="29187" y="85167"/>
                  </a:lnTo>
                  <a:lnTo>
                    <a:pt x="29337" y="84269"/>
                  </a:lnTo>
                  <a:lnTo>
                    <a:pt x="30385" y="84868"/>
                  </a:lnTo>
                  <a:lnTo>
                    <a:pt x="30085" y="86215"/>
                  </a:lnTo>
                  <a:lnTo>
                    <a:pt x="30085" y="87562"/>
                  </a:lnTo>
                  <a:lnTo>
                    <a:pt x="30385" y="86814"/>
                  </a:lnTo>
                  <a:lnTo>
                    <a:pt x="30534" y="85766"/>
                  </a:lnTo>
                  <a:lnTo>
                    <a:pt x="30684" y="85017"/>
                  </a:lnTo>
                  <a:lnTo>
                    <a:pt x="31432" y="85317"/>
                  </a:lnTo>
                  <a:lnTo>
                    <a:pt x="31283" y="86365"/>
                  </a:lnTo>
                  <a:lnTo>
                    <a:pt x="31133" y="87113"/>
                  </a:lnTo>
                  <a:lnTo>
                    <a:pt x="31133" y="87861"/>
                  </a:lnTo>
                  <a:lnTo>
                    <a:pt x="31283" y="87861"/>
                  </a:lnTo>
                  <a:lnTo>
                    <a:pt x="31582" y="85916"/>
                  </a:lnTo>
                  <a:lnTo>
                    <a:pt x="31732" y="85466"/>
                  </a:lnTo>
                  <a:lnTo>
                    <a:pt x="32480" y="85916"/>
                  </a:lnTo>
                  <a:lnTo>
                    <a:pt x="32331" y="86215"/>
                  </a:lnTo>
                  <a:lnTo>
                    <a:pt x="32181" y="87113"/>
                  </a:lnTo>
                  <a:lnTo>
                    <a:pt x="32181" y="88011"/>
                  </a:lnTo>
                  <a:lnTo>
                    <a:pt x="32331" y="88011"/>
                  </a:lnTo>
                  <a:lnTo>
                    <a:pt x="32480" y="86814"/>
                  </a:lnTo>
                  <a:lnTo>
                    <a:pt x="32630" y="86065"/>
                  </a:lnTo>
                  <a:lnTo>
                    <a:pt x="33378" y="86365"/>
                  </a:lnTo>
                  <a:lnTo>
                    <a:pt x="33229" y="87263"/>
                  </a:lnTo>
                  <a:lnTo>
                    <a:pt x="33229" y="88161"/>
                  </a:lnTo>
                  <a:lnTo>
                    <a:pt x="33528" y="87412"/>
                  </a:lnTo>
                  <a:lnTo>
                    <a:pt x="33678" y="86514"/>
                  </a:lnTo>
                  <a:lnTo>
                    <a:pt x="34426" y="86814"/>
                  </a:lnTo>
                  <a:lnTo>
                    <a:pt x="34276" y="87263"/>
                  </a:lnTo>
                  <a:lnTo>
                    <a:pt x="34276" y="87712"/>
                  </a:lnTo>
                  <a:lnTo>
                    <a:pt x="34276" y="88310"/>
                  </a:lnTo>
                  <a:lnTo>
                    <a:pt x="34576" y="87263"/>
                  </a:lnTo>
                  <a:lnTo>
                    <a:pt x="34576" y="86963"/>
                  </a:lnTo>
                  <a:lnTo>
                    <a:pt x="35324" y="87263"/>
                  </a:lnTo>
                  <a:lnTo>
                    <a:pt x="35174" y="88610"/>
                  </a:lnTo>
                  <a:lnTo>
                    <a:pt x="35324" y="88759"/>
                  </a:lnTo>
                  <a:lnTo>
                    <a:pt x="35324" y="88610"/>
                  </a:lnTo>
                  <a:lnTo>
                    <a:pt x="35474" y="87412"/>
                  </a:lnTo>
                  <a:lnTo>
                    <a:pt x="35923" y="87712"/>
                  </a:lnTo>
                  <a:lnTo>
                    <a:pt x="36072" y="87712"/>
                  </a:lnTo>
                  <a:lnTo>
                    <a:pt x="36072" y="88011"/>
                  </a:lnTo>
                  <a:lnTo>
                    <a:pt x="36222" y="88909"/>
                  </a:lnTo>
                  <a:lnTo>
                    <a:pt x="36372" y="88161"/>
                  </a:lnTo>
                  <a:lnTo>
                    <a:pt x="36372" y="87861"/>
                  </a:lnTo>
                  <a:lnTo>
                    <a:pt x="36821" y="88161"/>
                  </a:lnTo>
                  <a:lnTo>
                    <a:pt x="36971" y="88310"/>
                  </a:lnTo>
                  <a:lnTo>
                    <a:pt x="37120" y="89059"/>
                  </a:lnTo>
                  <a:lnTo>
                    <a:pt x="37270" y="88310"/>
                  </a:lnTo>
                  <a:lnTo>
                    <a:pt x="38018" y="88759"/>
                  </a:lnTo>
                  <a:lnTo>
                    <a:pt x="38018" y="89358"/>
                  </a:lnTo>
                  <a:lnTo>
                    <a:pt x="36522" y="89508"/>
                  </a:lnTo>
                  <a:lnTo>
                    <a:pt x="35474" y="89508"/>
                  </a:lnTo>
                  <a:lnTo>
                    <a:pt x="24398" y="90107"/>
                  </a:lnTo>
                  <a:lnTo>
                    <a:pt x="24398" y="90107"/>
                  </a:lnTo>
                  <a:lnTo>
                    <a:pt x="25146" y="86065"/>
                  </a:lnTo>
                  <a:lnTo>
                    <a:pt x="25296" y="86065"/>
                  </a:lnTo>
                  <a:lnTo>
                    <a:pt x="25745" y="84269"/>
                  </a:lnTo>
                  <a:lnTo>
                    <a:pt x="26044" y="83521"/>
                  </a:lnTo>
                  <a:lnTo>
                    <a:pt x="26194" y="82623"/>
                  </a:lnTo>
                  <a:close/>
                  <a:moveTo>
                    <a:pt x="183356" y="82623"/>
                  </a:moveTo>
                  <a:lnTo>
                    <a:pt x="183506" y="83521"/>
                  </a:lnTo>
                  <a:lnTo>
                    <a:pt x="183655" y="84269"/>
                  </a:lnTo>
                  <a:lnTo>
                    <a:pt x="184104" y="86065"/>
                  </a:lnTo>
                  <a:lnTo>
                    <a:pt x="184254" y="86065"/>
                  </a:lnTo>
                  <a:lnTo>
                    <a:pt x="185002" y="90107"/>
                  </a:lnTo>
                  <a:lnTo>
                    <a:pt x="185002" y="90107"/>
                  </a:lnTo>
                  <a:lnTo>
                    <a:pt x="173926" y="89508"/>
                  </a:lnTo>
                  <a:lnTo>
                    <a:pt x="172878" y="89508"/>
                  </a:lnTo>
                  <a:lnTo>
                    <a:pt x="171382" y="89358"/>
                  </a:lnTo>
                  <a:lnTo>
                    <a:pt x="171531" y="88759"/>
                  </a:lnTo>
                  <a:lnTo>
                    <a:pt x="172130" y="88310"/>
                  </a:lnTo>
                  <a:lnTo>
                    <a:pt x="172280" y="89059"/>
                  </a:lnTo>
                  <a:lnTo>
                    <a:pt x="172429" y="89059"/>
                  </a:lnTo>
                  <a:lnTo>
                    <a:pt x="172429" y="88310"/>
                  </a:lnTo>
                  <a:lnTo>
                    <a:pt x="172579" y="88161"/>
                  </a:lnTo>
                  <a:lnTo>
                    <a:pt x="173028" y="87861"/>
                  </a:lnTo>
                  <a:lnTo>
                    <a:pt x="173028" y="88161"/>
                  </a:lnTo>
                  <a:lnTo>
                    <a:pt x="173178" y="88909"/>
                  </a:lnTo>
                  <a:lnTo>
                    <a:pt x="173178" y="89059"/>
                  </a:lnTo>
                  <a:lnTo>
                    <a:pt x="173328" y="88909"/>
                  </a:lnTo>
                  <a:lnTo>
                    <a:pt x="173328" y="88011"/>
                  </a:lnTo>
                  <a:lnTo>
                    <a:pt x="173328" y="87712"/>
                  </a:lnTo>
                  <a:lnTo>
                    <a:pt x="173477" y="87712"/>
                  </a:lnTo>
                  <a:lnTo>
                    <a:pt x="173926" y="87412"/>
                  </a:lnTo>
                  <a:lnTo>
                    <a:pt x="174076" y="88610"/>
                  </a:lnTo>
                  <a:lnTo>
                    <a:pt x="174226" y="88759"/>
                  </a:lnTo>
                  <a:lnTo>
                    <a:pt x="174226" y="88610"/>
                  </a:lnTo>
                  <a:lnTo>
                    <a:pt x="174226" y="87263"/>
                  </a:lnTo>
                  <a:lnTo>
                    <a:pt x="174824" y="86963"/>
                  </a:lnTo>
                  <a:lnTo>
                    <a:pt x="174824" y="87263"/>
                  </a:lnTo>
                  <a:lnTo>
                    <a:pt x="175124" y="88310"/>
                  </a:lnTo>
                  <a:lnTo>
                    <a:pt x="175273" y="87712"/>
                  </a:lnTo>
                  <a:lnTo>
                    <a:pt x="175124" y="87263"/>
                  </a:lnTo>
                  <a:lnTo>
                    <a:pt x="175124" y="86814"/>
                  </a:lnTo>
                  <a:lnTo>
                    <a:pt x="175722" y="86514"/>
                  </a:lnTo>
                  <a:lnTo>
                    <a:pt x="175872" y="87412"/>
                  </a:lnTo>
                  <a:lnTo>
                    <a:pt x="176171" y="88161"/>
                  </a:lnTo>
                  <a:lnTo>
                    <a:pt x="176171" y="87263"/>
                  </a:lnTo>
                  <a:lnTo>
                    <a:pt x="176022" y="86365"/>
                  </a:lnTo>
                  <a:lnTo>
                    <a:pt x="176770" y="86065"/>
                  </a:lnTo>
                  <a:lnTo>
                    <a:pt x="176920" y="86814"/>
                  </a:lnTo>
                  <a:lnTo>
                    <a:pt x="177069" y="88011"/>
                  </a:lnTo>
                  <a:lnTo>
                    <a:pt x="177219" y="88011"/>
                  </a:lnTo>
                  <a:lnTo>
                    <a:pt x="177219" y="87113"/>
                  </a:lnTo>
                  <a:lnTo>
                    <a:pt x="177069" y="86215"/>
                  </a:lnTo>
                  <a:lnTo>
                    <a:pt x="177069" y="85916"/>
                  </a:lnTo>
                  <a:lnTo>
                    <a:pt x="177668" y="85466"/>
                  </a:lnTo>
                  <a:lnTo>
                    <a:pt x="177818" y="85916"/>
                  </a:lnTo>
                  <a:lnTo>
                    <a:pt x="178267" y="87861"/>
                  </a:lnTo>
                  <a:lnTo>
                    <a:pt x="178267" y="87113"/>
                  </a:lnTo>
                  <a:lnTo>
                    <a:pt x="178117" y="86365"/>
                  </a:lnTo>
                  <a:lnTo>
                    <a:pt x="177968" y="85317"/>
                  </a:lnTo>
                  <a:lnTo>
                    <a:pt x="178716" y="85017"/>
                  </a:lnTo>
                  <a:lnTo>
                    <a:pt x="178866" y="85766"/>
                  </a:lnTo>
                  <a:lnTo>
                    <a:pt x="179015" y="86814"/>
                  </a:lnTo>
                  <a:lnTo>
                    <a:pt x="179315" y="87562"/>
                  </a:lnTo>
                  <a:lnTo>
                    <a:pt x="179315" y="86215"/>
                  </a:lnTo>
                  <a:lnTo>
                    <a:pt x="179015" y="84868"/>
                  </a:lnTo>
                  <a:lnTo>
                    <a:pt x="180063" y="84269"/>
                  </a:lnTo>
                  <a:lnTo>
                    <a:pt x="180362" y="85167"/>
                  </a:lnTo>
                  <a:lnTo>
                    <a:pt x="180512" y="86963"/>
                  </a:lnTo>
                  <a:lnTo>
                    <a:pt x="180662" y="86963"/>
                  </a:lnTo>
                  <a:lnTo>
                    <a:pt x="180662" y="86215"/>
                  </a:lnTo>
                  <a:lnTo>
                    <a:pt x="180662" y="85466"/>
                  </a:lnTo>
                  <a:lnTo>
                    <a:pt x="180362" y="84119"/>
                  </a:lnTo>
                  <a:lnTo>
                    <a:pt x="181111" y="83670"/>
                  </a:lnTo>
                  <a:lnTo>
                    <a:pt x="181410" y="85017"/>
                  </a:lnTo>
                  <a:lnTo>
                    <a:pt x="181560" y="85916"/>
                  </a:lnTo>
                  <a:lnTo>
                    <a:pt x="181859" y="86963"/>
                  </a:lnTo>
                  <a:lnTo>
                    <a:pt x="181859" y="86814"/>
                  </a:lnTo>
                  <a:lnTo>
                    <a:pt x="181859" y="85916"/>
                  </a:lnTo>
                  <a:lnTo>
                    <a:pt x="181710" y="85017"/>
                  </a:lnTo>
                  <a:lnTo>
                    <a:pt x="181410" y="83670"/>
                  </a:lnTo>
                  <a:lnTo>
                    <a:pt x="182308" y="83221"/>
                  </a:lnTo>
                  <a:lnTo>
                    <a:pt x="182458" y="84419"/>
                  </a:lnTo>
                  <a:lnTo>
                    <a:pt x="182907" y="86365"/>
                  </a:lnTo>
                  <a:lnTo>
                    <a:pt x="183057" y="86365"/>
                  </a:lnTo>
                  <a:lnTo>
                    <a:pt x="183057" y="85466"/>
                  </a:lnTo>
                  <a:lnTo>
                    <a:pt x="182907" y="84568"/>
                  </a:lnTo>
                  <a:lnTo>
                    <a:pt x="182608" y="83072"/>
                  </a:lnTo>
                  <a:lnTo>
                    <a:pt x="183356" y="82623"/>
                  </a:lnTo>
                  <a:close/>
                  <a:moveTo>
                    <a:pt x="50891" y="51340"/>
                  </a:moveTo>
                  <a:lnTo>
                    <a:pt x="54932" y="54333"/>
                  </a:lnTo>
                  <a:lnTo>
                    <a:pt x="55680" y="54932"/>
                  </a:lnTo>
                  <a:lnTo>
                    <a:pt x="68852" y="64661"/>
                  </a:lnTo>
                  <a:lnTo>
                    <a:pt x="70199" y="65709"/>
                  </a:lnTo>
                  <a:lnTo>
                    <a:pt x="75887" y="69900"/>
                  </a:lnTo>
                  <a:lnTo>
                    <a:pt x="77084" y="70798"/>
                  </a:lnTo>
                  <a:lnTo>
                    <a:pt x="92052" y="81874"/>
                  </a:lnTo>
                  <a:lnTo>
                    <a:pt x="90855" y="90705"/>
                  </a:lnTo>
                  <a:lnTo>
                    <a:pt x="88460" y="91154"/>
                  </a:lnTo>
                  <a:lnTo>
                    <a:pt x="89059" y="90406"/>
                  </a:lnTo>
                  <a:lnTo>
                    <a:pt x="89657" y="89807"/>
                  </a:lnTo>
                  <a:lnTo>
                    <a:pt x="89657" y="89657"/>
                  </a:lnTo>
                  <a:lnTo>
                    <a:pt x="89508" y="89657"/>
                  </a:lnTo>
                  <a:lnTo>
                    <a:pt x="88610" y="90406"/>
                  </a:lnTo>
                  <a:lnTo>
                    <a:pt x="87861" y="91154"/>
                  </a:lnTo>
                  <a:lnTo>
                    <a:pt x="84269" y="91753"/>
                  </a:lnTo>
                  <a:lnTo>
                    <a:pt x="85766" y="90406"/>
                  </a:lnTo>
                  <a:lnTo>
                    <a:pt x="86963" y="89059"/>
                  </a:lnTo>
                  <a:lnTo>
                    <a:pt x="87562" y="88460"/>
                  </a:lnTo>
                  <a:lnTo>
                    <a:pt x="88011" y="87861"/>
                  </a:lnTo>
                  <a:lnTo>
                    <a:pt x="88011" y="87712"/>
                  </a:lnTo>
                  <a:lnTo>
                    <a:pt x="87262" y="88310"/>
                  </a:lnTo>
                  <a:lnTo>
                    <a:pt x="86664" y="88909"/>
                  </a:lnTo>
                  <a:lnTo>
                    <a:pt x="85466" y="90107"/>
                  </a:lnTo>
                  <a:lnTo>
                    <a:pt x="83820" y="91753"/>
                  </a:lnTo>
                  <a:lnTo>
                    <a:pt x="81724" y="92052"/>
                  </a:lnTo>
                  <a:lnTo>
                    <a:pt x="70499" y="77384"/>
                  </a:lnTo>
                  <a:lnTo>
                    <a:pt x="69600" y="76186"/>
                  </a:lnTo>
                  <a:lnTo>
                    <a:pt x="65409" y="70499"/>
                  </a:lnTo>
                  <a:lnTo>
                    <a:pt x="64362" y="69152"/>
                  </a:lnTo>
                  <a:lnTo>
                    <a:pt x="54483" y="56279"/>
                  </a:lnTo>
                  <a:lnTo>
                    <a:pt x="53884" y="55381"/>
                  </a:lnTo>
                  <a:lnTo>
                    <a:pt x="50891" y="51340"/>
                  </a:lnTo>
                  <a:close/>
                  <a:moveTo>
                    <a:pt x="157462" y="50591"/>
                  </a:moveTo>
                  <a:lnTo>
                    <a:pt x="154468" y="54483"/>
                  </a:lnTo>
                  <a:lnTo>
                    <a:pt x="154019" y="55231"/>
                  </a:lnTo>
                  <a:lnTo>
                    <a:pt x="144290" y="68253"/>
                  </a:lnTo>
                  <a:lnTo>
                    <a:pt x="143242" y="69750"/>
                  </a:lnTo>
                  <a:lnTo>
                    <a:pt x="139051" y="75438"/>
                  </a:lnTo>
                  <a:lnTo>
                    <a:pt x="138153" y="76635"/>
                  </a:lnTo>
                  <a:lnTo>
                    <a:pt x="126778" y="92052"/>
                  </a:lnTo>
                  <a:lnTo>
                    <a:pt x="118695" y="91005"/>
                  </a:lnTo>
                  <a:lnTo>
                    <a:pt x="118396" y="88759"/>
                  </a:lnTo>
                  <a:lnTo>
                    <a:pt x="118396" y="88759"/>
                  </a:lnTo>
                  <a:lnTo>
                    <a:pt x="119144" y="89358"/>
                  </a:lnTo>
                  <a:lnTo>
                    <a:pt x="119144" y="89208"/>
                  </a:lnTo>
                  <a:lnTo>
                    <a:pt x="118246" y="88161"/>
                  </a:lnTo>
                  <a:lnTo>
                    <a:pt x="117797" y="84718"/>
                  </a:lnTo>
                  <a:lnTo>
                    <a:pt x="118545" y="85466"/>
                  </a:lnTo>
                  <a:lnTo>
                    <a:pt x="119743" y="86664"/>
                  </a:lnTo>
                  <a:lnTo>
                    <a:pt x="120341" y="87263"/>
                  </a:lnTo>
                  <a:lnTo>
                    <a:pt x="120940" y="87712"/>
                  </a:lnTo>
                  <a:lnTo>
                    <a:pt x="121090" y="87712"/>
                  </a:lnTo>
                  <a:lnTo>
                    <a:pt x="120641" y="86963"/>
                  </a:lnTo>
                  <a:lnTo>
                    <a:pt x="120042" y="86365"/>
                  </a:lnTo>
                  <a:lnTo>
                    <a:pt x="118695" y="85167"/>
                  </a:lnTo>
                  <a:lnTo>
                    <a:pt x="117647" y="84119"/>
                  </a:lnTo>
                  <a:lnTo>
                    <a:pt x="117198" y="80976"/>
                  </a:lnTo>
                  <a:lnTo>
                    <a:pt x="131567" y="70199"/>
                  </a:lnTo>
                  <a:lnTo>
                    <a:pt x="132765" y="69301"/>
                  </a:lnTo>
                  <a:lnTo>
                    <a:pt x="138452" y="64961"/>
                  </a:lnTo>
                  <a:lnTo>
                    <a:pt x="139800" y="63913"/>
                  </a:lnTo>
                  <a:lnTo>
                    <a:pt x="152672" y="54184"/>
                  </a:lnTo>
                  <a:lnTo>
                    <a:pt x="153570" y="53585"/>
                  </a:lnTo>
                  <a:lnTo>
                    <a:pt x="157462" y="50591"/>
                  </a:lnTo>
                  <a:close/>
                  <a:moveTo>
                    <a:pt x="149379" y="77833"/>
                  </a:moveTo>
                  <a:lnTo>
                    <a:pt x="151175" y="81275"/>
                  </a:lnTo>
                  <a:lnTo>
                    <a:pt x="152822" y="84868"/>
                  </a:lnTo>
                  <a:lnTo>
                    <a:pt x="154169" y="88460"/>
                  </a:lnTo>
                  <a:lnTo>
                    <a:pt x="155366" y="92352"/>
                  </a:lnTo>
                  <a:lnTo>
                    <a:pt x="148481" y="93100"/>
                  </a:lnTo>
                  <a:lnTo>
                    <a:pt x="147583" y="90107"/>
                  </a:lnTo>
                  <a:lnTo>
                    <a:pt x="146385" y="87263"/>
                  </a:lnTo>
                  <a:lnTo>
                    <a:pt x="145038" y="84419"/>
                  </a:lnTo>
                  <a:lnTo>
                    <a:pt x="143542" y="81575"/>
                  </a:lnTo>
                  <a:lnTo>
                    <a:pt x="149379" y="77833"/>
                  </a:lnTo>
                  <a:close/>
                  <a:moveTo>
                    <a:pt x="60620" y="76935"/>
                  </a:moveTo>
                  <a:lnTo>
                    <a:pt x="66457" y="80527"/>
                  </a:lnTo>
                  <a:lnTo>
                    <a:pt x="64661" y="83521"/>
                  </a:lnTo>
                  <a:lnTo>
                    <a:pt x="63164" y="86664"/>
                  </a:lnTo>
                  <a:lnTo>
                    <a:pt x="61967" y="89957"/>
                  </a:lnTo>
                  <a:lnTo>
                    <a:pt x="60919" y="93399"/>
                  </a:lnTo>
                  <a:lnTo>
                    <a:pt x="54184" y="91903"/>
                  </a:lnTo>
                  <a:lnTo>
                    <a:pt x="55381" y="88011"/>
                  </a:lnTo>
                  <a:lnTo>
                    <a:pt x="56878" y="84119"/>
                  </a:lnTo>
                  <a:lnTo>
                    <a:pt x="58524" y="80527"/>
                  </a:lnTo>
                  <a:lnTo>
                    <a:pt x="60620" y="76935"/>
                  </a:lnTo>
                  <a:close/>
                  <a:moveTo>
                    <a:pt x="139051" y="77683"/>
                  </a:moveTo>
                  <a:lnTo>
                    <a:pt x="140398" y="79479"/>
                  </a:lnTo>
                  <a:lnTo>
                    <a:pt x="141745" y="81575"/>
                  </a:lnTo>
                  <a:lnTo>
                    <a:pt x="142943" y="83521"/>
                  </a:lnTo>
                  <a:lnTo>
                    <a:pt x="144140" y="85766"/>
                  </a:lnTo>
                  <a:lnTo>
                    <a:pt x="145038" y="87861"/>
                  </a:lnTo>
                  <a:lnTo>
                    <a:pt x="145936" y="90256"/>
                  </a:lnTo>
                  <a:lnTo>
                    <a:pt x="146685" y="92501"/>
                  </a:lnTo>
                  <a:lnTo>
                    <a:pt x="147283" y="94896"/>
                  </a:lnTo>
                  <a:lnTo>
                    <a:pt x="128274" y="92202"/>
                  </a:lnTo>
                  <a:lnTo>
                    <a:pt x="139051" y="77683"/>
                  </a:lnTo>
                  <a:close/>
                  <a:moveTo>
                    <a:pt x="69750" y="78432"/>
                  </a:moveTo>
                  <a:lnTo>
                    <a:pt x="80377" y="92352"/>
                  </a:lnTo>
                  <a:lnTo>
                    <a:pt x="61967" y="95046"/>
                  </a:lnTo>
                  <a:lnTo>
                    <a:pt x="61967" y="95046"/>
                  </a:lnTo>
                  <a:lnTo>
                    <a:pt x="62566" y="92801"/>
                  </a:lnTo>
                  <a:lnTo>
                    <a:pt x="63314" y="90556"/>
                  </a:lnTo>
                  <a:lnTo>
                    <a:pt x="64062" y="88460"/>
                  </a:lnTo>
                  <a:lnTo>
                    <a:pt x="64960" y="86215"/>
                  </a:lnTo>
                  <a:lnTo>
                    <a:pt x="66008" y="84119"/>
                  </a:lnTo>
                  <a:lnTo>
                    <a:pt x="67206" y="82174"/>
                  </a:lnTo>
                  <a:lnTo>
                    <a:pt x="68403" y="80228"/>
                  </a:lnTo>
                  <a:lnTo>
                    <a:pt x="69750" y="78432"/>
                  </a:lnTo>
                  <a:close/>
                  <a:moveTo>
                    <a:pt x="155516" y="93250"/>
                  </a:moveTo>
                  <a:lnTo>
                    <a:pt x="156115" y="96094"/>
                  </a:lnTo>
                  <a:lnTo>
                    <a:pt x="148930" y="95046"/>
                  </a:lnTo>
                  <a:lnTo>
                    <a:pt x="148631" y="94148"/>
                  </a:lnTo>
                  <a:lnTo>
                    <a:pt x="155516" y="93250"/>
                  </a:lnTo>
                  <a:close/>
                  <a:moveTo>
                    <a:pt x="53884" y="92950"/>
                  </a:moveTo>
                  <a:lnTo>
                    <a:pt x="60620" y="94447"/>
                  </a:lnTo>
                  <a:lnTo>
                    <a:pt x="60470" y="95345"/>
                  </a:lnTo>
                  <a:lnTo>
                    <a:pt x="53285" y="96393"/>
                  </a:lnTo>
                  <a:lnTo>
                    <a:pt x="53884" y="92950"/>
                  </a:lnTo>
                  <a:close/>
                  <a:moveTo>
                    <a:pt x="154767" y="56129"/>
                  </a:moveTo>
                  <a:lnTo>
                    <a:pt x="157013" y="58524"/>
                  </a:lnTo>
                  <a:lnTo>
                    <a:pt x="159108" y="61069"/>
                  </a:lnTo>
                  <a:lnTo>
                    <a:pt x="161054" y="63613"/>
                  </a:lnTo>
                  <a:lnTo>
                    <a:pt x="163000" y="66308"/>
                  </a:lnTo>
                  <a:lnTo>
                    <a:pt x="158509" y="70948"/>
                  </a:lnTo>
                  <a:lnTo>
                    <a:pt x="164796" y="69152"/>
                  </a:lnTo>
                  <a:lnTo>
                    <a:pt x="167041" y="73492"/>
                  </a:lnTo>
                  <a:lnTo>
                    <a:pt x="169137" y="77833"/>
                  </a:lnTo>
                  <a:lnTo>
                    <a:pt x="170933" y="82473"/>
                  </a:lnTo>
                  <a:lnTo>
                    <a:pt x="172280" y="87263"/>
                  </a:lnTo>
                  <a:lnTo>
                    <a:pt x="166592" y="90107"/>
                  </a:lnTo>
                  <a:lnTo>
                    <a:pt x="173028" y="90406"/>
                  </a:lnTo>
                  <a:lnTo>
                    <a:pt x="173777" y="94447"/>
                  </a:lnTo>
                  <a:lnTo>
                    <a:pt x="174226" y="98638"/>
                  </a:lnTo>
                  <a:lnTo>
                    <a:pt x="157911" y="96393"/>
                  </a:lnTo>
                  <a:lnTo>
                    <a:pt x="157312" y="93100"/>
                  </a:lnTo>
                  <a:lnTo>
                    <a:pt x="161204" y="92651"/>
                  </a:lnTo>
                  <a:lnTo>
                    <a:pt x="161653" y="93250"/>
                  </a:lnTo>
                  <a:lnTo>
                    <a:pt x="162401" y="93699"/>
                  </a:lnTo>
                  <a:lnTo>
                    <a:pt x="163299" y="93848"/>
                  </a:lnTo>
                  <a:lnTo>
                    <a:pt x="164047" y="93549"/>
                  </a:lnTo>
                  <a:lnTo>
                    <a:pt x="164497" y="93399"/>
                  </a:lnTo>
                  <a:lnTo>
                    <a:pt x="164796" y="93100"/>
                  </a:lnTo>
                  <a:lnTo>
                    <a:pt x="165245" y="92352"/>
                  </a:lnTo>
                  <a:lnTo>
                    <a:pt x="165395" y="91603"/>
                  </a:lnTo>
                  <a:lnTo>
                    <a:pt x="165245" y="91154"/>
                  </a:lnTo>
                  <a:lnTo>
                    <a:pt x="165095" y="90705"/>
                  </a:lnTo>
                  <a:lnTo>
                    <a:pt x="164946" y="90256"/>
                  </a:lnTo>
                  <a:lnTo>
                    <a:pt x="164646" y="89957"/>
                  </a:lnTo>
                  <a:lnTo>
                    <a:pt x="163898" y="89508"/>
                  </a:lnTo>
                  <a:lnTo>
                    <a:pt x="163000" y="89358"/>
                  </a:lnTo>
                  <a:lnTo>
                    <a:pt x="162700" y="89508"/>
                  </a:lnTo>
                  <a:lnTo>
                    <a:pt x="162251" y="89657"/>
                  </a:lnTo>
                  <a:lnTo>
                    <a:pt x="161653" y="89957"/>
                  </a:lnTo>
                  <a:lnTo>
                    <a:pt x="161353" y="90406"/>
                  </a:lnTo>
                  <a:lnTo>
                    <a:pt x="161054" y="91005"/>
                  </a:lnTo>
                  <a:lnTo>
                    <a:pt x="160904" y="91603"/>
                  </a:lnTo>
                  <a:lnTo>
                    <a:pt x="157013" y="92052"/>
                  </a:lnTo>
                  <a:lnTo>
                    <a:pt x="155965" y="88161"/>
                  </a:lnTo>
                  <a:lnTo>
                    <a:pt x="154468" y="84269"/>
                  </a:lnTo>
                  <a:lnTo>
                    <a:pt x="152822" y="80527"/>
                  </a:lnTo>
                  <a:lnTo>
                    <a:pt x="150876" y="76935"/>
                  </a:lnTo>
                  <a:lnTo>
                    <a:pt x="154169" y="74690"/>
                  </a:lnTo>
                  <a:lnTo>
                    <a:pt x="154917" y="75139"/>
                  </a:lnTo>
                  <a:lnTo>
                    <a:pt x="155665" y="75288"/>
                  </a:lnTo>
                  <a:lnTo>
                    <a:pt x="156564" y="74989"/>
                  </a:lnTo>
                  <a:lnTo>
                    <a:pt x="157312" y="74540"/>
                  </a:lnTo>
                  <a:lnTo>
                    <a:pt x="157611" y="74241"/>
                  </a:lnTo>
                  <a:lnTo>
                    <a:pt x="157761" y="73941"/>
                  </a:lnTo>
                  <a:lnTo>
                    <a:pt x="157911" y="73043"/>
                  </a:lnTo>
                  <a:lnTo>
                    <a:pt x="157761" y="72295"/>
                  </a:lnTo>
                  <a:lnTo>
                    <a:pt x="157611" y="71846"/>
                  </a:lnTo>
                  <a:lnTo>
                    <a:pt x="157312" y="71546"/>
                  </a:lnTo>
                  <a:lnTo>
                    <a:pt x="157013" y="71247"/>
                  </a:lnTo>
                  <a:lnTo>
                    <a:pt x="156564" y="70948"/>
                  </a:lnTo>
                  <a:lnTo>
                    <a:pt x="155815" y="70798"/>
                  </a:lnTo>
                  <a:lnTo>
                    <a:pt x="154917" y="70948"/>
                  </a:lnTo>
                  <a:lnTo>
                    <a:pt x="154468" y="71097"/>
                  </a:lnTo>
                  <a:lnTo>
                    <a:pt x="154169" y="71397"/>
                  </a:lnTo>
                  <a:lnTo>
                    <a:pt x="153720" y="71995"/>
                  </a:lnTo>
                  <a:lnTo>
                    <a:pt x="153570" y="72594"/>
                  </a:lnTo>
                  <a:lnTo>
                    <a:pt x="153570" y="73193"/>
                  </a:lnTo>
                  <a:lnTo>
                    <a:pt x="153720" y="73792"/>
                  </a:lnTo>
                  <a:lnTo>
                    <a:pt x="150277" y="76037"/>
                  </a:lnTo>
                  <a:lnTo>
                    <a:pt x="147882" y="72594"/>
                  </a:lnTo>
                  <a:lnTo>
                    <a:pt x="145188" y="69301"/>
                  </a:lnTo>
                  <a:lnTo>
                    <a:pt x="154767" y="56129"/>
                  </a:lnTo>
                  <a:close/>
                  <a:moveTo>
                    <a:pt x="53735" y="57177"/>
                  </a:moveTo>
                  <a:lnTo>
                    <a:pt x="63464" y="70050"/>
                  </a:lnTo>
                  <a:lnTo>
                    <a:pt x="61518" y="72594"/>
                  </a:lnTo>
                  <a:lnTo>
                    <a:pt x="59722" y="75139"/>
                  </a:lnTo>
                  <a:lnTo>
                    <a:pt x="56429" y="73193"/>
                  </a:lnTo>
                  <a:lnTo>
                    <a:pt x="56578" y="72444"/>
                  </a:lnTo>
                  <a:lnTo>
                    <a:pt x="56279" y="71546"/>
                  </a:lnTo>
                  <a:lnTo>
                    <a:pt x="55830" y="70948"/>
                  </a:lnTo>
                  <a:lnTo>
                    <a:pt x="55082" y="70499"/>
                  </a:lnTo>
                  <a:lnTo>
                    <a:pt x="54633" y="70349"/>
                  </a:lnTo>
                  <a:lnTo>
                    <a:pt x="54184" y="70349"/>
                  </a:lnTo>
                  <a:lnTo>
                    <a:pt x="53435" y="70648"/>
                  </a:lnTo>
                  <a:lnTo>
                    <a:pt x="52687" y="71097"/>
                  </a:lnTo>
                  <a:lnTo>
                    <a:pt x="52537" y="71397"/>
                  </a:lnTo>
                  <a:lnTo>
                    <a:pt x="52238" y="71846"/>
                  </a:lnTo>
                  <a:lnTo>
                    <a:pt x="52238" y="72295"/>
                  </a:lnTo>
                  <a:lnTo>
                    <a:pt x="52238" y="72744"/>
                  </a:lnTo>
                  <a:lnTo>
                    <a:pt x="52387" y="73492"/>
                  </a:lnTo>
                  <a:lnTo>
                    <a:pt x="52836" y="74241"/>
                  </a:lnTo>
                  <a:lnTo>
                    <a:pt x="53285" y="74540"/>
                  </a:lnTo>
                  <a:lnTo>
                    <a:pt x="53585" y="74690"/>
                  </a:lnTo>
                  <a:lnTo>
                    <a:pt x="54333" y="74839"/>
                  </a:lnTo>
                  <a:lnTo>
                    <a:pt x="54932" y="74690"/>
                  </a:lnTo>
                  <a:lnTo>
                    <a:pt x="55531" y="74540"/>
                  </a:lnTo>
                  <a:lnTo>
                    <a:pt x="55980" y="74091"/>
                  </a:lnTo>
                  <a:lnTo>
                    <a:pt x="59123" y="76037"/>
                  </a:lnTo>
                  <a:lnTo>
                    <a:pt x="57027" y="79629"/>
                  </a:lnTo>
                  <a:lnTo>
                    <a:pt x="55231" y="83521"/>
                  </a:lnTo>
                  <a:lnTo>
                    <a:pt x="53585" y="87412"/>
                  </a:lnTo>
                  <a:lnTo>
                    <a:pt x="52387" y="91603"/>
                  </a:lnTo>
                  <a:lnTo>
                    <a:pt x="48645" y="90705"/>
                  </a:lnTo>
                  <a:lnTo>
                    <a:pt x="48496" y="89957"/>
                  </a:lnTo>
                  <a:lnTo>
                    <a:pt x="47897" y="89208"/>
                  </a:lnTo>
                  <a:lnTo>
                    <a:pt x="47298" y="88759"/>
                  </a:lnTo>
                  <a:lnTo>
                    <a:pt x="46400" y="88610"/>
                  </a:lnTo>
                  <a:lnTo>
                    <a:pt x="45951" y="88759"/>
                  </a:lnTo>
                  <a:lnTo>
                    <a:pt x="45652" y="88759"/>
                  </a:lnTo>
                  <a:lnTo>
                    <a:pt x="44904" y="89358"/>
                  </a:lnTo>
                  <a:lnTo>
                    <a:pt x="44454" y="89957"/>
                  </a:lnTo>
                  <a:lnTo>
                    <a:pt x="44305" y="90406"/>
                  </a:lnTo>
                  <a:lnTo>
                    <a:pt x="44155" y="90855"/>
                  </a:lnTo>
                  <a:lnTo>
                    <a:pt x="44305" y="91304"/>
                  </a:lnTo>
                  <a:lnTo>
                    <a:pt x="44454" y="91753"/>
                  </a:lnTo>
                  <a:lnTo>
                    <a:pt x="44904" y="92352"/>
                  </a:lnTo>
                  <a:lnTo>
                    <a:pt x="45502" y="92950"/>
                  </a:lnTo>
                  <a:lnTo>
                    <a:pt x="45951" y="92950"/>
                  </a:lnTo>
                  <a:lnTo>
                    <a:pt x="46400" y="93100"/>
                  </a:lnTo>
                  <a:lnTo>
                    <a:pt x="46999" y="92950"/>
                  </a:lnTo>
                  <a:lnTo>
                    <a:pt x="47598" y="92651"/>
                  </a:lnTo>
                  <a:lnTo>
                    <a:pt x="48047" y="92352"/>
                  </a:lnTo>
                  <a:lnTo>
                    <a:pt x="48496" y="91753"/>
                  </a:lnTo>
                  <a:lnTo>
                    <a:pt x="52238" y="92501"/>
                  </a:lnTo>
                  <a:lnTo>
                    <a:pt x="51789" y="94597"/>
                  </a:lnTo>
                  <a:lnTo>
                    <a:pt x="51340" y="96692"/>
                  </a:lnTo>
                  <a:lnTo>
                    <a:pt x="35025" y="99237"/>
                  </a:lnTo>
                  <a:lnTo>
                    <a:pt x="35623" y="94747"/>
                  </a:lnTo>
                  <a:lnTo>
                    <a:pt x="36372" y="90406"/>
                  </a:lnTo>
                  <a:lnTo>
                    <a:pt x="42808" y="90107"/>
                  </a:lnTo>
                  <a:lnTo>
                    <a:pt x="37120" y="87113"/>
                  </a:lnTo>
                  <a:lnTo>
                    <a:pt x="38467" y="82473"/>
                  </a:lnTo>
                  <a:lnTo>
                    <a:pt x="40263" y="77833"/>
                  </a:lnTo>
                  <a:lnTo>
                    <a:pt x="42359" y="73492"/>
                  </a:lnTo>
                  <a:lnTo>
                    <a:pt x="44604" y="69152"/>
                  </a:lnTo>
                  <a:lnTo>
                    <a:pt x="50891" y="70948"/>
                  </a:lnTo>
                  <a:lnTo>
                    <a:pt x="46400" y="66308"/>
                  </a:lnTo>
                  <a:lnTo>
                    <a:pt x="48047" y="63913"/>
                  </a:lnTo>
                  <a:lnTo>
                    <a:pt x="49843" y="61518"/>
                  </a:lnTo>
                  <a:lnTo>
                    <a:pt x="51789" y="59273"/>
                  </a:lnTo>
                  <a:lnTo>
                    <a:pt x="53735" y="57177"/>
                  </a:lnTo>
                  <a:close/>
                  <a:moveTo>
                    <a:pt x="174076" y="90556"/>
                  </a:moveTo>
                  <a:lnTo>
                    <a:pt x="185302" y="91005"/>
                  </a:lnTo>
                  <a:lnTo>
                    <a:pt x="185901" y="95645"/>
                  </a:lnTo>
                  <a:lnTo>
                    <a:pt x="186200" y="100285"/>
                  </a:lnTo>
                  <a:lnTo>
                    <a:pt x="175273" y="98638"/>
                  </a:lnTo>
                  <a:lnTo>
                    <a:pt x="174824" y="94597"/>
                  </a:lnTo>
                  <a:lnTo>
                    <a:pt x="174076" y="90556"/>
                  </a:lnTo>
                  <a:close/>
                  <a:moveTo>
                    <a:pt x="35324" y="90556"/>
                  </a:moveTo>
                  <a:lnTo>
                    <a:pt x="34576" y="94896"/>
                  </a:lnTo>
                  <a:lnTo>
                    <a:pt x="34127" y="99387"/>
                  </a:lnTo>
                  <a:lnTo>
                    <a:pt x="23050" y="101033"/>
                  </a:lnTo>
                  <a:lnTo>
                    <a:pt x="23500" y="95944"/>
                  </a:lnTo>
                  <a:lnTo>
                    <a:pt x="24098" y="91154"/>
                  </a:lnTo>
                  <a:lnTo>
                    <a:pt x="35324" y="90556"/>
                  </a:lnTo>
                  <a:close/>
                  <a:moveTo>
                    <a:pt x="107319" y="15716"/>
                  </a:moveTo>
                  <a:lnTo>
                    <a:pt x="111660" y="16016"/>
                  </a:lnTo>
                  <a:lnTo>
                    <a:pt x="116001" y="16465"/>
                  </a:lnTo>
                  <a:lnTo>
                    <a:pt x="120192" y="17063"/>
                  </a:lnTo>
                  <a:lnTo>
                    <a:pt x="124383" y="17961"/>
                  </a:lnTo>
                  <a:lnTo>
                    <a:pt x="128424" y="19009"/>
                  </a:lnTo>
                  <a:lnTo>
                    <a:pt x="132465" y="20207"/>
                  </a:lnTo>
                  <a:lnTo>
                    <a:pt x="136507" y="21554"/>
                  </a:lnTo>
                  <a:lnTo>
                    <a:pt x="140249" y="23200"/>
                  </a:lnTo>
                  <a:lnTo>
                    <a:pt x="143991" y="24847"/>
                  </a:lnTo>
                  <a:lnTo>
                    <a:pt x="147733" y="26792"/>
                  </a:lnTo>
                  <a:lnTo>
                    <a:pt x="151325" y="28888"/>
                  </a:lnTo>
                  <a:lnTo>
                    <a:pt x="154767" y="31133"/>
                  </a:lnTo>
                  <a:lnTo>
                    <a:pt x="158060" y="33528"/>
                  </a:lnTo>
                  <a:lnTo>
                    <a:pt x="161204" y="36073"/>
                  </a:lnTo>
                  <a:lnTo>
                    <a:pt x="164347" y="38767"/>
                  </a:lnTo>
                  <a:lnTo>
                    <a:pt x="167340" y="41611"/>
                  </a:lnTo>
                  <a:lnTo>
                    <a:pt x="170184" y="44455"/>
                  </a:lnTo>
                  <a:lnTo>
                    <a:pt x="172878" y="47598"/>
                  </a:lnTo>
                  <a:lnTo>
                    <a:pt x="175423" y="50741"/>
                  </a:lnTo>
                  <a:lnTo>
                    <a:pt x="177818" y="54034"/>
                  </a:lnTo>
                  <a:lnTo>
                    <a:pt x="180063" y="57477"/>
                  </a:lnTo>
                  <a:lnTo>
                    <a:pt x="182308" y="61069"/>
                  </a:lnTo>
                  <a:lnTo>
                    <a:pt x="184254" y="64661"/>
                  </a:lnTo>
                  <a:lnTo>
                    <a:pt x="186050" y="68403"/>
                  </a:lnTo>
                  <a:lnTo>
                    <a:pt x="187547" y="72295"/>
                  </a:lnTo>
                  <a:lnTo>
                    <a:pt x="189044" y="76186"/>
                  </a:lnTo>
                  <a:lnTo>
                    <a:pt x="190241" y="80228"/>
                  </a:lnTo>
                  <a:lnTo>
                    <a:pt x="191289" y="84269"/>
                  </a:lnTo>
                  <a:lnTo>
                    <a:pt x="192187" y="88460"/>
                  </a:lnTo>
                  <a:lnTo>
                    <a:pt x="192935" y="92651"/>
                  </a:lnTo>
                  <a:lnTo>
                    <a:pt x="193384" y="96842"/>
                  </a:lnTo>
                  <a:lnTo>
                    <a:pt x="193684" y="101183"/>
                  </a:lnTo>
                  <a:lnTo>
                    <a:pt x="189792" y="100734"/>
                  </a:lnTo>
                  <a:lnTo>
                    <a:pt x="189343" y="95944"/>
                  </a:lnTo>
                  <a:lnTo>
                    <a:pt x="188744" y="91454"/>
                  </a:lnTo>
                  <a:lnTo>
                    <a:pt x="187846" y="86814"/>
                  </a:lnTo>
                  <a:lnTo>
                    <a:pt x="186799" y="82323"/>
                  </a:lnTo>
                  <a:lnTo>
                    <a:pt x="185451" y="77983"/>
                  </a:lnTo>
                  <a:lnTo>
                    <a:pt x="183955" y="73792"/>
                  </a:lnTo>
                  <a:lnTo>
                    <a:pt x="182159" y="69601"/>
                  </a:lnTo>
                  <a:lnTo>
                    <a:pt x="180213" y="65559"/>
                  </a:lnTo>
                  <a:lnTo>
                    <a:pt x="178117" y="61668"/>
                  </a:lnTo>
                  <a:lnTo>
                    <a:pt x="175722" y="57926"/>
                  </a:lnTo>
                  <a:lnTo>
                    <a:pt x="173178" y="54184"/>
                  </a:lnTo>
                  <a:lnTo>
                    <a:pt x="170334" y="50741"/>
                  </a:lnTo>
                  <a:lnTo>
                    <a:pt x="167490" y="47298"/>
                  </a:lnTo>
                  <a:lnTo>
                    <a:pt x="164347" y="44155"/>
                  </a:lnTo>
                  <a:lnTo>
                    <a:pt x="161204" y="41162"/>
                  </a:lnTo>
                  <a:lnTo>
                    <a:pt x="157761" y="38318"/>
                  </a:lnTo>
                  <a:lnTo>
                    <a:pt x="156414" y="37120"/>
                  </a:lnTo>
                  <a:lnTo>
                    <a:pt x="152373" y="34276"/>
                  </a:lnTo>
                  <a:lnTo>
                    <a:pt x="148182" y="31582"/>
                  </a:lnTo>
                  <a:lnTo>
                    <a:pt x="146535" y="30684"/>
                  </a:lnTo>
                  <a:lnTo>
                    <a:pt x="143691" y="29038"/>
                  </a:lnTo>
                  <a:lnTo>
                    <a:pt x="143392" y="28888"/>
                  </a:lnTo>
                  <a:lnTo>
                    <a:pt x="140099" y="27391"/>
                  </a:lnTo>
                  <a:lnTo>
                    <a:pt x="138902" y="26792"/>
                  </a:lnTo>
                  <a:lnTo>
                    <a:pt x="135309" y="25296"/>
                  </a:lnTo>
                  <a:lnTo>
                    <a:pt x="131567" y="23949"/>
                  </a:lnTo>
                  <a:lnTo>
                    <a:pt x="127825" y="22751"/>
                  </a:lnTo>
                  <a:lnTo>
                    <a:pt x="123934" y="21853"/>
                  </a:lnTo>
                  <a:lnTo>
                    <a:pt x="120042" y="20955"/>
                  </a:lnTo>
                  <a:lnTo>
                    <a:pt x="116001" y="20356"/>
                  </a:lnTo>
                  <a:lnTo>
                    <a:pt x="111959" y="19907"/>
                  </a:lnTo>
                  <a:lnTo>
                    <a:pt x="107918" y="19758"/>
                  </a:lnTo>
                  <a:lnTo>
                    <a:pt x="107319" y="15716"/>
                  </a:lnTo>
                  <a:close/>
                  <a:moveTo>
                    <a:pt x="101183" y="15716"/>
                  </a:moveTo>
                  <a:lnTo>
                    <a:pt x="100584" y="19758"/>
                  </a:lnTo>
                  <a:lnTo>
                    <a:pt x="96543" y="20057"/>
                  </a:lnTo>
                  <a:lnTo>
                    <a:pt x="92501" y="20506"/>
                  </a:lnTo>
                  <a:lnTo>
                    <a:pt x="88460" y="21105"/>
                  </a:lnTo>
                  <a:lnTo>
                    <a:pt x="84568" y="22003"/>
                  </a:lnTo>
                  <a:lnTo>
                    <a:pt x="80826" y="23051"/>
                  </a:lnTo>
                  <a:lnTo>
                    <a:pt x="76935" y="24248"/>
                  </a:lnTo>
                  <a:lnTo>
                    <a:pt x="73342" y="25595"/>
                  </a:lnTo>
                  <a:lnTo>
                    <a:pt x="69600" y="27242"/>
                  </a:lnTo>
                  <a:lnTo>
                    <a:pt x="66158" y="28888"/>
                  </a:lnTo>
                  <a:lnTo>
                    <a:pt x="62715" y="30684"/>
                  </a:lnTo>
                  <a:lnTo>
                    <a:pt x="59422" y="32780"/>
                  </a:lnTo>
                  <a:lnTo>
                    <a:pt x="56129" y="34875"/>
                  </a:lnTo>
                  <a:lnTo>
                    <a:pt x="52986" y="37120"/>
                  </a:lnTo>
                  <a:lnTo>
                    <a:pt x="49993" y="39665"/>
                  </a:lnTo>
                  <a:lnTo>
                    <a:pt x="46999" y="42209"/>
                  </a:lnTo>
                  <a:lnTo>
                    <a:pt x="44305" y="44904"/>
                  </a:lnTo>
                  <a:lnTo>
                    <a:pt x="41611" y="47747"/>
                  </a:lnTo>
                  <a:lnTo>
                    <a:pt x="39066" y="50591"/>
                  </a:lnTo>
                  <a:lnTo>
                    <a:pt x="36671" y="53585"/>
                  </a:lnTo>
                  <a:lnTo>
                    <a:pt x="34426" y="56878"/>
                  </a:lnTo>
                  <a:lnTo>
                    <a:pt x="32331" y="60021"/>
                  </a:lnTo>
                  <a:lnTo>
                    <a:pt x="30235" y="63464"/>
                  </a:lnTo>
                  <a:lnTo>
                    <a:pt x="28439" y="66906"/>
                  </a:lnTo>
                  <a:lnTo>
                    <a:pt x="26792" y="70349"/>
                  </a:lnTo>
                  <a:lnTo>
                    <a:pt x="25296" y="74091"/>
                  </a:lnTo>
                  <a:lnTo>
                    <a:pt x="23949" y="77833"/>
                  </a:lnTo>
                  <a:lnTo>
                    <a:pt x="22751" y="81575"/>
                  </a:lnTo>
                  <a:lnTo>
                    <a:pt x="21853" y="85466"/>
                  </a:lnTo>
                  <a:lnTo>
                    <a:pt x="20955" y="89358"/>
                  </a:lnTo>
                  <a:lnTo>
                    <a:pt x="20356" y="93399"/>
                  </a:lnTo>
                  <a:lnTo>
                    <a:pt x="19907" y="97441"/>
                  </a:lnTo>
                  <a:lnTo>
                    <a:pt x="19608" y="101482"/>
                  </a:lnTo>
                  <a:lnTo>
                    <a:pt x="15716" y="102081"/>
                  </a:lnTo>
                  <a:lnTo>
                    <a:pt x="15866" y="97740"/>
                  </a:lnTo>
                  <a:lnTo>
                    <a:pt x="16315" y="93399"/>
                  </a:lnTo>
                  <a:lnTo>
                    <a:pt x="17063" y="89208"/>
                  </a:lnTo>
                  <a:lnTo>
                    <a:pt x="17812" y="85017"/>
                  </a:lnTo>
                  <a:lnTo>
                    <a:pt x="18859" y="80976"/>
                  </a:lnTo>
                  <a:lnTo>
                    <a:pt x="20057" y="76935"/>
                  </a:lnTo>
                  <a:lnTo>
                    <a:pt x="21554" y="73043"/>
                  </a:lnTo>
                  <a:lnTo>
                    <a:pt x="23050" y="69152"/>
                  </a:lnTo>
                  <a:lnTo>
                    <a:pt x="24847" y="65410"/>
                  </a:lnTo>
                  <a:lnTo>
                    <a:pt x="26792" y="61817"/>
                  </a:lnTo>
                  <a:lnTo>
                    <a:pt x="28888" y="58225"/>
                  </a:lnTo>
                  <a:lnTo>
                    <a:pt x="31133" y="54782"/>
                  </a:lnTo>
                  <a:lnTo>
                    <a:pt x="33378" y="51340"/>
                  </a:lnTo>
                  <a:lnTo>
                    <a:pt x="35923" y="48197"/>
                  </a:lnTo>
                  <a:lnTo>
                    <a:pt x="38617" y="45053"/>
                  </a:lnTo>
                  <a:lnTo>
                    <a:pt x="41461" y="42060"/>
                  </a:lnTo>
                  <a:lnTo>
                    <a:pt x="44454" y="39216"/>
                  </a:lnTo>
                  <a:lnTo>
                    <a:pt x="47448" y="36522"/>
                  </a:lnTo>
                  <a:lnTo>
                    <a:pt x="50741" y="33977"/>
                  </a:lnTo>
                  <a:lnTo>
                    <a:pt x="54034" y="31582"/>
                  </a:lnTo>
                  <a:lnTo>
                    <a:pt x="57476" y="29337"/>
                  </a:lnTo>
                  <a:lnTo>
                    <a:pt x="60919" y="27242"/>
                  </a:lnTo>
                  <a:lnTo>
                    <a:pt x="64661" y="25296"/>
                  </a:lnTo>
                  <a:lnTo>
                    <a:pt x="68403" y="23500"/>
                  </a:lnTo>
                  <a:lnTo>
                    <a:pt x="72145" y="21853"/>
                  </a:lnTo>
                  <a:lnTo>
                    <a:pt x="76186" y="20356"/>
                  </a:lnTo>
                  <a:lnTo>
                    <a:pt x="80078" y="19159"/>
                  </a:lnTo>
                  <a:lnTo>
                    <a:pt x="84119" y="18111"/>
                  </a:lnTo>
                  <a:lnTo>
                    <a:pt x="88310" y="17213"/>
                  </a:lnTo>
                  <a:lnTo>
                    <a:pt x="92501" y="16614"/>
                  </a:lnTo>
                  <a:lnTo>
                    <a:pt x="96842" y="16016"/>
                  </a:lnTo>
                  <a:lnTo>
                    <a:pt x="101183" y="15716"/>
                  </a:lnTo>
                  <a:close/>
                  <a:moveTo>
                    <a:pt x="104176" y="5837"/>
                  </a:moveTo>
                  <a:lnTo>
                    <a:pt x="105224" y="12274"/>
                  </a:lnTo>
                  <a:lnTo>
                    <a:pt x="105673" y="15716"/>
                  </a:lnTo>
                  <a:lnTo>
                    <a:pt x="106272" y="19608"/>
                  </a:lnTo>
                  <a:lnTo>
                    <a:pt x="106870" y="23051"/>
                  </a:lnTo>
                  <a:lnTo>
                    <a:pt x="108517" y="33977"/>
                  </a:lnTo>
                  <a:lnTo>
                    <a:pt x="108666" y="35025"/>
                  </a:lnTo>
                  <a:lnTo>
                    <a:pt x="111061" y="51190"/>
                  </a:lnTo>
                  <a:lnTo>
                    <a:pt x="111361" y="52986"/>
                  </a:lnTo>
                  <a:lnTo>
                    <a:pt x="112408" y="60171"/>
                  </a:lnTo>
                  <a:lnTo>
                    <a:pt x="112708" y="61668"/>
                  </a:lnTo>
                  <a:lnTo>
                    <a:pt x="115552" y="80826"/>
                  </a:lnTo>
                  <a:lnTo>
                    <a:pt x="115701" y="81425"/>
                  </a:lnTo>
                  <a:lnTo>
                    <a:pt x="115701" y="82174"/>
                  </a:lnTo>
                  <a:lnTo>
                    <a:pt x="116300" y="86215"/>
                  </a:lnTo>
                  <a:lnTo>
                    <a:pt x="116450" y="86814"/>
                  </a:lnTo>
                  <a:lnTo>
                    <a:pt x="117048" y="90556"/>
                  </a:lnTo>
                  <a:lnTo>
                    <a:pt x="117048" y="90705"/>
                  </a:lnTo>
                  <a:lnTo>
                    <a:pt x="116749" y="90705"/>
                  </a:lnTo>
                  <a:lnTo>
                    <a:pt x="115252" y="92352"/>
                  </a:lnTo>
                  <a:lnTo>
                    <a:pt x="113606" y="94148"/>
                  </a:lnTo>
                  <a:lnTo>
                    <a:pt x="113456" y="94148"/>
                  </a:lnTo>
                  <a:lnTo>
                    <a:pt x="111810" y="95944"/>
                  </a:lnTo>
                  <a:lnTo>
                    <a:pt x="110163" y="97740"/>
                  </a:lnTo>
                  <a:lnTo>
                    <a:pt x="110163" y="97590"/>
                  </a:lnTo>
                  <a:lnTo>
                    <a:pt x="110014" y="95794"/>
                  </a:lnTo>
                  <a:lnTo>
                    <a:pt x="109714" y="95794"/>
                  </a:lnTo>
                  <a:lnTo>
                    <a:pt x="109565" y="97141"/>
                  </a:lnTo>
                  <a:lnTo>
                    <a:pt x="109565" y="97291"/>
                  </a:lnTo>
                  <a:lnTo>
                    <a:pt x="109415" y="98489"/>
                  </a:lnTo>
                  <a:lnTo>
                    <a:pt x="108517" y="99536"/>
                  </a:lnTo>
                  <a:lnTo>
                    <a:pt x="108367" y="99686"/>
                  </a:lnTo>
                  <a:lnTo>
                    <a:pt x="106870" y="101332"/>
                  </a:lnTo>
                  <a:lnTo>
                    <a:pt x="106721" y="101482"/>
                  </a:lnTo>
                  <a:lnTo>
                    <a:pt x="105224" y="102979"/>
                  </a:lnTo>
                  <a:lnTo>
                    <a:pt x="104775" y="103428"/>
                  </a:lnTo>
                  <a:lnTo>
                    <a:pt x="104625" y="103578"/>
                  </a:lnTo>
                  <a:lnTo>
                    <a:pt x="104026" y="102979"/>
                  </a:lnTo>
                  <a:lnTo>
                    <a:pt x="103577" y="102530"/>
                  </a:lnTo>
                  <a:lnTo>
                    <a:pt x="102380" y="101482"/>
                  </a:lnTo>
                  <a:lnTo>
                    <a:pt x="102380" y="101332"/>
                  </a:lnTo>
                  <a:lnTo>
                    <a:pt x="101033" y="100135"/>
                  </a:lnTo>
                  <a:lnTo>
                    <a:pt x="103428" y="100135"/>
                  </a:lnTo>
                  <a:lnTo>
                    <a:pt x="103877" y="99985"/>
                  </a:lnTo>
                  <a:lnTo>
                    <a:pt x="105523" y="99985"/>
                  </a:lnTo>
                  <a:lnTo>
                    <a:pt x="106721" y="99836"/>
                  </a:lnTo>
                  <a:lnTo>
                    <a:pt x="106870" y="99686"/>
                  </a:lnTo>
                  <a:lnTo>
                    <a:pt x="106870" y="99536"/>
                  </a:lnTo>
                  <a:lnTo>
                    <a:pt x="106721" y="99387"/>
                  </a:lnTo>
                  <a:lnTo>
                    <a:pt x="105224" y="99237"/>
                  </a:lnTo>
                  <a:lnTo>
                    <a:pt x="100135" y="99237"/>
                  </a:lnTo>
                  <a:lnTo>
                    <a:pt x="98788" y="98039"/>
                  </a:lnTo>
                  <a:lnTo>
                    <a:pt x="98788" y="97890"/>
                  </a:lnTo>
                  <a:lnTo>
                    <a:pt x="97441" y="96692"/>
                  </a:lnTo>
                  <a:lnTo>
                    <a:pt x="99835" y="96842"/>
                  </a:lnTo>
                  <a:lnTo>
                    <a:pt x="105074" y="96842"/>
                  </a:lnTo>
                  <a:lnTo>
                    <a:pt x="105523" y="96692"/>
                  </a:lnTo>
                  <a:lnTo>
                    <a:pt x="105673" y="96692"/>
                  </a:lnTo>
                  <a:lnTo>
                    <a:pt x="107619" y="96543"/>
                  </a:lnTo>
                  <a:lnTo>
                    <a:pt x="107619" y="96393"/>
                  </a:lnTo>
                  <a:lnTo>
                    <a:pt x="107619" y="96243"/>
                  </a:lnTo>
                  <a:lnTo>
                    <a:pt x="105074" y="95944"/>
                  </a:lnTo>
                  <a:lnTo>
                    <a:pt x="100284" y="95944"/>
                  </a:lnTo>
                  <a:lnTo>
                    <a:pt x="97141" y="96243"/>
                  </a:lnTo>
                  <a:lnTo>
                    <a:pt x="96992" y="96243"/>
                  </a:lnTo>
                  <a:lnTo>
                    <a:pt x="92352" y="91753"/>
                  </a:lnTo>
                  <a:lnTo>
                    <a:pt x="92651" y="90107"/>
                  </a:lnTo>
                  <a:lnTo>
                    <a:pt x="95195" y="90406"/>
                  </a:lnTo>
                  <a:lnTo>
                    <a:pt x="97890" y="90406"/>
                  </a:lnTo>
                  <a:lnTo>
                    <a:pt x="103128" y="90256"/>
                  </a:lnTo>
                  <a:lnTo>
                    <a:pt x="104925" y="90256"/>
                  </a:lnTo>
                  <a:lnTo>
                    <a:pt x="105224" y="90107"/>
                  </a:lnTo>
                  <a:lnTo>
                    <a:pt x="105972" y="90107"/>
                  </a:lnTo>
                  <a:lnTo>
                    <a:pt x="105972" y="89957"/>
                  </a:lnTo>
                  <a:lnTo>
                    <a:pt x="105972" y="89807"/>
                  </a:lnTo>
                  <a:lnTo>
                    <a:pt x="105823" y="89657"/>
                  </a:lnTo>
                  <a:lnTo>
                    <a:pt x="102679" y="89657"/>
                  </a:lnTo>
                  <a:lnTo>
                    <a:pt x="97590" y="89508"/>
                  </a:lnTo>
                  <a:lnTo>
                    <a:pt x="95195" y="89508"/>
                  </a:lnTo>
                  <a:lnTo>
                    <a:pt x="92651" y="89807"/>
                  </a:lnTo>
                  <a:lnTo>
                    <a:pt x="93549" y="82922"/>
                  </a:lnTo>
                  <a:lnTo>
                    <a:pt x="93699" y="82174"/>
                  </a:lnTo>
                  <a:lnTo>
                    <a:pt x="93848" y="81425"/>
                  </a:lnTo>
                  <a:lnTo>
                    <a:pt x="96543" y="61817"/>
                  </a:lnTo>
                  <a:lnTo>
                    <a:pt x="96692" y="60171"/>
                  </a:lnTo>
                  <a:lnTo>
                    <a:pt x="97740" y="53136"/>
                  </a:lnTo>
                  <a:lnTo>
                    <a:pt x="97890" y="51340"/>
                  </a:lnTo>
                  <a:lnTo>
                    <a:pt x="100135" y="35025"/>
                  </a:lnTo>
                  <a:lnTo>
                    <a:pt x="100284" y="34127"/>
                  </a:lnTo>
                  <a:lnTo>
                    <a:pt x="101781" y="23051"/>
                  </a:lnTo>
                  <a:lnTo>
                    <a:pt x="102230" y="19608"/>
                  </a:lnTo>
                  <a:lnTo>
                    <a:pt x="102829" y="15716"/>
                  </a:lnTo>
                  <a:lnTo>
                    <a:pt x="103278" y="12274"/>
                  </a:lnTo>
                  <a:lnTo>
                    <a:pt x="104176" y="5837"/>
                  </a:lnTo>
                  <a:close/>
                  <a:moveTo>
                    <a:pt x="53285" y="113456"/>
                  </a:moveTo>
                  <a:lnTo>
                    <a:pt x="60021" y="114354"/>
                  </a:lnTo>
                  <a:lnTo>
                    <a:pt x="53884" y="116151"/>
                  </a:lnTo>
                  <a:lnTo>
                    <a:pt x="53285" y="113456"/>
                  </a:lnTo>
                  <a:close/>
                  <a:moveTo>
                    <a:pt x="90705" y="92352"/>
                  </a:moveTo>
                  <a:lnTo>
                    <a:pt x="90555" y="92651"/>
                  </a:lnTo>
                  <a:lnTo>
                    <a:pt x="92052" y="93998"/>
                  </a:lnTo>
                  <a:lnTo>
                    <a:pt x="92202" y="94148"/>
                  </a:lnTo>
                  <a:lnTo>
                    <a:pt x="93998" y="95794"/>
                  </a:lnTo>
                  <a:lnTo>
                    <a:pt x="95794" y="97441"/>
                  </a:lnTo>
                  <a:lnTo>
                    <a:pt x="95794" y="97590"/>
                  </a:lnTo>
                  <a:lnTo>
                    <a:pt x="97590" y="99087"/>
                  </a:lnTo>
                  <a:lnTo>
                    <a:pt x="97590" y="99237"/>
                  </a:lnTo>
                  <a:lnTo>
                    <a:pt x="97740" y="99387"/>
                  </a:lnTo>
                  <a:lnTo>
                    <a:pt x="97291" y="99387"/>
                  </a:lnTo>
                  <a:lnTo>
                    <a:pt x="95794" y="99536"/>
                  </a:lnTo>
                  <a:lnTo>
                    <a:pt x="95644" y="99686"/>
                  </a:lnTo>
                  <a:lnTo>
                    <a:pt x="95794" y="99686"/>
                  </a:lnTo>
                  <a:lnTo>
                    <a:pt x="96842" y="99836"/>
                  </a:lnTo>
                  <a:lnTo>
                    <a:pt x="96992" y="99836"/>
                  </a:lnTo>
                  <a:lnTo>
                    <a:pt x="98488" y="99985"/>
                  </a:lnTo>
                  <a:lnTo>
                    <a:pt x="99237" y="100734"/>
                  </a:lnTo>
                  <a:lnTo>
                    <a:pt x="99386" y="100883"/>
                  </a:lnTo>
                  <a:lnTo>
                    <a:pt x="101183" y="102530"/>
                  </a:lnTo>
                  <a:lnTo>
                    <a:pt x="101183" y="102680"/>
                  </a:lnTo>
                  <a:lnTo>
                    <a:pt x="102829" y="104027"/>
                  </a:lnTo>
                  <a:lnTo>
                    <a:pt x="103428" y="104625"/>
                  </a:lnTo>
                  <a:lnTo>
                    <a:pt x="103577" y="104775"/>
                  </a:lnTo>
                  <a:lnTo>
                    <a:pt x="103428" y="104775"/>
                  </a:lnTo>
                  <a:lnTo>
                    <a:pt x="102979" y="105374"/>
                  </a:lnTo>
                  <a:lnTo>
                    <a:pt x="102829" y="105523"/>
                  </a:lnTo>
                  <a:lnTo>
                    <a:pt x="102230" y="106122"/>
                  </a:lnTo>
                  <a:lnTo>
                    <a:pt x="101183" y="107320"/>
                  </a:lnTo>
                  <a:lnTo>
                    <a:pt x="101033" y="107320"/>
                  </a:lnTo>
                  <a:lnTo>
                    <a:pt x="99985" y="108517"/>
                  </a:lnTo>
                  <a:lnTo>
                    <a:pt x="99985" y="106122"/>
                  </a:lnTo>
                  <a:lnTo>
                    <a:pt x="99985" y="105523"/>
                  </a:lnTo>
                  <a:lnTo>
                    <a:pt x="99985" y="105374"/>
                  </a:lnTo>
                  <a:lnTo>
                    <a:pt x="99985" y="104925"/>
                  </a:lnTo>
                  <a:lnTo>
                    <a:pt x="99985" y="104775"/>
                  </a:lnTo>
                  <a:lnTo>
                    <a:pt x="99985" y="104176"/>
                  </a:lnTo>
                  <a:lnTo>
                    <a:pt x="99835" y="104027"/>
                  </a:lnTo>
                  <a:lnTo>
                    <a:pt x="99835" y="103727"/>
                  </a:lnTo>
                  <a:lnTo>
                    <a:pt x="99686" y="102680"/>
                  </a:lnTo>
                  <a:lnTo>
                    <a:pt x="99686" y="102530"/>
                  </a:lnTo>
                  <a:lnTo>
                    <a:pt x="99386" y="102530"/>
                  </a:lnTo>
                  <a:lnTo>
                    <a:pt x="99386" y="102680"/>
                  </a:lnTo>
                  <a:lnTo>
                    <a:pt x="99237" y="104176"/>
                  </a:lnTo>
                  <a:lnTo>
                    <a:pt x="99237" y="104476"/>
                  </a:lnTo>
                  <a:lnTo>
                    <a:pt x="99237" y="104625"/>
                  </a:lnTo>
                  <a:lnTo>
                    <a:pt x="99237" y="104775"/>
                  </a:lnTo>
                  <a:lnTo>
                    <a:pt x="99237" y="104925"/>
                  </a:lnTo>
                  <a:lnTo>
                    <a:pt x="99087" y="105374"/>
                  </a:lnTo>
                  <a:lnTo>
                    <a:pt x="99087" y="105523"/>
                  </a:lnTo>
                  <a:lnTo>
                    <a:pt x="99087" y="106122"/>
                  </a:lnTo>
                  <a:lnTo>
                    <a:pt x="99087" y="108667"/>
                  </a:lnTo>
                  <a:lnTo>
                    <a:pt x="99087" y="108816"/>
                  </a:lnTo>
                  <a:lnTo>
                    <a:pt x="99087" y="109415"/>
                  </a:lnTo>
                  <a:lnTo>
                    <a:pt x="96543" y="111960"/>
                  </a:lnTo>
                  <a:lnTo>
                    <a:pt x="96842" y="109116"/>
                  </a:lnTo>
                  <a:lnTo>
                    <a:pt x="96842" y="106272"/>
                  </a:lnTo>
                  <a:lnTo>
                    <a:pt x="96842" y="105523"/>
                  </a:lnTo>
                  <a:lnTo>
                    <a:pt x="96842" y="104925"/>
                  </a:lnTo>
                  <a:lnTo>
                    <a:pt x="96692" y="104326"/>
                  </a:lnTo>
                  <a:lnTo>
                    <a:pt x="96692" y="103727"/>
                  </a:lnTo>
                  <a:lnTo>
                    <a:pt x="96692" y="103428"/>
                  </a:lnTo>
                  <a:lnTo>
                    <a:pt x="96393" y="101931"/>
                  </a:lnTo>
                  <a:lnTo>
                    <a:pt x="96393" y="101781"/>
                  </a:lnTo>
                  <a:lnTo>
                    <a:pt x="96243" y="101931"/>
                  </a:lnTo>
                  <a:lnTo>
                    <a:pt x="95944" y="104176"/>
                  </a:lnTo>
                  <a:lnTo>
                    <a:pt x="95944" y="104326"/>
                  </a:lnTo>
                  <a:lnTo>
                    <a:pt x="95944" y="104925"/>
                  </a:lnTo>
                  <a:lnTo>
                    <a:pt x="95944" y="105523"/>
                  </a:lnTo>
                  <a:lnTo>
                    <a:pt x="95944" y="105673"/>
                  </a:lnTo>
                  <a:lnTo>
                    <a:pt x="95944" y="106272"/>
                  </a:lnTo>
                  <a:lnTo>
                    <a:pt x="95944" y="109415"/>
                  </a:lnTo>
                  <a:lnTo>
                    <a:pt x="96094" y="112558"/>
                  </a:lnTo>
                  <a:lnTo>
                    <a:pt x="91753" y="117049"/>
                  </a:lnTo>
                  <a:lnTo>
                    <a:pt x="90106" y="116899"/>
                  </a:lnTo>
                  <a:lnTo>
                    <a:pt x="90106" y="116749"/>
                  </a:lnTo>
                  <a:lnTo>
                    <a:pt x="90256" y="114354"/>
                  </a:lnTo>
                  <a:lnTo>
                    <a:pt x="90406" y="111810"/>
                  </a:lnTo>
                  <a:lnTo>
                    <a:pt x="90256" y="106721"/>
                  </a:lnTo>
                  <a:lnTo>
                    <a:pt x="90106" y="105823"/>
                  </a:lnTo>
                  <a:lnTo>
                    <a:pt x="90106" y="105224"/>
                  </a:lnTo>
                  <a:lnTo>
                    <a:pt x="90106" y="105074"/>
                  </a:lnTo>
                  <a:lnTo>
                    <a:pt x="90106" y="104176"/>
                  </a:lnTo>
                  <a:lnTo>
                    <a:pt x="90106" y="103727"/>
                  </a:lnTo>
                  <a:lnTo>
                    <a:pt x="90106" y="103578"/>
                  </a:lnTo>
                  <a:lnTo>
                    <a:pt x="89957" y="103428"/>
                  </a:lnTo>
                  <a:lnTo>
                    <a:pt x="89807" y="103578"/>
                  </a:lnTo>
                  <a:lnTo>
                    <a:pt x="89657" y="103578"/>
                  </a:lnTo>
                  <a:lnTo>
                    <a:pt x="89657" y="103727"/>
                  </a:lnTo>
                  <a:lnTo>
                    <a:pt x="89657" y="104625"/>
                  </a:lnTo>
                  <a:lnTo>
                    <a:pt x="89657" y="105523"/>
                  </a:lnTo>
                  <a:lnTo>
                    <a:pt x="89508" y="106571"/>
                  </a:lnTo>
                  <a:lnTo>
                    <a:pt x="89508" y="107769"/>
                  </a:lnTo>
                  <a:lnTo>
                    <a:pt x="89358" y="112259"/>
                  </a:lnTo>
                  <a:lnTo>
                    <a:pt x="89508" y="114504"/>
                  </a:lnTo>
                  <a:lnTo>
                    <a:pt x="89657" y="116749"/>
                  </a:lnTo>
                  <a:lnTo>
                    <a:pt x="89657" y="116749"/>
                  </a:lnTo>
                  <a:lnTo>
                    <a:pt x="83521" y="116001"/>
                  </a:lnTo>
                  <a:lnTo>
                    <a:pt x="82772" y="115851"/>
                  </a:lnTo>
                  <a:lnTo>
                    <a:pt x="82024" y="115702"/>
                  </a:lnTo>
                  <a:lnTo>
                    <a:pt x="61667" y="113007"/>
                  </a:lnTo>
                  <a:lnTo>
                    <a:pt x="60171" y="112708"/>
                  </a:lnTo>
                  <a:lnTo>
                    <a:pt x="52986" y="111810"/>
                  </a:lnTo>
                  <a:lnTo>
                    <a:pt x="51190" y="111511"/>
                  </a:lnTo>
                  <a:lnTo>
                    <a:pt x="35025" y="109265"/>
                  </a:lnTo>
                  <a:lnTo>
                    <a:pt x="33977" y="109116"/>
                  </a:lnTo>
                  <a:lnTo>
                    <a:pt x="23050" y="107619"/>
                  </a:lnTo>
                  <a:lnTo>
                    <a:pt x="19608" y="107170"/>
                  </a:lnTo>
                  <a:lnTo>
                    <a:pt x="15716" y="106571"/>
                  </a:lnTo>
                  <a:lnTo>
                    <a:pt x="12274" y="106122"/>
                  </a:lnTo>
                  <a:lnTo>
                    <a:pt x="5688" y="105224"/>
                  </a:lnTo>
                  <a:lnTo>
                    <a:pt x="12274" y="104326"/>
                  </a:lnTo>
                  <a:lnTo>
                    <a:pt x="15716" y="103727"/>
                  </a:lnTo>
                  <a:lnTo>
                    <a:pt x="19608" y="103129"/>
                  </a:lnTo>
                  <a:lnTo>
                    <a:pt x="23050" y="102680"/>
                  </a:lnTo>
                  <a:lnTo>
                    <a:pt x="33977" y="101033"/>
                  </a:lnTo>
                  <a:lnTo>
                    <a:pt x="35025" y="100883"/>
                  </a:lnTo>
                  <a:lnTo>
                    <a:pt x="51190" y="98339"/>
                  </a:lnTo>
                  <a:lnTo>
                    <a:pt x="52986" y="98039"/>
                  </a:lnTo>
                  <a:lnTo>
                    <a:pt x="60171" y="96992"/>
                  </a:lnTo>
                  <a:lnTo>
                    <a:pt x="61667" y="96842"/>
                  </a:lnTo>
                  <a:lnTo>
                    <a:pt x="81425" y="93848"/>
                  </a:lnTo>
                  <a:lnTo>
                    <a:pt x="82173" y="93699"/>
                  </a:lnTo>
                  <a:lnTo>
                    <a:pt x="82922" y="93549"/>
                  </a:lnTo>
                  <a:lnTo>
                    <a:pt x="85915" y="93100"/>
                  </a:lnTo>
                  <a:lnTo>
                    <a:pt x="86514" y="93100"/>
                  </a:lnTo>
                  <a:lnTo>
                    <a:pt x="90106" y="92501"/>
                  </a:lnTo>
                  <a:lnTo>
                    <a:pt x="90555" y="92352"/>
                  </a:lnTo>
                  <a:close/>
                  <a:moveTo>
                    <a:pt x="117647" y="92501"/>
                  </a:moveTo>
                  <a:lnTo>
                    <a:pt x="119294" y="92651"/>
                  </a:lnTo>
                  <a:lnTo>
                    <a:pt x="119144" y="95046"/>
                  </a:lnTo>
                  <a:lnTo>
                    <a:pt x="118994" y="97590"/>
                  </a:lnTo>
                  <a:lnTo>
                    <a:pt x="119144" y="102530"/>
                  </a:lnTo>
                  <a:lnTo>
                    <a:pt x="119144" y="103428"/>
                  </a:lnTo>
                  <a:lnTo>
                    <a:pt x="119294" y="104176"/>
                  </a:lnTo>
                  <a:lnTo>
                    <a:pt x="119294" y="104476"/>
                  </a:lnTo>
                  <a:lnTo>
                    <a:pt x="119294" y="105224"/>
                  </a:lnTo>
                  <a:lnTo>
                    <a:pt x="119294" y="105823"/>
                  </a:lnTo>
                  <a:lnTo>
                    <a:pt x="119294" y="105972"/>
                  </a:lnTo>
                  <a:lnTo>
                    <a:pt x="119593" y="105972"/>
                  </a:lnTo>
                  <a:lnTo>
                    <a:pt x="119743" y="105823"/>
                  </a:lnTo>
                  <a:lnTo>
                    <a:pt x="119743" y="104775"/>
                  </a:lnTo>
                  <a:lnTo>
                    <a:pt x="119743" y="103727"/>
                  </a:lnTo>
                  <a:lnTo>
                    <a:pt x="119892" y="102680"/>
                  </a:lnTo>
                  <a:lnTo>
                    <a:pt x="119892" y="101482"/>
                  </a:lnTo>
                  <a:lnTo>
                    <a:pt x="120042" y="97141"/>
                  </a:lnTo>
                  <a:lnTo>
                    <a:pt x="119892" y="94896"/>
                  </a:lnTo>
                  <a:lnTo>
                    <a:pt x="119743" y="92651"/>
                  </a:lnTo>
                  <a:lnTo>
                    <a:pt x="119743" y="92651"/>
                  </a:lnTo>
                  <a:lnTo>
                    <a:pt x="125730" y="93549"/>
                  </a:lnTo>
                  <a:lnTo>
                    <a:pt x="126478" y="93699"/>
                  </a:lnTo>
                  <a:lnTo>
                    <a:pt x="127077" y="93699"/>
                  </a:lnTo>
                  <a:lnTo>
                    <a:pt x="147733" y="96543"/>
                  </a:lnTo>
                  <a:lnTo>
                    <a:pt x="149229" y="96842"/>
                  </a:lnTo>
                  <a:lnTo>
                    <a:pt x="156414" y="97740"/>
                  </a:lnTo>
                  <a:lnTo>
                    <a:pt x="158210" y="98039"/>
                  </a:lnTo>
                  <a:lnTo>
                    <a:pt x="174375" y="100285"/>
                  </a:lnTo>
                  <a:lnTo>
                    <a:pt x="175423" y="100434"/>
                  </a:lnTo>
                  <a:lnTo>
                    <a:pt x="186350" y="101931"/>
                  </a:lnTo>
                  <a:lnTo>
                    <a:pt x="189792" y="102380"/>
                  </a:lnTo>
                  <a:lnTo>
                    <a:pt x="193684" y="102829"/>
                  </a:lnTo>
                  <a:lnTo>
                    <a:pt x="197126" y="103278"/>
                  </a:lnTo>
                  <a:lnTo>
                    <a:pt x="203712" y="104326"/>
                  </a:lnTo>
                  <a:lnTo>
                    <a:pt x="197126" y="105224"/>
                  </a:lnTo>
                  <a:lnTo>
                    <a:pt x="193684" y="105823"/>
                  </a:lnTo>
                  <a:lnTo>
                    <a:pt x="189792" y="106421"/>
                  </a:lnTo>
                  <a:lnTo>
                    <a:pt x="186350" y="106871"/>
                  </a:lnTo>
                  <a:lnTo>
                    <a:pt x="175423" y="108517"/>
                  </a:lnTo>
                  <a:lnTo>
                    <a:pt x="174375" y="108667"/>
                  </a:lnTo>
                  <a:lnTo>
                    <a:pt x="158210" y="111062"/>
                  </a:lnTo>
                  <a:lnTo>
                    <a:pt x="156414" y="111361"/>
                  </a:lnTo>
                  <a:lnTo>
                    <a:pt x="149229" y="112409"/>
                  </a:lnTo>
                  <a:lnTo>
                    <a:pt x="147733" y="112708"/>
                  </a:lnTo>
                  <a:lnTo>
                    <a:pt x="127975" y="115702"/>
                  </a:lnTo>
                  <a:lnTo>
                    <a:pt x="127376" y="115851"/>
                  </a:lnTo>
                  <a:lnTo>
                    <a:pt x="126628" y="115851"/>
                  </a:lnTo>
                  <a:lnTo>
                    <a:pt x="123634" y="116300"/>
                  </a:lnTo>
                  <a:lnTo>
                    <a:pt x="123036" y="116450"/>
                  </a:lnTo>
                  <a:lnTo>
                    <a:pt x="119443" y="117049"/>
                  </a:lnTo>
                  <a:lnTo>
                    <a:pt x="118695" y="117049"/>
                  </a:lnTo>
                  <a:lnTo>
                    <a:pt x="118695" y="116899"/>
                  </a:lnTo>
                  <a:lnTo>
                    <a:pt x="117348" y="115552"/>
                  </a:lnTo>
                  <a:lnTo>
                    <a:pt x="117198" y="115402"/>
                  </a:lnTo>
                  <a:lnTo>
                    <a:pt x="115552" y="113756"/>
                  </a:lnTo>
                  <a:lnTo>
                    <a:pt x="115402" y="113756"/>
                  </a:lnTo>
                  <a:lnTo>
                    <a:pt x="113756" y="112109"/>
                  </a:lnTo>
                  <a:lnTo>
                    <a:pt x="113606" y="111960"/>
                  </a:lnTo>
                  <a:lnTo>
                    <a:pt x="111959" y="110463"/>
                  </a:lnTo>
                  <a:lnTo>
                    <a:pt x="111810" y="110313"/>
                  </a:lnTo>
                  <a:lnTo>
                    <a:pt x="111660" y="110163"/>
                  </a:lnTo>
                  <a:lnTo>
                    <a:pt x="112259" y="110163"/>
                  </a:lnTo>
                  <a:lnTo>
                    <a:pt x="113606" y="110014"/>
                  </a:lnTo>
                  <a:lnTo>
                    <a:pt x="113756" y="109864"/>
                  </a:lnTo>
                  <a:lnTo>
                    <a:pt x="113606" y="109714"/>
                  </a:lnTo>
                  <a:lnTo>
                    <a:pt x="112558" y="109714"/>
                  </a:lnTo>
                  <a:lnTo>
                    <a:pt x="110912" y="109565"/>
                  </a:lnTo>
                  <a:lnTo>
                    <a:pt x="110912" y="109415"/>
                  </a:lnTo>
                  <a:lnTo>
                    <a:pt x="110762" y="109265"/>
                  </a:lnTo>
                  <a:lnTo>
                    <a:pt x="110163" y="108816"/>
                  </a:lnTo>
                  <a:lnTo>
                    <a:pt x="110014" y="108667"/>
                  </a:lnTo>
                  <a:lnTo>
                    <a:pt x="108367" y="107020"/>
                  </a:lnTo>
                  <a:lnTo>
                    <a:pt x="108217" y="106871"/>
                  </a:lnTo>
                  <a:lnTo>
                    <a:pt x="106571" y="105374"/>
                  </a:lnTo>
                  <a:lnTo>
                    <a:pt x="106122" y="104925"/>
                  </a:lnTo>
                  <a:lnTo>
                    <a:pt x="105972" y="104775"/>
                  </a:lnTo>
                  <a:lnTo>
                    <a:pt x="105823" y="104775"/>
                  </a:lnTo>
                  <a:lnTo>
                    <a:pt x="106272" y="104326"/>
                  </a:lnTo>
                  <a:lnTo>
                    <a:pt x="106272" y="104176"/>
                  </a:lnTo>
                  <a:lnTo>
                    <a:pt x="106870" y="103727"/>
                  </a:lnTo>
                  <a:lnTo>
                    <a:pt x="107918" y="102530"/>
                  </a:lnTo>
                  <a:lnTo>
                    <a:pt x="109415" y="101033"/>
                  </a:lnTo>
                  <a:lnTo>
                    <a:pt x="109415" y="103578"/>
                  </a:lnTo>
                  <a:lnTo>
                    <a:pt x="109415" y="104176"/>
                  </a:lnTo>
                  <a:lnTo>
                    <a:pt x="109415" y="104775"/>
                  </a:lnTo>
                  <a:lnTo>
                    <a:pt x="109415" y="104925"/>
                  </a:lnTo>
                  <a:lnTo>
                    <a:pt x="109415" y="105374"/>
                  </a:lnTo>
                  <a:lnTo>
                    <a:pt x="109565" y="105673"/>
                  </a:lnTo>
                  <a:lnTo>
                    <a:pt x="109565" y="105823"/>
                  </a:lnTo>
                  <a:lnTo>
                    <a:pt x="109714" y="106871"/>
                  </a:lnTo>
                  <a:lnTo>
                    <a:pt x="109864" y="107020"/>
                  </a:lnTo>
                  <a:lnTo>
                    <a:pt x="109864" y="106871"/>
                  </a:lnTo>
                  <a:lnTo>
                    <a:pt x="110014" y="106871"/>
                  </a:lnTo>
                  <a:lnTo>
                    <a:pt x="110163" y="105374"/>
                  </a:lnTo>
                  <a:lnTo>
                    <a:pt x="110163" y="105224"/>
                  </a:lnTo>
                  <a:lnTo>
                    <a:pt x="110163" y="104925"/>
                  </a:lnTo>
                  <a:lnTo>
                    <a:pt x="110163" y="104775"/>
                  </a:lnTo>
                  <a:lnTo>
                    <a:pt x="110163" y="104176"/>
                  </a:lnTo>
                  <a:lnTo>
                    <a:pt x="110313" y="104027"/>
                  </a:lnTo>
                  <a:lnTo>
                    <a:pt x="110313" y="103578"/>
                  </a:lnTo>
                  <a:lnTo>
                    <a:pt x="110313" y="100135"/>
                  </a:lnTo>
                  <a:lnTo>
                    <a:pt x="112857" y="97441"/>
                  </a:lnTo>
                  <a:lnTo>
                    <a:pt x="112558" y="100434"/>
                  </a:lnTo>
                  <a:lnTo>
                    <a:pt x="112558" y="103578"/>
                  </a:lnTo>
                  <a:lnTo>
                    <a:pt x="112558" y="104027"/>
                  </a:lnTo>
                  <a:lnTo>
                    <a:pt x="112558" y="104176"/>
                  </a:lnTo>
                  <a:lnTo>
                    <a:pt x="112558" y="104625"/>
                  </a:lnTo>
                  <a:lnTo>
                    <a:pt x="112558" y="104775"/>
                  </a:lnTo>
                  <a:lnTo>
                    <a:pt x="112708" y="105224"/>
                  </a:lnTo>
                  <a:lnTo>
                    <a:pt x="112708" y="105972"/>
                  </a:lnTo>
                  <a:lnTo>
                    <a:pt x="112708" y="106122"/>
                  </a:lnTo>
                  <a:lnTo>
                    <a:pt x="112857" y="107619"/>
                  </a:lnTo>
                  <a:lnTo>
                    <a:pt x="113007" y="107769"/>
                  </a:lnTo>
                  <a:lnTo>
                    <a:pt x="113157" y="107619"/>
                  </a:lnTo>
                  <a:lnTo>
                    <a:pt x="113456" y="105374"/>
                  </a:lnTo>
                  <a:lnTo>
                    <a:pt x="113456" y="105224"/>
                  </a:lnTo>
                  <a:lnTo>
                    <a:pt x="113456" y="104775"/>
                  </a:lnTo>
                  <a:lnTo>
                    <a:pt x="113456" y="104625"/>
                  </a:lnTo>
                  <a:lnTo>
                    <a:pt x="113456" y="104176"/>
                  </a:lnTo>
                  <a:lnTo>
                    <a:pt x="113456" y="104027"/>
                  </a:lnTo>
                  <a:lnTo>
                    <a:pt x="113456" y="103578"/>
                  </a:lnTo>
                  <a:lnTo>
                    <a:pt x="113456" y="100285"/>
                  </a:lnTo>
                  <a:lnTo>
                    <a:pt x="113307" y="96992"/>
                  </a:lnTo>
                  <a:lnTo>
                    <a:pt x="117647" y="92501"/>
                  </a:lnTo>
                  <a:close/>
                  <a:moveTo>
                    <a:pt x="156115" y="113007"/>
                  </a:moveTo>
                  <a:lnTo>
                    <a:pt x="155815" y="115253"/>
                  </a:lnTo>
                  <a:lnTo>
                    <a:pt x="155216" y="117348"/>
                  </a:lnTo>
                  <a:lnTo>
                    <a:pt x="148481" y="116001"/>
                  </a:lnTo>
                  <a:lnTo>
                    <a:pt x="148930" y="114205"/>
                  </a:lnTo>
                  <a:lnTo>
                    <a:pt x="156115" y="113007"/>
                  </a:lnTo>
                  <a:close/>
                  <a:moveTo>
                    <a:pt x="23200" y="109265"/>
                  </a:moveTo>
                  <a:lnTo>
                    <a:pt x="34127" y="110762"/>
                  </a:lnTo>
                  <a:lnTo>
                    <a:pt x="34725" y="115552"/>
                  </a:lnTo>
                  <a:lnTo>
                    <a:pt x="35623" y="120342"/>
                  </a:lnTo>
                  <a:lnTo>
                    <a:pt x="24547" y="120342"/>
                  </a:lnTo>
                  <a:lnTo>
                    <a:pt x="24098" y="117647"/>
                  </a:lnTo>
                  <a:lnTo>
                    <a:pt x="23649" y="114803"/>
                  </a:lnTo>
                  <a:lnTo>
                    <a:pt x="23350" y="112109"/>
                  </a:lnTo>
                  <a:lnTo>
                    <a:pt x="23200" y="109265"/>
                  </a:lnTo>
                  <a:close/>
                  <a:moveTo>
                    <a:pt x="186350" y="108517"/>
                  </a:moveTo>
                  <a:lnTo>
                    <a:pt x="186050" y="111511"/>
                  </a:lnTo>
                  <a:lnTo>
                    <a:pt x="185751" y="114504"/>
                  </a:lnTo>
                  <a:lnTo>
                    <a:pt x="185451" y="117348"/>
                  </a:lnTo>
                  <a:lnTo>
                    <a:pt x="184853" y="120342"/>
                  </a:lnTo>
                  <a:lnTo>
                    <a:pt x="173777" y="120342"/>
                  </a:lnTo>
                  <a:lnTo>
                    <a:pt x="174226" y="117797"/>
                  </a:lnTo>
                  <a:lnTo>
                    <a:pt x="174675" y="115253"/>
                  </a:lnTo>
                  <a:lnTo>
                    <a:pt x="174974" y="112708"/>
                  </a:lnTo>
                  <a:lnTo>
                    <a:pt x="175273" y="110163"/>
                  </a:lnTo>
                  <a:lnTo>
                    <a:pt x="186350" y="108517"/>
                  </a:lnTo>
                  <a:close/>
                  <a:moveTo>
                    <a:pt x="37869" y="121240"/>
                  </a:moveTo>
                  <a:lnTo>
                    <a:pt x="39066" y="121389"/>
                  </a:lnTo>
                  <a:lnTo>
                    <a:pt x="38168" y="121838"/>
                  </a:lnTo>
                  <a:lnTo>
                    <a:pt x="37869" y="121240"/>
                  </a:lnTo>
                  <a:close/>
                  <a:moveTo>
                    <a:pt x="171531" y="121240"/>
                  </a:moveTo>
                  <a:lnTo>
                    <a:pt x="171232" y="121838"/>
                  </a:lnTo>
                  <a:lnTo>
                    <a:pt x="170484" y="121389"/>
                  </a:lnTo>
                  <a:lnTo>
                    <a:pt x="171531" y="121240"/>
                  </a:lnTo>
                  <a:close/>
                  <a:moveTo>
                    <a:pt x="37569" y="121240"/>
                  </a:moveTo>
                  <a:lnTo>
                    <a:pt x="37719" y="121389"/>
                  </a:lnTo>
                  <a:lnTo>
                    <a:pt x="38018" y="121838"/>
                  </a:lnTo>
                  <a:lnTo>
                    <a:pt x="37120" y="122437"/>
                  </a:lnTo>
                  <a:lnTo>
                    <a:pt x="36222" y="122886"/>
                  </a:lnTo>
                  <a:lnTo>
                    <a:pt x="26493" y="128574"/>
                  </a:lnTo>
                  <a:lnTo>
                    <a:pt x="25595" y="124982"/>
                  </a:lnTo>
                  <a:lnTo>
                    <a:pt x="24697" y="121240"/>
                  </a:lnTo>
                  <a:lnTo>
                    <a:pt x="25146" y="121240"/>
                  </a:lnTo>
                  <a:lnTo>
                    <a:pt x="25595" y="122736"/>
                  </a:lnTo>
                  <a:lnTo>
                    <a:pt x="25894" y="123635"/>
                  </a:lnTo>
                  <a:lnTo>
                    <a:pt x="26194" y="124533"/>
                  </a:lnTo>
                  <a:lnTo>
                    <a:pt x="26343" y="124533"/>
                  </a:lnTo>
                  <a:lnTo>
                    <a:pt x="26343" y="124383"/>
                  </a:lnTo>
                  <a:lnTo>
                    <a:pt x="25894" y="122437"/>
                  </a:lnTo>
                  <a:lnTo>
                    <a:pt x="25445" y="121240"/>
                  </a:lnTo>
                  <a:lnTo>
                    <a:pt x="26493" y="121240"/>
                  </a:lnTo>
                  <a:lnTo>
                    <a:pt x="26942" y="122587"/>
                  </a:lnTo>
                  <a:lnTo>
                    <a:pt x="27092" y="123485"/>
                  </a:lnTo>
                  <a:lnTo>
                    <a:pt x="27541" y="124383"/>
                  </a:lnTo>
                  <a:lnTo>
                    <a:pt x="27690" y="124383"/>
                  </a:lnTo>
                  <a:lnTo>
                    <a:pt x="27391" y="123485"/>
                  </a:lnTo>
                  <a:lnTo>
                    <a:pt x="27241" y="122587"/>
                  </a:lnTo>
                  <a:lnTo>
                    <a:pt x="26792" y="121240"/>
                  </a:lnTo>
                  <a:lnTo>
                    <a:pt x="27541" y="121240"/>
                  </a:lnTo>
                  <a:lnTo>
                    <a:pt x="27990" y="122736"/>
                  </a:lnTo>
                  <a:lnTo>
                    <a:pt x="28289" y="123335"/>
                  </a:lnTo>
                  <a:lnTo>
                    <a:pt x="28589" y="123934"/>
                  </a:lnTo>
                  <a:lnTo>
                    <a:pt x="28738" y="123934"/>
                  </a:lnTo>
                  <a:lnTo>
                    <a:pt x="28738" y="123784"/>
                  </a:lnTo>
                  <a:lnTo>
                    <a:pt x="28140" y="122287"/>
                  </a:lnTo>
                  <a:lnTo>
                    <a:pt x="27840" y="121240"/>
                  </a:lnTo>
                  <a:lnTo>
                    <a:pt x="29187" y="121240"/>
                  </a:lnTo>
                  <a:lnTo>
                    <a:pt x="29487" y="122287"/>
                  </a:lnTo>
                  <a:lnTo>
                    <a:pt x="29786" y="123185"/>
                  </a:lnTo>
                  <a:lnTo>
                    <a:pt x="30085" y="123934"/>
                  </a:lnTo>
                  <a:lnTo>
                    <a:pt x="30235" y="123934"/>
                  </a:lnTo>
                  <a:lnTo>
                    <a:pt x="29936" y="123036"/>
                  </a:lnTo>
                  <a:lnTo>
                    <a:pt x="29786" y="122287"/>
                  </a:lnTo>
                  <a:lnTo>
                    <a:pt x="29337" y="121240"/>
                  </a:lnTo>
                  <a:lnTo>
                    <a:pt x="30385" y="121240"/>
                  </a:lnTo>
                  <a:lnTo>
                    <a:pt x="30534" y="122138"/>
                  </a:lnTo>
                  <a:lnTo>
                    <a:pt x="30834" y="122886"/>
                  </a:lnTo>
                  <a:lnTo>
                    <a:pt x="31133" y="123635"/>
                  </a:lnTo>
                  <a:lnTo>
                    <a:pt x="31283" y="123635"/>
                  </a:lnTo>
                  <a:lnTo>
                    <a:pt x="30684" y="121689"/>
                  </a:lnTo>
                  <a:lnTo>
                    <a:pt x="30684" y="121240"/>
                  </a:lnTo>
                  <a:lnTo>
                    <a:pt x="31432" y="121240"/>
                  </a:lnTo>
                  <a:lnTo>
                    <a:pt x="31582" y="121838"/>
                  </a:lnTo>
                  <a:lnTo>
                    <a:pt x="32181" y="123335"/>
                  </a:lnTo>
                  <a:lnTo>
                    <a:pt x="32331" y="123335"/>
                  </a:lnTo>
                  <a:lnTo>
                    <a:pt x="32331" y="123185"/>
                  </a:lnTo>
                  <a:lnTo>
                    <a:pt x="31881" y="121838"/>
                  </a:lnTo>
                  <a:lnTo>
                    <a:pt x="31732" y="121240"/>
                  </a:lnTo>
                  <a:lnTo>
                    <a:pt x="32480" y="121240"/>
                  </a:lnTo>
                  <a:lnTo>
                    <a:pt x="32780" y="122138"/>
                  </a:lnTo>
                  <a:lnTo>
                    <a:pt x="33079" y="123036"/>
                  </a:lnTo>
                  <a:lnTo>
                    <a:pt x="33229" y="123036"/>
                  </a:lnTo>
                  <a:lnTo>
                    <a:pt x="33079" y="122138"/>
                  </a:lnTo>
                  <a:lnTo>
                    <a:pt x="32780" y="121240"/>
                  </a:lnTo>
                  <a:lnTo>
                    <a:pt x="33528" y="121240"/>
                  </a:lnTo>
                  <a:lnTo>
                    <a:pt x="33678" y="121689"/>
                  </a:lnTo>
                  <a:lnTo>
                    <a:pt x="33827" y="122138"/>
                  </a:lnTo>
                  <a:lnTo>
                    <a:pt x="34127" y="122736"/>
                  </a:lnTo>
                  <a:lnTo>
                    <a:pt x="34276" y="122587"/>
                  </a:lnTo>
                  <a:lnTo>
                    <a:pt x="33977" y="121539"/>
                  </a:lnTo>
                  <a:lnTo>
                    <a:pt x="33827" y="121240"/>
                  </a:lnTo>
                  <a:lnTo>
                    <a:pt x="34576" y="121240"/>
                  </a:lnTo>
                  <a:lnTo>
                    <a:pt x="35174" y="122437"/>
                  </a:lnTo>
                  <a:lnTo>
                    <a:pt x="35324" y="122437"/>
                  </a:lnTo>
                  <a:lnTo>
                    <a:pt x="34875" y="121240"/>
                  </a:lnTo>
                  <a:lnTo>
                    <a:pt x="35623" y="121240"/>
                  </a:lnTo>
                  <a:lnTo>
                    <a:pt x="35623" y="121539"/>
                  </a:lnTo>
                  <a:lnTo>
                    <a:pt x="36072" y="122287"/>
                  </a:lnTo>
                  <a:lnTo>
                    <a:pt x="36222" y="122437"/>
                  </a:lnTo>
                  <a:lnTo>
                    <a:pt x="36222" y="122287"/>
                  </a:lnTo>
                  <a:lnTo>
                    <a:pt x="35923" y="121389"/>
                  </a:lnTo>
                  <a:lnTo>
                    <a:pt x="35923" y="121240"/>
                  </a:lnTo>
                  <a:lnTo>
                    <a:pt x="36522" y="121240"/>
                  </a:lnTo>
                  <a:lnTo>
                    <a:pt x="36522" y="121389"/>
                  </a:lnTo>
                  <a:lnTo>
                    <a:pt x="36971" y="121988"/>
                  </a:lnTo>
                  <a:lnTo>
                    <a:pt x="37120" y="121838"/>
                  </a:lnTo>
                  <a:lnTo>
                    <a:pt x="36821" y="121389"/>
                  </a:lnTo>
                  <a:lnTo>
                    <a:pt x="36821" y="121240"/>
                  </a:lnTo>
                  <a:close/>
                  <a:moveTo>
                    <a:pt x="184703" y="121240"/>
                  </a:moveTo>
                  <a:lnTo>
                    <a:pt x="183805" y="124982"/>
                  </a:lnTo>
                  <a:lnTo>
                    <a:pt x="182907" y="128574"/>
                  </a:lnTo>
                  <a:lnTo>
                    <a:pt x="173178" y="122886"/>
                  </a:lnTo>
                  <a:lnTo>
                    <a:pt x="172280" y="122437"/>
                  </a:lnTo>
                  <a:lnTo>
                    <a:pt x="171382" y="121838"/>
                  </a:lnTo>
                  <a:lnTo>
                    <a:pt x="171831" y="121389"/>
                  </a:lnTo>
                  <a:lnTo>
                    <a:pt x="171831" y="121240"/>
                  </a:lnTo>
                  <a:lnTo>
                    <a:pt x="172579" y="121240"/>
                  </a:lnTo>
                  <a:lnTo>
                    <a:pt x="172429" y="121539"/>
                  </a:lnTo>
                  <a:lnTo>
                    <a:pt x="172429" y="121838"/>
                  </a:lnTo>
                  <a:lnTo>
                    <a:pt x="172429" y="121988"/>
                  </a:lnTo>
                  <a:lnTo>
                    <a:pt x="172878" y="121389"/>
                  </a:lnTo>
                  <a:lnTo>
                    <a:pt x="172878" y="121240"/>
                  </a:lnTo>
                  <a:lnTo>
                    <a:pt x="173627" y="121240"/>
                  </a:lnTo>
                  <a:lnTo>
                    <a:pt x="173477" y="121389"/>
                  </a:lnTo>
                  <a:lnTo>
                    <a:pt x="173477" y="121539"/>
                  </a:lnTo>
                  <a:lnTo>
                    <a:pt x="173178" y="122287"/>
                  </a:lnTo>
                  <a:lnTo>
                    <a:pt x="173178" y="122437"/>
                  </a:lnTo>
                  <a:lnTo>
                    <a:pt x="173328" y="122287"/>
                  </a:lnTo>
                  <a:lnTo>
                    <a:pt x="173777" y="121539"/>
                  </a:lnTo>
                  <a:lnTo>
                    <a:pt x="173926" y="121240"/>
                  </a:lnTo>
                  <a:lnTo>
                    <a:pt x="174525" y="121240"/>
                  </a:lnTo>
                  <a:lnTo>
                    <a:pt x="174226" y="122437"/>
                  </a:lnTo>
                  <a:lnTo>
                    <a:pt x="174375" y="122437"/>
                  </a:lnTo>
                  <a:lnTo>
                    <a:pt x="174824" y="121240"/>
                  </a:lnTo>
                  <a:lnTo>
                    <a:pt x="175573" y="121240"/>
                  </a:lnTo>
                  <a:lnTo>
                    <a:pt x="175573" y="121539"/>
                  </a:lnTo>
                  <a:lnTo>
                    <a:pt x="175124" y="122587"/>
                  </a:lnTo>
                  <a:lnTo>
                    <a:pt x="175273" y="122736"/>
                  </a:lnTo>
                  <a:lnTo>
                    <a:pt x="175573" y="122138"/>
                  </a:lnTo>
                  <a:lnTo>
                    <a:pt x="175722" y="121689"/>
                  </a:lnTo>
                  <a:lnTo>
                    <a:pt x="175872" y="121240"/>
                  </a:lnTo>
                  <a:lnTo>
                    <a:pt x="176620" y="121240"/>
                  </a:lnTo>
                  <a:lnTo>
                    <a:pt x="176321" y="122138"/>
                  </a:lnTo>
                  <a:lnTo>
                    <a:pt x="176171" y="123036"/>
                  </a:lnTo>
                  <a:lnTo>
                    <a:pt x="176321" y="123036"/>
                  </a:lnTo>
                  <a:lnTo>
                    <a:pt x="176620" y="122138"/>
                  </a:lnTo>
                  <a:lnTo>
                    <a:pt x="176920" y="121240"/>
                  </a:lnTo>
                  <a:lnTo>
                    <a:pt x="177818" y="121240"/>
                  </a:lnTo>
                  <a:lnTo>
                    <a:pt x="177519" y="121838"/>
                  </a:lnTo>
                  <a:lnTo>
                    <a:pt x="177069" y="123185"/>
                  </a:lnTo>
                  <a:lnTo>
                    <a:pt x="177219" y="123335"/>
                  </a:lnTo>
                  <a:lnTo>
                    <a:pt x="177818" y="121838"/>
                  </a:lnTo>
                  <a:lnTo>
                    <a:pt x="177968" y="121240"/>
                  </a:lnTo>
                  <a:lnTo>
                    <a:pt x="178866" y="121240"/>
                  </a:lnTo>
                  <a:lnTo>
                    <a:pt x="178716" y="121689"/>
                  </a:lnTo>
                  <a:lnTo>
                    <a:pt x="178117" y="123635"/>
                  </a:lnTo>
                  <a:lnTo>
                    <a:pt x="178267" y="123635"/>
                  </a:lnTo>
                  <a:lnTo>
                    <a:pt x="178566" y="122886"/>
                  </a:lnTo>
                  <a:lnTo>
                    <a:pt x="178866" y="122138"/>
                  </a:lnTo>
                  <a:lnTo>
                    <a:pt x="179015" y="121240"/>
                  </a:lnTo>
                  <a:lnTo>
                    <a:pt x="180063" y="121240"/>
                  </a:lnTo>
                  <a:lnTo>
                    <a:pt x="179764" y="122287"/>
                  </a:lnTo>
                  <a:lnTo>
                    <a:pt x="179464" y="123036"/>
                  </a:lnTo>
                  <a:lnTo>
                    <a:pt x="179315" y="123934"/>
                  </a:lnTo>
                  <a:lnTo>
                    <a:pt x="179764" y="123185"/>
                  </a:lnTo>
                  <a:lnTo>
                    <a:pt x="180063" y="122287"/>
                  </a:lnTo>
                  <a:lnTo>
                    <a:pt x="180362" y="121240"/>
                  </a:lnTo>
                  <a:lnTo>
                    <a:pt x="181560" y="121240"/>
                  </a:lnTo>
                  <a:lnTo>
                    <a:pt x="181260" y="122287"/>
                  </a:lnTo>
                  <a:lnTo>
                    <a:pt x="180662" y="123784"/>
                  </a:lnTo>
                  <a:lnTo>
                    <a:pt x="180662" y="123934"/>
                  </a:lnTo>
                  <a:lnTo>
                    <a:pt x="180811" y="123934"/>
                  </a:lnTo>
                  <a:lnTo>
                    <a:pt x="181111" y="123335"/>
                  </a:lnTo>
                  <a:lnTo>
                    <a:pt x="181410" y="122736"/>
                  </a:lnTo>
                  <a:lnTo>
                    <a:pt x="181859" y="121240"/>
                  </a:lnTo>
                  <a:lnTo>
                    <a:pt x="182757" y="121240"/>
                  </a:lnTo>
                  <a:lnTo>
                    <a:pt x="182308" y="122587"/>
                  </a:lnTo>
                  <a:lnTo>
                    <a:pt x="182009" y="123485"/>
                  </a:lnTo>
                  <a:lnTo>
                    <a:pt x="181859" y="124383"/>
                  </a:lnTo>
                  <a:lnTo>
                    <a:pt x="182308" y="123485"/>
                  </a:lnTo>
                  <a:lnTo>
                    <a:pt x="182608" y="122587"/>
                  </a:lnTo>
                  <a:lnTo>
                    <a:pt x="182907" y="121240"/>
                  </a:lnTo>
                  <a:lnTo>
                    <a:pt x="183955" y="121240"/>
                  </a:lnTo>
                  <a:lnTo>
                    <a:pt x="183506" y="122437"/>
                  </a:lnTo>
                  <a:lnTo>
                    <a:pt x="183057" y="124383"/>
                  </a:lnTo>
                  <a:lnTo>
                    <a:pt x="183057" y="124533"/>
                  </a:lnTo>
                  <a:lnTo>
                    <a:pt x="183206" y="124533"/>
                  </a:lnTo>
                  <a:lnTo>
                    <a:pt x="183506" y="123635"/>
                  </a:lnTo>
                  <a:lnTo>
                    <a:pt x="183805" y="122736"/>
                  </a:lnTo>
                  <a:lnTo>
                    <a:pt x="184254" y="121240"/>
                  </a:lnTo>
                  <a:close/>
                  <a:moveTo>
                    <a:pt x="147433" y="114354"/>
                  </a:moveTo>
                  <a:lnTo>
                    <a:pt x="146834" y="116749"/>
                  </a:lnTo>
                  <a:lnTo>
                    <a:pt x="146086" y="118845"/>
                  </a:lnTo>
                  <a:lnTo>
                    <a:pt x="145338" y="121090"/>
                  </a:lnTo>
                  <a:lnTo>
                    <a:pt x="144440" y="123185"/>
                  </a:lnTo>
                  <a:lnTo>
                    <a:pt x="143392" y="125281"/>
                  </a:lnTo>
                  <a:lnTo>
                    <a:pt x="142194" y="127227"/>
                  </a:lnTo>
                  <a:lnTo>
                    <a:pt x="140997" y="129173"/>
                  </a:lnTo>
                  <a:lnTo>
                    <a:pt x="139650" y="131118"/>
                  </a:lnTo>
                  <a:lnTo>
                    <a:pt x="129172" y="117198"/>
                  </a:lnTo>
                  <a:lnTo>
                    <a:pt x="147433" y="114354"/>
                  </a:lnTo>
                  <a:close/>
                  <a:moveTo>
                    <a:pt x="62117" y="114654"/>
                  </a:moveTo>
                  <a:lnTo>
                    <a:pt x="80976" y="117198"/>
                  </a:lnTo>
                  <a:lnTo>
                    <a:pt x="70199" y="131717"/>
                  </a:lnTo>
                  <a:lnTo>
                    <a:pt x="68852" y="129921"/>
                  </a:lnTo>
                  <a:lnTo>
                    <a:pt x="67505" y="127826"/>
                  </a:lnTo>
                  <a:lnTo>
                    <a:pt x="66308" y="125880"/>
                  </a:lnTo>
                  <a:lnTo>
                    <a:pt x="65260" y="123635"/>
                  </a:lnTo>
                  <a:lnTo>
                    <a:pt x="64212" y="121539"/>
                  </a:lnTo>
                  <a:lnTo>
                    <a:pt x="63464" y="119294"/>
                  </a:lnTo>
                  <a:lnTo>
                    <a:pt x="62715" y="117049"/>
                  </a:lnTo>
                  <a:lnTo>
                    <a:pt x="62117" y="114654"/>
                  </a:lnTo>
                  <a:close/>
                  <a:moveTo>
                    <a:pt x="60620" y="115253"/>
                  </a:moveTo>
                  <a:lnTo>
                    <a:pt x="61667" y="118845"/>
                  </a:lnTo>
                  <a:lnTo>
                    <a:pt x="63015" y="122287"/>
                  </a:lnTo>
                  <a:lnTo>
                    <a:pt x="64511" y="125580"/>
                  </a:lnTo>
                  <a:lnTo>
                    <a:pt x="66308" y="128724"/>
                  </a:lnTo>
                  <a:lnTo>
                    <a:pt x="60470" y="132466"/>
                  </a:lnTo>
                  <a:lnTo>
                    <a:pt x="58524" y="128873"/>
                  </a:lnTo>
                  <a:lnTo>
                    <a:pt x="56728" y="125131"/>
                  </a:lnTo>
                  <a:lnTo>
                    <a:pt x="55231" y="121090"/>
                  </a:lnTo>
                  <a:lnTo>
                    <a:pt x="54034" y="117049"/>
                  </a:lnTo>
                  <a:lnTo>
                    <a:pt x="60620" y="115253"/>
                  </a:lnTo>
                  <a:close/>
                  <a:moveTo>
                    <a:pt x="148331" y="116899"/>
                  </a:moveTo>
                  <a:lnTo>
                    <a:pt x="155067" y="118396"/>
                  </a:lnTo>
                  <a:lnTo>
                    <a:pt x="153869" y="122287"/>
                  </a:lnTo>
                  <a:lnTo>
                    <a:pt x="152223" y="126029"/>
                  </a:lnTo>
                  <a:lnTo>
                    <a:pt x="150427" y="129622"/>
                  </a:lnTo>
                  <a:lnTo>
                    <a:pt x="148481" y="133064"/>
                  </a:lnTo>
                  <a:lnTo>
                    <a:pt x="142643" y="129322"/>
                  </a:lnTo>
                  <a:lnTo>
                    <a:pt x="144440" y="126329"/>
                  </a:lnTo>
                  <a:lnTo>
                    <a:pt x="145936" y="123335"/>
                  </a:lnTo>
                  <a:lnTo>
                    <a:pt x="147283" y="120192"/>
                  </a:lnTo>
                  <a:lnTo>
                    <a:pt x="148331" y="116899"/>
                  </a:lnTo>
                  <a:close/>
                  <a:moveTo>
                    <a:pt x="142194" y="130071"/>
                  </a:moveTo>
                  <a:lnTo>
                    <a:pt x="147882" y="133962"/>
                  </a:lnTo>
                  <a:lnTo>
                    <a:pt x="146385" y="135908"/>
                  </a:lnTo>
                  <a:lnTo>
                    <a:pt x="144889" y="138004"/>
                  </a:lnTo>
                  <a:lnTo>
                    <a:pt x="140548" y="132316"/>
                  </a:lnTo>
                  <a:lnTo>
                    <a:pt x="142194" y="130071"/>
                  </a:lnTo>
                  <a:close/>
                  <a:moveTo>
                    <a:pt x="66906" y="129472"/>
                  </a:moveTo>
                  <a:lnTo>
                    <a:pt x="68104" y="131268"/>
                  </a:lnTo>
                  <a:lnTo>
                    <a:pt x="69301" y="132915"/>
                  </a:lnTo>
                  <a:lnTo>
                    <a:pt x="65110" y="138752"/>
                  </a:lnTo>
                  <a:lnTo>
                    <a:pt x="63015" y="136058"/>
                  </a:lnTo>
                  <a:lnTo>
                    <a:pt x="61069" y="133214"/>
                  </a:lnTo>
                  <a:lnTo>
                    <a:pt x="66906" y="129472"/>
                  </a:lnTo>
                  <a:close/>
                  <a:moveTo>
                    <a:pt x="161802" y="141596"/>
                  </a:moveTo>
                  <a:lnTo>
                    <a:pt x="162700" y="141895"/>
                  </a:lnTo>
                  <a:lnTo>
                    <a:pt x="162401" y="142344"/>
                  </a:lnTo>
                  <a:lnTo>
                    <a:pt x="161802" y="141596"/>
                  </a:lnTo>
                  <a:close/>
                  <a:moveTo>
                    <a:pt x="36522" y="123934"/>
                  </a:moveTo>
                  <a:lnTo>
                    <a:pt x="38018" y="128574"/>
                  </a:lnTo>
                  <a:lnTo>
                    <a:pt x="39814" y="133064"/>
                  </a:lnTo>
                  <a:lnTo>
                    <a:pt x="41910" y="137405"/>
                  </a:lnTo>
                  <a:lnTo>
                    <a:pt x="44305" y="141596"/>
                  </a:lnTo>
                  <a:lnTo>
                    <a:pt x="33827" y="145188"/>
                  </a:lnTo>
                  <a:lnTo>
                    <a:pt x="31732" y="141446"/>
                  </a:lnTo>
                  <a:lnTo>
                    <a:pt x="29936" y="137555"/>
                  </a:lnTo>
                  <a:lnTo>
                    <a:pt x="28289" y="133663"/>
                  </a:lnTo>
                  <a:lnTo>
                    <a:pt x="26792" y="129472"/>
                  </a:lnTo>
                  <a:lnTo>
                    <a:pt x="36522" y="123934"/>
                  </a:lnTo>
                  <a:close/>
                  <a:moveTo>
                    <a:pt x="172878" y="123934"/>
                  </a:moveTo>
                  <a:lnTo>
                    <a:pt x="182608" y="129472"/>
                  </a:lnTo>
                  <a:lnTo>
                    <a:pt x="181111" y="133513"/>
                  </a:lnTo>
                  <a:lnTo>
                    <a:pt x="179464" y="137555"/>
                  </a:lnTo>
                  <a:lnTo>
                    <a:pt x="177668" y="141446"/>
                  </a:lnTo>
                  <a:lnTo>
                    <a:pt x="175573" y="145188"/>
                  </a:lnTo>
                  <a:lnTo>
                    <a:pt x="165095" y="141596"/>
                  </a:lnTo>
                  <a:lnTo>
                    <a:pt x="167490" y="137405"/>
                  </a:lnTo>
                  <a:lnTo>
                    <a:pt x="169586" y="133064"/>
                  </a:lnTo>
                  <a:lnTo>
                    <a:pt x="171382" y="128574"/>
                  </a:lnTo>
                  <a:lnTo>
                    <a:pt x="172878" y="123934"/>
                  </a:lnTo>
                  <a:close/>
                  <a:moveTo>
                    <a:pt x="92352" y="129771"/>
                  </a:moveTo>
                  <a:lnTo>
                    <a:pt x="95046" y="147433"/>
                  </a:lnTo>
                  <a:lnTo>
                    <a:pt x="92801" y="146835"/>
                  </a:lnTo>
                  <a:lnTo>
                    <a:pt x="90705" y="146236"/>
                  </a:lnTo>
                  <a:lnTo>
                    <a:pt x="88610" y="145488"/>
                  </a:lnTo>
                  <a:lnTo>
                    <a:pt x="86514" y="144590"/>
                  </a:lnTo>
                  <a:lnTo>
                    <a:pt x="84568" y="143542"/>
                  </a:lnTo>
                  <a:lnTo>
                    <a:pt x="82622" y="142494"/>
                  </a:lnTo>
                  <a:lnTo>
                    <a:pt x="80677" y="141297"/>
                  </a:lnTo>
                  <a:lnTo>
                    <a:pt x="78880" y="140099"/>
                  </a:lnTo>
                  <a:lnTo>
                    <a:pt x="92352" y="129771"/>
                  </a:lnTo>
                  <a:close/>
                  <a:moveTo>
                    <a:pt x="117048" y="129023"/>
                  </a:moveTo>
                  <a:lnTo>
                    <a:pt x="131268" y="139500"/>
                  </a:lnTo>
                  <a:lnTo>
                    <a:pt x="129472" y="140848"/>
                  </a:lnTo>
                  <a:lnTo>
                    <a:pt x="127526" y="142045"/>
                  </a:lnTo>
                  <a:lnTo>
                    <a:pt x="125430" y="143242"/>
                  </a:lnTo>
                  <a:lnTo>
                    <a:pt x="123485" y="144290"/>
                  </a:lnTo>
                  <a:lnTo>
                    <a:pt x="121239" y="145188"/>
                  </a:lnTo>
                  <a:lnTo>
                    <a:pt x="119144" y="146086"/>
                  </a:lnTo>
                  <a:lnTo>
                    <a:pt x="116899" y="146835"/>
                  </a:lnTo>
                  <a:lnTo>
                    <a:pt x="114504" y="147433"/>
                  </a:lnTo>
                  <a:lnTo>
                    <a:pt x="117048" y="129023"/>
                  </a:lnTo>
                  <a:close/>
                  <a:moveTo>
                    <a:pt x="77683" y="140997"/>
                  </a:moveTo>
                  <a:lnTo>
                    <a:pt x="79779" y="142494"/>
                  </a:lnTo>
                  <a:lnTo>
                    <a:pt x="76186" y="148331"/>
                  </a:lnTo>
                  <a:lnTo>
                    <a:pt x="73941" y="146835"/>
                  </a:lnTo>
                  <a:lnTo>
                    <a:pt x="71995" y="145338"/>
                  </a:lnTo>
                  <a:lnTo>
                    <a:pt x="77683" y="140997"/>
                  </a:lnTo>
                  <a:close/>
                  <a:moveTo>
                    <a:pt x="132465" y="140399"/>
                  </a:moveTo>
                  <a:lnTo>
                    <a:pt x="138303" y="144590"/>
                  </a:lnTo>
                  <a:lnTo>
                    <a:pt x="135459" y="146835"/>
                  </a:lnTo>
                  <a:lnTo>
                    <a:pt x="132465" y="148781"/>
                  </a:lnTo>
                  <a:lnTo>
                    <a:pt x="128873" y="142943"/>
                  </a:lnTo>
                  <a:lnTo>
                    <a:pt x="130669" y="141746"/>
                  </a:lnTo>
                  <a:lnTo>
                    <a:pt x="132465" y="140399"/>
                  </a:lnTo>
                  <a:close/>
                  <a:moveTo>
                    <a:pt x="47747" y="141596"/>
                  </a:moveTo>
                  <a:lnTo>
                    <a:pt x="46999" y="142344"/>
                  </a:lnTo>
                  <a:lnTo>
                    <a:pt x="46400" y="143093"/>
                  </a:lnTo>
                  <a:lnTo>
                    <a:pt x="45652" y="143841"/>
                  </a:lnTo>
                  <a:lnTo>
                    <a:pt x="38318" y="152373"/>
                  </a:lnTo>
                  <a:lnTo>
                    <a:pt x="36222" y="149230"/>
                  </a:lnTo>
                  <a:lnTo>
                    <a:pt x="34276" y="146086"/>
                  </a:lnTo>
                  <a:lnTo>
                    <a:pt x="34576" y="145937"/>
                  </a:lnTo>
                  <a:lnTo>
                    <a:pt x="35474" y="147284"/>
                  </a:lnTo>
                  <a:lnTo>
                    <a:pt x="36072" y="148032"/>
                  </a:lnTo>
                  <a:lnTo>
                    <a:pt x="36671" y="148631"/>
                  </a:lnTo>
                  <a:lnTo>
                    <a:pt x="36821" y="148631"/>
                  </a:lnTo>
                  <a:lnTo>
                    <a:pt x="35623" y="146984"/>
                  </a:lnTo>
                  <a:lnTo>
                    <a:pt x="34875" y="145937"/>
                  </a:lnTo>
                  <a:lnTo>
                    <a:pt x="35773" y="145637"/>
                  </a:lnTo>
                  <a:lnTo>
                    <a:pt x="36671" y="146685"/>
                  </a:lnTo>
                  <a:lnTo>
                    <a:pt x="37270" y="147433"/>
                  </a:lnTo>
                  <a:lnTo>
                    <a:pt x="37869" y="148182"/>
                  </a:lnTo>
                  <a:lnTo>
                    <a:pt x="38018" y="148182"/>
                  </a:lnTo>
                  <a:lnTo>
                    <a:pt x="37420" y="147284"/>
                  </a:lnTo>
                  <a:lnTo>
                    <a:pt x="36821" y="146535"/>
                  </a:lnTo>
                  <a:lnTo>
                    <a:pt x="36072" y="145488"/>
                  </a:lnTo>
                  <a:lnTo>
                    <a:pt x="36971" y="145188"/>
                  </a:lnTo>
                  <a:lnTo>
                    <a:pt x="37569" y="146236"/>
                  </a:lnTo>
                  <a:lnTo>
                    <a:pt x="38168" y="146835"/>
                  </a:lnTo>
                  <a:lnTo>
                    <a:pt x="38767" y="147284"/>
                  </a:lnTo>
                  <a:lnTo>
                    <a:pt x="37719" y="145937"/>
                  </a:lnTo>
                  <a:lnTo>
                    <a:pt x="37270" y="145188"/>
                  </a:lnTo>
                  <a:lnTo>
                    <a:pt x="38318" y="144739"/>
                  </a:lnTo>
                  <a:lnTo>
                    <a:pt x="39066" y="145637"/>
                  </a:lnTo>
                  <a:lnTo>
                    <a:pt x="39515" y="146236"/>
                  </a:lnTo>
                  <a:lnTo>
                    <a:pt x="40114" y="146835"/>
                  </a:lnTo>
                  <a:lnTo>
                    <a:pt x="40263" y="146835"/>
                  </a:lnTo>
                  <a:lnTo>
                    <a:pt x="39814" y="146086"/>
                  </a:lnTo>
                  <a:lnTo>
                    <a:pt x="39216" y="145338"/>
                  </a:lnTo>
                  <a:lnTo>
                    <a:pt x="38617" y="144590"/>
                  </a:lnTo>
                  <a:lnTo>
                    <a:pt x="39515" y="144290"/>
                  </a:lnTo>
                  <a:lnTo>
                    <a:pt x="39964" y="145039"/>
                  </a:lnTo>
                  <a:lnTo>
                    <a:pt x="40413" y="145637"/>
                  </a:lnTo>
                  <a:lnTo>
                    <a:pt x="41012" y="146236"/>
                  </a:lnTo>
                  <a:lnTo>
                    <a:pt x="41162" y="146236"/>
                  </a:lnTo>
                  <a:lnTo>
                    <a:pt x="39964" y="144440"/>
                  </a:lnTo>
                  <a:lnTo>
                    <a:pt x="39814" y="144290"/>
                  </a:lnTo>
                  <a:lnTo>
                    <a:pt x="40563" y="143991"/>
                  </a:lnTo>
                  <a:lnTo>
                    <a:pt x="40713" y="144290"/>
                  </a:lnTo>
                  <a:lnTo>
                    <a:pt x="41311" y="145039"/>
                  </a:lnTo>
                  <a:lnTo>
                    <a:pt x="41910" y="145637"/>
                  </a:lnTo>
                  <a:lnTo>
                    <a:pt x="42060" y="145637"/>
                  </a:lnTo>
                  <a:lnTo>
                    <a:pt x="42060" y="145488"/>
                  </a:lnTo>
                  <a:lnTo>
                    <a:pt x="41162" y="144440"/>
                  </a:lnTo>
                  <a:lnTo>
                    <a:pt x="40862" y="143841"/>
                  </a:lnTo>
                  <a:lnTo>
                    <a:pt x="41611" y="143691"/>
                  </a:lnTo>
                  <a:lnTo>
                    <a:pt x="42060" y="144140"/>
                  </a:lnTo>
                  <a:lnTo>
                    <a:pt x="42658" y="145039"/>
                  </a:lnTo>
                  <a:lnTo>
                    <a:pt x="42808" y="145039"/>
                  </a:lnTo>
                  <a:lnTo>
                    <a:pt x="42509" y="144440"/>
                  </a:lnTo>
                  <a:lnTo>
                    <a:pt x="42060" y="143991"/>
                  </a:lnTo>
                  <a:lnTo>
                    <a:pt x="41760" y="143542"/>
                  </a:lnTo>
                  <a:lnTo>
                    <a:pt x="42509" y="143242"/>
                  </a:lnTo>
                  <a:lnTo>
                    <a:pt x="42808" y="143542"/>
                  </a:lnTo>
                  <a:lnTo>
                    <a:pt x="43107" y="143991"/>
                  </a:lnTo>
                  <a:lnTo>
                    <a:pt x="43556" y="144440"/>
                  </a:lnTo>
                  <a:lnTo>
                    <a:pt x="43706" y="144290"/>
                  </a:lnTo>
                  <a:lnTo>
                    <a:pt x="42958" y="143392"/>
                  </a:lnTo>
                  <a:lnTo>
                    <a:pt x="42808" y="143242"/>
                  </a:lnTo>
                  <a:lnTo>
                    <a:pt x="43556" y="142943"/>
                  </a:lnTo>
                  <a:lnTo>
                    <a:pt x="44454" y="143841"/>
                  </a:lnTo>
                  <a:lnTo>
                    <a:pt x="44604" y="143841"/>
                  </a:lnTo>
                  <a:lnTo>
                    <a:pt x="43856" y="142793"/>
                  </a:lnTo>
                  <a:lnTo>
                    <a:pt x="44454" y="142644"/>
                  </a:lnTo>
                  <a:lnTo>
                    <a:pt x="44604" y="142793"/>
                  </a:lnTo>
                  <a:lnTo>
                    <a:pt x="44904" y="143093"/>
                  </a:lnTo>
                  <a:lnTo>
                    <a:pt x="45353" y="143392"/>
                  </a:lnTo>
                  <a:lnTo>
                    <a:pt x="45502" y="143392"/>
                  </a:lnTo>
                  <a:lnTo>
                    <a:pt x="45053" y="142943"/>
                  </a:lnTo>
                  <a:lnTo>
                    <a:pt x="44904" y="142644"/>
                  </a:lnTo>
                  <a:lnTo>
                    <a:pt x="44754" y="142494"/>
                  </a:lnTo>
                  <a:lnTo>
                    <a:pt x="45353" y="142344"/>
                  </a:lnTo>
                  <a:lnTo>
                    <a:pt x="45502" y="142344"/>
                  </a:lnTo>
                  <a:lnTo>
                    <a:pt x="45951" y="142793"/>
                  </a:lnTo>
                  <a:lnTo>
                    <a:pt x="46101" y="142793"/>
                  </a:lnTo>
                  <a:lnTo>
                    <a:pt x="45652" y="142195"/>
                  </a:lnTo>
                  <a:lnTo>
                    <a:pt x="45802" y="142195"/>
                  </a:lnTo>
                  <a:lnTo>
                    <a:pt x="46400" y="142045"/>
                  </a:lnTo>
                  <a:lnTo>
                    <a:pt x="46999" y="142344"/>
                  </a:lnTo>
                  <a:lnTo>
                    <a:pt x="46700" y="141895"/>
                  </a:lnTo>
                  <a:lnTo>
                    <a:pt x="47747" y="141596"/>
                  </a:lnTo>
                  <a:close/>
                  <a:moveTo>
                    <a:pt x="174226" y="110313"/>
                  </a:moveTo>
                  <a:lnTo>
                    <a:pt x="174076" y="112858"/>
                  </a:lnTo>
                  <a:lnTo>
                    <a:pt x="173777" y="115402"/>
                  </a:lnTo>
                  <a:lnTo>
                    <a:pt x="173328" y="117947"/>
                  </a:lnTo>
                  <a:lnTo>
                    <a:pt x="172729" y="120342"/>
                  </a:lnTo>
                  <a:lnTo>
                    <a:pt x="166742" y="120342"/>
                  </a:lnTo>
                  <a:lnTo>
                    <a:pt x="171980" y="123335"/>
                  </a:lnTo>
                  <a:lnTo>
                    <a:pt x="170484" y="128125"/>
                  </a:lnTo>
                  <a:lnTo>
                    <a:pt x="168687" y="132615"/>
                  </a:lnTo>
                  <a:lnTo>
                    <a:pt x="166592" y="137106"/>
                  </a:lnTo>
                  <a:lnTo>
                    <a:pt x="164197" y="141297"/>
                  </a:lnTo>
                  <a:lnTo>
                    <a:pt x="158659" y="139500"/>
                  </a:lnTo>
                  <a:lnTo>
                    <a:pt x="162551" y="143841"/>
                  </a:lnTo>
                  <a:lnTo>
                    <a:pt x="160904" y="146086"/>
                  </a:lnTo>
                  <a:lnTo>
                    <a:pt x="159258" y="148182"/>
                  </a:lnTo>
                  <a:lnTo>
                    <a:pt x="157611" y="150277"/>
                  </a:lnTo>
                  <a:lnTo>
                    <a:pt x="155815" y="152373"/>
                  </a:lnTo>
                  <a:lnTo>
                    <a:pt x="145936" y="139351"/>
                  </a:lnTo>
                  <a:lnTo>
                    <a:pt x="147733" y="137106"/>
                  </a:lnTo>
                  <a:lnTo>
                    <a:pt x="149379" y="134860"/>
                  </a:lnTo>
                  <a:lnTo>
                    <a:pt x="152522" y="136956"/>
                  </a:lnTo>
                  <a:lnTo>
                    <a:pt x="152373" y="137854"/>
                  </a:lnTo>
                  <a:lnTo>
                    <a:pt x="152522" y="138602"/>
                  </a:lnTo>
                  <a:lnTo>
                    <a:pt x="153121" y="139201"/>
                  </a:lnTo>
                  <a:lnTo>
                    <a:pt x="153869" y="139650"/>
                  </a:lnTo>
                  <a:lnTo>
                    <a:pt x="154169" y="139800"/>
                  </a:lnTo>
                  <a:lnTo>
                    <a:pt x="154618" y="139800"/>
                  </a:lnTo>
                  <a:lnTo>
                    <a:pt x="155516" y="139650"/>
                  </a:lnTo>
                  <a:lnTo>
                    <a:pt x="156115" y="139201"/>
                  </a:lnTo>
                  <a:lnTo>
                    <a:pt x="156414" y="138752"/>
                  </a:lnTo>
                  <a:lnTo>
                    <a:pt x="156564" y="138453"/>
                  </a:lnTo>
                  <a:lnTo>
                    <a:pt x="156713" y="138004"/>
                  </a:lnTo>
                  <a:lnTo>
                    <a:pt x="156713" y="137555"/>
                  </a:lnTo>
                  <a:lnTo>
                    <a:pt x="156564" y="136657"/>
                  </a:lnTo>
                  <a:lnTo>
                    <a:pt x="156115" y="136058"/>
                  </a:lnTo>
                  <a:lnTo>
                    <a:pt x="155665" y="135758"/>
                  </a:lnTo>
                  <a:lnTo>
                    <a:pt x="155366" y="135609"/>
                  </a:lnTo>
                  <a:lnTo>
                    <a:pt x="154618" y="135459"/>
                  </a:lnTo>
                  <a:lnTo>
                    <a:pt x="154019" y="135459"/>
                  </a:lnTo>
                  <a:lnTo>
                    <a:pt x="153420" y="135758"/>
                  </a:lnTo>
                  <a:lnTo>
                    <a:pt x="152971" y="136058"/>
                  </a:lnTo>
                  <a:lnTo>
                    <a:pt x="149828" y="134112"/>
                  </a:lnTo>
                  <a:lnTo>
                    <a:pt x="152073" y="130520"/>
                  </a:lnTo>
                  <a:lnTo>
                    <a:pt x="153869" y="126778"/>
                  </a:lnTo>
                  <a:lnTo>
                    <a:pt x="155516" y="122736"/>
                  </a:lnTo>
                  <a:lnTo>
                    <a:pt x="156713" y="118695"/>
                  </a:lnTo>
                  <a:lnTo>
                    <a:pt x="160605" y="119593"/>
                  </a:lnTo>
                  <a:lnTo>
                    <a:pt x="160755" y="120342"/>
                  </a:lnTo>
                  <a:lnTo>
                    <a:pt x="161204" y="121090"/>
                  </a:lnTo>
                  <a:lnTo>
                    <a:pt x="161952" y="121539"/>
                  </a:lnTo>
                  <a:lnTo>
                    <a:pt x="162700" y="121689"/>
                  </a:lnTo>
                  <a:lnTo>
                    <a:pt x="163149" y="121689"/>
                  </a:lnTo>
                  <a:lnTo>
                    <a:pt x="163598" y="121539"/>
                  </a:lnTo>
                  <a:lnTo>
                    <a:pt x="164347" y="121090"/>
                  </a:lnTo>
                  <a:lnTo>
                    <a:pt x="164796" y="120342"/>
                  </a:lnTo>
                  <a:lnTo>
                    <a:pt x="164946" y="120042"/>
                  </a:lnTo>
                  <a:lnTo>
                    <a:pt x="164946" y="119593"/>
                  </a:lnTo>
                  <a:lnTo>
                    <a:pt x="164946" y="119144"/>
                  </a:lnTo>
                  <a:lnTo>
                    <a:pt x="164796" y="118695"/>
                  </a:lnTo>
                  <a:lnTo>
                    <a:pt x="164347" y="117947"/>
                  </a:lnTo>
                  <a:lnTo>
                    <a:pt x="163748" y="117498"/>
                  </a:lnTo>
                  <a:lnTo>
                    <a:pt x="163299" y="117348"/>
                  </a:lnTo>
                  <a:lnTo>
                    <a:pt x="162102" y="117348"/>
                  </a:lnTo>
                  <a:lnTo>
                    <a:pt x="161653" y="117647"/>
                  </a:lnTo>
                  <a:lnTo>
                    <a:pt x="161054" y="118096"/>
                  </a:lnTo>
                  <a:lnTo>
                    <a:pt x="160755" y="118545"/>
                  </a:lnTo>
                  <a:lnTo>
                    <a:pt x="157013" y="117797"/>
                  </a:lnTo>
                  <a:lnTo>
                    <a:pt x="157611" y="115253"/>
                  </a:lnTo>
                  <a:lnTo>
                    <a:pt x="157911" y="112858"/>
                  </a:lnTo>
                  <a:lnTo>
                    <a:pt x="174226" y="110313"/>
                  </a:lnTo>
                  <a:close/>
                  <a:moveTo>
                    <a:pt x="163000" y="142045"/>
                  </a:moveTo>
                  <a:lnTo>
                    <a:pt x="163598" y="142195"/>
                  </a:lnTo>
                  <a:lnTo>
                    <a:pt x="163748" y="142195"/>
                  </a:lnTo>
                  <a:lnTo>
                    <a:pt x="163299" y="142793"/>
                  </a:lnTo>
                  <a:lnTo>
                    <a:pt x="163449" y="142793"/>
                  </a:lnTo>
                  <a:lnTo>
                    <a:pt x="164047" y="142344"/>
                  </a:lnTo>
                  <a:lnTo>
                    <a:pt x="164646" y="142494"/>
                  </a:lnTo>
                  <a:lnTo>
                    <a:pt x="164646" y="142644"/>
                  </a:lnTo>
                  <a:lnTo>
                    <a:pt x="164197" y="143242"/>
                  </a:lnTo>
                  <a:lnTo>
                    <a:pt x="164047" y="143392"/>
                  </a:lnTo>
                  <a:lnTo>
                    <a:pt x="164497" y="143093"/>
                  </a:lnTo>
                  <a:lnTo>
                    <a:pt x="164796" y="142793"/>
                  </a:lnTo>
                  <a:lnTo>
                    <a:pt x="164946" y="142644"/>
                  </a:lnTo>
                  <a:lnTo>
                    <a:pt x="165694" y="142793"/>
                  </a:lnTo>
                  <a:lnTo>
                    <a:pt x="164946" y="143841"/>
                  </a:lnTo>
                  <a:lnTo>
                    <a:pt x="165844" y="142943"/>
                  </a:lnTo>
                  <a:lnTo>
                    <a:pt x="166592" y="143242"/>
                  </a:lnTo>
                  <a:lnTo>
                    <a:pt x="166442" y="143392"/>
                  </a:lnTo>
                  <a:lnTo>
                    <a:pt x="165844" y="144290"/>
                  </a:lnTo>
                  <a:lnTo>
                    <a:pt x="165844" y="144440"/>
                  </a:lnTo>
                  <a:lnTo>
                    <a:pt x="166293" y="143991"/>
                  </a:lnTo>
                  <a:lnTo>
                    <a:pt x="166592" y="143542"/>
                  </a:lnTo>
                  <a:lnTo>
                    <a:pt x="166891" y="143242"/>
                  </a:lnTo>
                  <a:lnTo>
                    <a:pt x="167640" y="143542"/>
                  </a:lnTo>
                  <a:lnTo>
                    <a:pt x="167340" y="143991"/>
                  </a:lnTo>
                  <a:lnTo>
                    <a:pt x="166891" y="144440"/>
                  </a:lnTo>
                  <a:lnTo>
                    <a:pt x="166742" y="145039"/>
                  </a:lnTo>
                  <a:lnTo>
                    <a:pt x="167490" y="144140"/>
                  </a:lnTo>
                  <a:lnTo>
                    <a:pt x="167789" y="143691"/>
                  </a:lnTo>
                  <a:lnTo>
                    <a:pt x="168687" y="143841"/>
                  </a:lnTo>
                  <a:lnTo>
                    <a:pt x="168238" y="144440"/>
                  </a:lnTo>
                  <a:lnTo>
                    <a:pt x="167490" y="145488"/>
                  </a:lnTo>
                  <a:lnTo>
                    <a:pt x="167490" y="145637"/>
                  </a:lnTo>
                  <a:lnTo>
                    <a:pt x="168089" y="145039"/>
                  </a:lnTo>
                  <a:lnTo>
                    <a:pt x="168687" y="144290"/>
                  </a:lnTo>
                  <a:lnTo>
                    <a:pt x="168987" y="143991"/>
                  </a:lnTo>
                  <a:lnTo>
                    <a:pt x="169735" y="144290"/>
                  </a:lnTo>
                  <a:lnTo>
                    <a:pt x="169436" y="144440"/>
                  </a:lnTo>
                  <a:lnTo>
                    <a:pt x="168238" y="146236"/>
                  </a:lnTo>
                  <a:lnTo>
                    <a:pt x="168388" y="146236"/>
                  </a:lnTo>
                  <a:lnTo>
                    <a:pt x="168987" y="145637"/>
                  </a:lnTo>
                  <a:lnTo>
                    <a:pt x="169436" y="145039"/>
                  </a:lnTo>
                  <a:lnTo>
                    <a:pt x="169885" y="144290"/>
                  </a:lnTo>
                  <a:lnTo>
                    <a:pt x="170783" y="144590"/>
                  </a:lnTo>
                  <a:lnTo>
                    <a:pt x="170184" y="145338"/>
                  </a:lnTo>
                  <a:lnTo>
                    <a:pt x="169735" y="146086"/>
                  </a:lnTo>
                  <a:lnTo>
                    <a:pt x="169286" y="146835"/>
                  </a:lnTo>
                  <a:lnTo>
                    <a:pt x="169286" y="146835"/>
                  </a:lnTo>
                  <a:lnTo>
                    <a:pt x="169885" y="146236"/>
                  </a:lnTo>
                  <a:lnTo>
                    <a:pt x="170484" y="145637"/>
                  </a:lnTo>
                  <a:lnTo>
                    <a:pt x="171082" y="144739"/>
                  </a:lnTo>
                  <a:lnTo>
                    <a:pt x="172280" y="145188"/>
                  </a:lnTo>
                  <a:lnTo>
                    <a:pt x="171681" y="145937"/>
                  </a:lnTo>
                  <a:lnTo>
                    <a:pt x="170633" y="147284"/>
                  </a:lnTo>
                  <a:lnTo>
                    <a:pt x="171232" y="146835"/>
                  </a:lnTo>
                  <a:lnTo>
                    <a:pt x="171831" y="146236"/>
                  </a:lnTo>
                  <a:lnTo>
                    <a:pt x="172579" y="145188"/>
                  </a:lnTo>
                  <a:lnTo>
                    <a:pt x="173328" y="145488"/>
                  </a:lnTo>
                  <a:lnTo>
                    <a:pt x="172579" y="146535"/>
                  </a:lnTo>
                  <a:lnTo>
                    <a:pt x="171980" y="147284"/>
                  </a:lnTo>
                  <a:lnTo>
                    <a:pt x="171531" y="148182"/>
                  </a:lnTo>
                  <a:lnTo>
                    <a:pt x="171531" y="148182"/>
                  </a:lnTo>
                  <a:lnTo>
                    <a:pt x="172280" y="147433"/>
                  </a:lnTo>
                  <a:lnTo>
                    <a:pt x="172729" y="146685"/>
                  </a:lnTo>
                  <a:lnTo>
                    <a:pt x="173627" y="145637"/>
                  </a:lnTo>
                  <a:lnTo>
                    <a:pt x="174525" y="145937"/>
                  </a:lnTo>
                  <a:lnTo>
                    <a:pt x="173777" y="146984"/>
                  </a:lnTo>
                  <a:lnTo>
                    <a:pt x="172579" y="148631"/>
                  </a:lnTo>
                  <a:lnTo>
                    <a:pt x="172729" y="148631"/>
                  </a:lnTo>
                  <a:lnTo>
                    <a:pt x="173328" y="148032"/>
                  </a:lnTo>
                  <a:lnTo>
                    <a:pt x="173926" y="147284"/>
                  </a:lnTo>
                  <a:lnTo>
                    <a:pt x="174824" y="145937"/>
                  </a:lnTo>
                  <a:lnTo>
                    <a:pt x="175124" y="146086"/>
                  </a:lnTo>
                  <a:lnTo>
                    <a:pt x="173178" y="149230"/>
                  </a:lnTo>
                  <a:lnTo>
                    <a:pt x="171082" y="152373"/>
                  </a:lnTo>
                  <a:lnTo>
                    <a:pt x="163748" y="143841"/>
                  </a:lnTo>
                  <a:lnTo>
                    <a:pt x="163000" y="143093"/>
                  </a:lnTo>
                  <a:lnTo>
                    <a:pt x="162551" y="142344"/>
                  </a:lnTo>
                  <a:lnTo>
                    <a:pt x="163000" y="142045"/>
                  </a:lnTo>
                  <a:close/>
                  <a:moveTo>
                    <a:pt x="35174" y="110912"/>
                  </a:moveTo>
                  <a:lnTo>
                    <a:pt x="51489" y="113157"/>
                  </a:lnTo>
                  <a:lnTo>
                    <a:pt x="52088" y="116600"/>
                  </a:lnTo>
                  <a:lnTo>
                    <a:pt x="48346" y="117647"/>
                  </a:lnTo>
                  <a:lnTo>
                    <a:pt x="47747" y="117049"/>
                  </a:lnTo>
                  <a:lnTo>
                    <a:pt x="47149" y="116600"/>
                  </a:lnTo>
                  <a:lnTo>
                    <a:pt x="46251" y="116450"/>
                  </a:lnTo>
                  <a:lnTo>
                    <a:pt x="45502" y="116749"/>
                  </a:lnTo>
                  <a:lnTo>
                    <a:pt x="45053" y="116899"/>
                  </a:lnTo>
                  <a:lnTo>
                    <a:pt x="44754" y="117198"/>
                  </a:lnTo>
                  <a:lnTo>
                    <a:pt x="44305" y="117947"/>
                  </a:lnTo>
                  <a:lnTo>
                    <a:pt x="44305" y="118845"/>
                  </a:lnTo>
                  <a:lnTo>
                    <a:pt x="44305" y="119294"/>
                  </a:lnTo>
                  <a:lnTo>
                    <a:pt x="44454" y="119743"/>
                  </a:lnTo>
                  <a:lnTo>
                    <a:pt x="44754" y="120042"/>
                  </a:lnTo>
                  <a:lnTo>
                    <a:pt x="45053" y="120342"/>
                  </a:lnTo>
                  <a:lnTo>
                    <a:pt x="45652" y="120791"/>
                  </a:lnTo>
                  <a:lnTo>
                    <a:pt x="46550" y="120940"/>
                  </a:lnTo>
                  <a:lnTo>
                    <a:pt x="46999" y="120791"/>
                  </a:lnTo>
                  <a:lnTo>
                    <a:pt x="47448" y="120641"/>
                  </a:lnTo>
                  <a:lnTo>
                    <a:pt x="47897" y="120342"/>
                  </a:lnTo>
                  <a:lnTo>
                    <a:pt x="48346" y="119743"/>
                  </a:lnTo>
                  <a:lnTo>
                    <a:pt x="48645" y="119294"/>
                  </a:lnTo>
                  <a:lnTo>
                    <a:pt x="48645" y="118545"/>
                  </a:lnTo>
                  <a:lnTo>
                    <a:pt x="52387" y="117498"/>
                  </a:lnTo>
                  <a:lnTo>
                    <a:pt x="53585" y="121689"/>
                  </a:lnTo>
                  <a:lnTo>
                    <a:pt x="55082" y="125730"/>
                  </a:lnTo>
                  <a:lnTo>
                    <a:pt x="56878" y="129622"/>
                  </a:lnTo>
                  <a:lnTo>
                    <a:pt x="59123" y="133364"/>
                  </a:lnTo>
                  <a:lnTo>
                    <a:pt x="55680" y="135609"/>
                  </a:lnTo>
                  <a:lnTo>
                    <a:pt x="54932" y="135160"/>
                  </a:lnTo>
                  <a:lnTo>
                    <a:pt x="54034" y="135010"/>
                  </a:lnTo>
                  <a:lnTo>
                    <a:pt x="53285" y="135160"/>
                  </a:lnTo>
                  <a:lnTo>
                    <a:pt x="52537" y="135609"/>
                  </a:lnTo>
                  <a:lnTo>
                    <a:pt x="52238" y="136058"/>
                  </a:lnTo>
                  <a:lnTo>
                    <a:pt x="52088" y="136357"/>
                  </a:lnTo>
                  <a:lnTo>
                    <a:pt x="51938" y="137255"/>
                  </a:lnTo>
                  <a:lnTo>
                    <a:pt x="52088" y="138004"/>
                  </a:lnTo>
                  <a:lnTo>
                    <a:pt x="52238" y="138453"/>
                  </a:lnTo>
                  <a:lnTo>
                    <a:pt x="52537" y="138752"/>
                  </a:lnTo>
                  <a:lnTo>
                    <a:pt x="52986" y="139051"/>
                  </a:lnTo>
                  <a:lnTo>
                    <a:pt x="53285" y="139201"/>
                  </a:lnTo>
                  <a:lnTo>
                    <a:pt x="54184" y="139351"/>
                  </a:lnTo>
                  <a:lnTo>
                    <a:pt x="54932" y="139201"/>
                  </a:lnTo>
                  <a:lnTo>
                    <a:pt x="55381" y="139051"/>
                  </a:lnTo>
                  <a:lnTo>
                    <a:pt x="55680" y="138752"/>
                  </a:lnTo>
                  <a:lnTo>
                    <a:pt x="56129" y="138303"/>
                  </a:lnTo>
                  <a:lnTo>
                    <a:pt x="56279" y="137704"/>
                  </a:lnTo>
                  <a:lnTo>
                    <a:pt x="56279" y="136956"/>
                  </a:lnTo>
                  <a:lnTo>
                    <a:pt x="56129" y="136357"/>
                  </a:lnTo>
                  <a:lnTo>
                    <a:pt x="59572" y="134262"/>
                  </a:lnTo>
                  <a:lnTo>
                    <a:pt x="61817" y="137255"/>
                  </a:lnTo>
                  <a:lnTo>
                    <a:pt x="64062" y="140099"/>
                  </a:lnTo>
                  <a:lnTo>
                    <a:pt x="54483" y="153271"/>
                  </a:lnTo>
                  <a:lnTo>
                    <a:pt x="52387" y="151026"/>
                  </a:lnTo>
                  <a:lnTo>
                    <a:pt x="50442" y="148781"/>
                  </a:lnTo>
                  <a:lnTo>
                    <a:pt x="48645" y="146386"/>
                  </a:lnTo>
                  <a:lnTo>
                    <a:pt x="46849" y="143991"/>
                  </a:lnTo>
                  <a:lnTo>
                    <a:pt x="50891" y="139500"/>
                  </a:lnTo>
                  <a:lnTo>
                    <a:pt x="45203" y="141297"/>
                  </a:lnTo>
                  <a:lnTo>
                    <a:pt x="42808" y="137106"/>
                  </a:lnTo>
                  <a:lnTo>
                    <a:pt x="40713" y="132615"/>
                  </a:lnTo>
                  <a:lnTo>
                    <a:pt x="38916" y="128125"/>
                  </a:lnTo>
                  <a:lnTo>
                    <a:pt x="37420" y="123335"/>
                  </a:lnTo>
                  <a:lnTo>
                    <a:pt x="42658" y="120342"/>
                  </a:lnTo>
                  <a:lnTo>
                    <a:pt x="36671" y="120342"/>
                  </a:lnTo>
                  <a:lnTo>
                    <a:pt x="35773" y="115702"/>
                  </a:lnTo>
                  <a:lnTo>
                    <a:pt x="35174" y="110912"/>
                  </a:lnTo>
                  <a:close/>
                  <a:moveTo>
                    <a:pt x="80677" y="143093"/>
                  </a:moveTo>
                  <a:lnTo>
                    <a:pt x="83371" y="144739"/>
                  </a:lnTo>
                  <a:lnTo>
                    <a:pt x="86364" y="146086"/>
                  </a:lnTo>
                  <a:lnTo>
                    <a:pt x="89508" y="147284"/>
                  </a:lnTo>
                  <a:lnTo>
                    <a:pt x="92651" y="148331"/>
                  </a:lnTo>
                  <a:lnTo>
                    <a:pt x="91453" y="155217"/>
                  </a:lnTo>
                  <a:lnTo>
                    <a:pt x="87562" y="154019"/>
                  </a:lnTo>
                  <a:lnTo>
                    <a:pt x="83820" y="152522"/>
                  </a:lnTo>
                  <a:lnTo>
                    <a:pt x="80377" y="150876"/>
                  </a:lnTo>
                  <a:lnTo>
                    <a:pt x="76935" y="148930"/>
                  </a:lnTo>
                  <a:lnTo>
                    <a:pt x="80677" y="143093"/>
                  </a:lnTo>
                  <a:close/>
                  <a:moveTo>
                    <a:pt x="128125" y="143542"/>
                  </a:moveTo>
                  <a:lnTo>
                    <a:pt x="131717" y="149379"/>
                  </a:lnTo>
                  <a:lnTo>
                    <a:pt x="128274" y="151325"/>
                  </a:lnTo>
                  <a:lnTo>
                    <a:pt x="124532" y="152972"/>
                  </a:lnTo>
                  <a:lnTo>
                    <a:pt x="120790" y="154319"/>
                  </a:lnTo>
                  <a:lnTo>
                    <a:pt x="116899" y="155366"/>
                  </a:lnTo>
                  <a:lnTo>
                    <a:pt x="115552" y="148631"/>
                  </a:lnTo>
                  <a:lnTo>
                    <a:pt x="118845" y="147733"/>
                  </a:lnTo>
                  <a:lnTo>
                    <a:pt x="121988" y="146535"/>
                  </a:lnTo>
                  <a:lnTo>
                    <a:pt x="125131" y="145188"/>
                  </a:lnTo>
                  <a:lnTo>
                    <a:pt x="128125" y="143542"/>
                  </a:lnTo>
                  <a:close/>
                  <a:moveTo>
                    <a:pt x="114504" y="148930"/>
                  </a:moveTo>
                  <a:lnTo>
                    <a:pt x="116001" y="155666"/>
                  </a:lnTo>
                  <a:lnTo>
                    <a:pt x="113307" y="156115"/>
                  </a:lnTo>
                  <a:lnTo>
                    <a:pt x="114354" y="148930"/>
                  </a:lnTo>
                  <a:close/>
                  <a:moveTo>
                    <a:pt x="93549" y="148631"/>
                  </a:moveTo>
                  <a:lnTo>
                    <a:pt x="95345" y="149080"/>
                  </a:lnTo>
                  <a:lnTo>
                    <a:pt x="96393" y="156264"/>
                  </a:lnTo>
                  <a:lnTo>
                    <a:pt x="92352" y="155366"/>
                  </a:lnTo>
                  <a:lnTo>
                    <a:pt x="93549" y="148631"/>
                  </a:lnTo>
                  <a:close/>
                  <a:moveTo>
                    <a:pt x="127676" y="117348"/>
                  </a:moveTo>
                  <a:lnTo>
                    <a:pt x="138902" y="132017"/>
                  </a:lnTo>
                  <a:lnTo>
                    <a:pt x="139800" y="133364"/>
                  </a:lnTo>
                  <a:lnTo>
                    <a:pt x="143991" y="138902"/>
                  </a:lnTo>
                  <a:lnTo>
                    <a:pt x="145188" y="140399"/>
                  </a:lnTo>
                  <a:lnTo>
                    <a:pt x="154917" y="153271"/>
                  </a:lnTo>
                  <a:lnTo>
                    <a:pt x="155516" y="154019"/>
                  </a:lnTo>
                  <a:lnTo>
                    <a:pt x="158659" y="158210"/>
                  </a:lnTo>
                  <a:lnTo>
                    <a:pt x="154468" y="155067"/>
                  </a:lnTo>
                  <a:lnTo>
                    <a:pt x="153720" y="154468"/>
                  </a:lnTo>
                  <a:lnTo>
                    <a:pt x="140698" y="144889"/>
                  </a:lnTo>
                  <a:lnTo>
                    <a:pt x="139201" y="143841"/>
                  </a:lnTo>
                  <a:lnTo>
                    <a:pt x="133513" y="139650"/>
                  </a:lnTo>
                  <a:lnTo>
                    <a:pt x="132316" y="138752"/>
                  </a:lnTo>
                  <a:lnTo>
                    <a:pt x="117348" y="127676"/>
                  </a:lnTo>
                  <a:lnTo>
                    <a:pt x="118545" y="118845"/>
                  </a:lnTo>
                  <a:lnTo>
                    <a:pt x="121090" y="118396"/>
                  </a:lnTo>
                  <a:lnTo>
                    <a:pt x="120341" y="118994"/>
                  </a:lnTo>
                  <a:lnTo>
                    <a:pt x="119892" y="119743"/>
                  </a:lnTo>
                  <a:lnTo>
                    <a:pt x="119892" y="119893"/>
                  </a:lnTo>
                  <a:lnTo>
                    <a:pt x="120940" y="119144"/>
                  </a:lnTo>
                  <a:lnTo>
                    <a:pt x="121688" y="118246"/>
                  </a:lnTo>
                  <a:lnTo>
                    <a:pt x="125281" y="117797"/>
                  </a:lnTo>
                  <a:lnTo>
                    <a:pt x="123784" y="119144"/>
                  </a:lnTo>
                  <a:lnTo>
                    <a:pt x="122587" y="120342"/>
                  </a:lnTo>
                  <a:lnTo>
                    <a:pt x="121988" y="121090"/>
                  </a:lnTo>
                  <a:lnTo>
                    <a:pt x="121389" y="121689"/>
                  </a:lnTo>
                  <a:lnTo>
                    <a:pt x="121389" y="121838"/>
                  </a:lnTo>
                  <a:lnTo>
                    <a:pt x="121539" y="121838"/>
                  </a:lnTo>
                  <a:lnTo>
                    <a:pt x="122138" y="121240"/>
                  </a:lnTo>
                  <a:lnTo>
                    <a:pt x="122736" y="120641"/>
                  </a:lnTo>
                  <a:lnTo>
                    <a:pt x="123934" y="119444"/>
                  </a:lnTo>
                  <a:lnTo>
                    <a:pt x="125730" y="117647"/>
                  </a:lnTo>
                  <a:lnTo>
                    <a:pt x="127676" y="117348"/>
                  </a:lnTo>
                  <a:close/>
                  <a:moveTo>
                    <a:pt x="82323" y="117348"/>
                  </a:moveTo>
                  <a:lnTo>
                    <a:pt x="90705" y="118545"/>
                  </a:lnTo>
                  <a:lnTo>
                    <a:pt x="91154" y="121389"/>
                  </a:lnTo>
                  <a:lnTo>
                    <a:pt x="90555" y="120940"/>
                  </a:lnTo>
                  <a:lnTo>
                    <a:pt x="89957" y="120491"/>
                  </a:lnTo>
                  <a:lnTo>
                    <a:pt x="89807" y="120491"/>
                  </a:lnTo>
                  <a:lnTo>
                    <a:pt x="90406" y="121389"/>
                  </a:lnTo>
                  <a:lnTo>
                    <a:pt x="91154" y="122138"/>
                  </a:lnTo>
                  <a:lnTo>
                    <a:pt x="91753" y="125580"/>
                  </a:lnTo>
                  <a:lnTo>
                    <a:pt x="90555" y="124383"/>
                  </a:lnTo>
                  <a:lnTo>
                    <a:pt x="89358" y="123185"/>
                  </a:lnTo>
                  <a:lnTo>
                    <a:pt x="88610" y="122587"/>
                  </a:lnTo>
                  <a:lnTo>
                    <a:pt x="88011" y="121988"/>
                  </a:lnTo>
                  <a:lnTo>
                    <a:pt x="87861" y="121988"/>
                  </a:lnTo>
                  <a:lnTo>
                    <a:pt x="87861" y="122138"/>
                  </a:lnTo>
                  <a:lnTo>
                    <a:pt x="88460" y="122736"/>
                  </a:lnTo>
                  <a:lnTo>
                    <a:pt x="89059" y="123335"/>
                  </a:lnTo>
                  <a:lnTo>
                    <a:pt x="90256" y="124533"/>
                  </a:lnTo>
                  <a:lnTo>
                    <a:pt x="91753" y="126179"/>
                  </a:lnTo>
                  <a:lnTo>
                    <a:pt x="92202" y="128424"/>
                  </a:lnTo>
                  <a:lnTo>
                    <a:pt x="77833" y="139351"/>
                  </a:lnTo>
                  <a:lnTo>
                    <a:pt x="76635" y="140249"/>
                  </a:lnTo>
                  <a:lnTo>
                    <a:pt x="70948" y="144440"/>
                  </a:lnTo>
                  <a:lnTo>
                    <a:pt x="69600" y="145637"/>
                  </a:lnTo>
                  <a:lnTo>
                    <a:pt x="56578" y="155366"/>
                  </a:lnTo>
                  <a:lnTo>
                    <a:pt x="55830" y="155965"/>
                  </a:lnTo>
                  <a:lnTo>
                    <a:pt x="51489" y="159258"/>
                  </a:lnTo>
                  <a:lnTo>
                    <a:pt x="54782" y="154917"/>
                  </a:lnTo>
                  <a:lnTo>
                    <a:pt x="55381" y="154169"/>
                  </a:lnTo>
                  <a:lnTo>
                    <a:pt x="64960" y="141147"/>
                  </a:lnTo>
                  <a:lnTo>
                    <a:pt x="66008" y="139650"/>
                  </a:lnTo>
                  <a:lnTo>
                    <a:pt x="70199" y="133962"/>
                  </a:lnTo>
                  <a:lnTo>
                    <a:pt x="71097" y="132765"/>
                  </a:lnTo>
                  <a:lnTo>
                    <a:pt x="82323" y="117348"/>
                  </a:lnTo>
                  <a:close/>
                  <a:moveTo>
                    <a:pt x="68852" y="162701"/>
                  </a:moveTo>
                  <a:lnTo>
                    <a:pt x="68702" y="163748"/>
                  </a:lnTo>
                  <a:lnTo>
                    <a:pt x="68104" y="163449"/>
                  </a:lnTo>
                  <a:lnTo>
                    <a:pt x="68852" y="162701"/>
                  </a:lnTo>
                  <a:close/>
                  <a:moveTo>
                    <a:pt x="140548" y="162701"/>
                  </a:moveTo>
                  <a:lnTo>
                    <a:pt x="141296" y="163449"/>
                  </a:lnTo>
                  <a:lnTo>
                    <a:pt x="140847" y="163748"/>
                  </a:lnTo>
                  <a:lnTo>
                    <a:pt x="140548" y="162701"/>
                  </a:lnTo>
                  <a:close/>
                  <a:moveTo>
                    <a:pt x="46251" y="144739"/>
                  </a:moveTo>
                  <a:lnTo>
                    <a:pt x="48047" y="147134"/>
                  </a:lnTo>
                  <a:lnTo>
                    <a:pt x="49843" y="149529"/>
                  </a:lnTo>
                  <a:lnTo>
                    <a:pt x="51789" y="151774"/>
                  </a:lnTo>
                  <a:lnTo>
                    <a:pt x="53884" y="154019"/>
                  </a:lnTo>
                  <a:lnTo>
                    <a:pt x="48047" y="161952"/>
                  </a:lnTo>
                  <a:lnTo>
                    <a:pt x="48945" y="162850"/>
                  </a:lnTo>
                  <a:lnTo>
                    <a:pt x="56728" y="156863"/>
                  </a:lnTo>
                  <a:lnTo>
                    <a:pt x="58973" y="158809"/>
                  </a:lnTo>
                  <a:lnTo>
                    <a:pt x="61218" y="160605"/>
                  </a:lnTo>
                  <a:lnTo>
                    <a:pt x="63613" y="162401"/>
                  </a:lnTo>
                  <a:lnTo>
                    <a:pt x="66158" y="164048"/>
                  </a:lnTo>
                  <a:lnTo>
                    <a:pt x="58225" y="171831"/>
                  </a:lnTo>
                  <a:lnTo>
                    <a:pt x="55381" y="169885"/>
                  </a:lnTo>
                  <a:lnTo>
                    <a:pt x="52836" y="167790"/>
                  </a:lnTo>
                  <a:lnTo>
                    <a:pt x="50292" y="165545"/>
                  </a:lnTo>
                  <a:lnTo>
                    <a:pt x="47747" y="163299"/>
                  </a:lnTo>
                  <a:lnTo>
                    <a:pt x="45353" y="160904"/>
                  </a:lnTo>
                  <a:lnTo>
                    <a:pt x="43107" y="158360"/>
                  </a:lnTo>
                  <a:lnTo>
                    <a:pt x="41012" y="155815"/>
                  </a:lnTo>
                  <a:lnTo>
                    <a:pt x="38916" y="153121"/>
                  </a:lnTo>
                  <a:lnTo>
                    <a:pt x="46251" y="144739"/>
                  </a:lnTo>
                  <a:close/>
                  <a:moveTo>
                    <a:pt x="163149" y="144739"/>
                  </a:moveTo>
                  <a:lnTo>
                    <a:pt x="170484" y="153121"/>
                  </a:lnTo>
                  <a:lnTo>
                    <a:pt x="168388" y="155815"/>
                  </a:lnTo>
                  <a:lnTo>
                    <a:pt x="166293" y="158360"/>
                  </a:lnTo>
                  <a:lnTo>
                    <a:pt x="164047" y="160904"/>
                  </a:lnTo>
                  <a:lnTo>
                    <a:pt x="161653" y="163299"/>
                  </a:lnTo>
                  <a:lnTo>
                    <a:pt x="159108" y="165545"/>
                  </a:lnTo>
                  <a:lnTo>
                    <a:pt x="156564" y="167790"/>
                  </a:lnTo>
                  <a:lnTo>
                    <a:pt x="154019" y="169885"/>
                  </a:lnTo>
                  <a:lnTo>
                    <a:pt x="151175" y="171831"/>
                  </a:lnTo>
                  <a:lnTo>
                    <a:pt x="143242" y="164048"/>
                  </a:lnTo>
                  <a:lnTo>
                    <a:pt x="145936" y="162252"/>
                  </a:lnTo>
                  <a:lnTo>
                    <a:pt x="148631" y="160306"/>
                  </a:lnTo>
                  <a:lnTo>
                    <a:pt x="151175" y="158210"/>
                  </a:lnTo>
                  <a:lnTo>
                    <a:pt x="153570" y="155965"/>
                  </a:lnTo>
                  <a:lnTo>
                    <a:pt x="161353" y="161653"/>
                  </a:lnTo>
                  <a:lnTo>
                    <a:pt x="162251" y="160755"/>
                  </a:lnTo>
                  <a:lnTo>
                    <a:pt x="156414" y="153121"/>
                  </a:lnTo>
                  <a:lnTo>
                    <a:pt x="158210" y="151026"/>
                  </a:lnTo>
                  <a:lnTo>
                    <a:pt x="159856" y="149080"/>
                  </a:lnTo>
                  <a:lnTo>
                    <a:pt x="161653" y="146835"/>
                  </a:lnTo>
                  <a:lnTo>
                    <a:pt x="163149" y="144739"/>
                  </a:lnTo>
                  <a:close/>
                  <a:moveTo>
                    <a:pt x="89358" y="171083"/>
                  </a:moveTo>
                  <a:lnTo>
                    <a:pt x="89358" y="172130"/>
                  </a:lnTo>
                  <a:lnTo>
                    <a:pt x="88759" y="171981"/>
                  </a:lnTo>
                  <a:lnTo>
                    <a:pt x="89358" y="171083"/>
                  </a:lnTo>
                  <a:close/>
                  <a:moveTo>
                    <a:pt x="120192" y="171083"/>
                  </a:moveTo>
                  <a:lnTo>
                    <a:pt x="120641" y="171981"/>
                  </a:lnTo>
                  <a:lnTo>
                    <a:pt x="120042" y="172130"/>
                  </a:lnTo>
                  <a:lnTo>
                    <a:pt x="120192" y="171083"/>
                  </a:lnTo>
                  <a:close/>
                  <a:moveTo>
                    <a:pt x="70499" y="146386"/>
                  </a:moveTo>
                  <a:lnTo>
                    <a:pt x="72744" y="148182"/>
                  </a:lnTo>
                  <a:lnTo>
                    <a:pt x="75139" y="149828"/>
                  </a:lnTo>
                  <a:lnTo>
                    <a:pt x="73043" y="153421"/>
                  </a:lnTo>
                  <a:lnTo>
                    <a:pt x="72145" y="153271"/>
                  </a:lnTo>
                  <a:lnTo>
                    <a:pt x="71397" y="153570"/>
                  </a:lnTo>
                  <a:lnTo>
                    <a:pt x="70648" y="154019"/>
                  </a:lnTo>
                  <a:lnTo>
                    <a:pt x="70199" y="154768"/>
                  </a:lnTo>
                  <a:lnTo>
                    <a:pt x="70199" y="155217"/>
                  </a:lnTo>
                  <a:lnTo>
                    <a:pt x="70199" y="155666"/>
                  </a:lnTo>
                  <a:lnTo>
                    <a:pt x="70349" y="156414"/>
                  </a:lnTo>
                  <a:lnTo>
                    <a:pt x="70798" y="157163"/>
                  </a:lnTo>
                  <a:lnTo>
                    <a:pt x="71247" y="157312"/>
                  </a:lnTo>
                  <a:lnTo>
                    <a:pt x="71546" y="157612"/>
                  </a:lnTo>
                  <a:lnTo>
                    <a:pt x="72444" y="157612"/>
                  </a:lnTo>
                  <a:lnTo>
                    <a:pt x="73342" y="157462"/>
                  </a:lnTo>
                  <a:lnTo>
                    <a:pt x="73941" y="157013"/>
                  </a:lnTo>
                  <a:lnTo>
                    <a:pt x="74240" y="156564"/>
                  </a:lnTo>
                  <a:lnTo>
                    <a:pt x="74390" y="156264"/>
                  </a:lnTo>
                  <a:lnTo>
                    <a:pt x="74540" y="155516"/>
                  </a:lnTo>
                  <a:lnTo>
                    <a:pt x="74390" y="154917"/>
                  </a:lnTo>
                  <a:lnTo>
                    <a:pt x="74240" y="154319"/>
                  </a:lnTo>
                  <a:lnTo>
                    <a:pt x="73791" y="153870"/>
                  </a:lnTo>
                  <a:lnTo>
                    <a:pt x="76037" y="150277"/>
                  </a:lnTo>
                  <a:lnTo>
                    <a:pt x="79629" y="152373"/>
                  </a:lnTo>
                  <a:lnTo>
                    <a:pt x="83221" y="154169"/>
                  </a:lnTo>
                  <a:lnTo>
                    <a:pt x="87113" y="155666"/>
                  </a:lnTo>
                  <a:lnTo>
                    <a:pt x="91004" y="156863"/>
                  </a:lnTo>
                  <a:lnTo>
                    <a:pt x="90256" y="161054"/>
                  </a:lnTo>
                  <a:lnTo>
                    <a:pt x="89508" y="161204"/>
                  </a:lnTo>
                  <a:lnTo>
                    <a:pt x="88909" y="161653"/>
                  </a:lnTo>
                  <a:lnTo>
                    <a:pt x="88460" y="162252"/>
                  </a:lnTo>
                  <a:lnTo>
                    <a:pt x="88161" y="163150"/>
                  </a:lnTo>
                  <a:lnTo>
                    <a:pt x="88310" y="163599"/>
                  </a:lnTo>
                  <a:lnTo>
                    <a:pt x="88310" y="164048"/>
                  </a:lnTo>
                  <a:lnTo>
                    <a:pt x="88909" y="164646"/>
                  </a:lnTo>
                  <a:lnTo>
                    <a:pt x="89508" y="165245"/>
                  </a:lnTo>
                  <a:lnTo>
                    <a:pt x="89957" y="165395"/>
                  </a:lnTo>
                  <a:lnTo>
                    <a:pt x="90855" y="165395"/>
                  </a:lnTo>
                  <a:lnTo>
                    <a:pt x="91304" y="165245"/>
                  </a:lnTo>
                  <a:lnTo>
                    <a:pt x="91903" y="164796"/>
                  </a:lnTo>
                  <a:lnTo>
                    <a:pt x="92501" y="164048"/>
                  </a:lnTo>
                  <a:lnTo>
                    <a:pt x="92651" y="163599"/>
                  </a:lnTo>
                  <a:lnTo>
                    <a:pt x="92651" y="163150"/>
                  </a:lnTo>
                  <a:lnTo>
                    <a:pt x="92501" y="162551"/>
                  </a:lnTo>
                  <a:lnTo>
                    <a:pt x="92202" y="161952"/>
                  </a:lnTo>
                  <a:lnTo>
                    <a:pt x="91903" y="161503"/>
                  </a:lnTo>
                  <a:lnTo>
                    <a:pt x="91304" y="161204"/>
                  </a:lnTo>
                  <a:lnTo>
                    <a:pt x="92052" y="157163"/>
                  </a:lnTo>
                  <a:lnTo>
                    <a:pt x="94297" y="157612"/>
                  </a:lnTo>
                  <a:lnTo>
                    <a:pt x="96692" y="158061"/>
                  </a:lnTo>
                  <a:lnTo>
                    <a:pt x="99087" y="174376"/>
                  </a:lnTo>
                  <a:lnTo>
                    <a:pt x="94746" y="173927"/>
                  </a:lnTo>
                  <a:lnTo>
                    <a:pt x="90406" y="173178"/>
                  </a:lnTo>
                  <a:lnTo>
                    <a:pt x="90106" y="167341"/>
                  </a:lnTo>
                  <a:lnTo>
                    <a:pt x="87562" y="172430"/>
                  </a:lnTo>
                  <a:lnTo>
                    <a:pt x="85167" y="171831"/>
                  </a:lnTo>
                  <a:lnTo>
                    <a:pt x="82772" y="171083"/>
                  </a:lnTo>
                  <a:lnTo>
                    <a:pt x="78132" y="169286"/>
                  </a:lnTo>
                  <a:lnTo>
                    <a:pt x="73642" y="167341"/>
                  </a:lnTo>
                  <a:lnTo>
                    <a:pt x="69301" y="164946"/>
                  </a:lnTo>
                  <a:lnTo>
                    <a:pt x="70798" y="159557"/>
                  </a:lnTo>
                  <a:lnTo>
                    <a:pt x="66906" y="163449"/>
                  </a:lnTo>
                  <a:lnTo>
                    <a:pt x="64362" y="161803"/>
                  </a:lnTo>
                  <a:lnTo>
                    <a:pt x="61967" y="160006"/>
                  </a:lnTo>
                  <a:lnTo>
                    <a:pt x="59722" y="158210"/>
                  </a:lnTo>
                  <a:lnTo>
                    <a:pt x="57476" y="156264"/>
                  </a:lnTo>
                  <a:lnTo>
                    <a:pt x="70499" y="146386"/>
                  </a:lnTo>
                  <a:close/>
                  <a:moveTo>
                    <a:pt x="139650" y="145637"/>
                  </a:moveTo>
                  <a:lnTo>
                    <a:pt x="152822" y="155366"/>
                  </a:lnTo>
                  <a:lnTo>
                    <a:pt x="150427" y="157462"/>
                  </a:lnTo>
                  <a:lnTo>
                    <a:pt x="147882" y="159557"/>
                  </a:lnTo>
                  <a:lnTo>
                    <a:pt x="145338" y="161503"/>
                  </a:lnTo>
                  <a:lnTo>
                    <a:pt x="142643" y="163449"/>
                  </a:lnTo>
                  <a:lnTo>
                    <a:pt x="138602" y="159557"/>
                  </a:lnTo>
                  <a:lnTo>
                    <a:pt x="140099" y="164946"/>
                  </a:lnTo>
                  <a:lnTo>
                    <a:pt x="135758" y="167191"/>
                  </a:lnTo>
                  <a:lnTo>
                    <a:pt x="131418" y="169286"/>
                  </a:lnTo>
                  <a:lnTo>
                    <a:pt x="126778" y="171083"/>
                  </a:lnTo>
                  <a:lnTo>
                    <a:pt x="124383" y="171831"/>
                  </a:lnTo>
                  <a:lnTo>
                    <a:pt x="121988" y="172430"/>
                  </a:lnTo>
                  <a:lnTo>
                    <a:pt x="119443" y="167341"/>
                  </a:lnTo>
                  <a:lnTo>
                    <a:pt x="118994" y="173178"/>
                  </a:lnTo>
                  <a:lnTo>
                    <a:pt x="114953" y="173777"/>
                  </a:lnTo>
                  <a:lnTo>
                    <a:pt x="110912" y="174376"/>
                  </a:lnTo>
                  <a:lnTo>
                    <a:pt x="113157" y="157911"/>
                  </a:lnTo>
                  <a:lnTo>
                    <a:pt x="116300" y="157312"/>
                  </a:lnTo>
                  <a:lnTo>
                    <a:pt x="117198" y="161354"/>
                  </a:lnTo>
                  <a:lnTo>
                    <a:pt x="116450" y="161952"/>
                  </a:lnTo>
                  <a:lnTo>
                    <a:pt x="116150" y="162701"/>
                  </a:lnTo>
                  <a:lnTo>
                    <a:pt x="116001" y="163449"/>
                  </a:lnTo>
                  <a:lnTo>
                    <a:pt x="116150" y="164347"/>
                  </a:lnTo>
                  <a:lnTo>
                    <a:pt x="116450" y="164646"/>
                  </a:lnTo>
                  <a:lnTo>
                    <a:pt x="116749" y="164946"/>
                  </a:lnTo>
                  <a:lnTo>
                    <a:pt x="117498" y="165395"/>
                  </a:lnTo>
                  <a:lnTo>
                    <a:pt x="118396" y="165545"/>
                  </a:lnTo>
                  <a:lnTo>
                    <a:pt x="118695" y="165395"/>
                  </a:lnTo>
                  <a:lnTo>
                    <a:pt x="119144" y="165245"/>
                  </a:lnTo>
                  <a:lnTo>
                    <a:pt x="119593" y="165095"/>
                  </a:lnTo>
                  <a:lnTo>
                    <a:pt x="119892" y="164796"/>
                  </a:lnTo>
                  <a:lnTo>
                    <a:pt x="120341" y="164048"/>
                  </a:lnTo>
                  <a:lnTo>
                    <a:pt x="120341" y="163150"/>
                  </a:lnTo>
                  <a:lnTo>
                    <a:pt x="120341" y="162850"/>
                  </a:lnTo>
                  <a:lnTo>
                    <a:pt x="120192" y="162401"/>
                  </a:lnTo>
                  <a:lnTo>
                    <a:pt x="119743" y="161803"/>
                  </a:lnTo>
                  <a:lnTo>
                    <a:pt x="119294" y="161354"/>
                  </a:lnTo>
                  <a:lnTo>
                    <a:pt x="118695" y="161204"/>
                  </a:lnTo>
                  <a:lnTo>
                    <a:pt x="118096" y="161054"/>
                  </a:lnTo>
                  <a:lnTo>
                    <a:pt x="117348" y="157163"/>
                  </a:lnTo>
                  <a:lnTo>
                    <a:pt x="121389" y="155965"/>
                  </a:lnTo>
                  <a:lnTo>
                    <a:pt x="125281" y="154618"/>
                  </a:lnTo>
                  <a:lnTo>
                    <a:pt x="129023" y="152822"/>
                  </a:lnTo>
                  <a:lnTo>
                    <a:pt x="132615" y="150876"/>
                  </a:lnTo>
                  <a:lnTo>
                    <a:pt x="134711" y="154319"/>
                  </a:lnTo>
                  <a:lnTo>
                    <a:pt x="134261" y="155067"/>
                  </a:lnTo>
                  <a:lnTo>
                    <a:pt x="134112" y="155815"/>
                  </a:lnTo>
                  <a:lnTo>
                    <a:pt x="134411" y="156713"/>
                  </a:lnTo>
                  <a:lnTo>
                    <a:pt x="134860" y="157312"/>
                  </a:lnTo>
                  <a:lnTo>
                    <a:pt x="135160" y="157612"/>
                  </a:lnTo>
                  <a:lnTo>
                    <a:pt x="135609" y="157911"/>
                  </a:lnTo>
                  <a:lnTo>
                    <a:pt x="136357" y="158061"/>
                  </a:lnTo>
                  <a:lnTo>
                    <a:pt x="137255" y="157911"/>
                  </a:lnTo>
                  <a:lnTo>
                    <a:pt x="137554" y="157612"/>
                  </a:lnTo>
                  <a:lnTo>
                    <a:pt x="138003" y="157312"/>
                  </a:lnTo>
                  <a:lnTo>
                    <a:pt x="138153" y="157013"/>
                  </a:lnTo>
                  <a:lnTo>
                    <a:pt x="138452" y="156564"/>
                  </a:lnTo>
                  <a:lnTo>
                    <a:pt x="138602" y="155815"/>
                  </a:lnTo>
                  <a:lnTo>
                    <a:pt x="138452" y="154917"/>
                  </a:lnTo>
                  <a:lnTo>
                    <a:pt x="138303" y="154618"/>
                  </a:lnTo>
                  <a:lnTo>
                    <a:pt x="138003" y="154319"/>
                  </a:lnTo>
                  <a:lnTo>
                    <a:pt x="137405" y="153870"/>
                  </a:lnTo>
                  <a:lnTo>
                    <a:pt x="136806" y="153570"/>
                  </a:lnTo>
                  <a:lnTo>
                    <a:pt x="136207" y="153570"/>
                  </a:lnTo>
                  <a:lnTo>
                    <a:pt x="135609" y="153720"/>
                  </a:lnTo>
                  <a:lnTo>
                    <a:pt x="133513" y="150277"/>
                  </a:lnTo>
                  <a:lnTo>
                    <a:pt x="136656" y="148182"/>
                  </a:lnTo>
                  <a:lnTo>
                    <a:pt x="139650" y="145637"/>
                  </a:lnTo>
                  <a:close/>
                  <a:moveTo>
                    <a:pt x="67954" y="163748"/>
                  </a:moveTo>
                  <a:lnTo>
                    <a:pt x="68553" y="163898"/>
                  </a:lnTo>
                  <a:lnTo>
                    <a:pt x="68403" y="164497"/>
                  </a:lnTo>
                  <a:lnTo>
                    <a:pt x="68104" y="165395"/>
                  </a:lnTo>
                  <a:lnTo>
                    <a:pt x="65110" y="176172"/>
                  </a:lnTo>
                  <a:lnTo>
                    <a:pt x="62117" y="174376"/>
                  </a:lnTo>
                  <a:lnTo>
                    <a:pt x="58973" y="172430"/>
                  </a:lnTo>
                  <a:lnTo>
                    <a:pt x="58973" y="172430"/>
                  </a:lnTo>
                  <a:lnTo>
                    <a:pt x="60320" y="173178"/>
                  </a:lnTo>
                  <a:lnTo>
                    <a:pt x="61218" y="173627"/>
                  </a:lnTo>
                  <a:lnTo>
                    <a:pt x="62117" y="173927"/>
                  </a:lnTo>
                  <a:lnTo>
                    <a:pt x="62117" y="173777"/>
                  </a:lnTo>
                  <a:lnTo>
                    <a:pt x="60320" y="172729"/>
                  </a:lnTo>
                  <a:lnTo>
                    <a:pt x="59273" y="172130"/>
                  </a:lnTo>
                  <a:lnTo>
                    <a:pt x="60021" y="171532"/>
                  </a:lnTo>
                  <a:lnTo>
                    <a:pt x="61218" y="172130"/>
                  </a:lnTo>
                  <a:lnTo>
                    <a:pt x="61967" y="172579"/>
                  </a:lnTo>
                  <a:lnTo>
                    <a:pt x="62865" y="173028"/>
                  </a:lnTo>
                  <a:lnTo>
                    <a:pt x="63015" y="172879"/>
                  </a:lnTo>
                  <a:lnTo>
                    <a:pt x="62117" y="172280"/>
                  </a:lnTo>
                  <a:lnTo>
                    <a:pt x="61368" y="171981"/>
                  </a:lnTo>
                  <a:lnTo>
                    <a:pt x="60171" y="171382"/>
                  </a:lnTo>
                  <a:lnTo>
                    <a:pt x="60769" y="170634"/>
                  </a:lnTo>
                  <a:lnTo>
                    <a:pt x="61967" y="171382"/>
                  </a:lnTo>
                  <a:lnTo>
                    <a:pt x="62715" y="171681"/>
                  </a:lnTo>
                  <a:lnTo>
                    <a:pt x="63314" y="171831"/>
                  </a:lnTo>
                  <a:lnTo>
                    <a:pt x="63464" y="171831"/>
                  </a:lnTo>
                  <a:lnTo>
                    <a:pt x="63314" y="171681"/>
                  </a:lnTo>
                  <a:lnTo>
                    <a:pt x="61817" y="170933"/>
                  </a:lnTo>
                  <a:lnTo>
                    <a:pt x="60919" y="170484"/>
                  </a:lnTo>
                  <a:lnTo>
                    <a:pt x="61817" y="169586"/>
                  </a:lnTo>
                  <a:lnTo>
                    <a:pt x="62865" y="170185"/>
                  </a:lnTo>
                  <a:lnTo>
                    <a:pt x="63613" y="170634"/>
                  </a:lnTo>
                  <a:lnTo>
                    <a:pt x="64362" y="170783"/>
                  </a:lnTo>
                  <a:lnTo>
                    <a:pt x="64511" y="170783"/>
                  </a:lnTo>
                  <a:lnTo>
                    <a:pt x="63763" y="170334"/>
                  </a:lnTo>
                  <a:lnTo>
                    <a:pt x="63015" y="169885"/>
                  </a:lnTo>
                  <a:lnTo>
                    <a:pt x="62117" y="169436"/>
                  </a:lnTo>
                  <a:lnTo>
                    <a:pt x="62715" y="168837"/>
                  </a:lnTo>
                  <a:lnTo>
                    <a:pt x="63464" y="169286"/>
                  </a:lnTo>
                  <a:lnTo>
                    <a:pt x="64212" y="169586"/>
                  </a:lnTo>
                  <a:lnTo>
                    <a:pt x="64960" y="169885"/>
                  </a:lnTo>
                  <a:lnTo>
                    <a:pt x="64960" y="169736"/>
                  </a:lnTo>
                  <a:lnTo>
                    <a:pt x="63314" y="168837"/>
                  </a:lnTo>
                  <a:lnTo>
                    <a:pt x="62865" y="168538"/>
                  </a:lnTo>
                  <a:lnTo>
                    <a:pt x="63464" y="168089"/>
                  </a:lnTo>
                  <a:lnTo>
                    <a:pt x="63913" y="168239"/>
                  </a:lnTo>
                  <a:lnTo>
                    <a:pt x="65409" y="168987"/>
                  </a:lnTo>
                  <a:lnTo>
                    <a:pt x="65559" y="168837"/>
                  </a:lnTo>
                  <a:lnTo>
                    <a:pt x="65409" y="168837"/>
                  </a:lnTo>
                  <a:lnTo>
                    <a:pt x="64212" y="168089"/>
                  </a:lnTo>
                  <a:lnTo>
                    <a:pt x="63613" y="167790"/>
                  </a:lnTo>
                  <a:lnTo>
                    <a:pt x="64362" y="167191"/>
                  </a:lnTo>
                  <a:lnTo>
                    <a:pt x="64811" y="167490"/>
                  </a:lnTo>
                  <a:lnTo>
                    <a:pt x="65858" y="168089"/>
                  </a:lnTo>
                  <a:lnTo>
                    <a:pt x="66008" y="167939"/>
                  </a:lnTo>
                  <a:lnTo>
                    <a:pt x="65260" y="167490"/>
                  </a:lnTo>
                  <a:lnTo>
                    <a:pt x="64511" y="167041"/>
                  </a:lnTo>
                  <a:lnTo>
                    <a:pt x="65110" y="166592"/>
                  </a:lnTo>
                  <a:lnTo>
                    <a:pt x="65260" y="166592"/>
                  </a:lnTo>
                  <a:lnTo>
                    <a:pt x="65858" y="166892"/>
                  </a:lnTo>
                  <a:lnTo>
                    <a:pt x="66457" y="167041"/>
                  </a:lnTo>
                  <a:lnTo>
                    <a:pt x="65409" y="166443"/>
                  </a:lnTo>
                  <a:lnTo>
                    <a:pt x="65260" y="166293"/>
                  </a:lnTo>
                  <a:lnTo>
                    <a:pt x="65709" y="165844"/>
                  </a:lnTo>
                  <a:lnTo>
                    <a:pt x="66906" y="166293"/>
                  </a:lnTo>
                  <a:lnTo>
                    <a:pt x="67056" y="166293"/>
                  </a:lnTo>
                  <a:lnTo>
                    <a:pt x="67056" y="166143"/>
                  </a:lnTo>
                  <a:lnTo>
                    <a:pt x="66008" y="165694"/>
                  </a:lnTo>
                  <a:lnTo>
                    <a:pt x="66457" y="165095"/>
                  </a:lnTo>
                  <a:lnTo>
                    <a:pt x="66607" y="165245"/>
                  </a:lnTo>
                  <a:lnTo>
                    <a:pt x="67056" y="165395"/>
                  </a:lnTo>
                  <a:lnTo>
                    <a:pt x="67655" y="165545"/>
                  </a:lnTo>
                  <a:lnTo>
                    <a:pt x="67655" y="165395"/>
                  </a:lnTo>
                  <a:lnTo>
                    <a:pt x="66906" y="164946"/>
                  </a:lnTo>
                  <a:lnTo>
                    <a:pt x="66607" y="164946"/>
                  </a:lnTo>
                  <a:lnTo>
                    <a:pt x="66906" y="164646"/>
                  </a:lnTo>
                  <a:lnTo>
                    <a:pt x="67206" y="164497"/>
                  </a:lnTo>
                  <a:lnTo>
                    <a:pt x="67954" y="164646"/>
                  </a:lnTo>
                  <a:lnTo>
                    <a:pt x="67954" y="164497"/>
                  </a:lnTo>
                  <a:lnTo>
                    <a:pt x="67355" y="164197"/>
                  </a:lnTo>
                  <a:lnTo>
                    <a:pt x="67655" y="163898"/>
                  </a:lnTo>
                  <a:lnTo>
                    <a:pt x="67954" y="163748"/>
                  </a:lnTo>
                  <a:close/>
                  <a:moveTo>
                    <a:pt x="141446" y="163748"/>
                  </a:moveTo>
                  <a:lnTo>
                    <a:pt x="141745" y="163898"/>
                  </a:lnTo>
                  <a:lnTo>
                    <a:pt x="142045" y="164197"/>
                  </a:lnTo>
                  <a:lnTo>
                    <a:pt x="141446" y="164497"/>
                  </a:lnTo>
                  <a:lnTo>
                    <a:pt x="141446" y="164646"/>
                  </a:lnTo>
                  <a:lnTo>
                    <a:pt x="142194" y="164497"/>
                  </a:lnTo>
                  <a:lnTo>
                    <a:pt x="142494" y="164646"/>
                  </a:lnTo>
                  <a:lnTo>
                    <a:pt x="142793" y="164946"/>
                  </a:lnTo>
                  <a:lnTo>
                    <a:pt x="142643" y="164946"/>
                  </a:lnTo>
                  <a:lnTo>
                    <a:pt x="141745" y="165395"/>
                  </a:lnTo>
                  <a:lnTo>
                    <a:pt x="141895" y="165545"/>
                  </a:lnTo>
                  <a:lnTo>
                    <a:pt x="142344" y="165395"/>
                  </a:lnTo>
                  <a:lnTo>
                    <a:pt x="142793" y="165245"/>
                  </a:lnTo>
                  <a:lnTo>
                    <a:pt x="142943" y="165095"/>
                  </a:lnTo>
                  <a:lnTo>
                    <a:pt x="143542" y="165694"/>
                  </a:lnTo>
                  <a:lnTo>
                    <a:pt x="142344" y="166143"/>
                  </a:lnTo>
                  <a:lnTo>
                    <a:pt x="142344" y="166293"/>
                  </a:lnTo>
                  <a:lnTo>
                    <a:pt x="142494" y="166293"/>
                  </a:lnTo>
                  <a:lnTo>
                    <a:pt x="143691" y="165844"/>
                  </a:lnTo>
                  <a:lnTo>
                    <a:pt x="144140" y="166293"/>
                  </a:lnTo>
                  <a:lnTo>
                    <a:pt x="143991" y="166443"/>
                  </a:lnTo>
                  <a:lnTo>
                    <a:pt x="142943" y="167041"/>
                  </a:lnTo>
                  <a:lnTo>
                    <a:pt x="143093" y="167041"/>
                  </a:lnTo>
                  <a:lnTo>
                    <a:pt x="143542" y="166892"/>
                  </a:lnTo>
                  <a:lnTo>
                    <a:pt x="144140" y="166592"/>
                  </a:lnTo>
                  <a:lnTo>
                    <a:pt x="144440" y="166592"/>
                  </a:lnTo>
                  <a:lnTo>
                    <a:pt x="145038" y="167041"/>
                  </a:lnTo>
                  <a:lnTo>
                    <a:pt x="144140" y="167490"/>
                  </a:lnTo>
                  <a:lnTo>
                    <a:pt x="143542" y="167939"/>
                  </a:lnTo>
                  <a:lnTo>
                    <a:pt x="143542" y="168089"/>
                  </a:lnTo>
                  <a:lnTo>
                    <a:pt x="144589" y="167490"/>
                  </a:lnTo>
                  <a:lnTo>
                    <a:pt x="145188" y="167191"/>
                  </a:lnTo>
                  <a:lnTo>
                    <a:pt x="145787" y="167790"/>
                  </a:lnTo>
                  <a:lnTo>
                    <a:pt x="145338" y="168089"/>
                  </a:lnTo>
                  <a:lnTo>
                    <a:pt x="143991" y="168837"/>
                  </a:lnTo>
                  <a:lnTo>
                    <a:pt x="143991" y="168987"/>
                  </a:lnTo>
                  <a:lnTo>
                    <a:pt x="145487" y="168239"/>
                  </a:lnTo>
                  <a:lnTo>
                    <a:pt x="145936" y="168089"/>
                  </a:lnTo>
                  <a:lnTo>
                    <a:pt x="146535" y="168538"/>
                  </a:lnTo>
                  <a:lnTo>
                    <a:pt x="146236" y="168837"/>
                  </a:lnTo>
                  <a:lnTo>
                    <a:pt x="144440" y="169736"/>
                  </a:lnTo>
                  <a:lnTo>
                    <a:pt x="144440" y="169885"/>
                  </a:lnTo>
                  <a:lnTo>
                    <a:pt x="145188" y="169586"/>
                  </a:lnTo>
                  <a:lnTo>
                    <a:pt x="145936" y="169286"/>
                  </a:lnTo>
                  <a:lnTo>
                    <a:pt x="146685" y="168837"/>
                  </a:lnTo>
                  <a:lnTo>
                    <a:pt x="147433" y="169436"/>
                  </a:lnTo>
                  <a:lnTo>
                    <a:pt x="146535" y="169885"/>
                  </a:lnTo>
                  <a:lnTo>
                    <a:pt x="145787" y="170334"/>
                  </a:lnTo>
                  <a:lnTo>
                    <a:pt x="145038" y="170783"/>
                  </a:lnTo>
                  <a:lnTo>
                    <a:pt x="145787" y="170634"/>
                  </a:lnTo>
                  <a:lnTo>
                    <a:pt x="146685" y="170185"/>
                  </a:lnTo>
                  <a:lnTo>
                    <a:pt x="147583" y="169586"/>
                  </a:lnTo>
                  <a:lnTo>
                    <a:pt x="148481" y="170484"/>
                  </a:lnTo>
                  <a:lnTo>
                    <a:pt x="147583" y="170933"/>
                  </a:lnTo>
                  <a:lnTo>
                    <a:pt x="146086" y="171681"/>
                  </a:lnTo>
                  <a:lnTo>
                    <a:pt x="146086" y="171831"/>
                  </a:lnTo>
                  <a:lnTo>
                    <a:pt x="146834" y="171681"/>
                  </a:lnTo>
                  <a:lnTo>
                    <a:pt x="147433" y="171382"/>
                  </a:lnTo>
                  <a:lnTo>
                    <a:pt x="148631" y="170634"/>
                  </a:lnTo>
                  <a:lnTo>
                    <a:pt x="149379" y="171382"/>
                  </a:lnTo>
                  <a:lnTo>
                    <a:pt x="148032" y="171981"/>
                  </a:lnTo>
                  <a:lnTo>
                    <a:pt x="147283" y="172280"/>
                  </a:lnTo>
                  <a:lnTo>
                    <a:pt x="146535" y="172879"/>
                  </a:lnTo>
                  <a:lnTo>
                    <a:pt x="146535" y="173028"/>
                  </a:lnTo>
                  <a:lnTo>
                    <a:pt x="147433" y="172579"/>
                  </a:lnTo>
                  <a:lnTo>
                    <a:pt x="148182" y="172130"/>
                  </a:lnTo>
                  <a:lnTo>
                    <a:pt x="149529" y="171532"/>
                  </a:lnTo>
                  <a:lnTo>
                    <a:pt x="150127" y="172130"/>
                  </a:lnTo>
                  <a:lnTo>
                    <a:pt x="149080" y="172729"/>
                  </a:lnTo>
                  <a:lnTo>
                    <a:pt x="147283" y="173777"/>
                  </a:lnTo>
                  <a:lnTo>
                    <a:pt x="147283" y="173927"/>
                  </a:lnTo>
                  <a:lnTo>
                    <a:pt x="147433" y="173927"/>
                  </a:lnTo>
                  <a:lnTo>
                    <a:pt x="148331" y="173627"/>
                  </a:lnTo>
                  <a:lnTo>
                    <a:pt x="149080" y="173178"/>
                  </a:lnTo>
                  <a:lnTo>
                    <a:pt x="150277" y="172430"/>
                  </a:lnTo>
                  <a:lnTo>
                    <a:pt x="147283" y="174376"/>
                  </a:lnTo>
                  <a:lnTo>
                    <a:pt x="144290" y="176172"/>
                  </a:lnTo>
                  <a:lnTo>
                    <a:pt x="141296" y="165395"/>
                  </a:lnTo>
                  <a:lnTo>
                    <a:pt x="140997" y="164347"/>
                  </a:lnTo>
                  <a:lnTo>
                    <a:pt x="140847" y="163898"/>
                  </a:lnTo>
                  <a:lnTo>
                    <a:pt x="141446" y="163748"/>
                  </a:lnTo>
                  <a:close/>
                  <a:moveTo>
                    <a:pt x="69002" y="165844"/>
                  </a:moveTo>
                  <a:lnTo>
                    <a:pt x="73342" y="168239"/>
                  </a:lnTo>
                  <a:lnTo>
                    <a:pt x="77683" y="170185"/>
                  </a:lnTo>
                  <a:lnTo>
                    <a:pt x="82323" y="171981"/>
                  </a:lnTo>
                  <a:lnTo>
                    <a:pt x="87113" y="173328"/>
                  </a:lnTo>
                  <a:lnTo>
                    <a:pt x="82024" y="183207"/>
                  </a:lnTo>
                  <a:lnTo>
                    <a:pt x="77982" y="181859"/>
                  </a:lnTo>
                  <a:lnTo>
                    <a:pt x="73791" y="180363"/>
                  </a:lnTo>
                  <a:lnTo>
                    <a:pt x="69900" y="178716"/>
                  </a:lnTo>
                  <a:lnTo>
                    <a:pt x="66008" y="176770"/>
                  </a:lnTo>
                  <a:lnTo>
                    <a:pt x="69002" y="165844"/>
                  </a:lnTo>
                  <a:close/>
                  <a:moveTo>
                    <a:pt x="140398" y="165844"/>
                  </a:moveTo>
                  <a:lnTo>
                    <a:pt x="143392" y="176621"/>
                  </a:lnTo>
                  <a:lnTo>
                    <a:pt x="139500" y="178567"/>
                  </a:lnTo>
                  <a:lnTo>
                    <a:pt x="135609" y="180363"/>
                  </a:lnTo>
                  <a:lnTo>
                    <a:pt x="131567" y="181859"/>
                  </a:lnTo>
                  <a:lnTo>
                    <a:pt x="127376" y="183207"/>
                  </a:lnTo>
                  <a:lnTo>
                    <a:pt x="122437" y="173328"/>
                  </a:lnTo>
                  <a:lnTo>
                    <a:pt x="127077" y="171981"/>
                  </a:lnTo>
                  <a:lnTo>
                    <a:pt x="131717" y="170185"/>
                  </a:lnTo>
                  <a:lnTo>
                    <a:pt x="136058" y="168239"/>
                  </a:lnTo>
                  <a:lnTo>
                    <a:pt x="140398" y="165844"/>
                  </a:lnTo>
                  <a:close/>
                  <a:moveTo>
                    <a:pt x="89358" y="172280"/>
                  </a:moveTo>
                  <a:lnTo>
                    <a:pt x="89358" y="172879"/>
                  </a:lnTo>
                  <a:lnTo>
                    <a:pt x="89508" y="173927"/>
                  </a:lnTo>
                  <a:lnTo>
                    <a:pt x="90106" y="185152"/>
                  </a:lnTo>
                  <a:lnTo>
                    <a:pt x="86514" y="184404"/>
                  </a:lnTo>
                  <a:lnTo>
                    <a:pt x="83071" y="183506"/>
                  </a:lnTo>
                  <a:lnTo>
                    <a:pt x="84568" y="183656"/>
                  </a:lnTo>
                  <a:lnTo>
                    <a:pt x="85466" y="183805"/>
                  </a:lnTo>
                  <a:lnTo>
                    <a:pt x="86364" y="183955"/>
                  </a:lnTo>
                  <a:lnTo>
                    <a:pt x="86514" y="183805"/>
                  </a:lnTo>
                  <a:lnTo>
                    <a:pt x="84419" y="183356"/>
                  </a:lnTo>
                  <a:lnTo>
                    <a:pt x="83221" y="183207"/>
                  </a:lnTo>
                  <a:lnTo>
                    <a:pt x="83670" y="182309"/>
                  </a:lnTo>
                  <a:lnTo>
                    <a:pt x="85017" y="182458"/>
                  </a:lnTo>
                  <a:lnTo>
                    <a:pt x="85915" y="182608"/>
                  </a:lnTo>
                  <a:lnTo>
                    <a:pt x="86963" y="182758"/>
                  </a:lnTo>
                  <a:lnTo>
                    <a:pt x="86963" y="182608"/>
                  </a:lnTo>
                  <a:lnTo>
                    <a:pt x="85915" y="182309"/>
                  </a:lnTo>
                  <a:lnTo>
                    <a:pt x="85017" y="182159"/>
                  </a:lnTo>
                  <a:lnTo>
                    <a:pt x="83820" y="182009"/>
                  </a:lnTo>
                  <a:lnTo>
                    <a:pt x="84119" y="181261"/>
                  </a:lnTo>
                  <a:lnTo>
                    <a:pt x="85616" y="181560"/>
                  </a:lnTo>
                  <a:lnTo>
                    <a:pt x="86963" y="181560"/>
                  </a:lnTo>
                  <a:lnTo>
                    <a:pt x="86963" y="181410"/>
                  </a:lnTo>
                  <a:lnTo>
                    <a:pt x="85317" y="181111"/>
                  </a:lnTo>
                  <a:lnTo>
                    <a:pt x="84269" y="180961"/>
                  </a:lnTo>
                  <a:lnTo>
                    <a:pt x="84868" y="179914"/>
                  </a:lnTo>
                  <a:lnTo>
                    <a:pt x="86215" y="180213"/>
                  </a:lnTo>
                  <a:lnTo>
                    <a:pt x="87712" y="180213"/>
                  </a:lnTo>
                  <a:lnTo>
                    <a:pt x="87712" y="180063"/>
                  </a:lnTo>
                  <a:lnTo>
                    <a:pt x="86813" y="179914"/>
                  </a:lnTo>
                  <a:lnTo>
                    <a:pt x="85915" y="179764"/>
                  </a:lnTo>
                  <a:lnTo>
                    <a:pt x="85017" y="179614"/>
                  </a:lnTo>
                  <a:lnTo>
                    <a:pt x="85466" y="178716"/>
                  </a:lnTo>
                  <a:lnTo>
                    <a:pt x="86364" y="179016"/>
                  </a:lnTo>
                  <a:lnTo>
                    <a:pt x="87113" y="179165"/>
                  </a:lnTo>
                  <a:lnTo>
                    <a:pt x="87861" y="179165"/>
                  </a:lnTo>
                  <a:lnTo>
                    <a:pt x="87861" y="179016"/>
                  </a:lnTo>
                  <a:lnTo>
                    <a:pt x="85915" y="178716"/>
                  </a:lnTo>
                  <a:lnTo>
                    <a:pt x="85466" y="178567"/>
                  </a:lnTo>
                  <a:lnTo>
                    <a:pt x="85915" y="177818"/>
                  </a:lnTo>
                  <a:lnTo>
                    <a:pt x="86364" y="177968"/>
                  </a:lnTo>
                  <a:lnTo>
                    <a:pt x="87113" y="177968"/>
                  </a:lnTo>
                  <a:lnTo>
                    <a:pt x="88011" y="178118"/>
                  </a:lnTo>
                  <a:lnTo>
                    <a:pt x="88011" y="177968"/>
                  </a:lnTo>
                  <a:lnTo>
                    <a:pt x="86813" y="177668"/>
                  </a:lnTo>
                  <a:lnTo>
                    <a:pt x="86065" y="177668"/>
                  </a:lnTo>
                  <a:lnTo>
                    <a:pt x="86364" y="176920"/>
                  </a:lnTo>
                  <a:lnTo>
                    <a:pt x="87262" y="177070"/>
                  </a:lnTo>
                  <a:lnTo>
                    <a:pt x="88161" y="177070"/>
                  </a:lnTo>
                  <a:lnTo>
                    <a:pt x="88161" y="176920"/>
                  </a:lnTo>
                  <a:lnTo>
                    <a:pt x="87412" y="176770"/>
                  </a:lnTo>
                  <a:lnTo>
                    <a:pt x="86514" y="176621"/>
                  </a:lnTo>
                  <a:lnTo>
                    <a:pt x="86813" y="175872"/>
                  </a:lnTo>
                  <a:lnTo>
                    <a:pt x="87562" y="176022"/>
                  </a:lnTo>
                  <a:lnTo>
                    <a:pt x="88310" y="176022"/>
                  </a:lnTo>
                  <a:lnTo>
                    <a:pt x="88310" y="175872"/>
                  </a:lnTo>
                  <a:lnTo>
                    <a:pt x="87113" y="175723"/>
                  </a:lnTo>
                  <a:lnTo>
                    <a:pt x="86963" y="175723"/>
                  </a:lnTo>
                  <a:lnTo>
                    <a:pt x="87262" y="174974"/>
                  </a:lnTo>
                  <a:lnTo>
                    <a:pt x="88610" y="175124"/>
                  </a:lnTo>
                  <a:lnTo>
                    <a:pt x="88610" y="174974"/>
                  </a:lnTo>
                  <a:lnTo>
                    <a:pt x="87412" y="174825"/>
                  </a:lnTo>
                  <a:lnTo>
                    <a:pt x="87712" y="174226"/>
                  </a:lnTo>
                  <a:lnTo>
                    <a:pt x="88011" y="174226"/>
                  </a:lnTo>
                  <a:lnTo>
                    <a:pt x="88909" y="174076"/>
                  </a:lnTo>
                  <a:lnTo>
                    <a:pt x="89059" y="174076"/>
                  </a:lnTo>
                  <a:lnTo>
                    <a:pt x="88909" y="173927"/>
                  </a:lnTo>
                  <a:lnTo>
                    <a:pt x="87861" y="173927"/>
                  </a:lnTo>
                  <a:lnTo>
                    <a:pt x="88011" y="173627"/>
                  </a:lnTo>
                  <a:lnTo>
                    <a:pt x="88161" y="173178"/>
                  </a:lnTo>
                  <a:lnTo>
                    <a:pt x="88909" y="173178"/>
                  </a:lnTo>
                  <a:lnTo>
                    <a:pt x="88909" y="173028"/>
                  </a:lnTo>
                  <a:lnTo>
                    <a:pt x="88310" y="173028"/>
                  </a:lnTo>
                  <a:lnTo>
                    <a:pt x="88460" y="172729"/>
                  </a:lnTo>
                  <a:lnTo>
                    <a:pt x="88610" y="172280"/>
                  </a:lnTo>
                  <a:close/>
                  <a:moveTo>
                    <a:pt x="120790" y="172280"/>
                  </a:moveTo>
                  <a:lnTo>
                    <a:pt x="120940" y="172729"/>
                  </a:lnTo>
                  <a:lnTo>
                    <a:pt x="121090" y="173028"/>
                  </a:lnTo>
                  <a:lnTo>
                    <a:pt x="120491" y="173028"/>
                  </a:lnTo>
                  <a:lnTo>
                    <a:pt x="120491" y="173178"/>
                  </a:lnTo>
                  <a:lnTo>
                    <a:pt x="121239" y="173178"/>
                  </a:lnTo>
                  <a:lnTo>
                    <a:pt x="121389" y="173627"/>
                  </a:lnTo>
                  <a:lnTo>
                    <a:pt x="121539" y="173927"/>
                  </a:lnTo>
                  <a:lnTo>
                    <a:pt x="120491" y="173927"/>
                  </a:lnTo>
                  <a:lnTo>
                    <a:pt x="120491" y="174076"/>
                  </a:lnTo>
                  <a:lnTo>
                    <a:pt x="121389" y="174226"/>
                  </a:lnTo>
                  <a:lnTo>
                    <a:pt x="121688" y="174226"/>
                  </a:lnTo>
                  <a:lnTo>
                    <a:pt x="121988" y="174825"/>
                  </a:lnTo>
                  <a:lnTo>
                    <a:pt x="120790" y="174974"/>
                  </a:lnTo>
                  <a:lnTo>
                    <a:pt x="120790" y="175124"/>
                  </a:lnTo>
                  <a:lnTo>
                    <a:pt x="122138" y="174974"/>
                  </a:lnTo>
                  <a:lnTo>
                    <a:pt x="122437" y="175723"/>
                  </a:lnTo>
                  <a:lnTo>
                    <a:pt x="122287" y="175723"/>
                  </a:lnTo>
                  <a:lnTo>
                    <a:pt x="121090" y="175872"/>
                  </a:lnTo>
                  <a:lnTo>
                    <a:pt x="121090" y="176022"/>
                  </a:lnTo>
                  <a:lnTo>
                    <a:pt x="121838" y="176022"/>
                  </a:lnTo>
                  <a:lnTo>
                    <a:pt x="122587" y="175872"/>
                  </a:lnTo>
                  <a:lnTo>
                    <a:pt x="122886" y="176621"/>
                  </a:lnTo>
                  <a:lnTo>
                    <a:pt x="122138" y="176770"/>
                  </a:lnTo>
                  <a:lnTo>
                    <a:pt x="121239" y="176920"/>
                  </a:lnTo>
                  <a:lnTo>
                    <a:pt x="121239" y="177070"/>
                  </a:lnTo>
                  <a:lnTo>
                    <a:pt x="122138" y="177070"/>
                  </a:lnTo>
                  <a:lnTo>
                    <a:pt x="123036" y="176920"/>
                  </a:lnTo>
                  <a:lnTo>
                    <a:pt x="123485" y="177668"/>
                  </a:lnTo>
                  <a:lnTo>
                    <a:pt x="122736" y="177668"/>
                  </a:lnTo>
                  <a:lnTo>
                    <a:pt x="121389" y="177968"/>
                  </a:lnTo>
                  <a:lnTo>
                    <a:pt x="121389" y="178118"/>
                  </a:lnTo>
                  <a:lnTo>
                    <a:pt x="122287" y="177968"/>
                  </a:lnTo>
                  <a:lnTo>
                    <a:pt x="123185" y="177968"/>
                  </a:lnTo>
                  <a:lnTo>
                    <a:pt x="123634" y="177818"/>
                  </a:lnTo>
                  <a:lnTo>
                    <a:pt x="123934" y="178567"/>
                  </a:lnTo>
                  <a:lnTo>
                    <a:pt x="123485" y="178716"/>
                  </a:lnTo>
                  <a:lnTo>
                    <a:pt x="121539" y="179016"/>
                  </a:lnTo>
                  <a:lnTo>
                    <a:pt x="121539" y="179165"/>
                  </a:lnTo>
                  <a:lnTo>
                    <a:pt x="122287" y="179165"/>
                  </a:lnTo>
                  <a:lnTo>
                    <a:pt x="123036" y="179016"/>
                  </a:lnTo>
                  <a:lnTo>
                    <a:pt x="124083" y="178716"/>
                  </a:lnTo>
                  <a:lnTo>
                    <a:pt x="124532" y="179614"/>
                  </a:lnTo>
                  <a:lnTo>
                    <a:pt x="123634" y="179764"/>
                  </a:lnTo>
                  <a:lnTo>
                    <a:pt x="122736" y="179914"/>
                  </a:lnTo>
                  <a:lnTo>
                    <a:pt x="121838" y="180063"/>
                  </a:lnTo>
                  <a:lnTo>
                    <a:pt x="121838" y="180213"/>
                  </a:lnTo>
                  <a:lnTo>
                    <a:pt x="123185" y="180213"/>
                  </a:lnTo>
                  <a:lnTo>
                    <a:pt x="124532" y="179914"/>
                  </a:lnTo>
                  <a:lnTo>
                    <a:pt x="125131" y="180961"/>
                  </a:lnTo>
                  <a:lnTo>
                    <a:pt x="124233" y="181111"/>
                  </a:lnTo>
                  <a:lnTo>
                    <a:pt x="122437" y="181410"/>
                  </a:lnTo>
                  <a:lnTo>
                    <a:pt x="122437" y="181560"/>
                  </a:lnTo>
                  <a:lnTo>
                    <a:pt x="123784" y="181560"/>
                  </a:lnTo>
                  <a:lnTo>
                    <a:pt x="125281" y="181261"/>
                  </a:lnTo>
                  <a:lnTo>
                    <a:pt x="125730" y="182009"/>
                  </a:lnTo>
                  <a:lnTo>
                    <a:pt x="124383" y="182159"/>
                  </a:lnTo>
                  <a:lnTo>
                    <a:pt x="123485" y="182309"/>
                  </a:lnTo>
                  <a:lnTo>
                    <a:pt x="122437" y="182608"/>
                  </a:lnTo>
                  <a:lnTo>
                    <a:pt x="122437" y="182758"/>
                  </a:lnTo>
                  <a:lnTo>
                    <a:pt x="122587" y="182758"/>
                  </a:lnTo>
                  <a:lnTo>
                    <a:pt x="123485" y="182608"/>
                  </a:lnTo>
                  <a:lnTo>
                    <a:pt x="124383" y="182458"/>
                  </a:lnTo>
                  <a:lnTo>
                    <a:pt x="125730" y="182309"/>
                  </a:lnTo>
                  <a:lnTo>
                    <a:pt x="126179" y="183207"/>
                  </a:lnTo>
                  <a:lnTo>
                    <a:pt x="124981" y="183356"/>
                  </a:lnTo>
                  <a:lnTo>
                    <a:pt x="123036" y="183805"/>
                  </a:lnTo>
                  <a:lnTo>
                    <a:pt x="122886" y="183805"/>
                  </a:lnTo>
                  <a:lnTo>
                    <a:pt x="123036" y="183955"/>
                  </a:lnTo>
                  <a:lnTo>
                    <a:pt x="123934" y="183805"/>
                  </a:lnTo>
                  <a:lnTo>
                    <a:pt x="124832" y="183656"/>
                  </a:lnTo>
                  <a:lnTo>
                    <a:pt x="126329" y="183506"/>
                  </a:lnTo>
                  <a:lnTo>
                    <a:pt x="126478" y="183506"/>
                  </a:lnTo>
                  <a:lnTo>
                    <a:pt x="122886" y="184404"/>
                  </a:lnTo>
                  <a:lnTo>
                    <a:pt x="119294" y="185152"/>
                  </a:lnTo>
                  <a:lnTo>
                    <a:pt x="120042" y="173927"/>
                  </a:lnTo>
                  <a:lnTo>
                    <a:pt x="120042" y="172879"/>
                  </a:lnTo>
                  <a:lnTo>
                    <a:pt x="120042" y="172280"/>
                  </a:lnTo>
                  <a:close/>
                  <a:moveTo>
                    <a:pt x="90406" y="174076"/>
                  </a:moveTo>
                  <a:lnTo>
                    <a:pt x="94746" y="174825"/>
                  </a:lnTo>
                  <a:lnTo>
                    <a:pt x="99237" y="175274"/>
                  </a:lnTo>
                  <a:lnTo>
                    <a:pt x="100883" y="186350"/>
                  </a:lnTo>
                  <a:lnTo>
                    <a:pt x="95944" y="185901"/>
                  </a:lnTo>
                  <a:lnTo>
                    <a:pt x="91154" y="185302"/>
                  </a:lnTo>
                  <a:lnTo>
                    <a:pt x="90406" y="174076"/>
                  </a:lnTo>
                  <a:close/>
                  <a:moveTo>
                    <a:pt x="118994" y="174076"/>
                  </a:moveTo>
                  <a:lnTo>
                    <a:pt x="118246" y="185302"/>
                  </a:lnTo>
                  <a:lnTo>
                    <a:pt x="113756" y="185901"/>
                  </a:lnTo>
                  <a:lnTo>
                    <a:pt x="109265" y="186350"/>
                  </a:lnTo>
                  <a:lnTo>
                    <a:pt x="110762" y="175274"/>
                  </a:lnTo>
                  <a:lnTo>
                    <a:pt x="114953" y="174825"/>
                  </a:lnTo>
                  <a:lnTo>
                    <a:pt x="118994" y="174076"/>
                  </a:lnTo>
                  <a:close/>
                  <a:moveTo>
                    <a:pt x="15716" y="108218"/>
                  </a:moveTo>
                  <a:lnTo>
                    <a:pt x="19608" y="108816"/>
                  </a:lnTo>
                  <a:lnTo>
                    <a:pt x="20057" y="113905"/>
                  </a:lnTo>
                  <a:lnTo>
                    <a:pt x="20805" y="118845"/>
                  </a:lnTo>
                  <a:lnTo>
                    <a:pt x="21703" y="123635"/>
                  </a:lnTo>
                  <a:lnTo>
                    <a:pt x="22901" y="128424"/>
                  </a:lnTo>
                  <a:lnTo>
                    <a:pt x="24398" y="133064"/>
                  </a:lnTo>
                  <a:lnTo>
                    <a:pt x="26194" y="137555"/>
                  </a:lnTo>
                  <a:lnTo>
                    <a:pt x="28140" y="141895"/>
                  </a:lnTo>
                  <a:lnTo>
                    <a:pt x="30385" y="146236"/>
                  </a:lnTo>
                  <a:lnTo>
                    <a:pt x="32780" y="150277"/>
                  </a:lnTo>
                  <a:lnTo>
                    <a:pt x="35474" y="154319"/>
                  </a:lnTo>
                  <a:lnTo>
                    <a:pt x="38318" y="158061"/>
                  </a:lnTo>
                  <a:lnTo>
                    <a:pt x="41461" y="161653"/>
                  </a:lnTo>
                  <a:lnTo>
                    <a:pt x="44754" y="165095"/>
                  </a:lnTo>
                  <a:lnTo>
                    <a:pt x="48196" y="168388"/>
                  </a:lnTo>
                  <a:lnTo>
                    <a:pt x="51938" y="171382"/>
                  </a:lnTo>
                  <a:lnTo>
                    <a:pt x="55680" y="174376"/>
                  </a:lnTo>
                  <a:lnTo>
                    <a:pt x="56129" y="174675"/>
                  </a:lnTo>
                  <a:lnTo>
                    <a:pt x="57177" y="175573"/>
                  </a:lnTo>
                  <a:lnTo>
                    <a:pt x="58375" y="176321"/>
                  </a:lnTo>
                  <a:lnTo>
                    <a:pt x="61218" y="177968"/>
                  </a:lnTo>
                  <a:lnTo>
                    <a:pt x="64661" y="179764"/>
                  </a:lnTo>
                  <a:lnTo>
                    <a:pt x="64960" y="179914"/>
                  </a:lnTo>
                  <a:lnTo>
                    <a:pt x="64960" y="180063"/>
                  </a:lnTo>
                  <a:lnTo>
                    <a:pt x="65110" y="180063"/>
                  </a:lnTo>
                  <a:lnTo>
                    <a:pt x="68852" y="181859"/>
                  </a:lnTo>
                  <a:lnTo>
                    <a:pt x="72594" y="183656"/>
                  </a:lnTo>
                  <a:lnTo>
                    <a:pt x="76486" y="185003"/>
                  </a:lnTo>
                  <a:lnTo>
                    <a:pt x="80527" y="186350"/>
                  </a:lnTo>
                  <a:lnTo>
                    <a:pt x="80976" y="186500"/>
                  </a:lnTo>
                  <a:lnTo>
                    <a:pt x="82323" y="186949"/>
                  </a:lnTo>
                  <a:lnTo>
                    <a:pt x="83820" y="187398"/>
                  </a:lnTo>
                  <a:lnTo>
                    <a:pt x="86963" y="187996"/>
                  </a:lnTo>
                  <a:lnTo>
                    <a:pt x="90555" y="188745"/>
                  </a:lnTo>
                  <a:lnTo>
                    <a:pt x="94148" y="189194"/>
                  </a:lnTo>
                  <a:lnTo>
                    <a:pt x="97740" y="189643"/>
                  </a:lnTo>
                  <a:lnTo>
                    <a:pt x="101482" y="189792"/>
                  </a:lnTo>
                  <a:lnTo>
                    <a:pt x="102081" y="193684"/>
                  </a:lnTo>
                  <a:lnTo>
                    <a:pt x="97740" y="193534"/>
                  </a:lnTo>
                  <a:lnTo>
                    <a:pt x="93399" y="193085"/>
                  </a:lnTo>
                  <a:lnTo>
                    <a:pt x="89208" y="192487"/>
                  </a:lnTo>
                  <a:lnTo>
                    <a:pt x="85017" y="191589"/>
                  </a:lnTo>
                  <a:lnTo>
                    <a:pt x="80976" y="190541"/>
                  </a:lnTo>
                  <a:lnTo>
                    <a:pt x="76935" y="189343"/>
                  </a:lnTo>
                  <a:lnTo>
                    <a:pt x="72893" y="187996"/>
                  </a:lnTo>
                  <a:lnTo>
                    <a:pt x="69151" y="186350"/>
                  </a:lnTo>
                  <a:lnTo>
                    <a:pt x="65409" y="184554"/>
                  </a:lnTo>
                  <a:lnTo>
                    <a:pt x="61667" y="182758"/>
                  </a:lnTo>
                  <a:lnTo>
                    <a:pt x="58075" y="180662"/>
                  </a:lnTo>
                  <a:lnTo>
                    <a:pt x="54633" y="178417"/>
                  </a:lnTo>
                  <a:lnTo>
                    <a:pt x="51340" y="176022"/>
                  </a:lnTo>
                  <a:lnTo>
                    <a:pt x="48196" y="173477"/>
                  </a:lnTo>
                  <a:lnTo>
                    <a:pt x="45053" y="170783"/>
                  </a:lnTo>
                  <a:lnTo>
                    <a:pt x="42060" y="167939"/>
                  </a:lnTo>
                  <a:lnTo>
                    <a:pt x="39216" y="164946"/>
                  </a:lnTo>
                  <a:lnTo>
                    <a:pt x="36522" y="161952"/>
                  </a:lnTo>
                  <a:lnTo>
                    <a:pt x="33977" y="158809"/>
                  </a:lnTo>
                  <a:lnTo>
                    <a:pt x="31582" y="155366"/>
                  </a:lnTo>
                  <a:lnTo>
                    <a:pt x="29187" y="152073"/>
                  </a:lnTo>
                  <a:lnTo>
                    <a:pt x="27092" y="148481"/>
                  </a:lnTo>
                  <a:lnTo>
                    <a:pt x="25146" y="144889"/>
                  </a:lnTo>
                  <a:lnTo>
                    <a:pt x="23350" y="141147"/>
                  </a:lnTo>
                  <a:lnTo>
                    <a:pt x="21853" y="137255"/>
                  </a:lnTo>
                  <a:lnTo>
                    <a:pt x="20356" y="133364"/>
                  </a:lnTo>
                  <a:lnTo>
                    <a:pt x="19159" y="129322"/>
                  </a:lnTo>
                  <a:lnTo>
                    <a:pt x="18111" y="125281"/>
                  </a:lnTo>
                  <a:lnTo>
                    <a:pt x="17213" y="121090"/>
                  </a:lnTo>
                  <a:lnTo>
                    <a:pt x="16465" y="116899"/>
                  </a:lnTo>
                  <a:lnTo>
                    <a:pt x="16016" y="112558"/>
                  </a:lnTo>
                  <a:lnTo>
                    <a:pt x="15716" y="108218"/>
                  </a:lnTo>
                  <a:close/>
                  <a:moveTo>
                    <a:pt x="193684" y="107469"/>
                  </a:moveTo>
                  <a:lnTo>
                    <a:pt x="193534" y="111810"/>
                  </a:lnTo>
                  <a:lnTo>
                    <a:pt x="193085" y="116001"/>
                  </a:lnTo>
                  <a:lnTo>
                    <a:pt x="192337" y="120342"/>
                  </a:lnTo>
                  <a:lnTo>
                    <a:pt x="191588" y="124383"/>
                  </a:lnTo>
                  <a:lnTo>
                    <a:pt x="190541" y="128574"/>
                  </a:lnTo>
                  <a:lnTo>
                    <a:pt x="189343" y="132615"/>
                  </a:lnTo>
                  <a:lnTo>
                    <a:pt x="187846" y="136507"/>
                  </a:lnTo>
                  <a:lnTo>
                    <a:pt x="186350" y="140399"/>
                  </a:lnTo>
                  <a:lnTo>
                    <a:pt x="184553" y="144140"/>
                  </a:lnTo>
                  <a:lnTo>
                    <a:pt x="182608" y="147733"/>
                  </a:lnTo>
                  <a:lnTo>
                    <a:pt x="180512" y="151325"/>
                  </a:lnTo>
                  <a:lnTo>
                    <a:pt x="178267" y="154768"/>
                  </a:lnTo>
                  <a:lnTo>
                    <a:pt x="175872" y="158061"/>
                  </a:lnTo>
                  <a:lnTo>
                    <a:pt x="173477" y="161354"/>
                  </a:lnTo>
                  <a:lnTo>
                    <a:pt x="170783" y="164347"/>
                  </a:lnTo>
                  <a:lnTo>
                    <a:pt x="167939" y="167341"/>
                  </a:lnTo>
                  <a:lnTo>
                    <a:pt x="164946" y="170185"/>
                  </a:lnTo>
                  <a:lnTo>
                    <a:pt x="161952" y="172879"/>
                  </a:lnTo>
                  <a:lnTo>
                    <a:pt x="158659" y="175573"/>
                  </a:lnTo>
                  <a:lnTo>
                    <a:pt x="155366" y="177968"/>
                  </a:lnTo>
                  <a:lnTo>
                    <a:pt x="151924" y="180213"/>
                  </a:lnTo>
                  <a:lnTo>
                    <a:pt x="148481" y="182309"/>
                  </a:lnTo>
                  <a:lnTo>
                    <a:pt x="144739" y="184254"/>
                  </a:lnTo>
                  <a:lnTo>
                    <a:pt x="140997" y="186050"/>
                  </a:lnTo>
                  <a:lnTo>
                    <a:pt x="137255" y="187697"/>
                  </a:lnTo>
                  <a:lnTo>
                    <a:pt x="133214" y="189044"/>
                  </a:lnTo>
                  <a:lnTo>
                    <a:pt x="129322" y="190391"/>
                  </a:lnTo>
                  <a:lnTo>
                    <a:pt x="125131" y="191439"/>
                  </a:lnTo>
                  <a:lnTo>
                    <a:pt x="121090" y="192337"/>
                  </a:lnTo>
                  <a:lnTo>
                    <a:pt x="116899" y="192936"/>
                  </a:lnTo>
                  <a:lnTo>
                    <a:pt x="112558" y="193385"/>
                  </a:lnTo>
                  <a:lnTo>
                    <a:pt x="108217" y="193684"/>
                  </a:lnTo>
                  <a:lnTo>
                    <a:pt x="108816" y="189792"/>
                  </a:lnTo>
                  <a:lnTo>
                    <a:pt x="112109" y="189493"/>
                  </a:lnTo>
                  <a:lnTo>
                    <a:pt x="115552" y="189194"/>
                  </a:lnTo>
                  <a:lnTo>
                    <a:pt x="118845" y="188745"/>
                  </a:lnTo>
                  <a:lnTo>
                    <a:pt x="122138" y="187996"/>
                  </a:lnTo>
                  <a:lnTo>
                    <a:pt x="125430" y="187398"/>
                  </a:lnTo>
                  <a:lnTo>
                    <a:pt x="127077" y="186949"/>
                  </a:lnTo>
                  <a:lnTo>
                    <a:pt x="128424" y="186500"/>
                  </a:lnTo>
                  <a:lnTo>
                    <a:pt x="128873" y="186350"/>
                  </a:lnTo>
                  <a:lnTo>
                    <a:pt x="132615" y="185152"/>
                  </a:lnTo>
                  <a:lnTo>
                    <a:pt x="136357" y="183805"/>
                  </a:lnTo>
                  <a:lnTo>
                    <a:pt x="139949" y="182309"/>
                  </a:lnTo>
                  <a:lnTo>
                    <a:pt x="143392" y="180512"/>
                  </a:lnTo>
                  <a:lnTo>
                    <a:pt x="144290" y="180063"/>
                  </a:lnTo>
                  <a:lnTo>
                    <a:pt x="144889" y="179764"/>
                  </a:lnTo>
                  <a:lnTo>
                    <a:pt x="148182" y="177968"/>
                  </a:lnTo>
                  <a:lnTo>
                    <a:pt x="151025" y="176321"/>
                  </a:lnTo>
                  <a:lnTo>
                    <a:pt x="152223" y="175573"/>
                  </a:lnTo>
                  <a:lnTo>
                    <a:pt x="153420" y="174675"/>
                  </a:lnTo>
                  <a:lnTo>
                    <a:pt x="153869" y="174376"/>
                  </a:lnTo>
                  <a:lnTo>
                    <a:pt x="153720" y="174226"/>
                  </a:lnTo>
                  <a:lnTo>
                    <a:pt x="156863" y="171981"/>
                  </a:lnTo>
                  <a:lnTo>
                    <a:pt x="160006" y="169436"/>
                  </a:lnTo>
                  <a:lnTo>
                    <a:pt x="161952" y="167790"/>
                  </a:lnTo>
                  <a:lnTo>
                    <a:pt x="164047" y="165694"/>
                  </a:lnTo>
                  <a:lnTo>
                    <a:pt x="165993" y="163748"/>
                  </a:lnTo>
                  <a:lnTo>
                    <a:pt x="168089" y="161503"/>
                  </a:lnTo>
                  <a:lnTo>
                    <a:pt x="169885" y="159408"/>
                  </a:lnTo>
                  <a:lnTo>
                    <a:pt x="170633" y="158510"/>
                  </a:lnTo>
                  <a:lnTo>
                    <a:pt x="172579" y="156115"/>
                  </a:lnTo>
                  <a:lnTo>
                    <a:pt x="173777" y="154468"/>
                  </a:lnTo>
                  <a:lnTo>
                    <a:pt x="174226" y="153870"/>
                  </a:lnTo>
                  <a:lnTo>
                    <a:pt x="175872" y="151325"/>
                  </a:lnTo>
                  <a:lnTo>
                    <a:pt x="177519" y="148781"/>
                  </a:lnTo>
                  <a:lnTo>
                    <a:pt x="179015" y="146236"/>
                  </a:lnTo>
                  <a:lnTo>
                    <a:pt x="180362" y="143542"/>
                  </a:lnTo>
                  <a:lnTo>
                    <a:pt x="181710" y="140848"/>
                  </a:lnTo>
                  <a:lnTo>
                    <a:pt x="183057" y="138153"/>
                  </a:lnTo>
                  <a:lnTo>
                    <a:pt x="184104" y="135309"/>
                  </a:lnTo>
                  <a:lnTo>
                    <a:pt x="185152" y="132466"/>
                  </a:lnTo>
                  <a:lnTo>
                    <a:pt x="186200" y="129472"/>
                  </a:lnTo>
                  <a:lnTo>
                    <a:pt x="186948" y="126478"/>
                  </a:lnTo>
                  <a:lnTo>
                    <a:pt x="187697" y="123485"/>
                  </a:lnTo>
                  <a:lnTo>
                    <a:pt x="188295" y="120491"/>
                  </a:lnTo>
                  <a:lnTo>
                    <a:pt x="188894" y="117498"/>
                  </a:lnTo>
                  <a:lnTo>
                    <a:pt x="189343" y="114354"/>
                  </a:lnTo>
                  <a:lnTo>
                    <a:pt x="189642" y="111211"/>
                  </a:lnTo>
                  <a:lnTo>
                    <a:pt x="189792" y="108068"/>
                  </a:lnTo>
                  <a:lnTo>
                    <a:pt x="193684" y="107469"/>
                  </a:lnTo>
                  <a:close/>
                  <a:moveTo>
                    <a:pt x="104925" y="105972"/>
                  </a:moveTo>
                  <a:lnTo>
                    <a:pt x="105523" y="106571"/>
                  </a:lnTo>
                  <a:lnTo>
                    <a:pt x="107020" y="108068"/>
                  </a:lnTo>
                  <a:lnTo>
                    <a:pt x="107170" y="108218"/>
                  </a:lnTo>
                  <a:lnTo>
                    <a:pt x="108217" y="109265"/>
                  </a:lnTo>
                  <a:lnTo>
                    <a:pt x="108367" y="109415"/>
                  </a:lnTo>
                  <a:lnTo>
                    <a:pt x="104925" y="109415"/>
                  </a:lnTo>
                  <a:lnTo>
                    <a:pt x="104775" y="109565"/>
                  </a:lnTo>
                  <a:lnTo>
                    <a:pt x="103278" y="109565"/>
                  </a:lnTo>
                  <a:lnTo>
                    <a:pt x="102679" y="109714"/>
                  </a:lnTo>
                  <a:lnTo>
                    <a:pt x="102530" y="109714"/>
                  </a:lnTo>
                  <a:lnTo>
                    <a:pt x="102530" y="109864"/>
                  </a:lnTo>
                  <a:lnTo>
                    <a:pt x="102530" y="110014"/>
                  </a:lnTo>
                  <a:lnTo>
                    <a:pt x="102679" y="110014"/>
                  </a:lnTo>
                  <a:lnTo>
                    <a:pt x="103877" y="110163"/>
                  </a:lnTo>
                  <a:lnTo>
                    <a:pt x="104326" y="110163"/>
                  </a:lnTo>
                  <a:lnTo>
                    <a:pt x="105523" y="110313"/>
                  </a:lnTo>
                  <a:lnTo>
                    <a:pt x="109265" y="110313"/>
                  </a:lnTo>
                  <a:lnTo>
                    <a:pt x="110612" y="111511"/>
                  </a:lnTo>
                  <a:lnTo>
                    <a:pt x="110612" y="111660"/>
                  </a:lnTo>
                  <a:lnTo>
                    <a:pt x="111361" y="112259"/>
                  </a:lnTo>
                  <a:lnTo>
                    <a:pt x="111510" y="112409"/>
                  </a:lnTo>
                  <a:lnTo>
                    <a:pt x="111959" y="112858"/>
                  </a:lnTo>
                  <a:lnTo>
                    <a:pt x="109265" y="112708"/>
                  </a:lnTo>
                  <a:lnTo>
                    <a:pt x="106571" y="112558"/>
                  </a:lnTo>
                  <a:lnTo>
                    <a:pt x="106421" y="112558"/>
                  </a:lnTo>
                  <a:lnTo>
                    <a:pt x="105673" y="112708"/>
                  </a:lnTo>
                  <a:lnTo>
                    <a:pt x="104326" y="112708"/>
                  </a:lnTo>
                  <a:lnTo>
                    <a:pt x="103278" y="112858"/>
                  </a:lnTo>
                  <a:lnTo>
                    <a:pt x="102979" y="112858"/>
                  </a:lnTo>
                  <a:lnTo>
                    <a:pt x="101781" y="113007"/>
                  </a:lnTo>
                  <a:lnTo>
                    <a:pt x="101781" y="113157"/>
                  </a:lnTo>
                  <a:lnTo>
                    <a:pt x="103727" y="113456"/>
                  </a:lnTo>
                  <a:lnTo>
                    <a:pt x="104475" y="113456"/>
                  </a:lnTo>
                  <a:lnTo>
                    <a:pt x="105673" y="113606"/>
                  </a:lnTo>
                  <a:lnTo>
                    <a:pt x="109116" y="113456"/>
                  </a:lnTo>
                  <a:lnTo>
                    <a:pt x="112408" y="113307"/>
                  </a:lnTo>
                  <a:lnTo>
                    <a:pt x="115851" y="116600"/>
                  </a:lnTo>
                  <a:lnTo>
                    <a:pt x="116599" y="117198"/>
                  </a:lnTo>
                  <a:lnTo>
                    <a:pt x="117048" y="117647"/>
                  </a:lnTo>
                  <a:lnTo>
                    <a:pt x="116749" y="119444"/>
                  </a:lnTo>
                  <a:lnTo>
                    <a:pt x="116300" y="119294"/>
                  </a:lnTo>
                  <a:lnTo>
                    <a:pt x="115552" y="119294"/>
                  </a:lnTo>
                  <a:lnTo>
                    <a:pt x="113157" y="119144"/>
                  </a:lnTo>
                  <a:lnTo>
                    <a:pt x="110762" y="119144"/>
                  </a:lnTo>
                  <a:lnTo>
                    <a:pt x="105972" y="119294"/>
                  </a:lnTo>
                  <a:lnTo>
                    <a:pt x="103577" y="119294"/>
                  </a:lnTo>
                  <a:lnTo>
                    <a:pt x="103428" y="119444"/>
                  </a:lnTo>
                  <a:lnTo>
                    <a:pt x="103428" y="119593"/>
                  </a:lnTo>
                  <a:lnTo>
                    <a:pt x="103428" y="119743"/>
                  </a:lnTo>
                  <a:lnTo>
                    <a:pt x="104625" y="119743"/>
                  </a:lnTo>
                  <a:lnTo>
                    <a:pt x="105523" y="119893"/>
                  </a:lnTo>
                  <a:lnTo>
                    <a:pt x="106721" y="119893"/>
                  </a:lnTo>
                  <a:lnTo>
                    <a:pt x="111061" y="120042"/>
                  </a:lnTo>
                  <a:lnTo>
                    <a:pt x="113307" y="120042"/>
                  </a:lnTo>
                  <a:lnTo>
                    <a:pt x="115402" y="119893"/>
                  </a:lnTo>
                  <a:lnTo>
                    <a:pt x="116150" y="119743"/>
                  </a:lnTo>
                  <a:lnTo>
                    <a:pt x="116749" y="119743"/>
                  </a:lnTo>
                  <a:lnTo>
                    <a:pt x="115851" y="126628"/>
                  </a:lnTo>
                  <a:lnTo>
                    <a:pt x="115701" y="127227"/>
                  </a:lnTo>
                  <a:lnTo>
                    <a:pt x="115552" y="127975"/>
                  </a:lnTo>
                  <a:lnTo>
                    <a:pt x="112857" y="147733"/>
                  </a:lnTo>
                  <a:lnTo>
                    <a:pt x="112708" y="149230"/>
                  </a:lnTo>
                  <a:lnTo>
                    <a:pt x="111660" y="156414"/>
                  </a:lnTo>
                  <a:lnTo>
                    <a:pt x="111510" y="158210"/>
                  </a:lnTo>
                  <a:lnTo>
                    <a:pt x="109265" y="174376"/>
                  </a:lnTo>
                  <a:lnTo>
                    <a:pt x="109116" y="175423"/>
                  </a:lnTo>
                  <a:lnTo>
                    <a:pt x="107619" y="186350"/>
                  </a:lnTo>
                  <a:lnTo>
                    <a:pt x="107170" y="189792"/>
                  </a:lnTo>
                  <a:lnTo>
                    <a:pt x="106571" y="193834"/>
                  </a:lnTo>
                  <a:lnTo>
                    <a:pt x="106122" y="197127"/>
                  </a:lnTo>
                  <a:lnTo>
                    <a:pt x="105673" y="199971"/>
                  </a:lnTo>
                  <a:lnTo>
                    <a:pt x="105224" y="203713"/>
                  </a:lnTo>
                  <a:lnTo>
                    <a:pt x="104625" y="199971"/>
                  </a:lnTo>
                  <a:lnTo>
                    <a:pt x="104176" y="197127"/>
                  </a:lnTo>
                  <a:lnTo>
                    <a:pt x="103727" y="193834"/>
                  </a:lnTo>
                  <a:lnTo>
                    <a:pt x="103128" y="189792"/>
                  </a:lnTo>
                  <a:lnTo>
                    <a:pt x="102530" y="186350"/>
                  </a:lnTo>
                  <a:lnTo>
                    <a:pt x="100883" y="175423"/>
                  </a:lnTo>
                  <a:lnTo>
                    <a:pt x="100734" y="174525"/>
                  </a:lnTo>
                  <a:lnTo>
                    <a:pt x="98339" y="158210"/>
                  </a:lnTo>
                  <a:lnTo>
                    <a:pt x="98039" y="156414"/>
                  </a:lnTo>
                  <a:lnTo>
                    <a:pt x="96992" y="149379"/>
                  </a:lnTo>
                  <a:lnTo>
                    <a:pt x="96692" y="147733"/>
                  </a:lnTo>
                  <a:lnTo>
                    <a:pt x="93848" y="128724"/>
                  </a:lnTo>
                  <a:lnTo>
                    <a:pt x="93699" y="127975"/>
                  </a:lnTo>
                  <a:lnTo>
                    <a:pt x="93699" y="127376"/>
                  </a:lnTo>
                  <a:lnTo>
                    <a:pt x="93100" y="124084"/>
                  </a:lnTo>
                  <a:lnTo>
                    <a:pt x="93100" y="123485"/>
                  </a:lnTo>
                  <a:lnTo>
                    <a:pt x="92501" y="119743"/>
                  </a:lnTo>
                  <a:lnTo>
                    <a:pt x="92501" y="119444"/>
                  </a:lnTo>
                  <a:lnTo>
                    <a:pt x="92352" y="118845"/>
                  </a:lnTo>
                  <a:lnTo>
                    <a:pt x="92651" y="118845"/>
                  </a:lnTo>
                  <a:lnTo>
                    <a:pt x="92950" y="118545"/>
                  </a:lnTo>
                  <a:lnTo>
                    <a:pt x="93549" y="117797"/>
                  </a:lnTo>
                  <a:lnTo>
                    <a:pt x="93848" y="117498"/>
                  </a:lnTo>
                  <a:lnTo>
                    <a:pt x="95495" y="115702"/>
                  </a:lnTo>
                  <a:lnTo>
                    <a:pt x="95644" y="115702"/>
                  </a:lnTo>
                  <a:lnTo>
                    <a:pt x="97141" y="113905"/>
                  </a:lnTo>
                  <a:lnTo>
                    <a:pt x="97291" y="113905"/>
                  </a:lnTo>
                  <a:lnTo>
                    <a:pt x="98937" y="112109"/>
                  </a:lnTo>
                  <a:lnTo>
                    <a:pt x="99237" y="111660"/>
                  </a:lnTo>
                  <a:lnTo>
                    <a:pt x="99386" y="112409"/>
                  </a:lnTo>
                  <a:lnTo>
                    <a:pt x="99386" y="112558"/>
                  </a:lnTo>
                  <a:lnTo>
                    <a:pt x="99386" y="113606"/>
                  </a:lnTo>
                  <a:lnTo>
                    <a:pt x="99536" y="113756"/>
                  </a:lnTo>
                  <a:lnTo>
                    <a:pt x="99686" y="113606"/>
                  </a:lnTo>
                  <a:lnTo>
                    <a:pt x="99835" y="113007"/>
                  </a:lnTo>
                  <a:lnTo>
                    <a:pt x="99835" y="112858"/>
                  </a:lnTo>
                  <a:lnTo>
                    <a:pt x="99985" y="111062"/>
                  </a:lnTo>
                  <a:lnTo>
                    <a:pt x="100584" y="110313"/>
                  </a:lnTo>
                  <a:lnTo>
                    <a:pt x="100734" y="110163"/>
                  </a:lnTo>
                  <a:lnTo>
                    <a:pt x="102230" y="108517"/>
                  </a:lnTo>
                  <a:lnTo>
                    <a:pt x="102380" y="108367"/>
                  </a:lnTo>
                  <a:lnTo>
                    <a:pt x="104176" y="106421"/>
                  </a:lnTo>
                  <a:lnTo>
                    <a:pt x="104775" y="105972"/>
                  </a:lnTo>
                  <a:close/>
                  <a:moveTo>
                    <a:pt x="103428" y="0"/>
                  </a:moveTo>
                  <a:lnTo>
                    <a:pt x="101632" y="12423"/>
                  </a:lnTo>
                  <a:lnTo>
                    <a:pt x="97141" y="12573"/>
                  </a:lnTo>
                  <a:lnTo>
                    <a:pt x="92651" y="13172"/>
                  </a:lnTo>
                  <a:lnTo>
                    <a:pt x="88161" y="13770"/>
                  </a:lnTo>
                  <a:lnTo>
                    <a:pt x="83820" y="14669"/>
                  </a:lnTo>
                  <a:lnTo>
                    <a:pt x="79629" y="15866"/>
                  </a:lnTo>
                  <a:lnTo>
                    <a:pt x="75288" y="17063"/>
                  </a:lnTo>
                  <a:lnTo>
                    <a:pt x="71247" y="18560"/>
                  </a:lnTo>
                  <a:lnTo>
                    <a:pt x="67206" y="20207"/>
                  </a:lnTo>
                  <a:lnTo>
                    <a:pt x="63314" y="22152"/>
                  </a:lnTo>
                  <a:lnTo>
                    <a:pt x="59572" y="24098"/>
                  </a:lnTo>
                  <a:lnTo>
                    <a:pt x="55830" y="26343"/>
                  </a:lnTo>
                  <a:lnTo>
                    <a:pt x="52238" y="28738"/>
                  </a:lnTo>
                  <a:lnTo>
                    <a:pt x="48795" y="31283"/>
                  </a:lnTo>
                  <a:lnTo>
                    <a:pt x="45353" y="33977"/>
                  </a:lnTo>
                  <a:lnTo>
                    <a:pt x="42209" y="36821"/>
                  </a:lnTo>
                  <a:lnTo>
                    <a:pt x="39066" y="39665"/>
                  </a:lnTo>
                  <a:lnTo>
                    <a:pt x="36072" y="42808"/>
                  </a:lnTo>
                  <a:lnTo>
                    <a:pt x="33378" y="46101"/>
                  </a:lnTo>
                  <a:lnTo>
                    <a:pt x="30684" y="49394"/>
                  </a:lnTo>
                  <a:lnTo>
                    <a:pt x="28140" y="52986"/>
                  </a:lnTo>
                  <a:lnTo>
                    <a:pt x="25894" y="56579"/>
                  </a:lnTo>
                  <a:lnTo>
                    <a:pt x="23649" y="60320"/>
                  </a:lnTo>
                  <a:lnTo>
                    <a:pt x="21703" y="64212"/>
                  </a:lnTo>
                  <a:lnTo>
                    <a:pt x="19907" y="68104"/>
                  </a:lnTo>
                  <a:lnTo>
                    <a:pt x="18261" y="72145"/>
                  </a:lnTo>
                  <a:lnTo>
                    <a:pt x="16764" y="76186"/>
                  </a:lnTo>
                  <a:lnTo>
                    <a:pt x="15567" y="80527"/>
                  </a:lnTo>
                  <a:lnTo>
                    <a:pt x="14519" y="84718"/>
                  </a:lnTo>
                  <a:lnTo>
                    <a:pt x="13621" y="89059"/>
                  </a:lnTo>
                  <a:lnTo>
                    <a:pt x="12872" y="93549"/>
                  </a:lnTo>
                  <a:lnTo>
                    <a:pt x="12573" y="98039"/>
                  </a:lnTo>
                  <a:lnTo>
                    <a:pt x="12274" y="102680"/>
                  </a:lnTo>
                  <a:lnTo>
                    <a:pt x="0" y="104476"/>
                  </a:lnTo>
                  <a:lnTo>
                    <a:pt x="0" y="106122"/>
                  </a:lnTo>
                  <a:lnTo>
                    <a:pt x="12274" y="107769"/>
                  </a:lnTo>
                  <a:lnTo>
                    <a:pt x="12573" y="112409"/>
                  </a:lnTo>
                  <a:lnTo>
                    <a:pt x="13022" y="116899"/>
                  </a:lnTo>
                  <a:lnTo>
                    <a:pt x="13770" y="121240"/>
                  </a:lnTo>
                  <a:lnTo>
                    <a:pt x="14668" y="125580"/>
                  </a:lnTo>
                  <a:lnTo>
                    <a:pt x="15716" y="129921"/>
                  </a:lnTo>
                  <a:lnTo>
                    <a:pt x="17063" y="134112"/>
                  </a:lnTo>
                  <a:lnTo>
                    <a:pt x="18560" y="138153"/>
                  </a:lnTo>
                  <a:lnTo>
                    <a:pt x="20207" y="142195"/>
                  </a:lnTo>
                  <a:lnTo>
                    <a:pt x="22003" y="146086"/>
                  </a:lnTo>
                  <a:lnTo>
                    <a:pt x="24098" y="149978"/>
                  </a:lnTo>
                  <a:lnTo>
                    <a:pt x="26343" y="153720"/>
                  </a:lnTo>
                  <a:lnTo>
                    <a:pt x="28589" y="157312"/>
                  </a:lnTo>
                  <a:lnTo>
                    <a:pt x="31133" y="160755"/>
                  </a:lnTo>
                  <a:lnTo>
                    <a:pt x="33827" y="164048"/>
                  </a:lnTo>
                  <a:lnTo>
                    <a:pt x="36671" y="167341"/>
                  </a:lnTo>
                  <a:lnTo>
                    <a:pt x="39665" y="170334"/>
                  </a:lnTo>
                  <a:lnTo>
                    <a:pt x="42808" y="173328"/>
                  </a:lnTo>
                  <a:lnTo>
                    <a:pt x="46101" y="176172"/>
                  </a:lnTo>
                  <a:lnTo>
                    <a:pt x="49394" y="178716"/>
                  </a:lnTo>
                  <a:lnTo>
                    <a:pt x="52836" y="181261"/>
                  </a:lnTo>
                  <a:lnTo>
                    <a:pt x="56578" y="183656"/>
                  </a:lnTo>
                  <a:lnTo>
                    <a:pt x="60320" y="185751"/>
                  </a:lnTo>
                  <a:lnTo>
                    <a:pt x="64062" y="187847"/>
                  </a:lnTo>
                  <a:lnTo>
                    <a:pt x="68104" y="189643"/>
                  </a:lnTo>
                  <a:lnTo>
                    <a:pt x="71995" y="191289"/>
                  </a:lnTo>
                  <a:lnTo>
                    <a:pt x="76186" y="192636"/>
                  </a:lnTo>
                  <a:lnTo>
                    <a:pt x="80377" y="193983"/>
                  </a:lnTo>
                  <a:lnTo>
                    <a:pt x="84718" y="195031"/>
                  </a:lnTo>
                  <a:lnTo>
                    <a:pt x="89059" y="195929"/>
                  </a:lnTo>
                  <a:lnTo>
                    <a:pt x="93549" y="196528"/>
                  </a:lnTo>
                  <a:lnTo>
                    <a:pt x="98039" y="196977"/>
                  </a:lnTo>
                  <a:lnTo>
                    <a:pt x="102530" y="197127"/>
                  </a:lnTo>
                  <a:lnTo>
                    <a:pt x="104475" y="209550"/>
                  </a:lnTo>
                  <a:lnTo>
                    <a:pt x="105972" y="209550"/>
                  </a:lnTo>
                  <a:lnTo>
                    <a:pt x="107768" y="197127"/>
                  </a:lnTo>
                  <a:lnTo>
                    <a:pt x="112259" y="196827"/>
                  </a:lnTo>
                  <a:lnTo>
                    <a:pt x="116749" y="196378"/>
                  </a:lnTo>
                  <a:lnTo>
                    <a:pt x="121239" y="195630"/>
                  </a:lnTo>
                  <a:lnTo>
                    <a:pt x="125580" y="194732"/>
                  </a:lnTo>
                  <a:lnTo>
                    <a:pt x="129771" y="193684"/>
                  </a:lnTo>
                  <a:lnTo>
                    <a:pt x="133962" y="192337"/>
                  </a:lnTo>
                  <a:lnTo>
                    <a:pt x="138153" y="190990"/>
                  </a:lnTo>
                  <a:lnTo>
                    <a:pt x="142194" y="189194"/>
                  </a:lnTo>
                  <a:lnTo>
                    <a:pt x="146086" y="187398"/>
                  </a:lnTo>
                  <a:lnTo>
                    <a:pt x="149828" y="185302"/>
                  </a:lnTo>
                  <a:lnTo>
                    <a:pt x="153570" y="183207"/>
                  </a:lnTo>
                  <a:lnTo>
                    <a:pt x="157162" y="180812"/>
                  </a:lnTo>
                  <a:lnTo>
                    <a:pt x="160605" y="178267"/>
                  </a:lnTo>
                  <a:lnTo>
                    <a:pt x="164047" y="175573"/>
                  </a:lnTo>
                  <a:lnTo>
                    <a:pt x="167191" y="172729"/>
                  </a:lnTo>
                  <a:lnTo>
                    <a:pt x="170334" y="169736"/>
                  </a:lnTo>
                  <a:lnTo>
                    <a:pt x="173328" y="166592"/>
                  </a:lnTo>
                  <a:lnTo>
                    <a:pt x="176022" y="163449"/>
                  </a:lnTo>
                  <a:lnTo>
                    <a:pt x="178716" y="160006"/>
                  </a:lnTo>
                  <a:lnTo>
                    <a:pt x="181260" y="156564"/>
                  </a:lnTo>
                  <a:lnTo>
                    <a:pt x="183506" y="152972"/>
                  </a:lnTo>
                  <a:lnTo>
                    <a:pt x="185751" y="149230"/>
                  </a:lnTo>
                  <a:lnTo>
                    <a:pt x="187697" y="145338"/>
                  </a:lnTo>
                  <a:lnTo>
                    <a:pt x="189493" y="141446"/>
                  </a:lnTo>
                  <a:lnTo>
                    <a:pt x="191139" y="137405"/>
                  </a:lnTo>
                  <a:lnTo>
                    <a:pt x="192636" y="133214"/>
                  </a:lnTo>
                  <a:lnTo>
                    <a:pt x="193833" y="129023"/>
                  </a:lnTo>
                  <a:lnTo>
                    <a:pt x="194881" y="124682"/>
                  </a:lnTo>
                  <a:lnTo>
                    <a:pt x="195779" y="120342"/>
                  </a:lnTo>
                  <a:lnTo>
                    <a:pt x="196378" y="116001"/>
                  </a:lnTo>
                  <a:lnTo>
                    <a:pt x="196827" y="111511"/>
                  </a:lnTo>
                  <a:lnTo>
                    <a:pt x="197126" y="106871"/>
                  </a:lnTo>
                  <a:lnTo>
                    <a:pt x="209400" y="105074"/>
                  </a:lnTo>
                  <a:lnTo>
                    <a:pt x="209400" y="103428"/>
                  </a:lnTo>
                  <a:lnTo>
                    <a:pt x="197126" y="101781"/>
                  </a:lnTo>
                  <a:lnTo>
                    <a:pt x="196827" y="97141"/>
                  </a:lnTo>
                  <a:lnTo>
                    <a:pt x="196378" y="92651"/>
                  </a:lnTo>
                  <a:lnTo>
                    <a:pt x="195630" y="88310"/>
                  </a:lnTo>
                  <a:lnTo>
                    <a:pt x="194732" y="83820"/>
                  </a:lnTo>
                  <a:lnTo>
                    <a:pt x="193684" y="79629"/>
                  </a:lnTo>
                  <a:lnTo>
                    <a:pt x="192337" y="75438"/>
                  </a:lnTo>
                  <a:lnTo>
                    <a:pt x="190840" y="71247"/>
                  </a:lnTo>
                  <a:lnTo>
                    <a:pt x="189193" y="67355"/>
                  </a:lnTo>
                  <a:lnTo>
                    <a:pt x="187397" y="63314"/>
                  </a:lnTo>
                  <a:lnTo>
                    <a:pt x="185302" y="59572"/>
                  </a:lnTo>
                  <a:lnTo>
                    <a:pt x="183057" y="55830"/>
                  </a:lnTo>
                  <a:lnTo>
                    <a:pt x="180662" y="52238"/>
                  </a:lnTo>
                  <a:lnTo>
                    <a:pt x="178267" y="48795"/>
                  </a:lnTo>
                  <a:lnTo>
                    <a:pt x="175573" y="45502"/>
                  </a:lnTo>
                  <a:lnTo>
                    <a:pt x="172729" y="42209"/>
                  </a:lnTo>
                  <a:lnTo>
                    <a:pt x="169735" y="39066"/>
                  </a:lnTo>
                  <a:lnTo>
                    <a:pt x="166592" y="36222"/>
                  </a:lnTo>
                  <a:lnTo>
                    <a:pt x="163299" y="33378"/>
                  </a:lnTo>
                  <a:lnTo>
                    <a:pt x="160006" y="30684"/>
                  </a:lnTo>
                  <a:lnTo>
                    <a:pt x="156414" y="28289"/>
                  </a:lnTo>
                  <a:lnTo>
                    <a:pt x="152822" y="25894"/>
                  </a:lnTo>
                  <a:lnTo>
                    <a:pt x="149080" y="23799"/>
                  </a:lnTo>
                  <a:lnTo>
                    <a:pt x="145338" y="21703"/>
                  </a:lnTo>
                  <a:lnTo>
                    <a:pt x="141296" y="19907"/>
                  </a:lnTo>
                  <a:lnTo>
                    <a:pt x="137405" y="18261"/>
                  </a:lnTo>
                  <a:lnTo>
                    <a:pt x="133214" y="16764"/>
                  </a:lnTo>
                  <a:lnTo>
                    <a:pt x="129023" y="15567"/>
                  </a:lnTo>
                  <a:lnTo>
                    <a:pt x="124682" y="14519"/>
                  </a:lnTo>
                  <a:lnTo>
                    <a:pt x="120341" y="13621"/>
                  </a:lnTo>
                  <a:lnTo>
                    <a:pt x="115851" y="13022"/>
                  </a:lnTo>
                  <a:lnTo>
                    <a:pt x="111361" y="12573"/>
                  </a:lnTo>
                  <a:lnTo>
                    <a:pt x="106870" y="12423"/>
                  </a:lnTo>
                  <a:lnTo>
                    <a:pt x="10492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8" name="Google Shape;2908;p63"/>
            <p:cNvSpPr/>
            <p:nvPr/>
          </p:nvSpPr>
          <p:spPr>
            <a:xfrm>
              <a:off x="4088775" y="2591800"/>
              <a:ext cx="18725" cy="291900"/>
            </a:xfrm>
            <a:custGeom>
              <a:rect b="b" l="l" r="r" t="t"/>
              <a:pathLst>
                <a:path extrusionOk="0" h="11676" w="749">
                  <a:moveTo>
                    <a:pt x="299" y="1"/>
                  </a:moveTo>
                  <a:lnTo>
                    <a:pt x="299" y="151"/>
                  </a:lnTo>
                  <a:lnTo>
                    <a:pt x="0" y="4791"/>
                  </a:lnTo>
                  <a:lnTo>
                    <a:pt x="150" y="9281"/>
                  </a:lnTo>
                  <a:lnTo>
                    <a:pt x="150" y="9730"/>
                  </a:lnTo>
                  <a:lnTo>
                    <a:pt x="150" y="9880"/>
                  </a:lnTo>
                  <a:lnTo>
                    <a:pt x="150" y="10329"/>
                  </a:lnTo>
                  <a:lnTo>
                    <a:pt x="150" y="10628"/>
                  </a:lnTo>
                  <a:lnTo>
                    <a:pt x="150" y="11077"/>
                  </a:lnTo>
                  <a:lnTo>
                    <a:pt x="299" y="11526"/>
                  </a:lnTo>
                  <a:lnTo>
                    <a:pt x="299" y="11676"/>
                  </a:lnTo>
                  <a:lnTo>
                    <a:pt x="599" y="11676"/>
                  </a:lnTo>
                  <a:lnTo>
                    <a:pt x="599" y="11526"/>
                  </a:lnTo>
                  <a:lnTo>
                    <a:pt x="599" y="10927"/>
                  </a:lnTo>
                  <a:lnTo>
                    <a:pt x="599" y="10628"/>
                  </a:lnTo>
                  <a:lnTo>
                    <a:pt x="748" y="10329"/>
                  </a:lnTo>
                  <a:lnTo>
                    <a:pt x="748" y="9880"/>
                  </a:lnTo>
                  <a:lnTo>
                    <a:pt x="748" y="9730"/>
                  </a:lnTo>
                  <a:lnTo>
                    <a:pt x="748" y="9281"/>
                  </a:lnTo>
                  <a:lnTo>
                    <a:pt x="748" y="4791"/>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9" name="Google Shape;2909;p63"/>
            <p:cNvSpPr/>
            <p:nvPr/>
          </p:nvSpPr>
          <p:spPr>
            <a:xfrm>
              <a:off x="4253400" y="2584325"/>
              <a:ext cx="15000" cy="276925"/>
            </a:xfrm>
            <a:custGeom>
              <a:rect b="b" l="l" r="r" t="t"/>
              <a:pathLst>
                <a:path extrusionOk="0" h="11077" w="600">
                  <a:moveTo>
                    <a:pt x="151" y="0"/>
                  </a:moveTo>
                  <a:lnTo>
                    <a:pt x="1" y="2096"/>
                  </a:lnTo>
                  <a:lnTo>
                    <a:pt x="1" y="4341"/>
                  </a:lnTo>
                  <a:lnTo>
                    <a:pt x="1" y="5389"/>
                  </a:lnTo>
                  <a:lnTo>
                    <a:pt x="1" y="6287"/>
                  </a:lnTo>
                  <a:lnTo>
                    <a:pt x="151" y="10927"/>
                  </a:lnTo>
                  <a:lnTo>
                    <a:pt x="151" y="11077"/>
                  </a:lnTo>
                  <a:lnTo>
                    <a:pt x="450" y="11077"/>
                  </a:lnTo>
                  <a:lnTo>
                    <a:pt x="450" y="10927"/>
                  </a:lnTo>
                  <a:lnTo>
                    <a:pt x="600" y="5389"/>
                  </a:lnTo>
                  <a:lnTo>
                    <a:pt x="600" y="4341"/>
                  </a:lnTo>
                  <a:lnTo>
                    <a:pt x="600" y="3293"/>
                  </a:lnTo>
                  <a:lnTo>
                    <a:pt x="600" y="1647"/>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0" name="Google Shape;2910;p63"/>
            <p:cNvSpPr/>
            <p:nvPr/>
          </p:nvSpPr>
          <p:spPr>
            <a:xfrm>
              <a:off x="4328250" y="2595550"/>
              <a:ext cx="26225" cy="273200"/>
            </a:xfrm>
            <a:custGeom>
              <a:rect b="b" l="l" r="r" t="t"/>
              <a:pathLst>
                <a:path extrusionOk="0" h="10928" w="1049">
                  <a:moveTo>
                    <a:pt x="449" y="1"/>
                  </a:moveTo>
                  <a:lnTo>
                    <a:pt x="449" y="150"/>
                  </a:lnTo>
                  <a:lnTo>
                    <a:pt x="300" y="1348"/>
                  </a:lnTo>
                  <a:lnTo>
                    <a:pt x="0" y="3742"/>
                  </a:lnTo>
                  <a:lnTo>
                    <a:pt x="0" y="6137"/>
                  </a:lnTo>
                  <a:lnTo>
                    <a:pt x="150" y="8532"/>
                  </a:lnTo>
                  <a:lnTo>
                    <a:pt x="449" y="10777"/>
                  </a:lnTo>
                  <a:lnTo>
                    <a:pt x="599" y="10927"/>
                  </a:lnTo>
                  <a:lnTo>
                    <a:pt x="599" y="10777"/>
                  </a:lnTo>
                  <a:lnTo>
                    <a:pt x="899" y="8383"/>
                  </a:lnTo>
                  <a:lnTo>
                    <a:pt x="1048" y="5838"/>
                  </a:lnTo>
                  <a:lnTo>
                    <a:pt x="1048" y="3144"/>
                  </a:lnTo>
                  <a:lnTo>
                    <a:pt x="749" y="749"/>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1" name="Google Shape;2911;p63"/>
            <p:cNvSpPr/>
            <p:nvPr/>
          </p:nvSpPr>
          <p:spPr>
            <a:xfrm>
              <a:off x="4410575" y="2599300"/>
              <a:ext cx="22475" cy="258200"/>
            </a:xfrm>
            <a:custGeom>
              <a:rect b="b" l="l" r="r" t="t"/>
              <a:pathLst>
                <a:path extrusionOk="0" h="10328" w="899">
                  <a:moveTo>
                    <a:pt x="300" y="0"/>
                  </a:moveTo>
                  <a:lnTo>
                    <a:pt x="300" y="150"/>
                  </a:lnTo>
                  <a:lnTo>
                    <a:pt x="150" y="2844"/>
                  </a:lnTo>
                  <a:lnTo>
                    <a:pt x="0" y="5538"/>
                  </a:lnTo>
                  <a:lnTo>
                    <a:pt x="0" y="7933"/>
                  </a:lnTo>
                  <a:lnTo>
                    <a:pt x="150" y="9131"/>
                  </a:lnTo>
                  <a:lnTo>
                    <a:pt x="449" y="10328"/>
                  </a:lnTo>
                  <a:lnTo>
                    <a:pt x="599" y="10328"/>
                  </a:lnTo>
                  <a:lnTo>
                    <a:pt x="749" y="9131"/>
                  </a:lnTo>
                  <a:lnTo>
                    <a:pt x="898" y="7933"/>
                  </a:lnTo>
                  <a:lnTo>
                    <a:pt x="898" y="5538"/>
                  </a:lnTo>
                  <a:lnTo>
                    <a:pt x="898" y="2844"/>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2" name="Google Shape;2912;p63"/>
            <p:cNvSpPr/>
            <p:nvPr/>
          </p:nvSpPr>
          <p:spPr>
            <a:xfrm>
              <a:off x="4489150" y="2614250"/>
              <a:ext cx="29975" cy="243250"/>
            </a:xfrm>
            <a:custGeom>
              <a:rect b="b" l="l" r="r" t="t"/>
              <a:pathLst>
                <a:path extrusionOk="0" h="9730" w="1199">
                  <a:moveTo>
                    <a:pt x="450" y="1"/>
                  </a:moveTo>
                  <a:lnTo>
                    <a:pt x="300" y="2396"/>
                  </a:lnTo>
                  <a:lnTo>
                    <a:pt x="1" y="4940"/>
                  </a:lnTo>
                  <a:lnTo>
                    <a:pt x="1" y="7335"/>
                  </a:lnTo>
                  <a:lnTo>
                    <a:pt x="150" y="8533"/>
                  </a:lnTo>
                  <a:lnTo>
                    <a:pt x="450" y="9580"/>
                  </a:lnTo>
                  <a:lnTo>
                    <a:pt x="599" y="9730"/>
                  </a:lnTo>
                  <a:lnTo>
                    <a:pt x="749" y="9580"/>
                  </a:lnTo>
                  <a:lnTo>
                    <a:pt x="899" y="8533"/>
                  </a:lnTo>
                  <a:lnTo>
                    <a:pt x="1048" y="7335"/>
                  </a:lnTo>
                  <a:lnTo>
                    <a:pt x="1198" y="4940"/>
                  </a:lnTo>
                  <a:lnTo>
                    <a:pt x="899" y="2396"/>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3" name="Google Shape;2913;p63"/>
            <p:cNvSpPr/>
            <p:nvPr/>
          </p:nvSpPr>
          <p:spPr>
            <a:xfrm>
              <a:off x="4571475" y="2621750"/>
              <a:ext cx="22475" cy="243250"/>
            </a:xfrm>
            <a:custGeom>
              <a:rect b="b" l="l" r="r" t="t"/>
              <a:pathLst>
                <a:path extrusionOk="0" h="9730" w="899">
                  <a:moveTo>
                    <a:pt x="450" y="0"/>
                  </a:moveTo>
                  <a:lnTo>
                    <a:pt x="300" y="150"/>
                  </a:lnTo>
                  <a:lnTo>
                    <a:pt x="300" y="300"/>
                  </a:lnTo>
                  <a:lnTo>
                    <a:pt x="150" y="2694"/>
                  </a:lnTo>
                  <a:lnTo>
                    <a:pt x="150" y="5239"/>
                  </a:lnTo>
                  <a:lnTo>
                    <a:pt x="1" y="7484"/>
                  </a:lnTo>
                  <a:lnTo>
                    <a:pt x="150" y="8532"/>
                  </a:lnTo>
                  <a:lnTo>
                    <a:pt x="300" y="9580"/>
                  </a:lnTo>
                  <a:lnTo>
                    <a:pt x="450" y="9729"/>
                  </a:lnTo>
                  <a:lnTo>
                    <a:pt x="599" y="9580"/>
                  </a:lnTo>
                  <a:lnTo>
                    <a:pt x="899" y="8532"/>
                  </a:lnTo>
                  <a:lnTo>
                    <a:pt x="899" y="7484"/>
                  </a:lnTo>
                  <a:lnTo>
                    <a:pt x="899" y="5239"/>
                  </a:lnTo>
                  <a:lnTo>
                    <a:pt x="899" y="2694"/>
                  </a:lnTo>
                  <a:lnTo>
                    <a:pt x="599" y="300"/>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4" name="Google Shape;2914;p63"/>
            <p:cNvSpPr/>
            <p:nvPr/>
          </p:nvSpPr>
          <p:spPr>
            <a:xfrm>
              <a:off x="4653800" y="2636700"/>
              <a:ext cx="22475" cy="232050"/>
            </a:xfrm>
            <a:custGeom>
              <a:rect b="b" l="l" r="r" t="t"/>
              <a:pathLst>
                <a:path extrusionOk="0" h="9282" w="899">
                  <a:moveTo>
                    <a:pt x="150" y="1"/>
                  </a:moveTo>
                  <a:lnTo>
                    <a:pt x="0" y="2246"/>
                  </a:lnTo>
                  <a:lnTo>
                    <a:pt x="0" y="4641"/>
                  </a:lnTo>
                  <a:lnTo>
                    <a:pt x="150" y="9131"/>
                  </a:lnTo>
                  <a:lnTo>
                    <a:pt x="300" y="9281"/>
                  </a:lnTo>
                  <a:lnTo>
                    <a:pt x="599" y="9281"/>
                  </a:lnTo>
                  <a:lnTo>
                    <a:pt x="599" y="9131"/>
                  </a:lnTo>
                  <a:lnTo>
                    <a:pt x="899" y="4641"/>
                  </a:lnTo>
                  <a:lnTo>
                    <a:pt x="749" y="2246"/>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5" name="Google Shape;2915;p63"/>
            <p:cNvSpPr/>
            <p:nvPr/>
          </p:nvSpPr>
          <p:spPr>
            <a:xfrm>
              <a:off x="4736125" y="2640450"/>
              <a:ext cx="22475" cy="235775"/>
            </a:xfrm>
            <a:custGeom>
              <a:rect b="b" l="l" r="r" t="t"/>
              <a:pathLst>
                <a:path extrusionOk="0" h="9431" w="899">
                  <a:moveTo>
                    <a:pt x="449" y="1"/>
                  </a:moveTo>
                  <a:lnTo>
                    <a:pt x="300" y="150"/>
                  </a:lnTo>
                  <a:lnTo>
                    <a:pt x="150" y="1198"/>
                  </a:lnTo>
                  <a:lnTo>
                    <a:pt x="0" y="2246"/>
                  </a:lnTo>
                  <a:lnTo>
                    <a:pt x="0" y="4491"/>
                  </a:lnTo>
                  <a:lnTo>
                    <a:pt x="0" y="6886"/>
                  </a:lnTo>
                  <a:lnTo>
                    <a:pt x="150" y="9281"/>
                  </a:lnTo>
                  <a:lnTo>
                    <a:pt x="150" y="9430"/>
                  </a:lnTo>
                  <a:lnTo>
                    <a:pt x="449" y="9430"/>
                  </a:lnTo>
                  <a:lnTo>
                    <a:pt x="599" y="9281"/>
                  </a:lnTo>
                  <a:lnTo>
                    <a:pt x="749" y="6886"/>
                  </a:lnTo>
                  <a:lnTo>
                    <a:pt x="898" y="4491"/>
                  </a:lnTo>
                  <a:lnTo>
                    <a:pt x="898" y="2246"/>
                  </a:lnTo>
                  <a:lnTo>
                    <a:pt x="898" y="119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6" name="Google Shape;2916;p63"/>
            <p:cNvSpPr/>
            <p:nvPr/>
          </p:nvSpPr>
          <p:spPr>
            <a:xfrm>
              <a:off x="4814700" y="2659175"/>
              <a:ext cx="22475" cy="205825"/>
            </a:xfrm>
            <a:custGeom>
              <a:rect b="b" l="l" r="r" t="t"/>
              <a:pathLst>
                <a:path extrusionOk="0" h="8233" w="899">
                  <a:moveTo>
                    <a:pt x="599" y="0"/>
                  </a:moveTo>
                  <a:lnTo>
                    <a:pt x="450" y="150"/>
                  </a:lnTo>
                  <a:lnTo>
                    <a:pt x="1" y="4041"/>
                  </a:lnTo>
                  <a:lnTo>
                    <a:pt x="1" y="5987"/>
                  </a:lnTo>
                  <a:lnTo>
                    <a:pt x="150" y="7933"/>
                  </a:lnTo>
                  <a:lnTo>
                    <a:pt x="300" y="8083"/>
                  </a:lnTo>
                  <a:lnTo>
                    <a:pt x="450" y="8232"/>
                  </a:lnTo>
                  <a:lnTo>
                    <a:pt x="599" y="8083"/>
                  </a:lnTo>
                  <a:lnTo>
                    <a:pt x="749" y="7933"/>
                  </a:lnTo>
                  <a:lnTo>
                    <a:pt x="899" y="5987"/>
                  </a:lnTo>
                  <a:lnTo>
                    <a:pt x="899" y="4041"/>
                  </a:lnTo>
                  <a:lnTo>
                    <a:pt x="899" y="2096"/>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7" name="Google Shape;2917;p63"/>
            <p:cNvSpPr/>
            <p:nvPr/>
          </p:nvSpPr>
          <p:spPr>
            <a:xfrm>
              <a:off x="4893275" y="2670400"/>
              <a:ext cx="29975" cy="243250"/>
            </a:xfrm>
            <a:custGeom>
              <a:rect b="b" l="l" r="r" t="t"/>
              <a:pathLst>
                <a:path extrusionOk="0" h="9730" w="1199">
                  <a:moveTo>
                    <a:pt x="600" y="0"/>
                  </a:moveTo>
                  <a:lnTo>
                    <a:pt x="450" y="150"/>
                  </a:lnTo>
                  <a:lnTo>
                    <a:pt x="151" y="2245"/>
                  </a:lnTo>
                  <a:lnTo>
                    <a:pt x="1" y="4041"/>
                  </a:lnTo>
                  <a:lnTo>
                    <a:pt x="1" y="5987"/>
                  </a:lnTo>
                  <a:lnTo>
                    <a:pt x="151" y="7783"/>
                  </a:lnTo>
                  <a:lnTo>
                    <a:pt x="300" y="9580"/>
                  </a:lnTo>
                  <a:lnTo>
                    <a:pt x="450" y="9729"/>
                  </a:lnTo>
                  <a:lnTo>
                    <a:pt x="600" y="9729"/>
                  </a:lnTo>
                  <a:lnTo>
                    <a:pt x="749" y="9580"/>
                  </a:lnTo>
                  <a:lnTo>
                    <a:pt x="1049" y="7334"/>
                  </a:lnTo>
                  <a:lnTo>
                    <a:pt x="1198" y="4939"/>
                  </a:lnTo>
                  <a:lnTo>
                    <a:pt x="1049" y="2395"/>
                  </a:lnTo>
                  <a:lnTo>
                    <a:pt x="749" y="150"/>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8" name="Google Shape;2918;p63"/>
            <p:cNvSpPr/>
            <p:nvPr/>
          </p:nvSpPr>
          <p:spPr>
            <a:xfrm>
              <a:off x="4975600" y="2681625"/>
              <a:ext cx="22475" cy="194600"/>
            </a:xfrm>
            <a:custGeom>
              <a:rect b="b" l="l" r="r" t="t"/>
              <a:pathLst>
                <a:path extrusionOk="0" h="7784" w="899">
                  <a:moveTo>
                    <a:pt x="300" y="0"/>
                  </a:moveTo>
                  <a:lnTo>
                    <a:pt x="150" y="1946"/>
                  </a:lnTo>
                  <a:lnTo>
                    <a:pt x="1" y="3742"/>
                  </a:lnTo>
                  <a:lnTo>
                    <a:pt x="1" y="5688"/>
                  </a:lnTo>
                  <a:lnTo>
                    <a:pt x="300" y="7484"/>
                  </a:lnTo>
                  <a:lnTo>
                    <a:pt x="300" y="7783"/>
                  </a:lnTo>
                  <a:lnTo>
                    <a:pt x="600" y="7783"/>
                  </a:lnTo>
                  <a:lnTo>
                    <a:pt x="749" y="7484"/>
                  </a:lnTo>
                  <a:lnTo>
                    <a:pt x="899" y="5688"/>
                  </a:lnTo>
                  <a:lnTo>
                    <a:pt x="899" y="3742"/>
                  </a:lnTo>
                  <a:lnTo>
                    <a:pt x="899" y="1946"/>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19" name="Google Shape;2919;p63"/>
            <p:cNvSpPr/>
            <p:nvPr/>
          </p:nvSpPr>
          <p:spPr>
            <a:xfrm>
              <a:off x="5136500" y="2700325"/>
              <a:ext cx="22500" cy="164675"/>
            </a:xfrm>
            <a:custGeom>
              <a:rect b="b" l="l" r="r" t="t"/>
              <a:pathLst>
                <a:path extrusionOk="0" h="6587" w="900">
                  <a:moveTo>
                    <a:pt x="300" y="1"/>
                  </a:moveTo>
                  <a:lnTo>
                    <a:pt x="151" y="150"/>
                  </a:lnTo>
                  <a:lnTo>
                    <a:pt x="1" y="1647"/>
                  </a:lnTo>
                  <a:lnTo>
                    <a:pt x="1" y="3293"/>
                  </a:lnTo>
                  <a:lnTo>
                    <a:pt x="1" y="4940"/>
                  </a:lnTo>
                  <a:lnTo>
                    <a:pt x="300" y="6437"/>
                  </a:lnTo>
                  <a:lnTo>
                    <a:pt x="300" y="6586"/>
                  </a:lnTo>
                  <a:lnTo>
                    <a:pt x="600" y="6586"/>
                  </a:lnTo>
                  <a:lnTo>
                    <a:pt x="749" y="6437"/>
                  </a:lnTo>
                  <a:lnTo>
                    <a:pt x="749"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20" name="Google Shape;2920;p63"/>
            <p:cNvSpPr/>
            <p:nvPr/>
          </p:nvSpPr>
          <p:spPr>
            <a:xfrm>
              <a:off x="5057925" y="2692850"/>
              <a:ext cx="22475" cy="172150"/>
            </a:xfrm>
            <a:custGeom>
              <a:rect b="b" l="l" r="r" t="t"/>
              <a:pathLst>
                <a:path extrusionOk="0" h="6886" w="899">
                  <a:moveTo>
                    <a:pt x="300" y="0"/>
                  </a:moveTo>
                  <a:lnTo>
                    <a:pt x="300" y="150"/>
                  </a:lnTo>
                  <a:lnTo>
                    <a:pt x="1" y="1647"/>
                  </a:lnTo>
                  <a:lnTo>
                    <a:pt x="1" y="3293"/>
                  </a:lnTo>
                  <a:lnTo>
                    <a:pt x="1" y="4940"/>
                  </a:lnTo>
                  <a:lnTo>
                    <a:pt x="150" y="6586"/>
                  </a:lnTo>
                  <a:lnTo>
                    <a:pt x="300" y="6736"/>
                  </a:lnTo>
                  <a:lnTo>
                    <a:pt x="450" y="6885"/>
                  </a:lnTo>
                  <a:lnTo>
                    <a:pt x="599" y="6736"/>
                  </a:lnTo>
                  <a:lnTo>
                    <a:pt x="599" y="6586"/>
                  </a:lnTo>
                  <a:lnTo>
                    <a:pt x="899" y="4940"/>
                  </a:lnTo>
                  <a:lnTo>
                    <a:pt x="899" y="3293"/>
                  </a:lnTo>
                  <a:lnTo>
                    <a:pt x="749" y="1647"/>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21" name="Google Shape;2921;p63"/>
            <p:cNvSpPr/>
            <p:nvPr/>
          </p:nvSpPr>
          <p:spPr>
            <a:xfrm>
              <a:off x="5218825" y="2711550"/>
              <a:ext cx="22475" cy="149700"/>
            </a:xfrm>
            <a:custGeom>
              <a:rect b="b" l="l" r="r" t="t"/>
              <a:pathLst>
                <a:path extrusionOk="0" h="5988" w="899">
                  <a:moveTo>
                    <a:pt x="450" y="1"/>
                  </a:moveTo>
                  <a:lnTo>
                    <a:pt x="300" y="150"/>
                  </a:lnTo>
                  <a:lnTo>
                    <a:pt x="1" y="1497"/>
                  </a:lnTo>
                  <a:lnTo>
                    <a:pt x="1" y="2994"/>
                  </a:lnTo>
                  <a:lnTo>
                    <a:pt x="1" y="4491"/>
                  </a:lnTo>
                  <a:lnTo>
                    <a:pt x="151" y="5838"/>
                  </a:lnTo>
                  <a:lnTo>
                    <a:pt x="300" y="5988"/>
                  </a:lnTo>
                  <a:lnTo>
                    <a:pt x="600" y="5988"/>
                  </a:lnTo>
                  <a:lnTo>
                    <a:pt x="600"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22" name="Google Shape;2922;p63"/>
            <p:cNvSpPr/>
            <p:nvPr/>
          </p:nvSpPr>
          <p:spPr>
            <a:xfrm>
              <a:off x="5297425" y="2726525"/>
              <a:ext cx="26200" cy="134725"/>
            </a:xfrm>
            <a:custGeom>
              <a:rect b="b" l="l" r="r" t="t"/>
              <a:pathLst>
                <a:path extrusionOk="0" h="5389" w="1048">
                  <a:moveTo>
                    <a:pt x="300" y="0"/>
                  </a:moveTo>
                  <a:lnTo>
                    <a:pt x="300" y="150"/>
                  </a:lnTo>
                  <a:lnTo>
                    <a:pt x="0" y="1347"/>
                  </a:lnTo>
                  <a:lnTo>
                    <a:pt x="0" y="2694"/>
                  </a:lnTo>
                  <a:lnTo>
                    <a:pt x="0" y="3892"/>
                  </a:lnTo>
                  <a:lnTo>
                    <a:pt x="300" y="5089"/>
                  </a:lnTo>
                  <a:lnTo>
                    <a:pt x="300" y="5239"/>
                  </a:lnTo>
                  <a:lnTo>
                    <a:pt x="449" y="5389"/>
                  </a:lnTo>
                  <a:lnTo>
                    <a:pt x="599" y="5239"/>
                  </a:lnTo>
                  <a:lnTo>
                    <a:pt x="749" y="5089"/>
                  </a:lnTo>
                  <a:lnTo>
                    <a:pt x="898" y="3892"/>
                  </a:lnTo>
                  <a:lnTo>
                    <a:pt x="1048" y="269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23" name="Google Shape;2923;p63"/>
            <p:cNvSpPr/>
            <p:nvPr/>
          </p:nvSpPr>
          <p:spPr>
            <a:xfrm>
              <a:off x="5379750" y="2734000"/>
              <a:ext cx="22475" cy="142225"/>
            </a:xfrm>
            <a:custGeom>
              <a:rect b="b" l="l" r="r" t="t"/>
              <a:pathLst>
                <a:path extrusionOk="0" h="5689" w="899">
                  <a:moveTo>
                    <a:pt x="449" y="1"/>
                  </a:moveTo>
                  <a:lnTo>
                    <a:pt x="150" y="150"/>
                  </a:lnTo>
                  <a:lnTo>
                    <a:pt x="0" y="1497"/>
                  </a:lnTo>
                  <a:lnTo>
                    <a:pt x="0" y="2994"/>
                  </a:lnTo>
                  <a:lnTo>
                    <a:pt x="0" y="4341"/>
                  </a:lnTo>
                  <a:lnTo>
                    <a:pt x="150" y="4940"/>
                  </a:lnTo>
                  <a:lnTo>
                    <a:pt x="299" y="5539"/>
                  </a:lnTo>
                  <a:lnTo>
                    <a:pt x="449" y="5688"/>
                  </a:lnTo>
                  <a:lnTo>
                    <a:pt x="599" y="5539"/>
                  </a:lnTo>
                  <a:lnTo>
                    <a:pt x="748" y="4940"/>
                  </a:lnTo>
                  <a:lnTo>
                    <a:pt x="898" y="4341"/>
                  </a:lnTo>
                  <a:lnTo>
                    <a:pt x="898" y="2994"/>
                  </a:lnTo>
                  <a:lnTo>
                    <a:pt x="748" y="1497"/>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24" name="Google Shape;2924;p63"/>
            <p:cNvSpPr/>
            <p:nvPr/>
          </p:nvSpPr>
          <p:spPr>
            <a:xfrm>
              <a:off x="5458325" y="2748975"/>
              <a:ext cx="22475" cy="131000"/>
            </a:xfrm>
            <a:custGeom>
              <a:rect b="b" l="l" r="r" t="t"/>
              <a:pathLst>
                <a:path extrusionOk="0" h="5240" w="899">
                  <a:moveTo>
                    <a:pt x="300" y="0"/>
                  </a:moveTo>
                  <a:lnTo>
                    <a:pt x="300" y="150"/>
                  </a:lnTo>
                  <a:lnTo>
                    <a:pt x="150" y="1347"/>
                  </a:lnTo>
                  <a:lnTo>
                    <a:pt x="0" y="2844"/>
                  </a:lnTo>
                  <a:lnTo>
                    <a:pt x="150" y="4042"/>
                  </a:lnTo>
                  <a:lnTo>
                    <a:pt x="150" y="4640"/>
                  </a:lnTo>
                  <a:lnTo>
                    <a:pt x="449" y="5239"/>
                  </a:lnTo>
                  <a:lnTo>
                    <a:pt x="599" y="5239"/>
                  </a:lnTo>
                  <a:lnTo>
                    <a:pt x="898" y="4640"/>
                  </a:lnTo>
                  <a:lnTo>
                    <a:pt x="898" y="4042"/>
                  </a:lnTo>
                  <a:lnTo>
                    <a:pt x="898" y="284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25" name="Google Shape;2925;p63"/>
            <p:cNvSpPr/>
            <p:nvPr/>
          </p:nvSpPr>
          <p:spPr>
            <a:xfrm>
              <a:off x="5536900" y="2748975"/>
              <a:ext cx="29950" cy="134725"/>
            </a:xfrm>
            <a:custGeom>
              <a:rect b="b" l="l" r="r" t="t"/>
              <a:pathLst>
                <a:path extrusionOk="0" h="5389" w="1198">
                  <a:moveTo>
                    <a:pt x="450" y="0"/>
                  </a:moveTo>
                  <a:lnTo>
                    <a:pt x="450" y="150"/>
                  </a:lnTo>
                  <a:lnTo>
                    <a:pt x="150" y="1347"/>
                  </a:lnTo>
                  <a:lnTo>
                    <a:pt x="1" y="2695"/>
                  </a:lnTo>
                  <a:lnTo>
                    <a:pt x="150" y="4042"/>
                  </a:lnTo>
                  <a:lnTo>
                    <a:pt x="150" y="4790"/>
                  </a:lnTo>
                  <a:lnTo>
                    <a:pt x="450" y="5389"/>
                  </a:lnTo>
                  <a:lnTo>
                    <a:pt x="749" y="5389"/>
                  </a:lnTo>
                  <a:lnTo>
                    <a:pt x="1048" y="4790"/>
                  </a:lnTo>
                  <a:lnTo>
                    <a:pt x="1198" y="4042"/>
                  </a:lnTo>
                  <a:lnTo>
                    <a:pt x="1198" y="2695"/>
                  </a:lnTo>
                  <a:lnTo>
                    <a:pt x="1048" y="134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26" name="Google Shape;2926;p63"/>
            <p:cNvSpPr/>
            <p:nvPr/>
          </p:nvSpPr>
          <p:spPr>
            <a:xfrm>
              <a:off x="5619225" y="2767675"/>
              <a:ext cx="26225" cy="134750"/>
            </a:xfrm>
            <a:custGeom>
              <a:rect b="b" l="l" r="r" t="t"/>
              <a:pathLst>
                <a:path extrusionOk="0" h="5390" w="1049">
                  <a:moveTo>
                    <a:pt x="599" y="1"/>
                  </a:moveTo>
                  <a:lnTo>
                    <a:pt x="450" y="150"/>
                  </a:lnTo>
                  <a:lnTo>
                    <a:pt x="150" y="1348"/>
                  </a:lnTo>
                  <a:lnTo>
                    <a:pt x="0" y="2695"/>
                  </a:lnTo>
                  <a:lnTo>
                    <a:pt x="150" y="4042"/>
                  </a:lnTo>
                  <a:lnTo>
                    <a:pt x="300" y="5239"/>
                  </a:lnTo>
                  <a:lnTo>
                    <a:pt x="599" y="5389"/>
                  </a:lnTo>
                  <a:lnTo>
                    <a:pt x="749" y="5239"/>
                  </a:lnTo>
                  <a:lnTo>
                    <a:pt x="1048" y="4042"/>
                  </a:lnTo>
                  <a:lnTo>
                    <a:pt x="1048" y="2695"/>
                  </a:lnTo>
                  <a:lnTo>
                    <a:pt x="899" y="134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27" name="Google Shape;2927;p63"/>
            <p:cNvSpPr/>
            <p:nvPr/>
          </p:nvSpPr>
          <p:spPr>
            <a:xfrm>
              <a:off x="5701550" y="2778900"/>
              <a:ext cx="22475" cy="108550"/>
            </a:xfrm>
            <a:custGeom>
              <a:rect b="b" l="l" r="r" t="t"/>
              <a:pathLst>
                <a:path extrusionOk="0" h="4342" w="899">
                  <a:moveTo>
                    <a:pt x="300" y="1"/>
                  </a:moveTo>
                  <a:lnTo>
                    <a:pt x="0" y="1049"/>
                  </a:lnTo>
                  <a:lnTo>
                    <a:pt x="0" y="2096"/>
                  </a:lnTo>
                  <a:lnTo>
                    <a:pt x="0" y="3144"/>
                  </a:lnTo>
                  <a:lnTo>
                    <a:pt x="150" y="3743"/>
                  </a:lnTo>
                  <a:lnTo>
                    <a:pt x="300" y="4192"/>
                  </a:lnTo>
                  <a:lnTo>
                    <a:pt x="449" y="4341"/>
                  </a:lnTo>
                  <a:lnTo>
                    <a:pt x="749" y="4192"/>
                  </a:lnTo>
                  <a:lnTo>
                    <a:pt x="898" y="3743"/>
                  </a:lnTo>
                  <a:lnTo>
                    <a:pt x="898" y="3144"/>
                  </a:lnTo>
                  <a:lnTo>
                    <a:pt x="898" y="2096"/>
                  </a:lnTo>
                  <a:lnTo>
                    <a:pt x="898" y="1049"/>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28" name="Google Shape;2928;p63"/>
            <p:cNvSpPr/>
            <p:nvPr/>
          </p:nvSpPr>
          <p:spPr>
            <a:xfrm>
              <a:off x="5783875" y="2786400"/>
              <a:ext cx="22475" cy="82350"/>
            </a:xfrm>
            <a:custGeom>
              <a:rect b="b" l="l" r="r" t="t"/>
              <a:pathLst>
                <a:path extrusionOk="0" h="3294" w="899">
                  <a:moveTo>
                    <a:pt x="449" y="0"/>
                  </a:moveTo>
                  <a:lnTo>
                    <a:pt x="300" y="150"/>
                  </a:lnTo>
                  <a:lnTo>
                    <a:pt x="0" y="1647"/>
                  </a:lnTo>
                  <a:lnTo>
                    <a:pt x="0" y="2395"/>
                  </a:lnTo>
                  <a:lnTo>
                    <a:pt x="150" y="3143"/>
                  </a:lnTo>
                  <a:lnTo>
                    <a:pt x="300" y="3293"/>
                  </a:lnTo>
                  <a:lnTo>
                    <a:pt x="599" y="3293"/>
                  </a:lnTo>
                  <a:lnTo>
                    <a:pt x="749" y="3143"/>
                  </a:lnTo>
                  <a:lnTo>
                    <a:pt x="898" y="2395"/>
                  </a:lnTo>
                  <a:lnTo>
                    <a:pt x="749" y="1647"/>
                  </a:lnTo>
                  <a:lnTo>
                    <a:pt x="599" y="150"/>
                  </a:lnTo>
                  <a:lnTo>
                    <a:pt x="4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29" name="Google Shape;2929;p63"/>
            <p:cNvSpPr/>
            <p:nvPr/>
          </p:nvSpPr>
          <p:spPr>
            <a:xfrm>
              <a:off x="5862450" y="2793875"/>
              <a:ext cx="22475" cy="67375"/>
            </a:xfrm>
            <a:custGeom>
              <a:rect b="b" l="l" r="r" t="t"/>
              <a:pathLst>
                <a:path extrusionOk="0" h="2695" w="899">
                  <a:moveTo>
                    <a:pt x="300" y="0"/>
                  </a:moveTo>
                  <a:lnTo>
                    <a:pt x="150" y="599"/>
                  </a:lnTo>
                  <a:lnTo>
                    <a:pt x="1" y="1348"/>
                  </a:lnTo>
                  <a:lnTo>
                    <a:pt x="150" y="1946"/>
                  </a:lnTo>
                  <a:lnTo>
                    <a:pt x="300" y="2545"/>
                  </a:lnTo>
                  <a:lnTo>
                    <a:pt x="300" y="2695"/>
                  </a:lnTo>
                  <a:lnTo>
                    <a:pt x="599" y="2695"/>
                  </a:lnTo>
                  <a:lnTo>
                    <a:pt x="749" y="2545"/>
                  </a:lnTo>
                  <a:lnTo>
                    <a:pt x="899" y="1946"/>
                  </a:lnTo>
                  <a:lnTo>
                    <a:pt x="899" y="1348"/>
                  </a:lnTo>
                  <a:lnTo>
                    <a:pt x="899" y="599"/>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30" name="Google Shape;2930;p63"/>
            <p:cNvSpPr/>
            <p:nvPr/>
          </p:nvSpPr>
          <p:spPr>
            <a:xfrm>
              <a:off x="5944775" y="2808850"/>
              <a:ext cx="22475" cy="67375"/>
            </a:xfrm>
            <a:custGeom>
              <a:rect b="b" l="l" r="r" t="t"/>
              <a:pathLst>
                <a:path extrusionOk="0" h="2695" w="899">
                  <a:moveTo>
                    <a:pt x="300" y="0"/>
                  </a:moveTo>
                  <a:lnTo>
                    <a:pt x="150" y="599"/>
                  </a:lnTo>
                  <a:lnTo>
                    <a:pt x="1" y="1347"/>
                  </a:lnTo>
                  <a:lnTo>
                    <a:pt x="1" y="2096"/>
                  </a:lnTo>
                  <a:lnTo>
                    <a:pt x="150" y="2395"/>
                  </a:lnTo>
                  <a:lnTo>
                    <a:pt x="300" y="2545"/>
                  </a:lnTo>
                  <a:lnTo>
                    <a:pt x="450" y="2694"/>
                  </a:lnTo>
                  <a:lnTo>
                    <a:pt x="599" y="2545"/>
                  </a:lnTo>
                  <a:lnTo>
                    <a:pt x="749" y="2395"/>
                  </a:lnTo>
                  <a:lnTo>
                    <a:pt x="899" y="2096"/>
                  </a:lnTo>
                  <a:lnTo>
                    <a:pt x="899" y="1347"/>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31" name="Google Shape;2931;p63"/>
            <p:cNvSpPr/>
            <p:nvPr/>
          </p:nvSpPr>
          <p:spPr>
            <a:xfrm>
              <a:off x="6027100" y="2812575"/>
              <a:ext cx="18725" cy="59900"/>
            </a:xfrm>
            <a:custGeom>
              <a:rect b="b" l="l" r="r" t="t"/>
              <a:pathLst>
                <a:path extrusionOk="0" h="2396" w="749">
                  <a:moveTo>
                    <a:pt x="300" y="1"/>
                  </a:moveTo>
                  <a:lnTo>
                    <a:pt x="150" y="151"/>
                  </a:lnTo>
                  <a:lnTo>
                    <a:pt x="0" y="1198"/>
                  </a:lnTo>
                  <a:lnTo>
                    <a:pt x="150" y="2246"/>
                  </a:lnTo>
                  <a:lnTo>
                    <a:pt x="150" y="2396"/>
                  </a:lnTo>
                  <a:lnTo>
                    <a:pt x="449" y="2396"/>
                  </a:lnTo>
                  <a:lnTo>
                    <a:pt x="599" y="224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pic>
        <p:nvPicPr>
          <p:cNvPr id="2932" name="Google Shape;2932;p63"/>
          <p:cNvPicPr preferRelativeResize="0"/>
          <p:nvPr/>
        </p:nvPicPr>
        <p:blipFill rotWithShape="1">
          <a:blip r:embed="rId3">
            <a:alphaModFix amt="41000"/>
          </a:blip>
          <a:srcRect b="0" l="0" r="0" t="0"/>
          <a:stretch/>
        </p:blipFill>
        <p:spPr>
          <a:xfrm rot="385896">
            <a:off x="6121022" y="954127"/>
            <a:ext cx="6266355" cy="405902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1000" fill="hold"/>
                                        <p:tgtEl>
                                          <p:spTgt spid="2762"/>
                                        </p:tgtEl>
                                        <p:attrNameLst>
                                          <p:attrName>r</p:attrName>
                                        </p:attrNameLst>
                                      </p:cBhvr>
                                    </p:animRo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6" name="Shape 2936"/>
        <p:cNvGrpSpPr/>
        <p:nvPr/>
      </p:nvGrpSpPr>
      <p:grpSpPr>
        <a:xfrm>
          <a:off x="0" y="0"/>
          <a:ext cx="0" cy="0"/>
          <a:chOff x="0" y="0"/>
          <a:chExt cx="0" cy="0"/>
        </a:xfrm>
      </p:grpSpPr>
      <p:sp>
        <p:nvSpPr>
          <p:cNvPr id="2937" name="Google Shape;2937;p64"/>
          <p:cNvSpPr txBox="1"/>
          <p:nvPr>
            <p:ph type="title"/>
          </p:nvPr>
        </p:nvSpPr>
        <p:spPr>
          <a:xfrm>
            <a:off x="541020" y="2302100"/>
            <a:ext cx="4983893" cy="12957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3600"/>
              <a:buNone/>
            </a:pPr>
            <a:r>
              <a:rPr lang="en"/>
              <a:t>Toepaslikheid</a:t>
            </a:r>
            <a:endParaRPr/>
          </a:p>
        </p:txBody>
      </p:sp>
      <p:sp>
        <p:nvSpPr>
          <p:cNvPr id="2938" name="Google Shape;2938;p64"/>
          <p:cNvSpPr txBox="1"/>
          <p:nvPr>
            <p:ph idx="2" type="title"/>
          </p:nvPr>
        </p:nvSpPr>
        <p:spPr>
          <a:xfrm>
            <a:off x="2494438" y="1164975"/>
            <a:ext cx="1530900" cy="7134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6000"/>
              <a:buNone/>
            </a:pPr>
            <a:r>
              <a:rPr lang="en"/>
              <a:t>10</a:t>
            </a:r>
            <a:endParaRPr/>
          </a:p>
        </p:txBody>
      </p:sp>
      <p:sp>
        <p:nvSpPr>
          <p:cNvPr id="2939" name="Google Shape;2939;p64"/>
          <p:cNvSpPr txBox="1"/>
          <p:nvPr>
            <p:ph idx="1" type="subTitle"/>
          </p:nvPr>
        </p:nvSpPr>
        <p:spPr>
          <a:xfrm>
            <a:off x="1719388" y="3679125"/>
            <a:ext cx="3081000" cy="7134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1600"/>
              </a:spcAft>
              <a:buSzPts val="1400"/>
              <a:buNone/>
            </a:pPr>
            <a:r>
              <a:rPr lang="en"/>
              <a:t>Toepaslikheid van die oplossing op die voorgestelde probleem</a:t>
            </a:r>
            <a:endParaRPr/>
          </a:p>
        </p:txBody>
      </p:sp>
      <p:cxnSp>
        <p:nvCxnSpPr>
          <p:cNvPr id="2940" name="Google Shape;2940;p64"/>
          <p:cNvCxnSpPr/>
          <p:nvPr/>
        </p:nvCxnSpPr>
        <p:spPr>
          <a:xfrm>
            <a:off x="2577538" y="2134753"/>
            <a:ext cx="1364700" cy="0"/>
          </a:xfrm>
          <a:prstGeom prst="straightConnector1">
            <a:avLst/>
          </a:prstGeom>
          <a:noFill/>
          <a:ln cap="flat" cmpd="sng" w="9525">
            <a:solidFill>
              <a:schemeClr val="dk1"/>
            </a:solidFill>
            <a:prstDash val="solid"/>
            <a:round/>
            <a:headEnd len="sm" w="sm" type="none"/>
            <a:tailEnd len="sm" w="sm" type="none"/>
          </a:ln>
        </p:spPr>
      </p:cxnSp>
      <p:grpSp>
        <p:nvGrpSpPr>
          <p:cNvPr id="2941" name="Google Shape;2941;p64"/>
          <p:cNvGrpSpPr/>
          <p:nvPr/>
        </p:nvGrpSpPr>
        <p:grpSpPr>
          <a:xfrm>
            <a:off x="5861384" y="1427078"/>
            <a:ext cx="2287695" cy="2289334"/>
            <a:chOff x="1192500" y="238125"/>
            <a:chExt cx="5235000" cy="5238750"/>
          </a:xfrm>
        </p:grpSpPr>
        <p:sp>
          <p:nvSpPr>
            <p:cNvPr id="2942" name="Google Shape;2942;p64"/>
            <p:cNvSpPr/>
            <p:nvPr/>
          </p:nvSpPr>
          <p:spPr>
            <a:xfrm>
              <a:off x="4141150" y="2266250"/>
              <a:ext cx="123500" cy="123525"/>
            </a:xfrm>
            <a:custGeom>
              <a:rect b="b" l="l" r="r" t="t"/>
              <a:pathLst>
                <a:path extrusionOk="0" h="4941" w="4940">
                  <a:moveTo>
                    <a:pt x="1" y="1"/>
                  </a:moveTo>
                  <a:lnTo>
                    <a:pt x="1" y="150"/>
                  </a:lnTo>
                  <a:lnTo>
                    <a:pt x="1048" y="1348"/>
                  </a:lnTo>
                  <a:lnTo>
                    <a:pt x="2246" y="2545"/>
                  </a:lnTo>
                  <a:lnTo>
                    <a:pt x="4790" y="4940"/>
                  </a:lnTo>
                  <a:lnTo>
                    <a:pt x="4940" y="4940"/>
                  </a:lnTo>
                  <a:lnTo>
                    <a:pt x="4940" y="4791"/>
                  </a:lnTo>
                  <a:lnTo>
                    <a:pt x="2545" y="23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3" name="Google Shape;2943;p64"/>
            <p:cNvSpPr/>
            <p:nvPr/>
          </p:nvSpPr>
          <p:spPr>
            <a:xfrm>
              <a:off x="4189800" y="2221350"/>
              <a:ext cx="123500" cy="131000"/>
            </a:xfrm>
            <a:custGeom>
              <a:rect b="b" l="l" r="r" t="t"/>
              <a:pathLst>
                <a:path extrusionOk="0" h="5240" w="4940">
                  <a:moveTo>
                    <a:pt x="150" y="1"/>
                  </a:moveTo>
                  <a:lnTo>
                    <a:pt x="0" y="150"/>
                  </a:lnTo>
                  <a:lnTo>
                    <a:pt x="1048" y="1497"/>
                  </a:lnTo>
                  <a:lnTo>
                    <a:pt x="2246" y="2695"/>
                  </a:lnTo>
                  <a:lnTo>
                    <a:pt x="3443" y="3892"/>
                  </a:lnTo>
                  <a:lnTo>
                    <a:pt x="4790" y="5239"/>
                  </a:lnTo>
                  <a:lnTo>
                    <a:pt x="4940" y="5239"/>
                  </a:lnTo>
                  <a:lnTo>
                    <a:pt x="4940" y="5090"/>
                  </a:lnTo>
                  <a:lnTo>
                    <a:pt x="2545" y="2396"/>
                  </a:lnTo>
                  <a:lnTo>
                    <a:pt x="1347" y="1198"/>
                  </a:lnTo>
                  <a:lnTo>
                    <a:pt x="749" y="5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4" name="Google Shape;2944;p64"/>
            <p:cNvSpPr/>
            <p:nvPr/>
          </p:nvSpPr>
          <p:spPr>
            <a:xfrm>
              <a:off x="4242175" y="2187675"/>
              <a:ext cx="108550" cy="112275"/>
            </a:xfrm>
            <a:custGeom>
              <a:rect b="b" l="l" r="r" t="t"/>
              <a:pathLst>
                <a:path extrusionOk="0" h="4491" w="4342">
                  <a:moveTo>
                    <a:pt x="1" y="1"/>
                  </a:moveTo>
                  <a:lnTo>
                    <a:pt x="1" y="150"/>
                  </a:lnTo>
                  <a:lnTo>
                    <a:pt x="1947" y="2395"/>
                  </a:lnTo>
                  <a:lnTo>
                    <a:pt x="4042" y="4491"/>
                  </a:lnTo>
                  <a:lnTo>
                    <a:pt x="4342" y="4491"/>
                  </a:lnTo>
                  <a:lnTo>
                    <a:pt x="4342" y="4341"/>
                  </a:lnTo>
                  <a:lnTo>
                    <a:pt x="2246" y="2096"/>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5" name="Google Shape;2945;p64"/>
            <p:cNvSpPr/>
            <p:nvPr/>
          </p:nvSpPr>
          <p:spPr>
            <a:xfrm>
              <a:off x="4290825" y="2154000"/>
              <a:ext cx="131000" cy="131000"/>
            </a:xfrm>
            <a:custGeom>
              <a:rect b="b" l="l" r="r" t="t"/>
              <a:pathLst>
                <a:path extrusionOk="0" h="5240" w="5240">
                  <a:moveTo>
                    <a:pt x="1" y="0"/>
                  </a:moveTo>
                  <a:lnTo>
                    <a:pt x="1" y="150"/>
                  </a:lnTo>
                  <a:lnTo>
                    <a:pt x="1198" y="1348"/>
                  </a:lnTo>
                  <a:lnTo>
                    <a:pt x="2396" y="2695"/>
                  </a:lnTo>
                  <a:lnTo>
                    <a:pt x="3743" y="4042"/>
                  </a:lnTo>
                  <a:lnTo>
                    <a:pt x="5090" y="5239"/>
                  </a:lnTo>
                  <a:lnTo>
                    <a:pt x="5239" y="5239"/>
                  </a:lnTo>
                  <a:lnTo>
                    <a:pt x="5239" y="5090"/>
                  </a:lnTo>
                  <a:lnTo>
                    <a:pt x="4042" y="3742"/>
                  </a:lnTo>
                  <a:lnTo>
                    <a:pt x="2695" y="2395"/>
                  </a:lnTo>
                  <a:lnTo>
                    <a:pt x="149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6" name="Google Shape;2946;p64"/>
            <p:cNvSpPr/>
            <p:nvPr/>
          </p:nvSpPr>
          <p:spPr>
            <a:xfrm>
              <a:off x="4339475" y="2112825"/>
              <a:ext cx="104800" cy="104800"/>
            </a:xfrm>
            <a:custGeom>
              <a:rect b="b" l="l" r="r" t="t"/>
              <a:pathLst>
                <a:path extrusionOk="0" h="4192" w="4192">
                  <a:moveTo>
                    <a:pt x="0" y="1"/>
                  </a:moveTo>
                  <a:lnTo>
                    <a:pt x="0" y="151"/>
                  </a:lnTo>
                  <a:lnTo>
                    <a:pt x="899" y="1198"/>
                  </a:lnTo>
                  <a:lnTo>
                    <a:pt x="1946" y="2246"/>
                  </a:lnTo>
                  <a:lnTo>
                    <a:pt x="4042" y="4192"/>
                  </a:lnTo>
                  <a:lnTo>
                    <a:pt x="4191" y="4192"/>
                  </a:lnTo>
                  <a:lnTo>
                    <a:pt x="4191" y="4042"/>
                  </a:lnTo>
                  <a:lnTo>
                    <a:pt x="2246" y="1947"/>
                  </a:lnTo>
                  <a:lnTo>
                    <a:pt x="1198" y="10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7" name="Google Shape;2947;p64"/>
            <p:cNvSpPr/>
            <p:nvPr/>
          </p:nvSpPr>
          <p:spPr>
            <a:xfrm>
              <a:off x="4436775" y="2041750"/>
              <a:ext cx="89825" cy="86075"/>
            </a:xfrm>
            <a:custGeom>
              <a:rect b="b" l="l" r="r" t="t"/>
              <a:pathLst>
                <a:path extrusionOk="0" h="3443" w="3593">
                  <a:moveTo>
                    <a:pt x="0" y="0"/>
                  </a:moveTo>
                  <a:lnTo>
                    <a:pt x="1647" y="1796"/>
                  </a:lnTo>
                  <a:lnTo>
                    <a:pt x="3443" y="3443"/>
                  </a:lnTo>
                  <a:lnTo>
                    <a:pt x="3592" y="3443"/>
                  </a:lnTo>
                  <a:lnTo>
                    <a:pt x="3592" y="3293"/>
                  </a:lnTo>
                  <a:lnTo>
                    <a:pt x="2844" y="2395"/>
                  </a:lnTo>
                  <a:lnTo>
                    <a:pt x="1946"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8" name="Google Shape;2948;p64"/>
            <p:cNvSpPr/>
            <p:nvPr/>
          </p:nvSpPr>
          <p:spPr>
            <a:xfrm>
              <a:off x="4388125" y="2079150"/>
              <a:ext cx="93575" cy="89850"/>
            </a:xfrm>
            <a:custGeom>
              <a:rect b="b" l="l" r="r" t="t"/>
              <a:pathLst>
                <a:path extrusionOk="0" h="3594" w="3743">
                  <a:moveTo>
                    <a:pt x="0" y="1"/>
                  </a:moveTo>
                  <a:lnTo>
                    <a:pt x="1647" y="1947"/>
                  </a:lnTo>
                  <a:lnTo>
                    <a:pt x="3443" y="3593"/>
                  </a:lnTo>
                  <a:lnTo>
                    <a:pt x="3742" y="3593"/>
                  </a:lnTo>
                  <a:lnTo>
                    <a:pt x="3742" y="3443"/>
                  </a:lnTo>
                  <a:lnTo>
                    <a:pt x="1946" y="16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9" name="Google Shape;2949;p64"/>
            <p:cNvSpPr/>
            <p:nvPr/>
          </p:nvSpPr>
          <p:spPr>
            <a:xfrm>
              <a:off x="4485400" y="2000575"/>
              <a:ext cx="82350" cy="78600"/>
            </a:xfrm>
            <a:custGeom>
              <a:rect b="b" l="l" r="r" t="t"/>
              <a:pathLst>
                <a:path extrusionOk="0" h="3144" w="3294">
                  <a:moveTo>
                    <a:pt x="1" y="1"/>
                  </a:moveTo>
                  <a:lnTo>
                    <a:pt x="1" y="150"/>
                  </a:lnTo>
                  <a:lnTo>
                    <a:pt x="1498" y="1797"/>
                  </a:lnTo>
                  <a:lnTo>
                    <a:pt x="2246" y="2545"/>
                  </a:lnTo>
                  <a:lnTo>
                    <a:pt x="3144" y="3144"/>
                  </a:lnTo>
                  <a:lnTo>
                    <a:pt x="3294" y="3144"/>
                  </a:lnTo>
                  <a:lnTo>
                    <a:pt x="3294" y="2994"/>
                  </a:lnTo>
                  <a:lnTo>
                    <a:pt x="2545" y="2246"/>
                  </a:lnTo>
                  <a:lnTo>
                    <a:pt x="1797" y="1497"/>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0" name="Google Shape;2950;p64"/>
            <p:cNvSpPr/>
            <p:nvPr/>
          </p:nvSpPr>
          <p:spPr>
            <a:xfrm>
              <a:off x="4537800" y="1966900"/>
              <a:ext cx="71125" cy="67375"/>
            </a:xfrm>
            <a:custGeom>
              <a:rect b="b" l="l" r="r" t="t"/>
              <a:pathLst>
                <a:path extrusionOk="0" h="2695" w="2845">
                  <a:moveTo>
                    <a:pt x="0" y="1"/>
                  </a:moveTo>
                  <a:lnTo>
                    <a:pt x="0" y="150"/>
                  </a:lnTo>
                  <a:lnTo>
                    <a:pt x="1198" y="1497"/>
                  </a:lnTo>
                  <a:lnTo>
                    <a:pt x="2695" y="2695"/>
                  </a:lnTo>
                  <a:lnTo>
                    <a:pt x="2844" y="2695"/>
                  </a:lnTo>
                  <a:lnTo>
                    <a:pt x="2844" y="2545"/>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1" name="Google Shape;2951;p64"/>
            <p:cNvSpPr/>
            <p:nvPr/>
          </p:nvSpPr>
          <p:spPr>
            <a:xfrm>
              <a:off x="4586450" y="1925750"/>
              <a:ext cx="74850" cy="74850"/>
            </a:xfrm>
            <a:custGeom>
              <a:rect b="b" l="l" r="r" t="t"/>
              <a:pathLst>
                <a:path extrusionOk="0" h="2994" w="2994">
                  <a:moveTo>
                    <a:pt x="0" y="0"/>
                  </a:moveTo>
                  <a:lnTo>
                    <a:pt x="0" y="150"/>
                  </a:lnTo>
                  <a:lnTo>
                    <a:pt x="1347" y="1796"/>
                  </a:lnTo>
                  <a:lnTo>
                    <a:pt x="2096" y="2395"/>
                  </a:lnTo>
                  <a:lnTo>
                    <a:pt x="2994" y="2994"/>
                  </a:lnTo>
                  <a:lnTo>
                    <a:pt x="2994" y="2994"/>
                  </a:lnTo>
                  <a:lnTo>
                    <a:pt x="2395" y="2096"/>
                  </a:lnTo>
                  <a:lnTo>
                    <a:pt x="1647" y="149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2" name="Google Shape;2952;p64"/>
            <p:cNvSpPr/>
            <p:nvPr/>
          </p:nvSpPr>
          <p:spPr>
            <a:xfrm>
              <a:off x="4635100" y="1888325"/>
              <a:ext cx="74850" cy="71125"/>
            </a:xfrm>
            <a:custGeom>
              <a:rect b="b" l="l" r="r" t="t"/>
              <a:pathLst>
                <a:path extrusionOk="0" h="2845" w="2994">
                  <a:moveTo>
                    <a:pt x="150" y="0"/>
                  </a:moveTo>
                  <a:lnTo>
                    <a:pt x="150" y="150"/>
                  </a:lnTo>
                  <a:lnTo>
                    <a:pt x="0" y="150"/>
                  </a:lnTo>
                  <a:lnTo>
                    <a:pt x="1347" y="1647"/>
                  </a:lnTo>
                  <a:lnTo>
                    <a:pt x="2096" y="2245"/>
                  </a:lnTo>
                  <a:lnTo>
                    <a:pt x="2844" y="2844"/>
                  </a:lnTo>
                  <a:lnTo>
                    <a:pt x="2994" y="2844"/>
                  </a:lnTo>
                  <a:lnTo>
                    <a:pt x="2395" y="1946"/>
                  </a:lnTo>
                  <a:lnTo>
                    <a:pt x="1647" y="13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3" name="Google Shape;2953;p64"/>
            <p:cNvSpPr/>
            <p:nvPr/>
          </p:nvSpPr>
          <p:spPr>
            <a:xfrm>
              <a:off x="4683725" y="1847150"/>
              <a:ext cx="71125" cy="71125"/>
            </a:xfrm>
            <a:custGeom>
              <a:rect b="b" l="l" r="r" t="t"/>
              <a:pathLst>
                <a:path extrusionOk="0" h="2845" w="2845">
                  <a:moveTo>
                    <a:pt x="1" y="1"/>
                  </a:moveTo>
                  <a:lnTo>
                    <a:pt x="1" y="150"/>
                  </a:lnTo>
                  <a:lnTo>
                    <a:pt x="1348" y="1647"/>
                  </a:lnTo>
                  <a:lnTo>
                    <a:pt x="1947" y="2246"/>
                  </a:lnTo>
                  <a:lnTo>
                    <a:pt x="2695" y="2845"/>
                  </a:lnTo>
                  <a:lnTo>
                    <a:pt x="2845" y="2845"/>
                  </a:lnTo>
                  <a:lnTo>
                    <a:pt x="2845" y="2695"/>
                  </a:lnTo>
                  <a:lnTo>
                    <a:pt x="2246" y="1947"/>
                  </a:lnTo>
                  <a:lnTo>
                    <a:pt x="1647" y="1348"/>
                  </a:lnTo>
                  <a:lnTo>
                    <a:pt x="15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4" name="Google Shape;2954;p64"/>
            <p:cNvSpPr/>
            <p:nvPr/>
          </p:nvSpPr>
          <p:spPr>
            <a:xfrm>
              <a:off x="4736125" y="1813475"/>
              <a:ext cx="71125" cy="71125"/>
            </a:xfrm>
            <a:custGeom>
              <a:rect b="b" l="l" r="r" t="t"/>
              <a:pathLst>
                <a:path extrusionOk="0" h="2845" w="2845">
                  <a:moveTo>
                    <a:pt x="0" y="1"/>
                  </a:moveTo>
                  <a:lnTo>
                    <a:pt x="1348" y="1497"/>
                  </a:lnTo>
                  <a:lnTo>
                    <a:pt x="1946" y="2246"/>
                  </a:lnTo>
                  <a:lnTo>
                    <a:pt x="2695" y="2845"/>
                  </a:lnTo>
                  <a:lnTo>
                    <a:pt x="2844" y="2845"/>
                  </a:lnTo>
                  <a:lnTo>
                    <a:pt x="2844" y="2695"/>
                  </a:lnTo>
                  <a:lnTo>
                    <a:pt x="2246" y="1947"/>
                  </a:lnTo>
                  <a:lnTo>
                    <a:pt x="1647" y="134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5" name="Google Shape;2955;p64"/>
            <p:cNvSpPr/>
            <p:nvPr/>
          </p:nvSpPr>
          <p:spPr>
            <a:xfrm>
              <a:off x="4784775" y="1776050"/>
              <a:ext cx="56150" cy="56175"/>
            </a:xfrm>
            <a:custGeom>
              <a:rect b="b" l="l" r="r" t="t"/>
              <a:pathLst>
                <a:path extrusionOk="0" h="2247" w="2246">
                  <a:moveTo>
                    <a:pt x="0" y="1"/>
                  </a:moveTo>
                  <a:lnTo>
                    <a:pt x="898" y="1198"/>
                  </a:lnTo>
                  <a:lnTo>
                    <a:pt x="1497" y="1797"/>
                  </a:lnTo>
                  <a:lnTo>
                    <a:pt x="2096" y="2246"/>
                  </a:lnTo>
                  <a:lnTo>
                    <a:pt x="2245" y="2246"/>
                  </a:lnTo>
                  <a:lnTo>
                    <a:pt x="2245" y="2096"/>
                  </a:lnTo>
                  <a:lnTo>
                    <a:pt x="1796" y="1498"/>
                  </a:lnTo>
                  <a:lnTo>
                    <a:pt x="1198" y="8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6" name="Google Shape;2956;p64"/>
            <p:cNvSpPr/>
            <p:nvPr/>
          </p:nvSpPr>
          <p:spPr>
            <a:xfrm>
              <a:off x="4833425" y="1738650"/>
              <a:ext cx="41175" cy="41175"/>
            </a:xfrm>
            <a:custGeom>
              <a:rect b="b" l="l" r="r" t="t"/>
              <a:pathLst>
                <a:path extrusionOk="0" h="1647" w="1647">
                  <a:moveTo>
                    <a:pt x="0" y="0"/>
                  </a:moveTo>
                  <a:lnTo>
                    <a:pt x="748" y="898"/>
                  </a:lnTo>
                  <a:lnTo>
                    <a:pt x="1497" y="1647"/>
                  </a:lnTo>
                  <a:lnTo>
                    <a:pt x="1646" y="1647"/>
                  </a:lnTo>
                  <a:lnTo>
                    <a:pt x="1646" y="149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7" name="Google Shape;2957;p64"/>
            <p:cNvSpPr/>
            <p:nvPr/>
          </p:nvSpPr>
          <p:spPr>
            <a:xfrm>
              <a:off x="4882050" y="1697475"/>
              <a:ext cx="33700" cy="33700"/>
            </a:xfrm>
            <a:custGeom>
              <a:rect b="b" l="l" r="r" t="t"/>
              <a:pathLst>
                <a:path extrusionOk="0" h="1348" w="1348">
                  <a:moveTo>
                    <a:pt x="1" y="1"/>
                  </a:moveTo>
                  <a:lnTo>
                    <a:pt x="450" y="749"/>
                  </a:lnTo>
                  <a:lnTo>
                    <a:pt x="1198" y="1348"/>
                  </a:lnTo>
                  <a:lnTo>
                    <a:pt x="1348" y="1348"/>
                  </a:lnTo>
                  <a:lnTo>
                    <a:pt x="1348" y="1198"/>
                  </a:lnTo>
                  <a:lnTo>
                    <a:pt x="749" y="450"/>
                  </a:lnTo>
                  <a:lnTo>
                    <a:pt x="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8" name="Google Shape;2958;p64"/>
            <p:cNvSpPr/>
            <p:nvPr/>
          </p:nvSpPr>
          <p:spPr>
            <a:xfrm>
              <a:off x="4930700" y="1660050"/>
              <a:ext cx="37450" cy="33700"/>
            </a:xfrm>
            <a:custGeom>
              <a:rect b="b" l="l" r="r" t="t"/>
              <a:pathLst>
                <a:path extrusionOk="0" h="1348" w="1498">
                  <a:moveTo>
                    <a:pt x="1" y="1"/>
                  </a:moveTo>
                  <a:lnTo>
                    <a:pt x="1" y="151"/>
                  </a:lnTo>
                  <a:lnTo>
                    <a:pt x="599" y="899"/>
                  </a:lnTo>
                  <a:lnTo>
                    <a:pt x="899" y="1198"/>
                  </a:lnTo>
                  <a:lnTo>
                    <a:pt x="1348" y="1348"/>
                  </a:lnTo>
                  <a:lnTo>
                    <a:pt x="1497" y="1348"/>
                  </a:lnTo>
                  <a:lnTo>
                    <a:pt x="1497" y="1198"/>
                  </a:lnTo>
                  <a:lnTo>
                    <a:pt x="1198" y="899"/>
                  </a:lnTo>
                  <a:lnTo>
                    <a:pt x="899"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9" name="Google Shape;2959;p64"/>
            <p:cNvSpPr/>
            <p:nvPr/>
          </p:nvSpPr>
          <p:spPr>
            <a:xfrm>
              <a:off x="4979350" y="1618900"/>
              <a:ext cx="29950" cy="29950"/>
            </a:xfrm>
            <a:custGeom>
              <a:rect b="b" l="l" r="r" t="t"/>
              <a:pathLst>
                <a:path extrusionOk="0" h="1198" w="1198">
                  <a:moveTo>
                    <a:pt x="0" y="0"/>
                  </a:moveTo>
                  <a:lnTo>
                    <a:pt x="0" y="150"/>
                  </a:lnTo>
                  <a:lnTo>
                    <a:pt x="450" y="749"/>
                  </a:lnTo>
                  <a:lnTo>
                    <a:pt x="1048" y="1198"/>
                  </a:lnTo>
                  <a:lnTo>
                    <a:pt x="1198" y="1198"/>
                  </a:lnTo>
                  <a:lnTo>
                    <a:pt x="1198" y="1048"/>
                  </a:lnTo>
                  <a:lnTo>
                    <a:pt x="599" y="449"/>
                  </a:lnTo>
                  <a:lnTo>
                    <a:pt x="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0" name="Google Shape;2960;p64"/>
            <p:cNvSpPr/>
            <p:nvPr/>
          </p:nvSpPr>
          <p:spPr>
            <a:xfrm>
              <a:off x="3228125" y="2386000"/>
              <a:ext cx="123500" cy="127250"/>
            </a:xfrm>
            <a:custGeom>
              <a:rect b="b" l="l" r="r" t="t"/>
              <a:pathLst>
                <a:path extrusionOk="0" h="5090" w="4940">
                  <a:moveTo>
                    <a:pt x="4790" y="1"/>
                  </a:moveTo>
                  <a:lnTo>
                    <a:pt x="2395" y="2395"/>
                  </a:lnTo>
                  <a:lnTo>
                    <a:pt x="0" y="4940"/>
                  </a:lnTo>
                  <a:lnTo>
                    <a:pt x="0" y="5090"/>
                  </a:lnTo>
                  <a:lnTo>
                    <a:pt x="150" y="5090"/>
                  </a:lnTo>
                  <a:lnTo>
                    <a:pt x="1347" y="3892"/>
                  </a:lnTo>
                  <a:lnTo>
                    <a:pt x="2545" y="2695"/>
                  </a:lnTo>
                  <a:lnTo>
                    <a:pt x="4939" y="150"/>
                  </a:lnTo>
                  <a:lnTo>
                    <a:pt x="49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1" name="Google Shape;2961;p64"/>
            <p:cNvSpPr/>
            <p:nvPr/>
          </p:nvSpPr>
          <p:spPr>
            <a:xfrm>
              <a:off x="3183200" y="2337350"/>
              <a:ext cx="131000" cy="123525"/>
            </a:xfrm>
            <a:custGeom>
              <a:rect b="b" l="l" r="r" t="t"/>
              <a:pathLst>
                <a:path extrusionOk="0" h="4941" w="5240">
                  <a:moveTo>
                    <a:pt x="5090" y="1"/>
                  </a:moveTo>
                  <a:lnTo>
                    <a:pt x="2396" y="2545"/>
                  </a:lnTo>
                  <a:lnTo>
                    <a:pt x="1198" y="3593"/>
                  </a:lnTo>
                  <a:lnTo>
                    <a:pt x="600" y="4192"/>
                  </a:lnTo>
                  <a:lnTo>
                    <a:pt x="1" y="4940"/>
                  </a:lnTo>
                  <a:lnTo>
                    <a:pt x="151" y="4940"/>
                  </a:lnTo>
                  <a:lnTo>
                    <a:pt x="1498" y="3892"/>
                  </a:lnTo>
                  <a:lnTo>
                    <a:pt x="2695" y="2845"/>
                  </a:lnTo>
                  <a:lnTo>
                    <a:pt x="3893" y="1497"/>
                  </a:lnTo>
                  <a:lnTo>
                    <a:pt x="5240" y="150"/>
                  </a:lnTo>
                  <a:lnTo>
                    <a:pt x="52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2" name="Google Shape;2962;p64"/>
            <p:cNvSpPr/>
            <p:nvPr/>
          </p:nvSpPr>
          <p:spPr>
            <a:xfrm>
              <a:off x="3149525" y="2303675"/>
              <a:ext cx="112300" cy="108550"/>
            </a:xfrm>
            <a:custGeom>
              <a:rect b="b" l="l" r="r" t="t"/>
              <a:pathLst>
                <a:path extrusionOk="0" h="4342" w="4492">
                  <a:moveTo>
                    <a:pt x="4341" y="1"/>
                  </a:moveTo>
                  <a:lnTo>
                    <a:pt x="2096" y="1946"/>
                  </a:lnTo>
                  <a:lnTo>
                    <a:pt x="1" y="4192"/>
                  </a:lnTo>
                  <a:lnTo>
                    <a:pt x="1" y="4341"/>
                  </a:lnTo>
                  <a:lnTo>
                    <a:pt x="150" y="4341"/>
                  </a:lnTo>
                  <a:lnTo>
                    <a:pt x="2396" y="2246"/>
                  </a:lnTo>
                  <a:lnTo>
                    <a:pt x="4491" y="150"/>
                  </a:lnTo>
                  <a:lnTo>
                    <a:pt x="44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3" name="Google Shape;2963;p64"/>
            <p:cNvSpPr/>
            <p:nvPr/>
          </p:nvSpPr>
          <p:spPr>
            <a:xfrm>
              <a:off x="3115850" y="2228850"/>
              <a:ext cx="131000" cy="130975"/>
            </a:xfrm>
            <a:custGeom>
              <a:rect b="b" l="l" r="r" t="t"/>
              <a:pathLst>
                <a:path extrusionOk="0" h="5239" w="5240">
                  <a:moveTo>
                    <a:pt x="5090" y="0"/>
                  </a:moveTo>
                  <a:lnTo>
                    <a:pt x="3743" y="1197"/>
                  </a:lnTo>
                  <a:lnTo>
                    <a:pt x="2396" y="2545"/>
                  </a:lnTo>
                  <a:lnTo>
                    <a:pt x="1198" y="3892"/>
                  </a:lnTo>
                  <a:lnTo>
                    <a:pt x="1" y="5089"/>
                  </a:lnTo>
                  <a:lnTo>
                    <a:pt x="1" y="5239"/>
                  </a:lnTo>
                  <a:lnTo>
                    <a:pt x="150" y="5239"/>
                  </a:lnTo>
                  <a:lnTo>
                    <a:pt x="1497" y="4041"/>
                  </a:lnTo>
                  <a:lnTo>
                    <a:pt x="2695" y="2844"/>
                  </a:lnTo>
                  <a:lnTo>
                    <a:pt x="4042" y="1497"/>
                  </a:lnTo>
                  <a:lnTo>
                    <a:pt x="5239" y="150"/>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4" name="Google Shape;2964;p64"/>
            <p:cNvSpPr/>
            <p:nvPr/>
          </p:nvSpPr>
          <p:spPr>
            <a:xfrm>
              <a:off x="3074700" y="2210125"/>
              <a:ext cx="104800" cy="101050"/>
            </a:xfrm>
            <a:custGeom>
              <a:rect b="b" l="l" r="r" t="t"/>
              <a:pathLst>
                <a:path extrusionOk="0" h="4042" w="4192">
                  <a:moveTo>
                    <a:pt x="4042" y="1"/>
                  </a:moveTo>
                  <a:lnTo>
                    <a:pt x="1946" y="1797"/>
                  </a:lnTo>
                  <a:lnTo>
                    <a:pt x="1048" y="2845"/>
                  </a:lnTo>
                  <a:lnTo>
                    <a:pt x="0" y="4042"/>
                  </a:lnTo>
                  <a:lnTo>
                    <a:pt x="150" y="4042"/>
                  </a:lnTo>
                  <a:lnTo>
                    <a:pt x="1198" y="3144"/>
                  </a:lnTo>
                  <a:lnTo>
                    <a:pt x="2245" y="2096"/>
                  </a:lnTo>
                  <a:lnTo>
                    <a:pt x="4191" y="150"/>
                  </a:lnTo>
                  <a:lnTo>
                    <a:pt x="419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5" name="Google Shape;2965;p64"/>
            <p:cNvSpPr/>
            <p:nvPr/>
          </p:nvSpPr>
          <p:spPr>
            <a:xfrm>
              <a:off x="3003600" y="2127800"/>
              <a:ext cx="86075" cy="86100"/>
            </a:xfrm>
            <a:custGeom>
              <a:rect b="b" l="l" r="r" t="t"/>
              <a:pathLst>
                <a:path extrusionOk="0" h="3444" w="3443">
                  <a:moveTo>
                    <a:pt x="3293" y="1"/>
                  </a:moveTo>
                  <a:lnTo>
                    <a:pt x="2395" y="749"/>
                  </a:lnTo>
                  <a:lnTo>
                    <a:pt x="1497" y="1497"/>
                  </a:lnTo>
                  <a:lnTo>
                    <a:pt x="0" y="3294"/>
                  </a:lnTo>
                  <a:lnTo>
                    <a:pt x="0" y="3443"/>
                  </a:lnTo>
                  <a:lnTo>
                    <a:pt x="1796"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6" name="Google Shape;2966;p64"/>
            <p:cNvSpPr/>
            <p:nvPr/>
          </p:nvSpPr>
          <p:spPr>
            <a:xfrm>
              <a:off x="3041025" y="2172700"/>
              <a:ext cx="89825" cy="89850"/>
            </a:xfrm>
            <a:custGeom>
              <a:rect b="b" l="l" r="r" t="t"/>
              <a:pathLst>
                <a:path extrusionOk="0" h="3594" w="3593">
                  <a:moveTo>
                    <a:pt x="3443" y="1"/>
                  </a:moveTo>
                  <a:lnTo>
                    <a:pt x="1647" y="1647"/>
                  </a:lnTo>
                  <a:lnTo>
                    <a:pt x="0" y="3443"/>
                  </a:lnTo>
                  <a:lnTo>
                    <a:pt x="0" y="3593"/>
                  </a:lnTo>
                  <a:lnTo>
                    <a:pt x="1946" y="1947"/>
                  </a:lnTo>
                  <a:lnTo>
                    <a:pt x="3592" y="151"/>
                  </a:lnTo>
                  <a:lnTo>
                    <a:pt x="35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7" name="Google Shape;2967;p64"/>
            <p:cNvSpPr/>
            <p:nvPr/>
          </p:nvSpPr>
          <p:spPr>
            <a:xfrm>
              <a:off x="2962425" y="2086650"/>
              <a:ext cx="78625" cy="78600"/>
            </a:xfrm>
            <a:custGeom>
              <a:rect b="b" l="l" r="r" t="t"/>
              <a:pathLst>
                <a:path extrusionOk="0" h="3144" w="3145">
                  <a:moveTo>
                    <a:pt x="2994" y="0"/>
                  </a:moveTo>
                  <a:lnTo>
                    <a:pt x="2246" y="599"/>
                  </a:lnTo>
                  <a:lnTo>
                    <a:pt x="1049" y="1796"/>
                  </a:lnTo>
                  <a:lnTo>
                    <a:pt x="1" y="2994"/>
                  </a:lnTo>
                  <a:lnTo>
                    <a:pt x="1" y="3143"/>
                  </a:lnTo>
                  <a:lnTo>
                    <a:pt x="151" y="3143"/>
                  </a:lnTo>
                  <a:lnTo>
                    <a:pt x="1797" y="1647"/>
                  </a:lnTo>
                  <a:lnTo>
                    <a:pt x="2545" y="898"/>
                  </a:lnTo>
                  <a:lnTo>
                    <a:pt x="3144" y="150"/>
                  </a:lnTo>
                  <a:lnTo>
                    <a:pt x="31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8" name="Google Shape;2968;p64"/>
            <p:cNvSpPr/>
            <p:nvPr/>
          </p:nvSpPr>
          <p:spPr>
            <a:xfrm>
              <a:off x="2928750" y="2041750"/>
              <a:ext cx="67375" cy="71100"/>
            </a:xfrm>
            <a:custGeom>
              <a:rect b="b" l="l" r="r" t="t"/>
              <a:pathLst>
                <a:path extrusionOk="0" h="2844" w="2695">
                  <a:moveTo>
                    <a:pt x="2545" y="0"/>
                  </a:moveTo>
                  <a:lnTo>
                    <a:pt x="1198" y="1347"/>
                  </a:lnTo>
                  <a:lnTo>
                    <a:pt x="1" y="2694"/>
                  </a:lnTo>
                  <a:lnTo>
                    <a:pt x="1" y="2844"/>
                  </a:lnTo>
                  <a:lnTo>
                    <a:pt x="150" y="2844"/>
                  </a:lnTo>
                  <a:lnTo>
                    <a:pt x="1498" y="1647"/>
                  </a:lnTo>
                  <a:lnTo>
                    <a:pt x="2695" y="150"/>
                  </a:lnTo>
                  <a:lnTo>
                    <a:pt x="269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69" name="Google Shape;2969;p64"/>
            <p:cNvSpPr/>
            <p:nvPr/>
          </p:nvSpPr>
          <p:spPr>
            <a:xfrm>
              <a:off x="2887600" y="1989350"/>
              <a:ext cx="74850" cy="74875"/>
            </a:xfrm>
            <a:custGeom>
              <a:rect b="b" l="l" r="r" t="t"/>
              <a:pathLst>
                <a:path extrusionOk="0" h="2995" w="2994">
                  <a:moveTo>
                    <a:pt x="2994" y="1"/>
                  </a:moveTo>
                  <a:lnTo>
                    <a:pt x="2096" y="599"/>
                  </a:lnTo>
                  <a:lnTo>
                    <a:pt x="1497" y="1348"/>
                  </a:lnTo>
                  <a:lnTo>
                    <a:pt x="0" y="2994"/>
                  </a:lnTo>
                  <a:lnTo>
                    <a:pt x="150" y="2994"/>
                  </a:lnTo>
                  <a:lnTo>
                    <a:pt x="1796" y="1647"/>
                  </a:lnTo>
                  <a:lnTo>
                    <a:pt x="2395" y="899"/>
                  </a:lnTo>
                  <a:lnTo>
                    <a:pt x="2994" y="150"/>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70" name="Google Shape;2970;p64"/>
            <p:cNvSpPr/>
            <p:nvPr/>
          </p:nvSpPr>
          <p:spPr>
            <a:xfrm>
              <a:off x="2853925" y="1944450"/>
              <a:ext cx="67375" cy="71125"/>
            </a:xfrm>
            <a:custGeom>
              <a:rect b="b" l="l" r="r" t="t"/>
              <a:pathLst>
                <a:path extrusionOk="0" h="2845" w="2695">
                  <a:moveTo>
                    <a:pt x="2694" y="0"/>
                  </a:moveTo>
                  <a:lnTo>
                    <a:pt x="1946" y="599"/>
                  </a:lnTo>
                  <a:lnTo>
                    <a:pt x="1198" y="1198"/>
                  </a:lnTo>
                  <a:lnTo>
                    <a:pt x="0" y="2695"/>
                  </a:lnTo>
                  <a:lnTo>
                    <a:pt x="0" y="2844"/>
                  </a:lnTo>
                  <a:lnTo>
                    <a:pt x="1497" y="1497"/>
                  </a:lnTo>
                  <a:lnTo>
                    <a:pt x="2245" y="749"/>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71" name="Google Shape;2971;p64"/>
            <p:cNvSpPr/>
            <p:nvPr/>
          </p:nvSpPr>
          <p:spPr>
            <a:xfrm>
              <a:off x="2809025" y="1899550"/>
              <a:ext cx="71100" cy="71125"/>
            </a:xfrm>
            <a:custGeom>
              <a:rect b="b" l="l" r="r" t="t"/>
              <a:pathLst>
                <a:path extrusionOk="0" h="2845" w="2844">
                  <a:moveTo>
                    <a:pt x="2694" y="0"/>
                  </a:moveTo>
                  <a:lnTo>
                    <a:pt x="1946" y="449"/>
                  </a:lnTo>
                  <a:lnTo>
                    <a:pt x="1347" y="1198"/>
                  </a:lnTo>
                  <a:lnTo>
                    <a:pt x="0" y="2695"/>
                  </a:lnTo>
                  <a:lnTo>
                    <a:pt x="0" y="2844"/>
                  </a:lnTo>
                  <a:lnTo>
                    <a:pt x="150" y="2844"/>
                  </a:lnTo>
                  <a:lnTo>
                    <a:pt x="1647" y="1497"/>
                  </a:lnTo>
                  <a:lnTo>
                    <a:pt x="2245" y="749"/>
                  </a:lnTo>
                  <a:lnTo>
                    <a:pt x="2844" y="150"/>
                  </a:lnTo>
                  <a:lnTo>
                    <a:pt x="284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72" name="Google Shape;2972;p64"/>
            <p:cNvSpPr/>
            <p:nvPr/>
          </p:nvSpPr>
          <p:spPr>
            <a:xfrm>
              <a:off x="2775325" y="1847150"/>
              <a:ext cx="71125" cy="67375"/>
            </a:xfrm>
            <a:custGeom>
              <a:rect b="b" l="l" r="r" t="t"/>
              <a:pathLst>
                <a:path extrusionOk="0" h="2695" w="2845">
                  <a:moveTo>
                    <a:pt x="2695" y="1"/>
                  </a:moveTo>
                  <a:lnTo>
                    <a:pt x="1947" y="450"/>
                  </a:lnTo>
                  <a:lnTo>
                    <a:pt x="1348" y="1198"/>
                  </a:lnTo>
                  <a:lnTo>
                    <a:pt x="1" y="2695"/>
                  </a:lnTo>
                  <a:lnTo>
                    <a:pt x="151" y="2695"/>
                  </a:lnTo>
                  <a:lnTo>
                    <a:pt x="1647" y="1498"/>
                  </a:lnTo>
                  <a:lnTo>
                    <a:pt x="2246" y="749"/>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73" name="Google Shape;2973;p64"/>
            <p:cNvSpPr/>
            <p:nvPr/>
          </p:nvSpPr>
          <p:spPr>
            <a:xfrm>
              <a:off x="2737925" y="1809750"/>
              <a:ext cx="56150" cy="56150"/>
            </a:xfrm>
            <a:custGeom>
              <a:rect b="b" l="l" r="r" t="t"/>
              <a:pathLst>
                <a:path extrusionOk="0" h="2246" w="2246">
                  <a:moveTo>
                    <a:pt x="2096" y="0"/>
                  </a:moveTo>
                  <a:lnTo>
                    <a:pt x="1497" y="449"/>
                  </a:lnTo>
                  <a:lnTo>
                    <a:pt x="898" y="1048"/>
                  </a:lnTo>
                  <a:lnTo>
                    <a:pt x="0" y="2245"/>
                  </a:lnTo>
                  <a:lnTo>
                    <a:pt x="1198" y="1347"/>
                  </a:lnTo>
                  <a:lnTo>
                    <a:pt x="1796" y="748"/>
                  </a:lnTo>
                  <a:lnTo>
                    <a:pt x="2245" y="150"/>
                  </a:lnTo>
                  <a:lnTo>
                    <a:pt x="22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74" name="Google Shape;2974;p64"/>
            <p:cNvSpPr/>
            <p:nvPr/>
          </p:nvSpPr>
          <p:spPr>
            <a:xfrm>
              <a:off x="2700500" y="1776050"/>
              <a:ext cx="41175" cy="41200"/>
            </a:xfrm>
            <a:custGeom>
              <a:rect b="b" l="l" r="r" t="t"/>
              <a:pathLst>
                <a:path extrusionOk="0" h="1648" w="1647">
                  <a:moveTo>
                    <a:pt x="1497" y="1"/>
                  </a:moveTo>
                  <a:lnTo>
                    <a:pt x="599" y="749"/>
                  </a:lnTo>
                  <a:lnTo>
                    <a:pt x="0" y="1647"/>
                  </a:lnTo>
                  <a:lnTo>
                    <a:pt x="0" y="1647"/>
                  </a:lnTo>
                  <a:lnTo>
                    <a:pt x="898" y="1049"/>
                  </a:lnTo>
                  <a:lnTo>
                    <a:pt x="1647" y="151"/>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75" name="Google Shape;2975;p64"/>
            <p:cNvSpPr/>
            <p:nvPr/>
          </p:nvSpPr>
          <p:spPr>
            <a:xfrm>
              <a:off x="2659325" y="1734900"/>
              <a:ext cx="33725" cy="37450"/>
            </a:xfrm>
            <a:custGeom>
              <a:rect b="b" l="l" r="r" t="t"/>
              <a:pathLst>
                <a:path extrusionOk="0" h="1498" w="1349">
                  <a:moveTo>
                    <a:pt x="1198" y="0"/>
                  </a:moveTo>
                  <a:lnTo>
                    <a:pt x="450" y="599"/>
                  </a:lnTo>
                  <a:lnTo>
                    <a:pt x="1" y="1348"/>
                  </a:lnTo>
                  <a:lnTo>
                    <a:pt x="1" y="1497"/>
                  </a:lnTo>
                  <a:lnTo>
                    <a:pt x="151" y="1497"/>
                  </a:lnTo>
                  <a:lnTo>
                    <a:pt x="749" y="899"/>
                  </a:lnTo>
                  <a:lnTo>
                    <a:pt x="134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76" name="Google Shape;2976;p64"/>
            <p:cNvSpPr/>
            <p:nvPr/>
          </p:nvSpPr>
          <p:spPr>
            <a:xfrm>
              <a:off x="2621925" y="1686250"/>
              <a:ext cx="37425" cy="33700"/>
            </a:xfrm>
            <a:custGeom>
              <a:rect b="b" l="l" r="r" t="t"/>
              <a:pathLst>
                <a:path extrusionOk="0" h="1348" w="1497">
                  <a:moveTo>
                    <a:pt x="1347" y="1"/>
                  </a:moveTo>
                  <a:lnTo>
                    <a:pt x="898" y="150"/>
                  </a:lnTo>
                  <a:lnTo>
                    <a:pt x="599" y="450"/>
                  </a:lnTo>
                  <a:lnTo>
                    <a:pt x="0" y="1198"/>
                  </a:lnTo>
                  <a:lnTo>
                    <a:pt x="0" y="1348"/>
                  </a:lnTo>
                  <a:lnTo>
                    <a:pt x="150" y="1348"/>
                  </a:lnTo>
                  <a:lnTo>
                    <a:pt x="898" y="749"/>
                  </a:lnTo>
                  <a:lnTo>
                    <a:pt x="1198" y="450"/>
                  </a:lnTo>
                  <a:lnTo>
                    <a:pt x="14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77" name="Google Shape;2977;p64"/>
            <p:cNvSpPr/>
            <p:nvPr/>
          </p:nvSpPr>
          <p:spPr>
            <a:xfrm>
              <a:off x="2580750" y="1641350"/>
              <a:ext cx="29975" cy="33700"/>
            </a:xfrm>
            <a:custGeom>
              <a:rect b="b" l="l" r="r" t="t"/>
              <a:pathLst>
                <a:path extrusionOk="0" h="1348" w="1199">
                  <a:moveTo>
                    <a:pt x="1048" y="0"/>
                  </a:moveTo>
                  <a:lnTo>
                    <a:pt x="450" y="599"/>
                  </a:lnTo>
                  <a:lnTo>
                    <a:pt x="1" y="1198"/>
                  </a:lnTo>
                  <a:lnTo>
                    <a:pt x="1" y="1348"/>
                  </a:lnTo>
                  <a:lnTo>
                    <a:pt x="150" y="1348"/>
                  </a:lnTo>
                  <a:lnTo>
                    <a:pt x="749" y="749"/>
                  </a:lnTo>
                  <a:lnTo>
                    <a:pt x="119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78" name="Google Shape;2978;p64"/>
            <p:cNvSpPr/>
            <p:nvPr/>
          </p:nvSpPr>
          <p:spPr>
            <a:xfrm>
              <a:off x="4268375" y="3201750"/>
              <a:ext cx="123500" cy="127250"/>
            </a:xfrm>
            <a:custGeom>
              <a:rect b="b" l="l" r="r" t="t"/>
              <a:pathLst>
                <a:path extrusionOk="0" h="5090" w="4940">
                  <a:moveTo>
                    <a:pt x="4940" y="0"/>
                  </a:moveTo>
                  <a:lnTo>
                    <a:pt x="3593" y="1198"/>
                  </a:lnTo>
                  <a:lnTo>
                    <a:pt x="2395" y="2395"/>
                  </a:lnTo>
                  <a:lnTo>
                    <a:pt x="1" y="4940"/>
                  </a:lnTo>
                  <a:lnTo>
                    <a:pt x="1" y="5090"/>
                  </a:lnTo>
                  <a:lnTo>
                    <a:pt x="150" y="5090"/>
                  </a:lnTo>
                  <a:lnTo>
                    <a:pt x="2695" y="2695"/>
                  </a:lnTo>
                  <a:lnTo>
                    <a:pt x="4940" y="150"/>
                  </a:lnTo>
                  <a:lnTo>
                    <a:pt x="49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79" name="Google Shape;2979;p64"/>
            <p:cNvSpPr/>
            <p:nvPr/>
          </p:nvSpPr>
          <p:spPr>
            <a:xfrm>
              <a:off x="4309550" y="3250400"/>
              <a:ext cx="127250" cy="127250"/>
            </a:xfrm>
            <a:custGeom>
              <a:rect b="b" l="l" r="r" t="t"/>
              <a:pathLst>
                <a:path extrusionOk="0" h="5090" w="5090">
                  <a:moveTo>
                    <a:pt x="4939" y="0"/>
                  </a:moveTo>
                  <a:lnTo>
                    <a:pt x="3742" y="1048"/>
                  </a:lnTo>
                  <a:lnTo>
                    <a:pt x="2545" y="2245"/>
                  </a:lnTo>
                  <a:lnTo>
                    <a:pt x="1197" y="3593"/>
                  </a:lnTo>
                  <a:lnTo>
                    <a:pt x="0" y="4940"/>
                  </a:lnTo>
                  <a:lnTo>
                    <a:pt x="0" y="5089"/>
                  </a:lnTo>
                  <a:lnTo>
                    <a:pt x="150" y="5089"/>
                  </a:lnTo>
                  <a:lnTo>
                    <a:pt x="2844" y="2545"/>
                  </a:lnTo>
                  <a:lnTo>
                    <a:pt x="4041" y="1497"/>
                  </a:lnTo>
                  <a:lnTo>
                    <a:pt x="4640" y="898"/>
                  </a:lnTo>
                  <a:lnTo>
                    <a:pt x="5089" y="150"/>
                  </a:lnTo>
                  <a:lnTo>
                    <a:pt x="49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80" name="Google Shape;2980;p64"/>
            <p:cNvSpPr/>
            <p:nvPr/>
          </p:nvSpPr>
          <p:spPr>
            <a:xfrm>
              <a:off x="4361925" y="3302775"/>
              <a:ext cx="108550" cy="108550"/>
            </a:xfrm>
            <a:custGeom>
              <a:rect b="b" l="l" r="r" t="t"/>
              <a:pathLst>
                <a:path extrusionOk="0" h="4342" w="4342">
                  <a:moveTo>
                    <a:pt x="4341" y="1"/>
                  </a:moveTo>
                  <a:lnTo>
                    <a:pt x="2096" y="2096"/>
                  </a:lnTo>
                  <a:lnTo>
                    <a:pt x="1" y="4192"/>
                  </a:lnTo>
                  <a:lnTo>
                    <a:pt x="1" y="4341"/>
                  </a:lnTo>
                  <a:lnTo>
                    <a:pt x="150" y="4341"/>
                  </a:lnTo>
                  <a:lnTo>
                    <a:pt x="2246" y="2396"/>
                  </a:lnTo>
                  <a:lnTo>
                    <a:pt x="4341" y="150"/>
                  </a:lnTo>
                  <a:lnTo>
                    <a:pt x="434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81" name="Google Shape;2981;p64"/>
            <p:cNvSpPr/>
            <p:nvPr/>
          </p:nvSpPr>
          <p:spPr>
            <a:xfrm>
              <a:off x="4376900" y="3355175"/>
              <a:ext cx="131000" cy="127250"/>
            </a:xfrm>
            <a:custGeom>
              <a:rect b="b" l="l" r="r" t="t"/>
              <a:pathLst>
                <a:path extrusionOk="0" h="5090" w="5240">
                  <a:moveTo>
                    <a:pt x="5089" y="0"/>
                  </a:moveTo>
                  <a:lnTo>
                    <a:pt x="3742" y="1198"/>
                  </a:lnTo>
                  <a:lnTo>
                    <a:pt x="2395" y="2395"/>
                  </a:lnTo>
                  <a:lnTo>
                    <a:pt x="1198" y="3593"/>
                  </a:lnTo>
                  <a:lnTo>
                    <a:pt x="0" y="4940"/>
                  </a:lnTo>
                  <a:lnTo>
                    <a:pt x="0" y="5089"/>
                  </a:lnTo>
                  <a:lnTo>
                    <a:pt x="150" y="5089"/>
                  </a:lnTo>
                  <a:lnTo>
                    <a:pt x="1497" y="3892"/>
                  </a:lnTo>
                  <a:lnTo>
                    <a:pt x="2694" y="2694"/>
                  </a:lnTo>
                  <a:lnTo>
                    <a:pt x="4042" y="1347"/>
                  </a:lnTo>
                  <a:lnTo>
                    <a:pt x="523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82" name="Google Shape;2982;p64"/>
            <p:cNvSpPr/>
            <p:nvPr/>
          </p:nvSpPr>
          <p:spPr>
            <a:xfrm>
              <a:off x="4440500" y="3403825"/>
              <a:ext cx="104800" cy="101050"/>
            </a:xfrm>
            <a:custGeom>
              <a:rect b="b" l="l" r="r" t="t"/>
              <a:pathLst>
                <a:path extrusionOk="0" h="4042" w="4192">
                  <a:moveTo>
                    <a:pt x="4042" y="0"/>
                  </a:moveTo>
                  <a:lnTo>
                    <a:pt x="2994" y="898"/>
                  </a:lnTo>
                  <a:lnTo>
                    <a:pt x="1947" y="1796"/>
                  </a:lnTo>
                  <a:lnTo>
                    <a:pt x="1" y="3892"/>
                  </a:lnTo>
                  <a:lnTo>
                    <a:pt x="1" y="4041"/>
                  </a:lnTo>
                  <a:lnTo>
                    <a:pt x="150" y="4041"/>
                  </a:lnTo>
                  <a:lnTo>
                    <a:pt x="2246" y="2096"/>
                  </a:lnTo>
                  <a:lnTo>
                    <a:pt x="3294" y="1048"/>
                  </a:lnTo>
                  <a:lnTo>
                    <a:pt x="41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83" name="Google Shape;2983;p64"/>
            <p:cNvSpPr/>
            <p:nvPr/>
          </p:nvSpPr>
          <p:spPr>
            <a:xfrm>
              <a:off x="4534050" y="3501100"/>
              <a:ext cx="86100" cy="86100"/>
            </a:xfrm>
            <a:custGeom>
              <a:rect b="b" l="l" r="r" t="t"/>
              <a:pathLst>
                <a:path extrusionOk="0" h="3444" w="3444">
                  <a:moveTo>
                    <a:pt x="3294" y="1"/>
                  </a:moveTo>
                  <a:lnTo>
                    <a:pt x="1498" y="1498"/>
                  </a:lnTo>
                  <a:lnTo>
                    <a:pt x="1" y="3294"/>
                  </a:lnTo>
                  <a:lnTo>
                    <a:pt x="1" y="3443"/>
                  </a:lnTo>
                  <a:lnTo>
                    <a:pt x="150" y="3443"/>
                  </a:lnTo>
                  <a:lnTo>
                    <a:pt x="1049" y="2695"/>
                  </a:lnTo>
                  <a:lnTo>
                    <a:pt x="1947" y="1947"/>
                  </a:lnTo>
                  <a:lnTo>
                    <a:pt x="344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84" name="Google Shape;2984;p64"/>
            <p:cNvSpPr/>
            <p:nvPr/>
          </p:nvSpPr>
          <p:spPr>
            <a:xfrm>
              <a:off x="4492900" y="3452450"/>
              <a:ext cx="89825" cy="89850"/>
            </a:xfrm>
            <a:custGeom>
              <a:rect b="b" l="l" r="r" t="t"/>
              <a:pathLst>
                <a:path extrusionOk="0" h="3594" w="3593">
                  <a:moveTo>
                    <a:pt x="3443" y="1"/>
                  </a:moveTo>
                  <a:lnTo>
                    <a:pt x="1647" y="1647"/>
                  </a:lnTo>
                  <a:lnTo>
                    <a:pt x="0" y="3444"/>
                  </a:lnTo>
                  <a:lnTo>
                    <a:pt x="0" y="3593"/>
                  </a:lnTo>
                  <a:lnTo>
                    <a:pt x="150" y="3593"/>
                  </a:lnTo>
                  <a:lnTo>
                    <a:pt x="1946" y="1947"/>
                  </a:lnTo>
                  <a:lnTo>
                    <a:pt x="3593" y="151"/>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85" name="Google Shape;2985;p64"/>
            <p:cNvSpPr/>
            <p:nvPr/>
          </p:nvSpPr>
          <p:spPr>
            <a:xfrm>
              <a:off x="4578950" y="3549750"/>
              <a:ext cx="78625" cy="78600"/>
            </a:xfrm>
            <a:custGeom>
              <a:rect b="b" l="l" r="r" t="t"/>
              <a:pathLst>
                <a:path extrusionOk="0" h="3144" w="3145">
                  <a:moveTo>
                    <a:pt x="3144" y="1"/>
                  </a:moveTo>
                  <a:lnTo>
                    <a:pt x="1498" y="1497"/>
                  </a:lnTo>
                  <a:lnTo>
                    <a:pt x="749" y="2246"/>
                  </a:lnTo>
                  <a:lnTo>
                    <a:pt x="1" y="2994"/>
                  </a:lnTo>
                  <a:lnTo>
                    <a:pt x="1" y="3144"/>
                  </a:lnTo>
                  <a:lnTo>
                    <a:pt x="151" y="3144"/>
                  </a:lnTo>
                  <a:lnTo>
                    <a:pt x="450" y="2994"/>
                  </a:lnTo>
                  <a:lnTo>
                    <a:pt x="1947" y="1647"/>
                  </a:lnTo>
                  <a:lnTo>
                    <a:pt x="3144" y="150"/>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86" name="Google Shape;2986;p64"/>
            <p:cNvSpPr/>
            <p:nvPr/>
          </p:nvSpPr>
          <p:spPr>
            <a:xfrm>
              <a:off x="4623875" y="3598400"/>
              <a:ext cx="71100" cy="74850"/>
            </a:xfrm>
            <a:custGeom>
              <a:rect b="b" l="l" r="r" t="t"/>
              <a:pathLst>
                <a:path extrusionOk="0" h="2994" w="2844">
                  <a:moveTo>
                    <a:pt x="2694" y="0"/>
                  </a:moveTo>
                  <a:lnTo>
                    <a:pt x="1197" y="1347"/>
                  </a:lnTo>
                  <a:lnTo>
                    <a:pt x="0" y="2695"/>
                  </a:lnTo>
                  <a:lnTo>
                    <a:pt x="0" y="2994"/>
                  </a:lnTo>
                  <a:lnTo>
                    <a:pt x="150" y="2994"/>
                  </a:lnTo>
                  <a:lnTo>
                    <a:pt x="1647" y="1647"/>
                  </a:lnTo>
                  <a:lnTo>
                    <a:pt x="2844"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87" name="Google Shape;2987;p64"/>
            <p:cNvSpPr/>
            <p:nvPr/>
          </p:nvSpPr>
          <p:spPr>
            <a:xfrm>
              <a:off x="4657550" y="3650775"/>
              <a:ext cx="74850" cy="74875"/>
            </a:xfrm>
            <a:custGeom>
              <a:rect b="b" l="l" r="r" t="t"/>
              <a:pathLst>
                <a:path extrusionOk="0" h="2995" w="2994">
                  <a:moveTo>
                    <a:pt x="2844" y="1"/>
                  </a:moveTo>
                  <a:lnTo>
                    <a:pt x="1347" y="1348"/>
                  </a:lnTo>
                  <a:lnTo>
                    <a:pt x="599" y="2096"/>
                  </a:lnTo>
                  <a:lnTo>
                    <a:pt x="0" y="2845"/>
                  </a:lnTo>
                  <a:lnTo>
                    <a:pt x="0" y="2994"/>
                  </a:lnTo>
                  <a:lnTo>
                    <a:pt x="150" y="2994"/>
                  </a:lnTo>
                  <a:lnTo>
                    <a:pt x="898" y="2396"/>
                  </a:lnTo>
                  <a:lnTo>
                    <a:pt x="1647" y="1647"/>
                  </a:lnTo>
                  <a:lnTo>
                    <a:pt x="29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88" name="Google Shape;2988;p64"/>
            <p:cNvSpPr/>
            <p:nvPr/>
          </p:nvSpPr>
          <p:spPr>
            <a:xfrm>
              <a:off x="4698700" y="3699425"/>
              <a:ext cx="71125" cy="71125"/>
            </a:xfrm>
            <a:custGeom>
              <a:rect b="b" l="l" r="r" t="t"/>
              <a:pathLst>
                <a:path extrusionOk="0" h="2845" w="2845">
                  <a:moveTo>
                    <a:pt x="2695" y="1"/>
                  </a:moveTo>
                  <a:lnTo>
                    <a:pt x="1348" y="1348"/>
                  </a:lnTo>
                  <a:lnTo>
                    <a:pt x="599" y="1947"/>
                  </a:lnTo>
                  <a:lnTo>
                    <a:pt x="1" y="2845"/>
                  </a:lnTo>
                  <a:lnTo>
                    <a:pt x="150" y="2845"/>
                  </a:lnTo>
                  <a:lnTo>
                    <a:pt x="899" y="2246"/>
                  </a:lnTo>
                  <a:lnTo>
                    <a:pt x="1497" y="1647"/>
                  </a:lnTo>
                  <a:lnTo>
                    <a:pt x="2845" y="150"/>
                  </a:lnTo>
                  <a:lnTo>
                    <a:pt x="2845"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89" name="Google Shape;2989;p64"/>
            <p:cNvSpPr/>
            <p:nvPr/>
          </p:nvSpPr>
          <p:spPr>
            <a:xfrm>
              <a:off x="4739875" y="3744325"/>
              <a:ext cx="74850" cy="71125"/>
            </a:xfrm>
            <a:custGeom>
              <a:rect b="b" l="l" r="r" t="t"/>
              <a:pathLst>
                <a:path extrusionOk="0" h="2845" w="2994">
                  <a:moveTo>
                    <a:pt x="2844" y="1"/>
                  </a:moveTo>
                  <a:lnTo>
                    <a:pt x="1347" y="1348"/>
                  </a:lnTo>
                  <a:lnTo>
                    <a:pt x="599" y="1947"/>
                  </a:lnTo>
                  <a:lnTo>
                    <a:pt x="0" y="2695"/>
                  </a:lnTo>
                  <a:lnTo>
                    <a:pt x="150" y="2845"/>
                  </a:lnTo>
                  <a:lnTo>
                    <a:pt x="898" y="2396"/>
                  </a:lnTo>
                  <a:lnTo>
                    <a:pt x="1647" y="1647"/>
                  </a:lnTo>
                  <a:lnTo>
                    <a:pt x="2994" y="151"/>
                  </a:lnTo>
                  <a:lnTo>
                    <a:pt x="28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0" name="Google Shape;2990;p64"/>
            <p:cNvSpPr/>
            <p:nvPr/>
          </p:nvSpPr>
          <p:spPr>
            <a:xfrm>
              <a:off x="4777275" y="3800475"/>
              <a:ext cx="71125" cy="67375"/>
            </a:xfrm>
            <a:custGeom>
              <a:rect b="b" l="l" r="r" t="t"/>
              <a:pathLst>
                <a:path extrusionOk="0" h="2695" w="2845">
                  <a:moveTo>
                    <a:pt x="2695" y="0"/>
                  </a:moveTo>
                  <a:lnTo>
                    <a:pt x="1198" y="1197"/>
                  </a:lnTo>
                  <a:lnTo>
                    <a:pt x="600" y="1946"/>
                  </a:lnTo>
                  <a:lnTo>
                    <a:pt x="1" y="2545"/>
                  </a:lnTo>
                  <a:lnTo>
                    <a:pt x="1" y="2694"/>
                  </a:lnTo>
                  <a:lnTo>
                    <a:pt x="151" y="2694"/>
                  </a:lnTo>
                  <a:lnTo>
                    <a:pt x="749" y="2245"/>
                  </a:lnTo>
                  <a:lnTo>
                    <a:pt x="1498" y="1497"/>
                  </a:lnTo>
                  <a:lnTo>
                    <a:pt x="284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1" name="Google Shape;2991;p64"/>
            <p:cNvSpPr/>
            <p:nvPr/>
          </p:nvSpPr>
          <p:spPr>
            <a:xfrm>
              <a:off x="4829675" y="3845375"/>
              <a:ext cx="56150" cy="59875"/>
            </a:xfrm>
            <a:custGeom>
              <a:rect b="b" l="l" r="r" t="t"/>
              <a:pathLst>
                <a:path extrusionOk="0" h="2395" w="2246">
                  <a:moveTo>
                    <a:pt x="2096" y="0"/>
                  </a:moveTo>
                  <a:lnTo>
                    <a:pt x="898" y="1048"/>
                  </a:lnTo>
                  <a:lnTo>
                    <a:pt x="449" y="1647"/>
                  </a:lnTo>
                  <a:lnTo>
                    <a:pt x="0" y="2245"/>
                  </a:lnTo>
                  <a:lnTo>
                    <a:pt x="0" y="2395"/>
                  </a:lnTo>
                  <a:lnTo>
                    <a:pt x="749" y="1946"/>
                  </a:lnTo>
                  <a:lnTo>
                    <a:pt x="1198" y="1347"/>
                  </a:lnTo>
                  <a:lnTo>
                    <a:pt x="2246" y="150"/>
                  </a:lnTo>
                  <a:lnTo>
                    <a:pt x="22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2" name="Google Shape;2992;p64"/>
            <p:cNvSpPr/>
            <p:nvPr/>
          </p:nvSpPr>
          <p:spPr>
            <a:xfrm>
              <a:off x="4882050" y="3897750"/>
              <a:ext cx="41200" cy="41200"/>
            </a:xfrm>
            <a:custGeom>
              <a:rect b="b" l="l" r="r" t="t"/>
              <a:pathLst>
                <a:path extrusionOk="0" h="1648" w="1648">
                  <a:moveTo>
                    <a:pt x="1498" y="1"/>
                  </a:moveTo>
                  <a:lnTo>
                    <a:pt x="749" y="599"/>
                  </a:lnTo>
                  <a:lnTo>
                    <a:pt x="1" y="1497"/>
                  </a:lnTo>
                  <a:lnTo>
                    <a:pt x="1" y="1647"/>
                  </a:lnTo>
                  <a:lnTo>
                    <a:pt x="151" y="1647"/>
                  </a:lnTo>
                  <a:lnTo>
                    <a:pt x="899" y="899"/>
                  </a:lnTo>
                  <a:lnTo>
                    <a:pt x="16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3" name="Google Shape;2993;p64"/>
            <p:cNvSpPr/>
            <p:nvPr/>
          </p:nvSpPr>
          <p:spPr>
            <a:xfrm>
              <a:off x="4926950" y="3942650"/>
              <a:ext cx="37450" cy="37450"/>
            </a:xfrm>
            <a:custGeom>
              <a:rect b="b" l="l" r="r" t="t"/>
              <a:pathLst>
                <a:path extrusionOk="0" h="1498" w="1498">
                  <a:moveTo>
                    <a:pt x="1348" y="1"/>
                  </a:moveTo>
                  <a:lnTo>
                    <a:pt x="600" y="600"/>
                  </a:lnTo>
                  <a:lnTo>
                    <a:pt x="1" y="1348"/>
                  </a:lnTo>
                  <a:lnTo>
                    <a:pt x="151" y="1348"/>
                  </a:lnTo>
                  <a:lnTo>
                    <a:pt x="300" y="1498"/>
                  </a:lnTo>
                  <a:lnTo>
                    <a:pt x="899" y="899"/>
                  </a:lnTo>
                  <a:lnTo>
                    <a:pt x="1498" y="150"/>
                  </a:lnTo>
                  <a:lnTo>
                    <a:pt x="149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4" name="Google Shape;2994;p64"/>
            <p:cNvSpPr/>
            <p:nvPr/>
          </p:nvSpPr>
          <p:spPr>
            <a:xfrm>
              <a:off x="4964375" y="3995050"/>
              <a:ext cx="37450" cy="33700"/>
            </a:xfrm>
            <a:custGeom>
              <a:rect b="b" l="l" r="r" t="t"/>
              <a:pathLst>
                <a:path extrusionOk="0" h="1348" w="1498">
                  <a:moveTo>
                    <a:pt x="1348" y="0"/>
                  </a:moveTo>
                  <a:lnTo>
                    <a:pt x="599" y="599"/>
                  </a:lnTo>
                  <a:lnTo>
                    <a:pt x="300" y="898"/>
                  </a:lnTo>
                  <a:lnTo>
                    <a:pt x="1" y="1198"/>
                  </a:lnTo>
                  <a:lnTo>
                    <a:pt x="1" y="1347"/>
                  </a:lnTo>
                  <a:lnTo>
                    <a:pt x="150" y="1347"/>
                  </a:lnTo>
                  <a:lnTo>
                    <a:pt x="599" y="1198"/>
                  </a:lnTo>
                  <a:lnTo>
                    <a:pt x="899" y="749"/>
                  </a:lnTo>
                  <a:lnTo>
                    <a:pt x="1498" y="150"/>
                  </a:lnTo>
                  <a:lnTo>
                    <a:pt x="134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5" name="Google Shape;2995;p64"/>
            <p:cNvSpPr/>
            <p:nvPr/>
          </p:nvSpPr>
          <p:spPr>
            <a:xfrm>
              <a:off x="5009275" y="4039950"/>
              <a:ext cx="33725" cy="29950"/>
            </a:xfrm>
            <a:custGeom>
              <a:rect b="b" l="l" r="r" t="t"/>
              <a:pathLst>
                <a:path extrusionOk="0" h="1198" w="1349">
                  <a:moveTo>
                    <a:pt x="1198" y="0"/>
                  </a:moveTo>
                  <a:lnTo>
                    <a:pt x="600" y="599"/>
                  </a:lnTo>
                  <a:lnTo>
                    <a:pt x="1" y="1048"/>
                  </a:lnTo>
                  <a:lnTo>
                    <a:pt x="1" y="1198"/>
                  </a:lnTo>
                  <a:lnTo>
                    <a:pt x="151" y="1198"/>
                  </a:lnTo>
                  <a:lnTo>
                    <a:pt x="749" y="749"/>
                  </a:lnTo>
                  <a:lnTo>
                    <a:pt x="1348" y="150"/>
                  </a:lnTo>
                  <a:lnTo>
                    <a:pt x="119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6" name="Google Shape;2996;p64"/>
            <p:cNvSpPr/>
            <p:nvPr/>
          </p:nvSpPr>
          <p:spPr>
            <a:xfrm>
              <a:off x="3344125" y="3328975"/>
              <a:ext cx="127250" cy="123500"/>
            </a:xfrm>
            <a:custGeom>
              <a:rect b="b" l="l" r="r" t="t"/>
              <a:pathLst>
                <a:path extrusionOk="0" h="4940" w="5090">
                  <a:moveTo>
                    <a:pt x="0" y="1"/>
                  </a:moveTo>
                  <a:lnTo>
                    <a:pt x="0" y="150"/>
                  </a:lnTo>
                  <a:lnTo>
                    <a:pt x="2395" y="2695"/>
                  </a:lnTo>
                  <a:lnTo>
                    <a:pt x="4939" y="4940"/>
                  </a:lnTo>
                  <a:lnTo>
                    <a:pt x="5089" y="4940"/>
                  </a:lnTo>
                  <a:lnTo>
                    <a:pt x="3892" y="3593"/>
                  </a:lnTo>
                  <a:lnTo>
                    <a:pt x="2694" y="2395"/>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7" name="Google Shape;2997;p64"/>
            <p:cNvSpPr/>
            <p:nvPr/>
          </p:nvSpPr>
          <p:spPr>
            <a:xfrm>
              <a:off x="3295475" y="3370125"/>
              <a:ext cx="123500" cy="127275"/>
            </a:xfrm>
            <a:custGeom>
              <a:rect b="b" l="l" r="r" t="t"/>
              <a:pathLst>
                <a:path extrusionOk="0" h="5091" w="4940">
                  <a:moveTo>
                    <a:pt x="0" y="1"/>
                  </a:moveTo>
                  <a:lnTo>
                    <a:pt x="0" y="151"/>
                  </a:lnTo>
                  <a:lnTo>
                    <a:pt x="2545" y="2845"/>
                  </a:lnTo>
                  <a:lnTo>
                    <a:pt x="3593" y="4042"/>
                  </a:lnTo>
                  <a:lnTo>
                    <a:pt x="4191" y="4641"/>
                  </a:lnTo>
                  <a:lnTo>
                    <a:pt x="4940" y="5090"/>
                  </a:lnTo>
                  <a:lnTo>
                    <a:pt x="4940" y="4940"/>
                  </a:lnTo>
                  <a:lnTo>
                    <a:pt x="3892" y="3743"/>
                  </a:lnTo>
                  <a:lnTo>
                    <a:pt x="2844" y="2546"/>
                  </a:lnTo>
                  <a:lnTo>
                    <a:pt x="149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8" name="Google Shape;2998;p64"/>
            <p:cNvSpPr/>
            <p:nvPr/>
          </p:nvSpPr>
          <p:spPr>
            <a:xfrm>
              <a:off x="3261800" y="3422525"/>
              <a:ext cx="108525" cy="108550"/>
            </a:xfrm>
            <a:custGeom>
              <a:rect b="b" l="l" r="r" t="t"/>
              <a:pathLst>
                <a:path extrusionOk="0" h="4342" w="4341">
                  <a:moveTo>
                    <a:pt x="0" y="0"/>
                  </a:moveTo>
                  <a:lnTo>
                    <a:pt x="0" y="150"/>
                  </a:lnTo>
                  <a:lnTo>
                    <a:pt x="1946" y="2246"/>
                  </a:lnTo>
                  <a:lnTo>
                    <a:pt x="4191" y="4341"/>
                  </a:lnTo>
                  <a:lnTo>
                    <a:pt x="4341" y="4341"/>
                  </a:lnTo>
                  <a:lnTo>
                    <a:pt x="4341" y="4191"/>
                  </a:lnTo>
                  <a:lnTo>
                    <a:pt x="2245" y="2096"/>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99" name="Google Shape;2999;p64"/>
            <p:cNvSpPr/>
            <p:nvPr/>
          </p:nvSpPr>
          <p:spPr>
            <a:xfrm>
              <a:off x="3190700" y="3437500"/>
              <a:ext cx="127250" cy="130975"/>
            </a:xfrm>
            <a:custGeom>
              <a:rect b="b" l="l" r="r" t="t"/>
              <a:pathLst>
                <a:path extrusionOk="0" h="5239" w="5090">
                  <a:moveTo>
                    <a:pt x="0" y="0"/>
                  </a:moveTo>
                  <a:lnTo>
                    <a:pt x="0" y="150"/>
                  </a:lnTo>
                  <a:lnTo>
                    <a:pt x="1198" y="1497"/>
                  </a:lnTo>
                  <a:lnTo>
                    <a:pt x="2395" y="2694"/>
                  </a:lnTo>
                  <a:lnTo>
                    <a:pt x="3742" y="4042"/>
                  </a:lnTo>
                  <a:lnTo>
                    <a:pt x="5089" y="5239"/>
                  </a:lnTo>
                  <a:lnTo>
                    <a:pt x="5089" y="5089"/>
                  </a:lnTo>
                  <a:lnTo>
                    <a:pt x="3892" y="3742"/>
                  </a:lnTo>
                  <a:lnTo>
                    <a:pt x="2694" y="2395"/>
                  </a:lnTo>
                  <a:lnTo>
                    <a:pt x="1347" y="1198"/>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0" name="Google Shape;3000;p64"/>
            <p:cNvSpPr/>
            <p:nvPr/>
          </p:nvSpPr>
          <p:spPr>
            <a:xfrm>
              <a:off x="3168250" y="3501100"/>
              <a:ext cx="101050" cy="104800"/>
            </a:xfrm>
            <a:custGeom>
              <a:rect b="b" l="l" r="r" t="t"/>
              <a:pathLst>
                <a:path extrusionOk="0" h="4192" w="4042">
                  <a:moveTo>
                    <a:pt x="0" y="1"/>
                  </a:moveTo>
                  <a:lnTo>
                    <a:pt x="0" y="150"/>
                  </a:lnTo>
                  <a:lnTo>
                    <a:pt x="1946" y="2246"/>
                  </a:lnTo>
                  <a:lnTo>
                    <a:pt x="2844" y="3294"/>
                  </a:lnTo>
                  <a:lnTo>
                    <a:pt x="4041" y="4192"/>
                  </a:lnTo>
                  <a:lnTo>
                    <a:pt x="4041" y="4042"/>
                  </a:lnTo>
                  <a:lnTo>
                    <a:pt x="3143" y="2994"/>
                  </a:lnTo>
                  <a:lnTo>
                    <a:pt x="2245" y="194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1" name="Google Shape;3001;p64"/>
            <p:cNvSpPr/>
            <p:nvPr/>
          </p:nvSpPr>
          <p:spPr>
            <a:xfrm>
              <a:off x="3085925" y="3594650"/>
              <a:ext cx="86075" cy="86100"/>
            </a:xfrm>
            <a:custGeom>
              <a:rect b="b" l="l" r="r" t="t"/>
              <a:pathLst>
                <a:path extrusionOk="0" h="3444" w="3443">
                  <a:moveTo>
                    <a:pt x="0" y="1"/>
                  </a:moveTo>
                  <a:lnTo>
                    <a:pt x="0" y="150"/>
                  </a:lnTo>
                  <a:lnTo>
                    <a:pt x="749" y="1048"/>
                  </a:lnTo>
                  <a:lnTo>
                    <a:pt x="1497" y="1947"/>
                  </a:lnTo>
                  <a:lnTo>
                    <a:pt x="3443" y="3443"/>
                  </a:lnTo>
                  <a:lnTo>
                    <a:pt x="3443" y="3294"/>
                  </a:lnTo>
                  <a:lnTo>
                    <a:pt x="1946" y="1497"/>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2" name="Google Shape;3002;p64"/>
            <p:cNvSpPr/>
            <p:nvPr/>
          </p:nvSpPr>
          <p:spPr>
            <a:xfrm>
              <a:off x="3130825" y="3553500"/>
              <a:ext cx="89825" cy="89825"/>
            </a:xfrm>
            <a:custGeom>
              <a:rect b="b" l="l" r="r" t="t"/>
              <a:pathLst>
                <a:path extrusionOk="0" h="3593" w="3593">
                  <a:moveTo>
                    <a:pt x="0" y="0"/>
                  </a:moveTo>
                  <a:lnTo>
                    <a:pt x="0" y="150"/>
                  </a:lnTo>
                  <a:lnTo>
                    <a:pt x="1647" y="1946"/>
                  </a:lnTo>
                  <a:lnTo>
                    <a:pt x="3443" y="3593"/>
                  </a:lnTo>
                  <a:lnTo>
                    <a:pt x="3593" y="3593"/>
                  </a:lnTo>
                  <a:lnTo>
                    <a:pt x="3593" y="3443"/>
                  </a:lnTo>
                  <a:lnTo>
                    <a:pt x="1946" y="1647"/>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3" name="Google Shape;3003;p64"/>
            <p:cNvSpPr/>
            <p:nvPr/>
          </p:nvSpPr>
          <p:spPr>
            <a:xfrm>
              <a:off x="3044750" y="3639550"/>
              <a:ext cx="78625" cy="78625"/>
            </a:xfrm>
            <a:custGeom>
              <a:rect b="b" l="l" r="r" t="t"/>
              <a:pathLst>
                <a:path extrusionOk="0" h="3145" w="3145">
                  <a:moveTo>
                    <a:pt x="1" y="1"/>
                  </a:moveTo>
                  <a:lnTo>
                    <a:pt x="1" y="151"/>
                  </a:lnTo>
                  <a:lnTo>
                    <a:pt x="599" y="1049"/>
                  </a:lnTo>
                  <a:lnTo>
                    <a:pt x="1348" y="1797"/>
                  </a:lnTo>
                  <a:lnTo>
                    <a:pt x="2994" y="3144"/>
                  </a:lnTo>
                  <a:lnTo>
                    <a:pt x="3144" y="3144"/>
                  </a:lnTo>
                  <a:lnTo>
                    <a:pt x="2096" y="1797"/>
                  </a:lnTo>
                  <a:lnTo>
                    <a:pt x="1049" y="89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4" name="Google Shape;3004;p64"/>
            <p:cNvSpPr/>
            <p:nvPr/>
          </p:nvSpPr>
          <p:spPr>
            <a:xfrm>
              <a:off x="2999850" y="3684450"/>
              <a:ext cx="71125" cy="71125"/>
            </a:xfrm>
            <a:custGeom>
              <a:rect b="b" l="l" r="r" t="t"/>
              <a:pathLst>
                <a:path extrusionOk="0" h="2845" w="2845">
                  <a:moveTo>
                    <a:pt x="1" y="1"/>
                  </a:moveTo>
                  <a:lnTo>
                    <a:pt x="1" y="151"/>
                  </a:lnTo>
                  <a:lnTo>
                    <a:pt x="1348" y="1647"/>
                  </a:lnTo>
                  <a:lnTo>
                    <a:pt x="2845" y="2845"/>
                  </a:lnTo>
                  <a:lnTo>
                    <a:pt x="2845" y="2695"/>
                  </a:lnTo>
                  <a:lnTo>
                    <a:pt x="1647" y="1198"/>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5" name="Google Shape;3005;p64"/>
            <p:cNvSpPr/>
            <p:nvPr/>
          </p:nvSpPr>
          <p:spPr>
            <a:xfrm>
              <a:off x="2947475" y="3718150"/>
              <a:ext cx="74850" cy="74850"/>
            </a:xfrm>
            <a:custGeom>
              <a:rect b="b" l="l" r="r" t="t"/>
              <a:pathLst>
                <a:path extrusionOk="0" h="2994" w="2994">
                  <a:moveTo>
                    <a:pt x="0" y="0"/>
                  </a:moveTo>
                  <a:lnTo>
                    <a:pt x="0" y="150"/>
                  </a:lnTo>
                  <a:lnTo>
                    <a:pt x="599" y="898"/>
                  </a:lnTo>
                  <a:lnTo>
                    <a:pt x="1347" y="1647"/>
                  </a:lnTo>
                  <a:lnTo>
                    <a:pt x="2994" y="2994"/>
                  </a:lnTo>
                  <a:lnTo>
                    <a:pt x="2994" y="2844"/>
                  </a:lnTo>
                  <a:lnTo>
                    <a:pt x="1647" y="1347"/>
                  </a:lnTo>
                  <a:lnTo>
                    <a:pt x="898" y="59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6" name="Google Shape;3006;p64"/>
            <p:cNvSpPr/>
            <p:nvPr/>
          </p:nvSpPr>
          <p:spPr>
            <a:xfrm>
              <a:off x="2902575" y="3759300"/>
              <a:ext cx="71100" cy="71125"/>
            </a:xfrm>
            <a:custGeom>
              <a:rect b="b" l="l" r="r" t="t"/>
              <a:pathLst>
                <a:path extrusionOk="0" h="2845" w="2844">
                  <a:moveTo>
                    <a:pt x="0" y="1"/>
                  </a:moveTo>
                  <a:lnTo>
                    <a:pt x="0" y="150"/>
                  </a:lnTo>
                  <a:lnTo>
                    <a:pt x="599" y="899"/>
                  </a:lnTo>
                  <a:lnTo>
                    <a:pt x="1197" y="1497"/>
                  </a:lnTo>
                  <a:lnTo>
                    <a:pt x="2694" y="2844"/>
                  </a:lnTo>
                  <a:lnTo>
                    <a:pt x="2844" y="2844"/>
                  </a:lnTo>
                  <a:lnTo>
                    <a:pt x="2844" y="2695"/>
                  </a:lnTo>
                  <a:lnTo>
                    <a:pt x="1497" y="1348"/>
                  </a:lnTo>
                  <a:lnTo>
                    <a:pt x="898" y="599"/>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7" name="Google Shape;3007;p64"/>
            <p:cNvSpPr/>
            <p:nvPr/>
          </p:nvSpPr>
          <p:spPr>
            <a:xfrm>
              <a:off x="2857650" y="3800475"/>
              <a:ext cx="71125" cy="71100"/>
            </a:xfrm>
            <a:custGeom>
              <a:rect b="b" l="l" r="r" t="t"/>
              <a:pathLst>
                <a:path extrusionOk="0" h="2844" w="2845">
                  <a:moveTo>
                    <a:pt x="151" y="0"/>
                  </a:moveTo>
                  <a:lnTo>
                    <a:pt x="1" y="150"/>
                  </a:lnTo>
                  <a:lnTo>
                    <a:pt x="1" y="449"/>
                  </a:lnTo>
                  <a:lnTo>
                    <a:pt x="600" y="1048"/>
                  </a:lnTo>
                  <a:lnTo>
                    <a:pt x="1198" y="1646"/>
                  </a:lnTo>
                  <a:lnTo>
                    <a:pt x="2695" y="2844"/>
                  </a:lnTo>
                  <a:lnTo>
                    <a:pt x="2845" y="2844"/>
                  </a:lnTo>
                  <a:lnTo>
                    <a:pt x="1498" y="1347"/>
                  </a:lnTo>
                  <a:lnTo>
                    <a:pt x="749" y="599"/>
                  </a:lnTo>
                  <a:lnTo>
                    <a:pt x="15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8" name="Google Shape;3008;p64"/>
            <p:cNvSpPr/>
            <p:nvPr/>
          </p:nvSpPr>
          <p:spPr>
            <a:xfrm>
              <a:off x="2805275" y="3837875"/>
              <a:ext cx="67375" cy="71125"/>
            </a:xfrm>
            <a:custGeom>
              <a:rect b="b" l="l" r="r" t="t"/>
              <a:pathLst>
                <a:path extrusionOk="0" h="2845" w="2695">
                  <a:moveTo>
                    <a:pt x="0" y="1"/>
                  </a:moveTo>
                  <a:lnTo>
                    <a:pt x="0" y="150"/>
                  </a:lnTo>
                  <a:lnTo>
                    <a:pt x="449" y="749"/>
                  </a:lnTo>
                  <a:lnTo>
                    <a:pt x="1198" y="1498"/>
                  </a:lnTo>
                  <a:lnTo>
                    <a:pt x="2695" y="2845"/>
                  </a:lnTo>
                  <a:lnTo>
                    <a:pt x="2695" y="2695"/>
                  </a:lnTo>
                  <a:lnTo>
                    <a:pt x="1497" y="1198"/>
                  </a:lnTo>
                  <a:lnTo>
                    <a:pt x="749" y="600"/>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09" name="Google Shape;3009;p64"/>
            <p:cNvSpPr/>
            <p:nvPr/>
          </p:nvSpPr>
          <p:spPr>
            <a:xfrm>
              <a:off x="2767850" y="3890275"/>
              <a:ext cx="59900" cy="56150"/>
            </a:xfrm>
            <a:custGeom>
              <a:rect b="b" l="l" r="r" t="t"/>
              <a:pathLst>
                <a:path extrusionOk="0" h="2246" w="2396">
                  <a:moveTo>
                    <a:pt x="1" y="0"/>
                  </a:moveTo>
                  <a:lnTo>
                    <a:pt x="450" y="749"/>
                  </a:lnTo>
                  <a:lnTo>
                    <a:pt x="1048" y="1198"/>
                  </a:lnTo>
                  <a:lnTo>
                    <a:pt x="2246" y="2245"/>
                  </a:lnTo>
                  <a:lnTo>
                    <a:pt x="2395" y="2096"/>
                  </a:lnTo>
                  <a:lnTo>
                    <a:pt x="1348" y="898"/>
                  </a:lnTo>
                  <a:lnTo>
                    <a:pt x="749" y="449"/>
                  </a:lnTo>
                  <a:lnTo>
                    <a:pt x="1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10" name="Google Shape;3010;p64"/>
            <p:cNvSpPr/>
            <p:nvPr/>
          </p:nvSpPr>
          <p:spPr>
            <a:xfrm>
              <a:off x="2734175" y="3942650"/>
              <a:ext cx="41175" cy="41200"/>
            </a:xfrm>
            <a:custGeom>
              <a:rect b="b" l="l" r="r" t="t"/>
              <a:pathLst>
                <a:path extrusionOk="0" h="1648" w="1647">
                  <a:moveTo>
                    <a:pt x="0" y="1"/>
                  </a:moveTo>
                  <a:lnTo>
                    <a:pt x="0" y="150"/>
                  </a:lnTo>
                  <a:lnTo>
                    <a:pt x="749" y="899"/>
                  </a:lnTo>
                  <a:lnTo>
                    <a:pt x="1647" y="1647"/>
                  </a:lnTo>
                  <a:lnTo>
                    <a:pt x="1647" y="1498"/>
                  </a:lnTo>
                  <a:lnTo>
                    <a:pt x="1048" y="749"/>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11" name="Google Shape;3011;p64"/>
            <p:cNvSpPr/>
            <p:nvPr/>
          </p:nvSpPr>
          <p:spPr>
            <a:xfrm>
              <a:off x="2693025" y="3987550"/>
              <a:ext cx="37425" cy="37450"/>
            </a:xfrm>
            <a:custGeom>
              <a:rect b="b" l="l" r="r" t="t"/>
              <a:pathLst>
                <a:path extrusionOk="0" h="1498" w="1497">
                  <a:moveTo>
                    <a:pt x="150" y="1"/>
                  </a:moveTo>
                  <a:lnTo>
                    <a:pt x="0" y="151"/>
                  </a:lnTo>
                  <a:lnTo>
                    <a:pt x="0" y="300"/>
                  </a:lnTo>
                  <a:lnTo>
                    <a:pt x="599" y="899"/>
                  </a:lnTo>
                  <a:lnTo>
                    <a:pt x="1347" y="1498"/>
                  </a:lnTo>
                  <a:lnTo>
                    <a:pt x="1497" y="1498"/>
                  </a:lnTo>
                  <a:lnTo>
                    <a:pt x="1497" y="1348"/>
                  </a:lnTo>
                  <a:lnTo>
                    <a:pt x="89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12" name="Google Shape;3012;p64"/>
            <p:cNvSpPr/>
            <p:nvPr/>
          </p:nvSpPr>
          <p:spPr>
            <a:xfrm>
              <a:off x="2644375" y="4024975"/>
              <a:ext cx="33700" cy="37450"/>
            </a:xfrm>
            <a:custGeom>
              <a:rect b="b" l="l" r="r" t="t"/>
              <a:pathLst>
                <a:path extrusionOk="0" h="1498" w="1348">
                  <a:moveTo>
                    <a:pt x="0" y="1"/>
                  </a:moveTo>
                  <a:lnTo>
                    <a:pt x="0" y="150"/>
                  </a:lnTo>
                  <a:lnTo>
                    <a:pt x="150" y="599"/>
                  </a:lnTo>
                  <a:lnTo>
                    <a:pt x="449" y="899"/>
                  </a:lnTo>
                  <a:lnTo>
                    <a:pt x="1198" y="1498"/>
                  </a:lnTo>
                  <a:lnTo>
                    <a:pt x="1347" y="1348"/>
                  </a:lnTo>
                  <a:lnTo>
                    <a:pt x="749" y="599"/>
                  </a:lnTo>
                  <a:lnTo>
                    <a:pt x="449" y="3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13" name="Google Shape;3013;p64"/>
            <p:cNvSpPr/>
            <p:nvPr/>
          </p:nvSpPr>
          <p:spPr>
            <a:xfrm>
              <a:off x="2599475" y="4069875"/>
              <a:ext cx="33700" cy="33700"/>
            </a:xfrm>
            <a:custGeom>
              <a:rect b="b" l="l" r="r" t="t"/>
              <a:pathLst>
                <a:path extrusionOk="0" h="1348" w="1348">
                  <a:moveTo>
                    <a:pt x="0" y="1"/>
                  </a:moveTo>
                  <a:lnTo>
                    <a:pt x="0" y="151"/>
                  </a:lnTo>
                  <a:lnTo>
                    <a:pt x="599" y="749"/>
                  </a:lnTo>
                  <a:lnTo>
                    <a:pt x="1197" y="1348"/>
                  </a:lnTo>
                  <a:lnTo>
                    <a:pt x="1347" y="1198"/>
                  </a:lnTo>
                  <a:lnTo>
                    <a:pt x="748" y="600"/>
                  </a:lnTo>
                  <a:lnTo>
                    <a:pt x="1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14" name="Google Shape;3014;p64"/>
            <p:cNvSpPr/>
            <p:nvPr/>
          </p:nvSpPr>
          <p:spPr>
            <a:xfrm>
              <a:off x="3546175" y="2558125"/>
              <a:ext cx="291900" cy="18750"/>
            </a:xfrm>
            <a:custGeom>
              <a:rect b="b" l="l" r="r" t="t"/>
              <a:pathLst>
                <a:path extrusionOk="0" h="750" w="11676">
                  <a:moveTo>
                    <a:pt x="4641" y="1"/>
                  </a:moveTo>
                  <a:lnTo>
                    <a:pt x="150" y="150"/>
                  </a:lnTo>
                  <a:lnTo>
                    <a:pt x="1" y="300"/>
                  </a:lnTo>
                  <a:lnTo>
                    <a:pt x="1" y="450"/>
                  </a:lnTo>
                  <a:lnTo>
                    <a:pt x="150" y="450"/>
                  </a:lnTo>
                  <a:lnTo>
                    <a:pt x="4641" y="749"/>
                  </a:lnTo>
                  <a:lnTo>
                    <a:pt x="9131" y="749"/>
                  </a:lnTo>
                  <a:lnTo>
                    <a:pt x="9730" y="599"/>
                  </a:lnTo>
                  <a:lnTo>
                    <a:pt x="11526" y="599"/>
                  </a:lnTo>
                  <a:lnTo>
                    <a:pt x="11676" y="450"/>
                  </a:lnTo>
                  <a:lnTo>
                    <a:pt x="11676" y="300"/>
                  </a:lnTo>
                  <a:lnTo>
                    <a:pt x="11526" y="150"/>
                  </a:lnTo>
                  <a:lnTo>
                    <a:pt x="9580" y="150"/>
                  </a:lnTo>
                  <a:lnTo>
                    <a:pt x="9131"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15" name="Google Shape;3015;p64"/>
            <p:cNvSpPr/>
            <p:nvPr/>
          </p:nvSpPr>
          <p:spPr>
            <a:xfrm>
              <a:off x="3534950" y="2397225"/>
              <a:ext cx="280675" cy="18725"/>
            </a:xfrm>
            <a:custGeom>
              <a:rect b="b" l="l" r="r" t="t"/>
              <a:pathLst>
                <a:path extrusionOk="0" h="749" w="11227">
                  <a:moveTo>
                    <a:pt x="2396" y="1"/>
                  </a:moveTo>
                  <a:lnTo>
                    <a:pt x="150" y="300"/>
                  </a:lnTo>
                  <a:lnTo>
                    <a:pt x="1" y="300"/>
                  </a:lnTo>
                  <a:lnTo>
                    <a:pt x="150" y="450"/>
                  </a:lnTo>
                  <a:lnTo>
                    <a:pt x="2845" y="749"/>
                  </a:lnTo>
                  <a:lnTo>
                    <a:pt x="6586" y="749"/>
                  </a:lnTo>
                  <a:lnTo>
                    <a:pt x="7634" y="599"/>
                  </a:lnTo>
                  <a:lnTo>
                    <a:pt x="11077" y="599"/>
                  </a:lnTo>
                  <a:lnTo>
                    <a:pt x="11227" y="450"/>
                  </a:lnTo>
                  <a:lnTo>
                    <a:pt x="11227" y="300"/>
                  </a:lnTo>
                  <a:lnTo>
                    <a:pt x="11077" y="150"/>
                  </a:lnTo>
                  <a:lnTo>
                    <a:pt x="673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16" name="Google Shape;3016;p64"/>
            <p:cNvSpPr/>
            <p:nvPr/>
          </p:nvSpPr>
          <p:spPr>
            <a:xfrm>
              <a:off x="3546175" y="2311150"/>
              <a:ext cx="273200" cy="26225"/>
            </a:xfrm>
            <a:custGeom>
              <a:rect b="b" l="l" r="r" t="t"/>
              <a:pathLst>
                <a:path extrusionOk="0" h="1049" w="10928">
                  <a:moveTo>
                    <a:pt x="4192" y="1"/>
                  </a:moveTo>
                  <a:lnTo>
                    <a:pt x="1797" y="151"/>
                  </a:lnTo>
                  <a:lnTo>
                    <a:pt x="899" y="300"/>
                  </a:lnTo>
                  <a:lnTo>
                    <a:pt x="150" y="450"/>
                  </a:lnTo>
                  <a:lnTo>
                    <a:pt x="1" y="600"/>
                  </a:lnTo>
                  <a:lnTo>
                    <a:pt x="150" y="600"/>
                  </a:lnTo>
                  <a:lnTo>
                    <a:pt x="450" y="749"/>
                  </a:lnTo>
                  <a:lnTo>
                    <a:pt x="1647" y="899"/>
                  </a:lnTo>
                  <a:lnTo>
                    <a:pt x="2845" y="899"/>
                  </a:lnTo>
                  <a:lnTo>
                    <a:pt x="4940" y="1049"/>
                  </a:lnTo>
                  <a:lnTo>
                    <a:pt x="7036" y="1049"/>
                  </a:lnTo>
                  <a:lnTo>
                    <a:pt x="8981" y="899"/>
                  </a:lnTo>
                  <a:lnTo>
                    <a:pt x="10927" y="600"/>
                  </a:lnTo>
                  <a:lnTo>
                    <a:pt x="10927" y="450"/>
                  </a:lnTo>
                  <a:lnTo>
                    <a:pt x="8682" y="151"/>
                  </a:lnTo>
                  <a:lnTo>
                    <a:pt x="643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17" name="Google Shape;3017;p64"/>
            <p:cNvSpPr/>
            <p:nvPr/>
          </p:nvSpPr>
          <p:spPr>
            <a:xfrm>
              <a:off x="3549925" y="2232575"/>
              <a:ext cx="261950" cy="22475"/>
            </a:xfrm>
            <a:custGeom>
              <a:rect b="b" l="l" r="r" t="t"/>
              <a:pathLst>
                <a:path extrusionOk="0" h="899" w="10478">
                  <a:moveTo>
                    <a:pt x="5688" y="1"/>
                  </a:moveTo>
                  <a:lnTo>
                    <a:pt x="2994" y="150"/>
                  </a:lnTo>
                  <a:lnTo>
                    <a:pt x="150" y="300"/>
                  </a:lnTo>
                  <a:lnTo>
                    <a:pt x="0" y="450"/>
                  </a:lnTo>
                  <a:lnTo>
                    <a:pt x="150" y="599"/>
                  </a:lnTo>
                  <a:lnTo>
                    <a:pt x="2994" y="899"/>
                  </a:lnTo>
                  <a:lnTo>
                    <a:pt x="8083" y="899"/>
                  </a:lnTo>
                  <a:lnTo>
                    <a:pt x="9280" y="749"/>
                  </a:lnTo>
                  <a:lnTo>
                    <a:pt x="10478" y="599"/>
                  </a:lnTo>
                  <a:lnTo>
                    <a:pt x="10478" y="450"/>
                  </a:lnTo>
                  <a:lnTo>
                    <a:pt x="9280" y="150"/>
                  </a:lnTo>
                  <a:lnTo>
                    <a:pt x="808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18" name="Google Shape;3018;p64"/>
            <p:cNvSpPr/>
            <p:nvPr/>
          </p:nvSpPr>
          <p:spPr>
            <a:xfrm>
              <a:off x="3564900" y="2150250"/>
              <a:ext cx="246975" cy="26225"/>
            </a:xfrm>
            <a:custGeom>
              <a:rect b="b" l="l" r="r" t="t"/>
              <a:pathLst>
                <a:path extrusionOk="0" h="1049" w="9879">
                  <a:moveTo>
                    <a:pt x="4939" y="1"/>
                  </a:moveTo>
                  <a:lnTo>
                    <a:pt x="2545" y="150"/>
                  </a:lnTo>
                  <a:lnTo>
                    <a:pt x="150" y="300"/>
                  </a:lnTo>
                  <a:lnTo>
                    <a:pt x="0" y="450"/>
                  </a:lnTo>
                  <a:lnTo>
                    <a:pt x="150" y="599"/>
                  </a:lnTo>
                  <a:lnTo>
                    <a:pt x="2545" y="899"/>
                  </a:lnTo>
                  <a:lnTo>
                    <a:pt x="4939" y="1049"/>
                  </a:lnTo>
                  <a:lnTo>
                    <a:pt x="7484" y="1049"/>
                  </a:lnTo>
                  <a:lnTo>
                    <a:pt x="8532" y="899"/>
                  </a:lnTo>
                  <a:lnTo>
                    <a:pt x="9729" y="749"/>
                  </a:lnTo>
                  <a:lnTo>
                    <a:pt x="9879" y="599"/>
                  </a:lnTo>
                  <a:lnTo>
                    <a:pt x="9729" y="450"/>
                  </a:lnTo>
                  <a:lnTo>
                    <a:pt x="8532" y="150"/>
                  </a:lnTo>
                  <a:lnTo>
                    <a:pt x="748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19" name="Google Shape;3019;p64"/>
            <p:cNvSpPr/>
            <p:nvPr/>
          </p:nvSpPr>
          <p:spPr>
            <a:xfrm>
              <a:off x="3576125" y="2071675"/>
              <a:ext cx="243250" cy="22475"/>
            </a:xfrm>
            <a:custGeom>
              <a:rect b="b" l="l" r="r" t="t"/>
              <a:pathLst>
                <a:path extrusionOk="0" h="899" w="9730">
                  <a:moveTo>
                    <a:pt x="5239" y="1"/>
                  </a:moveTo>
                  <a:lnTo>
                    <a:pt x="2694" y="150"/>
                  </a:lnTo>
                  <a:lnTo>
                    <a:pt x="150" y="300"/>
                  </a:lnTo>
                  <a:lnTo>
                    <a:pt x="0" y="300"/>
                  </a:lnTo>
                  <a:lnTo>
                    <a:pt x="0" y="450"/>
                  </a:lnTo>
                  <a:lnTo>
                    <a:pt x="0" y="599"/>
                  </a:lnTo>
                  <a:lnTo>
                    <a:pt x="150" y="599"/>
                  </a:lnTo>
                  <a:lnTo>
                    <a:pt x="2694" y="749"/>
                  </a:lnTo>
                  <a:lnTo>
                    <a:pt x="5239" y="899"/>
                  </a:lnTo>
                  <a:lnTo>
                    <a:pt x="8532" y="899"/>
                  </a:lnTo>
                  <a:lnTo>
                    <a:pt x="9580" y="599"/>
                  </a:lnTo>
                  <a:lnTo>
                    <a:pt x="9729" y="450"/>
                  </a:lnTo>
                  <a:lnTo>
                    <a:pt x="9580" y="300"/>
                  </a:lnTo>
                  <a:lnTo>
                    <a:pt x="8532" y="150"/>
                  </a:lnTo>
                  <a:lnTo>
                    <a:pt x="733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20" name="Google Shape;3020;p64"/>
            <p:cNvSpPr/>
            <p:nvPr/>
          </p:nvSpPr>
          <p:spPr>
            <a:xfrm>
              <a:off x="3587350" y="1993100"/>
              <a:ext cx="235750" cy="22475"/>
            </a:xfrm>
            <a:custGeom>
              <a:rect b="b" l="l" r="r" t="t"/>
              <a:pathLst>
                <a:path extrusionOk="0" h="899" w="9430">
                  <a:moveTo>
                    <a:pt x="2395" y="0"/>
                  </a:moveTo>
                  <a:lnTo>
                    <a:pt x="150" y="300"/>
                  </a:lnTo>
                  <a:lnTo>
                    <a:pt x="0" y="449"/>
                  </a:lnTo>
                  <a:lnTo>
                    <a:pt x="150" y="599"/>
                  </a:lnTo>
                  <a:lnTo>
                    <a:pt x="2395" y="749"/>
                  </a:lnTo>
                  <a:lnTo>
                    <a:pt x="4640" y="898"/>
                  </a:lnTo>
                  <a:lnTo>
                    <a:pt x="9131" y="599"/>
                  </a:lnTo>
                  <a:lnTo>
                    <a:pt x="9280" y="599"/>
                  </a:lnTo>
                  <a:lnTo>
                    <a:pt x="9430" y="449"/>
                  </a:lnTo>
                  <a:lnTo>
                    <a:pt x="9280" y="150"/>
                  </a:lnTo>
                  <a:lnTo>
                    <a:pt x="9131" y="150"/>
                  </a:lnTo>
                  <a:lnTo>
                    <a:pt x="464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21" name="Google Shape;3021;p64"/>
            <p:cNvSpPr/>
            <p:nvPr/>
          </p:nvSpPr>
          <p:spPr>
            <a:xfrm>
              <a:off x="3594825" y="1907025"/>
              <a:ext cx="235775" cy="22475"/>
            </a:xfrm>
            <a:custGeom>
              <a:rect b="b" l="l" r="r" t="t"/>
              <a:pathLst>
                <a:path extrusionOk="0" h="899" w="9431">
                  <a:moveTo>
                    <a:pt x="1198" y="1"/>
                  </a:moveTo>
                  <a:lnTo>
                    <a:pt x="150" y="300"/>
                  </a:lnTo>
                  <a:lnTo>
                    <a:pt x="1" y="300"/>
                  </a:lnTo>
                  <a:lnTo>
                    <a:pt x="1" y="450"/>
                  </a:lnTo>
                  <a:lnTo>
                    <a:pt x="1" y="599"/>
                  </a:lnTo>
                  <a:lnTo>
                    <a:pt x="150" y="599"/>
                  </a:lnTo>
                  <a:lnTo>
                    <a:pt x="1198" y="899"/>
                  </a:lnTo>
                  <a:lnTo>
                    <a:pt x="6736" y="899"/>
                  </a:lnTo>
                  <a:lnTo>
                    <a:pt x="9281" y="749"/>
                  </a:lnTo>
                  <a:lnTo>
                    <a:pt x="9430" y="749"/>
                  </a:lnTo>
                  <a:lnTo>
                    <a:pt x="9430" y="599"/>
                  </a:lnTo>
                  <a:lnTo>
                    <a:pt x="9430" y="450"/>
                  </a:lnTo>
                  <a:lnTo>
                    <a:pt x="9281" y="450"/>
                  </a:lnTo>
                  <a:lnTo>
                    <a:pt x="6736" y="150"/>
                  </a:lnTo>
                  <a:lnTo>
                    <a:pt x="4341" y="150"/>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22" name="Google Shape;3022;p64"/>
            <p:cNvSpPr/>
            <p:nvPr/>
          </p:nvSpPr>
          <p:spPr>
            <a:xfrm>
              <a:off x="3609800" y="1828450"/>
              <a:ext cx="205825" cy="22475"/>
            </a:xfrm>
            <a:custGeom>
              <a:rect b="b" l="l" r="r" t="t"/>
              <a:pathLst>
                <a:path extrusionOk="0" h="899" w="8233">
                  <a:moveTo>
                    <a:pt x="4042" y="0"/>
                  </a:moveTo>
                  <a:lnTo>
                    <a:pt x="2096" y="150"/>
                  </a:lnTo>
                  <a:lnTo>
                    <a:pt x="150" y="300"/>
                  </a:lnTo>
                  <a:lnTo>
                    <a:pt x="0" y="449"/>
                  </a:lnTo>
                  <a:lnTo>
                    <a:pt x="150" y="599"/>
                  </a:lnTo>
                  <a:lnTo>
                    <a:pt x="4042" y="898"/>
                  </a:lnTo>
                  <a:lnTo>
                    <a:pt x="5987" y="898"/>
                  </a:lnTo>
                  <a:lnTo>
                    <a:pt x="7933" y="749"/>
                  </a:lnTo>
                  <a:lnTo>
                    <a:pt x="8233" y="749"/>
                  </a:lnTo>
                  <a:lnTo>
                    <a:pt x="8233" y="449"/>
                  </a:lnTo>
                  <a:lnTo>
                    <a:pt x="8233" y="300"/>
                  </a:lnTo>
                  <a:lnTo>
                    <a:pt x="7933" y="300"/>
                  </a:lnTo>
                  <a:lnTo>
                    <a:pt x="5987"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23" name="Google Shape;3023;p64"/>
            <p:cNvSpPr/>
            <p:nvPr/>
          </p:nvSpPr>
          <p:spPr>
            <a:xfrm>
              <a:off x="3624750" y="1746125"/>
              <a:ext cx="243275" cy="26225"/>
            </a:xfrm>
            <a:custGeom>
              <a:rect b="b" l="l" r="r" t="t"/>
              <a:pathLst>
                <a:path extrusionOk="0" h="1049" w="9731">
                  <a:moveTo>
                    <a:pt x="4791" y="0"/>
                  </a:moveTo>
                  <a:lnTo>
                    <a:pt x="2396" y="150"/>
                  </a:lnTo>
                  <a:lnTo>
                    <a:pt x="151" y="450"/>
                  </a:lnTo>
                  <a:lnTo>
                    <a:pt x="1" y="599"/>
                  </a:lnTo>
                  <a:lnTo>
                    <a:pt x="151" y="749"/>
                  </a:lnTo>
                  <a:lnTo>
                    <a:pt x="2096" y="899"/>
                  </a:lnTo>
                  <a:lnTo>
                    <a:pt x="4042" y="1048"/>
                  </a:lnTo>
                  <a:lnTo>
                    <a:pt x="7784" y="1048"/>
                  </a:lnTo>
                  <a:lnTo>
                    <a:pt x="9580" y="749"/>
                  </a:lnTo>
                  <a:lnTo>
                    <a:pt x="9730" y="749"/>
                  </a:lnTo>
                  <a:lnTo>
                    <a:pt x="9730" y="450"/>
                  </a:lnTo>
                  <a:lnTo>
                    <a:pt x="9580" y="30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24" name="Google Shape;3024;p64"/>
            <p:cNvSpPr/>
            <p:nvPr/>
          </p:nvSpPr>
          <p:spPr>
            <a:xfrm>
              <a:off x="3632250" y="1667550"/>
              <a:ext cx="198350" cy="22475"/>
            </a:xfrm>
            <a:custGeom>
              <a:rect b="b" l="l" r="r" t="t"/>
              <a:pathLst>
                <a:path extrusionOk="0" h="899" w="7934">
                  <a:moveTo>
                    <a:pt x="1946" y="0"/>
                  </a:moveTo>
                  <a:lnTo>
                    <a:pt x="150" y="300"/>
                  </a:lnTo>
                  <a:lnTo>
                    <a:pt x="0" y="449"/>
                  </a:lnTo>
                  <a:lnTo>
                    <a:pt x="150" y="599"/>
                  </a:lnTo>
                  <a:lnTo>
                    <a:pt x="1946" y="898"/>
                  </a:lnTo>
                  <a:lnTo>
                    <a:pt x="5838" y="898"/>
                  </a:lnTo>
                  <a:lnTo>
                    <a:pt x="7634" y="749"/>
                  </a:lnTo>
                  <a:lnTo>
                    <a:pt x="7784" y="599"/>
                  </a:lnTo>
                  <a:lnTo>
                    <a:pt x="7933" y="449"/>
                  </a:lnTo>
                  <a:lnTo>
                    <a:pt x="7784" y="300"/>
                  </a:lnTo>
                  <a:lnTo>
                    <a:pt x="7634" y="300"/>
                  </a:lnTo>
                  <a:lnTo>
                    <a:pt x="5838"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25" name="Google Shape;3025;p64"/>
            <p:cNvSpPr/>
            <p:nvPr/>
          </p:nvSpPr>
          <p:spPr>
            <a:xfrm>
              <a:off x="3654700" y="1506650"/>
              <a:ext cx="164675" cy="26200"/>
            </a:xfrm>
            <a:custGeom>
              <a:rect b="b" l="l" r="r" t="t"/>
              <a:pathLst>
                <a:path extrusionOk="0" h="1048" w="6587">
                  <a:moveTo>
                    <a:pt x="2994" y="0"/>
                  </a:moveTo>
                  <a:lnTo>
                    <a:pt x="1497" y="150"/>
                  </a:lnTo>
                  <a:lnTo>
                    <a:pt x="150" y="449"/>
                  </a:lnTo>
                  <a:lnTo>
                    <a:pt x="0" y="449"/>
                  </a:lnTo>
                  <a:lnTo>
                    <a:pt x="0" y="599"/>
                  </a:lnTo>
                  <a:lnTo>
                    <a:pt x="150" y="748"/>
                  </a:lnTo>
                  <a:lnTo>
                    <a:pt x="1647" y="898"/>
                  </a:lnTo>
                  <a:lnTo>
                    <a:pt x="3293" y="1048"/>
                  </a:lnTo>
                  <a:lnTo>
                    <a:pt x="4790" y="898"/>
                  </a:lnTo>
                  <a:lnTo>
                    <a:pt x="6437" y="748"/>
                  </a:lnTo>
                  <a:lnTo>
                    <a:pt x="6586" y="599"/>
                  </a:lnTo>
                  <a:lnTo>
                    <a:pt x="6586" y="449"/>
                  </a:lnTo>
                  <a:lnTo>
                    <a:pt x="6586" y="299"/>
                  </a:lnTo>
                  <a:lnTo>
                    <a:pt x="6437" y="299"/>
                  </a:lnTo>
                  <a:lnTo>
                    <a:pt x="5838" y="150"/>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26" name="Google Shape;3026;p64"/>
            <p:cNvSpPr/>
            <p:nvPr/>
          </p:nvSpPr>
          <p:spPr>
            <a:xfrm>
              <a:off x="3643475" y="1588950"/>
              <a:ext cx="172150" cy="22500"/>
            </a:xfrm>
            <a:custGeom>
              <a:rect b="b" l="l" r="r" t="t"/>
              <a:pathLst>
                <a:path extrusionOk="0" h="900" w="6886">
                  <a:moveTo>
                    <a:pt x="1796" y="1"/>
                  </a:moveTo>
                  <a:lnTo>
                    <a:pt x="150" y="300"/>
                  </a:lnTo>
                  <a:lnTo>
                    <a:pt x="0" y="300"/>
                  </a:lnTo>
                  <a:lnTo>
                    <a:pt x="0" y="450"/>
                  </a:lnTo>
                  <a:lnTo>
                    <a:pt x="150" y="600"/>
                  </a:lnTo>
                  <a:lnTo>
                    <a:pt x="1796" y="749"/>
                  </a:lnTo>
                  <a:lnTo>
                    <a:pt x="3443" y="899"/>
                  </a:lnTo>
                  <a:lnTo>
                    <a:pt x="5089" y="899"/>
                  </a:lnTo>
                  <a:lnTo>
                    <a:pt x="6736" y="600"/>
                  </a:lnTo>
                  <a:lnTo>
                    <a:pt x="6886" y="600"/>
                  </a:lnTo>
                  <a:lnTo>
                    <a:pt x="6886" y="450"/>
                  </a:lnTo>
                  <a:lnTo>
                    <a:pt x="6886" y="300"/>
                  </a:lnTo>
                  <a:lnTo>
                    <a:pt x="6736" y="151"/>
                  </a:lnTo>
                  <a:lnTo>
                    <a:pt x="508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27" name="Google Shape;3027;p64"/>
            <p:cNvSpPr/>
            <p:nvPr/>
          </p:nvSpPr>
          <p:spPr>
            <a:xfrm>
              <a:off x="3665925" y="1424325"/>
              <a:ext cx="149700" cy="26200"/>
            </a:xfrm>
            <a:custGeom>
              <a:rect b="b" l="l" r="r" t="t"/>
              <a:pathLst>
                <a:path extrusionOk="0" h="1048" w="5988">
                  <a:moveTo>
                    <a:pt x="2844" y="0"/>
                  </a:moveTo>
                  <a:lnTo>
                    <a:pt x="1497" y="150"/>
                  </a:lnTo>
                  <a:lnTo>
                    <a:pt x="0" y="299"/>
                  </a:lnTo>
                  <a:lnTo>
                    <a:pt x="0" y="599"/>
                  </a:lnTo>
                  <a:lnTo>
                    <a:pt x="0" y="749"/>
                  </a:lnTo>
                  <a:lnTo>
                    <a:pt x="1497" y="898"/>
                  </a:lnTo>
                  <a:lnTo>
                    <a:pt x="2844" y="1048"/>
                  </a:lnTo>
                  <a:lnTo>
                    <a:pt x="4341" y="1048"/>
                  </a:lnTo>
                  <a:lnTo>
                    <a:pt x="5688" y="749"/>
                  </a:lnTo>
                  <a:lnTo>
                    <a:pt x="5838" y="599"/>
                  </a:lnTo>
                  <a:lnTo>
                    <a:pt x="5988" y="599"/>
                  </a:lnTo>
                  <a:lnTo>
                    <a:pt x="5838" y="449"/>
                  </a:lnTo>
                  <a:lnTo>
                    <a:pt x="5688" y="299"/>
                  </a:lnTo>
                  <a:lnTo>
                    <a:pt x="434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28" name="Google Shape;3028;p64"/>
            <p:cNvSpPr/>
            <p:nvPr/>
          </p:nvSpPr>
          <p:spPr>
            <a:xfrm>
              <a:off x="3677150" y="1345725"/>
              <a:ext cx="134725" cy="26225"/>
            </a:xfrm>
            <a:custGeom>
              <a:rect b="b" l="l" r="r" t="t"/>
              <a:pathLst>
                <a:path extrusionOk="0" h="1049" w="5389">
                  <a:moveTo>
                    <a:pt x="1497" y="1"/>
                  </a:moveTo>
                  <a:lnTo>
                    <a:pt x="150" y="300"/>
                  </a:lnTo>
                  <a:lnTo>
                    <a:pt x="150" y="450"/>
                  </a:lnTo>
                  <a:lnTo>
                    <a:pt x="0" y="450"/>
                  </a:lnTo>
                  <a:lnTo>
                    <a:pt x="150" y="600"/>
                  </a:lnTo>
                  <a:lnTo>
                    <a:pt x="150" y="749"/>
                  </a:lnTo>
                  <a:lnTo>
                    <a:pt x="1497" y="899"/>
                  </a:lnTo>
                  <a:lnTo>
                    <a:pt x="2695" y="1049"/>
                  </a:lnTo>
                  <a:lnTo>
                    <a:pt x="4042" y="899"/>
                  </a:lnTo>
                  <a:lnTo>
                    <a:pt x="5239" y="749"/>
                  </a:lnTo>
                  <a:lnTo>
                    <a:pt x="5389" y="600"/>
                  </a:lnTo>
                  <a:lnTo>
                    <a:pt x="5389" y="450"/>
                  </a:lnTo>
                  <a:lnTo>
                    <a:pt x="5389" y="300"/>
                  </a:lnTo>
                  <a:lnTo>
                    <a:pt x="5239" y="151"/>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29" name="Google Shape;3029;p64"/>
            <p:cNvSpPr/>
            <p:nvPr/>
          </p:nvSpPr>
          <p:spPr>
            <a:xfrm>
              <a:off x="3688375" y="1267150"/>
              <a:ext cx="142225" cy="18725"/>
            </a:xfrm>
            <a:custGeom>
              <a:rect b="b" l="l" r="r" t="t"/>
              <a:pathLst>
                <a:path extrusionOk="0" h="749" w="5689">
                  <a:moveTo>
                    <a:pt x="1497" y="1"/>
                  </a:moveTo>
                  <a:lnTo>
                    <a:pt x="150" y="300"/>
                  </a:lnTo>
                  <a:lnTo>
                    <a:pt x="0" y="450"/>
                  </a:lnTo>
                  <a:lnTo>
                    <a:pt x="150" y="599"/>
                  </a:lnTo>
                  <a:lnTo>
                    <a:pt x="1497" y="749"/>
                  </a:lnTo>
                  <a:lnTo>
                    <a:pt x="4940" y="749"/>
                  </a:lnTo>
                  <a:lnTo>
                    <a:pt x="5539" y="450"/>
                  </a:lnTo>
                  <a:lnTo>
                    <a:pt x="5688" y="300"/>
                  </a:lnTo>
                  <a:lnTo>
                    <a:pt x="5539" y="150"/>
                  </a:lnTo>
                  <a:lnTo>
                    <a:pt x="49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30" name="Google Shape;3030;p64"/>
            <p:cNvSpPr/>
            <p:nvPr/>
          </p:nvSpPr>
          <p:spPr>
            <a:xfrm>
              <a:off x="3699600" y="1184825"/>
              <a:ext cx="134725" cy="22475"/>
            </a:xfrm>
            <a:custGeom>
              <a:rect b="b" l="l" r="r" t="t"/>
              <a:pathLst>
                <a:path extrusionOk="0" h="899" w="5389">
                  <a:moveTo>
                    <a:pt x="2844" y="1"/>
                  </a:moveTo>
                  <a:lnTo>
                    <a:pt x="1497" y="150"/>
                  </a:lnTo>
                  <a:lnTo>
                    <a:pt x="150" y="300"/>
                  </a:lnTo>
                  <a:lnTo>
                    <a:pt x="0" y="300"/>
                  </a:lnTo>
                  <a:lnTo>
                    <a:pt x="0" y="450"/>
                  </a:lnTo>
                  <a:lnTo>
                    <a:pt x="0" y="599"/>
                  </a:lnTo>
                  <a:lnTo>
                    <a:pt x="150" y="749"/>
                  </a:lnTo>
                  <a:lnTo>
                    <a:pt x="1497" y="899"/>
                  </a:lnTo>
                  <a:lnTo>
                    <a:pt x="4042" y="899"/>
                  </a:lnTo>
                  <a:lnTo>
                    <a:pt x="4790" y="749"/>
                  </a:lnTo>
                  <a:lnTo>
                    <a:pt x="5239" y="599"/>
                  </a:lnTo>
                  <a:lnTo>
                    <a:pt x="5389" y="450"/>
                  </a:lnTo>
                  <a:lnTo>
                    <a:pt x="5239" y="300"/>
                  </a:lnTo>
                  <a:lnTo>
                    <a:pt x="4790" y="15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31" name="Google Shape;3031;p64"/>
            <p:cNvSpPr/>
            <p:nvPr/>
          </p:nvSpPr>
          <p:spPr>
            <a:xfrm>
              <a:off x="3703350" y="1098775"/>
              <a:ext cx="134725" cy="29950"/>
            </a:xfrm>
            <a:custGeom>
              <a:rect b="b" l="l" r="r" t="t"/>
              <a:pathLst>
                <a:path extrusionOk="0" h="1198" w="5389">
                  <a:moveTo>
                    <a:pt x="2694" y="0"/>
                  </a:moveTo>
                  <a:lnTo>
                    <a:pt x="1347" y="150"/>
                  </a:lnTo>
                  <a:lnTo>
                    <a:pt x="150" y="449"/>
                  </a:lnTo>
                  <a:lnTo>
                    <a:pt x="0" y="449"/>
                  </a:lnTo>
                  <a:lnTo>
                    <a:pt x="0" y="599"/>
                  </a:lnTo>
                  <a:lnTo>
                    <a:pt x="0" y="748"/>
                  </a:lnTo>
                  <a:lnTo>
                    <a:pt x="150" y="898"/>
                  </a:lnTo>
                  <a:lnTo>
                    <a:pt x="1347" y="1048"/>
                  </a:lnTo>
                  <a:lnTo>
                    <a:pt x="2694" y="1198"/>
                  </a:lnTo>
                  <a:lnTo>
                    <a:pt x="4041" y="1198"/>
                  </a:lnTo>
                  <a:lnTo>
                    <a:pt x="4640" y="1048"/>
                  </a:lnTo>
                  <a:lnTo>
                    <a:pt x="5239" y="898"/>
                  </a:lnTo>
                  <a:lnTo>
                    <a:pt x="5389" y="748"/>
                  </a:lnTo>
                  <a:lnTo>
                    <a:pt x="5389" y="449"/>
                  </a:lnTo>
                  <a:lnTo>
                    <a:pt x="5239" y="449"/>
                  </a:lnTo>
                  <a:lnTo>
                    <a:pt x="4640" y="299"/>
                  </a:lnTo>
                  <a:lnTo>
                    <a:pt x="4041" y="150"/>
                  </a:lnTo>
                  <a:lnTo>
                    <a:pt x="2694"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32" name="Google Shape;3032;p64"/>
            <p:cNvSpPr/>
            <p:nvPr/>
          </p:nvSpPr>
          <p:spPr>
            <a:xfrm>
              <a:off x="3718300" y="1020175"/>
              <a:ext cx="134750" cy="26225"/>
            </a:xfrm>
            <a:custGeom>
              <a:rect b="b" l="l" r="r" t="t"/>
              <a:pathLst>
                <a:path extrusionOk="0" h="1049" w="5390">
                  <a:moveTo>
                    <a:pt x="2695" y="1"/>
                  </a:moveTo>
                  <a:lnTo>
                    <a:pt x="1348" y="151"/>
                  </a:lnTo>
                  <a:lnTo>
                    <a:pt x="151" y="300"/>
                  </a:lnTo>
                  <a:lnTo>
                    <a:pt x="1" y="600"/>
                  </a:lnTo>
                  <a:lnTo>
                    <a:pt x="151" y="749"/>
                  </a:lnTo>
                  <a:lnTo>
                    <a:pt x="1348" y="899"/>
                  </a:lnTo>
                  <a:lnTo>
                    <a:pt x="2695" y="1049"/>
                  </a:lnTo>
                  <a:lnTo>
                    <a:pt x="4042" y="1049"/>
                  </a:lnTo>
                  <a:lnTo>
                    <a:pt x="5240" y="749"/>
                  </a:lnTo>
                  <a:lnTo>
                    <a:pt x="5389" y="600"/>
                  </a:lnTo>
                  <a:lnTo>
                    <a:pt x="5240" y="300"/>
                  </a:lnTo>
                  <a:lnTo>
                    <a:pt x="404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33" name="Google Shape;3033;p64"/>
            <p:cNvSpPr/>
            <p:nvPr/>
          </p:nvSpPr>
          <p:spPr>
            <a:xfrm>
              <a:off x="3729525" y="941600"/>
              <a:ext cx="108550" cy="22475"/>
            </a:xfrm>
            <a:custGeom>
              <a:rect b="b" l="l" r="r" t="t"/>
              <a:pathLst>
                <a:path extrusionOk="0" h="899" w="4342">
                  <a:moveTo>
                    <a:pt x="2246" y="1"/>
                  </a:moveTo>
                  <a:lnTo>
                    <a:pt x="1198" y="150"/>
                  </a:lnTo>
                  <a:lnTo>
                    <a:pt x="151" y="300"/>
                  </a:lnTo>
                  <a:lnTo>
                    <a:pt x="1" y="450"/>
                  </a:lnTo>
                  <a:lnTo>
                    <a:pt x="151" y="599"/>
                  </a:lnTo>
                  <a:lnTo>
                    <a:pt x="1198" y="899"/>
                  </a:lnTo>
                  <a:lnTo>
                    <a:pt x="3743" y="899"/>
                  </a:lnTo>
                  <a:lnTo>
                    <a:pt x="4342" y="599"/>
                  </a:lnTo>
                  <a:lnTo>
                    <a:pt x="4342" y="450"/>
                  </a:lnTo>
                  <a:lnTo>
                    <a:pt x="4342" y="300"/>
                  </a:lnTo>
                  <a:lnTo>
                    <a:pt x="3743" y="150"/>
                  </a:lnTo>
                  <a:lnTo>
                    <a:pt x="329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34" name="Google Shape;3034;p64"/>
            <p:cNvSpPr/>
            <p:nvPr/>
          </p:nvSpPr>
          <p:spPr>
            <a:xfrm>
              <a:off x="3740750" y="863025"/>
              <a:ext cx="82350" cy="18725"/>
            </a:xfrm>
            <a:custGeom>
              <a:rect b="b" l="l" r="r" t="t"/>
              <a:pathLst>
                <a:path extrusionOk="0" h="749" w="3294">
                  <a:moveTo>
                    <a:pt x="1498" y="0"/>
                  </a:moveTo>
                  <a:lnTo>
                    <a:pt x="151" y="300"/>
                  </a:lnTo>
                  <a:lnTo>
                    <a:pt x="1" y="449"/>
                  </a:lnTo>
                  <a:lnTo>
                    <a:pt x="151" y="599"/>
                  </a:lnTo>
                  <a:lnTo>
                    <a:pt x="1647" y="749"/>
                  </a:lnTo>
                  <a:lnTo>
                    <a:pt x="2396" y="749"/>
                  </a:lnTo>
                  <a:lnTo>
                    <a:pt x="2995" y="599"/>
                  </a:lnTo>
                  <a:lnTo>
                    <a:pt x="3144" y="599"/>
                  </a:lnTo>
                  <a:lnTo>
                    <a:pt x="3294" y="449"/>
                  </a:lnTo>
                  <a:lnTo>
                    <a:pt x="3144" y="150"/>
                  </a:lnTo>
                  <a:lnTo>
                    <a:pt x="2995" y="150"/>
                  </a:lnTo>
                  <a:lnTo>
                    <a:pt x="23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35" name="Google Shape;3035;p64"/>
            <p:cNvSpPr/>
            <p:nvPr/>
          </p:nvSpPr>
          <p:spPr>
            <a:xfrm>
              <a:off x="3744500" y="780700"/>
              <a:ext cx="71125" cy="22475"/>
            </a:xfrm>
            <a:custGeom>
              <a:rect b="b" l="l" r="r" t="t"/>
              <a:pathLst>
                <a:path extrusionOk="0" h="899" w="2845">
                  <a:moveTo>
                    <a:pt x="1348" y="0"/>
                  </a:moveTo>
                  <a:lnTo>
                    <a:pt x="749" y="150"/>
                  </a:lnTo>
                  <a:lnTo>
                    <a:pt x="150" y="300"/>
                  </a:lnTo>
                  <a:lnTo>
                    <a:pt x="1" y="449"/>
                  </a:lnTo>
                  <a:lnTo>
                    <a:pt x="150" y="599"/>
                  </a:lnTo>
                  <a:lnTo>
                    <a:pt x="749" y="898"/>
                  </a:lnTo>
                  <a:lnTo>
                    <a:pt x="1946" y="898"/>
                  </a:lnTo>
                  <a:lnTo>
                    <a:pt x="2545" y="749"/>
                  </a:lnTo>
                  <a:lnTo>
                    <a:pt x="2695" y="599"/>
                  </a:lnTo>
                  <a:lnTo>
                    <a:pt x="2845" y="449"/>
                  </a:lnTo>
                  <a:lnTo>
                    <a:pt x="2695" y="300"/>
                  </a:lnTo>
                  <a:lnTo>
                    <a:pt x="2545" y="150"/>
                  </a:lnTo>
                  <a:lnTo>
                    <a:pt x="194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36" name="Google Shape;3036;p64"/>
            <p:cNvSpPr/>
            <p:nvPr/>
          </p:nvSpPr>
          <p:spPr>
            <a:xfrm>
              <a:off x="3759475" y="698375"/>
              <a:ext cx="67375" cy="26225"/>
            </a:xfrm>
            <a:custGeom>
              <a:rect b="b" l="l" r="r" t="t"/>
              <a:pathLst>
                <a:path extrusionOk="0" h="1049" w="2695">
                  <a:moveTo>
                    <a:pt x="1497" y="0"/>
                  </a:moveTo>
                  <a:lnTo>
                    <a:pt x="150" y="300"/>
                  </a:lnTo>
                  <a:lnTo>
                    <a:pt x="0" y="450"/>
                  </a:lnTo>
                  <a:lnTo>
                    <a:pt x="150" y="749"/>
                  </a:lnTo>
                  <a:lnTo>
                    <a:pt x="749" y="899"/>
                  </a:lnTo>
                  <a:lnTo>
                    <a:pt x="1497" y="1048"/>
                  </a:lnTo>
                  <a:lnTo>
                    <a:pt x="2096" y="899"/>
                  </a:lnTo>
                  <a:lnTo>
                    <a:pt x="2395" y="899"/>
                  </a:lnTo>
                  <a:lnTo>
                    <a:pt x="2695" y="749"/>
                  </a:lnTo>
                  <a:lnTo>
                    <a:pt x="2695" y="450"/>
                  </a:lnTo>
                  <a:lnTo>
                    <a:pt x="26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37" name="Google Shape;3037;p64"/>
            <p:cNvSpPr/>
            <p:nvPr/>
          </p:nvSpPr>
          <p:spPr>
            <a:xfrm>
              <a:off x="3766950" y="623525"/>
              <a:ext cx="59900" cy="15000"/>
            </a:xfrm>
            <a:custGeom>
              <a:rect b="b" l="l" r="r" t="t"/>
              <a:pathLst>
                <a:path extrusionOk="0" h="600" w="2396">
                  <a:moveTo>
                    <a:pt x="1048" y="1"/>
                  </a:moveTo>
                  <a:lnTo>
                    <a:pt x="1" y="151"/>
                  </a:lnTo>
                  <a:lnTo>
                    <a:pt x="1" y="300"/>
                  </a:lnTo>
                  <a:lnTo>
                    <a:pt x="1" y="450"/>
                  </a:lnTo>
                  <a:lnTo>
                    <a:pt x="1048" y="600"/>
                  </a:lnTo>
                  <a:lnTo>
                    <a:pt x="2246" y="450"/>
                  </a:lnTo>
                  <a:lnTo>
                    <a:pt x="2396" y="300"/>
                  </a:lnTo>
                  <a:lnTo>
                    <a:pt x="2246" y="151"/>
                  </a:lnTo>
                  <a:lnTo>
                    <a:pt x="224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38" name="Google Shape;3038;p64"/>
            <p:cNvSpPr/>
            <p:nvPr/>
          </p:nvSpPr>
          <p:spPr>
            <a:xfrm>
              <a:off x="3512500" y="2827550"/>
              <a:ext cx="18725" cy="295650"/>
            </a:xfrm>
            <a:custGeom>
              <a:rect b="b" l="l" r="r" t="t"/>
              <a:pathLst>
                <a:path extrusionOk="0" h="11826" w="749">
                  <a:moveTo>
                    <a:pt x="300" y="1"/>
                  </a:moveTo>
                  <a:lnTo>
                    <a:pt x="150" y="150"/>
                  </a:lnTo>
                  <a:lnTo>
                    <a:pt x="150" y="300"/>
                  </a:lnTo>
                  <a:lnTo>
                    <a:pt x="150" y="749"/>
                  </a:lnTo>
                  <a:lnTo>
                    <a:pt x="1" y="1497"/>
                  </a:lnTo>
                  <a:lnTo>
                    <a:pt x="1" y="2096"/>
                  </a:lnTo>
                  <a:lnTo>
                    <a:pt x="1" y="2695"/>
                  </a:lnTo>
                  <a:lnTo>
                    <a:pt x="1" y="7185"/>
                  </a:lnTo>
                  <a:lnTo>
                    <a:pt x="150" y="11676"/>
                  </a:lnTo>
                  <a:lnTo>
                    <a:pt x="300" y="11825"/>
                  </a:lnTo>
                  <a:lnTo>
                    <a:pt x="450" y="11676"/>
                  </a:lnTo>
                  <a:lnTo>
                    <a:pt x="749" y="7185"/>
                  </a:lnTo>
                  <a:lnTo>
                    <a:pt x="599" y="2695"/>
                  </a:lnTo>
                  <a:lnTo>
                    <a:pt x="599" y="2096"/>
                  </a:lnTo>
                  <a:lnTo>
                    <a:pt x="599" y="1497"/>
                  </a:lnTo>
                  <a:lnTo>
                    <a:pt x="599" y="1348"/>
                  </a:lnTo>
                  <a:lnTo>
                    <a:pt x="599" y="749"/>
                  </a:lnTo>
                  <a:lnTo>
                    <a:pt x="450" y="30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39" name="Google Shape;3039;p64"/>
            <p:cNvSpPr/>
            <p:nvPr/>
          </p:nvSpPr>
          <p:spPr>
            <a:xfrm>
              <a:off x="3351600" y="2850000"/>
              <a:ext cx="15000" cy="280675"/>
            </a:xfrm>
            <a:custGeom>
              <a:rect b="b" l="l" r="r" t="t"/>
              <a:pathLst>
                <a:path extrusionOk="0" h="11227" w="600">
                  <a:moveTo>
                    <a:pt x="300" y="1"/>
                  </a:moveTo>
                  <a:lnTo>
                    <a:pt x="150" y="150"/>
                  </a:lnTo>
                  <a:lnTo>
                    <a:pt x="0" y="5539"/>
                  </a:lnTo>
                  <a:lnTo>
                    <a:pt x="0" y="6587"/>
                  </a:lnTo>
                  <a:lnTo>
                    <a:pt x="0" y="7634"/>
                  </a:lnTo>
                  <a:lnTo>
                    <a:pt x="0" y="9430"/>
                  </a:lnTo>
                  <a:lnTo>
                    <a:pt x="150" y="11077"/>
                  </a:lnTo>
                  <a:lnTo>
                    <a:pt x="300" y="11227"/>
                  </a:lnTo>
                  <a:lnTo>
                    <a:pt x="449" y="11077"/>
                  </a:lnTo>
                  <a:lnTo>
                    <a:pt x="599" y="8832"/>
                  </a:lnTo>
                  <a:lnTo>
                    <a:pt x="599" y="6587"/>
                  </a:lnTo>
                  <a:lnTo>
                    <a:pt x="599" y="5539"/>
                  </a:lnTo>
                  <a:lnTo>
                    <a:pt x="599" y="4641"/>
                  </a:lnTo>
                  <a:lnTo>
                    <a:pt x="449" y="150"/>
                  </a:lnTo>
                  <a:lnTo>
                    <a:pt x="3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0" name="Google Shape;3040;p64"/>
            <p:cNvSpPr/>
            <p:nvPr/>
          </p:nvSpPr>
          <p:spPr>
            <a:xfrm>
              <a:off x="3265525" y="2846250"/>
              <a:ext cx="26225" cy="273200"/>
            </a:xfrm>
            <a:custGeom>
              <a:rect b="b" l="l" r="r" t="t"/>
              <a:pathLst>
                <a:path extrusionOk="0" h="10928" w="1049">
                  <a:moveTo>
                    <a:pt x="450" y="1"/>
                  </a:moveTo>
                  <a:lnTo>
                    <a:pt x="150" y="2396"/>
                  </a:lnTo>
                  <a:lnTo>
                    <a:pt x="1" y="4940"/>
                  </a:lnTo>
                  <a:lnTo>
                    <a:pt x="1" y="7485"/>
                  </a:lnTo>
                  <a:lnTo>
                    <a:pt x="300" y="9880"/>
                  </a:lnTo>
                  <a:lnTo>
                    <a:pt x="300" y="10778"/>
                  </a:lnTo>
                  <a:lnTo>
                    <a:pt x="450" y="10928"/>
                  </a:lnTo>
                  <a:lnTo>
                    <a:pt x="600" y="10778"/>
                  </a:lnTo>
                  <a:lnTo>
                    <a:pt x="600" y="10478"/>
                  </a:lnTo>
                  <a:lnTo>
                    <a:pt x="749" y="9131"/>
                  </a:lnTo>
                  <a:lnTo>
                    <a:pt x="1049" y="6886"/>
                  </a:lnTo>
                  <a:lnTo>
                    <a:pt x="1049" y="4491"/>
                  </a:lnTo>
                  <a:lnTo>
                    <a:pt x="899" y="2246"/>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1" name="Google Shape;3041;p64"/>
            <p:cNvSpPr/>
            <p:nvPr/>
          </p:nvSpPr>
          <p:spPr>
            <a:xfrm>
              <a:off x="3186950" y="2857500"/>
              <a:ext cx="22475" cy="258200"/>
            </a:xfrm>
            <a:custGeom>
              <a:rect b="b" l="l" r="r" t="t"/>
              <a:pathLst>
                <a:path extrusionOk="0" h="10328" w="899">
                  <a:moveTo>
                    <a:pt x="300" y="0"/>
                  </a:moveTo>
                  <a:lnTo>
                    <a:pt x="150" y="1048"/>
                  </a:lnTo>
                  <a:lnTo>
                    <a:pt x="1" y="2245"/>
                  </a:lnTo>
                  <a:lnTo>
                    <a:pt x="1" y="4640"/>
                  </a:lnTo>
                  <a:lnTo>
                    <a:pt x="1" y="7484"/>
                  </a:lnTo>
                  <a:lnTo>
                    <a:pt x="300" y="10178"/>
                  </a:lnTo>
                  <a:lnTo>
                    <a:pt x="300" y="10328"/>
                  </a:lnTo>
                  <a:lnTo>
                    <a:pt x="599" y="10328"/>
                  </a:lnTo>
                  <a:lnTo>
                    <a:pt x="599" y="10178"/>
                  </a:lnTo>
                  <a:lnTo>
                    <a:pt x="749" y="7484"/>
                  </a:lnTo>
                  <a:lnTo>
                    <a:pt x="899" y="4640"/>
                  </a:lnTo>
                  <a:lnTo>
                    <a:pt x="899" y="2245"/>
                  </a:lnTo>
                  <a:lnTo>
                    <a:pt x="749" y="1048"/>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2" name="Google Shape;3042;p64"/>
            <p:cNvSpPr/>
            <p:nvPr/>
          </p:nvSpPr>
          <p:spPr>
            <a:xfrm>
              <a:off x="3100875" y="2857500"/>
              <a:ext cx="29975" cy="243250"/>
            </a:xfrm>
            <a:custGeom>
              <a:rect b="b" l="l" r="r" t="t"/>
              <a:pathLst>
                <a:path extrusionOk="0" h="9730" w="1199">
                  <a:moveTo>
                    <a:pt x="450" y="0"/>
                  </a:moveTo>
                  <a:lnTo>
                    <a:pt x="300" y="1197"/>
                  </a:lnTo>
                  <a:lnTo>
                    <a:pt x="151" y="2395"/>
                  </a:lnTo>
                  <a:lnTo>
                    <a:pt x="1" y="4790"/>
                  </a:lnTo>
                  <a:lnTo>
                    <a:pt x="300" y="7334"/>
                  </a:lnTo>
                  <a:lnTo>
                    <a:pt x="450" y="9579"/>
                  </a:lnTo>
                  <a:lnTo>
                    <a:pt x="600" y="9729"/>
                  </a:lnTo>
                  <a:lnTo>
                    <a:pt x="749" y="9579"/>
                  </a:lnTo>
                  <a:lnTo>
                    <a:pt x="899" y="7334"/>
                  </a:lnTo>
                  <a:lnTo>
                    <a:pt x="1198" y="4790"/>
                  </a:lnTo>
                  <a:lnTo>
                    <a:pt x="1198" y="2395"/>
                  </a:lnTo>
                  <a:lnTo>
                    <a:pt x="1049" y="1197"/>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3" name="Google Shape;3043;p64"/>
            <p:cNvSpPr/>
            <p:nvPr/>
          </p:nvSpPr>
          <p:spPr>
            <a:xfrm>
              <a:off x="3026050" y="2846250"/>
              <a:ext cx="22475" cy="243275"/>
            </a:xfrm>
            <a:custGeom>
              <a:rect b="b" l="l" r="r" t="t"/>
              <a:pathLst>
                <a:path extrusionOk="0" h="9731" w="899">
                  <a:moveTo>
                    <a:pt x="449" y="1"/>
                  </a:moveTo>
                  <a:lnTo>
                    <a:pt x="300" y="151"/>
                  </a:lnTo>
                  <a:lnTo>
                    <a:pt x="0" y="1198"/>
                  </a:lnTo>
                  <a:lnTo>
                    <a:pt x="0" y="2396"/>
                  </a:lnTo>
                  <a:lnTo>
                    <a:pt x="0" y="4641"/>
                  </a:lnTo>
                  <a:lnTo>
                    <a:pt x="0" y="7036"/>
                  </a:lnTo>
                  <a:lnTo>
                    <a:pt x="300" y="9580"/>
                  </a:lnTo>
                  <a:lnTo>
                    <a:pt x="300" y="9730"/>
                  </a:lnTo>
                  <a:lnTo>
                    <a:pt x="599" y="9730"/>
                  </a:lnTo>
                  <a:lnTo>
                    <a:pt x="599" y="9580"/>
                  </a:lnTo>
                  <a:lnTo>
                    <a:pt x="749" y="7036"/>
                  </a:lnTo>
                  <a:lnTo>
                    <a:pt x="749" y="4641"/>
                  </a:lnTo>
                  <a:lnTo>
                    <a:pt x="898" y="239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4" name="Google Shape;3044;p64"/>
            <p:cNvSpPr/>
            <p:nvPr/>
          </p:nvSpPr>
          <p:spPr>
            <a:xfrm>
              <a:off x="2943725" y="2846250"/>
              <a:ext cx="22475" cy="232050"/>
            </a:xfrm>
            <a:custGeom>
              <a:rect b="b" l="l" r="r" t="t"/>
              <a:pathLst>
                <a:path extrusionOk="0" h="9282" w="899">
                  <a:moveTo>
                    <a:pt x="300" y="1"/>
                  </a:moveTo>
                  <a:lnTo>
                    <a:pt x="300" y="151"/>
                  </a:lnTo>
                  <a:lnTo>
                    <a:pt x="0" y="4641"/>
                  </a:lnTo>
                  <a:lnTo>
                    <a:pt x="150" y="6886"/>
                  </a:lnTo>
                  <a:lnTo>
                    <a:pt x="300" y="9131"/>
                  </a:lnTo>
                  <a:lnTo>
                    <a:pt x="599" y="9281"/>
                  </a:lnTo>
                  <a:lnTo>
                    <a:pt x="749" y="9131"/>
                  </a:lnTo>
                  <a:lnTo>
                    <a:pt x="899" y="6886"/>
                  </a:lnTo>
                  <a:lnTo>
                    <a:pt x="899" y="4641"/>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5" name="Google Shape;3045;p64"/>
            <p:cNvSpPr/>
            <p:nvPr/>
          </p:nvSpPr>
          <p:spPr>
            <a:xfrm>
              <a:off x="2861400" y="2835025"/>
              <a:ext cx="22475" cy="235775"/>
            </a:xfrm>
            <a:custGeom>
              <a:rect b="b" l="l" r="r" t="t"/>
              <a:pathLst>
                <a:path extrusionOk="0" h="9431" w="899">
                  <a:moveTo>
                    <a:pt x="599" y="1"/>
                  </a:moveTo>
                  <a:lnTo>
                    <a:pt x="450" y="151"/>
                  </a:lnTo>
                  <a:lnTo>
                    <a:pt x="300" y="300"/>
                  </a:lnTo>
                  <a:lnTo>
                    <a:pt x="150" y="2695"/>
                  </a:lnTo>
                  <a:lnTo>
                    <a:pt x="1" y="5090"/>
                  </a:lnTo>
                  <a:lnTo>
                    <a:pt x="1" y="7186"/>
                  </a:lnTo>
                  <a:lnTo>
                    <a:pt x="1" y="8383"/>
                  </a:lnTo>
                  <a:lnTo>
                    <a:pt x="150" y="9431"/>
                  </a:lnTo>
                  <a:lnTo>
                    <a:pt x="599" y="9431"/>
                  </a:lnTo>
                  <a:lnTo>
                    <a:pt x="749" y="8383"/>
                  </a:lnTo>
                  <a:lnTo>
                    <a:pt x="899" y="7186"/>
                  </a:lnTo>
                  <a:lnTo>
                    <a:pt x="899" y="5090"/>
                  </a:lnTo>
                  <a:lnTo>
                    <a:pt x="899" y="2695"/>
                  </a:lnTo>
                  <a:lnTo>
                    <a:pt x="749" y="300"/>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6" name="Google Shape;3046;p64"/>
            <p:cNvSpPr/>
            <p:nvPr/>
          </p:nvSpPr>
          <p:spPr>
            <a:xfrm>
              <a:off x="2782825" y="2850000"/>
              <a:ext cx="22475" cy="205825"/>
            </a:xfrm>
            <a:custGeom>
              <a:rect b="b" l="l" r="r" t="t"/>
              <a:pathLst>
                <a:path extrusionOk="0" h="8233" w="899">
                  <a:moveTo>
                    <a:pt x="449" y="1"/>
                  </a:moveTo>
                  <a:lnTo>
                    <a:pt x="300" y="150"/>
                  </a:lnTo>
                  <a:lnTo>
                    <a:pt x="150" y="300"/>
                  </a:lnTo>
                  <a:lnTo>
                    <a:pt x="0" y="2246"/>
                  </a:lnTo>
                  <a:lnTo>
                    <a:pt x="0" y="4192"/>
                  </a:lnTo>
                  <a:lnTo>
                    <a:pt x="0" y="6137"/>
                  </a:lnTo>
                  <a:lnTo>
                    <a:pt x="300" y="8083"/>
                  </a:lnTo>
                  <a:lnTo>
                    <a:pt x="300" y="8233"/>
                  </a:lnTo>
                  <a:lnTo>
                    <a:pt x="449" y="8083"/>
                  </a:lnTo>
                  <a:lnTo>
                    <a:pt x="898" y="4192"/>
                  </a:lnTo>
                  <a:lnTo>
                    <a:pt x="898" y="2246"/>
                  </a:lnTo>
                  <a:lnTo>
                    <a:pt x="749" y="300"/>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7" name="Google Shape;3047;p64"/>
            <p:cNvSpPr/>
            <p:nvPr/>
          </p:nvSpPr>
          <p:spPr>
            <a:xfrm>
              <a:off x="2696750" y="2797625"/>
              <a:ext cx="29975" cy="246975"/>
            </a:xfrm>
            <a:custGeom>
              <a:rect b="b" l="l" r="r" t="t"/>
              <a:pathLst>
                <a:path extrusionOk="0" h="9879" w="1199">
                  <a:moveTo>
                    <a:pt x="599" y="0"/>
                  </a:moveTo>
                  <a:lnTo>
                    <a:pt x="450" y="150"/>
                  </a:lnTo>
                  <a:lnTo>
                    <a:pt x="150" y="2545"/>
                  </a:lnTo>
                  <a:lnTo>
                    <a:pt x="1" y="4940"/>
                  </a:lnTo>
                  <a:lnTo>
                    <a:pt x="150" y="7334"/>
                  </a:lnTo>
                  <a:lnTo>
                    <a:pt x="450" y="9729"/>
                  </a:lnTo>
                  <a:lnTo>
                    <a:pt x="599" y="9879"/>
                  </a:lnTo>
                  <a:lnTo>
                    <a:pt x="749" y="9729"/>
                  </a:lnTo>
                  <a:lnTo>
                    <a:pt x="1048" y="7634"/>
                  </a:lnTo>
                  <a:lnTo>
                    <a:pt x="1198" y="5688"/>
                  </a:lnTo>
                  <a:lnTo>
                    <a:pt x="1198" y="3892"/>
                  </a:lnTo>
                  <a:lnTo>
                    <a:pt x="1048" y="1946"/>
                  </a:lnTo>
                  <a:lnTo>
                    <a:pt x="899" y="150"/>
                  </a:lnTo>
                  <a:lnTo>
                    <a:pt x="74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8" name="Google Shape;3048;p64"/>
            <p:cNvSpPr/>
            <p:nvPr/>
          </p:nvSpPr>
          <p:spPr>
            <a:xfrm>
              <a:off x="2621925" y="2838775"/>
              <a:ext cx="22475" cy="194600"/>
            </a:xfrm>
            <a:custGeom>
              <a:rect b="b" l="l" r="r" t="t"/>
              <a:pathLst>
                <a:path extrusionOk="0" h="7784" w="899">
                  <a:moveTo>
                    <a:pt x="299" y="1"/>
                  </a:moveTo>
                  <a:lnTo>
                    <a:pt x="150" y="150"/>
                  </a:lnTo>
                  <a:lnTo>
                    <a:pt x="0" y="2096"/>
                  </a:lnTo>
                  <a:lnTo>
                    <a:pt x="0" y="3892"/>
                  </a:lnTo>
                  <a:lnTo>
                    <a:pt x="0" y="5838"/>
                  </a:lnTo>
                  <a:lnTo>
                    <a:pt x="299" y="7634"/>
                  </a:lnTo>
                  <a:lnTo>
                    <a:pt x="449" y="7784"/>
                  </a:lnTo>
                  <a:lnTo>
                    <a:pt x="599" y="7634"/>
                  </a:lnTo>
                  <a:lnTo>
                    <a:pt x="749" y="5838"/>
                  </a:lnTo>
                  <a:lnTo>
                    <a:pt x="898" y="3892"/>
                  </a:lnTo>
                  <a:lnTo>
                    <a:pt x="749" y="2096"/>
                  </a:lnTo>
                  <a:lnTo>
                    <a:pt x="59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49" name="Google Shape;3049;p64"/>
            <p:cNvSpPr/>
            <p:nvPr/>
          </p:nvSpPr>
          <p:spPr>
            <a:xfrm>
              <a:off x="2461000" y="2846250"/>
              <a:ext cx="22500" cy="164675"/>
            </a:xfrm>
            <a:custGeom>
              <a:rect b="b" l="l" r="r" t="t"/>
              <a:pathLst>
                <a:path extrusionOk="0" h="6587" w="900">
                  <a:moveTo>
                    <a:pt x="450" y="1"/>
                  </a:moveTo>
                  <a:lnTo>
                    <a:pt x="300" y="151"/>
                  </a:lnTo>
                  <a:lnTo>
                    <a:pt x="151" y="300"/>
                  </a:lnTo>
                  <a:lnTo>
                    <a:pt x="151" y="899"/>
                  </a:lnTo>
                  <a:lnTo>
                    <a:pt x="1" y="2246"/>
                  </a:lnTo>
                  <a:lnTo>
                    <a:pt x="1" y="3743"/>
                  </a:lnTo>
                  <a:lnTo>
                    <a:pt x="151" y="5090"/>
                  </a:lnTo>
                  <a:lnTo>
                    <a:pt x="300" y="6587"/>
                  </a:lnTo>
                  <a:lnTo>
                    <a:pt x="600" y="6587"/>
                  </a:lnTo>
                  <a:lnTo>
                    <a:pt x="899" y="4940"/>
                  </a:lnTo>
                  <a:lnTo>
                    <a:pt x="899" y="3444"/>
                  </a:lnTo>
                  <a:lnTo>
                    <a:pt x="899" y="1797"/>
                  </a:lnTo>
                  <a:lnTo>
                    <a:pt x="600" y="300"/>
                  </a:lnTo>
                  <a:lnTo>
                    <a:pt x="600"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0" name="Google Shape;3050;p64"/>
            <p:cNvSpPr/>
            <p:nvPr/>
          </p:nvSpPr>
          <p:spPr>
            <a:xfrm>
              <a:off x="2539600" y="2850000"/>
              <a:ext cx="22475" cy="172150"/>
            </a:xfrm>
            <a:custGeom>
              <a:rect b="b" l="l" r="r" t="t"/>
              <a:pathLst>
                <a:path extrusionOk="0" h="6886" w="899">
                  <a:moveTo>
                    <a:pt x="300" y="1"/>
                  </a:moveTo>
                  <a:lnTo>
                    <a:pt x="300" y="150"/>
                  </a:lnTo>
                  <a:lnTo>
                    <a:pt x="0" y="1797"/>
                  </a:lnTo>
                  <a:lnTo>
                    <a:pt x="0" y="3443"/>
                  </a:lnTo>
                  <a:lnTo>
                    <a:pt x="150" y="5090"/>
                  </a:lnTo>
                  <a:lnTo>
                    <a:pt x="300" y="6736"/>
                  </a:lnTo>
                  <a:lnTo>
                    <a:pt x="449" y="6886"/>
                  </a:lnTo>
                  <a:lnTo>
                    <a:pt x="599" y="6886"/>
                  </a:lnTo>
                  <a:lnTo>
                    <a:pt x="599" y="6736"/>
                  </a:lnTo>
                  <a:lnTo>
                    <a:pt x="898" y="5090"/>
                  </a:lnTo>
                  <a:lnTo>
                    <a:pt x="898" y="3443"/>
                  </a:lnTo>
                  <a:lnTo>
                    <a:pt x="898" y="1797"/>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1" name="Google Shape;3051;p64"/>
            <p:cNvSpPr/>
            <p:nvPr/>
          </p:nvSpPr>
          <p:spPr>
            <a:xfrm>
              <a:off x="2378700" y="2853750"/>
              <a:ext cx="22475" cy="149700"/>
            </a:xfrm>
            <a:custGeom>
              <a:rect b="b" l="l" r="r" t="t"/>
              <a:pathLst>
                <a:path extrusionOk="0" h="5988" w="899">
                  <a:moveTo>
                    <a:pt x="299" y="0"/>
                  </a:moveTo>
                  <a:lnTo>
                    <a:pt x="299" y="150"/>
                  </a:lnTo>
                  <a:lnTo>
                    <a:pt x="0" y="1497"/>
                  </a:lnTo>
                  <a:lnTo>
                    <a:pt x="0" y="2994"/>
                  </a:lnTo>
                  <a:lnTo>
                    <a:pt x="150" y="4491"/>
                  </a:lnTo>
                  <a:lnTo>
                    <a:pt x="299" y="5838"/>
                  </a:lnTo>
                  <a:lnTo>
                    <a:pt x="449" y="5987"/>
                  </a:lnTo>
                  <a:lnTo>
                    <a:pt x="599" y="5838"/>
                  </a:lnTo>
                  <a:lnTo>
                    <a:pt x="898" y="4491"/>
                  </a:lnTo>
                  <a:lnTo>
                    <a:pt x="898" y="2994"/>
                  </a:lnTo>
                  <a:lnTo>
                    <a:pt x="898" y="1497"/>
                  </a:lnTo>
                  <a:lnTo>
                    <a:pt x="748"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2" name="Google Shape;3052;p64"/>
            <p:cNvSpPr/>
            <p:nvPr/>
          </p:nvSpPr>
          <p:spPr>
            <a:xfrm>
              <a:off x="2296375" y="2853750"/>
              <a:ext cx="26200" cy="134725"/>
            </a:xfrm>
            <a:custGeom>
              <a:rect b="b" l="l" r="r" t="t"/>
              <a:pathLst>
                <a:path extrusionOk="0" h="5389" w="1048">
                  <a:moveTo>
                    <a:pt x="449" y="0"/>
                  </a:moveTo>
                  <a:lnTo>
                    <a:pt x="299" y="150"/>
                  </a:lnTo>
                  <a:lnTo>
                    <a:pt x="150" y="1497"/>
                  </a:lnTo>
                  <a:lnTo>
                    <a:pt x="0" y="2695"/>
                  </a:lnTo>
                  <a:lnTo>
                    <a:pt x="150" y="4042"/>
                  </a:lnTo>
                  <a:lnTo>
                    <a:pt x="449" y="5239"/>
                  </a:lnTo>
                  <a:lnTo>
                    <a:pt x="449" y="5389"/>
                  </a:lnTo>
                  <a:lnTo>
                    <a:pt x="749" y="5389"/>
                  </a:lnTo>
                  <a:lnTo>
                    <a:pt x="749" y="5239"/>
                  </a:lnTo>
                  <a:lnTo>
                    <a:pt x="1048" y="4042"/>
                  </a:lnTo>
                  <a:lnTo>
                    <a:pt x="1048" y="2695"/>
                  </a:lnTo>
                  <a:lnTo>
                    <a:pt x="1048" y="149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3" name="Google Shape;3053;p64"/>
            <p:cNvSpPr/>
            <p:nvPr/>
          </p:nvSpPr>
          <p:spPr>
            <a:xfrm>
              <a:off x="2217775" y="2838775"/>
              <a:ext cx="22475" cy="142225"/>
            </a:xfrm>
            <a:custGeom>
              <a:rect b="b" l="l" r="r" t="t"/>
              <a:pathLst>
                <a:path extrusionOk="0" h="5689" w="899">
                  <a:moveTo>
                    <a:pt x="300" y="1"/>
                  </a:moveTo>
                  <a:lnTo>
                    <a:pt x="151" y="599"/>
                  </a:lnTo>
                  <a:lnTo>
                    <a:pt x="1" y="1348"/>
                  </a:lnTo>
                  <a:lnTo>
                    <a:pt x="1" y="2695"/>
                  </a:lnTo>
                  <a:lnTo>
                    <a:pt x="151" y="4042"/>
                  </a:lnTo>
                  <a:lnTo>
                    <a:pt x="300" y="5539"/>
                  </a:lnTo>
                  <a:lnTo>
                    <a:pt x="450" y="5688"/>
                  </a:lnTo>
                  <a:lnTo>
                    <a:pt x="749" y="5539"/>
                  </a:lnTo>
                  <a:lnTo>
                    <a:pt x="899" y="4042"/>
                  </a:lnTo>
                  <a:lnTo>
                    <a:pt x="899" y="2695"/>
                  </a:lnTo>
                  <a:lnTo>
                    <a:pt x="899" y="1348"/>
                  </a:lnTo>
                  <a:lnTo>
                    <a:pt x="749" y="599"/>
                  </a:lnTo>
                  <a:lnTo>
                    <a:pt x="60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4" name="Google Shape;3054;p64"/>
            <p:cNvSpPr/>
            <p:nvPr/>
          </p:nvSpPr>
          <p:spPr>
            <a:xfrm>
              <a:off x="2139200" y="2831300"/>
              <a:ext cx="22475" cy="134725"/>
            </a:xfrm>
            <a:custGeom>
              <a:rect b="b" l="l" r="r" t="t"/>
              <a:pathLst>
                <a:path extrusionOk="0" h="5389" w="899">
                  <a:moveTo>
                    <a:pt x="300" y="0"/>
                  </a:moveTo>
                  <a:lnTo>
                    <a:pt x="150" y="150"/>
                  </a:lnTo>
                  <a:lnTo>
                    <a:pt x="1" y="749"/>
                  </a:lnTo>
                  <a:lnTo>
                    <a:pt x="1" y="1347"/>
                  </a:lnTo>
                  <a:lnTo>
                    <a:pt x="1" y="2545"/>
                  </a:lnTo>
                  <a:lnTo>
                    <a:pt x="1" y="3892"/>
                  </a:lnTo>
                  <a:lnTo>
                    <a:pt x="150" y="5239"/>
                  </a:lnTo>
                  <a:lnTo>
                    <a:pt x="300" y="5389"/>
                  </a:lnTo>
                  <a:lnTo>
                    <a:pt x="599" y="5389"/>
                  </a:lnTo>
                  <a:lnTo>
                    <a:pt x="599" y="5239"/>
                  </a:lnTo>
                  <a:lnTo>
                    <a:pt x="749" y="3892"/>
                  </a:lnTo>
                  <a:lnTo>
                    <a:pt x="899" y="2545"/>
                  </a:lnTo>
                  <a:lnTo>
                    <a:pt x="749" y="1347"/>
                  </a:lnTo>
                  <a:lnTo>
                    <a:pt x="749" y="749"/>
                  </a:lnTo>
                  <a:lnTo>
                    <a:pt x="450" y="150"/>
                  </a:lnTo>
                  <a:lnTo>
                    <a:pt x="3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5" name="Google Shape;3055;p64"/>
            <p:cNvSpPr/>
            <p:nvPr/>
          </p:nvSpPr>
          <p:spPr>
            <a:xfrm>
              <a:off x="2053150" y="2827550"/>
              <a:ext cx="29950" cy="138475"/>
            </a:xfrm>
            <a:custGeom>
              <a:rect b="b" l="l" r="r" t="t"/>
              <a:pathLst>
                <a:path extrusionOk="0" h="5539" w="1198">
                  <a:moveTo>
                    <a:pt x="599" y="1"/>
                  </a:moveTo>
                  <a:lnTo>
                    <a:pt x="449" y="150"/>
                  </a:lnTo>
                  <a:lnTo>
                    <a:pt x="150" y="749"/>
                  </a:lnTo>
                  <a:lnTo>
                    <a:pt x="0" y="1348"/>
                  </a:lnTo>
                  <a:lnTo>
                    <a:pt x="0" y="2695"/>
                  </a:lnTo>
                  <a:lnTo>
                    <a:pt x="150" y="4042"/>
                  </a:lnTo>
                  <a:lnTo>
                    <a:pt x="449" y="5389"/>
                  </a:lnTo>
                  <a:lnTo>
                    <a:pt x="599" y="5539"/>
                  </a:lnTo>
                  <a:lnTo>
                    <a:pt x="748" y="5389"/>
                  </a:lnTo>
                  <a:lnTo>
                    <a:pt x="1048" y="4042"/>
                  </a:lnTo>
                  <a:lnTo>
                    <a:pt x="1197" y="2695"/>
                  </a:lnTo>
                  <a:lnTo>
                    <a:pt x="1048" y="1348"/>
                  </a:lnTo>
                  <a:lnTo>
                    <a:pt x="1048" y="749"/>
                  </a:lnTo>
                  <a:lnTo>
                    <a:pt x="748"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6" name="Google Shape;3056;p64"/>
            <p:cNvSpPr/>
            <p:nvPr/>
          </p:nvSpPr>
          <p:spPr>
            <a:xfrm>
              <a:off x="1974550" y="2812575"/>
              <a:ext cx="26225" cy="134750"/>
            </a:xfrm>
            <a:custGeom>
              <a:rect b="b" l="l" r="r" t="t"/>
              <a:pathLst>
                <a:path extrusionOk="0" h="5390" w="1049">
                  <a:moveTo>
                    <a:pt x="450" y="1"/>
                  </a:moveTo>
                  <a:lnTo>
                    <a:pt x="300" y="151"/>
                  </a:lnTo>
                  <a:lnTo>
                    <a:pt x="1" y="1348"/>
                  </a:lnTo>
                  <a:lnTo>
                    <a:pt x="1" y="2695"/>
                  </a:lnTo>
                  <a:lnTo>
                    <a:pt x="150" y="4042"/>
                  </a:lnTo>
                  <a:lnTo>
                    <a:pt x="300" y="5240"/>
                  </a:lnTo>
                  <a:lnTo>
                    <a:pt x="450" y="5389"/>
                  </a:lnTo>
                  <a:lnTo>
                    <a:pt x="599" y="5240"/>
                  </a:lnTo>
                  <a:lnTo>
                    <a:pt x="899" y="4042"/>
                  </a:lnTo>
                  <a:lnTo>
                    <a:pt x="1049" y="2695"/>
                  </a:lnTo>
                  <a:lnTo>
                    <a:pt x="899" y="1348"/>
                  </a:lnTo>
                  <a:lnTo>
                    <a:pt x="749" y="151"/>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7" name="Google Shape;3057;p64"/>
            <p:cNvSpPr/>
            <p:nvPr/>
          </p:nvSpPr>
          <p:spPr>
            <a:xfrm>
              <a:off x="1895975" y="2827550"/>
              <a:ext cx="22475" cy="108550"/>
            </a:xfrm>
            <a:custGeom>
              <a:rect b="b" l="l" r="r" t="t"/>
              <a:pathLst>
                <a:path extrusionOk="0" h="4342" w="899">
                  <a:moveTo>
                    <a:pt x="450" y="1"/>
                  </a:moveTo>
                  <a:lnTo>
                    <a:pt x="150" y="150"/>
                  </a:lnTo>
                  <a:lnTo>
                    <a:pt x="1" y="599"/>
                  </a:lnTo>
                  <a:lnTo>
                    <a:pt x="1" y="1048"/>
                  </a:lnTo>
                  <a:lnTo>
                    <a:pt x="1" y="2096"/>
                  </a:lnTo>
                  <a:lnTo>
                    <a:pt x="1" y="3144"/>
                  </a:lnTo>
                  <a:lnTo>
                    <a:pt x="300" y="4192"/>
                  </a:lnTo>
                  <a:lnTo>
                    <a:pt x="450" y="4341"/>
                  </a:lnTo>
                  <a:lnTo>
                    <a:pt x="599" y="4192"/>
                  </a:lnTo>
                  <a:lnTo>
                    <a:pt x="899" y="3144"/>
                  </a:lnTo>
                  <a:lnTo>
                    <a:pt x="899" y="2096"/>
                  </a:lnTo>
                  <a:lnTo>
                    <a:pt x="899" y="1048"/>
                  </a:lnTo>
                  <a:lnTo>
                    <a:pt x="749" y="599"/>
                  </a:lnTo>
                  <a:lnTo>
                    <a:pt x="599"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8" name="Google Shape;3058;p64"/>
            <p:cNvSpPr/>
            <p:nvPr/>
          </p:nvSpPr>
          <p:spPr>
            <a:xfrm>
              <a:off x="1813650" y="2846250"/>
              <a:ext cx="22475" cy="78625"/>
            </a:xfrm>
            <a:custGeom>
              <a:rect b="b" l="l" r="r" t="t"/>
              <a:pathLst>
                <a:path extrusionOk="0" h="3145" w="899">
                  <a:moveTo>
                    <a:pt x="300" y="1"/>
                  </a:moveTo>
                  <a:lnTo>
                    <a:pt x="150" y="151"/>
                  </a:lnTo>
                  <a:lnTo>
                    <a:pt x="1" y="899"/>
                  </a:lnTo>
                  <a:lnTo>
                    <a:pt x="150" y="1647"/>
                  </a:lnTo>
                  <a:lnTo>
                    <a:pt x="300" y="3144"/>
                  </a:lnTo>
                  <a:lnTo>
                    <a:pt x="599" y="3144"/>
                  </a:lnTo>
                  <a:lnTo>
                    <a:pt x="899" y="1647"/>
                  </a:lnTo>
                  <a:lnTo>
                    <a:pt x="899" y="899"/>
                  </a:lnTo>
                  <a:lnTo>
                    <a:pt x="74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59" name="Google Shape;3059;p64"/>
            <p:cNvSpPr/>
            <p:nvPr/>
          </p:nvSpPr>
          <p:spPr>
            <a:xfrm>
              <a:off x="1735075" y="2853750"/>
              <a:ext cx="22475" cy="67375"/>
            </a:xfrm>
            <a:custGeom>
              <a:rect b="b" l="l" r="r" t="t"/>
              <a:pathLst>
                <a:path extrusionOk="0" h="2695" w="899">
                  <a:moveTo>
                    <a:pt x="300" y="0"/>
                  </a:moveTo>
                  <a:lnTo>
                    <a:pt x="150" y="150"/>
                  </a:lnTo>
                  <a:lnTo>
                    <a:pt x="0" y="749"/>
                  </a:lnTo>
                  <a:lnTo>
                    <a:pt x="0" y="1347"/>
                  </a:lnTo>
                  <a:lnTo>
                    <a:pt x="0" y="1946"/>
                  </a:lnTo>
                  <a:lnTo>
                    <a:pt x="300" y="2545"/>
                  </a:lnTo>
                  <a:lnTo>
                    <a:pt x="449" y="2695"/>
                  </a:lnTo>
                  <a:lnTo>
                    <a:pt x="599" y="2545"/>
                  </a:lnTo>
                  <a:lnTo>
                    <a:pt x="749" y="1946"/>
                  </a:lnTo>
                  <a:lnTo>
                    <a:pt x="898" y="1347"/>
                  </a:lnTo>
                  <a:lnTo>
                    <a:pt x="749" y="749"/>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60" name="Google Shape;3060;p64"/>
            <p:cNvSpPr/>
            <p:nvPr/>
          </p:nvSpPr>
          <p:spPr>
            <a:xfrm>
              <a:off x="1652750" y="2838775"/>
              <a:ext cx="22475" cy="67375"/>
            </a:xfrm>
            <a:custGeom>
              <a:rect b="b" l="l" r="r" t="t"/>
              <a:pathLst>
                <a:path extrusionOk="0" h="2695" w="899">
                  <a:moveTo>
                    <a:pt x="300" y="1"/>
                  </a:moveTo>
                  <a:lnTo>
                    <a:pt x="150" y="300"/>
                  </a:lnTo>
                  <a:lnTo>
                    <a:pt x="0" y="599"/>
                  </a:lnTo>
                  <a:lnTo>
                    <a:pt x="0" y="1348"/>
                  </a:lnTo>
                  <a:lnTo>
                    <a:pt x="300" y="2545"/>
                  </a:lnTo>
                  <a:lnTo>
                    <a:pt x="449" y="2695"/>
                  </a:lnTo>
                  <a:lnTo>
                    <a:pt x="599" y="2545"/>
                  </a:lnTo>
                  <a:lnTo>
                    <a:pt x="749" y="1946"/>
                  </a:lnTo>
                  <a:lnTo>
                    <a:pt x="899" y="1348"/>
                  </a:lnTo>
                  <a:lnTo>
                    <a:pt x="899" y="599"/>
                  </a:lnTo>
                  <a:lnTo>
                    <a:pt x="749" y="30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61" name="Google Shape;3061;p64"/>
            <p:cNvSpPr/>
            <p:nvPr/>
          </p:nvSpPr>
          <p:spPr>
            <a:xfrm>
              <a:off x="1574175" y="2842525"/>
              <a:ext cx="18725" cy="59900"/>
            </a:xfrm>
            <a:custGeom>
              <a:rect b="b" l="l" r="r" t="t"/>
              <a:pathLst>
                <a:path extrusionOk="0" h="2396" w="749">
                  <a:moveTo>
                    <a:pt x="300" y="0"/>
                  </a:moveTo>
                  <a:lnTo>
                    <a:pt x="150" y="150"/>
                  </a:lnTo>
                  <a:lnTo>
                    <a:pt x="0" y="1198"/>
                  </a:lnTo>
                  <a:lnTo>
                    <a:pt x="150" y="2245"/>
                  </a:lnTo>
                  <a:lnTo>
                    <a:pt x="300" y="2395"/>
                  </a:lnTo>
                  <a:lnTo>
                    <a:pt x="449" y="2395"/>
                  </a:lnTo>
                  <a:lnTo>
                    <a:pt x="599" y="2245"/>
                  </a:lnTo>
                  <a:lnTo>
                    <a:pt x="749" y="1198"/>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62" name="Google Shape;3062;p64"/>
            <p:cNvSpPr/>
            <p:nvPr/>
          </p:nvSpPr>
          <p:spPr>
            <a:xfrm>
              <a:off x="3781925" y="3138125"/>
              <a:ext cx="291900" cy="18750"/>
            </a:xfrm>
            <a:custGeom>
              <a:rect b="b" l="l" r="r" t="t"/>
              <a:pathLst>
                <a:path extrusionOk="0" h="750" w="11676">
                  <a:moveTo>
                    <a:pt x="2096" y="1"/>
                  </a:moveTo>
                  <a:lnTo>
                    <a:pt x="898" y="151"/>
                  </a:lnTo>
                  <a:lnTo>
                    <a:pt x="0" y="151"/>
                  </a:lnTo>
                  <a:lnTo>
                    <a:pt x="0" y="300"/>
                  </a:lnTo>
                  <a:lnTo>
                    <a:pt x="0" y="450"/>
                  </a:lnTo>
                  <a:lnTo>
                    <a:pt x="150" y="450"/>
                  </a:lnTo>
                  <a:lnTo>
                    <a:pt x="898" y="600"/>
                  </a:lnTo>
                  <a:lnTo>
                    <a:pt x="2246" y="600"/>
                  </a:lnTo>
                  <a:lnTo>
                    <a:pt x="6886" y="749"/>
                  </a:lnTo>
                  <a:lnTo>
                    <a:pt x="9280" y="600"/>
                  </a:lnTo>
                  <a:lnTo>
                    <a:pt x="11526" y="450"/>
                  </a:lnTo>
                  <a:lnTo>
                    <a:pt x="11675" y="450"/>
                  </a:lnTo>
                  <a:lnTo>
                    <a:pt x="11675" y="300"/>
                  </a:lnTo>
                  <a:lnTo>
                    <a:pt x="11526" y="151"/>
                  </a:lnTo>
                  <a:lnTo>
                    <a:pt x="928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63" name="Google Shape;3063;p64"/>
            <p:cNvSpPr/>
            <p:nvPr/>
          </p:nvSpPr>
          <p:spPr>
            <a:xfrm>
              <a:off x="3804375" y="3299050"/>
              <a:ext cx="280675" cy="18725"/>
            </a:xfrm>
            <a:custGeom>
              <a:rect b="b" l="l" r="r" t="t"/>
              <a:pathLst>
                <a:path extrusionOk="0" h="749" w="11227">
                  <a:moveTo>
                    <a:pt x="3742" y="0"/>
                  </a:moveTo>
                  <a:lnTo>
                    <a:pt x="150" y="150"/>
                  </a:lnTo>
                  <a:lnTo>
                    <a:pt x="0" y="299"/>
                  </a:lnTo>
                  <a:lnTo>
                    <a:pt x="0" y="449"/>
                  </a:lnTo>
                  <a:lnTo>
                    <a:pt x="150" y="599"/>
                  </a:lnTo>
                  <a:lnTo>
                    <a:pt x="4491" y="748"/>
                  </a:lnTo>
                  <a:lnTo>
                    <a:pt x="8682" y="748"/>
                  </a:lnTo>
                  <a:lnTo>
                    <a:pt x="10478" y="599"/>
                  </a:lnTo>
                  <a:lnTo>
                    <a:pt x="11077" y="449"/>
                  </a:lnTo>
                  <a:lnTo>
                    <a:pt x="11226" y="299"/>
                  </a:lnTo>
                  <a:lnTo>
                    <a:pt x="11077" y="299"/>
                  </a:lnTo>
                  <a:lnTo>
                    <a:pt x="10628"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64" name="Google Shape;3064;p64"/>
            <p:cNvSpPr/>
            <p:nvPr/>
          </p:nvSpPr>
          <p:spPr>
            <a:xfrm>
              <a:off x="3800625" y="3377625"/>
              <a:ext cx="273200" cy="26225"/>
            </a:xfrm>
            <a:custGeom>
              <a:rect b="b" l="l" r="r" t="t"/>
              <a:pathLst>
                <a:path extrusionOk="0" h="1049" w="10928">
                  <a:moveTo>
                    <a:pt x="1947" y="0"/>
                  </a:moveTo>
                  <a:lnTo>
                    <a:pt x="1" y="300"/>
                  </a:lnTo>
                  <a:lnTo>
                    <a:pt x="1" y="449"/>
                  </a:lnTo>
                  <a:lnTo>
                    <a:pt x="2246" y="898"/>
                  </a:lnTo>
                  <a:lnTo>
                    <a:pt x="4491" y="1048"/>
                  </a:lnTo>
                  <a:lnTo>
                    <a:pt x="6886" y="898"/>
                  </a:lnTo>
                  <a:lnTo>
                    <a:pt x="9131" y="749"/>
                  </a:lnTo>
                  <a:lnTo>
                    <a:pt x="10029" y="749"/>
                  </a:lnTo>
                  <a:lnTo>
                    <a:pt x="10179" y="599"/>
                  </a:lnTo>
                  <a:lnTo>
                    <a:pt x="10927" y="599"/>
                  </a:lnTo>
                  <a:lnTo>
                    <a:pt x="10927" y="449"/>
                  </a:lnTo>
                  <a:lnTo>
                    <a:pt x="10778" y="300"/>
                  </a:lnTo>
                  <a:lnTo>
                    <a:pt x="10329" y="300"/>
                  </a:lnTo>
                  <a:lnTo>
                    <a:pt x="9281" y="150"/>
                  </a:lnTo>
                  <a:lnTo>
                    <a:pt x="80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65" name="Google Shape;3065;p64"/>
            <p:cNvSpPr/>
            <p:nvPr/>
          </p:nvSpPr>
          <p:spPr>
            <a:xfrm>
              <a:off x="3808125" y="3459950"/>
              <a:ext cx="261950" cy="18725"/>
            </a:xfrm>
            <a:custGeom>
              <a:rect b="b" l="l" r="r" t="t"/>
              <a:pathLst>
                <a:path extrusionOk="0" h="749" w="10478">
                  <a:moveTo>
                    <a:pt x="1198" y="0"/>
                  </a:moveTo>
                  <a:lnTo>
                    <a:pt x="0" y="300"/>
                  </a:lnTo>
                  <a:lnTo>
                    <a:pt x="0" y="449"/>
                  </a:lnTo>
                  <a:lnTo>
                    <a:pt x="1198" y="749"/>
                  </a:lnTo>
                  <a:lnTo>
                    <a:pt x="7185" y="749"/>
                  </a:lnTo>
                  <a:lnTo>
                    <a:pt x="9430" y="599"/>
                  </a:lnTo>
                  <a:lnTo>
                    <a:pt x="10178" y="599"/>
                  </a:lnTo>
                  <a:lnTo>
                    <a:pt x="10328" y="449"/>
                  </a:lnTo>
                  <a:lnTo>
                    <a:pt x="10478" y="449"/>
                  </a:lnTo>
                  <a:lnTo>
                    <a:pt x="10328" y="150"/>
                  </a:lnTo>
                  <a:lnTo>
                    <a:pt x="9580" y="150"/>
                  </a:lnTo>
                  <a:lnTo>
                    <a:pt x="718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66" name="Google Shape;3066;p64"/>
            <p:cNvSpPr/>
            <p:nvPr/>
          </p:nvSpPr>
          <p:spPr>
            <a:xfrm>
              <a:off x="3808125" y="3534775"/>
              <a:ext cx="246975" cy="29975"/>
            </a:xfrm>
            <a:custGeom>
              <a:rect b="b" l="l" r="r" t="t"/>
              <a:pathLst>
                <a:path extrusionOk="0" h="1199" w="9879">
                  <a:moveTo>
                    <a:pt x="4640" y="1"/>
                  </a:moveTo>
                  <a:lnTo>
                    <a:pt x="2245" y="151"/>
                  </a:lnTo>
                  <a:lnTo>
                    <a:pt x="1198" y="300"/>
                  </a:lnTo>
                  <a:lnTo>
                    <a:pt x="150" y="450"/>
                  </a:lnTo>
                  <a:lnTo>
                    <a:pt x="0" y="600"/>
                  </a:lnTo>
                  <a:lnTo>
                    <a:pt x="150" y="749"/>
                  </a:lnTo>
                  <a:lnTo>
                    <a:pt x="898" y="899"/>
                  </a:lnTo>
                  <a:lnTo>
                    <a:pt x="2395" y="1198"/>
                  </a:lnTo>
                  <a:lnTo>
                    <a:pt x="4341" y="1198"/>
                  </a:lnTo>
                  <a:lnTo>
                    <a:pt x="6287" y="1049"/>
                  </a:lnTo>
                  <a:lnTo>
                    <a:pt x="7933" y="899"/>
                  </a:lnTo>
                  <a:lnTo>
                    <a:pt x="8981" y="899"/>
                  </a:lnTo>
                  <a:lnTo>
                    <a:pt x="9729" y="749"/>
                  </a:lnTo>
                  <a:lnTo>
                    <a:pt x="9879" y="600"/>
                  </a:lnTo>
                  <a:lnTo>
                    <a:pt x="9729" y="600"/>
                  </a:lnTo>
                  <a:lnTo>
                    <a:pt x="9131" y="450"/>
                  </a:lnTo>
                  <a:lnTo>
                    <a:pt x="6885" y="300"/>
                  </a:lnTo>
                  <a:lnTo>
                    <a:pt x="464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67" name="Google Shape;3067;p64"/>
            <p:cNvSpPr/>
            <p:nvPr/>
          </p:nvSpPr>
          <p:spPr>
            <a:xfrm>
              <a:off x="3800625" y="3620850"/>
              <a:ext cx="243250" cy="18725"/>
            </a:xfrm>
            <a:custGeom>
              <a:rect b="b" l="l" r="r" t="t"/>
              <a:pathLst>
                <a:path extrusionOk="0" h="749" w="9730">
                  <a:moveTo>
                    <a:pt x="1198" y="0"/>
                  </a:moveTo>
                  <a:lnTo>
                    <a:pt x="150" y="300"/>
                  </a:lnTo>
                  <a:lnTo>
                    <a:pt x="1" y="449"/>
                  </a:lnTo>
                  <a:lnTo>
                    <a:pt x="150" y="599"/>
                  </a:lnTo>
                  <a:lnTo>
                    <a:pt x="1198" y="749"/>
                  </a:lnTo>
                  <a:lnTo>
                    <a:pt x="4491" y="749"/>
                  </a:lnTo>
                  <a:lnTo>
                    <a:pt x="8832" y="599"/>
                  </a:lnTo>
                  <a:lnTo>
                    <a:pt x="9580" y="599"/>
                  </a:lnTo>
                  <a:lnTo>
                    <a:pt x="9730" y="449"/>
                  </a:lnTo>
                  <a:lnTo>
                    <a:pt x="9730" y="300"/>
                  </a:lnTo>
                  <a:lnTo>
                    <a:pt x="9580" y="150"/>
                  </a:lnTo>
                  <a:lnTo>
                    <a:pt x="8982" y="150"/>
                  </a:lnTo>
                  <a:lnTo>
                    <a:pt x="673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68" name="Google Shape;3068;p64"/>
            <p:cNvSpPr/>
            <p:nvPr/>
          </p:nvSpPr>
          <p:spPr>
            <a:xfrm>
              <a:off x="3796900" y="3699425"/>
              <a:ext cx="235750" cy="22475"/>
            </a:xfrm>
            <a:custGeom>
              <a:rect b="b" l="l" r="r" t="t"/>
              <a:pathLst>
                <a:path extrusionOk="0" h="899" w="9430">
                  <a:moveTo>
                    <a:pt x="4490" y="1"/>
                  </a:moveTo>
                  <a:lnTo>
                    <a:pt x="299" y="300"/>
                  </a:lnTo>
                  <a:lnTo>
                    <a:pt x="0" y="300"/>
                  </a:lnTo>
                  <a:lnTo>
                    <a:pt x="0" y="599"/>
                  </a:lnTo>
                  <a:lnTo>
                    <a:pt x="299" y="749"/>
                  </a:lnTo>
                  <a:lnTo>
                    <a:pt x="4490" y="899"/>
                  </a:lnTo>
                  <a:lnTo>
                    <a:pt x="6586" y="899"/>
                  </a:lnTo>
                  <a:lnTo>
                    <a:pt x="8681" y="599"/>
                  </a:lnTo>
                  <a:lnTo>
                    <a:pt x="9280" y="599"/>
                  </a:lnTo>
                  <a:lnTo>
                    <a:pt x="9430" y="450"/>
                  </a:lnTo>
                  <a:lnTo>
                    <a:pt x="9280" y="300"/>
                  </a:lnTo>
                  <a:lnTo>
                    <a:pt x="8681" y="150"/>
                  </a:lnTo>
                  <a:lnTo>
                    <a:pt x="6586"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69" name="Google Shape;3069;p64"/>
            <p:cNvSpPr/>
            <p:nvPr/>
          </p:nvSpPr>
          <p:spPr>
            <a:xfrm>
              <a:off x="3789400" y="3781750"/>
              <a:ext cx="235775" cy="26225"/>
            </a:xfrm>
            <a:custGeom>
              <a:rect b="b" l="l" r="r" t="t"/>
              <a:pathLst>
                <a:path extrusionOk="0" h="1049" w="9431">
                  <a:moveTo>
                    <a:pt x="3593" y="1"/>
                  </a:moveTo>
                  <a:lnTo>
                    <a:pt x="1947" y="150"/>
                  </a:lnTo>
                  <a:lnTo>
                    <a:pt x="150" y="150"/>
                  </a:lnTo>
                  <a:lnTo>
                    <a:pt x="1" y="300"/>
                  </a:lnTo>
                  <a:lnTo>
                    <a:pt x="1" y="450"/>
                  </a:lnTo>
                  <a:lnTo>
                    <a:pt x="1" y="599"/>
                  </a:lnTo>
                  <a:lnTo>
                    <a:pt x="150" y="599"/>
                  </a:lnTo>
                  <a:lnTo>
                    <a:pt x="2695" y="749"/>
                  </a:lnTo>
                  <a:lnTo>
                    <a:pt x="5090" y="899"/>
                  </a:lnTo>
                  <a:lnTo>
                    <a:pt x="6736" y="1048"/>
                  </a:lnTo>
                  <a:lnTo>
                    <a:pt x="8383" y="899"/>
                  </a:lnTo>
                  <a:lnTo>
                    <a:pt x="9131" y="749"/>
                  </a:lnTo>
                  <a:lnTo>
                    <a:pt x="9431" y="749"/>
                  </a:lnTo>
                  <a:lnTo>
                    <a:pt x="9431" y="599"/>
                  </a:lnTo>
                  <a:lnTo>
                    <a:pt x="9431" y="450"/>
                  </a:lnTo>
                  <a:lnTo>
                    <a:pt x="9281" y="300"/>
                  </a:lnTo>
                  <a:lnTo>
                    <a:pt x="8532" y="150"/>
                  </a:lnTo>
                  <a:lnTo>
                    <a:pt x="7185" y="150"/>
                  </a:lnTo>
                  <a:lnTo>
                    <a:pt x="59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70" name="Google Shape;3070;p64"/>
            <p:cNvSpPr/>
            <p:nvPr/>
          </p:nvSpPr>
          <p:spPr>
            <a:xfrm>
              <a:off x="3804375" y="3864075"/>
              <a:ext cx="205825" cy="22475"/>
            </a:xfrm>
            <a:custGeom>
              <a:rect b="b" l="l" r="r" t="t"/>
              <a:pathLst>
                <a:path extrusionOk="0" h="899" w="8233">
                  <a:moveTo>
                    <a:pt x="2096" y="1"/>
                  </a:moveTo>
                  <a:lnTo>
                    <a:pt x="150" y="150"/>
                  </a:lnTo>
                  <a:lnTo>
                    <a:pt x="0" y="150"/>
                  </a:lnTo>
                  <a:lnTo>
                    <a:pt x="0" y="300"/>
                  </a:lnTo>
                  <a:lnTo>
                    <a:pt x="0" y="599"/>
                  </a:lnTo>
                  <a:lnTo>
                    <a:pt x="150" y="599"/>
                  </a:lnTo>
                  <a:lnTo>
                    <a:pt x="2096" y="749"/>
                  </a:lnTo>
                  <a:lnTo>
                    <a:pt x="3892" y="899"/>
                  </a:lnTo>
                  <a:lnTo>
                    <a:pt x="7484" y="599"/>
                  </a:lnTo>
                  <a:lnTo>
                    <a:pt x="8083" y="599"/>
                  </a:lnTo>
                  <a:lnTo>
                    <a:pt x="8233" y="450"/>
                  </a:lnTo>
                  <a:lnTo>
                    <a:pt x="8083" y="300"/>
                  </a:lnTo>
                  <a:lnTo>
                    <a:pt x="7484" y="300"/>
                  </a:lnTo>
                  <a:lnTo>
                    <a:pt x="389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71" name="Google Shape;3071;p64"/>
            <p:cNvSpPr/>
            <p:nvPr/>
          </p:nvSpPr>
          <p:spPr>
            <a:xfrm>
              <a:off x="3751975" y="3938925"/>
              <a:ext cx="243275" cy="29950"/>
            </a:xfrm>
            <a:custGeom>
              <a:rect b="b" l="l" r="r" t="t"/>
              <a:pathLst>
                <a:path extrusionOk="0" h="1198" w="9731">
                  <a:moveTo>
                    <a:pt x="3743" y="0"/>
                  </a:moveTo>
                  <a:lnTo>
                    <a:pt x="1947" y="150"/>
                  </a:lnTo>
                  <a:lnTo>
                    <a:pt x="151" y="449"/>
                  </a:lnTo>
                  <a:lnTo>
                    <a:pt x="1" y="449"/>
                  </a:lnTo>
                  <a:lnTo>
                    <a:pt x="1" y="599"/>
                  </a:lnTo>
                  <a:lnTo>
                    <a:pt x="151" y="898"/>
                  </a:lnTo>
                  <a:lnTo>
                    <a:pt x="2246" y="1048"/>
                  </a:lnTo>
                  <a:lnTo>
                    <a:pt x="4641" y="1198"/>
                  </a:lnTo>
                  <a:lnTo>
                    <a:pt x="6886" y="1048"/>
                  </a:lnTo>
                  <a:lnTo>
                    <a:pt x="9131" y="898"/>
                  </a:lnTo>
                  <a:lnTo>
                    <a:pt x="9580" y="749"/>
                  </a:lnTo>
                  <a:lnTo>
                    <a:pt x="9730" y="599"/>
                  </a:lnTo>
                  <a:lnTo>
                    <a:pt x="9580" y="449"/>
                  </a:lnTo>
                  <a:lnTo>
                    <a:pt x="9131" y="299"/>
                  </a:lnTo>
                  <a:lnTo>
                    <a:pt x="7635" y="150"/>
                  </a:lnTo>
                  <a:lnTo>
                    <a:pt x="568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72" name="Google Shape;3072;p64"/>
            <p:cNvSpPr/>
            <p:nvPr/>
          </p:nvSpPr>
          <p:spPr>
            <a:xfrm>
              <a:off x="3789400" y="4021250"/>
              <a:ext cx="198350" cy="26200"/>
            </a:xfrm>
            <a:custGeom>
              <a:rect b="b" l="l" r="r" t="t"/>
              <a:pathLst>
                <a:path extrusionOk="0" h="1048" w="7934">
                  <a:moveTo>
                    <a:pt x="3743" y="0"/>
                  </a:moveTo>
                  <a:lnTo>
                    <a:pt x="1947" y="150"/>
                  </a:lnTo>
                  <a:lnTo>
                    <a:pt x="300" y="299"/>
                  </a:lnTo>
                  <a:lnTo>
                    <a:pt x="150" y="299"/>
                  </a:lnTo>
                  <a:lnTo>
                    <a:pt x="1" y="449"/>
                  </a:lnTo>
                  <a:lnTo>
                    <a:pt x="150" y="599"/>
                  </a:lnTo>
                  <a:lnTo>
                    <a:pt x="300" y="748"/>
                  </a:lnTo>
                  <a:lnTo>
                    <a:pt x="3743" y="1048"/>
                  </a:lnTo>
                  <a:lnTo>
                    <a:pt x="5389" y="1048"/>
                  </a:lnTo>
                  <a:lnTo>
                    <a:pt x="7185" y="748"/>
                  </a:lnTo>
                  <a:lnTo>
                    <a:pt x="7784" y="748"/>
                  </a:lnTo>
                  <a:lnTo>
                    <a:pt x="7934" y="599"/>
                  </a:lnTo>
                  <a:lnTo>
                    <a:pt x="7784" y="449"/>
                  </a:lnTo>
                  <a:lnTo>
                    <a:pt x="7185" y="299"/>
                  </a:lnTo>
                  <a:lnTo>
                    <a:pt x="5539" y="150"/>
                  </a:lnTo>
                  <a:lnTo>
                    <a:pt x="37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73" name="Google Shape;3073;p64"/>
            <p:cNvSpPr/>
            <p:nvPr/>
          </p:nvSpPr>
          <p:spPr>
            <a:xfrm>
              <a:off x="3800625" y="4182150"/>
              <a:ext cx="164675" cy="26200"/>
            </a:xfrm>
            <a:custGeom>
              <a:rect b="b" l="l" r="r" t="t"/>
              <a:pathLst>
                <a:path extrusionOk="0" h="1048" w="6587">
                  <a:moveTo>
                    <a:pt x="2994" y="0"/>
                  </a:moveTo>
                  <a:lnTo>
                    <a:pt x="1498" y="150"/>
                  </a:lnTo>
                  <a:lnTo>
                    <a:pt x="150" y="300"/>
                  </a:lnTo>
                  <a:lnTo>
                    <a:pt x="1" y="449"/>
                  </a:lnTo>
                  <a:lnTo>
                    <a:pt x="1" y="599"/>
                  </a:lnTo>
                  <a:lnTo>
                    <a:pt x="1" y="749"/>
                  </a:lnTo>
                  <a:lnTo>
                    <a:pt x="150" y="749"/>
                  </a:lnTo>
                  <a:lnTo>
                    <a:pt x="749" y="898"/>
                  </a:lnTo>
                  <a:lnTo>
                    <a:pt x="2096" y="1048"/>
                  </a:lnTo>
                  <a:lnTo>
                    <a:pt x="3294" y="1048"/>
                  </a:lnTo>
                  <a:lnTo>
                    <a:pt x="5838" y="749"/>
                  </a:lnTo>
                  <a:lnTo>
                    <a:pt x="6437" y="599"/>
                  </a:lnTo>
                  <a:lnTo>
                    <a:pt x="6587" y="599"/>
                  </a:lnTo>
                  <a:lnTo>
                    <a:pt x="6587" y="449"/>
                  </a:lnTo>
                  <a:lnTo>
                    <a:pt x="6587" y="300"/>
                  </a:lnTo>
                  <a:lnTo>
                    <a:pt x="6437" y="300"/>
                  </a:lnTo>
                  <a:lnTo>
                    <a:pt x="5838" y="150"/>
                  </a:lnTo>
                  <a:lnTo>
                    <a:pt x="449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74" name="Google Shape;3074;p64"/>
            <p:cNvSpPr/>
            <p:nvPr/>
          </p:nvSpPr>
          <p:spPr>
            <a:xfrm>
              <a:off x="3804375" y="4103550"/>
              <a:ext cx="172150" cy="22500"/>
            </a:xfrm>
            <a:custGeom>
              <a:rect b="b" l="l" r="r" t="t"/>
              <a:pathLst>
                <a:path extrusionOk="0" h="900" w="6886">
                  <a:moveTo>
                    <a:pt x="1647" y="1"/>
                  </a:moveTo>
                  <a:lnTo>
                    <a:pt x="150" y="151"/>
                  </a:lnTo>
                  <a:lnTo>
                    <a:pt x="0" y="300"/>
                  </a:lnTo>
                  <a:lnTo>
                    <a:pt x="0" y="450"/>
                  </a:lnTo>
                  <a:lnTo>
                    <a:pt x="0" y="600"/>
                  </a:lnTo>
                  <a:lnTo>
                    <a:pt x="150" y="749"/>
                  </a:lnTo>
                  <a:lnTo>
                    <a:pt x="1647" y="899"/>
                  </a:lnTo>
                  <a:lnTo>
                    <a:pt x="3144" y="899"/>
                  </a:lnTo>
                  <a:lnTo>
                    <a:pt x="6137" y="749"/>
                  </a:lnTo>
                  <a:lnTo>
                    <a:pt x="6736" y="600"/>
                  </a:lnTo>
                  <a:lnTo>
                    <a:pt x="6886" y="600"/>
                  </a:lnTo>
                  <a:lnTo>
                    <a:pt x="6886" y="450"/>
                  </a:lnTo>
                  <a:lnTo>
                    <a:pt x="6886" y="300"/>
                  </a:lnTo>
                  <a:lnTo>
                    <a:pt x="6736" y="300"/>
                  </a:lnTo>
                  <a:lnTo>
                    <a:pt x="6137" y="151"/>
                  </a:lnTo>
                  <a:lnTo>
                    <a:pt x="3144"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75" name="Google Shape;3075;p64"/>
            <p:cNvSpPr/>
            <p:nvPr/>
          </p:nvSpPr>
          <p:spPr>
            <a:xfrm>
              <a:off x="3804375" y="4264475"/>
              <a:ext cx="149700" cy="22475"/>
            </a:xfrm>
            <a:custGeom>
              <a:rect b="b" l="l" r="r" t="t"/>
              <a:pathLst>
                <a:path extrusionOk="0" h="899" w="5988">
                  <a:moveTo>
                    <a:pt x="1497" y="0"/>
                  </a:moveTo>
                  <a:lnTo>
                    <a:pt x="150" y="300"/>
                  </a:lnTo>
                  <a:lnTo>
                    <a:pt x="0" y="449"/>
                  </a:lnTo>
                  <a:lnTo>
                    <a:pt x="150" y="599"/>
                  </a:lnTo>
                  <a:lnTo>
                    <a:pt x="150" y="749"/>
                  </a:lnTo>
                  <a:lnTo>
                    <a:pt x="1497" y="898"/>
                  </a:lnTo>
                  <a:lnTo>
                    <a:pt x="3892" y="898"/>
                  </a:lnTo>
                  <a:lnTo>
                    <a:pt x="5239" y="749"/>
                  </a:lnTo>
                  <a:lnTo>
                    <a:pt x="5988" y="599"/>
                  </a:lnTo>
                  <a:lnTo>
                    <a:pt x="5988" y="449"/>
                  </a:lnTo>
                  <a:lnTo>
                    <a:pt x="5988" y="300"/>
                  </a:lnTo>
                  <a:lnTo>
                    <a:pt x="5239" y="150"/>
                  </a:lnTo>
                  <a:lnTo>
                    <a:pt x="404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76" name="Google Shape;3076;p64"/>
            <p:cNvSpPr/>
            <p:nvPr/>
          </p:nvSpPr>
          <p:spPr>
            <a:xfrm>
              <a:off x="3808125" y="4343050"/>
              <a:ext cx="134725" cy="26225"/>
            </a:xfrm>
            <a:custGeom>
              <a:rect b="b" l="l" r="r" t="t"/>
              <a:pathLst>
                <a:path extrusionOk="0" h="1049" w="5389">
                  <a:moveTo>
                    <a:pt x="2395" y="0"/>
                  </a:moveTo>
                  <a:lnTo>
                    <a:pt x="1198" y="150"/>
                  </a:lnTo>
                  <a:lnTo>
                    <a:pt x="150" y="300"/>
                  </a:lnTo>
                  <a:lnTo>
                    <a:pt x="0" y="449"/>
                  </a:lnTo>
                  <a:lnTo>
                    <a:pt x="0" y="599"/>
                  </a:lnTo>
                  <a:lnTo>
                    <a:pt x="0" y="749"/>
                  </a:lnTo>
                  <a:lnTo>
                    <a:pt x="150" y="749"/>
                  </a:lnTo>
                  <a:lnTo>
                    <a:pt x="300" y="898"/>
                  </a:lnTo>
                  <a:lnTo>
                    <a:pt x="1347" y="1048"/>
                  </a:lnTo>
                  <a:lnTo>
                    <a:pt x="2395" y="1048"/>
                  </a:lnTo>
                  <a:lnTo>
                    <a:pt x="3892" y="898"/>
                  </a:lnTo>
                  <a:lnTo>
                    <a:pt x="4640" y="749"/>
                  </a:lnTo>
                  <a:lnTo>
                    <a:pt x="5239" y="749"/>
                  </a:lnTo>
                  <a:lnTo>
                    <a:pt x="5239" y="599"/>
                  </a:lnTo>
                  <a:lnTo>
                    <a:pt x="5389" y="449"/>
                  </a:lnTo>
                  <a:lnTo>
                    <a:pt x="5239" y="30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77" name="Google Shape;3077;p64"/>
            <p:cNvSpPr/>
            <p:nvPr/>
          </p:nvSpPr>
          <p:spPr>
            <a:xfrm>
              <a:off x="3789400" y="4425375"/>
              <a:ext cx="142225" cy="22475"/>
            </a:xfrm>
            <a:custGeom>
              <a:rect b="b" l="l" r="r" t="t"/>
              <a:pathLst>
                <a:path extrusionOk="0" h="899" w="5689">
                  <a:moveTo>
                    <a:pt x="1348" y="0"/>
                  </a:moveTo>
                  <a:lnTo>
                    <a:pt x="749" y="150"/>
                  </a:lnTo>
                  <a:lnTo>
                    <a:pt x="150" y="300"/>
                  </a:lnTo>
                  <a:lnTo>
                    <a:pt x="1" y="599"/>
                  </a:lnTo>
                  <a:lnTo>
                    <a:pt x="150" y="599"/>
                  </a:lnTo>
                  <a:lnTo>
                    <a:pt x="749" y="898"/>
                  </a:lnTo>
                  <a:lnTo>
                    <a:pt x="2695" y="898"/>
                  </a:lnTo>
                  <a:lnTo>
                    <a:pt x="4940" y="749"/>
                  </a:lnTo>
                  <a:lnTo>
                    <a:pt x="5539" y="599"/>
                  </a:lnTo>
                  <a:lnTo>
                    <a:pt x="5689" y="599"/>
                  </a:lnTo>
                  <a:lnTo>
                    <a:pt x="5689" y="449"/>
                  </a:lnTo>
                  <a:lnTo>
                    <a:pt x="5539" y="300"/>
                  </a:lnTo>
                  <a:lnTo>
                    <a:pt x="4940" y="150"/>
                  </a:lnTo>
                  <a:lnTo>
                    <a:pt x="38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78" name="Google Shape;3078;p64"/>
            <p:cNvSpPr/>
            <p:nvPr/>
          </p:nvSpPr>
          <p:spPr>
            <a:xfrm>
              <a:off x="3785675" y="4507700"/>
              <a:ext cx="134725" cy="22475"/>
            </a:xfrm>
            <a:custGeom>
              <a:rect b="b" l="l" r="r" t="t"/>
              <a:pathLst>
                <a:path extrusionOk="0" h="899" w="5389">
                  <a:moveTo>
                    <a:pt x="1497" y="0"/>
                  </a:moveTo>
                  <a:lnTo>
                    <a:pt x="449" y="150"/>
                  </a:lnTo>
                  <a:lnTo>
                    <a:pt x="150" y="300"/>
                  </a:lnTo>
                  <a:lnTo>
                    <a:pt x="0" y="300"/>
                  </a:lnTo>
                  <a:lnTo>
                    <a:pt x="0" y="449"/>
                  </a:lnTo>
                  <a:lnTo>
                    <a:pt x="150" y="599"/>
                  </a:lnTo>
                  <a:lnTo>
                    <a:pt x="599" y="749"/>
                  </a:lnTo>
                  <a:lnTo>
                    <a:pt x="1198" y="898"/>
                  </a:lnTo>
                  <a:lnTo>
                    <a:pt x="2545" y="898"/>
                  </a:lnTo>
                  <a:lnTo>
                    <a:pt x="4640" y="749"/>
                  </a:lnTo>
                  <a:lnTo>
                    <a:pt x="5239" y="599"/>
                  </a:lnTo>
                  <a:lnTo>
                    <a:pt x="5389" y="449"/>
                  </a:lnTo>
                  <a:lnTo>
                    <a:pt x="5389" y="300"/>
                  </a:lnTo>
                  <a:lnTo>
                    <a:pt x="5239" y="150"/>
                  </a:lnTo>
                  <a:lnTo>
                    <a:pt x="4640" y="150"/>
                  </a:lnTo>
                  <a:lnTo>
                    <a:pt x="359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79" name="Google Shape;3079;p64"/>
            <p:cNvSpPr/>
            <p:nvPr/>
          </p:nvSpPr>
          <p:spPr>
            <a:xfrm>
              <a:off x="3781925" y="4586275"/>
              <a:ext cx="134725" cy="26225"/>
            </a:xfrm>
            <a:custGeom>
              <a:rect b="b" l="l" r="r" t="t"/>
              <a:pathLst>
                <a:path extrusionOk="0" h="1049" w="5389">
                  <a:moveTo>
                    <a:pt x="1348" y="1"/>
                  </a:moveTo>
                  <a:lnTo>
                    <a:pt x="749" y="150"/>
                  </a:lnTo>
                  <a:lnTo>
                    <a:pt x="150" y="300"/>
                  </a:lnTo>
                  <a:lnTo>
                    <a:pt x="0" y="450"/>
                  </a:lnTo>
                  <a:lnTo>
                    <a:pt x="0" y="599"/>
                  </a:lnTo>
                  <a:lnTo>
                    <a:pt x="150" y="749"/>
                  </a:lnTo>
                  <a:lnTo>
                    <a:pt x="1048" y="1048"/>
                  </a:lnTo>
                  <a:lnTo>
                    <a:pt x="3293" y="1048"/>
                  </a:lnTo>
                  <a:lnTo>
                    <a:pt x="4341" y="899"/>
                  </a:lnTo>
                  <a:lnTo>
                    <a:pt x="5089" y="749"/>
                  </a:lnTo>
                  <a:lnTo>
                    <a:pt x="5239" y="749"/>
                  </a:lnTo>
                  <a:lnTo>
                    <a:pt x="5389" y="599"/>
                  </a:lnTo>
                  <a:lnTo>
                    <a:pt x="5389" y="450"/>
                  </a:lnTo>
                  <a:lnTo>
                    <a:pt x="5239" y="300"/>
                  </a:lnTo>
                  <a:lnTo>
                    <a:pt x="5089" y="300"/>
                  </a:lnTo>
                  <a:lnTo>
                    <a:pt x="4341" y="150"/>
                  </a:lnTo>
                  <a:lnTo>
                    <a:pt x="359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80" name="Google Shape;3080;p64"/>
            <p:cNvSpPr/>
            <p:nvPr/>
          </p:nvSpPr>
          <p:spPr>
            <a:xfrm>
              <a:off x="3766950" y="4668600"/>
              <a:ext cx="134750" cy="26225"/>
            </a:xfrm>
            <a:custGeom>
              <a:rect b="b" l="l" r="r" t="t"/>
              <a:pathLst>
                <a:path extrusionOk="0" h="1049" w="5390">
                  <a:moveTo>
                    <a:pt x="1198" y="0"/>
                  </a:moveTo>
                  <a:lnTo>
                    <a:pt x="150" y="300"/>
                  </a:lnTo>
                  <a:lnTo>
                    <a:pt x="1" y="449"/>
                  </a:lnTo>
                  <a:lnTo>
                    <a:pt x="150" y="599"/>
                  </a:lnTo>
                  <a:lnTo>
                    <a:pt x="1198" y="899"/>
                  </a:lnTo>
                  <a:lnTo>
                    <a:pt x="2246" y="1048"/>
                  </a:lnTo>
                  <a:lnTo>
                    <a:pt x="3294" y="899"/>
                  </a:lnTo>
                  <a:lnTo>
                    <a:pt x="4491" y="749"/>
                  </a:lnTo>
                  <a:lnTo>
                    <a:pt x="5239" y="599"/>
                  </a:lnTo>
                  <a:lnTo>
                    <a:pt x="5389" y="449"/>
                  </a:lnTo>
                  <a:lnTo>
                    <a:pt x="5239" y="300"/>
                  </a:lnTo>
                  <a:lnTo>
                    <a:pt x="4491" y="150"/>
                  </a:lnTo>
                  <a:lnTo>
                    <a:pt x="344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81" name="Google Shape;3081;p64"/>
            <p:cNvSpPr/>
            <p:nvPr/>
          </p:nvSpPr>
          <p:spPr>
            <a:xfrm>
              <a:off x="3781925" y="4750925"/>
              <a:ext cx="108550" cy="18725"/>
            </a:xfrm>
            <a:custGeom>
              <a:rect b="b" l="l" r="r" t="t"/>
              <a:pathLst>
                <a:path extrusionOk="0" h="749" w="4342">
                  <a:moveTo>
                    <a:pt x="599" y="0"/>
                  </a:moveTo>
                  <a:lnTo>
                    <a:pt x="0" y="150"/>
                  </a:lnTo>
                  <a:lnTo>
                    <a:pt x="0" y="449"/>
                  </a:lnTo>
                  <a:lnTo>
                    <a:pt x="0" y="599"/>
                  </a:lnTo>
                  <a:lnTo>
                    <a:pt x="599" y="749"/>
                  </a:lnTo>
                  <a:lnTo>
                    <a:pt x="3443" y="749"/>
                  </a:lnTo>
                  <a:lnTo>
                    <a:pt x="4191" y="449"/>
                  </a:lnTo>
                  <a:lnTo>
                    <a:pt x="4341" y="449"/>
                  </a:lnTo>
                  <a:lnTo>
                    <a:pt x="4191" y="300"/>
                  </a:lnTo>
                  <a:lnTo>
                    <a:pt x="4191" y="150"/>
                  </a:lnTo>
                  <a:lnTo>
                    <a:pt x="359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82" name="Google Shape;3082;p64"/>
            <p:cNvSpPr/>
            <p:nvPr/>
          </p:nvSpPr>
          <p:spPr>
            <a:xfrm>
              <a:off x="3796900" y="4829500"/>
              <a:ext cx="82350" cy="22475"/>
            </a:xfrm>
            <a:custGeom>
              <a:rect b="b" l="l" r="r" t="t"/>
              <a:pathLst>
                <a:path extrusionOk="0" h="899" w="3294">
                  <a:moveTo>
                    <a:pt x="749" y="1"/>
                  </a:moveTo>
                  <a:lnTo>
                    <a:pt x="299" y="150"/>
                  </a:lnTo>
                  <a:lnTo>
                    <a:pt x="150" y="300"/>
                  </a:lnTo>
                  <a:lnTo>
                    <a:pt x="0" y="450"/>
                  </a:lnTo>
                  <a:lnTo>
                    <a:pt x="150" y="599"/>
                  </a:lnTo>
                  <a:lnTo>
                    <a:pt x="299" y="749"/>
                  </a:lnTo>
                  <a:lnTo>
                    <a:pt x="749" y="899"/>
                  </a:lnTo>
                  <a:lnTo>
                    <a:pt x="1347" y="899"/>
                  </a:lnTo>
                  <a:lnTo>
                    <a:pt x="2395" y="749"/>
                  </a:lnTo>
                  <a:lnTo>
                    <a:pt x="3143" y="599"/>
                  </a:lnTo>
                  <a:lnTo>
                    <a:pt x="3293" y="450"/>
                  </a:lnTo>
                  <a:lnTo>
                    <a:pt x="3143" y="300"/>
                  </a:lnTo>
                  <a:lnTo>
                    <a:pt x="2545" y="150"/>
                  </a:lnTo>
                  <a:lnTo>
                    <a:pt x="134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83" name="Google Shape;3083;p64"/>
            <p:cNvSpPr/>
            <p:nvPr/>
          </p:nvSpPr>
          <p:spPr>
            <a:xfrm>
              <a:off x="3804375" y="4911825"/>
              <a:ext cx="71125" cy="18725"/>
            </a:xfrm>
            <a:custGeom>
              <a:rect b="b" l="l" r="r" t="t"/>
              <a:pathLst>
                <a:path extrusionOk="0" h="749" w="2845">
                  <a:moveTo>
                    <a:pt x="899" y="1"/>
                  </a:moveTo>
                  <a:lnTo>
                    <a:pt x="150" y="150"/>
                  </a:lnTo>
                  <a:lnTo>
                    <a:pt x="150" y="300"/>
                  </a:lnTo>
                  <a:lnTo>
                    <a:pt x="0" y="450"/>
                  </a:lnTo>
                  <a:lnTo>
                    <a:pt x="150" y="599"/>
                  </a:lnTo>
                  <a:lnTo>
                    <a:pt x="899" y="749"/>
                  </a:lnTo>
                  <a:lnTo>
                    <a:pt x="1647" y="749"/>
                  </a:lnTo>
                  <a:lnTo>
                    <a:pt x="2395" y="599"/>
                  </a:lnTo>
                  <a:lnTo>
                    <a:pt x="2695" y="599"/>
                  </a:lnTo>
                  <a:lnTo>
                    <a:pt x="2844" y="450"/>
                  </a:lnTo>
                  <a:lnTo>
                    <a:pt x="2695" y="150"/>
                  </a:lnTo>
                  <a:lnTo>
                    <a:pt x="2395" y="150"/>
                  </a:lnTo>
                  <a:lnTo>
                    <a:pt x="1797"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84" name="Google Shape;3084;p64"/>
            <p:cNvSpPr/>
            <p:nvPr/>
          </p:nvSpPr>
          <p:spPr>
            <a:xfrm>
              <a:off x="3793150" y="4990400"/>
              <a:ext cx="67375" cy="22475"/>
            </a:xfrm>
            <a:custGeom>
              <a:rect b="b" l="l" r="r" t="t"/>
              <a:pathLst>
                <a:path extrusionOk="0" h="899" w="2695">
                  <a:moveTo>
                    <a:pt x="1048" y="1"/>
                  </a:moveTo>
                  <a:lnTo>
                    <a:pt x="449" y="150"/>
                  </a:lnTo>
                  <a:lnTo>
                    <a:pt x="0" y="300"/>
                  </a:lnTo>
                  <a:lnTo>
                    <a:pt x="0" y="450"/>
                  </a:lnTo>
                  <a:lnTo>
                    <a:pt x="0" y="749"/>
                  </a:lnTo>
                  <a:lnTo>
                    <a:pt x="300" y="899"/>
                  </a:lnTo>
                  <a:lnTo>
                    <a:pt x="1647" y="899"/>
                  </a:lnTo>
                  <a:lnTo>
                    <a:pt x="2395" y="749"/>
                  </a:lnTo>
                  <a:lnTo>
                    <a:pt x="2545" y="600"/>
                  </a:lnTo>
                  <a:lnTo>
                    <a:pt x="2695" y="450"/>
                  </a:lnTo>
                  <a:lnTo>
                    <a:pt x="2545" y="300"/>
                  </a:lnTo>
                  <a:lnTo>
                    <a:pt x="2395" y="300"/>
                  </a:lnTo>
                  <a:lnTo>
                    <a:pt x="1797" y="150"/>
                  </a:lnTo>
                  <a:lnTo>
                    <a:pt x="104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85" name="Google Shape;3085;p64"/>
            <p:cNvSpPr/>
            <p:nvPr/>
          </p:nvSpPr>
          <p:spPr>
            <a:xfrm>
              <a:off x="3793150" y="5076475"/>
              <a:ext cx="59900" cy="15000"/>
            </a:xfrm>
            <a:custGeom>
              <a:rect b="b" l="l" r="r" t="t"/>
              <a:pathLst>
                <a:path extrusionOk="0" h="600" w="2396">
                  <a:moveTo>
                    <a:pt x="150" y="0"/>
                  </a:moveTo>
                  <a:lnTo>
                    <a:pt x="150" y="150"/>
                  </a:lnTo>
                  <a:lnTo>
                    <a:pt x="0" y="300"/>
                  </a:lnTo>
                  <a:lnTo>
                    <a:pt x="0" y="449"/>
                  </a:lnTo>
                  <a:lnTo>
                    <a:pt x="300" y="449"/>
                  </a:lnTo>
                  <a:lnTo>
                    <a:pt x="1048" y="599"/>
                  </a:lnTo>
                  <a:lnTo>
                    <a:pt x="1946" y="599"/>
                  </a:lnTo>
                  <a:lnTo>
                    <a:pt x="2395" y="449"/>
                  </a:lnTo>
                  <a:lnTo>
                    <a:pt x="2395" y="300"/>
                  </a:lnTo>
                  <a:lnTo>
                    <a:pt x="2395" y="150"/>
                  </a:lnTo>
                  <a:lnTo>
                    <a:pt x="2096"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86" name="Google Shape;3086;p64"/>
            <p:cNvSpPr/>
            <p:nvPr/>
          </p:nvSpPr>
          <p:spPr>
            <a:xfrm>
              <a:off x="1192500" y="238125"/>
              <a:ext cx="5235000" cy="5238750"/>
            </a:xfrm>
            <a:custGeom>
              <a:rect b="b" l="l" r="r" t="t"/>
              <a:pathLst>
                <a:path extrusionOk="0" h="209550" w="209400">
                  <a:moveTo>
                    <a:pt x="100135" y="23200"/>
                  </a:moveTo>
                  <a:lnTo>
                    <a:pt x="98638" y="34276"/>
                  </a:lnTo>
                  <a:lnTo>
                    <a:pt x="94597" y="34725"/>
                  </a:lnTo>
                  <a:lnTo>
                    <a:pt x="90555" y="35324"/>
                  </a:lnTo>
                  <a:lnTo>
                    <a:pt x="90555" y="35324"/>
                  </a:lnTo>
                  <a:lnTo>
                    <a:pt x="90705" y="24248"/>
                  </a:lnTo>
                  <a:lnTo>
                    <a:pt x="95345" y="23649"/>
                  </a:lnTo>
                  <a:lnTo>
                    <a:pt x="100135" y="23200"/>
                  </a:lnTo>
                  <a:close/>
                  <a:moveTo>
                    <a:pt x="108517" y="23200"/>
                  </a:moveTo>
                  <a:lnTo>
                    <a:pt x="113606" y="23500"/>
                  </a:lnTo>
                  <a:lnTo>
                    <a:pt x="118845" y="24248"/>
                  </a:lnTo>
                  <a:lnTo>
                    <a:pt x="118845" y="35324"/>
                  </a:lnTo>
                  <a:lnTo>
                    <a:pt x="114504" y="34576"/>
                  </a:lnTo>
                  <a:lnTo>
                    <a:pt x="110163" y="34127"/>
                  </a:lnTo>
                  <a:lnTo>
                    <a:pt x="108517" y="23200"/>
                  </a:lnTo>
                  <a:close/>
                  <a:moveTo>
                    <a:pt x="89657" y="24398"/>
                  </a:moveTo>
                  <a:lnTo>
                    <a:pt x="89657" y="24547"/>
                  </a:lnTo>
                  <a:lnTo>
                    <a:pt x="88310" y="24996"/>
                  </a:lnTo>
                  <a:lnTo>
                    <a:pt x="87262" y="25146"/>
                  </a:lnTo>
                  <a:lnTo>
                    <a:pt x="86215" y="25595"/>
                  </a:lnTo>
                  <a:lnTo>
                    <a:pt x="86215" y="25745"/>
                  </a:lnTo>
                  <a:lnTo>
                    <a:pt x="88011" y="25296"/>
                  </a:lnTo>
                  <a:lnTo>
                    <a:pt x="88909" y="25146"/>
                  </a:lnTo>
                  <a:lnTo>
                    <a:pt x="89657" y="24996"/>
                  </a:lnTo>
                  <a:lnTo>
                    <a:pt x="89657" y="25745"/>
                  </a:lnTo>
                  <a:lnTo>
                    <a:pt x="88310" y="26194"/>
                  </a:lnTo>
                  <a:lnTo>
                    <a:pt x="87412" y="26493"/>
                  </a:lnTo>
                  <a:lnTo>
                    <a:pt x="86514" y="26792"/>
                  </a:lnTo>
                  <a:lnTo>
                    <a:pt x="86364" y="26942"/>
                  </a:lnTo>
                  <a:lnTo>
                    <a:pt x="86514" y="26942"/>
                  </a:lnTo>
                  <a:lnTo>
                    <a:pt x="88460" y="26493"/>
                  </a:lnTo>
                  <a:lnTo>
                    <a:pt x="89657" y="26194"/>
                  </a:lnTo>
                  <a:lnTo>
                    <a:pt x="89657" y="27092"/>
                  </a:lnTo>
                  <a:lnTo>
                    <a:pt x="88310" y="27541"/>
                  </a:lnTo>
                  <a:lnTo>
                    <a:pt x="87412" y="27691"/>
                  </a:lnTo>
                  <a:lnTo>
                    <a:pt x="86514" y="28140"/>
                  </a:lnTo>
                  <a:lnTo>
                    <a:pt x="86514" y="28289"/>
                  </a:lnTo>
                  <a:lnTo>
                    <a:pt x="87412" y="27990"/>
                  </a:lnTo>
                  <a:lnTo>
                    <a:pt x="88310" y="27840"/>
                  </a:lnTo>
                  <a:lnTo>
                    <a:pt x="89657" y="27391"/>
                  </a:lnTo>
                  <a:lnTo>
                    <a:pt x="89657" y="28289"/>
                  </a:lnTo>
                  <a:lnTo>
                    <a:pt x="88310" y="28589"/>
                  </a:lnTo>
                  <a:lnTo>
                    <a:pt x="87562" y="28888"/>
                  </a:lnTo>
                  <a:lnTo>
                    <a:pt x="86963" y="29187"/>
                  </a:lnTo>
                  <a:lnTo>
                    <a:pt x="86963" y="29337"/>
                  </a:lnTo>
                  <a:lnTo>
                    <a:pt x="87113" y="29337"/>
                  </a:lnTo>
                  <a:lnTo>
                    <a:pt x="88759" y="28738"/>
                  </a:lnTo>
                  <a:lnTo>
                    <a:pt x="89657" y="28589"/>
                  </a:lnTo>
                  <a:lnTo>
                    <a:pt x="89657" y="29786"/>
                  </a:lnTo>
                  <a:lnTo>
                    <a:pt x="88610" y="30085"/>
                  </a:lnTo>
                  <a:lnTo>
                    <a:pt x="87712" y="30385"/>
                  </a:lnTo>
                  <a:lnTo>
                    <a:pt x="86963" y="30684"/>
                  </a:lnTo>
                  <a:lnTo>
                    <a:pt x="86963" y="30834"/>
                  </a:lnTo>
                  <a:lnTo>
                    <a:pt x="87861" y="30534"/>
                  </a:lnTo>
                  <a:lnTo>
                    <a:pt x="88610" y="30385"/>
                  </a:lnTo>
                  <a:lnTo>
                    <a:pt x="89657" y="30085"/>
                  </a:lnTo>
                  <a:lnTo>
                    <a:pt x="89657" y="30983"/>
                  </a:lnTo>
                  <a:lnTo>
                    <a:pt x="88759" y="31133"/>
                  </a:lnTo>
                  <a:lnTo>
                    <a:pt x="88011" y="31433"/>
                  </a:lnTo>
                  <a:lnTo>
                    <a:pt x="87262" y="31732"/>
                  </a:lnTo>
                  <a:lnTo>
                    <a:pt x="87262" y="31882"/>
                  </a:lnTo>
                  <a:lnTo>
                    <a:pt x="89208" y="31283"/>
                  </a:lnTo>
                  <a:lnTo>
                    <a:pt x="89657" y="31283"/>
                  </a:lnTo>
                  <a:lnTo>
                    <a:pt x="89657" y="32031"/>
                  </a:lnTo>
                  <a:lnTo>
                    <a:pt x="89059" y="32181"/>
                  </a:lnTo>
                  <a:lnTo>
                    <a:pt x="87562" y="32780"/>
                  </a:lnTo>
                  <a:lnTo>
                    <a:pt x="87562" y="32929"/>
                  </a:lnTo>
                  <a:lnTo>
                    <a:pt x="87712" y="32929"/>
                  </a:lnTo>
                  <a:lnTo>
                    <a:pt x="89059" y="32480"/>
                  </a:lnTo>
                  <a:lnTo>
                    <a:pt x="89657" y="32331"/>
                  </a:lnTo>
                  <a:lnTo>
                    <a:pt x="89657" y="32331"/>
                  </a:lnTo>
                  <a:lnTo>
                    <a:pt x="89508" y="33229"/>
                  </a:lnTo>
                  <a:lnTo>
                    <a:pt x="88759" y="33378"/>
                  </a:lnTo>
                  <a:lnTo>
                    <a:pt x="87861" y="33678"/>
                  </a:lnTo>
                  <a:lnTo>
                    <a:pt x="87861" y="33827"/>
                  </a:lnTo>
                  <a:lnTo>
                    <a:pt x="88759" y="33678"/>
                  </a:lnTo>
                  <a:lnTo>
                    <a:pt x="89508" y="33378"/>
                  </a:lnTo>
                  <a:lnTo>
                    <a:pt x="89508" y="34276"/>
                  </a:lnTo>
                  <a:lnTo>
                    <a:pt x="89208" y="34276"/>
                  </a:lnTo>
                  <a:lnTo>
                    <a:pt x="88759" y="34576"/>
                  </a:lnTo>
                  <a:lnTo>
                    <a:pt x="88161" y="34725"/>
                  </a:lnTo>
                  <a:lnTo>
                    <a:pt x="88161" y="34875"/>
                  </a:lnTo>
                  <a:lnTo>
                    <a:pt x="89358" y="34576"/>
                  </a:lnTo>
                  <a:lnTo>
                    <a:pt x="89508" y="34426"/>
                  </a:lnTo>
                  <a:lnTo>
                    <a:pt x="89508" y="35174"/>
                  </a:lnTo>
                  <a:lnTo>
                    <a:pt x="88310" y="35773"/>
                  </a:lnTo>
                  <a:lnTo>
                    <a:pt x="88310" y="35923"/>
                  </a:lnTo>
                  <a:lnTo>
                    <a:pt x="88460" y="35923"/>
                  </a:lnTo>
                  <a:lnTo>
                    <a:pt x="89059" y="35624"/>
                  </a:lnTo>
                  <a:lnTo>
                    <a:pt x="89508" y="35474"/>
                  </a:lnTo>
                  <a:lnTo>
                    <a:pt x="89508" y="35624"/>
                  </a:lnTo>
                  <a:lnTo>
                    <a:pt x="89508" y="36222"/>
                  </a:lnTo>
                  <a:lnTo>
                    <a:pt x="89358" y="36222"/>
                  </a:lnTo>
                  <a:lnTo>
                    <a:pt x="88909" y="36522"/>
                  </a:lnTo>
                  <a:lnTo>
                    <a:pt x="88460" y="36821"/>
                  </a:lnTo>
                  <a:lnTo>
                    <a:pt x="88610" y="36821"/>
                  </a:lnTo>
                  <a:lnTo>
                    <a:pt x="88909" y="36671"/>
                  </a:lnTo>
                  <a:lnTo>
                    <a:pt x="89358" y="36522"/>
                  </a:lnTo>
                  <a:lnTo>
                    <a:pt x="89508" y="36522"/>
                  </a:lnTo>
                  <a:lnTo>
                    <a:pt x="89508" y="37120"/>
                  </a:lnTo>
                  <a:lnTo>
                    <a:pt x="89508" y="37270"/>
                  </a:lnTo>
                  <a:lnTo>
                    <a:pt x="88909" y="37569"/>
                  </a:lnTo>
                  <a:lnTo>
                    <a:pt x="88909" y="37719"/>
                  </a:lnTo>
                  <a:lnTo>
                    <a:pt x="89508" y="37420"/>
                  </a:lnTo>
                  <a:lnTo>
                    <a:pt x="89508" y="38318"/>
                  </a:lnTo>
                  <a:lnTo>
                    <a:pt x="88909" y="38617"/>
                  </a:lnTo>
                  <a:lnTo>
                    <a:pt x="88011" y="36971"/>
                  </a:lnTo>
                  <a:lnTo>
                    <a:pt x="87412" y="36073"/>
                  </a:lnTo>
                  <a:lnTo>
                    <a:pt x="82024" y="26343"/>
                  </a:lnTo>
                  <a:lnTo>
                    <a:pt x="85766" y="25296"/>
                  </a:lnTo>
                  <a:lnTo>
                    <a:pt x="89657" y="24398"/>
                  </a:lnTo>
                  <a:close/>
                  <a:moveTo>
                    <a:pt x="119743" y="24398"/>
                  </a:moveTo>
                  <a:lnTo>
                    <a:pt x="123634" y="25296"/>
                  </a:lnTo>
                  <a:lnTo>
                    <a:pt x="127526" y="26343"/>
                  </a:lnTo>
                  <a:lnTo>
                    <a:pt x="121988" y="36073"/>
                  </a:lnTo>
                  <a:lnTo>
                    <a:pt x="121389" y="36971"/>
                  </a:lnTo>
                  <a:lnTo>
                    <a:pt x="120491" y="38617"/>
                  </a:lnTo>
                  <a:lnTo>
                    <a:pt x="120042" y="38318"/>
                  </a:lnTo>
                  <a:lnTo>
                    <a:pt x="119892" y="38318"/>
                  </a:lnTo>
                  <a:lnTo>
                    <a:pt x="119892" y="37420"/>
                  </a:lnTo>
                  <a:lnTo>
                    <a:pt x="120491" y="37719"/>
                  </a:lnTo>
                  <a:lnTo>
                    <a:pt x="120641" y="37569"/>
                  </a:lnTo>
                  <a:lnTo>
                    <a:pt x="119892" y="37270"/>
                  </a:lnTo>
                  <a:lnTo>
                    <a:pt x="119892" y="37120"/>
                  </a:lnTo>
                  <a:lnTo>
                    <a:pt x="119892" y="36671"/>
                  </a:lnTo>
                  <a:lnTo>
                    <a:pt x="119892" y="36522"/>
                  </a:lnTo>
                  <a:lnTo>
                    <a:pt x="120042" y="36522"/>
                  </a:lnTo>
                  <a:lnTo>
                    <a:pt x="120491" y="36821"/>
                  </a:lnTo>
                  <a:lnTo>
                    <a:pt x="120940" y="36821"/>
                  </a:lnTo>
                  <a:lnTo>
                    <a:pt x="120491" y="36522"/>
                  </a:lnTo>
                  <a:lnTo>
                    <a:pt x="120042" y="36222"/>
                  </a:lnTo>
                  <a:lnTo>
                    <a:pt x="119892" y="36222"/>
                  </a:lnTo>
                  <a:lnTo>
                    <a:pt x="119892" y="35624"/>
                  </a:lnTo>
                  <a:lnTo>
                    <a:pt x="119892" y="35474"/>
                  </a:lnTo>
                  <a:lnTo>
                    <a:pt x="120491" y="35773"/>
                  </a:lnTo>
                  <a:lnTo>
                    <a:pt x="120940" y="35923"/>
                  </a:lnTo>
                  <a:lnTo>
                    <a:pt x="121090" y="35923"/>
                  </a:lnTo>
                  <a:lnTo>
                    <a:pt x="121090" y="35773"/>
                  </a:lnTo>
                  <a:lnTo>
                    <a:pt x="119892" y="35174"/>
                  </a:lnTo>
                  <a:lnTo>
                    <a:pt x="119892" y="34426"/>
                  </a:lnTo>
                  <a:lnTo>
                    <a:pt x="120042" y="34576"/>
                  </a:lnTo>
                  <a:lnTo>
                    <a:pt x="121239" y="34875"/>
                  </a:lnTo>
                  <a:lnTo>
                    <a:pt x="121239" y="34725"/>
                  </a:lnTo>
                  <a:lnTo>
                    <a:pt x="120790" y="34576"/>
                  </a:lnTo>
                  <a:lnTo>
                    <a:pt x="120192" y="34276"/>
                  </a:lnTo>
                  <a:lnTo>
                    <a:pt x="119892" y="34276"/>
                  </a:lnTo>
                  <a:lnTo>
                    <a:pt x="119892" y="33378"/>
                  </a:lnTo>
                  <a:lnTo>
                    <a:pt x="120641" y="33678"/>
                  </a:lnTo>
                  <a:lnTo>
                    <a:pt x="121539" y="33827"/>
                  </a:lnTo>
                  <a:lnTo>
                    <a:pt x="121539" y="33678"/>
                  </a:lnTo>
                  <a:lnTo>
                    <a:pt x="120790" y="33378"/>
                  </a:lnTo>
                  <a:lnTo>
                    <a:pt x="119892" y="33229"/>
                  </a:lnTo>
                  <a:lnTo>
                    <a:pt x="119892" y="32331"/>
                  </a:lnTo>
                  <a:lnTo>
                    <a:pt x="120491" y="32480"/>
                  </a:lnTo>
                  <a:lnTo>
                    <a:pt x="121838" y="32929"/>
                  </a:lnTo>
                  <a:lnTo>
                    <a:pt x="121838" y="32780"/>
                  </a:lnTo>
                  <a:lnTo>
                    <a:pt x="120341" y="32181"/>
                  </a:lnTo>
                  <a:lnTo>
                    <a:pt x="119892" y="32031"/>
                  </a:lnTo>
                  <a:lnTo>
                    <a:pt x="119892" y="31283"/>
                  </a:lnTo>
                  <a:lnTo>
                    <a:pt x="120192" y="31283"/>
                  </a:lnTo>
                  <a:lnTo>
                    <a:pt x="122138" y="31882"/>
                  </a:lnTo>
                  <a:lnTo>
                    <a:pt x="122138" y="31732"/>
                  </a:lnTo>
                  <a:lnTo>
                    <a:pt x="121539" y="31433"/>
                  </a:lnTo>
                  <a:lnTo>
                    <a:pt x="120641" y="31133"/>
                  </a:lnTo>
                  <a:lnTo>
                    <a:pt x="119892" y="30983"/>
                  </a:lnTo>
                  <a:lnTo>
                    <a:pt x="119892" y="30085"/>
                  </a:lnTo>
                  <a:lnTo>
                    <a:pt x="120790" y="30385"/>
                  </a:lnTo>
                  <a:lnTo>
                    <a:pt x="121688" y="30534"/>
                  </a:lnTo>
                  <a:lnTo>
                    <a:pt x="122437" y="30834"/>
                  </a:lnTo>
                  <a:lnTo>
                    <a:pt x="122437" y="30684"/>
                  </a:lnTo>
                  <a:lnTo>
                    <a:pt x="121688" y="30385"/>
                  </a:lnTo>
                  <a:lnTo>
                    <a:pt x="120940" y="30085"/>
                  </a:lnTo>
                  <a:lnTo>
                    <a:pt x="119892" y="29786"/>
                  </a:lnTo>
                  <a:lnTo>
                    <a:pt x="119743" y="28589"/>
                  </a:lnTo>
                  <a:lnTo>
                    <a:pt x="120790" y="28738"/>
                  </a:lnTo>
                  <a:lnTo>
                    <a:pt x="122437" y="29337"/>
                  </a:lnTo>
                  <a:lnTo>
                    <a:pt x="122437" y="29187"/>
                  </a:lnTo>
                  <a:lnTo>
                    <a:pt x="121838" y="28888"/>
                  </a:lnTo>
                  <a:lnTo>
                    <a:pt x="121239" y="28589"/>
                  </a:lnTo>
                  <a:lnTo>
                    <a:pt x="119743" y="28289"/>
                  </a:lnTo>
                  <a:lnTo>
                    <a:pt x="119743" y="27391"/>
                  </a:lnTo>
                  <a:lnTo>
                    <a:pt x="121090" y="27840"/>
                  </a:lnTo>
                  <a:lnTo>
                    <a:pt x="121988" y="27990"/>
                  </a:lnTo>
                  <a:lnTo>
                    <a:pt x="122886" y="28289"/>
                  </a:lnTo>
                  <a:lnTo>
                    <a:pt x="122886" y="28140"/>
                  </a:lnTo>
                  <a:lnTo>
                    <a:pt x="121988" y="27691"/>
                  </a:lnTo>
                  <a:lnTo>
                    <a:pt x="121090" y="27541"/>
                  </a:lnTo>
                  <a:lnTo>
                    <a:pt x="119743" y="27092"/>
                  </a:lnTo>
                  <a:lnTo>
                    <a:pt x="119743" y="26194"/>
                  </a:lnTo>
                  <a:lnTo>
                    <a:pt x="120940" y="26493"/>
                  </a:lnTo>
                  <a:lnTo>
                    <a:pt x="122886" y="26942"/>
                  </a:lnTo>
                  <a:lnTo>
                    <a:pt x="123036" y="26942"/>
                  </a:lnTo>
                  <a:lnTo>
                    <a:pt x="123036" y="26792"/>
                  </a:lnTo>
                  <a:lnTo>
                    <a:pt x="122138" y="26493"/>
                  </a:lnTo>
                  <a:lnTo>
                    <a:pt x="121239" y="26194"/>
                  </a:lnTo>
                  <a:lnTo>
                    <a:pt x="119743" y="25745"/>
                  </a:lnTo>
                  <a:lnTo>
                    <a:pt x="119743" y="24996"/>
                  </a:lnTo>
                  <a:lnTo>
                    <a:pt x="120641" y="25146"/>
                  </a:lnTo>
                  <a:lnTo>
                    <a:pt x="121539" y="25296"/>
                  </a:lnTo>
                  <a:lnTo>
                    <a:pt x="123185" y="25745"/>
                  </a:lnTo>
                  <a:lnTo>
                    <a:pt x="123335" y="25595"/>
                  </a:lnTo>
                  <a:lnTo>
                    <a:pt x="123185" y="25595"/>
                  </a:lnTo>
                  <a:lnTo>
                    <a:pt x="122287" y="25146"/>
                  </a:lnTo>
                  <a:lnTo>
                    <a:pt x="121090" y="24996"/>
                  </a:lnTo>
                  <a:lnTo>
                    <a:pt x="119743" y="24547"/>
                  </a:lnTo>
                  <a:lnTo>
                    <a:pt x="119743" y="24398"/>
                  </a:lnTo>
                  <a:close/>
                  <a:moveTo>
                    <a:pt x="89508" y="38467"/>
                  </a:moveTo>
                  <a:lnTo>
                    <a:pt x="89508" y="39665"/>
                  </a:lnTo>
                  <a:lnTo>
                    <a:pt x="89059" y="38767"/>
                  </a:lnTo>
                  <a:lnTo>
                    <a:pt x="89508" y="38467"/>
                  </a:lnTo>
                  <a:close/>
                  <a:moveTo>
                    <a:pt x="119892" y="38467"/>
                  </a:moveTo>
                  <a:lnTo>
                    <a:pt x="120491" y="38767"/>
                  </a:lnTo>
                  <a:lnTo>
                    <a:pt x="119892" y="39665"/>
                  </a:lnTo>
                  <a:lnTo>
                    <a:pt x="119892" y="38467"/>
                  </a:lnTo>
                  <a:close/>
                  <a:moveTo>
                    <a:pt x="80976" y="26643"/>
                  </a:moveTo>
                  <a:lnTo>
                    <a:pt x="86514" y="36372"/>
                  </a:lnTo>
                  <a:lnTo>
                    <a:pt x="81874" y="37719"/>
                  </a:lnTo>
                  <a:lnTo>
                    <a:pt x="77384" y="39515"/>
                  </a:lnTo>
                  <a:lnTo>
                    <a:pt x="73043" y="41461"/>
                  </a:lnTo>
                  <a:lnTo>
                    <a:pt x="68702" y="43706"/>
                  </a:lnTo>
                  <a:lnTo>
                    <a:pt x="65260" y="33229"/>
                  </a:lnTo>
                  <a:lnTo>
                    <a:pt x="69002" y="31283"/>
                  </a:lnTo>
                  <a:lnTo>
                    <a:pt x="72893" y="29487"/>
                  </a:lnTo>
                  <a:lnTo>
                    <a:pt x="76935" y="27990"/>
                  </a:lnTo>
                  <a:lnTo>
                    <a:pt x="80976" y="26643"/>
                  </a:lnTo>
                  <a:close/>
                  <a:moveTo>
                    <a:pt x="128424" y="26643"/>
                  </a:moveTo>
                  <a:lnTo>
                    <a:pt x="132465" y="27990"/>
                  </a:lnTo>
                  <a:lnTo>
                    <a:pt x="136507" y="29487"/>
                  </a:lnTo>
                  <a:lnTo>
                    <a:pt x="140398" y="31283"/>
                  </a:lnTo>
                  <a:lnTo>
                    <a:pt x="144140" y="33229"/>
                  </a:lnTo>
                  <a:lnTo>
                    <a:pt x="140698" y="43706"/>
                  </a:lnTo>
                  <a:lnTo>
                    <a:pt x="136507" y="41461"/>
                  </a:lnTo>
                  <a:lnTo>
                    <a:pt x="132166" y="39515"/>
                  </a:lnTo>
                  <a:lnTo>
                    <a:pt x="127526" y="37719"/>
                  </a:lnTo>
                  <a:lnTo>
                    <a:pt x="122886" y="36372"/>
                  </a:lnTo>
                  <a:lnTo>
                    <a:pt x="128424" y="26643"/>
                  </a:lnTo>
                  <a:close/>
                  <a:moveTo>
                    <a:pt x="64511" y="33678"/>
                  </a:moveTo>
                  <a:lnTo>
                    <a:pt x="64511" y="33827"/>
                  </a:lnTo>
                  <a:lnTo>
                    <a:pt x="63314" y="34576"/>
                  </a:lnTo>
                  <a:lnTo>
                    <a:pt x="62416" y="35174"/>
                  </a:lnTo>
                  <a:lnTo>
                    <a:pt x="61518" y="35923"/>
                  </a:lnTo>
                  <a:lnTo>
                    <a:pt x="61667" y="35923"/>
                  </a:lnTo>
                  <a:lnTo>
                    <a:pt x="63613" y="34725"/>
                  </a:lnTo>
                  <a:lnTo>
                    <a:pt x="64511" y="34127"/>
                  </a:lnTo>
                  <a:lnTo>
                    <a:pt x="64811" y="35025"/>
                  </a:lnTo>
                  <a:lnTo>
                    <a:pt x="63613" y="35923"/>
                  </a:lnTo>
                  <a:lnTo>
                    <a:pt x="62865" y="36372"/>
                  </a:lnTo>
                  <a:lnTo>
                    <a:pt x="62117" y="36971"/>
                  </a:lnTo>
                  <a:lnTo>
                    <a:pt x="62117" y="37120"/>
                  </a:lnTo>
                  <a:lnTo>
                    <a:pt x="62266" y="37120"/>
                  </a:lnTo>
                  <a:lnTo>
                    <a:pt x="63913" y="36073"/>
                  </a:lnTo>
                  <a:lnTo>
                    <a:pt x="64960" y="35324"/>
                  </a:lnTo>
                  <a:lnTo>
                    <a:pt x="65260" y="36222"/>
                  </a:lnTo>
                  <a:lnTo>
                    <a:pt x="64062" y="36971"/>
                  </a:lnTo>
                  <a:lnTo>
                    <a:pt x="63314" y="37569"/>
                  </a:lnTo>
                  <a:lnTo>
                    <a:pt x="62566" y="38168"/>
                  </a:lnTo>
                  <a:lnTo>
                    <a:pt x="62566" y="38318"/>
                  </a:lnTo>
                  <a:lnTo>
                    <a:pt x="62715" y="38318"/>
                  </a:lnTo>
                  <a:lnTo>
                    <a:pt x="63464" y="37869"/>
                  </a:lnTo>
                  <a:lnTo>
                    <a:pt x="64212" y="37270"/>
                  </a:lnTo>
                  <a:lnTo>
                    <a:pt x="65409" y="36372"/>
                  </a:lnTo>
                  <a:lnTo>
                    <a:pt x="65559" y="37270"/>
                  </a:lnTo>
                  <a:lnTo>
                    <a:pt x="64661" y="38018"/>
                  </a:lnTo>
                  <a:lnTo>
                    <a:pt x="63913" y="38467"/>
                  </a:lnTo>
                  <a:lnTo>
                    <a:pt x="63464" y="39066"/>
                  </a:lnTo>
                  <a:lnTo>
                    <a:pt x="63464" y="39216"/>
                  </a:lnTo>
                  <a:lnTo>
                    <a:pt x="63613" y="39216"/>
                  </a:lnTo>
                  <a:lnTo>
                    <a:pt x="64960" y="38168"/>
                  </a:lnTo>
                  <a:lnTo>
                    <a:pt x="65709" y="37569"/>
                  </a:lnTo>
                  <a:lnTo>
                    <a:pt x="66158" y="38767"/>
                  </a:lnTo>
                  <a:lnTo>
                    <a:pt x="65260" y="39365"/>
                  </a:lnTo>
                  <a:lnTo>
                    <a:pt x="64511" y="39815"/>
                  </a:lnTo>
                  <a:lnTo>
                    <a:pt x="63913" y="40413"/>
                  </a:lnTo>
                  <a:lnTo>
                    <a:pt x="63913" y="40563"/>
                  </a:lnTo>
                  <a:lnTo>
                    <a:pt x="64661" y="40114"/>
                  </a:lnTo>
                  <a:lnTo>
                    <a:pt x="65409" y="39515"/>
                  </a:lnTo>
                  <a:lnTo>
                    <a:pt x="66158" y="39066"/>
                  </a:lnTo>
                  <a:lnTo>
                    <a:pt x="66457" y="39964"/>
                  </a:lnTo>
                  <a:lnTo>
                    <a:pt x="65709" y="40264"/>
                  </a:lnTo>
                  <a:lnTo>
                    <a:pt x="65110" y="40862"/>
                  </a:lnTo>
                  <a:lnTo>
                    <a:pt x="64511" y="41461"/>
                  </a:lnTo>
                  <a:lnTo>
                    <a:pt x="64511" y="41461"/>
                  </a:lnTo>
                  <a:lnTo>
                    <a:pt x="66308" y="40264"/>
                  </a:lnTo>
                  <a:lnTo>
                    <a:pt x="66607" y="40114"/>
                  </a:lnTo>
                  <a:lnTo>
                    <a:pt x="66757" y="40862"/>
                  </a:lnTo>
                  <a:lnTo>
                    <a:pt x="66457" y="41162"/>
                  </a:lnTo>
                  <a:lnTo>
                    <a:pt x="65858" y="41611"/>
                  </a:lnTo>
                  <a:lnTo>
                    <a:pt x="65110" y="42209"/>
                  </a:lnTo>
                  <a:lnTo>
                    <a:pt x="65110" y="42359"/>
                  </a:lnTo>
                  <a:lnTo>
                    <a:pt x="65260" y="42359"/>
                  </a:lnTo>
                  <a:lnTo>
                    <a:pt x="66457" y="41461"/>
                  </a:lnTo>
                  <a:lnTo>
                    <a:pt x="66906" y="41162"/>
                  </a:lnTo>
                  <a:lnTo>
                    <a:pt x="67206" y="41910"/>
                  </a:lnTo>
                  <a:lnTo>
                    <a:pt x="66607" y="42359"/>
                  </a:lnTo>
                  <a:lnTo>
                    <a:pt x="65709" y="43107"/>
                  </a:lnTo>
                  <a:lnTo>
                    <a:pt x="65858" y="43107"/>
                  </a:lnTo>
                  <a:lnTo>
                    <a:pt x="66308" y="42808"/>
                  </a:lnTo>
                  <a:lnTo>
                    <a:pt x="66757" y="42509"/>
                  </a:lnTo>
                  <a:lnTo>
                    <a:pt x="67206" y="42209"/>
                  </a:lnTo>
                  <a:lnTo>
                    <a:pt x="67505" y="42958"/>
                  </a:lnTo>
                  <a:lnTo>
                    <a:pt x="67206" y="43257"/>
                  </a:lnTo>
                  <a:lnTo>
                    <a:pt x="66757" y="43556"/>
                  </a:lnTo>
                  <a:lnTo>
                    <a:pt x="66308" y="44006"/>
                  </a:lnTo>
                  <a:lnTo>
                    <a:pt x="66457" y="44006"/>
                  </a:lnTo>
                  <a:lnTo>
                    <a:pt x="67505" y="43257"/>
                  </a:lnTo>
                  <a:lnTo>
                    <a:pt x="67804" y="43856"/>
                  </a:lnTo>
                  <a:lnTo>
                    <a:pt x="66906" y="44754"/>
                  </a:lnTo>
                  <a:lnTo>
                    <a:pt x="66906" y="44904"/>
                  </a:lnTo>
                  <a:lnTo>
                    <a:pt x="67505" y="44455"/>
                  </a:lnTo>
                  <a:lnTo>
                    <a:pt x="67954" y="44155"/>
                  </a:lnTo>
                  <a:lnTo>
                    <a:pt x="67954" y="44305"/>
                  </a:lnTo>
                  <a:lnTo>
                    <a:pt x="68104" y="44754"/>
                  </a:lnTo>
                  <a:lnTo>
                    <a:pt x="67954" y="45053"/>
                  </a:lnTo>
                  <a:lnTo>
                    <a:pt x="67505" y="45353"/>
                  </a:lnTo>
                  <a:lnTo>
                    <a:pt x="67355" y="45652"/>
                  </a:lnTo>
                  <a:lnTo>
                    <a:pt x="67355" y="45802"/>
                  </a:lnTo>
                  <a:lnTo>
                    <a:pt x="67804" y="45502"/>
                  </a:lnTo>
                  <a:lnTo>
                    <a:pt x="68104" y="45203"/>
                  </a:lnTo>
                  <a:lnTo>
                    <a:pt x="68253" y="45053"/>
                  </a:lnTo>
                  <a:lnTo>
                    <a:pt x="68253" y="45203"/>
                  </a:lnTo>
                  <a:lnTo>
                    <a:pt x="68403" y="45802"/>
                  </a:lnTo>
                  <a:lnTo>
                    <a:pt x="67954" y="46400"/>
                  </a:lnTo>
                  <a:lnTo>
                    <a:pt x="68553" y="46101"/>
                  </a:lnTo>
                  <a:lnTo>
                    <a:pt x="68702" y="46849"/>
                  </a:lnTo>
                  <a:lnTo>
                    <a:pt x="68403" y="47298"/>
                  </a:lnTo>
                  <a:lnTo>
                    <a:pt x="66906" y="46101"/>
                  </a:lnTo>
                  <a:lnTo>
                    <a:pt x="66158" y="45353"/>
                  </a:lnTo>
                  <a:lnTo>
                    <a:pt x="57776" y="38018"/>
                  </a:lnTo>
                  <a:lnTo>
                    <a:pt x="61069" y="35773"/>
                  </a:lnTo>
                  <a:lnTo>
                    <a:pt x="64511" y="33678"/>
                  </a:lnTo>
                  <a:close/>
                  <a:moveTo>
                    <a:pt x="145038" y="33678"/>
                  </a:moveTo>
                  <a:lnTo>
                    <a:pt x="148331" y="35773"/>
                  </a:lnTo>
                  <a:lnTo>
                    <a:pt x="151624" y="38018"/>
                  </a:lnTo>
                  <a:lnTo>
                    <a:pt x="143242" y="45353"/>
                  </a:lnTo>
                  <a:lnTo>
                    <a:pt x="142494" y="46101"/>
                  </a:lnTo>
                  <a:lnTo>
                    <a:pt x="141147" y="47298"/>
                  </a:lnTo>
                  <a:lnTo>
                    <a:pt x="140698" y="46849"/>
                  </a:lnTo>
                  <a:lnTo>
                    <a:pt x="140997" y="46101"/>
                  </a:lnTo>
                  <a:lnTo>
                    <a:pt x="141446" y="46400"/>
                  </a:lnTo>
                  <a:lnTo>
                    <a:pt x="140997" y="45802"/>
                  </a:lnTo>
                  <a:lnTo>
                    <a:pt x="141147" y="45203"/>
                  </a:lnTo>
                  <a:lnTo>
                    <a:pt x="141296" y="45053"/>
                  </a:lnTo>
                  <a:lnTo>
                    <a:pt x="141296" y="45203"/>
                  </a:lnTo>
                  <a:lnTo>
                    <a:pt x="141895" y="45652"/>
                  </a:lnTo>
                  <a:lnTo>
                    <a:pt x="142045" y="45802"/>
                  </a:lnTo>
                  <a:lnTo>
                    <a:pt x="142194" y="45652"/>
                  </a:lnTo>
                  <a:lnTo>
                    <a:pt x="141895" y="45353"/>
                  </a:lnTo>
                  <a:lnTo>
                    <a:pt x="141446" y="45053"/>
                  </a:lnTo>
                  <a:lnTo>
                    <a:pt x="141296" y="44754"/>
                  </a:lnTo>
                  <a:lnTo>
                    <a:pt x="141596" y="44305"/>
                  </a:lnTo>
                  <a:lnTo>
                    <a:pt x="141596" y="44155"/>
                  </a:lnTo>
                  <a:lnTo>
                    <a:pt x="142194" y="44754"/>
                  </a:lnTo>
                  <a:lnTo>
                    <a:pt x="142494" y="44904"/>
                  </a:lnTo>
                  <a:lnTo>
                    <a:pt x="142643" y="44754"/>
                  </a:lnTo>
                  <a:lnTo>
                    <a:pt x="141596" y="43856"/>
                  </a:lnTo>
                  <a:lnTo>
                    <a:pt x="141895" y="43257"/>
                  </a:lnTo>
                  <a:lnTo>
                    <a:pt x="142045" y="43257"/>
                  </a:lnTo>
                  <a:lnTo>
                    <a:pt x="143093" y="44006"/>
                  </a:lnTo>
                  <a:lnTo>
                    <a:pt x="143093" y="44006"/>
                  </a:lnTo>
                  <a:lnTo>
                    <a:pt x="142643" y="43556"/>
                  </a:lnTo>
                  <a:lnTo>
                    <a:pt x="142344" y="43257"/>
                  </a:lnTo>
                  <a:lnTo>
                    <a:pt x="141895" y="42958"/>
                  </a:lnTo>
                  <a:lnTo>
                    <a:pt x="142194" y="42209"/>
                  </a:lnTo>
                  <a:lnTo>
                    <a:pt x="142643" y="42509"/>
                  </a:lnTo>
                  <a:lnTo>
                    <a:pt x="143093" y="42808"/>
                  </a:lnTo>
                  <a:lnTo>
                    <a:pt x="143691" y="43107"/>
                  </a:lnTo>
                  <a:lnTo>
                    <a:pt x="142793" y="42359"/>
                  </a:lnTo>
                  <a:lnTo>
                    <a:pt x="142344" y="41910"/>
                  </a:lnTo>
                  <a:lnTo>
                    <a:pt x="142494" y="41162"/>
                  </a:lnTo>
                  <a:lnTo>
                    <a:pt x="143093" y="41461"/>
                  </a:lnTo>
                  <a:lnTo>
                    <a:pt x="144140" y="42359"/>
                  </a:lnTo>
                  <a:lnTo>
                    <a:pt x="144290" y="42359"/>
                  </a:lnTo>
                  <a:lnTo>
                    <a:pt x="144290" y="42209"/>
                  </a:lnTo>
                  <a:lnTo>
                    <a:pt x="143691" y="41611"/>
                  </a:lnTo>
                  <a:lnTo>
                    <a:pt x="142943" y="41162"/>
                  </a:lnTo>
                  <a:lnTo>
                    <a:pt x="142643" y="40862"/>
                  </a:lnTo>
                  <a:lnTo>
                    <a:pt x="142943" y="40114"/>
                  </a:lnTo>
                  <a:lnTo>
                    <a:pt x="143093" y="40264"/>
                  </a:lnTo>
                  <a:lnTo>
                    <a:pt x="144889" y="41461"/>
                  </a:lnTo>
                  <a:lnTo>
                    <a:pt x="144290" y="40862"/>
                  </a:lnTo>
                  <a:lnTo>
                    <a:pt x="143691" y="40264"/>
                  </a:lnTo>
                  <a:lnTo>
                    <a:pt x="142943" y="39964"/>
                  </a:lnTo>
                  <a:lnTo>
                    <a:pt x="143242" y="39066"/>
                  </a:lnTo>
                  <a:lnTo>
                    <a:pt x="143991" y="39515"/>
                  </a:lnTo>
                  <a:lnTo>
                    <a:pt x="144739" y="40114"/>
                  </a:lnTo>
                  <a:lnTo>
                    <a:pt x="145487" y="40563"/>
                  </a:lnTo>
                  <a:lnTo>
                    <a:pt x="145487" y="40413"/>
                  </a:lnTo>
                  <a:lnTo>
                    <a:pt x="144889" y="39815"/>
                  </a:lnTo>
                  <a:lnTo>
                    <a:pt x="144290" y="39365"/>
                  </a:lnTo>
                  <a:lnTo>
                    <a:pt x="143392" y="38767"/>
                  </a:lnTo>
                  <a:lnTo>
                    <a:pt x="143691" y="37569"/>
                  </a:lnTo>
                  <a:lnTo>
                    <a:pt x="144589" y="38168"/>
                  </a:lnTo>
                  <a:lnTo>
                    <a:pt x="145936" y="39216"/>
                  </a:lnTo>
                  <a:lnTo>
                    <a:pt x="145936" y="39066"/>
                  </a:lnTo>
                  <a:lnTo>
                    <a:pt x="145487" y="38467"/>
                  </a:lnTo>
                  <a:lnTo>
                    <a:pt x="144889" y="38018"/>
                  </a:lnTo>
                  <a:lnTo>
                    <a:pt x="143841" y="37270"/>
                  </a:lnTo>
                  <a:lnTo>
                    <a:pt x="144140" y="36372"/>
                  </a:lnTo>
                  <a:lnTo>
                    <a:pt x="145188" y="37270"/>
                  </a:lnTo>
                  <a:lnTo>
                    <a:pt x="145936" y="37869"/>
                  </a:lnTo>
                  <a:lnTo>
                    <a:pt x="146834" y="38318"/>
                  </a:lnTo>
                  <a:lnTo>
                    <a:pt x="146834" y="38168"/>
                  </a:lnTo>
                  <a:lnTo>
                    <a:pt x="146086" y="37569"/>
                  </a:lnTo>
                  <a:lnTo>
                    <a:pt x="145338" y="36971"/>
                  </a:lnTo>
                  <a:lnTo>
                    <a:pt x="144140" y="36222"/>
                  </a:lnTo>
                  <a:lnTo>
                    <a:pt x="144440" y="35324"/>
                  </a:lnTo>
                  <a:lnTo>
                    <a:pt x="145487" y="36073"/>
                  </a:lnTo>
                  <a:lnTo>
                    <a:pt x="147134" y="37120"/>
                  </a:lnTo>
                  <a:lnTo>
                    <a:pt x="147283" y="37120"/>
                  </a:lnTo>
                  <a:lnTo>
                    <a:pt x="147283" y="36971"/>
                  </a:lnTo>
                  <a:lnTo>
                    <a:pt x="146535" y="36372"/>
                  </a:lnTo>
                  <a:lnTo>
                    <a:pt x="145936" y="35923"/>
                  </a:lnTo>
                  <a:lnTo>
                    <a:pt x="144589" y="35025"/>
                  </a:lnTo>
                  <a:lnTo>
                    <a:pt x="144889" y="34127"/>
                  </a:lnTo>
                  <a:lnTo>
                    <a:pt x="145787" y="34725"/>
                  </a:lnTo>
                  <a:lnTo>
                    <a:pt x="147882" y="35923"/>
                  </a:lnTo>
                  <a:lnTo>
                    <a:pt x="147134" y="35174"/>
                  </a:lnTo>
                  <a:lnTo>
                    <a:pt x="146236" y="34576"/>
                  </a:lnTo>
                  <a:lnTo>
                    <a:pt x="145038" y="33827"/>
                  </a:lnTo>
                  <a:lnTo>
                    <a:pt x="145038" y="33678"/>
                  </a:lnTo>
                  <a:close/>
                  <a:moveTo>
                    <a:pt x="140548" y="46999"/>
                  </a:moveTo>
                  <a:lnTo>
                    <a:pt x="140997" y="47448"/>
                  </a:lnTo>
                  <a:lnTo>
                    <a:pt x="140249" y="48047"/>
                  </a:lnTo>
                  <a:lnTo>
                    <a:pt x="140249" y="48047"/>
                  </a:lnTo>
                  <a:lnTo>
                    <a:pt x="140548" y="46999"/>
                  </a:lnTo>
                  <a:close/>
                  <a:moveTo>
                    <a:pt x="68852" y="46999"/>
                  </a:moveTo>
                  <a:lnTo>
                    <a:pt x="69151" y="48047"/>
                  </a:lnTo>
                  <a:lnTo>
                    <a:pt x="69151" y="48047"/>
                  </a:lnTo>
                  <a:lnTo>
                    <a:pt x="68403" y="47448"/>
                  </a:lnTo>
                  <a:lnTo>
                    <a:pt x="68852" y="46999"/>
                  </a:lnTo>
                  <a:close/>
                  <a:moveTo>
                    <a:pt x="96094" y="53286"/>
                  </a:moveTo>
                  <a:lnTo>
                    <a:pt x="95046" y="60620"/>
                  </a:lnTo>
                  <a:lnTo>
                    <a:pt x="94896" y="60620"/>
                  </a:lnTo>
                  <a:lnTo>
                    <a:pt x="93100" y="53884"/>
                  </a:lnTo>
                  <a:lnTo>
                    <a:pt x="96094" y="53286"/>
                  </a:lnTo>
                  <a:close/>
                  <a:moveTo>
                    <a:pt x="113007" y="53286"/>
                  </a:moveTo>
                  <a:lnTo>
                    <a:pt x="116150" y="53884"/>
                  </a:lnTo>
                  <a:lnTo>
                    <a:pt x="114803" y="60620"/>
                  </a:lnTo>
                  <a:lnTo>
                    <a:pt x="114055" y="60470"/>
                  </a:lnTo>
                  <a:lnTo>
                    <a:pt x="113007" y="53286"/>
                  </a:lnTo>
                  <a:close/>
                  <a:moveTo>
                    <a:pt x="110313" y="35174"/>
                  </a:moveTo>
                  <a:lnTo>
                    <a:pt x="114654" y="35624"/>
                  </a:lnTo>
                  <a:lnTo>
                    <a:pt x="118994" y="36372"/>
                  </a:lnTo>
                  <a:lnTo>
                    <a:pt x="118994" y="43257"/>
                  </a:lnTo>
                  <a:lnTo>
                    <a:pt x="122437" y="37270"/>
                  </a:lnTo>
                  <a:lnTo>
                    <a:pt x="127077" y="38617"/>
                  </a:lnTo>
                  <a:lnTo>
                    <a:pt x="131717" y="40413"/>
                  </a:lnTo>
                  <a:lnTo>
                    <a:pt x="136058" y="42359"/>
                  </a:lnTo>
                  <a:lnTo>
                    <a:pt x="140398" y="44754"/>
                  </a:lnTo>
                  <a:lnTo>
                    <a:pt x="138153" y="51190"/>
                  </a:lnTo>
                  <a:lnTo>
                    <a:pt x="138153" y="51190"/>
                  </a:lnTo>
                  <a:lnTo>
                    <a:pt x="143392" y="46700"/>
                  </a:lnTo>
                  <a:lnTo>
                    <a:pt x="145637" y="48197"/>
                  </a:lnTo>
                  <a:lnTo>
                    <a:pt x="147733" y="49843"/>
                  </a:lnTo>
                  <a:lnTo>
                    <a:pt x="149828" y="51489"/>
                  </a:lnTo>
                  <a:lnTo>
                    <a:pt x="151774" y="53286"/>
                  </a:lnTo>
                  <a:lnTo>
                    <a:pt x="138902" y="63164"/>
                  </a:lnTo>
                  <a:lnTo>
                    <a:pt x="136207" y="61069"/>
                  </a:lnTo>
                  <a:lnTo>
                    <a:pt x="133513" y="59273"/>
                  </a:lnTo>
                  <a:lnTo>
                    <a:pt x="135609" y="55980"/>
                  </a:lnTo>
                  <a:lnTo>
                    <a:pt x="136357" y="55980"/>
                  </a:lnTo>
                  <a:lnTo>
                    <a:pt x="137105" y="55830"/>
                  </a:lnTo>
                  <a:lnTo>
                    <a:pt x="137704" y="55231"/>
                  </a:lnTo>
                  <a:lnTo>
                    <a:pt x="138153" y="54483"/>
                  </a:lnTo>
                  <a:lnTo>
                    <a:pt x="138303" y="54034"/>
                  </a:lnTo>
                  <a:lnTo>
                    <a:pt x="138303" y="53735"/>
                  </a:lnTo>
                  <a:lnTo>
                    <a:pt x="138003" y="52837"/>
                  </a:lnTo>
                  <a:lnTo>
                    <a:pt x="137554" y="52238"/>
                  </a:lnTo>
                  <a:lnTo>
                    <a:pt x="137255" y="51938"/>
                  </a:lnTo>
                  <a:lnTo>
                    <a:pt x="136806" y="51789"/>
                  </a:lnTo>
                  <a:lnTo>
                    <a:pt x="136357" y="51639"/>
                  </a:lnTo>
                  <a:lnTo>
                    <a:pt x="135908" y="51639"/>
                  </a:lnTo>
                  <a:lnTo>
                    <a:pt x="135160" y="51789"/>
                  </a:lnTo>
                  <a:lnTo>
                    <a:pt x="134411" y="52388"/>
                  </a:lnTo>
                  <a:lnTo>
                    <a:pt x="134261" y="52687"/>
                  </a:lnTo>
                  <a:lnTo>
                    <a:pt x="133962" y="53136"/>
                  </a:lnTo>
                  <a:lnTo>
                    <a:pt x="133962" y="53735"/>
                  </a:lnTo>
                  <a:lnTo>
                    <a:pt x="133962" y="54483"/>
                  </a:lnTo>
                  <a:lnTo>
                    <a:pt x="134261" y="55082"/>
                  </a:lnTo>
                  <a:lnTo>
                    <a:pt x="134711" y="55531"/>
                  </a:lnTo>
                  <a:lnTo>
                    <a:pt x="132765" y="58824"/>
                  </a:lnTo>
                  <a:lnTo>
                    <a:pt x="129172" y="56728"/>
                  </a:lnTo>
                  <a:lnTo>
                    <a:pt x="125430" y="54932"/>
                  </a:lnTo>
                  <a:lnTo>
                    <a:pt x="121539" y="53585"/>
                  </a:lnTo>
                  <a:lnTo>
                    <a:pt x="117348" y="52388"/>
                  </a:lnTo>
                  <a:lnTo>
                    <a:pt x="118246" y="48346"/>
                  </a:lnTo>
                  <a:lnTo>
                    <a:pt x="118994" y="48047"/>
                  </a:lnTo>
                  <a:lnTo>
                    <a:pt x="119743" y="47598"/>
                  </a:lnTo>
                  <a:lnTo>
                    <a:pt x="120192" y="46999"/>
                  </a:lnTo>
                  <a:lnTo>
                    <a:pt x="120341" y="46101"/>
                  </a:lnTo>
                  <a:lnTo>
                    <a:pt x="120341" y="45652"/>
                  </a:lnTo>
                  <a:lnTo>
                    <a:pt x="120192" y="45203"/>
                  </a:lnTo>
                  <a:lnTo>
                    <a:pt x="119743" y="44604"/>
                  </a:lnTo>
                  <a:lnTo>
                    <a:pt x="118994" y="44155"/>
                  </a:lnTo>
                  <a:lnTo>
                    <a:pt x="118545" y="44006"/>
                  </a:lnTo>
                  <a:lnTo>
                    <a:pt x="118096" y="43856"/>
                  </a:lnTo>
                  <a:lnTo>
                    <a:pt x="117647" y="44006"/>
                  </a:lnTo>
                  <a:lnTo>
                    <a:pt x="117198" y="44155"/>
                  </a:lnTo>
                  <a:lnTo>
                    <a:pt x="116599" y="44604"/>
                  </a:lnTo>
                  <a:lnTo>
                    <a:pt x="116150" y="45203"/>
                  </a:lnTo>
                  <a:lnTo>
                    <a:pt x="116001" y="45652"/>
                  </a:lnTo>
                  <a:lnTo>
                    <a:pt x="115851" y="46101"/>
                  </a:lnTo>
                  <a:lnTo>
                    <a:pt x="116001" y="46849"/>
                  </a:lnTo>
                  <a:lnTo>
                    <a:pt x="116300" y="47298"/>
                  </a:lnTo>
                  <a:lnTo>
                    <a:pt x="116749" y="47897"/>
                  </a:lnTo>
                  <a:lnTo>
                    <a:pt x="117348" y="48197"/>
                  </a:lnTo>
                  <a:lnTo>
                    <a:pt x="116450" y="52238"/>
                  </a:lnTo>
                  <a:lnTo>
                    <a:pt x="112708" y="51489"/>
                  </a:lnTo>
                  <a:lnTo>
                    <a:pt x="110313" y="35174"/>
                  </a:lnTo>
                  <a:close/>
                  <a:moveTo>
                    <a:pt x="98488" y="35174"/>
                  </a:moveTo>
                  <a:lnTo>
                    <a:pt x="96243" y="51489"/>
                  </a:lnTo>
                  <a:lnTo>
                    <a:pt x="92651" y="52238"/>
                  </a:lnTo>
                  <a:lnTo>
                    <a:pt x="91453" y="48346"/>
                  </a:lnTo>
                  <a:lnTo>
                    <a:pt x="92052" y="47747"/>
                  </a:lnTo>
                  <a:lnTo>
                    <a:pt x="92501" y="46999"/>
                  </a:lnTo>
                  <a:lnTo>
                    <a:pt x="92501" y="46251"/>
                  </a:lnTo>
                  <a:lnTo>
                    <a:pt x="92352" y="45353"/>
                  </a:lnTo>
                  <a:lnTo>
                    <a:pt x="92052" y="45053"/>
                  </a:lnTo>
                  <a:lnTo>
                    <a:pt x="91753" y="44754"/>
                  </a:lnTo>
                  <a:lnTo>
                    <a:pt x="91004" y="44305"/>
                  </a:lnTo>
                  <a:lnTo>
                    <a:pt x="90256" y="44155"/>
                  </a:lnTo>
                  <a:lnTo>
                    <a:pt x="89807" y="44305"/>
                  </a:lnTo>
                  <a:lnTo>
                    <a:pt x="89358" y="44455"/>
                  </a:lnTo>
                  <a:lnTo>
                    <a:pt x="88909" y="44604"/>
                  </a:lnTo>
                  <a:lnTo>
                    <a:pt x="88610" y="44904"/>
                  </a:lnTo>
                  <a:lnTo>
                    <a:pt x="88310" y="45652"/>
                  </a:lnTo>
                  <a:lnTo>
                    <a:pt x="88161" y="46550"/>
                  </a:lnTo>
                  <a:lnTo>
                    <a:pt x="88161" y="46999"/>
                  </a:lnTo>
                  <a:lnTo>
                    <a:pt x="88310" y="47448"/>
                  </a:lnTo>
                  <a:lnTo>
                    <a:pt x="88759" y="47897"/>
                  </a:lnTo>
                  <a:lnTo>
                    <a:pt x="89208" y="48346"/>
                  </a:lnTo>
                  <a:lnTo>
                    <a:pt x="89807" y="48496"/>
                  </a:lnTo>
                  <a:lnTo>
                    <a:pt x="90555" y="48646"/>
                  </a:lnTo>
                  <a:lnTo>
                    <a:pt x="91603" y="52537"/>
                  </a:lnTo>
                  <a:lnTo>
                    <a:pt x="87412" y="53735"/>
                  </a:lnTo>
                  <a:lnTo>
                    <a:pt x="83521" y="55231"/>
                  </a:lnTo>
                  <a:lnTo>
                    <a:pt x="79629" y="57028"/>
                  </a:lnTo>
                  <a:lnTo>
                    <a:pt x="75887" y="59273"/>
                  </a:lnTo>
                  <a:lnTo>
                    <a:pt x="73941" y="55680"/>
                  </a:lnTo>
                  <a:lnTo>
                    <a:pt x="74390" y="54932"/>
                  </a:lnTo>
                  <a:lnTo>
                    <a:pt x="74540" y="54034"/>
                  </a:lnTo>
                  <a:lnTo>
                    <a:pt x="74240" y="53286"/>
                  </a:lnTo>
                  <a:lnTo>
                    <a:pt x="73791" y="52537"/>
                  </a:lnTo>
                  <a:lnTo>
                    <a:pt x="73492" y="52238"/>
                  </a:lnTo>
                  <a:lnTo>
                    <a:pt x="73043" y="52088"/>
                  </a:lnTo>
                  <a:lnTo>
                    <a:pt x="72295" y="51938"/>
                  </a:lnTo>
                  <a:lnTo>
                    <a:pt x="71397" y="52088"/>
                  </a:lnTo>
                  <a:lnTo>
                    <a:pt x="71097" y="52388"/>
                  </a:lnTo>
                  <a:lnTo>
                    <a:pt x="70648" y="52687"/>
                  </a:lnTo>
                  <a:lnTo>
                    <a:pt x="70499" y="52986"/>
                  </a:lnTo>
                  <a:lnTo>
                    <a:pt x="70199" y="53286"/>
                  </a:lnTo>
                  <a:lnTo>
                    <a:pt x="70049" y="54184"/>
                  </a:lnTo>
                  <a:lnTo>
                    <a:pt x="70199" y="55082"/>
                  </a:lnTo>
                  <a:lnTo>
                    <a:pt x="70499" y="55381"/>
                  </a:lnTo>
                  <a:lnTo>
                    <a:pt x="70798" y="55680"/>
                  </a:lnTo>
                  <a:lnTo>
                    <a:pt x="71247" y="56129"/>
                  </a:lnTo>
                  <a:lnTo>
                    <a:pt x="71846" y="56279"/>
                  </a:lnTo>
                  <a:lnTo>
                    <a:pt x="72444" y="56429"/>
                  </a:lnTo>
                  <a:lnTo>
                    <a:pt x="73043" y="56279"/>
                  </a:lnTo>
                  <a:lnTo>
                    <a:pt x="75139" y="59722"/>
                  </a:lnTo>
                  <a:lnTo>
                    <a:pt x="72444" y="61668"/>
                  </a:lnTo>
                  <a:lnTo>
                    <a:pt x="69750" y="63763"/>
                  </a:lnTo>
                  <a:lnTo>
                    <a:pt x="56728" y="54184"/>
                  </a:lnTo>
                  <a:lnTo>
                    <a:pt x="58824" y="52088"/>
                  </a:lnTo>
                  <a:lnTo>
                    <a:pt x="61218" y="50142"/>
                  </a:lnTo>
                  <a:lnTo>
                    <a:pt x="63613" y="48346"/>
                  </a:lnTo>
                  <a:lnTo>
                    <a:pt x="66008" y="46550"/>
                  </a:lnTo>
                  <a:lnTo>
                    <a:pt x="71247" y="51190"/>
                  </a:lnTo>
                  <a:lnTo>
                    <a:pt x="71247" y="51190"/>
                  </a:lnTo>
                  <a:lnTo>
                    <a:pt x="69151" y="44754"/>
                  </a:lnTo>
                  <a:lnTo>
                    <a:pt x="73342" y="42359"/>
                  </a:lnTo>
                  <a:lnTo>
                    <a:pt x="77683" y="40264"/>
                  </a:lnTo>
                  <a:lnTo>
                    <a:pt x="82323" y="38617"/>
                  </a:lnTo>
                  <a:lnTo>
                    <a:pt x="86963" y="37120"/>
                  </a:lnTo>
                  <a:lnTo>
                    <a:pt x="90406" y="43257"/>
                  </a:lnTo>
                  <a:lnTo>
                    <a:pt x="90555" y="36372"/>
                  </a:lnTo>
                  <a:lnTo>
                    <a:pt x="94447" y="35624"/>
                  </a:lnTo>
                  <a:lnTo>
                    <a:pt x="98488" y="35174"/>
                  </a:lnTo>
                  <a:close/>
                  <a:moveTo>
                    <a:pt x="56878" y="38467"/>
                  </a:moveTo>
                  <a:lnTo>
                    <a:pt x="65260" y="45951"/>
                  </a:lnTo>
                  <a:lnTo>
                    <a:pt x="62865" y="47747"/>
                  </a:lnTo>
                  <a:lnTo>
                    <a:pt x="60470" y="49544"/>
                  </a:lnTo>
                  <a:lnTo>
                    <a:pt x="58075" y="51489"/>
                  </a:lnTo>
                  <a:lnTo>
                    <a:pt x="55830" y="53585"/>
                  </a:lnTo>
                  <a:lnTo>
                    <a:pt x="48196" y="47897"/>
                  </a:lnTo>
                  <a:lnTo>
                    <a:pt x="47298" y="48646"/>
                  </a:lnTo>
                  <a:lnTo>
                    <a:pt x="53136" y="56279"/>
                  </a:lnTo>
                  <a:lnTo>
                    <a:pt x="51040" y="58524"/>
                  </a:lnTo>
                  <a:lnTo>
                    <a:pt x="49244" y="60770"/>
                  </a:lnTo>
                  <a:lnTo>
                    <a:pt x="47448" y="63164"/>
                  </a:lnTo>
                  <a:lnTo>
                    <a:pt x="45802" y="65559"/>
                  </a:lnTo>
                  <a:lnTo>
                    <a:pt x="38018" y="57477"/>
                  </a:lnTo>
                  <a:lnTo>
                    <a:pt x="40114" y="54782"/>
                  </a:lnTo>
                  <a:lnTo>
                    <a:pt x="42209" y="52238"/>
                  </a:lnTo>
                  <a:lnTo>
                    <a:pt x="44454" y="49693"/>
                  </a:lnTo>
                  <a:lnTo>
                    <a:pt x="46700" y="47298"/>
                  </a:lnTo>
                  <a:lnTo>
                    <a:pt x="49094" y="44904"/>
                  </a:lnTo>
                  <a:lnTo>
                    <a:pt x="51639" y="42658"/>
                  </a:lnTo>
                  <a:lnTo>
                    <a:pt x="54184" y="40563"/>
                  </a:lnTo>
                  <a:lnTo>
                    <a:pt x="56878" y="38467"/>
                  </a:lnTo>
                  <a:close/>
                  <a:moveTo>
                    <a:pt x="152522" y="38617"/>
                  </a:moveTo>
                  <a:lnTo>
                    <a:pt x="155216" y="40563"/>
                  </a:lnTo>
                  <a:lnTo>
                    <a:pt x="157761" y="42658"/>
                  </a:lnTo>
                  <a:lnTo>
                    <a:pt x="160306" y="44904"/>
                  </a:lnTo>
                  <a:lnTo>
                    <a:pt x="162700" y="47298"/>
                  </a:lnTo>
                  <a:lnTo>
                    <a:pt x="164946" y="49693"/>
                  </a:lnTo>
                  <a:lnTo>
                    <a:pt x="167191" y="52238"/>
                  </a:lnTo>
                  <a:lnTo>
                    <a:pt x="169286" y="54932"/>
                  </a:lnTo>
                  <a:lnTo>
                    <a:pt x="171382" y="57626"/>
                  </a:lnTo>
                  <a:lnTo>
                    <a:pt x="163748" y="65559"/>
                  </a:lnTo>
                  <a:lnTo>
                    <a:pt x="161802" y="62865"/>
                  </a:lnTo>
                  <a:lnTo>
                    <a:pt x="159707" y="60320"/>
                  </a:lnTo>
                  <a:lnTo>
                    <a:pt x="157611" y="57776"/>
                  </a:lnTo>
                  <a:lnTo>
                    <a:pt x="155366" y="55381"/>
                  </a:lnTo>
                  <a:lnTo>
                    <a:pt x="161054" y="47897"/>
                  </a:lnTo>
                  <a:lnTo>
                    <a:pt x="160156" y="46999"/>
                  </a:lnTo>
                  <a:lnTo>
                    <a:pt x="152672" y="52687"/>
                  </a:lnTo>
                  <a:lnTo>
                    <a:pt x="150576" y="50891"/>
                  </a:lnTo>
                  <a:lnTo>
                    <a:pt x="148481" y="49095"/>
                  </a:lnTo>
                  <a:lnTo>
                    <a:pt x="146385" y="47448"/>
                  </a:lnTo>
                  <a:lnTo>
                    <a:pt x="144140" y="45951"/>
                  </a:lnTo>
                  <a:lnTo>
                    <a:pt x="152522" y="38617"/>
                  </a:lnTo>
                  <a:close/>
                  <a:moveTo>
                    <a:pt x="117048" y="54184"/>
                  </a:moveTo>
                  <a:lnTo>
                    <a:pt x="120940" y="55231"/>
                  </a:lnTo>
                  <a:lnTo>
                    <a:pt x="124682" y="56579"/>
                  </a:lnTo>
                  <a:lnTo>
                    <a:pt x="128424" y="58375"/>
                  </a:lnTo>
                  <a:lnTo>
                    <a:pt x="131867" y="60320"/>
                  </a:lnTo>
                  <a:lnTo>
                    <a:pt x="128274" y="66158"/>
                  </a:lnTo>
                  <a:lnTo>
                    <a:pt x="125281" y="64511"/>
                  </a:lnTo>
                  <a:lnTo>
                    <a:pt x="122287" y="63015"/>
                  </a:lnTo>
                  <a:lnTo>
                    <a:pt x="118994" y="61817"/>
                  </a:lnTo>
                  <a:lnTo>
                    <a:pt x="115701" y="60919"/>
                  </a:lnTo>
                  <a:lnTo>
                    <a:pt x="117048" y="54184"/>
                  </a:lnTo>
                  <a:close/>
                  <a:moveTo>
                    <a:pt x="92052" y="54184"/>
                  </a:moveTo>
                  <a:lnTo>
                    <a:pt x="93998" y="60770"/>
                  </a:lnTo>
                  <a:lnTo>
                    <a:pt x="90406" y="61817"/>
                  </a:lnTo>
                  <a:lnTo>
                    <a:pt x="86813" y="63164"/>
                  </a:lnTo>
                  <a:lnTo>
                    <a:pt x="83521" y="64811"/>
                  </a:lnTo>
                  <a:lnTo>
                    <a:pt x="80228" y="66757"/>
                  </a:lnTo>
                  <a:lnTo>
                    <a:pt x="76785" y="60770"/>
                  </a:lnTo>
                  <a:lnTo>
                    <a:pt x="80377" y="58674"/>
                  </a:lnTo>
                  <a:lnTo>
                    <a:pt x="84119" y="56878"/>
                  </a:lnTo>
                  <a:lnTo>
                    <a:pt x="88011" y="55381"/>
                  </a:lnTo>
                  <a:lnTo>
                    <a:pt x="92052" y="54184"/>
                  </a:lnTo>
                  <a:close/>
                  <a:moveTo>
                    <a:pt x="132615" y="60770"/>
                  </a:moveTo>
                  <a:lnTo>
                    <a:pt x="135160" y="62416"/>
                  </a:lnTo>
                  <a:lnTo>
                    <a:pt x="137405" y="64212"/>
                  </a:lnTo>
                  <a:lnTo>
                    <a:pt x="131717" y="68553"/>
                  </a:lnTo>
                  <a:lnTo>
                    <a:pt x="129172" y="66607"/>
                  </a:lnTo>
                  <a:lnTo>
                    <a:pt x="132615" y="60770"/>
                  </a:lnTo>
                  <a:close/>
                  <a:moveTo>
                    <a:pt x="37569" y="58375"/>
                  </a:moveTo>
                  <a:lnTo>
                    <a:pt x="38168" y="59123"/>
                  </a:lnTo>
                  <a:lnTo>
                    <a:pt x="37420" y="60320"/>
                  </a:lnTo>
                  <a:lnTo>
                    <a:pt x="36971" y="61219"/>
                  </a:lnTo>
                  <a:lnTo>
                    <a:pt x="36671" y="62117"/>
                  </a:lnTo>
                  <a:lnTo>
                    <a:pt x="37719" y="60470"/>
                  </a:lnTo>
                  <a:lnTo>
                    <a:pt x="38467" y="59273"/>
                  </a:lnTo>
                  <a:lnTo>
                    <a:pt x="39066" y="60021"/>
                  </a:lnTo>
                  <a:lnTo>
                    <a:pt x="38318" y="61219"/>
                  </a:lnTo>
                  <a:lnTo>
                    <a:pt x="37869" y="62117"/>
                  </a:lnTo>
                  <a:lnTo>
                    <a:pt x="37569" y="63015"/>
                  </a:lnTo>
                  <a:lnTo>
                    <a:pt x="37569" y="63015"/>
                  </a:lnTo>
                  <a:lnTo>
                    <a:pt x="38168" y="62266"/>
                  </a:lnTo>
                  <a:lnTo>
                    <a:pt x="38617" y="61368"/>
                  </a:lnTo>
                  <a:lnTo>
                    <a:pt x="39216" y="60171"/>
                  </a:lnTo>
                  <a:lnTo>
                    <a:pt x="39814" y="60770"/>
                  </a:lnTo>
                  <a:lnTo>
                    <a:pt x="39066" y="62117"/>
                  </a:lnTo>
                  <a:lnTo>
                    <a:pt x="38916" y="62715"/>
                  </a:lnTo>
                  <a:lnTo>
                    <a:pt x="38617" y="63314"/>
                  </a:lnTo>
                  <a:lnTo>
                    <a:pt x="38767" y="63464"/>
                  </a:lnTo>
                  <a:lnTo>
                    <a:pt x="39665" y="61967"/>
                  </a:lnTo>
                  <a:lnTo>
                    <a:pt x="40114" y="61069"/>
                  </a:lnTo>
                  <a:lnTo>
                    <a:pt x="40862" y="61967"/>
                  </a:lnTo>
                  <a:lnTo>
                    <a:pt x="40413" y="62865"/>
                  </a:lnTo>
                  <a:lnTo>
                    <a:pt x="39964" y="63613"/>
                  </a:lnTo>
                  <a:lnTo>
                    <a:pt x="39665" y="64511"/>
                  </a:lnTo>
                  <a:lnTo>
                    <a:pt x="39814" y="64511"/>
                  </a:lnTo>
                  <a:lnTo>
                    <a:pt x="40263" y="63763"/>
                  </a:lnTo>
                  <a:lnTo>
                    <a:pt x="40563" y="63015"/>
                  </a:lnTo>
                  <a:lnTo>
                    <a:pt x="41162" y="62117"/>
                  </a:lnTo>
                  <a:lnTo>
                    <a:pt x="41760" y="62865"/>
                  </a:lnTo>
                  <a:lnTo>
                    <a:pt x="41311" y="63613"/>
                  </a:lnTo>
                  <a:lnTo>
                    <a:pt x="40862" y="64362"/>
                  </a:lnTo>
                  <a:lnTo>
                    <a:pt x="40563" y="65110"/>
                  </a:lnTo>
                  <a:lnTo>
                    <a:pt x="40713" y="65110"/>
                  </a:lnTo>
                  <a:lnTo>
                    <a:pt x="41760" y="63314"/>
                  </a:lnTo>
                  <a:lnTo>
                    <a:pt x="41910" y="63015"/>
                  </a:lnTo>
                  <a:lnTo>
                    <a:pt x="42509" y="63613"/>
                  </a:lnTo>
                  <a:lnTo>
                    <a:pt x="42209" y="64062"/>
                  </a:lnTo>
                  <a:lnTo>
                    <a:pt x="41611" y="65559"/>
                  </a:lnTo>
                  <a:lnTo>
                    <a:pt x="41760" y="65559"/>
                  </a:lnTo>
                  <a:lnTo>
                    <a:pt x="42359" y="64212"/>
                  </a:lnTo>
                  <a:lnTo>
                    <a:pt x="42658" y="63763"/>
                  </a:lnTo>
                  <a:lnTo>
                    <a:pt x="43257" y="64362"/>
                  </a:lnTo>
                  <a:lnTo>
                    <a:pt x="42958" y="64961"/>
                  </a:lnTo>
                  <a:lnTo>
                    <a:pt x="42509" y="66008"/>
                  </a:lnTo>
                  <a:lnTo>
                    <a:pt x="43107" y="65410"/>
                  </a:lnTo>
                  <a:lnTo>
                    <a:pt x="43407" y="64511"/>
                  </a:lnTo>
                  <a:lnTo>
                    <a:pt x="44005" y="65110"/>
                  </a:lnTo>
                  <a:lnTo>
                    <a:pt x="43856" y="65410"/>
                  </a:lnTo>
                  <a:lnTo>
                    <a:pt x="43556" y="66008"/>
                  </a:lnTo>
                  <a:lnTo>
                    <a:pt x="43407" y="66457"/>
                  </a:lnTo>
                  <a:lnTo>
                    <a:pt x="43556" y="66607"/>
                  </a:lnTo>
                  <a:lnTo>
                    <a:pt x="44005" y="65559"/>
                  </a:lnTo>
                  <a:lnTo>
                    <a:pt x="44155" y="65410"/>
                  </a:lnTo>
                  <a:lnTo>
                    <a:pt x="44754" y="65859"/>
                  </a:lnTo>
                  <a:lnTo>
                    <a:pt x="44155" y="67056"/>
                  </a:lnTo>
                  <a:lnTo>
                    <a:pt x="44305" y="67206"/>
                  </a:lnTo>
                  <a:lnTo>
                    <a:pt x="44904" y="66158"/>
                  </a:lnTo>
                  <a:lnTo>
                    <a:pt x="45203" y="66457"/>
                  </a:lnTo>
                  <a:lnTo>
                    <a:pt x="45353" y="66607"/>
                  </a:lnTo>
                  <a:lnTo>
                    <a:pt x="45203" y="66757"/>
                  </a:lnTo>
                  <a:lnTo>
                    <a:pt x="45053" y="67206"/>
                  </a:lnTo>
                  <a:lnTo>
                    <a:pt x="45053" y="67655"/>
                  </a:lnTo>
                  <a:lnTo>
                    <a:pt x="45053" y="67804"/>
                  </a:lnTo>
                  <a:lnTo>
                    <a:pt x="45203" y="67804"/>
                  </a:lnTo>
                  <a:lnTo>
                    <a:pt x="45502" y="66906"/>
                  </a:lnTo>
                  <a:lnTo>
                    <a:pt x="45502" y="66757"/>
                  </a:lnTo>
                  <a:lnTo>
                    <a:pt x="45951" y="67206"/>
                  </a:lnTo>
                  <a:lnTo>
                    <a:pt x="46101" y="67355"/>
                  </a:lnTo>
                  <a:lnTo>
                    <a:pt x="45802" y="68104"/>
                  </a:lnTo>
                  <a:lnTo>
                    <a:pt x="45951" y="68104"/>
                  </a:lnTo>
                  <a:lnTo>
                    <a:pt x="46251" y="67505"/>
                  </a:lnTo>
                  <a:lnTo>
                    <a:pt x="46849" y="68104"/>
                  </a:lnTo>
                  <a:lnTo>
                    <a:pt x="46700" y="68104"/>
                  </a:lnTo>
                  <a:lnTo>
                    <a:pt x="46700" y="68702"/>
                  </a:lnTo>
                  <a:lnTo>
                    <a:pt x="45203" y="68253"/>
                  </a:lnTo>
                  <a:lnTo>
                    <a:pt x="44155" y="68104"/>
                  </a:lnTo>
                  <a:lnTo>
                    <a:pt x="33378" y="64961"/>
                  </a:lnTo>
                  <a:lnTo>
                    <a:pt x="35534" y="61368"/>
                  </a:lnTo>
                  <a:lnTo>
                    <a:pt x="35623" y="61368"/>
                  </a:lnTo>
                  <a:lnTo>
                    <a:pt x="36971" y="59422"/>
                  </a:lnTo>
                  <a:lnTo>
                    <a:pt x="37569" y="58375"/>
                  </a:lnTo>
                  <a:close/>
                  <a:moveTo>
                    <a:pt x="171831" y="58375"/>
                  </a:moveTo>
                  <a:lnTo>
                    <a:pt x="172579" y="59422"/>
                  </a:lnTo>
                  <a:lnTo>
                    <a:pt x="173777" y="61368"/>
                  </a:lnTo>
                  <a:lnTo>
                    <a:pt x="173926" y="61368"/>
                  </a:lnTo>
                  <a:lnTo>
                    <a:pt x="176022" y="64961"/>
                  </a:lnTo>
                  <a:lnTo>
                    <a:pt x="165245" y="68104"/>
                  </a:lnTo>
                  <a:lnTo>
                    <a:pt x="164197" y="68403"/>
                  </a:lnTo>
                  <a:lnTo>
                    <a:pt x="162850" y="68702"/>
                  </a:lnTo>
                  <a:lnTo>
                    <a:pt x="162700" y="68104"/>
                  </a:lnTo>
                  <a:lnTo>
                    <a:pt x="163149" y="67505"/>
                  </a:lnTo>
                  <a:lnTo>
                    <a:pt x="163449" y="68104"/>
                  </a:lnTo>
                  <a:lnTo>
                    <a:pt x="163598" y="68104"/>
                  </a:lnTo>
                  <a:lnTo>
                    <a:pt x="163449" y="67355"/>
                  </a:lnTo>
                  <a:lnTo>
                    <a:pt x="163449" y="67206"/>
                  </a:lnTo>
                  <a:lnTo>
                    <a:pt x="163898" y="66757"/>
                  </a:lnTo>
                  <a:lnTo>
                    <a:pt x="163898" y="66906"/>
                  </a:lnTo>
                  <a:lnTo>
                    <a:pt x="164347" y="67804"/>
                  </a:lnTo>
                  <a:lnTo>
                    <a:pt x="164497" y="67655"/>
                  </a:lnTo>
                  <a:lnTo>
                    <a:pt x="164347" y="67206"/>
                  </a:lnTo>
                  <a:lnTo>
                    <a:pt x="164197" y="66757"/>
                  </a:lnTo>
                  <a:lnTo>
                    <a:pt x="164047" y="66607"/>
                  </a:lnTo>
                  <a:lnTo>
                    <a:pt x="164197" y="66457"/>
                  </a:lnTo>
                  <a:lnTo>
                    <a:pt x="164497" y="66158"/>
                  </a:lnTo>
                  <a:lnTo>
                    <a:pt x="165095" y="67206"/>
                  </a:lnTo>
                  <a:lnTo>
                    <a:pt x="165245" y="67206"/>
                  </a:lnTo>
                  <a:lnTo>
                    <a:pt x="165245" y="67056"/>
                  </a:lnTo>
                  <a:lnTo>
                    <a:pt x="164796" y="65859"/>
                  </a:lnTo>
                  <a:lnTo>
                    <a:pt x="165245" y="65410"/>
                  </a:lnTo>
                  <a:lnTo>
                    <a:pt x="165395" y="65559"/>
                  </a:lnTo>
                  <a:lnTo>
                    <a:pt x="165993" y="66607"/>
                  </a:lnTo>
                  <a:lnTo>
                    <a:pt x="165993" y="66457"/>
                  </a:lnTo>
                  <a:lnTo>
                    <a:pt x="165844" y="66008"/>
                  </a:lnTo>
                  <a:lnTo>
                    <a:pt x="165544" y="65410"/>
                  </a:lnTo>
                  <a:lnTo>
                    <a:pt x="165395" y="65110"/>
                  </a:lnTo>
                  <a:lnTo>
                    <a:pt x="165993" y="64511"/>
                  </a:lnTo>
                  <a:lnTo>
                    <a:pt x="166442" y="65410"/>
                  </a:lnTo>
                  <a:lnTo>
                    <a:pt x="166891" y="66008"/>
                  </a:lnTo>
                  <a:lnTo>
                    <a:pt x="167041" y="66008"/>
                  </a:lnTo>
                  <a:lnTo>
                    <a:pt x="166442" y="64961"/>
                  </a:lnTo>
                  <a:lnTo>
                    <a:pt x="166143" y="64362"/>
                  </a:lnTo>
                  <a:lnTo>
                    <a:pt x="166742" y="63763"/>
                  </a:lnTo>
                  <a:lnTo>
                    <a:pt x="167041" y="64212"/>
                  </a:lnTo>
                  <a:lnTo>
                    <a:pt x="167640" y="65559"/>
                  </a:lnTo>
                  <a:lnTo>
                    <a:pt x="167789" y="65559"/>
                  </a:lnTo>
                  <a:lnTo>
                    <a:pt x="167191" y="64062"/>
                  </a:lnTo>
                  <a:lnTo>
                    <a:pt x="166891" y="63613"/>
                  </a:lnTo>
                  <a:lnTo>
                    <a:pt x="167490" y="63015"/>
                  </a:lnTo>
                  <a:lnTo>
                    <a:pt x="167789" y="63314"/>
                  </a:lnTo>
                  <a:lnTo>
                    <a:pt x="168687" y="65110"/>
                  </a:lnTo>
                  <a:lnTo>
                    <a:pt x="168837" y="65110"/>
                  </a:lnTo>
                  <a:lnTo>
                    <a:pt x="168538" y="64362"/>
                  </a:lnTo>
                  <a:lnTo>
                    <a:pt x="168238" y="63613"/>
                  </a:lnTo>
                  <a:lnTo>
                    <a:pt x="167640" y="62865"/>
                  </a:lnTo>
                  <a:lnTo>
                    <a:pt x="168388" y="62117"/>
                  </a:lnTo>
                  <a:lnTo>
                    <a:pt x="168837" y="63015"/>
                  </a:lnTo>
                  <a:lnTo>
                    <a:pt x="169286" y="63763"/>
                  </a:lnTo>
                  <a:lnTo>
                    <a:pt x="169735" y="64511"/>
                  </a:lnTo>
                  <a:lnTo>
                    <a:pt x="169436" y="63613"/>
                  </a:lnTo>
                  <a:lnTo>
                    <a:pt x="168987" y="62865"/>
                  </a:lnTo>
                  <a:lnTo>
                    <a:pt x="168538" y="61967"/>
                  </a:lnTo>
                  <a:lnTo>
                    <a:pt x="169436" y="61069"/>
                  </a:lnTo>
                  <a:lnTo>
                    <a:pt x="169885" y="61967"/>
                  </a:lnTo>
                  <a:lnTo>
                    <a:pt x="170633" y="63464"/>
                  </a:lnTo>
                  <a:lnTo>
                    <a:pt x="170783" y="63464"/>
                  </a:lnTo>
                  <a:lnTo>
                    <a:pt x="170783" y="63314"/>
                  </a:lnTo>
                  <a:lnTo>
                    <a:pt x="170633" y="62715"/>
                  </a:lnTo>
                  <a:lnTo>
                    <a:pt x="170334" y="62117"/>
                  </a:lnTo>
                  <a:lnTo>
                    <a:pt x="169586" y="60770"/>
                  </a:lnTo>
                  <a:lnTo>
                    <a:pt x="170184" y="60171"/>
                  </a:lnTo>
                  <a:lnTo>
                    <a:pt x="170783" y="61368"/>
                  </a:lnTo>
                  <a:lnTo>
                    <a:pt x="171232" y="62266"/>
                  </a:lnTo>
                  <a:lnTo>
                    <a:pt x="171831" y="63015"/>
                  </a:lnTo>
                  <a:lnTo>
                    <a:pt x="171531" y="62117"/>
                  </a:lnTo>
                  <a:lnTo>
                    <a:pt x="171082" y="61219"/>
                  </a:lnTo>
                  <a:lnTo>
                    <a:pt x="170334" y="60021"/>
                  </a:lnTo>
                  <a:lnTo>
                    <a:pt x="171082" y="59273"/>
                  </a:lnTo>
                  <a:lnTo>
                    <a:pt x="171681" y="60470"/>
                  </a:lnTo>
                  <a:lnTo>
                    <a:pt x="172729" y="62117"/>
                  </a:lnTo>
                  <a:lnTo>
                    <a:pt x="172878" y="62117"/>
                  </a:lnTo>
                  <a:lnTo>
                    <a:pt x="172429" y="61219"/>
                  </a:lnTo>
                  <a:lnTo>
                    <a:pt x="171980" y="60320"/>
                  </a:lnTo>
                  <a:lnTo>
                    <a:pt x="171232" y="59123"/>
                  </a:lnTo>
                  <a:lnTo>
                    <a:pt x="171831" y="58375"/>
                  </a:lnTo>
                  <a:close/>
                  <a:moveTo>
                    <a:pt x="46999" y="68253"/>
                  </a:moveTo>
                  <a:lnTo>
                    <a:pt x="47747" y="69002"/>
                  </a:lnTo>
                  <a:lnTo>
                    <a:pt x="47747" y="69002"/>
                  </a:lnTo>
                  <a:lnTo>
                    <a:pt x="46849" y="68852"/>
                  </a:lnTo>
                  <a:lnTo>
                    <a:pt x="46999" y="68253"/>
                  </a:lnTo>
                  <a:close/>
                  <a:moveTo>
                    <a:pt x="162401" y="68253"/>
                  </a:moveTo>
                  <a:lnTo>
                    <a:pt x="162700" y="68852"/>
                  </a:lnTo>
                  <a:lnTo>
                    <a:pt x="161653" y="69002"/>
                  </a:lnTo>
                  <a:lnTo>
                    <a:pt x="161653" y="69002"/>
                  </a:lnTo>
                  <a:lnTo>
                    <a:pt x="162401" y="68253"/>
                  </a:lnTo>
                  <a:close/>
                  <a:moveTo>
                    <a:pt x="76037" y="61219"/>
                  </a:moveTo>
                  <a:lnTo>
                    <a:pt x="79479" y="67206"/>
                  </a:lnTo>
                  <a:lnTo>
                    <a:pt x="76935" y="69002"/>
                  </a:lnTo>
                  <a:lnTo>
                    <a:pt x="71247" y="64811"/>
                  </a:lnTo>
                  <a:lnTo>
                    <a:pt x="73492" y="63015"/>
                  </a:lnTo>
                  <a:lnTo>
                    <a:pt x="76037" y="61219"/>
                  </a:lnTo>
                  <a:close/>
                  <a:moveTo>
                    <a:pt x="114354" y="62117"/>
                  </a:moveTo>
                  <a:lnTo>
                    <a:pt x="116599" y="62566"/>
                  </a:lnTo>
                  <a:lnTo>
                    <a:pt x="118695" y="63314"/>
                  </a:lnTo>
                  <a:lnTo>
                    <a:pt x="120790" y="64062"/>
                  </a:lnTo>
                  <a:lnTo>
                    <a:pt x="122886" y="64961"/>
                  </a:lnTo>
                  <a:lnTo>
                    <a:pt x="124832" y="65859"/>
                  </a:lnTo>
                  <a:lnTo>
                    <a:pt x="126778" y="67056"/>
                  </a:lnTo>
                  <a:lnTo>
                    <a:pt x="128723" y="68104"/>
                  </a:lnTo>
                  <a:lnTo>
                    <a:pt x="130520" y="69451"/>
                  </a:lnTo>
                  <a:lnTo>
                    <a:pt x="117048" y="79629"/>
                  </a:lnTo>
                  <a:lnTo>
                    <a:pt x="114354" y="62117"/>
                  </a:lnTo>
                  <a:close/>
                  <a:moveTo>
                    <a:pt x="64511" y="71546"/>
                  </a:moveTo>
                  <a:lnTo>
                    <a:pt x="68852" y="77234"/>
                  </a:lnTo>
                  <a:lnTo>
                    <a:pt x="67056" y="79779"/>
                  </a:lnTo>
                  <a:lnTo>
                    <a:pt x="61218" y="76186"/>
                  </a:lnTo>
                  <a:lnTo>
                    <a:pt x="62865" y="73792"/>
                  </a:lnTo>
                  <a:lnTo>
                    <a:pt x="64511" y="71546"/>
                  </a:lnTo>
                  <a:close/>
                  <a:moveTo>
                    <a:pt x="94896" y="62117"/>
                  </a:moveTo>
                  <a:lnTo>
                    <a:pt x="92352" y="80377"/>
                  </a:lnTo>
                  <a:lnTo>
                    <a:pt x="78132" y="69900"/>
                  </a:lnTo>
                  <a:lnTo>
                    <a:pt x="80078" y="68553"/>
                  </a:lnTo>
                  <a:lnTo>
                    <a:pt x="81874" y="67355"/>
                  </a:lnTo>
                  <a:lnTo>
                    <a:pt x="83970" y="66158"/>
                  </a:lnTo>
                  <a:lnTo>
                    <a:pt x="86065" y="65110"/>
                  </a:lnTo>
                  <a:lnTo>
                    <a:pt x="88161" y="64212"/>
                  </a:lnTo>
                  <a:lnTo>
                    <a:pt x="90256" y="63464"/>
                  </a:lnTo>
                  <a:lnTo>
                    <a:pt x="92501" y="62715"/>
                  </a:lnTo>
                  <a:lnTo>
                    <a:pt x="94896" y="62117"/>
                  </a:lnTo>
                  <a:close/>
                  <a:moveTo>
                    <a:pt x="144140" y="70648"/>
                  </a:moveTo>
                  <a:lnTo>
                    <a:pt x="146535" y="73792"/>
                  </a:lnTo>
                  <a:lnTo>
                    <a:pt x="148780" y="77084"/>
                  </a:lnTo>
                  <a:lnTo>
                    <a:pt x="143093" y="80826"/>
                  </a:lnTo>
                  <a:lnTo>
                    <a:pt x="141596" y="78581"/>
                  </a:lnTo>
                  <a:lnTo>
                    <a:pt x="139949" y="76336"/>
                  </a:lnTo>
                  <a:lnTo>
                    <a:pt x="144140" y="70648"/>
                  </a:lnTo>
                  <a:close/>
                  <a:moveTo>
                    <a:pt x="32929" y="65859"/>
                  </a:moveTo>
                  <a:lnTo>
                    <a:pt x="43706" y="68852"/>
                  </a:lnTo>
                  <a:lnTo>
                    <a:pt x="41311" y="73193"/>
                  </a:lnTo>
                  <a:lnTo>
                    <a:pt x="39365" y="77534"/>
                  </a:lnTo>
                  <a:lnTo>
                    <a:pt x="37569" y="82024"/>
                  </a:lnTo>
                  <a:lnTo>
                    <a:pt x="36222" y="86664"/>
                  </a:lnTo>
                  <a:lnTo>
                    <a:pt x="26343" y="81575"/>
                  </a:lnTo>
                  <a:lnTo>
                    <a:pt x="26643" y="80527"/>
                  </a:lnTo>
                  <a:lnTo>
                    <a:pt x="27990" y="76635"/>
                  </a:lnTo>
                  <a:lnTo>
                    <a:pt x="29487" y="73043"/>
                  </a:lnTo>
                  <a:lnTo>
                    <a:pt x="31133" y="69301"/>
                  </a:lnTo>
                  <a:lnTo>
                    <a:pt x="32929" y="65859"/>
                  </a:lnTo>
                  <a:close/>
                  <a:moveTo>
                    <a:pt x="176471" y="65859"/>
                  </a:moveTo>
                  <a:lnTo>
                    <a:pt x="178417" y="69601"/>
                  </a:lnTo>
                  <a:lnTo>
                    <a:pt x="180213" y="73492"/>
                  </a:lnTo>
                  <a:lnTo>
                    <a:pt x="181710" y="77534"/>
                  </a:lnTo>
                  <a:lnTo>
                    <a:pt x="183057" y="81575"/>
                  </a:lnTo>
                  <a:lnTo>
                    <a:pt x="173178" y="86814"/>
                  </a:lnTo>
                  <a:lnTo>
                    <a:pt x="171831" y="82024"/>
                  </a:lnTo>
                  <a:lnTo>
                    <a:pt x="170035" y="77534"/>
                  </a:lnTo>
                  <a:lnTo>
                    <a:pt x="168089" y="73193"/>
                  </a:lnTo>
                  <a:lnTo>
                    <a:pt x="165694" y="68852"/>
                  </a:lnTo>
                  <a:lnTo>
                    <a:pt x="176471" y="65859"/>
                  </a:lnTo>
                  <a:close/>
                  <a:moveTo>
                    <a:pt x="38168" y="88909"/>
                  </a:moveTo>
                  <a:lnTo>
                    <a:pt x="39216" y="89358"/>
                  </a:lnTo>
                  <a:lnTo>
                    <a:pt x="38168" y="89358"/>
                  </a:lnTo>
                  <a:lnTo>
                    <a:pt x="38168" y="88909"/>
                  </a:lnTo>
                  <a:close/>
                  <a:moveTo>
                    <a:pt x="171232" y="88909"/>
                  </a:moveTo>
                  <a:lnTo>
                    <a:pt x="171232" y="89358"/>
                  </a:lnTo>
                  <a:lnTo>
                    <a:pt x="170334" y="89358"/>
                  </a:lnTo>
                  <a:lnTo>
                    <a:pt x="171232" y="88909"/>
                  </a:lnTo>
                  <a:close/>
                  <a:moveTo>
                    <a:pt x="26194" y="82623"/>
                  </a:moveTo>
                  <a:lnTo>
                    <a:pt x="26942" y="83072"/>
                  </a:lnTo>
                  <a:lnTo>
                    <a:pt x="26643" y="84568"/>
                  </a:lnTo>
                  <a:lnTo>
                    <a:pt x="26493" y="85466"/>
                  </a:lnTo>
                  <a:lnTo>
                    <a:pt x="26343" y="86365"/>
                  </a:lnTo>
                  <a:lnTo>
                    <a:pt x="26493" y="86365"/>
                  </a:lnTo>
                  <a:lnTo>
                    <a:pt x="26942" y="84419"/>
                  </a:lnTo>
                  <a:lnTo>
                    <a:pt x="27241" y="83221"/>
                  </a:lnTo>
                  <a:lnTo>
                    <a:pt x="27990" y="83670"/>
                  </a:lnTo>
                  <a:lnTo>
                    <a:pt x="27840" y="85017"/>
                  </a:lnTo>
                  <a:lnTo>
                    <a:pt x="27690" y="85916"/>
                  </a:lnTo>
                  <a:lnTo>
                    <a:pt x="27541" y="86814"/>
                  </a:lnTo>
                  <a:lnTo>
                    <a:pt x="27541" y="86963"/>
                  </a:lnTo>
                  <a:lnTo>
                    <a:pt x="27690" y="86963"/>
                  </a:lnTo>
                  <a:lnTo>
                    <a:pt x="27990" y="85916"/>
                  </a:lnTo>
                  <a:lnTo>
                    <a:pt x="28140" y="85017"/>
                  </a:lnTo>
                  <a:lnTo>
                    <a:pt x="28289" y="83670"/>
                  </a:lnTo>
                  <a:lnTo>
                    <a:pt x="29038" y="84119"/>
                  </a:lnTo>
                  <a:lnTo>
                    <a:pt x="28738" y="85466"/>
                  </a:lnTo>
                  <a:lnTo>
                    <a:pt x="28738" y="86215"/>
                  </a:lnTo>
                  <a:lnTo>
                    <a:pt x="28738" y="86963"/>
                  </a:lnTo>
                  <a:lnTo>
                    <a:pt x="28888" y="86963"/>
                  </a:lnTo>
                  <a:lnTo>
                    <a:pt x="29187" y="85167"/>
                  </a:lnTo>
                  <a:lnTo>
                    <a:pt x="29337" y="84269"/>
                  </a:lnTo>
                  <a:lnTo>
                    <a:pt x="30385" y="84868"/>
                  </a:lnTo>
                  <a:lnTo>
                    <a:pt x="30085" y="86215"/>
                  </a:lnTo>
                  <a:lnTo>
                    <a:pt x="30085" y="87562"/>
                  </a:lnTo>
                  <a:lnTo>
                    <a:pt x="30385" y="86814"/>
                  </a:lnTo>
                  <a:lnTo>
                    <a:pt x="30534" y="85766"/>
                  </a:lnTo>
                  <a:lnTo>
                    <a:pt x="30684" y="85017"/>
                  </a:lnTo>
                  <a:lnTo>
                    <a:pt x="31432" y="85317"/>
                  </a:lnTo>
                  <a:lnTo>
                    <a:pt x="31283" y="86365"/>
                  </a:lnTo>
                  <a:lnTo>
                    <a:pt x="31133" y="87113"/>
                  </a:lnTo>
                  <a:lnTo>
                    <a:pt x="31133" y="87861"/>
                  </a:lnTo>
                  <a:lnTo>
                    <a:pt x="31283" y="87861"/>
                  </a:lnTo>
                  <a:lnTo>
                    <a:pt x="31582" y="85916"/>
                  </a:lnTo>
                  <a:lnTo>
                    <a:pt x="31732" y="85466"/>
                  </a:lnTo>
                  <a:lnTo>
                    <a:pt x="32480" y="85916"/>
                  </a:lnTo>
                  <a:lnTo>
                    <a:pt x="32331" y="86215"/>
                  </a:lnTo>
                  <a:lnTo>
                    <a:pt x="32181" y="87113"/>
                  </a:lnTo>
                  <a:lnTo>
                    <a:pt x="32181" y="88011"/>
                  </a:lnTo>
                  <a:lnTo>
                    <a:pt x="32331" y="88011"/>
                  </a:lnTo>
                  <a:lnTo>
                    <a:pt x="32480" y="86814"/>
                  </a:lnTo>
                  <a:lnTo>
                    <a:pt x="32630" y="86065"/>
                  </a:lnTo>
                  <a:lnTo>
                    <a:pt x="33378" y="86365"/>
                  </a:lnTo>
                  <a:lnTo>
                    <a:pt x="33229" y="87263"/>
                  </a:lnTo>
                  <a:lnTo>
                    <a:pt x="33229" y="88161"/>
                  </a:lnTo>
                  <a:lnTo>
                    <a:pt x="33528" y="87412"/>
                  </a:lnTo>
                  <a:lnTo>
                    <a:pt x="33678" y="86514"/>
                  </a:lnTo>
                  <a:lnTo>
                    <a:pt x="34426" y="86814"/>
                  </a:lnTo>
                  <a:lnTo>
                    <a:pt x="34276" y="87263"/>
                  </a:lnTo>
                  <a:lnTo>
                    <a:pt x="34276" y="87712"/>
                  </a:lnTo>
                  <a:lnTo>
                    <a:pt x="34276" y="88310"/>
                  </a:lnTo>
                  <a:lnTo>
                    <a:pt x="34576" y="87263"/>
                  </a:lnTo>
                  <a:lnTo>
                    <a:pt x="34576" y="86963"/>
                  </a:lnTo>
                  <a:lnTo>
                    <a:pt x="35324" y="87263"/>
                  </a:lnTo>
                  <a:lnTo>
                    <a:pt x="35174" y="88610"/>
                  </a:lnTo>
                  <a:lnTo>
                    <a:pt x="35324" y="88759"/>
                  </a:lnTo>
                  <a:lnTo>
                    <a:pt x="35324" y="88610"/>
                  </a:lnTo>
                  <a:lnTo>
                    <a:pt x="35474" y="87412"/>
                  </a:lnTo>
                  <a:lnTo>
                    <a:pt x="35923" y="87712"/>
                  </a:lnTo>
                  <a:lnTo>
                    <a:pt x="36072" y="87712"/>
                  </a:lnTo>
                  <a:lnTo>
                    <a:pt x="36072" y="88011"/>
                  </a:lnTo>
                  <a:lnTo>
                    <a:pt x="36222" y="88909"/>
                  </a:lnTo>
                  <a:lnTo>
                    <a:pt x="36372" y="88161"/>
                  </a:lnTo>
                  <a:lnTo>
                    <a:pt x="36372" y="87861"/>
                  </a:lnTo>
                  <a:lnTo>
                    <a:pt x="36821" y="88161"/>
                  </a:lnTo>
                  <a:lnTo>
                    <a:pt x="36971" y="88310"/>
                  </a:lnTo>
                  <a:lnTo>
                    <a:pt x="37120" y="89059"/>
                  </a:lnTo>
                  <a:lnTo>
                    <a:pt x="37270" y="88310"/>
                  </a:lnTo>
                  <a:lnTo>
                    <a:pt x="38018" y="88759"/>
                  </a:lnTo>
                  <a:lnTo>
                    <a:pt x="38018" y="89358"/>
                  </a:lnTo>
                  <a:lnTo>
                    <a:pt x="36522" y="89508"/>
                  </a:lnTo>
                  <a:lnTo>
                    <a:pt x="35474" y="89508"/>
                  </a:lnTo>
                  <a:lnTo>
                    <a:pt x="24398" y="90107"/>
                  </a:lnTo>
                  <a:lnTo>
                    <a:pt x="24398" y="90107"/>
                  </a:lnTo>
                  <a:lnTo>
                    <a:pt x="25146" y="86065"/>
                  </a:lnTo>
                  <a:lnTo>
                    <a:pt x="25296" y="86065"/>
                  </a:lnTo>
                  <a:lnTo>
                    <a:pt x="25745" y="84269"/>
                  </a:lnTo>
                  <a:lnTo>
                    <a:pt x="26044" y="83521"/>
                  </a:lnTo>
                  <a:lnTo>
                    <a:pt x="26194" y="82623"/>
                  </a:lnTo>
                  <a:close/>
                  <a:moveTo>
                    <a:pt x="183356" y="82623"/>
                  </a:moveTo>
                  <a:lnTo>
                    <a:pt x="183506" y="83521"/>
                  </a:lnTo>
                  <a:lnTo>
                    <a:pt x="183655" y="84269"/>
                  </a:lnTo>
                  <a:lnTo>
                    <a:pt x="184104" y="86065"/>
                  </a:lnTo>
                  <a:lnTo>
                    <a:pt x="184254" y="86065"/>
                  </a:lnTo>
                  <a:lnTo>
                    <a:pt x="185002" y="90107"/>
                  </a:lnTo>
                  <a:lnTo>
                    <a:pt x="185002" y="90107"/>
                  </a:lnTo>
                  <a:lnTo>
                    <a:pt x="173926" y="89508"/>
                  </a:lnTo>
                  <a:lnTo>
                    <a:pt x="172878" y="89508"/>
                  </a:lnTo>
                  <a:lnTo>
                    <a:pt x="171382" y="89358"/>
                  </a:lnTo>
                  <a:lnTo>
                    <a:pt x="171531" y="88759"/>
                  </a:lnTo>
                  <a:lnTo>
                    <a:pt x="172130" y="88310"/>
                  </a:lnTo>
                  <a:lnTo>
                    <a:pt x="172280" y="89059"/>
                  </a:lnTo>
                  <a:lnTo>
                    <a:pt x="172429" y="89059"/>
                  </a:lnTo>
                  <a:lnTo>
                    <a:pt x="172429" y="88310"/>
                  </a:lnTo>
                  <a:lnTo>
                    <a:pt x="172579" y="88161"/>
                  </a:lnTo>
                  <a:lnTo>
                    <a:pt x="173028" y="87861"/>
                  </a:lnTo>
                  <a:lnTo>
                    <a:pt x="173028" y="88161"/>
                  </a:lnTo>
                  <a:lnTo>
                    <a:pt x="173178" y="88909"/>
                  </a:lnTo>
                  <a:lnTo>
                    <a:pt x="173178" y="89059"/>
                  </a:lnTo>
                  <a:lnTo>
                    <a:pt x="173328" y="88909"/>
                  </a:lnTo>
                  <a:lnTo>
                    <a:pt x="173328" y="88011"/>
                  </a:lnTo>
                  <a:lnTo>
                    <a:pt x="173328" y="87712"/>
                  </a:lnTo>
                  <a:lnTo>
                    <a:pt x="173477" y="87712"/>
                  </a:lnTo>
                  <a:lnTo>
                    <a:pt x="173926" y="87412"/>
                  </a:lnTo>
                  <a:lnTo>
                    <a:pt x="174076" y="88610"/>
                  </a:lnTo>
                  <a:lnTo>
                    <a:pt x="174226" y="88759"/>
                  </a:lnTo>
                  <a:lnTo>
                    <a:pt x="174226" y="88610"/>
                  </a:lnTo>
                  <a:lnTo>
                    <a:pt x="174226" y="87263"/>
                  </a:lnTo>
                  <a:lnTo>
                    <a:pt x="174824" y="86963"/>
                  </a:lnTo>
                  <a:lnTo>
                    <a:pt x="174824" y="87263"/>
                  </a:lnTo>
                  <a:lnTo>
                    <a:pt x="175124" y="88310"/>
                  </a:lnTo>
                  <a:lnTo>
                    <a:pt x="175273" y="87712"/>
                  </a:lnTo>
                  <a:lnTo>
                    <a:pt x="175124" y="87263"/>
                  </a:lnTo>
                  <a:lnTo>
                    <a:pt x="175124" y="86814"/>
                  </a:lnTo>
                  <a:lnTo>
                    <a:pt x="175722" y="86514"/>
                  </a:lnTo>
                  <a:lnTo>
                    <a:pt x="175872" y="87412"/>
                  </a:lnTo>
                  <a:lnTo>
                    <a:pt x="176171" y="88161"/>
                  </a:lnTo>
                  <a:lnTo>
                    <a:pt x="176171" y="87263"/>
                  </a:lnTo>
                  <a:lnTo>
                    <a:pt x="176022" y="86365"/>
                  </a:lnTo>
                  <a:lnTo>
                    <a:pt x="176770" y="86065"/>
                  </a:lnTo>
                  <a:lnTo>
                    <a:pt x="176920" y="86814"/>
                  </a:lnTo>
                  <a:lnTo>
                    <a:pt x="177069" y="88011"/>
                  </a:lnTo>
                  <a:lnTo>
                    <a:pt x="177219" y="88011"/>
                  </a:lnTo>
                  <a:lnTo>
                    <a:pt x="177219" y="87113"/>
                  </a:lnTo>
                  <a:lnTo>
                    <a:pt x="177069" y="86215"/>
                  </a:lnTo>
                  <a:lnTo>
                    <a:pt x="177069" y="85916"/>
                  </a:lnTo>
                  <a:lnTo>
                    <a:pt x="177668" y="85466"/>
                  </a:lnTo>
                  <a:lnTo>
                    <a:pt x="177818" y="85916"/>
                  </a:lnTo>
                  <a:lnTo>
                    <a:pt x="178267" y="87861"/>
                  </a:lnTo>
                  <a:lnTo>
                    <a:pt x="178267" y="87113"/>
                  </a:lnTo>
                  <a:lnTo>
                    <a:pt x="178117" y="86365"/>
                  </a:lnTo>
                  <a:lnTo>
                    <a:pt x="177968" y="85317"/>
                  </a:lnTo>
                  <a:lnTo>
                    <a:pt x="178716" y="85017"/>
                  </a:lnTo>
                  <a:lnTo>
                    <a:pt x="178866" y="85766"/>
                  </a:lnTo>
                  <a:lnTo>
                    <a:pt x="179015" y="86814"/>
                  </a:lnTo>
                  <a:lnTo>
                    <a:pt x="179315" y="87562"/>
                  </a:lnTo>
                  <a:lnTo>
                    <a:pt x="179315" y="86215"/>
                  </a:lnTo>
                  <a:lnTo>
                    <a:pt x="179015" y="84868"/>
                  </a:lnTo>
                  <a:lnTo>
                    <a:pt x="180063" y="84269"/>
                  </a:lnTo>
                  <a:lnTo>
                    <a:pt x="180362" y="85167"/>
                  </a:lnTo>
                  <a:lnTo>
                    <a:pt x="180512" y="86963"/>
                  </a:lnTo>
                  <a:lnTo>
                    <a:pt x="180662" y="86963"/>
                  </a:lnTo>
                  <a:lnTo>
                    <a:pt x="180662" y="86215"/>
                  </a:lnTo>
                  <a:lnTo>
                    <a:pt x="180662" y="85466"/>
                  </a:lnTo>
                  <a:lnTo>
                    <a:pt x="180362" y="84119"/>
                  </a:lnTo>
                  <a:lnTo>
                    <a:pt x="181111" y="83670"/>
                  </a:lnTo>
                  <a:lnTo>
                    <a:pt x="181410" y="85017"/>
                  </a:lnTo>
                  <a:lnTo>
                    <a:pt x="181560" y="85916"/>
                  </a:lnTo>
                  <a:lnTo>
                    <a:pt x="181859" y="86963"/>
                  </a:lnTo>
                  <a:lnTo>
                    <a:pt x="181859" y="86814"/>
                  </a:lnTo>
                  <a:lnTo>
                    <a:pt x="181859" y="85916"/>
                  </a:lnTo>
                  <a:lnTo>
                    <a:pt x="181710" y="85017"/>
                  </a:lnTo>
                  <a:lnTo>
                    <a:pt x="181410" y="83670"/>
                  </a:lnTo>
                  <a:lnTo>
                    <a:pt x="182308" y="83221"/>
                  </a:lnTo>
                  <a:lnTo>
                    <a:pt x="182458" y="84419"/>
                  </a:lnTo>
                  <a:lnTo>
                    <a:pt x="182907" y="86365"/>
                  </a:lnTo>
                  <a:lnTo>
                    <a:pt x="183057" y="86365"/>
                  </a:lnTo>
                  <a:lnTo>
                    <a:pt x="183057" y="85466"/>
                  </a:lnTo>
                  <a:lnTo>
                    <a:pt x="182907" y="84568"/>
                  </a:lnTo>
                  <a:lnTo>
                    <a:pt x="182608" y="83072"/>
                  </a:lnTo>
                  <a:lnTo>
                    <a:pt x="183356" y="82623"/>
                  </a:lnTo>
                  <a:close/>
                  <a:moveTo>
                    <a:pt x="50891" y="51340"/>
                  </a:moveTo>
                  <a:lnTo>
                    <a:pt x="54932" y="54333"/>
                  </a:lnTo>
                  <a:lnTo>
                    <a:pt x="55680" y="54932"/>
                  </a:lnTo>
                  <a:lnTo>
                    <a:pt x="68852" y="64661"/>
                  </a:lnTo>
                  <a:lnTo>
                    <a:pt x="70199" y="65709"/>
                  </a:lnTo>
                  <a:lnTo>
                    <a:pt x="75887" y="69900"/>
                  </a:lnTo>
                  <a:lnTo>
                    <a:pt x="77084" y="70798"/>
                  </a:lnTo>
                  <a:lnTo>
                    <a:pt x="92052" y="81874"/>
                  </a:lnTo>
                  <a:lnTo>
                    <a:pt x="90855" y="90705"/>
                  </a:lnTo>
                  <a:lnTo>
                    <a:pt x="88460" y="91154"/>
                  </a:lnTo>
                  <a:lnTo>
                    <a:pt x="89059" y="90406"/>
                  </a:lnTo>
                  <a:lnTo>
                    <a:pt x="89657" y="89807"/>
                  </a:lnTo>
                  <a:lnTo>
                    <a:pt x="89657" y="89657"/>
                  </a:lnTo>
                  <a:lnTo>
                    <a:pt x="89508" y="89657"/>
                  </a:lnTo>
                  <a:lnTo>
                    <a:pt x="88610" y="90406"/>
                  </a:lnTo>
                  <a:lnTo>
                    <a:pt x="87861" y="91154"/>
                  </a:lnTo>
                  <a:lnTo>
                    <a:pt x="84269" y="91753"/>
                  </a:lnTo>
                  <a:lnTo>
                    <a:pt x="85766" y="90406"/>
                  </a:lnTo>
                  <a:lnTo>
                    <a:pt x="86963" y="89059"/>
                  </a:lnTo>
                  <a:lnTo>
                    <a:pt x="87562" y="88460"/>
                  </a:lnTo>
                  <a:lnTo>
                    <a:pt x="88011" y="87861"/>
                  </a:lnTo>
                  <a:lnTo>
                    <a:pt x="88011" y="87712"/>
                  </a:lnTo>
                  <a:lnTo>
                    <a:pt x="87262" y="88310"/>
                  </a:lnTo>
                  <a:lnTo>
                    <a:pt x="86664" y="88909"/>
                  </a:lnTo>
                  <a:lnTo>
                    <a:pt x="85466" y="90107"/>
                  </a:lnTo>
                  <a:lnTo>
                    <a:pt x="83820" y="91753"/>
                  </a:lnTo>
                  <a:lnTo>
                    <a:pt x="81724" y="92052"/>
                  </a:lnTo>
                  <a:lnTo>
                    <a:pt x="70499" y="77384"/>
                  </a:lnTo>
                  <a:lnTo>
                    <a:pt x="69600" y="76186"/>
                  </a:lnTo>
                  <a:lnTo>
                    <a:pt x="65409" y="70499"/>
                  </a:lnTo>
                  <a:lnTo>
                    <a:pt x="64362" y="69152"/>
                  </a:lnTo>
                  <a:lnTo>
                    <a:pt x="54483" y="56279"/>
                  </a:lnTo>
                  <a:lnTo>
                    <a:pt x="53884" y="55381"/>
                  </a:lnTo>
                  <a:lnTo>
                    <a:pt x="50891" y="51340"/>
                  </a:lnTo>
                  <a:close/>
                  <a:moveTo>
                    <a:pt x="157462" y="50591"/>
                  </a:moveTo>
                  <a:lnTo>
                    <a:pt x="154468" y="54483"/>
                  </a:lnTo>
                  <a:lnTo>
                    <a:pt x="154019" y="55231"/>
                  </a:lnTo>
                  <a:lnTo>
                    <a:pt x="144290" y="68253"/>
                  </a:lnTo>
                  <a:lnTo>
                    <a:pt x="143242" y="69750"/>
                  </a:lnTo>
                  <a:lnTo>
                    <a:pt x="139051" y="75438"/>
                  </a:lnTo>
                  <a:lnTo>
                    <a:pt x="138153" y="76635"/>
                  </a:lnTo>
                  <a:lnTo>
                    <a:pt x="126778" y="92052"/>
                  </a:lnTo>
                  <a:lnTo>
                    <a:pt x="118695" y="91005"/>
                  </a:lnTo>
                  <a:lnTo>
                    <a:pt x="118396" y="88759"/>
                  </a:lnTo>
                  <a:lnTo>
                    <a:pt x="118396" y="88759"/>
                  </a:lnTo>
                  <a:lnTo>
                    <a:pt x="119144" y="89358"/>
                  </a:lnTo>
                  <a:lnTo>
                    <a:pt x="119144" y="89208"/>
                  </a:lnTo>
                  <a:lnTo>
                    <a:pt x="118246" y="88161"/>
                  </a:lnTo>
                  <a:lnTo>
                    <a:pt x="117797" y="84718"/>
                  </a:lnTo>
                  <a:lnTo>
                    <a:pt x="118545" y="85466"/>
                  </a:lnTo>
                  <a:lnTo>
                    <a:pt x="119743" y="86664"/>
                  </a:lnTo>
                  <a:lnTo>
                    <a:pt x="120341" y="87263"/>
                  </a:lnTo>
                  <a:lnTo>
                    <a:pt x="120940" y="87712"/>
                  </a:lnTo>
                  <a:lnTo>
                    <a:pt x="121090" y="87712"/>
                  </a:lnTo>
                  <a:lnTo>
                    <a:pt x="120641" y="86963"/>
                  </a:lnTo>
                  <a:lnTo>
                    <a:pt x="120042" y="86365"/>
                  </a:lnTo>
                  <a:lnTo>
                    <a:pt x="118695" y="85167"/>
                  </a:lnTo>
                  <a:lnTo>
                    <a:pt x="117647" y="84119"/>
                  </a:lnTo>
                  <a:lnTo>
                    <a:pt x="117198" y="80976"/>
                  </a:lnTo>
                  <a:lnTo>
                    <a:pt x="131567" y="70199"/>
                  </a:lnTo>
                  <a:lnTo>
                    <a:pt x="132765" y="69301"/>
                  </a:lnTo>
                  <a:lnTo>
                    <a:pt x="138452" y="64961"/>
                  </a:lnTo>
                  <a:lnTo>
                    <a:pt x="139800" y="63913"/>
                  </a:lnTo>
                  <a:lnTo>
                    <a:pt x="152672" y="54184"/>
                  </a:lnTo>
                  <a:lnTo>
                    <a:pt x="153570" y="53585"/>
                  </a:lnTo>
                  <a:lnTo>
                    <a:pt x="157462" y="50591"/>
                  </a:lnTo>
                  <a:close/>
                  <a:moveTo>
                    <a:pt x="149379" y="77833"/>
                  </a:moveTo>
                  <a:lnTo>
                    <a:pt x="151175" y="81275"/>
                  </a:lnTo>
                  <a:lnTo>
                    <a:pt x="152822" y="84868"/>
                  </a:lnTo>
                  <a:lnTo>
                    <a:pt x="154169" y="88460"/>
                  </a:lnTo>
                  <a:lnTo>
                    <a:pt x="155366" y="92352"/>
                  </a:lnTo>
                  <a:lnTo>
                    <a:pt x="148481" y="93100"/>
                  </a:lnTo>
                  <a:lnTo>
                    <a:pt x="147583" y="90107"/>
                  </a:lnTo>
                  <a:lnTo>
                    <a:pt x="146385" y="87263"/>
                  </a:lnTo>
                  <a:lnTo>
                    <a:pt x="145038" y="84419"/>
                  </a:lnTo>
                  <a:lnTo>
                    <a:pt x="143542" y="81575"/>
                  </a:lnTo>
                  <a:lnTo>
                    <a:pt x="149379" y="77833"/>
                  </a:lnTo>
                  <a:close/>
                  <a:moveTo>
                    <a:pt x="60620" y="76935"/>
                  </a:moveTo>
                  <a:lnTo>
                    <a:pt x="66457" y="80527"/>
                  </a:lnTo>
                  <a:lnTo>
                    <a:pt x="64661" y="83521"/>
                  </a:lnTo>
                  <a:lnTo>
                    <a:pt x="63164" y="86664"/>
                  </a:lnTo>
                  <a:lnTo>
                    <a:pt x="61967" y="89957"/>
                  </a:lnTo>
                  <a:lnTo>
                    <a:pt x="60919" y="93399"/>
                  </a:lnTo>
                  <a:lnTo>
                    <a:pt x="54184" y="91903"/>
                  </a:lnTo>
                  <a:lnTo>
                    <a:pt x="55381" y="88011"/>
                  </a:lnTo>
                  <a:lnTo>
                    <a:pt x="56878" y="84119"/>
                  </a:lnTo>
                  <a:lnTo>
                    <a:pt x="58524" y="80527"/>
                  </a:lnTo>
                  <a:lnTo>
                    <a:pt x="60620" y="76935"/>
                  </a:lnTo>
                  <a:close/>
                  <a:moveTo>
                    <a:pt x="139051" y="77683"/>
                  </a:moveTo>
                  <a:lnTo>
                    <a:pt x="140398" y="79479"/>
                  </a:lnTo>
                  <a:lnTo>
                    <a:pt x="141745" y="81575"/>
                  </a:lnTo>
                  <a:lnTo>
                    <a:pt x="142943" y="83521"/>
                  </a:lnTo>
                  <a:lnTo>
                    <a:pt x="144140" y="85766"/>
                  </a:lnTo>
                  <a:lnTo>
                    <a:pt x="145038" y="87861"/>
                  </a:lnTo>
                  <a:lnTo>
                    <a:pt x="145936" y="90256"/>
                  </a:lnTo>
                  <a:lnTo>
                    <a:pt x="146685" y="92501"/>
                  </a:lnTo>
                  <a:lnTo>
                    <a:pt x="147283" y="94896"/>
                  </a:lnTo>
                  <a:lnTo>
                    <a:pt x="128274" y="92202"/>
                  </a:lnTo>
                  <a:lnTo>
                    <a:pt x="139051" y="77683"/>
                  </a:lnTo>
                  <a:close/>
                  <a:moveTo>
                    <a:pt x="69750" y="78432"/>
                  </a:moveTo>
                  <a:lnTo>
                    <a:pt x="80377" y="92352"/>
                  </a:lnTo>
                  <a:lnTo>
                    <a:pt x="61967" y="95046"/>
                  </a:lnTo>
                  <a:lnTo>
                    <a:pt x="61967" y="95046"/>
                  </a:lnTo>
                  <a:lnTo>
                    <a:pt x="62566" y="92801"/>
                  </a:lnTo>
                  <a:lnTo>
                    <a:pt x="63314" y="90556"/>
                  </a:lnTo>
                  <a:lnTo>
                    <a:pt x="64062" y="88460"/>
                  </a:lnTo>
                  <a:lnTo>
                    <a:pt x="64960" y="86215"/>
                  </a:lnTo>
                  <a:lnTo>
                    <a:pt x="66008" y="84119"/>
                  </a:lnTo>
                  <a:lnTo>
                    <a:pt x="67206" y="82174"/>
                  </a:lnTo>
                  <a:lnTo>
                    <a:pt x="68403" y="80228"/>
                  </a:lnTo>
                  <a:lnTo>
                    <a:pt x="69750" y="78432"/>
                  </a:lnTo>
                  <a:close/>
                  <a:moveTo>
                    <a:pt x="155516" y="93250"/>
                  </a:moveTo>
                  <a:lnTo>
                    <a:pt x="156115" y="96094"/>
                  </a:lnTo>
                  <a:lnTo>
                    <a:pt x="148930" y="95046"/>
                  </a:lnTo>
                  <a:lnTo>
                    <a:pt x="148631" y="94148"/>
                  </a:lnTo>
                  <a:lnTo>
                    <a:pt x="155516" y="93250"/>
                  </a:lnTo>
                  <a:close/>
                  <a:moveTo>
                    <a:pt x="53884" y="92950"/>
                  </a:moveTo>
                  <a:lnTo>
                    <a:pt x="60620" y="94447"/>
                  </a:lnTo>
                  <a:lnTo>
                    <a:pt x="60470" y="95345"/>
                  </a:lnTo>
                  <a:lnTo>
                    <a:pt x="53285" y="96393"/>
                  </a:lnTo>
                  <a:lnTo>
                    <a:pt x="53884" y="92950"/>
                  </a:lnTo>
                  <a:close/>
                  <a:moveTo>
                    <a:pt x="154767" y="56129"/>
                  </a:moveTo>
                  <a:lnTo>
                    <a:pt x="157013" y="58524"/>
                  </a:lnTo>
                  <a:lnTo>
                    <a:pt x="159108" y="61069"/>
                  </a:lnTo>
                  <a:lnTo>
                    <a:pt x="161054" y="63613"/>
                  </a:lnTo>
                  <a:lnTo>
                    <a:pt x="163000" y="66308"/>
                  </a:lnTo>
                  <a:lnTo>
                    <a:pt x="158509" y="70948"/>
                  </a:lnTo>
                  <a:lnTo>
                    <a:pt x="164796" y="69152"/>
                  </a:lnTo>
                  <a:lnTo>
                    <a:pt x="167041" y="73492"/>
                  </a:lnTo>
                  <a:lnTo>
                    <a:pt x="169137" y="77833"/>
                  </a:lnTo>
                  <a:lnTo>
                    <a:pt x="170933" y="82473"/>
                  </a:lnTo>
                  <a:lnTo>
                    <a:pt x="172280" y="87263"/>
                  </a:lnTo>
                  <a:lnTo>
                    <a:pt x="166592" y="90107"/>
                  </a:lnTo>
                  <a:lnTo>
                    <a:pt x="173028" y="90406"/>
                  </a:lnTo>
                  <a:lnTo>
                    <a:pt x="173777" y="94447"/>
                  </a:lnTo>
                  <a:lnTo>
                    <a:pt x="174226" y="98638"/>
                  </a:lnTo>
                  <a:lnTo>
                    <a:pt x="157911" y="96393"/>
                  </a:lnTo>
                  <a:lnTo>
                    <a:pt x="157312" y="93100"/>
                  </a:lnTo>
                  <a:lnTo>
                    <a:pt x="161204" y="92651"/>
                  </a:lnTo>
                  <a:lnTo>
                    <a:pt x="161653" y="93250"/>
                  </a:lnTo>
                  <a:lnTo>
                    <a:pt x="162401" y="93699"/>
                  </a:lnTo>
                  <a:lnTo>
                    <a:pt x="163299" y="93848"/>
                  </a:lnTo>
                  <a:lnTo>
                    <a:pt x="164047" y="93549"/>
                  </a:lnTo>
                  <a:lnTo>
                    <a:pt x="164497" y="93399"/>
                  </a:lnTo>
                  <a:lnTo>
                    <a:pt x="164796" y="93100"/>
                  </a:lnTo>
                  <a:lnTo>
                    <a:pt x="165245" y="92352"/>
                  </a:lnTo>
                  <a:lnTo>
                    <a:pt x="165395" y="91603"/>
                  </a:lnTo>
                  <a:lnTo>
                    <a:pt x="165245" y="91154"/>
                  </a:lnTo>
                  <a:lnTo>
                    <a:pt x="165095" y="90705"/>
                  </a:lnTo>
                  <a:lnTo>
                    <a:pt x="164946" y="90256"/>
                  </a:lnTo>
                  <a:lnTo>
                    <a:pt x="164646" y="89957"/>
                  </a:lnTo>
                  <a:lnTo>
                    <a:pt x="163898" y="89508"/>
                  </a:lnTo>
                  <a:lnTo>
                    <a:pt x="163000" y="89358"/>
                  </a:lnTo>
                  <a:lnTo>
                    <a:pt x="162700" y="89508"/>
                  </a:lnTo>
                  <a:lnTo>
                    <a:pt x="162251" y="89657"/>
                  </a:lnTo>
                  <a:lnTo>
                    <a:pt x="161653" y="89957"/>
                  </a:lnTo>
                  <a:lnTo>
                    <a:pt x="161353" y="90406"/>
                  </a:lnTo>
                  <a:lnTo>
                    <a:pt x="161054" y="91005"/>
                  </a:lnTo>
                  <a:lnTo>
                    <a:pt x="160904" y="91603"/>
                  </a:lnTo>
                  <a:lnTo>
                    <a:pt x="157013" y="92052"/>
                  </a:lnTo>
                  <a:lnTo>
                    <a:pt x="155965" y="88161"/>
                  </a:lnTo>
                  <a:lnTo>
                    <a:pt x="154468" y="84269"/>
                  </a:lnTo>
                  <a:lnTo>
                    <a:pt x="152822" y="80527"/>
                  </a:lnTo>
                  <a:lnTo>
                    <a:pt x="150876" y="76935"/>
                  </a:lnTo>
                  <a:lnTo>
                    <a:pt x="154169" y="74690"/>
                  </a:lnTo>
                  <a:lnTo>
                    <a:pt x="154917" y="75139"/>
                  </a:lnTo>
                  <a:lnTo>
                    <a:pt x="155665" y="75288"/>
                  </a:lnTo>
                  <a:lnTo>
                    <a:pt x="156564" y="74989"/>
                  </a:lnTo>
                  <a:lnTo>
                    <a:pt x="157312" y="74540"/>
                  </a:lnTo>
                  <a:lnTo>
                    <a:pt x="157611" y="74241"/>
                  </a:lnTo>
                  <a:lnTo>
                    <a:pt x="157761" y="73941"/>
                  </a:lnTo>
                  <a:lnTo>
                    <a:pt x="157911" y="73043"/>
                  </a:lnTo>
                  <a:lnTo>
                    <a:pt x="157761" y="72295"/>
                  </a:lnTo>
                  <a:lnTo>
                    <a:pt x="157611" y="71846"/>
                  </a:lnTo>
                  <a:lnTo>
                    <a:pt x="157312" y="71546"/>
                  </a:lnTo>
                  <a:lnTo>
                    <a:pt x="157013" y="71247"/>
                  </a:lnTo>
                  <a:lnTo>
                    <a:pt x="156564" y="70948"/>
                  </a:lnTo>
                  <a:lnTo>
                    <a:pt x="155815" y="70798"/>
                  </a:lnTo>
                  <a:lnTo>
                    <a:pt x="154917" y="70948"/>
                  </a:lnTo>
                  <a:lnTo>
                    <a:pt x="154468" y="71097"/>
                  </a:lnTo>
                  <a:lnTo>
                    <a:pt x="154169" y="71397"/>
                  </a:lnTo>
                  <a:lnTo>
                    <a:pt x="153720" y="71995"/>
                  </a:lnTo>
                  <a:lnTo>
                    <a:pt x="153570" y="72594"/>
                  </a:lnTo>
                  <a:lnTo>
                    <a:pt x="153570" y="73193"/>
                  </a:lnTo>
                  <a:lnTo>
                    <a:pt x="153720" y="73792"/>
                  </a:lnTo>
                  <a:lnTo>
                    <a:pt x="150277" y="76037"/>
                  </a:lnTo>
                  <a:lnTo>
                    <a:pt x="147882" y="72594"/>
                  </a:lnTo>
                  <a:lnTo>
                    <a:pt x="145188" y="69301"/>
                  </a:lnTo>
                  <a:lnTo>
                    <a:pt x="154767" y="56129"/>
                  </a:lnTo>
                  <a:close/>
                  <a:moveTo>
                    <a:pt x="53735" y="57177"/>
                  </a:moveTo>
                  <a:lnTo>
                    <a:pt x="63464" y="70050"/>
                  </a:lnTo>
                  <a:lnTo>
                    <a:pt x="61518" y="72594"/>
                  </a:lnTo>
                  <a:lnTo>
                    <a:pt x="59722" y="75139"/>
                  </a:lnTo>
                  <a:lnTo>
                    <a:pt x="56429" y="73193"/>
                  </a:lnTo>
                  <a:lnTo>
                    <a:pt x="56578" y="72444"/>
                  </a:lnTo>
                  <a:lnTo>
                    <a:pt x="56279" y="71546"/>
                  </a:lnTo>
                  <a:lnTo>
                    <a:pt x="55830" y="70948"/>
                  </a:lnTo>
                  <a:lnTo>
                    <a:pt x="55082" y="70499"/>
                  </a:lnTo>
                  <a:lnTo>
                    <a:pt x="54633" y="70349"/>
                  </a:lnTo>
                  <a:lnTo>
                    <a:pt x="54184" y="70349"/>
                  </a:lnTo>
                  <a:lnTo>
                    <a:pt x="53435" y="70648"/>
                  </a:lnTo>
                  <a:lnTo>
                    <a:pt x="52687" y="71097"/>
                  </a:lnTo>
                  <a:lnTo>
                    <a:pt x="52537" y="71397"/>
                  </a:lnTo>
                  <a:lnTo>
                    <a:pt x="52238" y="71846"/>
                  </a:lnTo>
                  <a:lnTo>
                    <a:pt x="52238" y="72295"/>
                  </a:lnTo>
                  <a:lnTo>
                    <a:pt x="52238" y="72744"/>
                  </a:lnTo>
                  <a:lnTo>
                    <a:pt x="52387" y="73492"/>
                  </a:lnTo>
                  <a:lnTo>
                    <a:pt x="52836" y="74241"/>
                  </a:lnTo>
                  <a:lnTo>
                    <a:pt x="53285" y="74540"/>
                  </a:lnTo>
                  <a:lnTo>
                    <a:pt x="53585" y="74690"/>
                  </a:lnTo>
                  <a:lnTo>
                    <a:pt x="54333" y="74839"/>
                  </a:lnTo>
                  <a:lnTo>
                    <a:pt x="54932" y="74690"/>
                  </a:lnTo>
                  <a:lnTo>
                    <a:pt x="55531" y="74540"/>
                  </a:lnTo>
                  <a:lnTo>
                    <a:pt x="55980" y="74091"/>
                  </a:lnTo>
                  <a:lnTo>
                    <a:pt x="59123" y="76037"/>
                  </a:lnTo>
                  <a:lnTo>
                    <a:pt x="57027" y="79629"/>
                  </a:lnTo>
                  <a:lnTo>
                    <a:pt x="55231" y="83521"/>
                  </a:lnTo>
                  <a:lnTo>
                    <a:pt x="53585" y="87412"/>
                  </a:lnTo>
                  <a:lnTo>
                    <a:pt x="52387" y="91603"/>
                  </a:lnTo>
                  <a:lnTo>
                    <a:pt x="48645" y="90705"/>
                  </a:lnTo>
                  <a:lnTo>
                    <a:pt x="48496" y="89957"/>
                  </a:lnTo>
                  <a:lnTo>
                    <a:pt x="47897" y="89208"/>
                  </a:lnTo>
                  <a:lnTo>
                    <a:pt x="47298" y="88759"/>
                  </a:lnTo>
                  <a:lnTo>
                    <a:pt x="46400" y="88610"/>
                  </a:lnTo>
                  <a:lnTo>
                    <a:pt x="45951" y="88759"/>
                  </a:lnTo>
                  <a:lnTo>
                    <a:pt x="45652" y="88759"/>
                  </a:lnTo>
                  <a:lnTo>
                    <a:pt x="44904" y="89358"/>
                  </a:lnTo>
                  <a:lnTo>
                    <a:pt x="44454" y="89957"/>
                  </a:lnTo>
                  <a:lnTo>
                    <a:pt x="44305" y="90406"/>
                  </a:lnTo>
                  <a:lnTo>
                    <a:pt x="44155" y="90855"/>
                  </a:lnTo>
                  <a:lnTo>
                    <a:pt x="44305" y="91304"/>
                  </a:lnTo>
                  <a:lnTo>
                    <a:pt x="44454" y="91753"/>
                  </a:lnTo>
                  <a:lnTo>
                    <a:pt x="44904" y="92352"/>
                  </a:lnTo>
                  <a:lnTo>
                    <a:pt x="45502" y="92950"/>
                  </a:lnTo>
                  <a:lnTo>
                    <a:pt x="45951" y="92950"/>
                  </a:lnTo>
                  <a:lnTo>
                    <a:pt x="46400" y="93100"/>
                  </a:lnTo>
                  <a:lnTo>
                    <a:pt x="46999" y="92950"/>
                  </a:lnTo>
                  <a:lnTo>
                    <a:pt x="47598" y="92651"/>
                  </a:lnTo>
                  <a:lnTo>
                    <a:pt x="48047" y="92352"/>
                  </a:lnTo>
                  <a:lnTo>
                    <a:pt x="48496" y="91753"/>
                  </a:lnTo>
                  <a:lnTo>
                    <a:pt x="52238" y="92501"/>
                  </a:lnTo>
                  <a:lnTo>
                    <a:pt x="51789" y="94597"/>
                  </a:lnTo>
                  <a:lnTo>
                    <a:pt x="51340" y="96692"/>
                  </a:lnTo>
                  <a:lnTo>
                    <a:pt x="35025" y="99237"/>
                  </a:lnTo>
                  <a:lnTo>
                    <a:pt x="35623" y="94747"/>
                  </a:lnTo>
                  <a:lnTo>
                    <a:pt x="36372" y="90406"/>
                  </a:lnTo>
                  <a:lnTo>
                    <a:pt x="42808" y="90107"/>
                  </a:lnTo>
                  <a:lnTo>
                    <a:pt x="37120" y="87113"/>
                  </a:lnTo>
                  <a:lnTo>
                    <a:pt x="38467" y="82473"/>
                  </a:lnTo>
                  <a:lnTo>
                    <a:pt x="40263" y="77833"/>
                  </a:lnTo>
                  <a:lnTo>
                    <a:pt x="42359" y="73492"/>
                  </a:lnTo>
                  <a:lnTo>
                    <a:pt x="44604" y="69152"/>
                  </a:lnTo>
                  <a:lnTo>
                    <a:pt x="50891" y="70948"/>
                  </a:lnTo>
                  <a:lnTo>
                    <a:pt x="46400" y="66308"/>
                  </a:lnTo>
                  <a:lnTo>
                    <a:pt x="48047" y="63913"/>
                  </a:lnTo>
                  <a:lnTo>
                    <a:pt x="49843" y="61518"/>
                  </a:lnTo>
                  <a:lnTo>
                    <a:pt x="51789" y="59273"/>
                  </a:lnTo>
                  <a:lnTo>
                    <a:pt x="53735" y="57177"/>
                  </a:lnTo>
                  <a:close/>
                  <a:moveTo>
                    <a:pt x="174076" y="90556"/>
                  </a:moveTo>
                  <a:lnTo>
                    <a:pt x="185302" y="91005"/>
                  </a:lnTo>
                  <a:lnTo>
                    <a:pt x="185901" y="95645"/>
                  </a:lnTo>
                  <a:lnTo>
                    <a:pt x="186200" y="100285"/>
                  </a:lnTo>
                  <a:lnTo>
                    <a:pt x="175273" y="98638"/>
                  </a:lnTo>
                  <a:lnTo>
                    <a:pt x="174824" y="94597"/>
                  </a:lnTo>
                  <a:lnTo>
                    <a:pt x="174076" y="90556"/>
                  </a:lnTo>
                  <a:close/>
                  <a:moveTo>
                    <a:pt x="35324" y="90556"/>
                  </a:moveTo>
                  <a:lnTo>
                    <a:pt x="34576" y="94896"/>
                  </a:lnTo>
                  <a:lnTo>
                    <a:pt x="34127" y="99387"/>
                  </a:lnTo>
                  <a:lnTo>
                    <a:pt x="23050" y="101033"/>
                  </a:lnTo>
                  <a:lnTo>
                    <a:pt x="23500" y="95944"/>
                  </a:lnTo>
                  <a:lnTo>
                    <a:pt x="24098" y="91154"/>
                  </a:lnTo>
                  <a:lnTo>
                    <a:pt x="35324" y="90556"/>
                  </a:lnTo>
                  <a:close/>
                  <a:moveTo>
                    <a:pt x="107319" y="15716"/>
                  </a:moveTo>
                  <a:lnTo>
                    <a:pt x="111660" y="16016"/>
                  </a:lnTo>
                  <a:lnTo>
                    <a:pt x="116001" y="16465"/>
                  </a:lnTo>
                  <a:lnTo>
                    <a:pt x="120192" y="17063"/>
                  </a:lnTo>
                  <a:lnTo>
                    <a:pt x="124383" y="17961"/>
                  </a:lnTo>
                  <a:lnTo>
                    <a:pt x="128424" y="19009"/>
                  </a:lnTo>
                  <a:lnTo>
                    <a:pt x="132465" y="20207"/>
                  </a:lnTo>
                  <a:lnTo>
                    <a:pt x="136507" y="21554"/>
                  </a:lnTo>
                  <a:lnTo>
                    <a:pt x="140249" y="23200"/>
                  </a:lnTo>
                  <a:lnTo>
                    <a:pt x="143991" y="24847"/>
                  </a:lnTo>
                  <a:lnTo>
                    <a:pt x="147733" y="26792"/>
                  </a:lnTo>
                  <a:lnTo>
                    <a:pt x="151325" y="28888"/>
                  </a:lnTo>
                  <a:lnTo>
                    <a:pt x="154767" y="31133"/>
                  </a:lnTo>
                  <a:lnTo>
                    <a:pt x="158060" y="33528"/>
                  </a:lnTo>
                  <a:lnTo>
                    <a:pt x="161204" y="36073"/>
                  </a:lnTo>
                  <a:lnTo>
                    <a:pt x="164347" y="38767"/>
                  </a:lnTo>
                  <a:lnTo>
                    <a:pt x="167340" y="41611"/>
                  </a:lnTo>
                  <a:lnTo>
                    <a:pt x="170184" y="44455"/>
                  </a:lnTo>
                  <a:lnTo>
                    <a:pt x="172878" y="47598"/>
                  </a:lnTo>
                  <a:lnTo>
                    <a:pt x="175423" y="50741"/>
                  </a:lnTo>
                  <a:lnTo>
                    <a:pt x="177818" y="54034"/>
                  </a:lnTo>
                  <a:lnTo>
                    <a:pt x="180063" y="57477"/>
                  </a:lnTo>
                  <a:lnTo>
                    <a:pt x="182308" y="61069"/>
                  </a:lnTo>
                  <a:lnTo>
                    <a:pt x="184254" y="64661"/>
                  </a:lnTo>
                  <a:lnTo>
                    <a:pt x="186050" y="68403"/>
                  </a:lnTo>
                  <a:lnTo>
                    <a:pt x="187547" y="72295"/>
                  </a:lnTo>
                  <a:lnTo>
                    <a:pt x="189044" y="76186"/>
                  </a:lnTo>
                  <a:lnTo>
                    <a:pt x="190241" y="80228"/>
                  </a:lnTo>
                  <a:lnTo>
                    <a:pt x="191289" y="84269"/>
                  </a:lnTo>
                  <a:lnTo>
                    <a:pt x="192187" y="88460"/>
                  </a:lnTo>
                  <a:lnTo>
                    <a:pt x="192935" y="92651"/>
                  </a:lnTo>
                  <a:lnTo>
                    <a:pt x="193384" y="96842"/>
                  </a:lnTo>
                  <a:lnTo>
                    <a:pt x="193684" y="101183"/>
                  </a:lnTo>
                  <a:lnTo>
                    <a:pt x="189792" y="100734"/>
                  </a:lnTo>
                  <a:lnTo>
                    <a:pt x="189343" y="95944"/>
                  </a:lnTo>
                  <a:lnTo>
                    <a:pt x="188744" y="91454"/>
                  </a:lnTo>
                  <a:lnTo>
                    <a:pt x="187846" y="86814"/>
                  </a:lnTo>
                  <a:lnTo>
                    <a:pt x="186799" y="82323"/>
                  </a:lnTo>
                  <a:lnTo>
                    <a:pt x="185451" y="77983"/>
                  </a:lnTo>
                  <a:lnTo>
                    <a:pt x="183955" y="73792"/>
                  </a:lnTo>
                  <a:lnTo>
                    <a:pt x="182159" y="69601"/>
                  </a:lnTo>
                  <a:lnTo>
                    <a:pt x="180213" y="65559"/>
                  </a:lnTo>
                  <a:lnTo>
                    <a:pt x="178117" y="61668"/>
                  </a:lnTo>
                  <a:lnTo>
                    <a:pt x="175722" y="57926"/>
                  </a:lnTo>
                  <a:lnTo>
                    <a:pt x="173178" y="54184"/>
                  </a:lnTo>
                  <a:lnTo>
                    <a:pt x="170334" y="50741"/>
                  </a:lnTo>
                  <a:lnTo>
                    <a:pt x="167490" y="47298"/>
                  </a:lnTo>
                  <a:lnTo>
                    <a:pt x="164347" y="44155"/>
                  </a:lnTo>
                  <a:lnTo>
                    <a:pt x="161204" y="41162"/>
                  </a:lnTo>
                  <a:lnTo>
                    <a:pt x="157761" y="38318"/>
                  </a:lnTo>
                  <a:lnTo>
                    <a:pt x="156414" y="37120"/>
                  </a:lnTo>
                  <a:lnTo>
                    <a:pt x="152373" y="34276"/>
                  </a:lnTo>
                  <a:lnTo>
                    <a:pt x="148182" y="31582"/>
                  </a:lnTo>
                  <a:lnTo>
                    <a:pt x="146535" y="30684"/>
                  </a:lnTo>
                  <a:lnTo>
                    <a:pt x="143691" y="29038"/>
                  </a:lnTo>
                  <a:lnTo>
                    <a:pt x="143392" y="28888"/>
                  </a:lnTo>
                  <a:lnTo>
                    <a:pt x="140099" y="27391"/>
                  </a:lnTo>
                  <a:lnTo>
                    <a:pt x="138902" y="26792"/>
                  </a:lnTo>
                  <a:lnTo>
                    <a:pt x="135309" y="25296"/>
                  </a:lnTo>
                  <a:lnTo>
                    <a:pt x="131567" y="23949"/>
                  </a:lnTo>
                  <a:lnTo>
                    <a:pt x="127825" y="22751"/>
                  </a:lnTo>
                  <a:lnTo>
                    <a:pt x="123934" y="21853"/>
                  </a:lnTo>
                  <a:lnTo>
                    <a:pt x="120042" y="20955"/>
                  </a:lnTo>
                  <a:lnTo>
                    <a:pt x="116001" y="20356"/>
                  </a:lnTo>
                  <a:lnTo>
                    <a:pt x="111959" y="19907"/>
                  </a:lnTo>
                  <a:lnTo>
                    <a:pt x="107918" y="19758"/>
                  </a:lnTo>
                  <a:lnTo>
                    <a:pt x="107319" y="15716"/>
                  </a:lnTo>
                  <a:close/>
                  <a:moveTo>
                    <a:pt x="101183" y="15716"/>
                  </a:moveTo>
                  <a:lnTo>
                    <a:pt x="100584" y="19758"/>
                  </a:lnTo>
                  <a:lnTo>
                    <a:pt x="96543" y="20057"/>
                  </a:lnTo>
                  <a:lnTo>
                    <a:pt x="92501" y="20506"/>
                  </a:lnTo>
                  <a:lnTo>
                    <a:pt x="88460" y="21105"/>
                  </a:lnTo>
                  <a:lnTo>
                    <a:pt x="84568" y="22003"/>
                  </a:lnTo>
                  <a:lnTo>
                    <a:pt x="80826" y="23051"/>
                  </a:lnTo>
                  <a:lnTo>
                    <a:pt x="76935" y="24248"/>
                  </a:lnTo>
                  <a:lnTo>
                    <a:pt x="73342" y="25595"/>
                  </a:lnTo>
                  <a:lnTo>
                    <a:pt x="69600" y="27242"/>
                  </a:lnTo>
                  <a:lnTo>
                    <a:pt x="66158" y="28888"/>
                  </a:lnTo>
                  <a:lnTo>
                    <a:pt x="62715" y="30684"/>
                  </a:lnTo>
                  <a:lnTo>
                    <a:pt x="59422" y="32780"/>
                  </a:lnTo>
                  <a:lnTo>
                    <a:pt x="56129" y="34875"/>
                  </a:lnTo>
                  <a:lnTo>
                    <a:pt x="52986" y="37120"/>
                  </a:lnTo>
                  <a:lnTo>
                    <a:pt x="49993" y="39665"/>
                  </a:lnTo>
                  <a:lnTo>
                    <a:pt x="46999" y="42209"/>
                  </a:lnTo>
                  <a:lnTo>
                    <a:pt x="44305" y="44904"/>
                  </a:lnTo>
                  <a:lnTo>
                    <a:pt x="41611" y="47747"/>
                  </a:lnTo>
                  <a:lnTo>
                    <a:pt x="39066" y="50591"/>
                  </a:lnTo>
                  <a:lnTo>
                    <a:pt x="36671" y="53585"/>
                  </a:lnTo>
                  <a:lnTo>
                    <a:pt x="34426" y="56878"/>
                  </a:lnTo>
                  <a:lnTo>
                    <a:pt x="32331" y="60021"/>
                  </a:lnTo>
                  <a:lnTo>
                    <a:pt x="30235" y="63464"/>
                  </a:lnTo>
                  <a:lnTo>
                    <a:pt x="28439" y="66906"/>
                  </a:lnTo>
                  <a:lnTo>
                    <a:pt x="26792" y="70349"/>
                  </a:lnTo>
                  <a:lnTo>
                    <a:pt x="25296" y="74091"/>
                  </a:lnTo>
                  <a:lnTo>
                    <a:pt x="23949" y="77833"/>
                  </a:lnTo>
                  <a:lnTo>
                    <a:pt x="22751" y="81575"/>
                  </a:lnTo>
                  <a:lnTo>
                    <a:pt x="21853" y="85466"/>
                  </a:lnTo>
                  <a:lnTo>
                    <a:pt x="20955" y="89358"/>
                  </a:lnTo>
                  <a:lnTo>
                    <a:pt x="20356" y="93399"/>
                  </a:lnTo>
                  <a:lnTo>
                    <a:pt x="19907" y="97441"/>
                  </a:lnTo>
                  <a:lnTo>
                    <a:pt x="19608" y="101482"/>
                  </a:lnTo>
                  <a:lnTo>
                    <a:pt x="15716" y="102081"/>
                  </a:lnTo>
                  <a:lnTo>
                    <a:pt x="15866" y="97740"/>
                  </a:lnTo>
                  <a:lnTo>
                    <a:pt x="16315" y="93399"/>
                  </a:lnTo>
                  <a:lnTo>
                    <a:pt x="17063" y="89208"/>
                  </a:lnTo>
                  <a:lnTo>
                    <a:pt x="17812" y="85017"/>
                  </a:lnTo>
                  <a:lnTo>
                    <a:pt x="18859" y="80976"/>
                  </a:lnTo>
                  <a:lnTo>
                    <a:pt x="20057" y="76935"/>
                  </a:lnTo>
                  <a:lnTo>
                    <a:pt x="21554" y="73043"/>
                  </a:lnTo>
                  <a:lnTo>
                    <a:pt x="23050" y="69152"/>
                  </a:lnTo>
                  <a:lnTo>
                    <a:pt x="24847" y="65410"/>
                  </a:lnTo>
                  <a:lnTo>
                    <a:pt x="26792" y="61817"/>
                  </a:lnTo>
                  <a:lnTo>
                    <a:pt x="28888" y="58225"/>
                  </a:lnTo>
                  <a:lnTo>
                    <a:pt x="31133" y="54782"/>
                  </a:lnTo>
                  <a:lnTo>
                    <a:pt x="33378" y="51340"/>
                  </a:lnTo>
                  <a:lnTo>
                    <a:pt x="35923" y="48197"/>
                  </a:lnTo>
                  <a:lnTo>
                    <a:pt x="38617" y="45053"/>
                  </a:lnTo>
                  <a:lnTo>
                    <a:pt x="41461" y="42060"/>
                  </a:lnTo>
                  <a:lnTo>
                    <a:pt x="44454" y="39216"/>
                  </a:lnTo>
                  <a:lnTo>
                    <a:pt x="47448" y="36522"/>
                  </a:lnTo>
                  <a:lnTo>
                    <a:pt x="50741" y="33977"/>
                  </a:lnTo>
                  <a:lnTo>
                    <a:pt x="54034" y="31582"/>
                  </a:lnTo>
                  <a:lnTo>
                    <a:pt x="57476" y="29337"/>
                  </a:lnTo>
                  <a:lnTo>
                    <a:pt x="60919" y="27242"/>
                  </a:lnTo>
                  <a:lnTo>
                    <a:pt x="64661" y="25296"/>
                  </a:lnTo>
                  <a:lnTo>
                    <a:pt x="68403" y="23500"/>
                  </a:lnTo>
                  <a:lnTo>
                    <a:pt x="72145" y="21853"/>
                  </a:lnTo>
                  <a:lnTo>
                    <a:pt x="76186" y="20356"/>
                  </a:lnTo>
                  <a:lnTo>
                    <a:pt x="80078" y="19159"/>
                  </a:lnTo>
                  <a:lnTo>
                    <a:pt x="84119" y="18111"/>
                  </a:lnTo>
                  <a:lnTo>
                    <a:pt x="88310" y="17213"/>
                  </a:lnTo>
                  <a:lnTo>
                    <a:pt x="92501" y="16614"/>
                  </a:lnTo>
                  <a:lnTo>
                    <a:pt x="96842" y="16016"/>
                  </a:lnTo>
                  <a:lnTo>
                    <a:pt x="101183" y="15716"/>
                  </a:lnTo>
                  <a:close/>
                  <a:moveTo>
                    <a:pt x="104176" y="5837"/>
                  </a:moveTo>
                  <a:lnTo>
                    <a:pt x="105224" y="12274"/>
                  </a:lnTo>
                  <a:lnTo>
                    <a:pt x="105673" y="15716"/>
                  </a:lnTo>
                  <a:lnTo>
                    <a:pt x="106272" y="19608"/>
                  </a:lnTo>
                  <a:lnTo>
                    <a:pt x="106870" y="23051"/>
                  </a:lnTo>
                  <a:lnTo>
                    <a:pt x="108517" y="33977"/>
                  </a:lnTo>
                  <a:lnTo>
                    <a:pt x="108666" y="35025"/>
                  </a:lnTo>
                  <a:lnTo>
                    <a:pt x="111061" y="51190"/>
                  </a:lnTo>
                  <a:lnTo>
                    <a:pt x="111361" y="52986"/>
                  </a:lnTo>
                  <a:lnTo>
                    <a:pt x="112408" y="60171"/>
                  </a:lnTo>
                  <a:lnTo>
                    <a:pt x="112708" y="61668"/>
                  </a:lnTo>
                  <a:lnTo>
                    <a:pt x="115552" y="80826"/>
                  </a:lnTo>
                  <a:lnTo>
                    <a:pt x="115701" y="81425"/>
                  </a:lnTo>
                  <a:lnTo>
                    <a:pt x="115701" y="82174"/>
                  </a:lnTo>
                  <a:lnTo>
                    <a:pt x="116300" y="86215"/>
                  </a:lnTo>
                  <a:lnTo>
                    <a:pt x="116450" y="86814"/>
                  </a:lnTo>
                  <a:lnTo>
                    <a:pt x="117048" y="90556"/>
                  </a:lnTo>
                  <a:lnTo>
                    <a:pt x="117048" y="90705"/>
                  </a:lnTo>
                  <a:lnTo>
                    <a:pt x="116749" y="90705"/>
                  </a:lnTo>
                  <a:lnTo>
                    <a:pt x="115252" y="92352"/>
                  </a:lnTo>
                  <a:lnTo>
                    <a:pt x="113606" y="94148"/>
                  </a:lnTo>
                  <a:lnTo>
                    <a:pt x="113456" y="94148"/>
                  </a:lnTo>
                  <a:lnTo>
                    <a:pt x="111810" y="95944"/>
                  </a:lnTo>
                  <a:lnTo>
                    <a:pt x="110163" y="97740"/>
                  </a:lnTo>
                  <a:lnTo>
                    <a:pt x="110163" y="97590"/>
                  </a:lnTo>
                  <a:lnTo>
                    <a:pt x="110014" y="95794"/>
                  </a:lnTo>
                  <a:lnTo>
                    <a:pt x="109714" y="95794"/>
                  </a:lnTo>
                  <a:lnTo>
                    <a:pt x="109565" y="97141"/>
                  </a:lnTo>
                  <a:lnTo>
                    <a:pt x="109565" y="97291"/>
                  </a:lnTo>
                  <a:lnTo>
                    <a:pt x="109415" y="98489"/>
                  </a:lnTo>
                  <a:lnTo>
                    <a:pt x="108517" y="99536"/>
                  </a:lnTo>
                  <a:lnTo>
                    <a:pt x="108367" y="99686"/>
                  </a:lnTo>
                  <a:lnTo>
                    <a:pt x="106870" y="101332"/>
                  </a:lnTo>
                  <a:lnTo>
                    <a:pt x="106721" y="101482"/>
                  </a:lnTo>
                  <a:lnTo>
                    <a:pt x="105224" y="102979"/>
                  </a:lnTo>
                  <a:lnTo>
                    <a:pt x="104775" y="103428"/>
                  </a:lnTo>
                  <a:lnTo>
                    <a:pt x="104625" y="103578"/>
                  </a:lnTo>
                  <a:lnTo>
                    <a:pt x="104026" y="102979"/>
                  </a:lnTo>
                  <a:lnTo>
                    <a:pt x="103577" y="102530"/>
                  </a:lnTo>
                  <a:lnTo>
                    <a:pt x="102380" y="101482"/>
                  </a:lnTo>
                  <a:lnTo>
                    <a:pt x="102380" y="101332"/>
                  </a:lnTo>
                  <a:lnTo>
                    <a:pt x="101033" y="100135"/>
                  </a:lnTo>
                  <a:lnTo>
                    <a:pt x="103428" y="100135"/>
                  </a:lnTo>
                  <a:lnTo>
                    <a:pt x="103877" y="99985"/>
                  </a:lnTo>
                  <a:lnTo>
                    <a:pt x="105523" y="99985"/>
                  </a:lnTo>
                  <a:lnTo>
                    <a:pt x="106721" y="99836"/>
                  </a:lnTo>
                  <a:lnTo>
                    <a:pt x="106870" y="99686"/>
                  </a:lnTo>
                  <a:lnTo>
                    <a:pt x="106870" y="99536"/>
                  </a:lnTo>
                  <a:lnTo>
                    <a:pt x="106721" y="99387"/>
                  </a:lnTo>
                  <a:lnTo>
                    <a:pt x="105224" y="99237"/>
                  </a:lnTo>
                  <a:lnTo>
                    <a:pt x="100135" y="99237"/>
                  </a:lnTo>
                  <a:lnTo>
                    <a:pt x="98788" y="98039"/>
                  </a:lnTo>
                  <a:lnTo>
                    <a:pt x="98788" y="97890"/>
                  </a:lnTo>
                  <a:lnTo>
                    <a:pt x="97441" y="96692"/>
                  </a:lnTo>
                  <a:lnTo>
                    <a:pt x="99835" y="96842"/>
                  </a:lnTo>
                  <a:lnTo>
                    <a:pt x="105074" y="96842"/>
                  </a:lnTo>
                  <a:lnTo>
                    <a:pt x="105523" y="96692"/>
                  </a:lnTo>
                  <a:lnTo>
                    <a:pt x="105673" y="96692"/>
                  </a:lnTo>
                  <a:lnTo>
                    <a:pt x="107619" y="96543"/>
                  </a:lnTo>
                  <a:lnTo>
                    <a:pt x="107619" y="96393"/>
                  </a:lnTo>
                  <a:lnTo>
                    <a:pt x="107619" y="96243"/>
                  </a:lnTo>
                  <a:lnTo>
                    <a:pt x="105074" y="95944"/>
                  </a:lnTo>
                  <a:lnTo>
                    <a:pt x="100284" y="95944"/>
                  </a:lnTo>
                  <a:lnTo>
                    <a:pt x="97141" y="96243"/>
                  </a:lnTo>
                  <a:lnTo>
                    <a:pt x="96992" y="96243"/>
                  </a:lnTo>
                  <a:lnTo>
                    <a:pt x="92352" y="91753"/>
                  </a:lnTo>
                  <a:lnTo>
                    <a:pt x="92651" y="90107"/>
                  </a:lnTo>
                  <a:lnTo>
                    <a:pt x="95195" y="90406"/>
                  </a:lnTo>
                  <a:lnTo>
                    <a:pt x="97890" y="90406"/>
                  </a:lnTo>
                  <a:lnTo>
                    <a:pt x="103128" y="90256"/>
                  </a:lnTo>
                  <a:lnTo>
                    <a:pt x="104925" y="90256"/>
                  </a:lnTo>
                  <a:lnTo>
                    <a:pt x="105224" y="90107"/>
                  </a:lnTo>
                  <a:lnTo>
                    <a:pt x="105972" y="90107"/>
                  </a:lnTo>
                  <a:lnTo>
                    <a:pt x="105972" y="89957"/>
                  </a:lnTo>
                  <a:lnTo>
                    <a:pt x="105972" y="89807"/>
                  </a:lnTo>
                  <a:lnTo>
                    <a:pt x="105823" y="89657"/>
                  </a:lnTo>
                  <a:lnTo>
                    <a:pt x="102679" y="89657"/>
                  </a:lnTo>
                  <a:lnTo>
                    <a:pt x="97590" y="89508"/>
                  </a:lnTo>
                  <a:lnTo>
                    <a:pt x="95195" y="89508"/>
                  </a:lnTo>
                  <a:lnTo>
                    <a:pt x="92651" y="89807"/>
                  </a:lnTo>
                  <a:lnTo>
                    <a:pt x="93549" y="82922"/>
                  </a:lnTo>
                  <a:lnTo>
                    <a:pt x="93699" y="82174"/>
                  </a:lnTo>
                  <a:lnTo>
                    <a:pt x="93848" y="81425"/>
                  </a:lnTo>
                  <a:lnTo>
                    <a:pt x="96543" y="61817"/>
                  </a:lnTo>
                  <a:lnTo>
                    <a:pt x="96692" y="60171"/>
                  </a:lnTo>
                  <a:lnTo>
                    <a:pt x="97740" y="53136"/>
                  </a:lnTo>
                  <a:lnTo>
                    <a:pt x="97890" y="51340"/>
                  </a:lnTo>
                  <a:lnTo>
                    <a:pt x="100135" y="35025"/>
                  </a:lnTo>
                  <a:lnTo>
                    <a:pt x="100284" y="34127"/>
                  </a:lnTo>
                  <a:lnTo>
                    <a:pt x="101781" y="23051"/>
                  </a:lnTo>
                  <a:lnTo>
                    <a:pt x="102230" y="19608"/>
                  </a:lnTo>
                  <a:lnTo>
                    <a:pt x="102829" y="15716"/>
                  </a:lnTo>
                  <a:lnTo>
                    <a:pt x="103278" y="12274"/>
                  </a:lnTo>
                  <a:lnTo>
                    <a:pt x="104176" y="5837"/>
                  </a:lnTo>
                  <a:close/>
                  <a:moveTo>
                    <a:pt x="53285" y="113456"/>
                  </a:moveTo>
                  <a:lnTo>
                    <a:pt x="60021" y="114354"/>
                  </a:lnTo>
                  <a:lnTo>
                    <a:pt x="53884" y="116151"/>
                  </a:lnTo>
                  <a:lnTo>
                    <a:pt x="53285" y="113456"/>
                  </a:lnTo>
                  <a:close/>
                  <a:moveTo>
                    <a:pt x="90705" y="92352"/>
                  </a:moveTo>
                  <a:lnTo>
                    <a:pt x="90555" y="92651"/>
                  </a:lnTo>
                  <a:lnTo>
                    <a:pt x="92052" y="93998"/>
                  </a:lnTo>
                  <a:lnTo>
                    <a:pt x="92202" y="94148"/>
                  </a:lnTo>
                  <a:lnTo>
                    <a:pt x="93998" y="95794"/>
                  </a:lnTo>
                  <a:lnTo>
                    <a:pt x="95794" y="97441"/>
                  </a:lnTo>
                  <a:lnTo>
                    <a:pt x="95794" y="97590"/>
                  </a:lnTo>
                  <a:lnTo>
                    <a:pt x="97590" y="99087"/>
                  </a:lnTo>
                  <a:lnTo>
                    <a:pt x="97590" y="99237"/>
                  </a:lnTo>
                  <a:lnTo>
                    <a:pt x="97740" y="99387"/>
                  </a:lnTo>
                  <a:lnTo>
                    <a:pt x="97291" y="99387"/>
                  </a:lnTo>
                  <a:lnTo>
                    <a:pt x="95794" y="99536"/>
                  </a:lnTo>
                  <a:lnTo>
                    <a:pt x="95644" y="99686"/>
                  </a:lnTo>
                  <a:lnTo>
                    <a:pt x="95794" y="99686"/>
                  </a:lnTo>
                  <a:lnTo>
                    <a:pt x="96842" y="99836"/>
                  </a:lnTo>
                  <a:lnTo>
                    <a:pt x="96992" y="99836"/>
                  </a:lnTo>
                  <a:lnTo>
                    <a:pt x="98488" y="99985"/>
                  </a:lnTo>
                  <a:lnTo>
                    <a:pt x="99237" y="100734"/>
                  </a:lnTo>
                  <a:lnTo>
                    <a:pt x="99386" y="100883"/>
                  </a:lnTo>
                  <a:lnTo>
                    <a:pt x="101183" y="102530"/>
                  </a:lnTo>
                  <a:lnTo>
                    <a:pt x="101183" y="102680"/>
                  </a:lnTo>
                  <a:lnTo>
                    <a:pt x="102829" y="104027"/>
                  </a:lnTo>
                  <a:lnTo>
                    <a:pt x="103428" y="104625"/>
                  </a:lnTo>
                  <a:lnTo>
                    <a:pt x="103577" y="104775"/>
                  </a:lnTo>
                  <a:lnTo>
                    <a:pt x="103428" y="104775"/>
                  </a:lnTo>
                  <a:lnTo>
                    <a:pt x="102979" y="105374"/>
                  </a:lnTo>
                  <a:lnTo>
                    <a:pt x="102829" y="105523"/>
                  </a:lnTo>
                  <a:lnTo>
                    <a:pt x="102230" y="106122"/>
                  </a:lnTo>
                  <a:lnTo>
                    <a:pt x="101183" y="107320"/>
                  </a:lnTo>
                  <a:lnTo>
                    <a:pt x="101033" y="107320"/>
                  </a:lnTo>
                  <a:lnTo>
                    <a:pt x="99985" y="108517"/>
                  </a:lnTo>
                  <a:lnTo>
                    <a:pt x="99985" y="106122"/>
                  </a:lnTo>
                  <a:lnTo>
                    <a:pt x="99985" y="105523"/>
                  </a:lnTo>
                  <a:lnTo>
                    <a:pt x="99985" y="105374"/>
                  </a:lnTo>
                  <a:lnTo>
                    <a:pt x="99985" y="104925"/>
                  </a:lnTo>
                  <a:lnTo>
                    <a:pt x="99985" y="104775"/>
                  </a:lnTo>
                  <a:lnTo>
                    <a:pt x="99985" y="104176"/>
                  </a:lnTo>
                  <a:lnTo>
                    <a:pt x="99835" y="104027"/>
                  </a:lnTo>
                  <a:lnTo>
                    <a:pt x="99835" y="103727"/>
                  </a:lnTo>
                  <a:lnTo>
                    <a:pt x="99686" y="102680"/>
                  </a:lnTo>
                  <a:lnTo>
                    <a:pt x="99686" y="102530"/>
                  </a:lnTo>
                  <a:lnTo>
                    <a:pt x="99386" y="102530"/>
                  </a:lnTo>
                  <a:lnTo>
                    <a:pt x="99386" y="102680"/>
                  </a:lnTo>
                  <a:lnTo>
                    <a:pt x="99237" y="104176"/>
                  </a:lnTo>
                  <a:lnTo>
                    <a:pt x="99237" y="104476"/>
                  </a:lnTo>
                  <a:lnTo>
                    <a:pt x="99237" y="104625"/>
                  </a:lnTo>
                  <a:lnTo>
                    <a:pt x="99237" y="104775"/>
                  </a:lnTo>
                  <a:lnTo>
                    <a:pt x="99237" y="104925"/>
                  </a:lnTo>
                  <a:lnTo>
                    <a:pt x="99087" y="105374"/>
                  </a:lnTo>
                  <a:lnTo>
                    <a:pt x="99087" y="105523"/>
                  </a:lnTo>
                  <a:lnTo>
                    <a:pt x="99087" y="106122"/>
                  </a:lnTo>
                  <a:lnTo>
                    <a:pt x="99087" y="108667"/>
                  </a:lnTo>
                  <a:lnTo>
                    <a:pt x="99087" y="108816"/>
                  </a:lnTo>
                  <a:lnTo>
                    <a:pt x="99087" y="109415"/>
                  </a:lnTo>
                  <a:lnTo>
                    <a:pt x="96543" y="111960"/>
                  </a:lnTo>
                  <a:lnTo>
                    <a:pt x="96842" y="109116"/>
                  </a:lnTo>
                  <a:lnTo>
                    <a:pt x="96842" y="106272"/>
                  </a:lnTo>
                  <a:lnTo>
                    <a:pt x="96842" y="105523"/>
                  </a:lnTo>
                  <a:lnTo>
                    <a:pt x="96842" y="104925"/>
                  </a:lnTo>
                  <a:lnTo>
                    <a:pt x="96692" y="104326"/>
                  </a:lnTo>
                  <a:lnTo>
                    <a:pt x="96692" y="103727"/>
                  </a:lnTo>
                  <a:lnTo>
                    <a:pt x="96692" y="103428"/>
                  </a:lnTo>
                  <a:lnTo>
                    <a:pt x="96393" y="101931"/>
                  </a:lnTo>
                  <a:lnTo>
                    <a:pt x="96393" y="101781"/>
                  </a:lnTo>
                  <a:lnTo>
                    <a:pt x="96243" y="101931"/>
                  </a:lnTo>
                  <a:lnTo>
                    <a:pt x="95944" y="104176"/>
                  </a:lnTo>
                  <a:lnTo>
                    <a:pt x="95944" y="104326"/>
                  </a:lnTo>
                  <a:lnTo>
                    <a:pt x="95944" y="104925"/>
                  </a:lnTo>
                  <a:lnTo>
                    <a:pt x="95944" y="105523"/>
                  </a:lnTo>
                  <a:lnTo>
                    <a:pt x="95944" y="105673"/>
                  </a:lnTo>
                  <a:lnTo>
                    <a:pt x="95944" y="106272"/>
                  </a:lnTo>
                  <a:lnTo>
                    <a:pt x="95944" y="109415"/>
                  </a:lnTo>
                  <a:lnTo>
                    <a:pt x="96094" y="112558"/>
                  </a:lnTo>
                  <a:lnTo>
                    <a:pt x="91753" y="117049"/>
                  </a:lnTo>
                  <a:lnTo>
                    <a:pt x="90106" y="116899"/>
                  </a:lnTo>
                  <a:lnTo>
                    <a:pt x="90106" y="116749"/>
                  </a:lnTo>
                  <a:lnTo>
                    <a:pt x="90256" y="114354"/>
                  </a:lnTo>
                  <a:lnTo>
                    <a:pt x="90406" y="111810"/>
                  </a:lnTo>
                  <a:lnTo>
                    <a:pt x="90256" y="106721"/>
                  </a:lnTo>
                  <a:lnTo>
                    <a:pt x="90106" y="105823"/>
                  </a:lnTo>
                  <a:lnTo>
                    <a:pt x="90106" y="105224"/>
                  </a:lnTo>
                  <a:lnTo>
                    <a:pt x="90106" y="105074"/>
                  </a:lnTo>
                  <a:lnTo>
                    <a:pt x="90106" y="104176"/>
                  </a:lnTo>
                  <a:lnTo>
                    <a:pt x="90106" y="103727"/>
                  </a:lnTo>
                  <a:lnTo>
                    <a:pt x="90106" y="103578"/>
                  </a:lnTo>
                  <a:lnTo>
                    <a:pt x="89957" y="103428"/>
                  </a:lnTo>
                  <a:lnTo>
                    <a:pt x="89807" y="103578"/>
                  </a:lnTo>
                  <a:lnTo>
                    <a:pt x="89657" y="103578"/>
                  </a:lnTo>
                  <a:lnTo>
                    <a:pt x="89657" y="103727"/>
                  </a:lnTo>
                  <a:lnTo>
                    <a:pt x="89657" y="104625"/>
                  </a:lnTo>
                  <a:lnTo>
                    <a:pt x="89657" y="105523"/>
                  </a:lnTo>
                  <a:lnTo>
                    <a:pt x="89508" y="106571"/>
                  </a:lnTo>
                  <a:lnTo>
                    <a:pt x="89508" y="107769"/>
                  </a:lnTo>
                  <a:lnTo>
                    <a:pt x="89358" y="112259"/>
                  </a:lnTo>
                  <a:lnTo>
                    <a:pt x="89508" y="114504"/>
                  </a:lnTo>
                  <a:lnTo>
                    <a:pt x="89657" y="116749"/>
                  </a:lnTo>
                  <a:lnTo>
                    <a:pt x="89657" y="116749"/>
                  </a:lnTo>
                  <a:lnTo>
                    <a:pt x="83521" y="116001"/>
                  </a:lnTo>
                  <a:lnTo>
                    <a:pt x="82772" y="115851"/>
                  </a:lnTo>
                  <a:lnTo>
                    <a:pt x="82024" y="115702"/>
                  </a:lnTo>
                  <a:lnTo>
                    <a:pt x="61667" y="113007"/>
                  </a:lnTo>
                  <a:lnTo>
                    <a:pt x="60171" y="112708"/>
                  </a:lnTo>
                  <a:lnTo>
                    <a:pt x="52986" y="111810"/>
                  </a:lnTo>
                  <a:lnTo>
                    <a:pt x="51190" y="111511"/>
                  </a:lnTo>
                  <a:lnTo>
                    <a:pt x="35025" y="109265"/>
                  </a:lnTo>
                  <a:lnTo>
                    <a:pt x="33977" y="109116"/>
                  </a:lnTo>
                  <a:lnTo>
                    <a:pt x="23050" y="107619"/>
                  </a:lnTo>
                  <a:lnTo>
                    <a:pt x="19608" y="107170"/>
                  </a:lnTo>
                  <a:lnTo>
                    <a:pt x="15716" y="106571"/>
                  </a:lnTo>
                  <a:lnTo>
                    <a:pt x="12274" y="106122"/>
                  </a:lnTo>
                  <a:lnTo>
                    <a:pt x="5688" y="105224"/>
                  </a:lnTo>
                  <a:lnTo>
                    <a:pt x="12274" y="104326"/>
                  </a:lnTo>
                  <a:lnTo>
                    <a:pt x="15716" y="103727"/>
                  </a:lnTo>
                  <a:lnTo>
                    <a:pt x="19608" y="103129"/>
                  </a:lnTo>
                  <a:lnTo>
                    <a:pt x="23050" y="102680"/>
                  </a:lnTo>
                  <a:lnTo>
                    <a:pt x="33977" y="101033"/>
                  </a:lnTo>
                  <a:lnTo>
                    <a:pt x="35025" y="100883"/>
                  </a:lnTo>
                  <a:lnTo>
                    <a:pt x="51190" y="98339"/>
                  </a:lnTo>
                  <a:lnTo>
                    <a:pt x="52986" y="98039"/>
                  </a:lnTo>
                  <a:lnTo>
                    <a:pt x="60171" y="96992"/>
                  </a:lnTo>
                  <a:lnTo>
                    <a:pt x="61667" y="96842"/>
                  </a:lnTo>
                  <a:lnTo>
                    <a:pt x="81425" y="93848"/>
                  </a:lnTo>
                  <a:lnTo>
                    <a:pt x="82173" y="93699"/>
                  </a:lnTo>
                  <a:lnTo>
                    <a:pt x="82922" y="93549"/>
                  </a:lnTo>
                  <a:lnTo>
                    <a:pt x="85915" y="93100"/>
                  </a:lnTo>
                  <a:lnTo>
                    <a:pt x="86514" y="93100"/>
                  </a:lnTo>
                  <a:lnTo>
                    <a:pt x="90106" y="92501"/>
                  </a:lnTo>
                  <a:lnTo>
                    <a:pt x="90555" y="92352"/>
                  </a:lnTo>
                  <a:close/>
                  <a:moveTo>
                    <a:pt x="117647" y="92501"/>
                  </a:moveTo>
                  <a:lnTo>
                    <a:pt x="119294" y="92651"/>
                  </a:lnTo>
                  <a:lnTo>
                    <a:pt x="119144" y="95046"/>
                  </a:lnTo>
                  <a:lnTo>
                    <a:pt x="118994" y="97590"/>
                  </a:lnTo>
                  <a:lnTo>
                    <a:pt x="119144" y="102530"/>
                  </a:lnTo>
                  <a:lnTo>
                    <a:pt x="119144" y="103428"/>
                  </a:lnTo>
                  <a:lnTo>
                    <a:pt x="119294" y="104176"/>
                  </a:lnTo>
                  <a:lnTo>
                    <a:pt x="119294" y="104476"/>
                  </a:lnTo>
                  <a:lnTo>
                    <a:pt x="119294" y="105224"/>
                  </a:lnTo>
                  <a:lnTo>
                    <a:pt x="119294" y="105823"/>
                  </a:lnTo>
                  <a:lnTo>
                    <a:pt x="119294" y="105972"/>
                  </a:lnTo>
                  <a:lnTo>
                    <a:pt x="119593" y="105972"/>
                  </a:lnTo>
                  <a:lnTo>
                    <a:pt x="119743" y="105823"/>
                  </a:lnTo>
                  <a:lnTo>
                    <a:pt x="119743" y="104775"/>
                  </a:lnTo>
                  <a:lnTo>
                    <a:pt x="119743" y="103727"/>
                  </a:lnTo>
                  <a:lnTo>
                    <a:pt x="119892" y="102680"/>
                  </a:lnTo>
                  <a:lnTo>
                    <a:pt x="119892" y="101482"/>
                  </a:lnTo>
                  <a:lnTo>
                    <a:pt x="120042" y="97141"/>
                  </a:lnTo>
                  <a:lnTo>
                    <a:pt x="119892" y="94896"/>
                  </a:lnTo>
                  <a:lnTo>
                    <a:pt x="119743" y="92651"/>
                  </a:lnTo>
                  <a:lnTo>
                    <a:pt x="119743" y="92651"/>
                  </a:lnTo>
                  <a:lnTo>
                    <a:pt x="125730" y="93549"/>
                  </a:lnTo>
                  <a:lnTo>
                    <a:pt x="126478" y="93699"/>
                  </a:lnTo>
                  <a:lnTo>
                    <a:pt x="127077" y="93699"/>
                  </a:lnTo>
                  <a:lnTo>
                    <a:pt x="147733" y="96543"/>
                  </a:lnTo>
                  <a:lnTo>
                    <a:pt x="149229" y="96842"/>
                  </a:lnTo>
                  <a:lnTo>
                    <a:pt x="156414" y="97740"/>
                  </a:lnTo>
                  <a:lnTo>
                    <a:pt x="158210" y="98039"/>
                  </a:lnTo>
                  <a:lnTo>
                    <a:pt x="174375" y="100285"/>
                  </a:lnTo>
                  <a:lnTo>
                    <a:pt x="175423" y="100434"/>
                  </a:lnTo>
                  <a:lnTo>
                    <a:pt x="186350" y="101931"/>
                  </a:lnTo>
                  <a:lnTo>
                    <a:pt x="189792" y="102380"/>
                  </a:lnTo>
                  <a:lnTo>
                    <a:pt x="193684" y="102829"/>
                  </a:lnTo>
                  <a:lnTo>
                    <a:pt x="197126" y="103278"/>
                  </a:lnTo>
                  <a:lnTo>
                    <a:pt x="203712" y="104326"/>
                  </a:lnTo>
                  <a:lnTo>
                    <a:pt x="197126" y="105224"/>
                  </a:lnTo>
                  <a:lnTo>
                    <a:pt x="193684" y="105823"/>
                  </a:lnTo>
                  <a:lnTo>
                    <a:pt x="189792" y="106421"/>
                  </a:lnTo>
                  <a:lnTo>
                    <a:pt x="186350" y="106871"/>
                  </a:lnTo>
                  <a:lnTo>
                    <a:pt x="175423" y="108517"/>
                  </a:lnTo>
                  <a:lnTo>
                    <a:pt x="174375" y="108667"/>
                  </a:lnTo>
                  <a:lnTo>
                    <a:pt x="158210" y="111062"/>
                  </a:lnTo>
                  <a:lnTo>
                    <a:pt x="156414" y="111361"/>
                  </a:lnTo>
                  <a:lnTo>
                    <a:pt x="149229" y="112409"/>
                  </a:lnTo>
                  <a:lnTo>
                    <a:pt x="147733" y="112708"/>
                  </a:lnTo>
                  <a:lnTo>
                    <a:pt x="127975" y="115702"/>
                  </a:lnTo>
                  <a:lnTo>
                    <a:pt x="127376" y="115851"/>
                  </a:lnTo>
                  <a:lnTo>
                    <a:pt x="126628" y="115851"/>
                  </a:lnTo>
                  <a:lnTo>
                    <a:pt x="123634" y="116300"/>
                  </a:lnTo>
                  <a:lnTo>
                    <a:pt x="123036" y="116450"/>
                  </a:lnTo>
                  <a:lnTo>
                    <a:pt x="119443" y="117049"/>
                  </a:lnTo>
                  <a:lnTo>
                    <a:pt x="118695" y="117049"/>
                  </a:lnTo>
                  <a:lnTo>
                    <a:pt x="118695" y="116899"/>
                  </a:lnTo>
                  <a:lnTo>
                    <a:pt x="117348" y="115552"/>
                  </a:lnTo>
                  <a:lnTo>
                    <a:pt x="117198" y="115402"/>
                  </a:lnTo>
                  <a:lnTo>
                    <a:pt x="115552" y="113756"/>
                  </a:lnTo>
                  <a:lnTo>
                    <a:pt x="115402" y="113756"/>
                  </a:lnTo>
                  <a:lnTo>
                    <a:pt x="113756" y="112109"/>
                  </a:lnTo>
                  <a:lnTo>
                    <a:pt x="113606" y="111960"/>
                  </a:lnTo>
                  <a:lnTo>
                    <a:pt x="111959" y="110463"/>
                  </a:lnTo>
                  <a:lnTo>
                    <a:pt x="111810" y="110313"/>
                  </a:lnTo>
                  <a:lnTo>
                    <a:pt x="111660" y="110163"/>
                  </a:lnTo>
                  <a:lnTo>
                    <a:pt x="112259" y="110163"/>
                  </a:lnTo>
                  <a:lnTo>
                    <a:pt x="113606" y="110014"/>
                  </a:lnTo>
                  <a:lnTo>
                    <a:pt x="113756" y="109864"/>
                  </a:lnTo>
                  <a:lnTo>
                    <a:pt x="113606" y="109714"/>
                  </a:lnTo>
                  <a:lnTo>
                    <a:pt x="112558" y="109714"/>
                  </a:lnTo>
                  <a:lnTo>
                    <a:pt x="110912" y="109565"/>
                  </a:lnTo>
                  <a:lnTo>
                    <a:pt x="110912" y="109415"/>
                  </a:lnTo>
                  <a:lnTo>
                    <a:pt x="110762" y="109265"/>
                  </a:lnTo>
                  <a:lnTo>
                    <a:pt x="110163" y="108816"/>
                  </a:lnTo>
                  <a:lnTo>
                    <a:pt x="110014" y="108667"/>
                  </a:lnTo>
                  <a:lnTo>
                    <a:pt x="108367" y="107020"/>
                  </a:lnTo>
                  <a:lnTo>
                    <a:pt x="108217" y="106871"/>
                  </a:lnTo>
                  <a:lnTo>
                    <a:pt x="106571" y="105374"/>
                  </a:lnTo>
                  <a:lnTo>
                    <a:pt x="106122" y="104925"/>
                  </a:lnTo>
                  <a:lnTo>
                    <a:pt x="105972" y="104775"/>
                  </a:lnTo>
                  <a:lnTo>
                    <a:pt x="105823" y="104775"/>
                  </a:lnTo>
                  <a:lnTo>
                    <a:pt x="106272" y="104326"/>
                  </a:lnTo>
                  <a:lnTo>
                    <a:pt x="106272" y="104176"/>
                  </a:lnTo>
                  <a:lnTo>
                    <a:pt x="106870" y="103727"/>
                  </a:lnTo>
                  <a:lnTo>
                    <a:pt x="107918" y="102530"/>
                  </a:lnTo>
                  <a:lnTo>
                    <a:pt x="109415" y="101033"/>
                  </a:lnTo>
                  <a:lnTo>
                    <a:pt x="109415" y="103578"/>
                  </a:lnTo>
                  <a:lnTo>
                    <a:pt x="109415" y="104176"/>
                  </a:lnTo>
                  <a:lnTo>
                    <a:pt x="109415" y="104775"/>
                  </a:lnTo>
                  <a:lnTo>
                    <a:pt x="109415" y="104925"/>
                  </a:lnTo>
                  <a:lnTo>
                    <a:pt x="109415" y="105374"/>
                  </a:lnTo>
                  <a:lnTo>
                    <a:pt x="109565" y="105673"/>
                  </a:lnTo>
                  <a:lnTo>
                    <a:pt x="109565" y="105823"/>
                  </a:lnTo>
                  <a:lnTo>
                    <a:pt x="109714" y="106871"/>
                  </a:lnTo>
                  <a:lnTo>
                    <a:pt x="109864" y="107020"/>
                  </a:lnTo>
                  <a:lnTo>
                    <a:pt x="109864" y="106871"/>
                  </a:lnTo>
                  <a:lnTo>
                    <a:pt x="110014" y="106871"/>
                  </a:lnTo>
                  <a:lnTo>
                    <a:pt x="110163" y="105374"/>
                  </a:lnTo>
                  <a:lnTo>
                    <a:pt x="110163" y="105224"/>
                  </a:lnTo>
                  <a:lnTo>
                    <a:pt x="110163" y="104925"/>
                  </a:lnTo>
                  <a:lnTo>
                    <a:pt x="110163" y="104775"/>
                  </a:lnTo>
                  <a:lnTo>
                    <a:pt x="110163" y="104176"/>
                  </a:lnTo>
                  <a:lnTo>
                    <a:pt x="110313" y="104027"/>
                  </a:lnTo>
                  <a:lnTo>
                    <a:pt x="110313" y="103578"/>
                  </a:lnTo>
                  <a:lnTo>
                    <a:pt x="110313" y="100135"/>
                  </a:lnTo>
                  <a:lnTo>
                    <a:pt x="112857" y="97441"/>
                  </a:lnTo>
                  <a:lnTo>
                    <a:pt x="112558" y="100434"/>
                  </a:lnTo>
                  <a:lnTo>
                    <a:pt x="112558" y="103578"/>
                  </a:lnTo>
                  <a:lnTo>
                    <a:pt x="112558" y="104027"/>
                  </a:lnTo>
                  <a:lnTo>
                    <a:pt x="112558" y="104176"/>
                  </a:lnTo>
                  <a:lnTo>
                    <a:pt x="112558" y="104625"/>
                  </a:lnTo>
                  <a:lnTo>
                    <a:pt x="112558" y="104775"/>
                  </a:lnTo>
                  <a:lnTo>
                    <a:pt x="112708" y="105224"/>
                  </a:lnTo>
                  <a:lnTo>
                    <a:pt x="112708" y="105972"/>
                  </a:lnTo>
                  <a:lnTo>
                    <a:pt x="112708" y="106122"/>
                  </a:lnTo>
                  <a:lnTo>
                    <a:pt x="112857" y="107619"/>
                  </a:lnTo>
                  <a:lnTo>
                    <a:pt x="113007" y="107769"/>
                  </a:lnTo>
                  <a:lnTo>
                    <a:pt x="113157" y="107619"/>
                  </a:lnTo>
                  <a:lnTo>
                    <a:pt x="113456" y="105374"/>
                  </a:lnTo>
                  <a:lnTo>
                    <a:pt x="113456" y="105224"/>
                  </a:lnTo>
                  <a:lnTo>
                    <a:pt x="113456" y="104775"/>
                  </a:lnTo>
                  <a:lnTo>
                    <a:pt x="113456" y="104625"/>
                  </a:lnTo>
                  <a:lnTo>
                    <a:pt x="113456" y="104176"/>
                  </a:lnTo>
                  <a:lnTo>
                    <a:pt x="113456" y="104027"/>
                  </a:lnTo>
                  <a:lnTo>
                    <a:pt x="113456" y="103578"/>
                  </a:lnTo>
                  <a:lnTo>
                    <a:pt x="113456" y="100285"/>
                  </a:lnTo>
                  <a:lnTo>
                    <a:pt x="113307" y="96992"/>
                  </a:lnTo>
                  <a:lnTo>
                    <a:pt x="117647" y="92501"/>
                  </a:lnTo>
                  <a:close/>
                  <a:moveTo>
                    <a:pt x="156115" y="113007"/>
                  </a:moveTo>
                  <a:lnTo>
                    <a:pt x="155815" y="115253"/>
                  </a:lnTo>
                  <a:lnTo>
                    <a:pt x="155216" y="117348"/>
                  </a:lnTo>
                  <a:lnTo>
                    <a:pt x="148481" y="116001"/>
                  </a:lnTo>
                  <a:lnTo>
                    <a:pt x="148930" y="114205"/>
                  </a:lnTo>
                  <a:lnTo>
                    <a:pt x="156115" y="113007"/>
                  </a:lnTo>
                  <a:close/>
                  <a:moveTo>
                    <a:pt x="23200" y="109265"/>
                  </a:moveTo>
                  <a:lnTo>
                    <a:pt x="34127" y="110762"/>
                  </a:lnTo>
                  <a:lnTo>
                    <a:pt x="34725" y="115552"/>
                  </a:lnTo>
                  <a:lnTo>
                    <a:pt x="35623" y="120342"/>
                  </a:lnTo>
                  <a:lnTo>
                    <a:pt x="24547" y="120342"/>
                  </a:lnTo>
                  <a:lnTo>
                    <a:pt x="24098" y="117647"/>
                  </a:lnTo>
                  <a:lnTo>
                    <a:pt x="23649" y="114803"/>
                  </a:lnTo>
                  <a:lnTo>
                    <a:pt x="23350" y="112109"/>
                  </a:lnTo>
                  <a:lnTo>
                    <a:pt x="23200" y="109265"/>
                  </a:lnTo>
                  <a:close/>
                  <a:moveTo>
                    <a:pt x="186350" y="108517"/>
                  </a:moveTo>
                  <a:lnTo>
                    <a:pt x="186050" y="111511"/>
                  </a:lnTo>
                  <a:lnTo>
                    <a:pt x="185751" y="114504"/>
                  </a:lnTo>
                  <a:lnTo>
                    <a:pt x="185451" y="117348"/>
                  </a:lnTo>
                  <a:lnTo>
                    <a:pt x="184853" y="120342"/>
                  </a:lnTo>
                  <a:lnTo>
                    <a:pt x="173777" y="120342"/>
                  </a:lnTo>
                  <a:lnTo>
                    <a:pt x="174226" y="117797"/>
                  </a:lnTo>
                  <a:lnTo>
                    <a:pt x="174675" y="115253"/>
                  </a:lnTo>
                  <a:lnTo>
                    <a:pt x="174974" y="112708"/>
                  </a:lnTo>
                  <a:lnTo>
                    <a:pt x="175273" y="110163"/>
                  </a:lnTo>
                  <a:lnTo>
                    <a:pt x="186350" y="108517"/>
                  </a:lnTo>
                  <a:close/>
                  <a:moveTo>
                    <a:pt x="37869" y="121240"/>
                  </a:moveTo>
                  <a:lnTo>
                    <a:pt x="39066" y="121389"/>
                  </a:lnTo>
                  <a:lnTo>
                    <a:pt x="38168" y="121838"/>
                  </a:lnTo>
                  <a:lnTo>
                    <a:pt x="37869" y="121240"/>
                  </a:lnTo>
                  <a:close/>
                  <a:moveTo>
                    <a:pt x="171531" y="121240"/>
                  </a:moveTo>
                  <a:lnTo>
                    <a:pt x="171232" y="121838"/>
                  </a:lnTo>
                  <a:lnTo>
                    <a:pt x="170484" y="121389"/>
                  </a:lnTo>
                  <a:lnTo>
                    <a:pt x="171531" y="121240"/>
                  </a:lnTo>
                  <a:close/>
                  <a:moveTo>
                    <a:pt x="37569" y="121240"/>
                  </a:moveTo>
                  <a:lnTo>
                    <a:pt x="37719" y="121389"/>
                  </a:lnTo>
                  <a:lnTo>
                    <a:pt x="38018" y="121838"/>
                  </a:lnTo>
                  <a:lnTo>
                    <a:pt x="37120" y="122437"/>
                  </a:lnTo>
                  <a:lnTo>
                    <a:pt x="36222" y="122886"/>
                  </a:lnTo>
                  <a:lnTo>
                    <a:pt x="26493" y="128574"/>
                  </a:lnTo>
                  <a:lnTo>
                    <a:pt x="25595" y="124982"/>
                  </a:lnTo>
                  <a:lnTo>
                    <a:pt x="24697" y="121240"/>
                  </a:lnTo>
                  <a:lnTo>
                    <a:pt x="25146" y="121240"/>
                  </a:lnTo>
                  <a:lnTo>
                    <a:pt x="25595" y="122736"/>
                  </a:lnTo>
                  <a:lnTo>
                    <a:pt x="25894" y="123635"/>
                  </a:lnTo>
                  <a:lnTo>
                    <a:pt x="26194" y="124533"/>
                  </a:lnTo>
                  <a:lnTo>
                    <a:pt x="26343" y="124533"/>
                  </a:lnTo>
                  <a:lnTo>
                    <a:pt x="26343" y="124383"/>
                  </a:lnTo>
                  <a:lnTo>
                    <a:pt x="25894" y="122437"/>
                  </a:lnTo>
                  <a:lnTo>
                    <a:pt x="25445" y="121240"/>
                  </a:lnTo>
                  <a:lnTo>
                    <a:pt x="26493" y="121240"/>
                  </a:lnTo>
                  <a:lnTo>
                    <a:pt x="26942" y="122587"/>
                  </a:lnTo>
                  <a:lnTo>
                    <a:pt x="27092" y="123485"/>
                  </a:lnTo>
                  <a:lnTo>
                    <a:pt x="27541" y="124383"/>
                  </a:lnTo>
                  <a:lnTo>
                    <a:pt x="27690" y="124383"/>
                  </a:lnTo>
                  <a:lnTo>
                    <a:pt x="27391" y="123485"/>
                  </a:lnTo>
                  <a:lnTo>
                    <a:pt x="27241" y="122587"/>
                  </a:lnTo>
                  <a:lnTo>
                    <a:pt x="26792" y="121240"/>
                  </a:lnTo>
                  <a:lnTo>
                    <a:pt x="27541" y="121240"/>
                  </a:lnTo>
                  <a:lnTo>
                    <a:pt x="27990" y="122736"/>
                  </a:lnTo>
                  <a:lnTo>
                    <a:pt x="28289" y="123335"/>
                  </a:lnTo>
                  <a:lnTo>
                    <a:pt x="28589" y="123934"/>
                  </a:lnTo>
                  <a:lnTo>
                    <a:pt x="28738" y="123934"/>
                  </a:lnTo>
                  <a:lnTo>
                    <a:pt x="28738" y="123784"/>
                  </a:lnTo>
                  <a:lnTo>
                    <a:pt x="28140" y="122287"/>
                  </a:lnTo>
                  <a:lnTo>
                    <a:pt x="27840" y="121240"/>
                  </a:lnTo>
                  <a:lnTo>
                    <a:pt x="29187" y="121240"/>
                  </a:lnTo>
                  <a:lnTo>
                    <a:pt x="29487" y="122287"/>
                  </a:lnTo>
                  <a:lnTo>
                    <a:pt x="29786" y="123185"/>
                  </a:lnTo>
                  <a:lnTo>
                    <a:pt x="30085" y="123934"/>
                  </a:lnTo>
                  <a:lnTo>
                    <a:pt x="30235" y="123934"/>
                  </a:lnTo>
                  <a:lnTo>
                    <a:pt x="29936" y="123036"/>
                  </a:lnTo>
                  <a:lnTo>
                    <a:pt x="29786" y="122287"/>
                  </a:lnTo>
                  <a:lnTo>
                    <a:pt x="29337" y="121240"/>
                  </a:lnTo>
                  <a:lnTo>
                    <a:pt x="30385" y="121240"/>
                  </a:lnTo>
                  <a:lnTo>
                    <a:pt x="30534" y="122138"/>
                  </a:lnTo>
                  <a:lnTo>
                    <a:pt x="30834" y="122886"/>
                  </a:lnTo>
                  <a:lnTo>
                    <a:pt x="31133" y="123635"/>
                  </a:lnTo>
                  <a:lnTo>
                    <a:pt x="31283" y="123635"/>
                  </a:lnTo>
                  <a:lnTo>
                    <a:pt x="30684" y="121689"/>
                  </a:lnTo>
                  <a:lnTo>
                    <a:pt x="30684" y="121240"/>
                  </a:lnTo>
                  <a:lnTo>
                    <a:pt x="31432" y="121240"/>
                  </a:lnTo>
                  <a:lnTo>
                    <a:pt x="31582" y="121838"/>
                  </a:lnTo>
                  <a:lnTo>
                    <a:pt x="32181" y="123335"/>
                  </a:lnTo>
                  <a:lnTo>
                    <a:pt x="32331" y="123335"/>
                  </a:lnTo>
                  <a:lnTo>
                    <a:pt x="32331" y="123185"/>
                  </a:lnTo>
                  <a:lnTo>
                    <a:pt x="31881" y="121838"/>
                  </a:lnTo>
                  <a:lnTo>
                    <a:pt x="31732" y="121240"/>
                  </a:lnTo>
                  <a:lnTo>
                    <a:pt x="32480" y="121240"/>
                  </a:lnTo>
                  <a:lnTo>
                    <a:pt x="32780" y="122138"/>
                  </a:lnTo>
                  <a:lnTo>
                    <a:pt x="33079" y="123036"/>
                  </a:lnTo>
                  <a:lnTo>
                    <a:pt x="33229" y="123036"/>
                  </a:lnTo>
                  <a:lnTo>
                    <a:pt x="33079" y="122138"/>
                  </a:lnTo>
                  <a:lnTo>
                    <a:pt x="32780" y="121240"/>
                  </a:lnTo>
                  <a:lnTo>
                    <a:pt x="33528" y="121240"/>
                  </a:lnTo>
                  <a:lnTo>
                    <a:pt x="33678" y="121689"/>
                  </a:lnTo>
                  <a:lnTo>
                    <a:pt x="33827" y="122138"/>
                  </a:lnTo>
                  <a:lnTo>
                    <a:pt x="34127" y="122736"/>
                  </a:lnTo>
                  <a:lnTo>
                    <a:pt x="34276" y="122587"/>
                  </a:lnTo>
                  <a:lnTo>
                    <a:pt x="33977" y="121539"/>
                  </a:lnTo>
                  <a:lnTo>
                    <a:pt x="33827" y="121240"/>
                  </a:lnTo>
                  <a:lnTo>
                    <a:pt x="34576" y="121240"/>
                  </a:lnTo>
                  <a:lnTo>
                    <a:pt x="35174" y="122437"/>
                  </a:lnTo>
                  <a:lnTo>
                    <a:pt x="35324" y="122437"/>
                  </a:lnTo>
                  <a:lnTo>
                    <a:pt x="34875" y="121240"/>
                  </a:lnTo>
                  <a:lnTo>
                    <a:pt x="35623" y="121240"/>
                  </a:lnTo>
                  <a:lnTo>
                    <a:pt x="35623" y="121539"/>
                  </a:lnTo>
                  <a:lnTo>
                    <a:pt x="36072" y="122287"/>
                  </a:lnTo>
                  <a:lnTo>
                    <a:pt x="36222" y="122437"/>
                  </a:lnTo>
                  <a:lnTo>
                    <a:pt x="36222" y="122287"/>
                  </a:lnTo>
                  <a:lnTo>
                    <a:pt x="35923" y="121389"/>
                  </a:lnTo>
                  <a:lnTo>
                    <a:pt x="35923" y="121240"/>
                  </a:lnTo>
                  <a:lnTo>
                    <a:pt x="36522" y="121240"/>
                  </a:lnTo>
                  <a:lnTo>
                    <a:pt x="36522" y="121389"/>
                  </a:lnTo>
                  <a:lnTo>
                    <a:pt x="36971" y="121988"/>
                  </a:lnTo>
                  <a:lnTo>
                    <a:pt x="37120" y="121838"/>
                  </a:lnTo>
                  <a:lnTo>
                    <a:pt x="36821" y="121389"/>
                  </a:lnTo>
                  <a:lnTo>
                    <a:pt x="36821" y="121240"/>
                  </a:lnTo>
                  <a:close/>
                  <a:moveTo>
                    <a:pt x="184703" y="121240"/>
                  </a:moveTo>
                  <a:lnTo>
                    <a:pt x="183805" y="124982"/>
                  </a:lnTo>
                  <a:lnTo>
                    <a:pt x="182907" y="128574"/>
                  </a:lnTo>
                  <a:lnTo>
                    <a:pt x="173178" y="122886"/>
                  </a:lnTo>
                  <a:lnTo>
                    <a:pt x="172280" y="122437"/>
                  </a:lnTo>
                  <a:lnTo>
                    <a:pt x="171382" y="121838"/>
                  </a:lnTo>
                  <a:lnTo>
                    <a:pt x="171831" y="121389"/>
                  </a:lnTo>
                  <a:lnTo>
                    <a:pt x="171831" y="121240"/>
                  </a:lnTo>
                  <a:lnTo>
                    <a:pt x="172579" y="121240"/>
                  </a:lnTo>
                  <a:lnTo>
                    <a:pt x="172429" y="121539"/>
                  </a:lnTo>
                  <a:lnTo>
                    <a:pt x="172429" y="121838"/>
                  </a:lnTo>
                  <a:lnTo>
                    <a:pt x="172429" y="121988"/>
                  </a:lnTo>
                  <a:lnTo>
                    <a:pt x="172878" y="121389"/>
                  </a:lnTo>
                  <a:lnTo>
                    <a:pt x="172878" y="121240"/>
                  </a:lnTo>
                  <a:lnTo>
                    <a:pt x="173627" y="121240"/>
                  </a:lnTo>
                  <a:lnTo>
                    <a:pt x="173477" y="121389"/>
                  </a:lnTo>
                  <a:lnTo>
                    <a:pt x="173477" y="121539"/>
                  </a:lnTo>
                  <a:lnTo>
                    <a:pt x="173178" y="122287"/>
                  </a:lnTo>
                  <a:lnTo>
                    <a:pt x="173178" y="122437"/>
                  </a:lnTo>
                  <a:lnTo>
                    <a:pt x="173328" y="122287"/>
                  </a:lnTo>
                  <a:lnTo>
                    <a:pt x="173777" y="121539"/>
                  </a:lnTo>
                  <a:lnTo>
                    <a:pt x="173926" y="121240"/>
                  </a:lnTo>
                  <a:lnTo>
                    <a:pt x="174525" y="121240"/>
                  </a:lnTo>
                  <a:lnTo>
                    <a:pt x="174226" y="122437"/>
                  </a:lnTo>
                  <a:lnTo>
                    <a:pt x="174375" y="122437"/>
                  </a:lnTo>
                  <a:lnTo>
                    <a:pt x="174824" y="121240"/>
                  </a:lnTo>
                  <a:lnTo>
                    <a:pt x="175573" y="121240"/>
                  </a:lnTo>
                  <a:lnTo>
                    <a:pt x="175573" y="121539"/>
                  </a:lnTo>
                  <a:lnTo>
                    <a:pt x="175124" y="122587"/>
                  </a:lnTo>
                  <a:lnTo>
                    <a:pt x="175273" y="122736"/>
                  </a:lnTo>
                  <a:lnTo>
                    <a:pt x="175573" y="122138"/>
                  </a:lnTo>
                  <a:lnTo>
                    <a:pt x="175722" y="121689"/>
                  </a:lnTo>
                  <a:lnTo>
                    <a:pt x="175872" y="121240"/>
                  </a:lnTo>
                  <a:lnTo>
                    <a:pt x="176620" y="121240"/>
                  </a:lnTo>
                  <a:lnTo>
                    <a:pt x="176321" y="122138"/>
                  </a:lnTo>
                  <a:lnTo>
                    <a:pt x="176171" y="123036"/>
                  </a:lnTo>
                  <a:lnTo>
                    <a:pt x="176321" y="123036"/>
                  </a:lnTo>
                  <a:lnTo>
                    <a:pt x="176620" y="122138"/>
                  </a:lnTo>
                  <a:lnTo>
                    <a:pt x="176920" y="121240"/>
                  </a:lnTo>
                  <a:lnTo>
                    <a:pt x="177818" y="121240"/>
                  </a:lnTo>
                  <a:lnTo>
                    <a:pt x="177519" y="121838"/>
                  </a:lnTo>
                  <a:lnTo>
                    <a:pt x="177069" y="123185"/>
                  </a:lnTo>
                  <a:lnTo>
                    <a:pt x="177219" y="123335"/>
                  </a:lnTo>
                  <a:lnTo>
                    <a:pt x="177818" y="121838"/>
                  </a:lnTo>
                  <a:lnTo>
                    <a:pt x="177968" y="121240"/>
                  </a:lnTo>
                  <a:lnTo>
                    <a:pt x="178866" y="121240"/>
                  </a:lnTo>
                  <a:lnTo>
                    <a:pt x="178716" y="121689"/>
                  </a:lnTo>
                  <a:lnTo>
                    <a:pt x="178117" y="123635"/>
                  </a:lnTo>
                  <a:lnTo>
                    <a:pt x="178267" y="123635"/>
                  </a:lnTo>
                  <a:lnTo>
                    <a:pt x="178566" y="122886"/>
                  </a:lnTo>
                  <a:lnTo>
                    <a:pt x="178866" y="122138"/>
                  </a:lnTo>
                  <a:lnTo>
                    <a:pt x="179015" y="121240"/>
                  </a:lnTo>
                  <a:lnTo>
                    <a:pt x="180063" y="121240"/>
                  </a:lnTo>
                  <a:lnTo>
                    <a:pt x="179764" y="122287"/>
                  </a:lnTo>
                  <a:lnTo>
                    <a:pt x="179464" y="123036"/>
                  </a:lnTo>
                  <a:lnTo>
                    <a:pt x="179315" y="123934"/>
                  </a:lnTo>
                  <a:lnTo>
                    <a:pt x="179764" y="123185"/>
                  </a:lnTo>
                  <a:lnTo>
                    <a:pt x="180063" y="122287"/>
                  </a:lnTo>
                  <a:lnTo>
                    <a:pt x="180362" y="121240"/>
                  </a:lnTo>
                  <a:lnTo>
                    <a:pt x="181560" y="121240"/>
                  </a:lnTo>
                  <a:lnTo>
                    <a:pt x="181260" y="122287"/>
                  </a:lnTo>
                  <a:lnTo>
                    <a:pt x="180662" y="123784"/>
                  </a:lnTo>
                  <a:lnTo>
                    <a:pt x="180662" y="123934"/>
                  </a:lnTo>
                  <a:lnTo>
                    <a:pt x="180811" y="123934"/>
                  </a:lnTo>
                  <a:lnTo>
                    <a:pt x="181111" y="123335"/>
                  </a:lnTo>
                  <a:lnTo>
                    <a:pt x="181410" y="122736"/>
                  </a:lnTo>
                  <a:lnTo>
                    <a:pt x="181859" y="121240"/>
                  </a:lnTo>
                  <a:lnTo>
                    <a:pt x="182757" y="121240"/>
                  </a:lnTo>
                  <a:lnTo>
                    <a:pt x="182308" y="122587"/>
                  </a:lnTo>
                  <a:lnTo>
                    <a:pt x="182009" y="123485"/>
                  </a:lnTo>
                  <a:lnTo>
                    <a:pt x="181859" y="124383"/>
                  </a:lnTo>
                  <a:lnTo>
                    <a:pt x="182308" y="123485"/>
                  </a:lnTo>
                  <a:lnTo>
                    <a:pt x="182608" y="122587"/>
                  </a:lnTo>
                  <a:lnTo>
                    <a:pt x="182907" y="121240"/>
                  </a:lnTo>
                  <a:lnTo>
                    <a:pt x="183955" y="121240"/>
                  </a:lnTo>
                  <a:lnTo>
                    <a:pt x="183506" y="122437"/>
                  </a:lnTo>
                  <a:lnTo>
                    <a:pt x="183057" y="124383"/>
                  </a:lnTo>
                  <a:lnTo>
                    <a:pt x="183057" y="124533"/>
                  </a:lnTo>
                  <a:lnTo>
                    <a:pt x="183206" y="124533"/>
                  </a:lnTo>
                  <a:lnTo>
                    <a:pt x="183506" y="123635"/>
                  </a:lnTo>
                  <a:lnTo>
                    <a:pt x="183805" y="122736"/>
                  </a:lnTo>
                  <a:lnTo>
                    <a:pt x="184254" y="121240"/>
                  </a:lnTo>
                  <a:close/>
                  <a:moveTo>
                    <a:pt x="147433" y="114354"/>
                  </a:moveTo>
                  <a:lnTo>
                    <a:pt x="146834" y="116749"/>
                  </a:lnTo>
                  <a:lnTo>
                    <a:pt x="146086" y="118845"/>
                  </a:lnTo>
                  <a:lnTo>
                    <a:pt x="145338" y="121090"/>
                  </a:lnTo>
                  <a:lnTo>
                    <a:pt x="144440" y="123185"/>
                  </a:lnTo>
                  <a:lnTo>
                    <a:pt x="143392" y="125281"/>
                  </a:lnTo>
                  <a:lnTo>
                    <a:pt x="142194" y="127227"/>
                  </a:lnTo>
                  <a:lnTo>
                    <a:pt x="140997" y="129173"/>
                  </a:lnTo>
                  <a:lnTo>
                    <a:pt x="139650" y="131118"/>
                  </a:lnTo>
                  <a:lnTo>
                    <a:pt x="129172" y="117198"/>
                  </a:lnTo>
                  <a:lnTo>
                    <a:pt x="147433" y="114354"/>
                  </a:lnTo>
                  <a:close/>
                  <a:moveTo>
                    <a:pt x="62117" y="114654"/>
                  </a:moveTo>
                  <a:lnTo>
                    <a:pt x="80976" y="117198"/>
                  </a:lnTo>
                  <a:lnTo>
                    <a:pt x="70199" y="131717"/>
                  </a:lnTo>
                  <a:lnTo>
                    <a:pt x="68852" y="129921"/>
                  </a:lnTo>
                  <a:lnTo>
                    <a:pt x="67505" y="127826"/>
                  </a:lnTo>
                  <a:lnTo>
                    <a:pt x="66308" y="125880"/>
                  </a:lnTo>
                  <a:lnTo>
                    <a:pt x="65260" y="123635"/>
                  </a:lnTo>
                  <a:lnTo>
                    <a:pt x="64212" y="121539"/>
                  </a:lnTo>
                  <a:lnTo>
                    <a:pt x="63464" y="119294"/>
                  </a:lnTo>
                  <a:lnTo>
                    <a:pt x="62715" y="117049"/>
                  </a:lnTo>
                  <a:lnTo>
                    <a:pt x="62117" y="114654"/>
                  </a:lnTo>
                  <a:close/>
                  <a:moveTo>
                    <a:pt x="60620" y="115253"/>
                  </a:moveTo>
                  <a:lnTo>
                    <a:pt x="61667" y="118845"/>
                  </a:lnTo>
                  <a:lnTo>
                    <a:pt x="63015" y="122287"/>
                  </a:lnTo>
                  <a:lnTo>
                    <a:pt x="64511" y="125580"/>
                  </a:lnTo>
                  <a:lnTo>
                    <a:pt x="66308" y="128724"/>
                  </a:lnTo>
                  <a:lnTo>
                    <a:pt x="60470" y="132466"/>
                  </a:lnTo>
                  <a:lnTo>
                    <a:pt x="58524" y="128873"/>
                  </a:lnTo>
                  <a:lnTo>
                    <a:pt x="56728" y="125131"/>
                  </a:lnTo>
                  <a:lnTo>
                    <a:pt x="55231" y="121090"/>
                  </a:lnTo>
                  <a:lnTo>
                    <a:pt x="54034" y="117049"/>
                  </a:lnTo>
                  <a:lnTo>
                    <a:pt x="60620" y="115253"/>
                  </a:lnTo>
                  <a:close/>
                  <a:moveTo>
                    <a:pt x="148331" y="116899"/>
                  </a:moveTo>
                  <a:lnTo>
                    <a:pt x="155067" y="118396"/>
                  </a:lnTo>
                  <a:lnTo>
                    <a:pt x="153869" y="122287"/>
                  </a:lnTo>
                  <a:lnTo>
                    <a:pt x="152223" y="126029"/>
                  </a:lnTo>
                  <a:lnTo>
                    <a:pt x="150427" y="129622"/>
                  </a:lnTo>
                  <a:lnTo>
                    <a:pt x="148481" y="133064"/>
                  </a:lnTo>
                  <a:lnTo>
                    <a:pt x="142643" y="129322"/>
                  </a:lnTo>
                  <a:lnTo>
                    <a:pt x="144440" y="126329"/>
                  </a:lnTo>
                  <a:lnTo>
                    <a:pt x="145936" y="123335"/>
                  </a:lnTo>
                  <a:lnTo>
                    <a:pt x="147283" y="120192"/>
                  </a:lnTo>
                  <a:lnTo>
                    <a:pt x="148331" y="116899"/>
                  </a:lnTo>
                  <a:close/>
                  <a:moveTo>
                    <a:pt x="142194" y="130071"/>
                  </a:moveTo>
                  <a:lnTo>
                    <a:pt x="147882" y="133962"/>
                  </a:lnTo>
                  <a:lnTo>
                    <a:pt x="146385" y="135908"/>
                  </a:lnTo>
                  <a:lnTo>
                    <a:pt x="144889" y="138004"/>
                  </a:lnTo>
                  <a:lnTo>
                    <a:pt x="140548" y="132316"/>
                  </a:lnTo>
                  <a:lnTo>
                    <a:pt x="142194" y="130071"/>
                  </a:lnTo>
                  <a:close/>
                  <a:moveTo>
                    <a:pt x="66906" y="129472"/>
                  </a:moveTo>
                  <a:lnTo>
                    <a:pt x="68104" y="131268"/>
                  </a:lnTo>
                  <a:lnTo>
                    <a:pt x="69301" y="132915"/>
                  </a:lnTo>
                  <a:lnTo>
                    <a:pt x="65110" y="138752"/>
                  </a:lnTo>
                  <a:lnTo>
                    <a:pt x="63015" y="136058"/>
                  </a:lnTo>
                  <a:lnTo>
                    <a:pt x="61069" y="133214"/>
                  </a:lnTo>
                  <a:lnTo>
                    <a:pt x="66906" y="129472"/>
                  </a:lnTo>
                  <a:close/>
                  <a:moveTo>
                    <a:pt x="161802" y="141596"/>
                  </a:moveTo>
                  <a:lnTo>
                    <a:pt x="162700" y="141895"/>
                  </a:lnTo>
                  <a:lnTo>
                    <a:pt x="162401" y="142344"/>
                  </a:lnTo>
                  <a:lnTo>
                    <a:pt x="161802" y="141596"/>
                  </a:lnTo>
                  <a:close/>
                  <a:moveTo>
                    <a:pt x="36522" y="123934"/>
                  </a:moveTo>
                  <a:lnTo>
                    <a:pt x="38018" y="128574"/>
                  </a:lnTo>
                  <a:lnTo>
                    <a:pt x="39814" y="133064"/>
                  </a:lnTo>
                  <a:lnTo>
                    <a:pt x="41910" y="137405"/>
                  </a:lnTo>
                  <a:lnTo>
                    <a:pt x="44305" y="141596"/>
                  </a:lnTo>
                  <a:lnTo>
                    <a:pt x="33827" y="145188"/>
                  </a:lnTo>
                  <a:lnTo>
                    <a:pt x="31732" y="141446"/>
                  </a:lnTo>
                  <a:lnTo>
                    <a:pt x="29936" y="137555"/>
                  </a:lnTo>
                  <a:lnTo>
                    <a:pt x="28289" y="133663"/>
                  </a:lnTo>
                  <a:lnTo>
                    <a:pt x="26792" y="129472"/>
                  </a:lnTo>
                  <a:lnTo>
                    <a:pt x="36522" y="123934"/>
                  </a:lnTo>
                  <a:close/>
                  <a:moveTo>
                    <a:pt x="172878" y="123934"/>
                  </a:moveTo>
                  <a:lnTo>
                    <a:pt x="182608" y="129472"/>
                  </a:lnTo>
                  <a:lnTo>
                    <a:pt x="181111" y="133513"/>
                  </a:lnTo>
                  <a:lnTo>
                    <a:pt x="179464" y="137555"/>
                  </a:lnTo>
                  <a:lnTo>
                    <a:pt x="177668" y="141446"/>
                  </a:lnTo>
                  <a:lnTo>
                    <a:pt x="175573" y="145188"/>
                  </a:lnTo>
                  <a:lnTo>
                    <a:pt x="165095" y="141596"/>
                  </a:lnTo>
                  <a:lnTo>
                    <a:pt x="167490" y="137405"/>
                  </a:lnTo>
                  <a:lnTo>
                    <a:pt x="169586" y="133064"/>
                  </a:lnTo>
                  <a:lnTo>
                    <a:pt x="171382" y="128574"/>
                  </a:lnTo>
                  <a:lnTo>
                    <a:pt x="172878" y="123934"/>
                  </a:lnTo>
                  <a:close/>
                  <a:moveTo>
                    <a:pt x="92352" y="129771"/>
                  </a:moveTo>
                  <a:lnTo>
                    <a:pt x="95046" y="147433"/>
                  </a:lnTo>
                  <a:lnTo>
                    <a:pt x="92801" y="146835"/>
                  </a:lnTo>
                  <a:lnTo>
                    <a:pt x="90705" y="146236"/>
                  </a:lnTo>
                  <a:lnTo>
                    <a:pt x="88610" y="145488"/>
                  </a:lnTo>
                  <a:lnTo>
                    <a:pt x="86514" y="144590"/>
                  </a:lnTo>
                  <a:lnTo>
                    <a:pt x="84568" y="143542"/>
                  </a:lnTo>
                  <a:lnTo>
                    <a:pt x="82622" y="142494"/>
                  </a:lnTo>
                  <a:lnTo>
                    <a:pt x="80677" y="141297"/>
                  </a:lnTo>
                  <a:lnTo>
                    <a:pt x="78880" y="140099"/>
                  </a:lnTo>
                  <a:lnTo>
                    <a:pt x="92352" y="129771"/>
                  </a:lnTo>
                  <a:close/>
                  <a:moveTo>
                    <a:pt x="117048" y="129023"/>
                  </a:moveTo>
                  <a:lnTo>
                    <a:pt x="131268" y="139500"/>
                  </a:lnTo>
                  <a:lnTo>
                    <a:pt x="129472" y="140848"/>
                  </a:lnTo>
                  <a:lnTo>
                    <a:pt x="127526" y="142045"/>
                  </a:lnTo>
                  <a:lnTo>
                    <a:pt x="125430" y="143242"/>
                  </a:lnTo>
                  <a:lnTo>
                    <a:pt x="123485" y="144290"/>
                  </a:lnTo>
                  <a:lnTo>
                    <a:pt x="121239" y="145188"/>
                  </a:lnTo>
                  <a:lnTo>
                    <a:pt x="119144" y="146086"/>
                  </a:lnTo>
                  <a:lnTo>
                    <a:pt x="116899" y="146835"/>
                  </a:lnTo>
                  <a:lnTo>
                    <a:pt x="114504" y="147433"/>
                  </a:lnTo>
                  <a:lnTo>
                    <a:pt x="117048" y="129023"/>
                  </a:lnTo>
                  <a:close/>
                  <a:moveTo>
                    <a:pt x="77683" y="140997"/>
                  </a:moveTo>
                  <a:lnTo>
                    <a:pt x="79779" y="142494"/>
                  </a:lnTo>
                  <a:lnTo>
                    <a:pt x="76186" y="148331"/>
                  </a:lnTo>
                  <a:lnTo>
                    <a:pt x="73941" y="146835"/>
                  </a:lnTo>
                  <a:lnTo>
                    <a:pt x="71995" y="145338"/>
                  </a:lnTo>
                  <a:lnTo>
                    <a:pt x="77683" y="140997"/>
                  </a:lnTo>
                  <a:close/>
                  <a:moveTo>
                    <a:pt x="132465" y="140399"/>
                  </a:moveTo>
                  <a:lnTo>
                    <a:pt x="138303" y="144590"/>
                  </a:lnTo>
                  <a:lnTo>
                    <a:pt x="135459" y="146835"/>
                  </a:lnTo>
                  <a:lnTo>
                    <a:pt x="132465" y="148781"/>
                  </a:lnTo>
                  <a:lnTo>
                    <a:pt x="128873" y="142943"/>
                  </a:lnTo>
                  <a:lnTo>
                    <a:pt x="130669" y="141746"/>
                  </a:lnTo>
                  <a:lnTo>
                    <a:pt x="132465" y="140399"/>
                  </a:lnTo>
                  <a:close/>
                  <a:moveTo>
                    <a:pt x="47747" y="141596"/>
                  </a:moveTo>
                  <a:lnTo>
                    <a:pt x="46999" y="142344"/>
                  </a:lnTo>
                  <a:lnTo>
                    <a:pt x="46400" y="143093"/>
                  </a:lnTo>
                  <a:lnTo>
                    <a:pt x="45652" y="143841"/>
                  </a:lnTo>
                  <a:lnTo>
                    <a:pt x="38318" y="152373"/>
                  </a:lnTo>
                  <a:lnTo>
                    <a:pt x="36222" y="149230"/>
                  </a:lnTo>
                  <a:lnTo>
                    <a:pt x="34276" y="146086"/>
                  </a:lnTo>
                  <a:lnTo>
                    <a:pt x="34576" y="145937"/>
                  </a:lnTo>
                  <a:lnTo>
                    <a:pt x="35474" y="147284"/>
                  </a:lnTo>
                  <a:lnTo>
                    <a:pt x="36072" y="148032"/>
                  </a:lnTo>
                  <a:lnTo>
                    <a:pt x="36671" y="148631"/>
                  </a:lnTo>
                  <a:lnTo>
                    <a:pt x="36821" y="148631"/>
                  </a:lnTo>
                  <a:lnTo>
                    <a:pt x="35623" y="146984"/>
                  </a:lnTo>
                  <a:lnTo>
                    <a:pt x="34875" y="145937"/>
                  </a:lnTo>
                  <a:lnTo>
                    <a:pt x="35773" y="145637"/>
                  </a:lnTo>
                  <a:lnTo>
                    <a:pt x="36671" y="146685"/>
                  </a:lnTo>
                  <a:lnTo>
                    <a:pt x="37270" y="147433"/>
                  </a:lnTo>
                  <a:lnTo>
                    <a:pt x="37869" y="148182"/>
                  </a:lnTo>
                  <a:lnTo>
                    <a:pt x="38018" y="148182"/>
                  </a:lnTo>
                  <a:lnTo>
                    <a:pt x="37420" y="147284"/>
                  </a:lnTo>
                  <a:lnTo>
                    <a:pt x="36821" y="146535"/>
                  </a:lnTo>
                  <a:lnTo>
                    <a:pt x="36072" y="145488"/>
                  </a:lnTo>
                  <a:lnTo>
                    <a:pt x="36971" y="145188"/>
                  </a:lnTo>
                  <a:lnTo>
                    <a:pt x="37569" y="146236"/>
                  </a:lnTo>
                  <a:lnTo>
                    <a:pt x="38168" y="146835"/>
                  </a:lnTo>
                  <a:lnTo>
                    <a:pt x="38767" y="147284"/>
                  </a:lnTo>
                  <a:lnTo>
                    <a:pt x="37719" y="145937"/>
                  </a:lnTo>
                  <a:lnTo>
                    <a:pt x="37270" y="145188"/>
                  </a:lnTo>
                  <a:lnTo>
                    <a:pt x="38318" y="144739"/>
                  </a:lnTo>
                  <a:lnTo>
                    <a:pt x="39066" y="145637"/>
                  </a:lnTo>
                  <a:lnTo>
                    <a:pt x="39515" y="146236"/>
                  </a:lnTo>
                  <a:lnTo>
                    <a:pt x="40114" y="146835"/>
                  </a:lnTo>
                  <a:lnTo>
                    <a:pt x="40263" y="146835"/>
                  </a:lnTo>
                  <a:lnTo>
                    <a:pt x="39814" y="146086"/>
                  </a:lnTo>
                  <a:lnTo>
                    <a:pt x="39216" y="145338"/>
                  </a:lnTo>
                  <a:lnTo>
                    <a:pt x="38617" y="144590"/>
                  </a:lnTo>
                  <a:lnTo>
                    <a:pt x="39515" y="144290"/>
                  </a:lnTo>
                  <a:lnTo>
                    <a:pt x="39964" y="145039"/>
                  </a:lnTo>
                  <a:lnTo>
                    <a:pt x="40413" y="145637"/>
                  </a:lnTo>
                  <a:lnTo>
                    <a:pt x="41012" y="146236"/>
                  </a:lnTo>
                  <a:lnTo>
                    <a:pt x="41162" y="146236"/>
                  </a:lnTo>
                  <a:lnTo>
                    <a:pt x="39964" y="144440"/>
                  </a:lnTo>
                  <a:lnTo>
                    <a:pt x="39814" y="144290"/>
                  </a:lnTo>
                  <a:lnTo>
                    <a:pt x="40563" y="143991"/>
                  </a:lnTo>
                  <a:lnTo>
                    <a:pt x="40713" y="144290"/>
                  </a:lnTo>
                  <a:lnTo>
                    <a:pt x="41311" y="145039"/>
                  </a:lnTo>
                  <a:lnTo>
                    <a:pt x="41910" y="145637"/>
                  </a:lnTo>
                  <a:lnTo>
                    <a:pt x="42060" y="145637"/>
                  </a:lnTo>
                  <a:lnTo>
                    <a:pt x="42060" y="145488"/>
                  </a:lnTo>
                  <a:lnTo>
                    <a:pt x="41162" y="144440"/>
                  </a:lnTo>
                  <a:lnTo>
                    <a:pt x="40862" y="143841"/>
                  </a:lnTo>
                  <a:lnTo>
                    <a:pt x="41611" y="143691"/>
                  </a:lnTo>
                  <a:lnTo>
                    <a:pt x="42060" y="144140"/>
                  </a:lnTo>
                  <a:lnTo>
                    <a:pt x="42658" y="145039"/>
                  </a:lnTo>
                  <a:lnTo>
                    <a:pt x="42808" y="145039"/>
                  </a:lnTo>
                  <a:lnTo>
                    <a:pt x="42509" y="144440"/>
                  </a:lnTo>
                  <a:lnTo>
                    <a:pt x="42060" y="143991"/>
                  </a:lnTo>
                  <a:lnTo>
                    <a:pt x="41760" y="143542"/>
                  </a:lnTo>
                  <a:lnTo>
                    <a:pt x="42509" y="143242"/>
                  </a:lnTo>
                  <a:lnTo>
                    <a:pt x="42808" y="143542"/>
                  </a:lnTo>
                  <a:lnTo>
                    <a:pt x="43107" y="143991"/>
                  </a:lnTo>
                  <a:lnTo>
                    <a:pt x="43556" y="144440"/>
                  </a:lnTo>
                  <a:lnTo>
                    <a:pt x="43706" y="144290"/>
                  </a:lnTo>
                  <a:lnTo>
                    <a:pt x="42958" y="143392"/>
                  </a:lnTo>
                  <a:lnTo>
                    <a:pt x="42808" y="143242"/>
                  </a:lnTo>
                  <a:lnTo>
                    <a:pt x="43556" y="142943"/>
                  </a:lnTo>
                  <a:lnTo>
                    <a:pt x="44454" y="143841"/>
                  </a:lnTo>
                  <a:lnTo>
                    <a:pt x="44604" y="143841"/>
                  </a:lnTo>
                  <a:lnTo>
                    <a:pt x="43856" y="142793"/>
                  </a:lnTo>
                  <a:lnTo>
                    <a:pt x="44454" y="142644"/>
                  </a:lnTo>
                  <a:lnTo>
                    <a:pt x="44604" y="142793"/>
                  </a:lnTo>
                  <a:lnTo>
                    <a:pt x="44904" y="143093"/>
                  </a:lnTo>
                  <a:lnTo>
                    <a:pt x="45353" y="143392"/>
                  </a:lnTo>
                  <a:lnTo>
                    <a:pt x="45502" y="143392"/>
                  </a:lnTo>
                  <a:lnTo>
                    <a:pt x="45053" y="142943"/>
                  </a:lnTo>
                  <a:lnTo>
                    <a:pt x="44904" y="142644"/>
                  </a:lnTo>
                  <a:lnTo>
                    <a:pt x="44754" y="142494"/>
                  </a:lnTo>
                  <a:lnTo>
                    <a:pt x="45353" y="142344"/>
                  </a:lnTo>
                  <a:lnTo>
                    <a:pt x="45502" y="142344"/>
                  </a:lnTo>
                  <a:lnTo>
                    <a:pt x="45951" y="142793"/>
                  </a:lnTo>
                  <a:lnTo>
                    <a:pt x="46101" y="142793"/>
                  </a:lnTo>
                  <a:lnTo>
                    <a:pt x="45652" y="142195"/>
                  </a:lnTo>
                  <a:lnTo>
                    <a:pt x="45802" y="142195"/>
                  </a:lnTo>
                  <a:lnTo>
                    <a:pt x="46400" y="142045"/>
                  </a:lnTo>
                  <a:lnTo>
                    <a:pt x="46999" y="142344"/>
                  </a:lnTo>
                  <a:lnTo>
                    <a:pt x="46700" y="141895"/>
                  </a:lnTo>
                  <a:lnTo>
                    <a:pt x="47747" y="141596"/>
                  </a:lnTo>
                  <a:close/>
                  <a:moveTo>
                    <a:pt x="174226" y="110313"/>
                  </a:moveTo>
                  <a:lnTo>
                    <a:pt x="174076" y="112858"/>
                  </a:lnTo>
                  <a:lnTo>
                    <a:pt x="173777" y="115402"/>
                  </a:lnTo>
                  <a:lnTo>
                    <a:pt x="173328" y="117947"/>
                  </a:lnTo>
                  <a:lnTo>
                    <a:pt x="172729" y="120342"/>
                  </a:lnTo>
                  <a:lnTo>
                    <a:pt x="166742" y="120342"/>
                  </a:lnTo>
                  <a:lnTo>
                    <a:pt x="171980" y="123335"/>
                  </a:lnTo>
                  <a:lnTo>
                    <a:pt x="170484" y="128125"/>
                  </a:lnTo>
                  <a:lnTo>
                    <a:pt x="168687" y="132615"/>
                  </a:lnTo>
                  <a:lnTo>
                    <a:pt x="166592" y="137106"/>
                  </a:lnTo>
                  <a:lnTo>
                    <a:pt x="164197" y="141297"/>
                  </a:lnTo>
                  <a:lnTo>
                    <a:pt x="158659" y="139500"/>
                  </a:lnTo>
                  <a:lnTo>
                    <a:pt x="162551" y="143841"/>
                  </a:lnTo>
                  <a:lnTo>
                    <a:pt x="160904" y="146086"/>
                  </a:lnTo>
                  <a:lnTo>
                    <a:pt x="159258" y="148182"/>
                  </a:lnTo>
                  <a:lnTo>
                    <a:pt x="157611" y="150277"/>
                  </a:lnTo>
                  <a:lnTo>
                    <a:pt x="155815" y="152373"/>
                  </a:lnTo>
                  <a:lnTo>
                    <a:pt x="145936" y="139351"/>
                  </a:lnTo>
                  <a:lnTo>
                    <a:pt x="147733" y="137106"/>
                  </a:lnTo>
                  <a:lnTo>
                    <a:pt x="149379" y="134860"/>
                  </a:lnTo>
                  <a:lnTo>
                    <a:pt x="152522" y="136956"/>
                  </a:lnTo>
                  <a:lnTo>
                    <a:pt x="152373" y="137854"/>
                  </a:lnTo>
                  <a:lnTo>
                    <a:pt x="152522" y="138602"/>
                  </a:lnTo>
                  <a:lnTo>
                    <a:pt x="153121" y="139201"/>
                  </a:lnTo>
                  <a:lnTo>
                    <a:pt x="153869" y="139650"/>
                  </a:lnTo>
                  <a:lnTo>
                    <a:pt x="154169" y="139800"/>
                  </a:lnTo>
                  <a:lnTo>
                    <a:pt x="154618" y="139800"/>
                  </a:lnTo>
                  <a:lnTo>
                    <a:pt x="155516" y="139650"/>
                  </a:lnTo>
                  <a:lnTo>
                    <a:pt x="156115" y="139201"/>
                  </a:lnTo>
                  <a:lnTo>
                    <a:pt x="156414" y="138752"/>
                  </a:lnTo>
                  <a:lnTo>
                    <a:pt x="156564" y="138453"/>
                  </a:lnTo>
                  <a:lnTo>
                    <a:pt x="156713" y="138004"/>
                  </a:lnTo>
                  <a:lnTo>
                    <a:pt x="156713" y="137555"/>
                  </a:lnTo>
                  <a:lnTo>
                    <a:pt x="156564" y="136657"/>
                  </a:lnTo>
                  <a:lnTo>
                    <a:pt x="156115" y="136058"/>
                  </a:lnTo>
                  <a:lnTo>
                    <a:pt x="155665" y="135758"/>
                  </a:lnTo>
                  <a:lnTo>
                    <a:pt x="155366" y="135609"/>
                  </a:lnTo>
                  <a:lnTo>
                    <a:pt x="154618" y="135459"/>
                  </a:lnTo>
                  <a:lnTo>
                    <a:pt x="154019" y="135459"/>
                  </a:lnTo>
                  <a:lnTo>
                    <a:pt x="153420" y="135758"/>
                  </a:lnTo>
                  <a:lnTo>
                    <a:pt x="152971" y="136058"/>
                  </a:lnTo>
                  <a:lnTo>
                    <a:pt x="149828" y="134112"/>
                  </a:lnTo>
                  <a:lnTo>
                    <a:pt x="152073" y="130520"/>
                  </a:lnTo>
                  <a:lnTo>
                    <a:pt x="153869" y="126778"/>
                  </a:lnTo>
                  <a:lnTo>
                    <a:pt x="155516" y="122736"/>
                  </a:lnTo>
                  <a:lnTo>
                    <a:pt x="156713" y="118695"/>
                  </a:lnTo>
                  <a:lnTo>
                    <a:pt x="160605" y="119593"/>
                  </a:lnTo>
                  <a:lnTo>
                    <a:pt x="160755" y="120342"/>
                  </a:lnTo>
                  <a:lnTo>
                    <a:pt x="161204" y="121090"/>
                  </a:lnTo>
                  <a:lnTo>
                    <a:pt x="161952" y="121539"/>
                  </a:lnTo>
                  <a:lnTo>
                    <a:pt x="162700" y="121689"/>
                  </a:lnTo>
                  <a:lnTo>
                    <a:pt x="163149" y="121689"/>
                  </a:lnTo>
                  <a:lnTo>
                    <a:pt x="163598" y="121539"/>
                  </a:lnTo>
                  <a:lnTo>
                    <a:pt x="164347" y="121090"/>
                  </a:lnTo>
                  <a:lnTo>
                    <a:pt x="164796" y="120342"/>
                  </a:lnTo>
                  <a:lnTo>
                    <a:pt x="164946" y="120042"/>
                  </a:lnTo>
                  <a:lnTo>
                    <a:pt x="164946" y="119593"/>
                  </a:lnTo>
                  <a:lnTo>
                    <a:pt x="164946" y="119144"/>
                  </a:lnTo>
                  <a:lnTo>
                    <a:pt x="164796" y="118695"/>
                  </a:lnTo>
                  <a:lnTo>
                    <a:pt x="164347" y="117947"/>
                  </a:lnTo>
                  <a:lnTo>
                    <a:pt x="163748" y="117498"/>
                  </a:lnTo>
                  <a:lnTo>
                    <a:pt x="163299" y="117348"/>
                  </a:lnTo>
                  <a:lnTo>
                    <a:pt x="162102" y="117348"/>
                  </a:lnTo>
                  <a:lnTo>
                    <a:pt x="161653" y="117647"/>
                  </a:lnTo>
                  <a:lnTo>
                    <a:pt x="161054" y="118096"/>
                  </a:lnTo>
                  <a:lnTo>
                    <a:pt x="160755" y="118545"/>
                  </a:lnTo>
                  <a:lnTo>
                    <a:pt x="157013" y="117797"/>
                  </a:lnTo>
                  <a:lnTo>
                    <a:pt x="157611" y="115253"/>
                  </a:lnTo>
                  <a:lnTo>
                    <a:pt x="157911" y="112858"/>
                  </a:lnTo>
                  <a:lnTo>
                    <a:pt x="174226" y="110313"/>
                  </a:lnTo>
                  <a:close/>
                  <a:moveTo>
                    <a:pt x="163000" y="142045"/>
                  </a:moveTo>
                  <a:lnTo>
                    <a:pt x="163598" y="142195"/>
                  </a:lnTo>
                  <a:lnTo>
                    <a:pt x="163748" y="142195"/>
                  </a:lnTo>
                  <a:lnTo>
                    <a:pt x="163299" y="142793"/>
                  </a:lnTo>
                  <a:lnTo>
                    <a:pt x="163449" y="142793"/>
                  </a:lnTo>
                  <a:lnTo>
                    <a:pt x="164047" y="142344"/>
                  </a:lnTo>
                  <a:lnTo>
                    <a:pt x="164646" y="142494"/>
                  </a:lnTo>
                  <a:lnTo>
                    <a:pt x="164646" y="142644"/>
                  </a:lnTo>
                  <a:lnTo>
                    <a:pt x="164197" y="143242"/>
                  </a:lnTo>
                  <a:lnTo>
                    <a:pt x="164047" y="143392"/>
                  </a:lnTo>
                  <a:lnTo>
                    <a:pt x="164497" y="143093"/>
                  </a:lnTo>
                  <a:lnTo>
                    <a:pt x="164796" y="142793"/>
                  </a:lnTo>
                  <a:lnTo>
                    <a:pt x="164946" y="142644"/>
                  </a:lnTo>
                  <a:lnTo>
                    <a:pt x="165694" y="142793"/>
                  </a:lnTo>
                  <a:lnTo>
                    <a:pt x="164946" y="143841"/>
                  </a:lnTo>
                  <a:lnTo>
                    <a:pt x="165844" y="142943"/>
                  </a:lnTo>
                  <a:lnTo>
                    <a:pt x="166592" y="143242"/>
                  </a:lnTo>
                  <a:lnTo>
                    <a:pt x="166442" y="143392"/>
                  </a:lnTo>
                  <a:lnTo>
                    <a:pt x="165844" y="144290"/>
                  </a:lnTo>
                  <a:lnTo>
                    <a:pt x="165844" y="144440"/>
                  </a:lnTo>
                  <a:lnTo>
                    <a:pt x="166293" y="143991"/>
                  </a:lnTo>
                  <a:lnTo>
                    <a:pt x="166592" y="143542"/>
                  </a:lnTo>
                  <a:lnTo>
                    <a:pt x="166891" y="143242"/>
                  </a:lnTo>
                  <a:lnTo>
                    <a:pt x="167640" y="143542"/>
                  </a:lnTo>
                  <a:lnTo>
                    <a:pt x="167340" y="143991"/>
                  </a:lnTo>
                  <a:lnTo>
                    <a:pt x="166891" y="144440"/>
                  </a:lnTo>
                  <a:lnTo>
                    <a:pt x="166742" y="145039"/>
                  </a:lnTo>
                  <a:lnTo>
                    <a:pt x="167490" y="144140"/>
                  </a:lnTo>
                  <a:lnTo>
                    <a:pt x="167789" y="143691"/>
                  </a:lnTo>
                  <a:lnTo>
                    <a:pt x="168687" y="143841"/>
                  </a:lnTo>
                  <a:lnTo>
                    <a:pt x="168238" y="144440"/>
                  </a:lnTo>
                  <a:lnTo>
                    <a:pt x="167490" y="145488"/>
                  </a:lnTo>
                  <a:lnTo>
                    <a:pt x="167490" y="145637"/>
                  </a:lnTo>
                  <a:lnTo>
                    <a:pt x="168089" y="145039"/>
                  </a:lnTo>
                  <a:lnTo>
                    <a:pt x="168687" y="144290"/>
                  </a:lnTo>
                  <a:lnTo>
                    <a:pt x="168987" y="143991"/>
                  </a:lnTo>
                  <a:lnTo>
                    <a:pt x="169735" y="144290"/>
                  </a:lnTo>
                  <a:lnTo>
                    <a:pt x="169436" y="144440"/>
                  </a:lnTo>
                  <a:lnTo>
                    <a:pt x="168238" y="146236"/>
                  </a:lnTo>
                  <a:lnTo>
                    <a:pt x="168388" y="146236"/>
                  </a:lnTo>
                  <a:lnTo>
                    <a:pt x="168987" y="145637"/>
                  </a:lnTo>
                  <a:lnTo>
                    <a:pt x="169436" y="145039"/>
                  </a:lnTo>
                  <a:lnTo>
                    <a:pt x="169885" y="144290"/>
                  </a:lnTo>
                  <a:lnTo>
                    <a:pt x="170783" y="144590"/>
                  </a:lnTo>
                  <a:lnTo>
                    <a:pt x="170184" y="145338"/>
                  </a:lnTo>
                  <a:lnTo>
                    <a:pt x="169735" y="146086"/>
                  </a:lnTo>
                  <a:lnTo>
                    <a:pt x="169286" y="146835"/>
                  </a:lnTo>
                  <a:lnTo>
                    <a:pt x="169286" y="146835"/>
                  </a:lnTo>
                  <a:lnTo>
                    <a:pt x="169885" y="146236"/>
                  </a:lnTo>
                  <a:lnTo>
                    <a:pt x="170484" y="145637"/>
                  </a:lnTo>
                  <a:lnTo>
                    <a:pt x="171082" y="144739"/>
                  </a:lnTo>
                  <a:lnTo>
                    <a:pt x="172280" y="145188"/>
                  </a:lnTo>
                  <a:lnTo>
                    <a:pt x="171681" y="145937"/>
                  </a:lnTo>
                  <a:lnTo>
                    <a:pt x="170633" y="147284"/>
                  </a:lnTo>
                  <a:lnTo>
                    <a:pt x="171232" y="146835"/>
                  </a:lnTo>
                  <a:lnTo>
                    <a:pt x="171831" y="146236"/>
                  </a:lnTo>
                  <a:lnTo>
                    <a:pt x="172579" y="145188"/>
                  </a:lnTo>
                  <a:lnTo>
                    <a:pt x="173328" y="145488"/>
                  </a:lnTo>
                  <a:lnTo>
                    <a:pt x="172579" y="146535"/>
                  </a:lnTo>
                  <a:lnTo>
                    <a:pt x="171980" y="147284"/>
                  </a:lnTo>
                  <a:lnTo>
                    <a:pt x="171531" y="148182"/>
                  </a:lnTo>
                  <a:lnTo>
                    <a:pt x="171531" y="148182"/>
                  </a:lnTo>
                  <a:lnTo>
                    <a:pt x="172280" y="147433"/>
                  </a:lnTo>
                  <a:lnTo>
                    <a:pt x="172729" y="146685"/>
                  </a:lnTo>
                  <a:lnTo>
                    <a:pt x="173627" y="145637"/>
                  </a:lnTo>
                  <a:lnTo>
                    <a:pt x="174525" y="145937"/>
                  </a:lnTo>
                  <a:lnTo>
                    <a:pt x="173777" y="146984"/>
                  </a:lnTo>
                  <a:lnTo>
                    <a:pt x="172579" y="148631"/>
                  </a:lnTo>
                  <a:lnTo>
                    <a:pt x="172729" y="148631"/>
                  </a:lnTo>
                  <a:lnTo>
                    <a:pt x="173328" y="148032"/>
                  </a:lnTo>
                  <a:lnTo>
                    <a:pt x="173926" y="147284"/>
                  </a:lnTo>
                  <a:lnTo>
                    <a:pt x="174824" y="145937"/>
                  </a:lnTo>
                  <a:lnTo>
                    <a:pt x="175124" y="146086"/>
                  </a:lnTo>
                  <a:lnTo>
                    <a:pt x="173178" y="149230"/>
                  </a:lnTo>
                  <a:lnTo>
                    <a:pt x="171082" y="152373"/>
                  </a:lnTo>
                  <a:lnTo>
                    <a:pt x="163748" y="143841"/>
                  </a:lnTo>
                  <a:lnTo>
                    <a:pt x="163000" y="143093"/>
                  </a:lnTo>
                  <a:lnTo>
                    <a:pt x="162551" y="142344"/>
                  </a:lnTo>
                  <a:lnTo>
                    <a:pt x="163000" y="142045"/>
                  </a:lnTo>
                  <a:close/>
                  <a:moveTo>
                    <a:pt x="35174" y="110912"/>
                  </a:moveTo>
                  <a:lnTo>
                    <a:pt x="51489" y="113157"/>
                  </a:lnTo>
                  <a:lnTo>
                    <a:pt x="52088" y="116600"/>
                  </a:lnTo>
                  <a:lnTo>
                    <a:pt x="48346" y="117647"/>
                  </a:lnTo>
                  <a:lnTo>
                    <a:pt x="47747" y="117049"/>
                  </a:lnTo>
                  <a:lnTo>
                    <a:pt x="47149" y="116600"/>
                  </a:lnTo>
                  <a:lnTo>
                    <a:pt x="46251" y="116450"/>
                  </a:lnTo>
                  <a:lnTo>
                    <a:pt x="45502" y="116749"/>
                  </a:lnTo>
                  <a:lnTo>
                    <a:pt x="45053" y="116899"/>
                  </a:lnTo>
                  <a:lnTo>
                    <a:pt x="44754" y="117198"/>
                  </a:lnTo>
                  <a:lnTo>
                    <a:pt x="44305" y="117947"/>
                  </a:lnTo>
                  <a:lnTo>
                    <a:pt x="44305" y="118845"/>
                  </a:lnTo>
                  <a:lnTo>
                    <a:pt x="44305" y="119294"/>
                  </a:lnTo>
                  <a:lnTo>
                    <a:pt x="44454" y="119743"/>
                  </a:lnTo>
                  <a:lnTo>
                    <a:pt x="44754" y="120042"/>
                  </a:lnTo>
                  <a:lnTo>
                    <a:pt x="45053" y="120342"/>
                  </a:lnTo>
                  <a:lnTo>
                    <a:pt x="45652" y="120791"/>
                  </a:lnTo>
                  <a:lnTo>
                    <a:pt x="46550" y="120940"/>
                  </a:lnTo>
                  <a:lnTo>
                    <a:pt x="46999" y="120791"/>
                  </a:lnTo>
                  <a:lnTo>
                    <a:pt x="47448" y="120641"/>
                  </a:lnTo>
                  <a:lnTo>
                    <a:pt x="47897" y="120342"/>
                  </a:lnTo>
                  <a:lnTo>
                    <a:pt x="48346" y="119743"/>
                  </a:lnTo>
                  <a:lnTo>
                    <a:pt x="48645" y="119294"/>
                  </a:lnTo>
                  <a:lnTo>
                    <a:pt x="48645" y="118545"/>
                  </a:lnTo>
                  <a:lnTo>
                    <a:pt x="52387" y="117498"/>
                  </a:lnTo>
                  <a:lnTo>
                    <a:pt x="53585" y="121689"/>
                  </a:lnTo>
                  <a:lnTo>
                    <a:pt x="55082" y="125730"/>
                  </a:lnTo>
                  <a:lnTo>
                    <a:pt x="56878" y="129622"/>
                  </a:lnTo>
                  <a:lnTo>
                    <a:pt x="59123" y="133364"/>
                  </a:lnTo>
                  <a:lnTo>
                    <a:pt x="55680" y="135609"/>
                  </a:lnTo>
                  <a:lnTo>
                    <a:pt x="54932" y="135160"/>
                  </a:lnTo>
                  <a:lnTo>
                    <a:pt x="54034" y="135010"/>
                  </a:lnTo>
                  <a:lnTo>
                    <a:pt x="53285" y="135160"/>
                  </a:lnTo>
                  <a:lnTo>
                    <a:pt x="52537" y="135609"/>
                  </a:lnTo>
                  <a:lnTo>
                    <a:pt x="52238" y="136058"/>
                  </a:lnTo>
                  <a:lnTo>
                    <a:pt x="52088" y="136357"/>
                  </a:lnTo>
                  <a:lnTo>
                    <a:pt x="51938" y="137255"/>
                  </a:lnTo>
                  <a:lnTo>
                    <a:pt x="52088" y="138004"/>
                  </a:lnTo>
                  <a:lnTo>
                    <a:pt x="52238" y="138453"/>
                  </a:lnTo>
                  <a:lnTo>
                    <a:pt x="52537" y="138752"/>
                  </a:lnTo>
                  <a:lnTo>
                    <a:pt x="52986" y="139051"/>
                  </a:lnTo>
                  <a:lnTo>
                    <a:pt x="53285" y="139201"/>
                  </a:lnTo>
                  <a:lnTo>
                    <a:pt x="54184" y="139351"/>
                  </a:lnTo>
                  <a:lnTo>
                    <a:pt x="54932" y="139201"/>
                  </a:lnTo>
                  <a:lnTo>
                    <a:pt x="55381" y="139051"/>
                  </a:lnTo>
                  <a:lnTo>
                    <a:pt x="55680" y="138752"/>
                  </a:lnTo>
                  <a:lnTo>
                    <a:pt x="56129" y="138303"/>
                  </a:lnTo>
                  <a:lnTo>
                    <a:pt x="56279" y="137704"/>
                  </a:lnTo>
                  <a:lnTo>
                    <a:pt x="56279" y="136956"/>
                  </a:lnTo>
                  <a:lnTo>
                    <a:pt x="56129" y="136357"/>
                  </a:lnTo>
                  <a:lnTo>
                    <a:pt x="59572" y="134262"/>
                  </a:lnTo>
                  <a:lnTo>
                    <a:pt x="61817" y="137255"/>
                  </a:lnTo>
                  <a:lnTo>
                    <a:pt x="64062" y="140099"/>
                  </a:lnTo>
                  <a:lnTo>
                    <a:pt x="54483" y="153271"/>
                  </a:lnTo>
                  <a:lnTo>
                    <a:pt x="52387" y="151026"/>
                  </a:lnTo>
                  <a:lnTo>
                    <a:pt x="50442" y="148781"/>
                  </a:lnTo>
                  <a:lnTo>
                    <a:pt x="48645" y="146386"/>
                  </a:lnTo>
                  <a:lnTo>
                    <a:pt x="46849" y="143991"/>
                  </a:lnTo>
                  <a:lnTo>
                    <a:pt x="50891" y="139500"/>
                  </a:lnTo>
                  <a:lnTo>
                    <a:pt x="45203" y="141297"/>
                  </a:lnTo>
                  <a:lnTo>
                    <a:pt x="42808" y="137106"/>
                  </a:lnTo>
                  <a:lnTo>
                    <a:pt x="40713" y="132615"/>
                  </a:lnTo>
                  <a:lnTo>
                    <a:pt x="38916" y="128125"/>
                  </a:lnTo>
                  <a:lnTo>
                    <a:pt x="37420" y="123335"/>
                  </a:lnTo>
                  <a:lnTo>
                    <a:pt x="42658" y="120342"/>
                  </a:lnTo>
                  <a:lnTo>
                    <a:pt x="36671" y="120342"/>
                  </a:lnTo>
                  <a:lnTo>
                    <a:pt x="35773" y="115702"/>
                  </a:lnTo>
                  <a:lnTo>
                    <a:pt x="35174" y="110912"/>
                  </a:lnTo>
                  <a:close/>
                  <a:moveTo>
                    <a:pt x="80677" y="143093"/>
                  </a:moveTo>
                  <a:lnTo>
                    <a:pt x="83371" y="144739"/>
                  </a:lnTo>
                  <a:lnTo>
                    <a:pt x="86364" y="146086"/>
                  </a:lnTo>
                  <a:lnTo>
                    <a:pt x="89508" y="147284"/>
                  </a:lnTo>
                  <a:lnTo>
                    <a:pt x="92651" y="148331"/>
                  </a:lnTo>
                  <a:lnTo>
                    <a:pt x="91453" y="155217"/>
                  </a:lnTo>
                  <a:lnTo>
                    <a:pt x="87562" y="154019"/>
                  </a:lnTo>
                  <a:lnTo>
                    <a:pt x="83820" y="152522"/>
                  </a:lnTo>
                  <a:lnTo>
                    <a:pt x="80377" y="150876"/>
                  </a:lnTo>
                  <a:lnTo>
                    <a:pt x="76935" y="148930"/>
                  </a:lnTo>
                  <a:lnTo>
                    <a:pt x="80677" y="143093"/>
                  </a:lnTo>
                  <a:close/>
                  <a:moveTo>
                    <a:pt x="128125" y="143542"/>
                  </a:moveTo>
                  <a:lnTo>
                    <a:pt x="131717" y="149379"/>
                  </a:lnTo>
                  <a:lnTo>
                    <a:pt x="128274" y="151325"/>
                  </a:lnTo>
                  <a:lnTo>
                    <a:pt x="124532" y="152972"/>
                  </a:lnTo>
                  <a:lnTo>
                    <a:pt x="120790" y="154319"/>
                  </a:lnTo>
                  <a:lnTo>
                    <a:pt x="116899" y="155366"/>
                  </a:lnTo>
                  <a:lnTo>
                    <a:pt x="115552" y="148631"/>
                  </a:lnTo>
                  <a:lnTo>
                    <a:pt x="118845" y="147733"/>
                  </a:lnTo>
                  <a:lnTo>
                    <a:pt x="121988" y="146535"/>
                  </a:lnTo>
                  <a:lnTo>
                    <a:pt x="125131" y="145188"/>
                  </a:lnTo>
                  <a:lnTo>
                    <a:pt x="128125" y="143542"/>
                  </a:lnTo>
                  <a:close/>
                  <a:moveTo>
                    <a:pt x="114504" y="148930"/>
                  </a:moveTo>
                  <a:lnTo>
                    <a:pt x="116001" y="155666"/>
                  </a:lnTo>
                  <a:lnTo>
                    <a:pt x="113307" y="156115"/>
                  </a:lnTo>
                  <a:lnTo>
                    <a:pt x="114354" y="148930"/>
                  </a:lnTo>
                  <a:close/>
                  <a:moveTo>
                    <a:pt x="93549" y="148631"/>
                  </a:moveTo>
                  <a:lnTo>
                    <a:pt x="95345" y="149080"/>
                  </a:lnTo>
                  <a:lnTo>
                    <a:pt x="96393" y="156264"/>
                  </a:lnTo>
                  <a:lnTo>
                    <a:pt x="92352" y="155366"/>
                  </a:lnTo>
                  <a:lnTo>
                    <a:pt x="93549" y="148631"/>
                  </a:lnTo>
                  <a:close/>
                  <a:moveTo>
                    <a:pt x="127676" y="117348"/>
                  </a:moveTo>
                  <a:lnTo>
                    <a:pt x="138902" y="132017"/>
                  </a:lnTo>
                  <a:lnTo>
                    <a:pt x="139800" y="133364"/>
                  </a:lnTo>
                  <a:lnTo>
                    <a:pt x="143991" y="138902"/>
                  </a:lnTo>
                  <a:lnTo>
                    <a:pt x="145188" y="140399"/>
                  </a:lnTo>
                  <a:lnTo>
                    <a:pt x="154917" y="153271"/>
                  </a:lnTo>
                  <a:lnTo>
                    <a:pt x="155516" y="154019"/>
                  </a:lnTo>
                  <a:lnTo>
                    <a:pt x="158659" y="158210"/>
                  </a:lnTo>
                  <a:lnTo>
                    <a:pt x="154468" y="155067"/>
                  </a:lnTo>
                  <a:lnTo>
                    <a:pt x="153720" y="154468"/>
                  </a:lnTo>
                  <a:lnTo>
                    <a:pt x="140698" y="144889"/>
                  </a:lnTo>
                  <a:lnTo>
                    <a:pt x="139201" y="143841"/>
                  </a:lnTo>
                  <a:lnTo>
                    <a:pt x="133513" y="139650"/>
                  </a:lnTo>
                  <a:lnTo>
                    <a:pt x="132316" y="138752"/>
                  </a:lnTo>
                  <a:lnTo>
                    <a:pt x="117348" y="127676"/>
                  </a:lnTo>
                  <a:lnTo>
                    <a:pt x="118545" y="118845"/>
                  </a:lnTo>
                  <a:lnTo>
                    <a:pt x="121090" y="118396"/>
                  </a:lnTo>
                  <a:lnTo>
                    <a:pt x="120341" y="118994"/>
                  </a:lnTo>
                  <a:lnTo>
                    <a:pt x="119892" y="119743"/>
                  </a:lnTo>
                  <a:lnTo>
                    <a:pt x="119892" y="119893"/>
                  </a:lnTo>
                  <a:lnTo>
                    <a:pt x="120940" y="119144"/>
                  </a:lnTo>
                  <a:lnTo>
                    <a:pt x="121688" y="118246"/>
                  </a:lnTo>
                  <a:lnTo>
                    <a:pt x="125281" y="117797"/>
                  </a:lnTo>
                  <a:lnTo>
                    <a:pt x="123784" y="119144"/>
                  </a:lnTo>
                  <a:lnTo>
                    <a:pt x="122587" y="120342"/>
                  </a:lnTo>
                  <a:lnTo>
                    <a:pt x="121988" y="121090"/>
                  </a:lnTo>
                  <a:lnTo>
                    <a:pt x="121389" y="121689"/>
                  </a:lnTo>
                  <a:lnTo>
                    <a:pt x="121389" y="121838"/>
                  </a:lnTo>
                  <a:lnTo>
                    <a:pt x="121539" y="121838"/>
                  </a:lnTo>
                  <a:lnTo>
                    <a:pt x="122138" y="121240"/>
                  </a:lnTo>
                  <a:lnTo>
                    <a:pt x="122736" y="120641"/>
                  </a:lnTo>
                  <a:lnTo>
                    <a:pt x="123934" y="119444"/>
                  </a:lnTo>
                  <a:lnTo>
                    <a:pt x="125730" y="117647"/>
                  </a:lnTo>
                  <a:lnTo>
                    <a:pt x="127676" y="117348"/>
                  </a:lnTo>
                  <a:close/>
                  <a:moveTo>
                    <a:pt x="82323" y="117348"/>
                  </a:moveTo>
                  <a:lnTo>
                    <a:pt x="90705" y="118545"/>
                  </a:lnTo>
                  <a:lnTo>
                    <a:pt x="91154" y="121389"/>
                  </a:lnTo>
                  <a:lnTo>
                    <a:pt x="90555" y="120940"/>
                  </a:lnTo>
                  <a:lnTo>
                    <a:pt x="89957" y="120491"/>
                  </a:lnTo>
                  <a:lnTo>
                    <a:pt x="89807" y="120491"/>
                  </a:lnTo>
                  <a:lnTo>
                    <a:pt x="90406" y="121389"/>
                  </a:lnTo>
                  <a:lnTo>
                    <a:pt x="91154" y="122138"/>
                  </a:lnTo>
                  <a:lnTo>
                    <a:pt x="91753" y="125580"/>
                  </a:lnTo>
                  <a:lnTo>
                    <a:pt x="90555" y="124383"/>
                  </a:lnTo>
                  <a:lnTo>
                    <a:pt x="89358" y="123185"/>
                  </a:lnTo>
                  <a:lnTo>
                    <a:pt x="88610" y="122587"/>
                  </a:lnTo>
                  <a:lnTo>
                    <a:pt x="88011" y="121988"/>
                  </a:lnTo>
                  <a:lnTo>
                    <a:pt x="87861" y="121988"/>
                  </a:lnTo>
                  <a:lnTo>
                    <a:pt x="87861" y="122138"/>
                  </a:lnTo>
                  <a:lnTo>
                    <a:pt x="88460" y="122736"/>
                  </a:lnTo>
                  <a:lnTo>
                    <a:pt x="89059" y="123335"/>
                  </a:lnTo>
                  <a:lnTo>
                    <a:pt x="90256" y="124533"/>
                  </a:lnTo>
                  <a:lnTo>
                    <a:pt x="91753" y="126179"/>
                  </a:lnTo>
                  <a:lnTo>
                    <a:pt x="92202" y="128424"/>
                  </a:lnTo>
                  <a:lnTo>
                    <a:pt x="77833" y="139351"/>
                  </a:lnTo>
                  <a:lnTo>
                    <a:pt x="76635" y="140249"/>
                  </a:lnTo>
                  <a:lnTo>
                    <a:pt x="70948" y="144440"/>
                  </a:lnTo>
                  <a:lnTo>
                    <a:pt x="69600" y="145637"/>
                  </a:lnTo>
                  <a:lnTo>
                    <a:pt x="56578" y="155366"/>
                  </a:lnTo>
                  <a:lnTo>
                    <a:pt x="55830" y="155965"/>
                  </a:lnTo>
                  <a:lnTo>
                    <a:pt x="51489" y="159258"/>
                  </a:lnTo>
                  <a:lnTo>
                    <a:pt x="54782" y="154917"/>
                  </a:lnTo>
                  <a:lnTo>
                    <a:pt x="55381" y="154169"/>
                  </a:lnTo>
                  <a:lnTo>
                    <a:pt x="64960" y="141147"/>
                  </a:lnTo>
                  <a:lnTo>
                    <a:pt x="66008" y="139650"/>
                  </a:lnTo>
                  <a:lnTo>
                    <a:pt x="70199" y="133962"/>
                  </a:lnTo>
                  <a:lnTo>
                    <a:pt x="71097" y="132765"/>
                  </a:lnTo>
                  <a:lnTo>
                    <a:pt x="82323" y="117348"/>
                  </a:lnTo>
                  <a:close/>
                  <a:moveTo>
                    <a:pt x="68852" y="162701"/>
                  </a:moveTo>
                  <a:lnTo>
                    <a:pt x="68702" y="163748"/>
                  </a:lnTo>
                  <a:lnTo>
                    <a:pt x="68104" y="163449"/>
                  </a:lnTo>
                  <a:lnTo>
                    <a:pt x="68852" y="162701"/>
                  </a:lnTo>
                  <a:close/>
                  <a:moveTo>
                    <a:pt x="140548" y="162701"/>
                  </a:moveTo>
                  <a:lnTo>
                    <a:pt x="141296" y="163449"/>
                  </a:lnTo>
                  <a:lnTo>
                    <a:pt x="140847" y="163748"/>
                  </a:lnTo>
                  <a:lnTo>
                    <a:pt x="140548" y="162701"/>
                  </a:lnTo>
                  <a:close/>
                  <a:moveTo>
                    <a:pt x="46251" y="144739"/>
                  </a:moveTo>
                  <a:lnTo>
                    <a:pt x="48047" y="147134"/>
                  </a:lnTo>
                  <a:lnTo>
                    <a:pt x="49843" y="149529"/>
                  </a:lnTo>
                  <a:lnTo>
                    <a:pt x="51789" y="151774"/>
                  </a:lnTo>
                  <a:lnTo>
                    <a:pt x="53884" y="154019"/>
                  </a:lnTo>
                  <a:lnTo>
                    <a:pt x="48047" y="161952"/>
                  </a:lnTo>
                  <a:lnTo>
                    <a:pt x="48945" y="162850"/>
                  </a:lnTo>
                  <a:lnTo>
                    <a:pt x="56728" y="156863"/>
                  </a:lnTo>
                  <a:lnTo>
                    <a:pt x="58973" y="158809"/>
                  </a:lnTo>
                  <a:lnTo>
                    <a:pt x="61218" y="160605"/>
                  </a:lnTo>
                  <a:lnTo>
                    <a:pt x="63613" y="162401"/>
                  </a:lnTo>
                  <a:lnTo>
                    <a:pt x="66158" y="164048"/>
                  </a:lnTo>
                  <a:lnTo>
                    <a:pt x="58225" y="171831"/>
                  </a:lnTo>
                  <a:lnTo>
                    <a:pt x="55381" y="169885"/>
                  </a:lnTo>
                  <a:lnTo>
                    <a:pt x="52836" y="167790"/>
                  </a:lnTo>
                  <a:lnTo>
                    <a:pt x="50292" y="165545"/>
                  </a:lnTo>
                  <a:lnTo>
                    <a:pt x="47747" y="163299"/>
                  </a:lnTo>
                  <a:lnTo>
                    <a:pt x="45353" y="160904"/>
                  </a:lnTo>
                  <a:lnTo>
                    <a:pt x="43107" y="158360"/>
                  </a:lnTo>
                  <a:lnTo>
                    <a:pt x="41012" y="155815"/>
                  </a:lnTo>
                  <a:lnTo>
                    <a:pt x="38916" y="153121"/>
                  </a:lnTo>
                  <a:lnTo>
                    <a:pt x="46251" y="144739"/>
                  </a:lnTo>
                  <a:close/>
                  <a:moveTo>
                    <a:pt x="163149" y="144739"/>
                  </a:moveTo>
                  <a:lnTo>
                    <a:pt x="170484" y="153121"/>
                  </a:lnTo>
                  <a:lnTo>
                    <a:pt x="168388" y="155815"/>
                  </a:lnTo>
                  <a:lnTo>
                    <a:pt x="166293" y="158360"/>
                  </a:lnTo>
                  <a:lnTo>
                    <a:pt x="164047" y="160904"/>
                  </a:lnTo>
                  <a:lnTo>
                    <a:pt x="161653" y="163299"/>
                  </a:lnTo>
                  <a:lnTo>
                    <a:pt x="159108" y="165545"/>
                  </a:lnTo>
                  <a:lnTo>
                    <a:pt x="156564" y="167790"/>
                  </a:lnTo>
                  <a:lnTo>
                    <a:pt x="154019" y="169885"/>
                  </a:lnTo>
                  <a:lnTo>
                    <a:pt x="151175" y="171831"/>
                  </a:lnTo>
                  <a:lnTo>
                    <a:pt x="143242" y="164048"/>
                  </a:lnTo>
                  <a:lnTo>
                    <a:pt x="145936" y="162252"/>
                  </a:lnTo>
                  <a:lnTo>
                    <a:pt x="148631" y="160306"/>
                  </a:lnTo>
                  <a:lnTo>
                    <a:pt x="151175" y="158210"/>
                  </a:lnTo>
                  <a:lnTo>
                    <a:pt x="153570" y="155965"/>
                  </a:lnTo>
                  <a:lnTo>
                    <a:pt x="161353" y="161653"/>
                  </a:lnTo>
                  <a:lnTo>
                    <a:pt x="162251" y="160755"/>
                  </a:lnTo>
                  <a:lnTo>
                    <a:pt x="156414" y="153121"/>
                  </a:lnTo>
                  <a:lnTo>
                    <a:pt x="158210" y="151026"/>
                  </a:lnTo>
                  <a:lnTo>
                    <a:pt x="159856" y="149080"/>
                  </a:lnTo>
                  <a:lnTo>
                    <a:pt x="161653" y="146835"/>
                  </a:lnTo>
                  <a:lnTo>
                    <a:pt x="163149" y="144739"/>
                  </a:lnTo>
                  <a:close/>
                  <a:moveTo>
                    <a:pt x="89358" y="171083"/>
                  </a:moveTo>
                  <a:lnTo>
                    <a:pt x="89358" y="172130"/>
                  </a:lnTo>
                  <a:lnTo>
                    <a:pt x="88759" y="171981"/>
                  </a:lnTo>
                  <a:lnTo>
                    <a:pt x="89358" y="171083"/>
                  </a:lnTo>
                  <a:close/>
                  <a:moveTo>
                    <a:pt x="120192" y="171083"/>
                  </a:moveTo>
                  <a:lnTo>
                    <a:pt x="120641" y="171981"/>
                  </a:lnTo>
                  <a:lnTo>
                    <a:pt x="120042" y="172130"/>
                  </a:lnTo>
                  <a:lnTo>
                    <a:pt x="120192" y="171083"/>
                  </a:lnTo>
                  <a:close/>
                  <a:moveTo>
                    <a:pt x="70499" y="146386"/>
                  </a:moveTo>
                  <a:lnTo>
                    <a:pt x="72744" y="148182"/>
                  </a:lnTo>
                  <a:lnTo>
                    <a:pt x="75139" y="149828"/>
                  </a:lnTo>
                  <a:lnTo>
                    <a:pt x="73043" y="153421"/>
                  </a:lnTo>
                  <a:lnTo>
                    <a:pt x="72145" y="153271"/>
                  </a:lnTo>
                  <a:lnTo>
                    <a:pt x="71397" y="153570"/>
                  </a:lnTo>
                  <a:lnTo>
                    <a:pt x="70648" y="154019"/>
                  </a:lnTo>
                  <a:lnTo>
                    <a:pt x="70199" y="154768"/>
                  </a:lnTo>
                  <a:lnTo>
                    <a:pt x="70199" y="155217"/>
                  </a:lnTo>
                  <a:lnTo>
                    <a:pt x="70199" y="155666"/>
                  </a:lnTo>
                  <a:lnTo>
                    <a:pt x="70349" y="156414"/>
                  </a:lnTo>
                  <a:lnTo>
                    <a:pt x="70798" y="157163"/>
                  </a:lnTo>
                  <a:lnTo>
                    <a:pt x="71247" y="157312"/>
                  </a:lnTo>
                  <a:lnTo>
                    <a:pt x="71546" y="157612"/>
                  </a:lnTo>
                  <a:lnTo>
                    <a:pt x="72444" y="157612"/>
                  </a:lnTo>
                  <a:lnTo>
                    <a:pt x="73342" y="157462"/>
                  </a:lnTo>
                  <a:lnTo>
                    <a:pt x="73941" y="157013"/>
                  </a:lnTo>
                  <a:lnTo>
                    <a:pt x="74240" y="156564"/>
                  </a:lnTo>
                  <a:lnTo>
                    <a:pt x="74390" y="156264"/>
                  </a:lnTo>
                  <a:lnTo>
                    <a:pt x="74540" y="155516"/>
                  </a:lnTo>
                  <a:lnTo>
                    <a:pt x="74390" y="154917"/>
                  </a:lnTo>
                  <a:lnTo>
                    <a:pt x="74240" y="154319"/>
                  </a:lnTo>
                  <a:lnTo>
                    <a:pt x="73791" y="153870"/>
                  </a:lnTo>
                  <a:lnTo>
                    <a:pt x="76037" y="150277"/>
                  </a:lnTo>
                  <a:lnTo>
                    <a:pt x="79629" y="152373"/>
                  </a:lnTo>
                  <a:lnTo>
                    <a:pt x="83221" y="154169"/>
                  </a:lnTo>
                  <a:lnTo>
                    <a:pt x="87113" y="155666"/>
                  </a:lnTo>
                  <a:lnTo>
                    <a:pt x="91004" y="156863"/>
                  </a:lnTo>
                  <a:lnTo>
                    <a:pt x="90256" y="161054"/>
                  </a:lnTo>
                  <a:lnTo>
                    <a:pt x="89508" y="161204"/>
                  </a:lnTo>
                  <a:lnTo>
                    <a:pt x="88909" y="161653"/>
                  </a:lnTo>
                  <a:lnTo>
                    <a:pt x="88460" y="162252"/>
                  </a:lnTo>
                  <a:lnTo>
                    <a:pt x="88161" y="163150"/>
                  </a:lnTo>
                  <a:lnTo>
                    <a:pt x="88310" y="163599"/>
                  </a:lnTo>
                  <a:lnTo>
                    <a:pt x="88310" y="164048"/>
                  </a:lnTo>
                  <a:lnTo>
                    <a:pt x="88909" y="164646"/>
                  </a:lnTo>
                  <a:lnTo>
                    <a:pt x="89508" y="165245"/>
                  </a:lnTo>
                  <a:lnTo>
                    <a:pt x="89957" y="165395"/>
                  </a:lnTo>
                  <a:lnTo>
                    <a:pt x="90855" y="165395"/>
                  </a:lnTo>
                  <a:lnTo>
                    <a:pt x="91304" y="165245"/>
                  </a:lnTo>
                  <a:lnTo>
                    <a:pt x="91903" y="164796"/>
                  </a:lnTo>
                  <a:lnTo>
                    <a:pt x="92501" y="164048"/>
                  </a:lnTo>
                  <a:lnTo>
                    <a:pt x="92651" y="163599"/>
                  </a:lnTo>
                  <a:lnTo>
                    <a:pt x="92651" y="163150"/>
                  </a:lnTo>
                  <a:lnTo>
                    <a:pt x="92501" y="162551"/>
                  </a:lnTo>
                  <a:lnTo>
                    <a:pt x="92202" y="161952"/>
                  </a:lnTo>
                  <a:lnTo>
                    <a:pt x="91903" y="161503"/>
                  </a:lnTo>
                  <a:lnTo>
                    <a:pt x="91304" y="161204"/>
                  </a:lnTo>
                  <a:lnTo>
                    <a:pt x="92052" y="157163"/>
                  </a:lnTo>
                  <a:lnTo>
                    <a:pt x="94297" y="157612"/>
                  </a:lnTo>
                  <a:lnTo>
                    <a:pt x="96692" y="158061"/>
                  </a:lnTo>
                  <a:lnTo>
                    <a:pt x="99087" y="174376"/>
                  </a:lnTo>
                  <a:lnTo>
                    <a:pt x="94746" y="173927"/>
                  </a:lnTo>
                  <a:lnTo>
                    <a:pt x="90406" y="173178"/>
                  </a:lnTo>
                  <a:lnTo>
                    <a:pt x="90106" y="167341"/>
                  </a:lnTo>
                  <a:lnTo>
                    <a:pt x="87562" y="172430"/>
                  </a:lnTo>
                  <a:lnTo>
                    <a:pt x="85167" y="171831"/>
                  </a:lnTo>
                  <a:lnTo>
                    <a:pt x="82772" y="171083"/>
                  </a:lnTo>
                  <a:lnTo>
                    <a:pt x="78132" y="169286"/>
                  </a:lnTo>
                  <a:lnTo>
                    <a:pt x="73642" y="167341"/>
                  </a:lnTo>
                  <a:lnTo>
                    <a:pt x="69301" y="164946"/>
                  </a:lnTo>
                  <a:lnTo>
                    <a:pt x="70798" y="159557"/>
                  </a:lnTo>
                  <a:lnTo>
                    <a:pt x="66906" y="163449"/>
                  </a:lnTo>
                  <a:lnTo>
                    <a:pt x="64362" y="161803"/>
                  </a:lnTo>
                  <a:lnTo>
                    <a:pt x="61967" y="160006"/>
                  </a:lnTo>
                  <a:lnTo>
                    <a:pt x="59722" y="158210"/>
                  </a:lnTo>
                  <a:lnTo>
                    <a:pt x="57476" y="156264"/>
                  </a:lnTo>
                  <a:lnTo>
                    <a:pt x="70499" y="146386"/>
                  </a:lnTo>
                  <a:close/>
                  <a:moveTo>
                    <a:pt x="139650" y="145637"/>
                  </a:moveTo>
                  <a:lnTo>
                    <a:pt x="152822" y="155366"/>
                  </a:lnTo>
                  <a:lnTo>
                    <a:pt x="150427" y="157462"/>
                  </a:lnTo>
                  <a:lnTo>
                    <a:pt x="147882" y="159557"/>
                  </a:lnTo>
                  <a:lnTo>
                    <a:pt x="145338" y="161503"/>
                  </a:lnTo>
                  <a:lnTo>
                    <a:pt x="142643" y="163449"/>
                  </a:lnTo>
                  <a:lnTo>
                    <a:pt x="138602" y="159557"/>
                  </a:lnTo>
                  <a:lnTo>
                    <a:pt x="140099" y="164946"/>
                  </a:lnTo>
                  <a:lnTo>
                    <a:pt x="135758" y="167191"/>
                  </a:lnTo>
                  <a:lnTo>
                    <a:pt x="131418" y="169286"/>
                  </a:lnTo>
                  <a:lnTo>
                    <a:pt x="126778" y="171083"/>
                  </a:lnTo>
                  <a:lnTo>
                    <a:pt x="124383" y="171831"/>
                  </a:lnTo>
                  <a:lnTo>
                    <a:pt x="121988" y="172430"/>
                  </a:lnTo>
                  <a:lnTo>
                    <a:pt x="119443" y="167341"/>
                  </a:lnTo>
                  <a:lnTo>
                    <a:pt x="118994" y="173178"/>
                  </a:lnTo>
                  <a:lnTo>
                    <a:pt x="114953" y="173777"/>
                  </a:lnTo>
                  <a:lnTo>
                    <a:pt x="110912" y="174376"/>
                  </a:lnTo>
                  <a:lnTo>
                    <a:pt x="113157" y="157911"/>
                  </a:lnTo>
                  <a:lnTo>
                    <a:pt x="116300" y="157312"/>
                  </a:lnTo>
                  <a:lnTo>
                    <a:pt x="117198" y="161354"/>
                  </a:lnTo>
                  <a:lnTo>
                    <a:pt x="116450" y="161952"/>
                  </a:lnTo>
                  <a:lnTo>
                    <a:pt x="116150" y="162701"/>
                  </a:lnTo>
                  <a:lnTo>
                    <a:pt x="116001" y="163449"/>
                  </a:lnTo>
                  <a:lnTo>
                    <a:pt x="116150" y="164347"/>
                  </a:lnTo>
                  <a:lnTo>
                    <a:pt x="116450" y="164646"/>
                  </a:lnTo>
                  <a:lnTo>
                    <a:pt x="116749" y="164946"/>
                  </a:lnTo>
                  <a:lnTo>
                    <a:pt x="117498" y="165395"/>
                  </a:lnTo>
                  <a:lnTo>
                    <a:pt x="118396" y="165545"/>
                  </a:lnTo>
                  <a:lnTo>
                    <a:pt x="118695" y="165395"/>
                  </a:lnTo>
                  <a:lnTo>
                    <a:pt x="119144" y="165245"/>
                  </a:lnTo>
                  <a:lnTo>
                    <a:pt x="119593" y="165095"/>
                  </a:lnTo>
                  <a:lnTo>
                    <a:pt x="119892" y="164796"/>
                  </a:lnTo>
                  <a:lnTo>
                    <a:pt x="120341" y="164048"/>
                  </a:lnTo>
                  <a:lnTo>
                    <a:pt x="120341" y="163150"/>
                  </a:lnTo>
                  <a:lnTo>
                    <a:pt x="120341" y="162850"/>
                  </a:lnTo>
                  <a:lnTo>
                    <a:pt x="120192" y="162401"/>
                  </a:lnTo>
                  <a:lnTo>
                    <a:pt x="119743" y="161803"/>
                  </a:lnTo>
                  <a:lnTo>
                    <a:pt x="119294" y="161354"/>
                  </a:lnTo>
                  <a:lnTo>
                    <a:pt x="118695" y="161204"/>
                  </a:lnTo>
                  <a:lnTo>
                    <a:pt x="118096" y="161054"/>
                  </a:lnTo>
                  <a:lnTo>
                    <a:pt x="117348" y="157163"/>
                  </a:lnTo>
                  <a:lnTo>
                    <a:pt x="121389" y="155965"/>
                  </a:lnTo>
                  <a:lnTo>
                    <a:pt x="125281" y="154618"/>
                  </a:lnTo>
                  <a:lnTo>
                    <a:pt x="129023" y="152822"/>
                  </a:lnTo>
                  <a:lnTo>
                    <a:pt x="132615" y="150876"/>
                  </a:lnTo>
                  <a:lnTo>
                    <a:pt x="134711" y="154319"/>
                  </a:lnTo>
                  <a:lnTo>
                    <a:pt x="134261" y="155067"/>
                  </a:lnTo>
                  <a:lnTo>
                    <a:pt x="134112" y="155815"/>
                  </a:lnTo>
                  <a:lnTo>
                    <a:pt x="134411" y="156713"/>
                  </a:lnTo>
                  <a:lnTo>
                    <a:pt x="134860" y="157312"/>
                  </a:lnTo>
                  <a:lnTo>
                    <a:pt x="135160" y="157612"/>
                  </a:lnTo>
                  <a:lnTo>
                    <a:pt x="135609" y="157911"/>
                  </a:lnTo>
                  <a:lnTo>
                    <a:pt x="136357" y="158061"/>
                  </a:lnTo>
                  <a:lnTo>
                    <a:pt x="137255" y="157911"/>
                  </a:lnTo>
                  <a:lnTo>
                    <a:pt x="137554" y="157612"/>
                  </a:lnTo>
                  <a:lnTo>
                    <a:pt x="138003" y="157312"/>
                  </a:lnTo>
                  <a:lnTo>
                    <a:pt x="138153" y="157013"/>
                  </a:lnTo>
                  <a:lnTo>
                    <a:pt x="138452" y="156564"/>
                  </a:lnTo>
                  <a:lnTo>
                    <a:pt x="138602" y="155815"/>
                  </a:lnTo>
                  <a:lnTo>
                    <a:pt x="138452" y="154917"/>
                  </a:lnTo>
                  <a:lnTo>
                    <a:pt x="138303" y="154618"/>
                  </a:lnTo>
                  <a:lnTo>
                    <a:pt x="138003" y="154319"/>
                  </a:lnTo>
                  <a:lnTo>
                    <a:pt x="137405" y="153870"/>
                  </a:lnTo>
                  <a:lnTo>
                    <a:pt x="136806" y="153570"/>
                  </a:lnTo>
                  <a:lnTo>
                    <a:pt x="136207" y="153570"/>
                  </a:lnTo>
                  <a:lnTo>
                    <a:pt x="135609" y="153720"/>
                  </a:lnTo>
                  <a:lnTo>
                    <a:pt x="133513" y="150277"/>
                  </a:lnTo>
                  <a:lnTo>
                    <a:pt x="136656" y="148182"/>
                  </a:lnTo>
                  <a:lnTo>
                    <a:pt x="139650" y="145637"/>
                  </a:lnTo>
                  <a:close/>
                  <a:moveTo>
                    <a:pt x="67954" y="163748"/>
                  </a:moveTo>
                  <a:lnTo>
                    <a:pt x="68553" y="163898"/>
                  </a:lnTo>
                  <a:lnTo>
                    <a:pt x="68403" y="164497"/>
                  </a:lnTo>
                  <a:lnTo>
                    <a:pt x="68104" y="165395"/>
                  </a:lnTo>
                  <a:lnTo>
                    <a:pt x="65110" y="176172"/>
                  </a:lnTo>
                  <a:lnTo>
                    <a:pt x="62117" y="174376"/>
                  </a:lnTo>
                  <a:lnTo>
                    <a:pt x="58973" y="172430"/>
                  </a:lnTo>
                  <a:lnTo>
                    <a:pt x="58973" y="172430"/>
                  </a:lnTo>
                  <a:lnTo>
                    <a:pt x="60320" y="173178"/>
                  </a:lnTo>
                  <a:lnTo>
                    <a:pt x="61218" y="173627"/>
                  </a:lnTo>
                  <a:lnTo>
                    <a:pt x="62117" y="173927"/>
                  </a:lnTo>
                  <a:lnTo>
                    <a:pt x="62117" y="173777"/>
                  </a:lnTo>
                  <a:lnTo>
                    <a:pt x="60320" y="172729"/>
                  </a:lnTo>
                  <a:lnTo>
                    <a:pt x="59273" y="172130"/>
                  </a:lnTo>
                  <a:lnTo>
                    <a:pt x="60021" y="171532"/>
                  </a:lnTo>
                  <a:lnTo>
                    <a:pt x="61218" y="172130"/>
                  </a:lnTo>
                  <a:lnTo>
                    <a:pt x="61967" y="172579"/>
                  </a:lnTo>
                  <a:lnTo>
                    <a:pt x="62865" y="173028"/>
                  </a:lnTo>
                  <a:lnTo>
                    <a:pt x="63015" y="172879"/>
                  </a:lnTo>
                  <a:lnTo>
                    <a:pt x="62117" y="172280"/>
                  </a:lnTo>
                  <a:lnTo>
                    <a:pt x="61368" y="171981"/>
                  </a:lnTo>
                  <a:lnTo>
                    <a:pt x="60171" y="171382"/>
                  </a:lnTo>
                  <a:lnTo>
                    <a:pt x="60769" y="170634"/>
                  </a:lnTo>
                  <a:lnTo>
                    <a:pt x="61967" y="171382"/>
                  </a:lnTo>
                  <a:lnTo>
                    <a:pt x="62715" y="171681"/>
                  </a:lnTo>
                  <a:lnTo>
                    <a:pt x="63314" y="171831"/>
                  </a:lnTo>
                  <a:lnTo>
                    <a:pt x="63464" y="171831"/>
                  </a:lnTo>
                  <a:lnTo>
                    <a:pt x="63314" y="171681"/>
                  </a:lnTo>
                  <a:lnTo>
                    <a:pt x="61817" y="170933"/>
                  </a:lnTo>
                  <a:lnTo>
                    <a:pt x="60919" y="170484"/>
                  </a:lnTo>
                  <a:lnTo>
                    <a:pt x="61817" y="169586"/>
                  </a:lnTo>
                  <a:lnTo>
                    <a:pt x="62865" y="170185"/>
                  </a:lnTo>
                  <a:lnTo>
                    <a:pt x="63613" y="170634"/>
                  </a:lnTo>
                  <a:lnTo>
                    <a:pt x="64362" y="170783"/>
                  </a:lnTo>
                  <a:lnTo>
                    <a:pt x="64511" y="170783"/>
                  </a:lnTo>
                  <a:lnTo>
                    <a:pt x="63763" y="170334"/>
                  </a:lnTo>
                  <a:lnTo>
                    <a:pt x="63015" y="169885"/>
                  </a:lnTo>
                  <a:lnTo>
                    <a:pt x="62117" y="169436"/>
                  </a:lnTo>
                  <a:lnTo>
                    <a:pt x="62715" y="168837"/>
                  </a:lnTo>
                  <a:lnTo>
                    <a:pt x="63464" y="169286"/>
                  </a:lnTo>
                  <a:lnTo>
                    <a:pt x="64212" y="169586"/>
                  </a:lnTo>
                  <a:lnTo>
                    <a:pt x="64960" y="169885"/>
                  </a:lnTo>
                  <a:lnTo>
                    <a:pt x="64960" y="169736"/>
                  </a:lnTo>
                  <a:lnTo>
                    <a:pt x="63314" y="168837"/>
                  </a:lnTo>
                  <a:lnTo>
                    <a:pt x="62865" y="168538"/>
                  </a:lnTo>
                  <a:lnTo>
                    <a:pt x="63464" y="168089"/>
                  </a:lnTo>
                  <a:lnTo>
                    <a:pt x="63913" y="168239"/>
                  </a:lnTo>
                  <a:lnTo>
                    <a:pt x="65409" y="168987"/>
                  </a:lnTo>
                  <a:lnTo>
                    <a:pt x="65559" y="168837"/>
                  </a:lnTo>
                  <a:lnTo>
                    <a:pt x="65409" y="168837"/>
                  </a:lnTo>
                  <a:lnTo>
                    <a:pt x="64212" y="168089"/>
                  </a:lnTo>
                  <a:lnTo>
                    <a:pt x="63613" y="167790"/>
                  </a:lnTo>
                  <a:lnTo>
                    <a:pt x="64362" y="167191"/>
                  </a:lnTo>
                  <a:lnTo>
                    <a:pt x="64811" y="167490"/>
                  </a:lnTo>
                  <a:lnTo>
                    <a:pt x="65858" y="168089"/>
                  </a:lnTo>
                  <a:lnTo>
                    <a:pt x="66008" y="167939"/>
                  </a:lnTo>
                  <a:lnTo>
                    <a:pt x="65260" y="167490"/>
                  </a:lnTo>
                  <a:lnTo>
                    <a:pt x="64511" y="167041"/>
                  </a:lnTo>
                  <a:lnTo>
                    <a:pt x="65110" y="166592"/>
                  </a:lnTo>
                  <a:lnTo>
                    <a:pt x="65260" y="166592"/>
                  </a:lnTo>
                  <a:lnTo>
                    <a:pt x="65858" y="166892"/>
                  </a:lnTo>
                  <a:lnTo>
                    <a:pt x="66457" y="167041"/>
                  </a:lnTo>
                  <a:lnTo>
                    <a:pt x="65409" y="166443"/>
                  </a:lnTo>
                  <a:lnTo>
                    <a:pt x="65260" y="166293"/>
                  </a:lnTo>
                  <a:lnTo>
                    <a:pt x="65709" y="165844"/>
                  </a:lnTo>
                  <a:lnTo>
                    <a:pt x="66906" y="166293"/>
                  </a:lnTo>
                  <a:lnTo>
                    <a:pt x="67056" y="166293"/>
                  </a:lnTo>
                  <a:lnTo>
                    <a:pt x="67056" y="166143"/>
                  </a:lnTo>
                  <a:lnTo>
                    <a:pt x="66008" y="165694"/>
                  </a:lnTo>
                  <a:lnTo>
                    <a:pt x="66457" y="165095"/>
                  </a:lnTo>
                  <a:lnTo>
                    <a:pt x="66607" y="165245"/>
                  </a:lnTo>
                  <a:lnTo>
                    <a:pt x="67056" y="165395"/>
                  </a:lnTo>
                  <a:lnTo>
                    <a:pt x="67655" y="165545"/>
                  </a:lnTo>
                  <a:lnTo>
                    <a:pt x="67655" y="165395"/>
                  </a:lnTo>
                  <a:lnTo>
                    <a:pt x="66906" y="164946"/>
                  </a:lnTo>
                  <a:lnTo>
                    <a:pt x="66607" y="164946"/>
                  </a:lnTo>
                  <a:lnTo>
                    <a:pt x="66906" y="164646"/>
                  </a:lnTo>
                  <a:lnTo>
                    <a:pt x="67206" y="164497"/>
                  </a:lnTo>
                  <a:lnTo>
                    <a:pt x="67954" y="164646"/>
                  </a:lnTo>
                  <a:lnTo>
                    <a:pt x="67954" y="164497"/>
                  </a:lnTo>
                  <a:lnTo>
                    <a:pt x="67355" y="164197"/>
                  </a:lnTo>
                  <a:lnTo>
                    <a:pt x="67655" y="163898"/>
                  </a:lnTo>
                  <a:lnTo>
                    <a:pt x="67954" y="163748"/>
                  </a:lnTo>
                  <a:close/>
                  <a:moveTo>
                    <a:pt x="141446" y="163748"/>
                  </a:moveTo>
                  <a:lnTo>
                    <a:pt x="141745" y="163898"/>
                  </a:lnTo>
                  <a:lnTo>
                    <a:pt x="142045" y="164197"/>
                  </a:lnTo>
                  <a:lnTo>
                    <a:pt x="141446" y="164497"/>
                  </a:lnTo>
                  <a:lnTo>
                    <a:pt x="141446" y="164646"/>
                  </a:lnTo>
                  <a:lnTo>
                    <a:pt x="142194" y="164497"/>
                  </a:lnTo>
                  <a:lnTo>
                    <a:pt x="142494" y="164646"/>
                  </a:lnTo>
                  <a:lnTo>
                    <a:pt x="142793" y="164946"/>
                  </a:lnTo>
                  <a:lnTo>
                    <a:pt x="142643" y="164946"/>
                  </a:lnTo>
                  <a:lnTo>
                    <a:pt x="141745" y="165395"/>
                  </a:lnTo>
                  <a:lnTo>
                    <a:pt x="141895" y="165545"/>
                  </a:lnTo>
                  <a:lnTo>
                    <a:pt x="142344" y="165395"/>
                  </a:lnTo>
                  <a:lnTo>
                    <a:pt x="142793" y="165245"/>
                  </a:lnTo>
                  <a:lnTo>
                    <a:pt x="142943" y="165095"/>
                  </a:lnTo>
                  <a:lnTo>
                    <a:pt x="143542" y="165694"/>
                  </a:lnTo>
                  <a:lnTo>
                    <a:pt x="142344" y="166143"/>
                  </a:lnTo>
                  <a:lnTo>
                    <a:pt x="142344" y="166293"/>
                  </a:lnTo>
                  <a:lnTo>
                    <a:pt x="142494" y="166293"/>
                  </a:lnTo>
                  <a:lnTo>
                    <a:pt x="143691" y="165844"/>
                  </a:lnTo>
                  <a:lnTo>
                    <a:pt x="144140" y="166293"/>
                  </a:lnTo>
                  <a:lnTo>
                    <a:pt x="143991" y="166443"/>
                  </a:lnTo>
                  <a:lnTo>
                    <a:pt x="142943" y="167041"/>
                  </a:lnTo>
                  <a:lnTo>
                    <a:pt x="143093" y="167041"/>
                  </a:lnTo>
                  <a:lnTo>
                    <a:pt x="143542" y="166892"/>
                  </a:lnTo>
                  <a:lnTo>
                    <a:pt x="144140" y="166592"/>
                  </a:lnTo>
                  <a:lnTo>
                    <a:pt x="144440" y="166592"/>
                  </a:lnTo>
                  <a:lnTo>
                    <a:pt x="145038" y="167041"/>
                  </a:lnTo>
                  <a:lnTo>
                    <a:pt x="144140" y="167490"/>
                  </a:lnTo>
                  <a:lnTo>
                    <a:pt x="143542" y="167939"/>
                  </a:lnTo>
                  <a:lnTo>
                    <a:pt x="143542" y="168089"/>
                  </a:lnTo>
                  <a:lnTo>
                    <a:pt x="144589" y="167490"/>
                  </a:lnTo>
                  <a:lnTo>
                    <a:pt x="145188" y="167191"/>
                  </a:lnTo>
                  <a:lnTo>
                    <a:pt x="145787" y="167790"/>
                  </a:lnTo>
                  <a:lnTo>
                    <a:pt x="145338" y="168089"/>
                  </a:lnTo>
                  <a:lnTo>
                    <a:pt x="143991" y="168837"/>
                  </a:lnTo>
                  <a:lnTo>
                    <a:pt x="143991" y="168987"/>
                  </a:lnTo>
                  <a:lnTo>
                    <a:pt x="145487" y="168239"/>
                  </a:lnTo>
                  <a:lnTo>
                    <a:pt x="145936" y="168089"/>
                  </a:lnTo>
                  <a:lnTo>
                    <a:pt x="146535" y="168538"/>
                  </a:lnTo>
                  <a:lnTo>
                    <a:pt x="146236" y="168837"/>
                  </a:lnTo>
                  <a:lnTo>
                    <a:pt x="144440" y="169736"/>
                  </a:lnTo>
                  <a:lnTo>
                    <a:pt x="144440" y="169885"/>
                  </a:lnTo>
                  <a:lnTo>
                    <a:pt x="145188" y="169586"/>
                  </a:lnTo>
                  <a:lnTo>
                    <a:pt x="145936" y="169286"/>
                  </a:lnTo>
                  <a:lnTo>
                    <a:pt x="146685" y="168837"/>
                  </a:lnTo>
                  <a:lnTo>
                    <a:pt x="147433" y="169436"/>
                  </a:lnTo>
                  <a:lnTo>
                    <a:pt x="146535" y="169885"/>
                  </a:lnTo>
                  <a:lnTo>
                    <a:pt x="145787" y="170334"/>
                  </a:lnTo>
                  <a:lnTo>
                    <a:pt x="145038" y="170783"/>
                  </a:lnTo>
                  <a:lnTo>
                    <a:pt x="145787" y="170634"/>
                  </a:lnTo>
                  <a:lnTo>
                    <a:pt x="146685" y="170185"/>
                  </a:lnTo>
                  <a:lnTo>
                    <a:pt x="147583" y="169586"/>
                  </a:lnTo>
                  <a:lnTo>
                    <a:pt x="148481" y="170484"/>
                  </a:lnTo>
                  <a:lnTo>
                    <a:pt x="147583" y="170933"/>
                  </a:lnTo>
                  <a:lnTo>
                    <a:pt x="146086" y="171681"/>
                  </a:lnTo>
                  <a:lnTo>
                    <a:pt x="146086" y="171831"/>
                  </a:lnTo>
                  <a:lnTo>
                    <a:pt x="146834" y="171681"/>
                  </a:lnTo>
                  <a:lnTo>
                    <a:pt x="147433" y="171382"/>
                  </a:lnTo>
                  <a:lnTo>
                    <a:pt x="148631" y="170634"/>
                  </a:lnTo>
                  <a:lnTo>
                    <a:pt x="149379" y="171382"/>
                  </a:lnTo>
                  <a:lnTo>
                    <a:pt x="148032" y="171981"/>
                  </a:lnTo>
                  <a:lnTo>
                    <a:pt x="147283" y="172280"/>
                  </a:lnTo>
                  <a:lnTo>
                    <a:pt x="146535" y="172879"/>
                  </a:lnTo>
                  <a:lnTo>
                    <a:pt x="146535" y="173028"/>
                  </a:lnTo>
                  <a:lnTo>
                    <a:pt x="147433" y="172579"/>
                  </a:lnTo>
                  <a:lnTo>
                    <a:pt x="148182" y="172130"/>
                  </a:lnTo>
                  <a:lnTo>
                    <a:pt x="149529" y="171532"/>
                  </a:lnTo>
                  <a:lnTo>
                    <a:pt x="150127" y="172130"/>
                  </a:lnTo>
                  <a:lnTo>
                    <a:pt x="149080" y="172729"/>
                  </a:lnTo>
                  <a:lnTo>
                    <a:pt x="147283" y="173777"/>
                  </a:lnTo>
                  <a:lnTo>
                    <a:pt x="147283" y="173927"/>
                  </a:lnTo>
                  <a:lnTo>
                    <a:pt x="147433" y="173927"/>
                  </a:lnTo>
                  <a:lnTo>
                    <a:pt x="148331" y="173627"/>
                  </a:lnTo>
                  <a:lnTo>
                    <a:pt x="149080" y="173178"/>
                  </a:lnTo>
                  <a:lnTo>
                    <a:pt x="150277" y="172430"/>
                  </a:lnTo>
                  <a:lnTo>
                    <a:pt x="147283" y="174376"/>
                  </a:lnTo>
                  <a:lnTo>
                    <a:pt x="144290" y="176172"/>
                  </a:lnTo>
                  <a:lnTo>
                    <a:pt x="141296" y="165395"/>
                  </a:lnTo>
                  <a:lnTo>
                    <a:pt x="140997" y="164347"/>
                  </a:lnTo>
                  <a:lnTo>
                    <a:pt x="140847" y="163898"/>
                  </a:lnTo>
                  <a:lnTo>
                    <a:pt x="141446" y="163748"/>
                  </a:lnTo>
                  <a:close/>
                  <a:moveTo>
                    <a:pt x="69002" y="165844"/>
                  </a:moveTo>
                  <a:lnTo>
                    <a:pt x="73342" y="168239"/>
                  </a:lnTo>
                  <a:lnTo>
                    <a:pt x="77683" y="170185"/>
                  </a:lnTo>
                  <a:lnTo>
                    <a:pt x="82323" y="171981"/>
                  </a:lnTo>
                  <a:lnTo>
                    <a:pt x="87113" y="173328"/>
                  </a:lnTo>
                  <a:lnTo>
                    <a:pt x="82024" y="183207"/>
                  </a:lnTo>
                  <a:lnTo>
                    <a:pt x="77982" y="181859"/>
                  </a:lnTo>
                  <a:lnTo>
                    <a:pt x="73791" y="180363"/>
                  </a:lnTo>
                  <a:lnTo>
                    <a:pt x="69900" y="178716"/>
                  </a:lnTo>
                  <a:lnTo>
                    <a:pt x="66008" y="176770"/>
                  </a:lnTo>
                  <a:lnTo>
                    <a:pt x="69002" y="165844"/>
                  </a:lnTo>
                  <a:close/>
                  <a:moveTo>
                    <a:pt x="140398" y="165844"/>
                  </a:moveTo>
                  <a:lnTo>
                    <a:pt x="143392" y="176621"/>
                  </a:lnTo>
                  <a:lnTo>
                    <a:pt x="139500" y="178567"/>
                  </a:lnTo>
                  <a:lnTo>
                    <a:pt x="135609" y="180363"/>
                  </a:lnTo>
                  <a:lnTo>
                    <a:pt x="131567" y="181859"/>
                  </a:lnTo>
                  <a:lnTo>
                    <a:pt x="127376" y="183207"/>
                  </a:lnTo>
                  <a:lnTo>
                    <a:pt x="122437" y="173328"/>
                  </a:lnTo>
                  <a:lnTo>
                    <a:pt x="127077" y="171981"/>
                  </a:lnTo>
                  <a:lnTo>
                    <a:pt x="131717" y="170185"/>
                  </a:lnTo>
                  <a:lnTo>
                    <a:pt x="136058" y="168239"/>
                  </a:lnTo>
                  <a:lnTo>
                    <a:pt x="140398" y="165844"/>
                  </a:lnTo>
                  <a:close/>
                  <a:moveTo>
                    <a:pt x="89358" y="172280"/>
                  </a:moveTo>
                  <a:lnTo>
                    <a:pt x="89358" y="172879"/>
                  </a:lnTo>
                  <a:lnTo>
                    <a:pt x="89508" y="173927"/>
                  </a:lnTo>
                  <a:lnTo>
                    <a:pt x="90106" y="185152"/>
                  </a:lnTo>
                  <a:lnTo>
                    <a:pt x="86514" y="184404"/>
                  </a:lnTo>
                  <a:lnTo>
                    <a:pt x="83071" y="183506"/>
                  </a:lnTo>
                  <a:lnTo>
                    <a:pt x="84568" y="183656"/>
                  </a:lnTo>
                  <a:lnTo>
                    <a:pt x="85466" y="183805"/>
                  </a:lnTo>
                  <a:lnTo>
                    <a:pt x="86364" y="183955"/>
                  </a:lnTo>
                  <a:lnTo>
                    <a:pt x="86514" y="183805"/>
                  </a:lnTo>
                  <a:lnTo>
                    <a:pt x="84419" y="183356"/>
                  </a:lnTo>
                  <a:lnTo>
                    <a:pt x="83221" y="183207"/>
                  </a:lnTo>
                  <a:lnTo>
                    <a:pt x="83670" y="182309"/>
                  </a:lnTo>
                  <a:lnTo>
                    <a:pt x="85017" y="182458"/>
                  </a:lnTo>
                  <a:lnTo>
                    <a:pt x="85915" y="182608"/>
                  </a:lnTo>
                  <a:lnTo>
                    <a:pt x="86963" y="182758"/>
                  </a:lnTo>
                  <a:lnTo>
                    <a:pt x="86963" y="182608"/>
                  </a:lnTo>
                  <a:lnTo>
                    <a:pt x="85915" y="182309"/>
                  </a:lnTo>
                  <a:lnTo>
                    <a:pt x="85017" y="182159"/>
                  </a:lnTo>
                  <a:lnTo>
                    <a:pt x="83820" y="182009"/>
                  </a:lnTo>
                  <a:lnTo>
                    <a:pt x="84119" y="181261"/>
                  </a:lnTo>
                  <a:lnTo>
                    <a:pt x="85616" y="181560"/>
                  </a:lnTo>
                  <a:lnTo>
                    <a:pt x="86963" y="181560"/>
                  </a:lnTo>
                  <a:lnTo>
                    <a:pt x="86963" y="181410"/>
                  </a:lnTo>
                  <a:lnTo>
                    <a:pt x="85317" y="181111"/>
                  </a:lnTo>
                  <a:lnTo>
                    <a:pt x="84269" y="180961"/>
                  </a:lnTo>
                  <a:lnTo>
                    <a:pt x="84868" y="179914"/>
                  </a:lnTo>
                  <a:lnTo>
                    <a:pt x="86215" y="180213"/>
                  </a:lnTo>
                  <a:lnTo>
                    <a:pt x="87712" y="180213"/>
                  </a:lnTo>
                  <a:lnTo>
                    <a:pt x="87712" y="180063"/>
                  </a:lnTo>
                  <a:lnTo>
                    <a:pt x="86813" y="179914"/>
                  </a:lnTo>
                  <a:lnTo>
                    <a:pt x="85915" y="179764"/>
                  </a:lnTo>
                  <a:lnTo>
                    <a:pt x="85017" y="179614"/>
                  </a:lnTo>
                  <a:lnTo>
                    <a:pt x="85466" y="178716"/>
                  </a:lnTo>
                  <a:lnTo>
                    <a:pt x="86364" y="179016"/>
                  </a:lnTo>
                  <a:lnTo>
                    <a:pt x="87113" y="179165"/>
                  </a:lnTo>
                  <a:lnTo>
                    <a:pt x="87861" y="179165"/>
                  </a:lnTo>
                  <a:lnTo>
                    <a:pt x="87861" y="179016"/>
                  </a:lnTo>
                  <a:lnTo>
                    <a:pt x="85915" y="178716"/>
                  </a:lnTo>
                  <a:lnTo>
                    <a:pt x="85466" y="178567"/>
                  </a:lnTo>
                  <a:lnTo>
                    <a:pt x="85915" y="177818"/>
                  </a:lnTo>
                  <a:lnTo>
                    <a:pt x="86364" y="177968"/>
                  </a:lnTo>
                  <a:lnTo>
                    <a:pt x="87113" y="177968"/>
                  </a:lnTo>
                  <a:lnTo>
                    <a:pt x="88011" y="178118"/>
                  </a:lnTo>
                  <a:lnTo>
                    <a:pt x="88011" y="177968"/>
                  </a:lnTo>
                  <a:lnTo>
                    <a:pt x="86813" y="177668"/>
                  </a:lnTo>
                  <a:lnTo>
                    <a:pt x="86065" y="177668"/>
                  </a:lnTo>
                  <a:lnTo>
                    <a:pt x="86364" y="176920"/>
                  </a:lnTo>
                  <a:lnTo>
                    <a:pt x="87262" y="177070"/>
                  </a:lnTo>
                  <a:lnTo>
                    <a:pt x="88161" y="177070"/>
                  </a:lnTo>
                  <a:lnTo>
                    <a:pt x="88161" y="176920"/>
                  </a:lnTo>
                  <a:lnTo>
                    <a:pt x="87412" y="176770"/>
                  </a:lnTo>
                  <a:lnTo>
                    <a:pt x="86514" y="176621"/>
                  </a:lnTo>
                  <a:lnTo>
                    <a:pt x="86813" y="175872"/>
                  </a:lnTo>
                  <a:lnTo>
                    <a:pt x="87562" y="176022"/>
                  </a:lnTo>
                  <a:lnTo>
                    <a:pt x="88310" y="176022"/>
                  </a:lnTo>
                  <a:lnTo>
                    <a:pt x="88310" y="175872"/>
                  </a:lnTo>
                  <a:lnTo>
                    <a:pt x="87113" y="175723"/>
                  </a:lnTo>
                  <a:lnTo>
                    <a:pt x="86963" y="175723"/>
                  </a:lnTo>
                  <a:lnTo>
                    <a:pt x="87262" y="174974"/>
                  </a:lnTo>
                  <a:lnTo>
                    <a:pt x="88610" y="175124"/>
                  </a:lnTo>
                  <a:lnTo>
                    <a:pt x="88610" y="174974"/>
                  </a:lnTo>
                  <a:lnTo>
                    <a:pt x="87412" y="174825"/>
                  </a:lnTo>
                  <a:lnTo>
                    <a:pt x="87712" y="174226"/>
                  </a:lnTo>
                  <a:lnTo>
                    <a:pt x="88011" y="174226"/>
                  </a:lnTo>
                  <a:lnTo>
                    <a:pt x="88909" y="174076"/>
                  </a:lnTo>
                  <a:lnTo>
                    <a:pt x="89059" y="174076"/>
                  </a:lnTo>
                  <a:lnTo>
                    <a:pt x="88909" y="173927"/>
                  </a:lnTo>
                  <a:lnTo>
                    <a:pt x="87861" y="173927"/>
                  </a:lnTo>
                  <a:lnTo>
                    <a:pt x="88011" y="173627"/>
                  </a:lnTo>
                  <a:lnTo>
                    <a:pt x="88161" y="173178"/>
                  </a:lnTo>
                  <a:lnTo>
                    <a:pt x="88909" y="173178"/>
                  </a:lnTo>
                  <a:lnTo>
                    <a:pt x="88909" y="173028"/>
                  </a:lnTo>
                  <a:lnTo>
                    <a:pt x="88310" y="173028"/>
                  </a:lnTo>
                  <a:lnTo>
                    <a:pt x="88460" y="172729"/>
                  </a:lnTo>
                  <a:lnTo>
                    <a:pt x="88610" y="172280"/>
                  </a:lnTo>
                  <a:close/>
                  <a:moveTo>
                    <a:pt x="120790" y="172280"/>
                  </a:moveTo>
                  <a:lnTo>
                    <a:pt x="120940" y="172729"/>
                  </a:lnTo>
                  <a:lnTo>
                    <a:pt x="121090" y="173028"/>
                  </a:lnTo>
                  <a:lnTo>
                    <a:pt x="120491" y="173028"/>
                  </a:lnTo>
                  <a:lnTo>
                    <a:pt x="120491" y="173178"/>
                  </a:lnTo>
                  <a:lnTo>
                    <a:pt x="121239" y="173178"/>
                  </a:lnTo>
                  <a:lnTo>
                    <a:pt x="121389" y="173627"/>
                  </a:lnTo>
                  <a:lnTo>
                    <a:pt x="121539" y="173927"/>
                  </a:lnTo>
                  <a:lnTo>
                    <a:pt x="120491" y="173927"/>
                  </a:lnTo>
                  <a:lnTo>
                    <a:pt x="120491" y="174076"/>
                  </a:lnTo>
                  <a:lnTo>
                    <a:pt x="121389" y="174226"/>
                  </a:lnTo>
                  <a:lnTo>
                    <a:pt x="121688" y="174226"/>
                  </a:lnTo>
                  <a:lnTo>
                    <a:pt x="121988" y="174825"/>
                  </a:lnTo>
                  <a:lnTo>
                    <a:pt x="120790" y="174974"/>
                  </a:lnTo>
                  <a:lnTo>
                    <a:pt x="120790" y="175124"/>
                  </a:lnTo>
                  <a:lnTo>
                    <a:pt x="122138" y="174974"/>
                  </a:lnTo>
                  <a:lnTo>
                    <a:pt x="122437" y="175723"/>
                  </a:lnTo>
                  <a:lnTo>
                    <a:pt x="122287" y="175723"/>
                  </a:lnTo>
                  <a:lnTo>
                    <a:pt x="121090" y="175872"/>
                  </a:lnTo>
                  <a:lnTo>
                    <a:pt x="121090" y="176022"/>
                  </a:lnTo>
                  <a:lnTo>
                    <a:pt x="121838" y="176022"/>
                  </a:lnTo>
                  <a:lnTo>
                    <a:pt x="122587" y="175872"/>
                  </a:lnTo>
                  <a:lnTo>
                    <a:pt x="122886" y="176621"/>
                  </a:lnTo>
                  <a:lnTo>
                    <a:pt x="122138" y="176770"/>
                  </a:lnTo>
                  <a:lnTo>
                    <a:pt x="121239" y="176920"/>
                  </a:lnTo>
                  <a:lnTo>
                    <a:pt x="121239" y="177070"/>
                  </a:lnTo>
                  <a:lnTo>
                    <a:pt x="122138" y="177070"/>
                  </a:lnTo>
                  <a:lnTo>
                    <a:pt x="123036" y="176920"/>
                  </a:lnTo>
                  <a:lnTo>
                    <a:pt x="123485" y="177668"/>
                  </a:lnTo>
                  <a:lnTo>
                    <a:pt x="122736" y="177668"/>
                  </a:lnTo>
                  <a:lnTo>
                    <a:pt x="121389" y="177968"/>
                  </a:lnTo>
                  <a:lnTo>
                    <a:pt x="121389" y="178118"/>
                  </a:lnTo>
                  <a:lnTo>
                    <a:pt x="122287" y="177968"/>
                  </a:lnTo>
                  <a:lnTo>
                    <a:pt x="123185" y="177968"/>
                  </a:lnTo>
                  <a:lnTo>
                    <a:pt x="123634" y="177818"/>
                  </a:lnTo>
                  <a:lnTo>
                    <a:pt x="123934" y="178567"/>
                  </a:lnTo>
                  <a:lnTo>
                    <a:pt x="123485" y="178716"/>
                  </a:lnTo>
                  <a:lnTo>
                    <a:pt x="121539" y="179016"/>
                  </a:lnTo>
                  <a:lnTo>
                    <a:pt x="121539" y="179165"/>
                  </a:lnTo>
                  <a:lnTo>
                    <a:pt x="122287" y="179165"/>
                  </a:lnTo>
                  <a:lnTo>
                    <a:pt x="123036" y="179016"/>
                  </a:lnTo>
                  <a:lnTo>
                    <a:pt x="124083" y="178716"/>
                  </a:lnTo>
                  <a:lnTo>
                    <a:pt x="124532" y="179614"/>
                  </a:lnTo>
                  <a:lnTo>
                    <a:pt x="123634" y="179764"/>
                  </a:lnTo>
                  <a:lnTo>
                    <a:pt x="122736" y="179914"/>
                  </a:lnTo>
                  <a:lnTo>
                    <a:pt x="121838" y="180063"/>
                  </a:lnTo>
                  <a:lnTo>
                    <a:pt x="121838" y="180213"/>
                  </a:lnTo>
                  <a:lnTo>
                    <a:pt x="123185" y="180213"/>
                  </a:lnTo>
                  <a:lnTo>
                    <a:pt x="124532" y="179914"/>
                  </a:lnTo>
                  <a:lnTo>
                    <a:pt x="125131" y="180961"/>
                  </a:lnTo>
                  <a:lnTo>
                    <a:pt x="124233" y="181111"/>
                  </a:lnTo>
                  <a:lnTo>
                    <a:pt x="122437" y="181410"/>
                  </a:lnTo>
                  <a:lnTo>
                    <a:pt x="122437" y="181560"/>
                  </a:lnTo>
                  <a:lnTo>
                    <a:pt x="123784" y="181560"/>
                  </a:lnTo>
                  <a:lnTo>
                    <a:pt x="125281" y="181261"/>
                  </a:lnTo>
                  <a:lnTo>
                    <a:pt x="125730" y="182009"/>
                  </a:lnTo>
                  <a:lnTo>
                    <a:pt x="124383" y="182159"/>
                  </a:lnTo>
                  <a:lnTo>
                    <a:pt x="123485" y="182309"/>
                  </a:lnTo>
                  <a:lnTo>
                    <a:pt x="122437" y="182608"/>
                  </a:lnTo>
                  <a:lnTo>
                    <a:pt x="122437" y="182758"/>
                  </a:lnTo>
                  <a:lnTo>
                    <a:pt x="122587" y="182758"/>
                  </a:lnTo>
                  <a:lnTo>
                    <a:pt x="123485" y="182608"/>
                  </a:lnTo>
                  <a:lnTo>
                    <a:pt x="124383" y="182458"/>
                  </a:lnTo>
                  <a:lnTo>
                    <a:pt x="125730" y="182309"/>
                  </a:lnTo>
                  <a:lnTo>
                    <a:pt x="126179" y="183207"/>
                  </a:lnTo>
                  <a:lnTo>
                    <a:pt x="124981" y="183356"/>
                  </a:lnTo>
                  <a:lnTo>
                    <a:pt x="123036" y="183805"/>
                  </a:lnTo>
                  <a:lnTo>
                    <a:pt x="122886" y="183805"/>
                  </a:lnTo>
                  <a:lnTo>
                    <a:pt x="123036" y="183955"/>
                  </a:lnTo>
                  <a:lnTo>
                    <a:pt x="123934" y="183805"/>
                  </a:lnTo>
                  <a:lnTo>
                    <a:pt x="124832" y="183656"/>
                  </a:lnTo>
                  <a:lnTo>
                    <a:pt x="126329" y="183506"/>
                  </a:lnTo>
                  <a:lnTo>
                    <a:pt x="126478" y="183506"/>
                  </a:lnTo>
                  <a:lnTo>
                    <a:pt x="122886" y="184404"/>
                  </a:lnTo>
                  <a:lnTo>
                    <a:pt x="119294" y="185152"/>
                  </a:lnTo>
                  <a:lnTo>
                    <a:pt x="120042" y="173927"/>
                  </a:lnTo>
                  <a:lnTo>
                    <a:pt x="120042" y="172879"/>
                  </a:lnTo>
                  <a:lnTo>
                    <a:pt x="120042" y="172280"/>
                  </a:lnTo>
                  <a:close/>
                  <a:moveTo>
                    <a:pt x="90406" y="174076"/>
                  </a:moveTo>
                  <a:lnTo>
                    <a:pt x="94746" y="174825"/>
                  </a:lnTo>
                  <a:lnTo>
                    <a:pt x="99237" y="175274"/>
                  </a:lnTo>
                  <a:lnTo>
                    <a:pt x="100883" y="186350"/>
                  </a:lnTo>
                  <a:lnTo>
                    <a:pt x="95944" y="185901"/>
                  </a:lnTo>
                  <a:lnTo>
                    <a:pt x="91154" y="185302"/>
                  </a:lnTo>
                  <a:lnTo>
                    <a:pt x="90406" y="174076"/>
                  </a:lnTo>
                  <a:close/>
                  <a:moveTo>
                    <a:pt x="118994" y="174076"/>
                  </a:moveTo>
                  <a:lnTo>
                    <a:pt x="118246" y="185302"/>
                  </a:lnTo>
                  <a:lnTo>
                    <a:pt x="113756" y="185901"/>
                  </a:lnTo>
                  <a:lnTo>
                    <a:pt x="109265" y="186350"/>
                  </a:lnTo>
                  <a:lnTo>
                    <a:pt x="110762" y="175274"/>
                  </a:lnTo>
                  <a:lnTo>
                    <a:pt x="114953" y="174825"/>
                  </a:lnTo>
                  <a:lnTo>
                    <a:pt x="118994" y="174076"/>
                  </a:lnTo>
                  <a:close/>
                  <a:moveTo>
                    <a:pt x="15716" y="108218"/>
                  </a:moveTo>
                  <a:lnTo>
                    <a:pt x="19608" y="108816"/>
                  </a:lnTo>
                  <a:lnTo>
                    <a:pt x="20057" y="113905"/>
                  </a:lnTo>
                  <a:lnTo>
                    <a:pt x="20805" y="118845"/>
                  </a:lnTo>
                  <a:lnTo>
                    <a:pt x="21703" y="123635"/>
                  </a:lnTo>
                  <a:lnTo>
                    <a:pt x="22901" y="128424"/>
                  </a:lnTo>
                  <a:lnTo>
                    <a:pt x="24398" y="133064"/>
                  </a:lnTo>
                  <a:lnTo>
                    <a:pt x="26194" y="137555"/>
                  </a:lnTo>
                  <a:lnTo>
                    <a:pt x="28140" y="141895"/>
                  </a:lnTo>
                  <a:lnTo>
                    <a:pt x="30385" y="146236"/>
                  </a:lnTo>
                  <a:lnTo>
                    <a:pt x="32780" y="150277"/>
                  </a:lnTo>
                  <a:lnTo>
                    <a:pt x="35474" y="154319"/>
                  </a:lnTo>
                  <a:lnTo>
                    <a:pt x="38318" y="158061"/>
                  </a:lnTo>
                  <a:lnTo>
                    <a:pt x="41461" y="161653"/>
                  </a:lnTo>
                  <a:lnTo>
                    <a:pt x="44754" y="165095"/>
                  </a:lnTo>
                  <a:lnTo>
                    <a:pt x="48196" y="168388"/>
                  </a:lnTo>
                  <a:lnTo>
                    <a:pt x="51938" y="171382"/>
                  </a:lnTo>
                  <a:lnTo>
                    <a:pt x="55680" y="174376"/>
                  </a:lnTo>
                  <a:lnTo>
                    <a:pt x="56129" y="174675"/>
                  </a:lnTo>
                  <a:lnTo>
                    <a:pt x="57177" y="175573"/>
                  </a:lnTo>
                  <a:lnTo>
                    <a:pt x="58375" y="176321"/>
                  </a:lnTo>
                  <a:lnTo>
                    <a:pt x="61218" y="177968"/>
                  </a:lnTo>
                  <a:lnTo>
                    <a:pt x="64661" y="179764"/>
                  </a:lnTo>
                  <a:lnTo>
                    <a:pt x="64960" y="179914"/>
                  </a:lnTo>
                  <a:lnTo>
                    <a:pt x="64960" y="180063"/>
                  </a:lnTo>
                  <a:lnTo>
                    <a:pt x="65110" y="180063"/>
                  </a:lnTo>
                  <a:lnTo>
                    <a:pt x="68852" y="181859"/>
                  </a:lnTo>
                  <a:lnTo>
                    <a:pt x="72594" y="183656"/>
                  </a:lnTo>
                  <a:lnTo>
                    <a:pt x="76486" y="185003"/>
                  </a:lnTo>
                  <a:lnTo>
                    <a:pt x="80527" y="186350"/>
                  </a:lnTo>
                  <a:lnTo>
                    <a:pt x="80976" y="186500"/>
                  </a:lnTo>
                  <a:lnTo>
                    <a:pt x="82323" y="186949"/>
                  </a:lnTo>
                  <a:lnTo>
                    <a:pt x="83820" y="187398"/>
                  </a:lnTo>
                  <a:lnTo>
                    <a:pt x="86963" y="187996"/>
                  </a:lnTo>
                  <a:lnTo>
                    <a:pt x="90555" y="188745"/>
                  </a:lnTo>
                  <a:lnTo>
                    <a:pt x="94148" y="189194"/>
                  </a:lnTo>
                  <a:lnTo>
                    <a:pt x="97740" y="189643"/>
                  </a:lnTo>
                  <a:lnTo>
                    <a:pt x="101482" y="189792"/>
                  </a:lnTo>
                  <a:lnTo>
                    <a:pt x="102081" y="193684"/>
                  </a:lnTo>
                  <a:lnTo>
                    <a:pt x="97740" y="193534"/>
                  </a:lnTo>
                  <a:lnTo>
                    <a:pt x="93399" y="193085"/>
                  </a:lnTo>
                  <a:lnTo>
                    <a:pt x="89208" y="192487"/>
                  </a:lnTo>
                  <a:lnTo>
                    <a:pt x="85017" y="191589"/>
                  </a:lnTo>
                  <a:lnTo>
                    <a:pt x="80976" y="190541"/>
                  </a:lnTo>
                  <a:lnTo>
                    <a:pt x="76935" y="189343"/>
                  </a:lnTo>
                  <a:lnTo>
                    <a:pt x="72893" y="187996"/>
                  </a:lnTo>
                  <a:lnTo>
                    <a:pt x="69151" y="186350"/>
                  </a:lnTo>
                  <a:lnTo>
                    <a:pt x="65409" y="184554"/>
                  </a:lnTo>
                  <a:lnTo>
                    <a:pt x="61667" y="182758"/>
                  </a:lnTo>
                  <a:lnTo>
                    <a:pt x="58075" y="180662"/>
                  </a:lnTo>
                  <a:lnTo>
                    <a:pt x="54633" y="178417"/>
                  </a:lnTo>
                  <a:lnTo>
                    <a:pt x="51340" y="176022"/>
                  </a:lnTo>
                  <a:lnTo>
                    <a:pt x="48196" y="173477"/>
                  </a:lnTo>
                  <a:lnTo>
                    <a:pt x="45053" y="170783"/>
                  </a:lnTo>
                  <a:lnTo>
                    <a:pt x="42060" y="167939"/>
                  </a:lnTo>
                  <a:lnTo>
                    <a:pt x="39216" y="164946"/>
                  </a:lnTo>
                  <a:lnTo>
                    <a:pt x="36522" y="161952"/>
                  </a:lnTo>
                  <a:lnTo>
                    <a:pt x="33977" y="158809"/>
                  </a:lnTo>
                  <a:lnTo>
                    <a:pt x="31582" y="155366"/>
                  </a:lnTo>
                  <a:lnTo>
                    <a:pt x="29187" y="152073"/>
                  </a:lnTo>
                  <a:lnTo>
                    <a:pt x="27092" y="148481"/>
                  </a:lnTo>
                  <a:lnTo>
                    <a:pt x="25146" y="144889"/>
                  </a:lnTo>
                  <a:lnTo>
                    <a:pt x="23350" y="141147"/>
                  </a:lnTo>
                  <a:lnTo>
                    <a:pt x="21853" y="137255"/>
                  </a:lnTo>
                  <a:lnTo>
                    <a:pt x="20356" y="133364"/>
                  </a:lnTo>
                  <a:lnTo>
                    <a:pt x="19159" y="129322"/>
                  </a:lnTo>
                  <a:lnTo>
                    <a:pt x="18111" y="125281"/>
                  </a:lnTo>
                  <a:lnTo>
                    <a:pt x="17213" y="121090"/>
                  </a:lnTo>
                  <a:lnTo>
                    <a:pt x="16465" y="116899"/>
                  </a:lnTo>
                  <a:lnTo>
                    <a:pt x="16016" y="112558"/>
                  </a:lnTo>
                  <a:lnTo>
                    <a:pt x="15716" y="108218"/>
                  </a:lnTo>
                  <a:close/>
                  <a:moveTo>
                    <a:pt x="193684" y="107469"/>
                  </a:moveTo>
                  <a:lnTo>
                    <a:pt x="193534" y="111810"/>
                  </a:lnTo>
                  <a:lnTo>
                    <a:pt x="193085" y="116001"/>
                  </a:lnTo>
                  <a:lnTo>
                    <a:pt x="192337" y="120342"/>
                  </a:lnTo>
                  <a:lnTo>
                    <a:pt x="191588" y="124383"/>
                  </a:lnTo>
                  <a:lnTo>
                    <a:pt x="190541" y="128574"/>
                  </a:lnTo>
                  <a:lnTo>
                    <a:pt x="189343" y="132615"/>
                  </a:lnTo>
                  <a:lnTo>
                    <a:pt x="187846" y="136507"/>
                  </a:lnTo>
                  <a:lnTo>
                    <a:pt x="186350" y="140399"/>
                  </a:lnTo>
                  <a:lnTo>
                    <a:pt x="184553" y="144140"/>
                  </a:lnTo>
                  <a:lnTo>
                    <a:pt x="182608" y="147733"/>
                  </a:lnTo>
                  <a:lnTo>
                    <a:pt x="180512" y="151325"/>
                  </a:lnTo>
                  <a:lnTo>
                    <a:pt x="178267" y="154768"/>
                  </a:lnTo>
                  <a:lnTo>
                    <a:pt x="175872" y="158061"/>
                  </a:lnTo>
                  <a:lnTo>
                    <a:pt x="173477" y="161354"/>
                  </a:lnTo>
                  <a:lnTo>
                    <a:pt x="170783" y="164347"/>
                  </a:lnTo>
                  <a:lnTo>
                    <a:pt x="167939" y="167341"/>
                  </a:lnTo>
                  <a:lnTo>
                    <a:pt x="164946" y="170185"/>
                  </a:lnTo>
                  <a:lnTo>
                    <a:pt x="161952" y="172879"/>
                  </a:lnTo>
                  <a:lnTo>
                    <a:pt x="158659" y="175573"/>
                  </a:lnTo>
                  <a:lnTo>
                    <a:pt x="155366" y="177968"/>
                  </a:lnTo>
                  <a:lnTo>
                    <a:pt x="151924" y="180213"/>
                  </a:lnTo>
                  <a:lnTo>
                    <a:pt x="148481" y="182309"/>
                  </a:lnTo>
                  <a:lnTo>
                    <a:pt x="144739" y="184254"/>
                  </a:lnTo>
                  <a:lnTo>
                    <a:pt x="140997" y="186050"/>
                  </a:lnTo>
                  <a:lnTo>
                    <a:pt x="137255" y="187697"/>
                  </a:lnTo>
                  <a:lnTo>
                    <a:pt x="133214" y="189044"/>
                  </a:lnTo>
                  <a:lnTo>
                    <a:pt x="129322" y="190391"/>
                  </a:lnTo>
                  <a:lnTo>
                    <a:pt x="125131" y="191439"/>
                  </a:lnTo>
                  <a:lnTo>
                    <a:pt x="121090" y="192337"/>
                  </a:lnTo>
                  <a:lnTo>
                    <a:pt x="116899" y="192936"/>
                  </a:lnTo>
                  <a:lnTo>
                    <a:pt x="112558" y="193385"/>
                  </a:lnTo>
                  <a:lnTo>
                    <a:pt x="108217" y="193684"/>
                  </a:lnTo>
                  <a:lnTo>
                    <a:pt x="108816" y="189792"/>
                  </a:lnTo>
                  <a:lnTo>
                    <a:pt x="112109" y="189493"/>
                  </a:lnTo>
                  <a:lnTo>
                    <a:pt x="115552" y="189194"/>
                  </a:lnTo>
                  <a:lnTo>
                    <a:pt x="118845" y="188745"/>
                  </a:lnTo>
                  <a:lnTo>
                    <a:pt x="122138" y="187996"/>
                  </a:lnTo>
                  <a:lnTo>
                    <a:pt x="125430" y="187398"/>
                  </a:lnTo>
                  <a:lnTo>
                    <a:pt x="127077" y="186949"/>
                  </a:lnTo>
                  <a:lnTo>
                    <a:pt x="128424" y="186500"/>
                  </a:lnTo>
                  <a:lnTo>
                    <a:pt x="128873" y="186350"/>
                  </a:lnTo>
                  <a:lnTo>
                    <a:pt x="132615" y="185152"/>
                  </a:lnTo>
                  <a:lnTo>
                    <a:pt x="136357" y="183805"/>
                  </a:lnTo>
                  <a:lnTo>
                    <a:pt x="139949" y="182309"/>
                  </a:lnTo>
                  <a:lnTo>
                    <a:pt x="143392" y="180512"/>
                  </a:lnTo>
                  <a:lnTo>
                    <a:pt x="144290" y="180063"/>
                  </a:lnTo>
                  <a:lnTo>
                    <a:pt x="144889" y="179764"/>
                  </a:lnTo>
                  <a:lnTo>
                    <a:pt x="148182" y="177968"/>
                  </a:lnTo>
                  <a:lnTo>
                    <a:pt x="151025" y="176321"/>
                  </a:lnTo>
                  <a:lnTo>
                    <a:pt x="152223" y="175573"/>
                  </a:lnTo>
                  <a:lnTo>
                    <a:pt x="153420" y="174675"/>
                  </a:lnTo>
                  <a:lnTo>
                    <a:pt x="153869" y="174376"/>
                  </a:lnTo>
                  <a:lnTo>
                    <a:pt x="153720" y="174226"/>
                  </a:lnTo>
                  <a:lnTo>
                    <a:pt x="156863" y="171981"/>
                  </a:lnTo>
                  <a:lnTo>
                    <a:pt x="160006" y="169436"/>
                  </a:lnTo>
                  <a:lnTo>
                    <a:pt x="161952" y="167790"/>
                  </a:lnTo>
                  <a:lnTo>
                    <a:pt x="164047" y="165694"/>
                  </a:lnTo>
                  <a:lnTo>
                    <a:pt x="165993" y="163748"/>
                  </a:lnTo>
                  <a:lnTo>
                    <a:pt x="168089" y="161503"/>
                  </a:lnTo>
                  <a:lnTo>
                    <a:pt x="169885" y="159408"/>
                  </a:lnTo>
                  <a:lnTo>
                    <a:pt x="170633" y="158510"/>
                  </a:lnTo>
                  <a:lnTo>
                    <a:pt x="172579" y="156115"/>
                  </a:lnTo>
                  <a:lnTo>
                    <a:pt x="173777" y="154468"/>
                  </a:lnTo>
                  <a:lnTo>
                    <a:pt x="174226" y="153870"/>
                  </a:lnTo>
                  <a:lnTo>
                    <a:pt x="175872" y="151325"/>
                  </a:lnTo>
                  <a:lnTo>
                    <a:pt x="177519" y="148781"/>
                  </a:lnTo>
                  <a:lnTo>
                    <a:pt x="179015" y="146236"/>
                  </a:lnTo>
                  <a:lnTo>
                    <a:pt x="180362" y="143542"/>
                  </a:lnTo>
                  <a:lnTo>
                    <a:pt x="181710" y="140848"/>
                  </a:lnTo>
                  <a:lnTo>
                    <a:pt x="183057" y="138153"/>
                  </a:lnTo>
                  <a:lnTo>
                    <a:pt x="184104" y="135309"/>
                  </a:lnTo>
                  <a:lnTo>
                    <a:pt x="185152" y="132466"/>
                  </a:lnTo>
                  <a:lnTo>
                    <a:pt x="186200" y="129472"/>
                  </a:lnTo>
                  <a:lnTo>
                    <a:pt x="186948" y="126478"/>
                  </a:lnTo>
                  <a:lnTo>
                    <a:pt x="187697" y="123485"/>
                  </a:lnTo>
                  <a:lnTo>
                    <a:pt x="188295" y="120491"/>
                  </a:lnTo>
                  <a:lnTo>
                    <a:pt x="188894" y="117498"/>
                  </a:lnTo>
                  <a:lnTo>
                    <a:pt x="189343" y="114354"/>
                  </a:lnTo>
                  <a:lnTo>
                    <a:pt x="189642" y="111211"/>
                  </a:lnTo>
                  <a:lnTo>
                    <a:pt x="189792" y="108068"/>
                  </a:lnTo>
                  <a:lnTo>
                    <a:pt x="193684" y="107469"/>
                  </a:lnTo>
                  <a:close/>
                  <a:moveTo>
                    <a:pt x="104925" y="105972"/>
                  </a:moveTo>
                  <a:lnTo>
                    <a:pt x="105523" y="106571"/>
                  </a:lnTo>
                  <a:lnTo>
                    <a:pt x="107020" y="108068"/>
                  </a:lnTo>
                  <a:lnTo>
                    <a:pt x="107170" y="108218"/>
                  </a:lnTo>
                  <a:lnTo>
                    <a:pt x="108217" y="109265"/>
                  </a:lnTo>
                  <a:lnTo>
                    <a:pt x="108367" y="109415"/>
                  </a:lnTo>
                  <a:lnTo>
                    <a:pt x="104925" y="109415"/>
                  </a:lnTo>
                  <a:lnTo>
                    <a:pt x="104775" y="109565"/>
                  </a:lnTo>
                  <a:lnTo>
                    <a:pt x="103278" y="109565"/>
                  </a:lnTo>
                  <a:lnTo>
                    <a:pt x="102679" y="109714"/>
                  </a:lnTo>
                  <a:lnTo>
                    <a:pt x="102530" y="109714"/>
                  </a:lnTo>
                  <a:lnTo>
                    <a:pt x="102530" y="109864"/>
                  </a:lnTo>
                  <a:lnTo>
                    <a:pt x="102530" y="110014"/>
                  </a:lnTo>
                  <a:lnTo>
                    <a:pt x="102679" y="110014"/>
                  </a:lnTo>
                  <a:lnTo>
                    <a:pt x="103877" y="110163"/>
                  </a:lnTo>
                  <a:lnTo>
                    <a:pt x="104326" y="110163"/>
                  </a:lnTo>
                  <a:lnTo>
                    <a:pt x="105523" y="110313"/>
                  </a:lnTo>
                  <a:lnTo>
                    <a:pt x="109265" y="110313"/>
                  </a:lnTo>
                  <a:lnTo>
                    <a:pt x="110612" y="111511"/>
                  </a:lnTo>
                  <a:lnTo>
                    <a:pt x="110612" y="111660"/>
                  </a:lnTo>
                  <a:lnTo>
                    <a:pt x="111361" y="112259"/>
                  </a:lnTo>
                  <a:lnTo>
                    <a:pt x="111510" y="112409"/>
                  </a:lnTo>
                  <a:lnTo>
                    <a:pt x="111959" y="112858"/>
                  </a:lnTo>
                  <a:lnTo>
                    <a:pt x="109265" y="112708"/>
                  </a:lnTo>
                  <a:lnTo>
                    <a:pt x="106571" y="112558"/>
                  </a:lnTo>
                  <a:lnTo>
                    <a:pt x="106421" y="112558"/>
                  </a:lnTo>
                  <a:lnTo>
                    <a:pt x="105673" y="112708"/>
                  </a:lnTo>
                  <a:lnTo>
                    <a:pt x="104326" y="112708"/>
                  </a:lnTo>
                  <a:lnTo>
                    <a:pt x="103278" y="112858"/>
                  </a:lnTo>
                  <a:lnTo>
                    <a:pt x="102979" y="112858"/>
                  </a:lnTo>
                  <a:lnTo>
                    <a:pt x="101781" y="113007"/>
                  </a:lnTo>
                  <a:lnTo>
                    <a:pt x="101781" y="113157"/>
                  </a:lnTo>
                  <a:lnTo>
                    <a:pt x="103727" y="113456"/>
                  </a:lnTo>
                  <a:lnTo>
                    <a:pt x="104475" y="113456"/>
                  </a:lnTo>
                  <a:lnTo>
                    <a:pt x="105673" y="113606"/>
                  </a:lnTo>
                  <a:lnTo>
                    <a:pt x="109116" y="113456"/>
                  </a:lnTo>
                  <a:lnTo>
                    <a:pt x="112408" y="113307"/>
                  </a:lnTo>
                  <a:lnTo>
                    <a:pt x="115851" y="116600"/>
                  </a:lnTo>
                  <a:lnTo>
                    <a:pt x="116599" y="117198"/>
                  </a:lnTo>
                  <a:lnTo>
                    <a:pt x="117048" y="117647"/>
                  </a:lnTo>
                  <a:lnTo>
                    <a:pt x="116749" y="119444"/>
                  </a:lnTo>
                  <a:lnTo>
                    <a:pt x="116300" y="119294"/>
                  </a:lnTo>
                  <a:lnTo>
                    <a:pt x="115552" y="119294"/>
                  </a:lnTo>
                  <a:lnTo>
                    <a:pt x="113157" y="119144"/>
                  </a:lnTo>
                  <a:lnTo>
                    <a:pt x="110762" y="119144"/>
                  </a:lnTo>
                  <a:lnTo>
                    <a:pt x="105972" y="119294"/>
                  </a:lnTo>
                  <a:lnTo>
                    <a:pt x="103577" y="119294"/>
                  </a:lnTo>
                  <a:lnTo>
                    <a:pt x="103428" y="119444"/>
                  </a:lnTo>
                  <a:lnTo>
                    <a:pt x="103428" y="119593"/>
                  </a:lnTo>
                  <a:lnTo>
                    <a:pt x="103428" y="119743"/>
                  </a:lnTo>
                  <a:lnTo>
                    <a:pt x="104625" y="119743"/>
                  </a:lnTo>
                  <a:lnTo>
                    <a:pt x="105523" y="119893"/>
                  </a:lnTo>
                  <a:lnTo>
                    <a:pt x="106721" y="119893"/>
                  </a:lnTo>
                  <a:lnTo>
                    <a:pt x="111061" y="120042"/>
                  </a:lnTo>
                  <a:lnTo>
                    <a:pt x="113307" y="120042"/>
                  </a:lnTo>
                  <a:lnTo>
                    <a:pt x="115402" y="119893"/>
                  </a:lnTo>
                  <a:lnTo>
                    <a:pt x="116150" y="119743"/>
                  </a:lnTo>
                  <a:lnTo>
                    <a:pt x="116749" y="119743"/>
                  </a:lnTo>
                  <a:lnTo>
                    <a:pt x="115851" y="126628"/>
                  </a:lnTo>
                  <a:lnTo>
                    <a:pt x="115701" y="127227"/>
                  </a:lnTo>
                  <a:lnTo>
                    <a:pt x="115552" y="127975"/>
                  </a:lnTo>
                  <a:lnTo>
                    <a:pt x="112857" y="147733"/>
                  </a:lnTo>
                  <a:lnTo>
                    <a:pt x="112708" y="149230"/>
                  </a:lnTo>
                  <a:lnTo>
                    <a:pt x="111660" y="156414"/>
                  </a:lnTo>
                  <a:lnTo>
                    <a:pt x="111510" y="158210"/>
                  </a:lnTo>
                  <a:lnTo>
                    <a:pt x="109265" y="174376"/>
                  </a:lnTo>
                  <a:lnTo>
                    <a:pt x="109116" y="175423"/>
                  </a:lnTo>
                  <a:lnTo>
                    <a:pt x="107619" y="186350"/>
                  </a:lnTo>
                  <a:lnTo>
                    <a:pt x="107170" y="189792"/>
                  </a:lnTo>
                  <a:lnTo>
                    <a:pt x="106571" y="193834"/>
                  </a:lnTo>
                  <a:lnTo>
                    <a:pt x="106122" y="197127"/>
                  </a:lnTo>
                  <a:lnTo>
                    <a:pt x="105673" y="199971"/>
                  </a:lnTo>
                  <a:lnTo>
                    <a:pt x="105224" y="203713"/>
                  </a:lnTo>
                  <a:lnTo>
                    <a:pt x="104625" y="199971"/>
                  </a:lnTo>
                  <a:lnTo>
                    <a:pt x="104176" y="197127"/>
                  </a:lnTo>
                  <a:lnTo>
                    <a:pt x="103727" y="193834"/>
                  </a:lnTo>
                  <a:lnTo>
                    <a:pt x="103128" y="189792"/>
                  </a:lnTo>
                  <a:lnTo>
                    <a:pt x="102530" y="186350"/>
                  </a:lnTo>
                  <a:lnTo>
                    <a:pt x="100883" y="175423"/>
                  </a:lnTo>
                  <a:lnTo>
                    <a:pt x="100734" y="174525"/>
                  </a:lnTo>
                  <a:lnTo>
                    <a:pt x="98339" y="158210"/>
                  </a:lnTo>
                  <a:lnTo>
                    <a:pt x="98039" y="156414"/>
                  </a:lnTo>
                  <a:lnTo>
                    <a:pt x="96992" y="149379"/>
                  </a:lnTo>
                  <a:lnTo>
                    <a:pt x="96692" y="147733"/>
                  </a:lnTo>
                  <a:lnTo>
                    <a:pt x="93848" y="128724"/>
                  </a:lnTo>
                  <a:lnTo>
                    <a:pt x="93699" y="127975"/>
                  </a:lnTo>
                  <a:lnTo>
                    <a:pt x="93699" y="127376"/>
                  </a:lnTo>
                  <a:lnTo>
                    <a:pt x="93100" y="124084"/>
                  </a:lnTo>
                  <a:lnTo>
                    <a:pt x="93100" y="123485"/>
                  </a:lnTo>
                  <a:lnTo>
                    <a:pt x="92501" y="119743"/>
                  </a:lnTo>
                  <a:lnTo>
                    <a:pt x="92501" y="119444"/>
                  </a:lnTo>
                  <a:lnTo>
                    <a:pt x="92352" y="118845"/>
                  </a:lnTo>
                  <a:lnTo>
                    <a:pt x="92651" y="118845"/>
                  </a:lnTo>
                  <a:lnTo>
                    <a:pt x="92950" y="118545"/>
                  </a:lnTo>
                  <a:lnTo>
                    <a:pt x="93549" y="117797"/>
                  </a:lnTo>
                  <a:lnTo>
                    <a:pt x="93848" y="117498"/>
                  </a:lnTo>
                  <a:lnTo>
                    <a:pt x="95495" y="115702"/>
                  </a:lnTo>
                  <a:lnTo>
                    <a:pt x="95644" y="115702"/>
                  </a:lnTo>
                  <a:lnTo>
                    <a:pt x="97141" y="113905"/>
                  </a:lnTo>
                  <a:lnTo>
                    <a:pt x="97291" y="113905"/>
                  </a:lnTo>
                  <a:lnTo>
                    <a:pt x="98937" y="112109"/>
                  </a:lnTo>
                  <a:lnTo>
                    <a:pt x="99237" y="111660"/>
                  </a:lnTo>
                  <a:lnTo>
                    <a:pt x="99386" y="112409"/>
                  </a:lnTo>
                  <a:lnTo>
                    <a:pt x="99386" y="112558"/>
                  </a:lnTo>
                  <a:lnTo>
                    <a:pt x="99386" y="113606"/>
                  </a:lnTo>
                  <a:lnTo>
                    <a:pt x="99536" y="113756"/>
                  </a:lnTo>
                  <a:lnTo>
                    <a:pt x="99686" y="113606"/>
                  </a:lnTo>
                  <a:lnTo>
                    <a:pt x="99835" y="113007"/>
                  </a:lnTo>
                  <a:lnTo>
                    <a:pt x="99835" y="112858"/>
                  </a:lnTo>
                  <a:lnTo>
                    <a:pt x="99985" y="111062"/>
                  </a:lnTo>
                  <a:lnTo>
                    <a:pt x="100584" y="110313"/>
                  </a:lnTo>
                  <a:lnTo>
                    <a:pt x="100734" y="110163"/>
                  </a:lnTo>
                  <a:lnTo>
                    <a:pt x="102230" y="108517"/>
                  </a:lnTo>
                  <a:lnTo>
                    <a:pt x="102380" y="108367"/>
                  </a:lnTo>
                  <a:lnTo>
                    <a:pt x="104176" y="106421"/>
                  </a:lnTo>
                  <a:lnTo>
                    <a:pt x="104775" y="105972"/>
                  </a:lnTo>
                  <a:close/>
                  <a:moveTo>
                    <a:pt x="103428" y="0"/>
                  </a:moveTo>
                  <a:lnTo>
                    <a:pt x="101632" y="12423"/>
                  </a:lnTo>
                  <a:lnTo>
                    <a:pt x="97141" y="12573"/>
                  </a:lnTo>
                  <a:lnTo>
                    <a:pt x="92651" y="13172"/>
                  </a:lnTo>
                  <a:lnTo>
                    <a:pt x="88161" y="13770"/>
                  </a:lnTo>
                  <a:lnTo>
                    <a:pt x="83820" y="14669"/>
                  </a:lnTo>
                  <a:lnTo>
                    <a:pt x="79629" y="15866"/>
                  </a:lnTo>
                  <a:lnTo>
                    <a:pt x="75288" y="17063"/>
                  </a:lnTo>
                  <a:lnTo>
                    <a:pt x="71247" y="18560"/>
                  </a:lnTo>
                  <a:lnTo>
                    <a:pt x="67206" y="20207"/>
                  </a:lnTo>
                  <a:lnTo>
                    <a:pt x="63314" y="22152"/>
                  </a:lnTo>
                  <a:lnTo>
                    <a:pt x="59572" y="24098"/>
                  </a:lnTo>
                  <a:lnTo>
                    <a:pt x="55830" y="26343"/>
                  </a:lnTo>
                  <a:lnTo>
                    <a:pt x="52238" y="28738"/>
                  </a:lnTo>
                  <a:lnTo>
                    <a:pt x="48795" y="31283"/>
                  </a:lnTo>
                  <a:lnTo>
                    <a:pt x="45353" y="33977"/>
                  </a:lnTo>
                  <a:lnTo>
                    <a:pt x="42209" y="36821"/>
                  </a:lnTo>
                  <a:lnTo>
                    <a:pt x="39066" y="39665"/>
                  </a:lnTo>
                  <a:lnTo>
                    <a:pt x="36072" y="42808"/>
                  </a:lnTo>
                  <a:lnTo>
                    <a:pt x="33378" y="46101"/>
                  </a:lnTo>
                  <a:lnTo>
                    <a:pt x="30684" y="49394"/>
                  </a:lnTo>
                  <a:lnTo>
                    <a:pt x="28140" y="52986"/>
                  </a:lnTo>
                  <a:lnTo>
                    <a:pt x="25894" y="56579"/>
                  </a:lnTo>
                  <a:lnTo>
                    <a:pt x="23649" y="60320"/>
                  </a:lnTo>
                  <a:lnTo>
                    <a:pt x="21703" y="64212"/>
                  </a:lnTo>
                  <a:lnTo>
                    <a:pt x="19907" y="68104"/>
                  </a:lnTo>
                  <a:lnTo>
                    <a:pt x="18261" y="72145"/>
                  </a:lnTo>
                  <a:lnTo>
                    <a:pt x="16764" y="76186"/>
                  </a:lnTo>
                  <a:lnTo>
                    <a:pt x="15567" y="80527"/>
                  </a:lnTo>
                  <a:lnTo>
                    <a:pt x="14519" y="84718"/>
                  </a:lnTo>
                  <a:lnTo>
                    <a:pt x="13621" y="89059"/>
                  </a:lnTo>
                  <a:lnTo>
                    <a:pt x="12872" y="93549"/>
                  </a:lnTo>
                  <a:lnTo>
                    <a:pt x="12573" y="98039"/>
                  </a:lnTo>
                  <a:lnTo>
                    <a:pt x="12274" y="102680"/>
                  </a:lnTo>
                  <a:lnTo>
                    <a:pt x="0" y="104476"/>
                  </a:lnTo>
                  <a:lnTo>
                    <a:pt x="0" y="106122"/>
                  </a:lnTo>
                  <a:lnTo>
                    <a:pt x="12274" y="107769"/>
                  </a:lnTo>
                  <a:lnTo>
                    <a:pt x="12573" y="112409"/>
                  </a:lnTo>
                  <a:lnTo>
                    <a:pt x="13022" y="116899"/>
                  </a:lnTo>
                  <a:lnTo>
                    <a:pt x="13770" y="121240"/>
                  </a:lnTo>
                  <a:lnTo>
                    <a:pt x="14668" y="125580"/>
                  </a:lnTo>
                  <a:lnTo>
                    <a:pt x="15716" y="129921"/>
                  </a:lnTo>
                  <a:lnTo>
                    <a:pt x="17063" y="134112"/>
                  </a:lnTo>
                  <a:lnTo>
                    <a:pt x="18560" y="138153"/>
                  </a:lnTo>
                  <a:lnTo>
                    <a:pt x="20207" y="142195"/>
                  </a:lnTo>
                  <a:lnTo>
                    <a:pt x="22003" y="146086"/>
                  </a:lnTo>
                  <a:lnTo>
                    <a:pt x="24098" y="149978"/>
                  </a:lnTo>
                  <a:lnTo>
                    <a:pt x="26343" y="153720"/>
                  </a:lnTo>
                  <a:lnTo>
                    <a:pt x="28589" y="157312"/>
                  </a:lnTo>
                  <a:lnTo>
                    <a:pt x="31133" y="160755"/>
                  </a:lnTo>
                  <a:lnTo>
                    <a:pt x="33827" y="164048"/>
                  </a:lnTo>
                  <a:lnTo>
                    <a:pt x="36671" y="167341"/>
                  </a:lnTo>
                  <a:lnTo>
                    <a:pt x="39665" y="170334"/>
                  </a:lnTo>
                  <a:lnTo>
                    <a:pt x="42808" y="173328"/>
                  </a:lnTo>
                  <a:lnTo>
                    <a:pt x="46101" y="176172"/>
                  </a:lnTo>
                  <a:lnTo>
                    <a:pt x="49394" y="178716"/>
                  </a:lnTo>
                  <a:lnTo>
                    <a:pt x="52836" y="181261"/>
                  </a:lnTo>
                  <a:lnTo>
                    <a:pt x="56578" y="183656"/>
                  </a:lnTo>
                  <a:lnTo>
                    <a:pt x="60320" y="185751"/>
                  </a:lnTo>
                  <a:lnTo>
                    <a:pt x="64062" y="187847"/>
                  </a:lnTo>
                  <a:lnTo>
                    <a:pt x="68104" y="189643"/>
                  </a:lnTo>
                  <a:lnTo>
                    <a:pt x="71995" y="191289"/>
                  </a:lnTo>
                  <a:lnTo>
                    <a:pt x="76186" y="192636"/>
                  </a:lnTo>
                  <a:lnTo>
                    <a:pt x="80377" y="193983"/>
                  </a:lnTo>
                  <a:lnTo>
                    <a:pt x="84718" y="195031"/>
                  </a:lnTo>
                  <a:lnTo>
                    <a:pt x="89059" y="195929"/>
                  </a:lnTo>
                  <a:lnTo>
                    <a:pt x="93549" y="196528"/>
                  </a:lnTo>
                  <a:lnTo>
                    <a:pt x="98039" y="196977"/>
                  </a:lnTo>
                  <a:lnTo>
                    <a:pt x="102530" y="197127"/>
                  </a:lnTo>
                  <a:lnTo>
                    <a:pt x="104475" y="209550"/>
                  </a:lnTo>
                  <a:lnTo>
                    <a:pt x="105972" y="209550"/>
                  </a:lnTo>
                  <a:lnTo>
                    <a:pt x="107768" y="197127"/>
                  </a:lnTo>
                  <a:lnTo>
                    <a:pt x="112259" y="196827"/>
                  </a:lnTo>
                  <a:lnTo>
                    <a:pt x="116749" y="196378"/>
                  </a:lnTo>
                  <a:lnTo>
                    <a:pt x="121239" y="195630"/>
                  </a:lnTo>
                  <a:lnTo>
                    <a:pt x="125580" y="194732"/>
                  </a:lnTo>
                  <a:lnTo>
                    <a:pt x="129771" y="193684"/>
                  </a:lnTo>
                  <a:lnTo>
                    <a:pt x="133962" y="192337"/>
                  </a:lnTo>
                  <a:lnTo>
                    <a:pt x="138153" y="190990"/>
                  </a:lnTo>
                  <a:lnTo>
                    <a:pt x="142194" y="189194"/>
                  </a:lnTo>
                  <a:lnTo>
                    <a:pt x="146086" y="187398"/>
                  </a:lnTo>
                  <a:lnTo>
                    <a:pt x="149828" y="185302"/>
                  </a:lnTo>
                  <a:lnTo>
                    <a:pt x="153570" y="183207"/>
                  </a:lnTo>
                  <a:lnTo>
                    <a:pt x="157162" y="180812"/>
                  </a:lnTo>
                  <a:lnTo>
                    <a:pt x="160605" y="178267"/>
                  </a:lnTo>
                  <a:lnTo>
                    <a:pt x="164047" y="175573"/>
                  </a:lnTo>
                  <a:lnTo>
                    <a:pt x="167191" y="172729"/>
                  </a:lnTo>
                  <a:lnTo>
                    <a:pt x="170334" y="169736"/>
                  </a:lnTo>
                  <a:lnTo>
                    <a:pt x="173328" y="166592"/>
                  </a:lnTo>
                  <a:lnTo>
                    <a:pt x="176022" y="163449"/>
                  </a:lnTo>
                  <a:lnTo>
                    <a:pt x="178716" y="160006"/>
                  </a:lnTo>
                  <a:lnTo>
                    <a:pt x="181260" y="156564"/>
                  </a:lnTo>
                  <a:lnTo>
                    <a:pt x="183506" y="152972"/>
                  </a:lnTo>
                  <a:lnTo>
                    <a:pt x="185751" y="149230"/>
                  </a:lnTo>
                  <a:lnTo>
                    <a:pt x="187697" y="145338"/>
                  </a:lnTo>
                  <a:lnTo>
                    <a:pt x="189493" y="141446"/>
                  </a:lnTo>
                  <a:lnTo>
                    <a:pt x="191139" y="137405"/>
                  </a:lnTo>
                  <a:lnTo>
                    <a:pt x="192636" y="133214"/>
                  </a:lnTo>
                  <a:lnTo>
                    <a:pt x="193833" y="129023"/>
                  </a:lnTo>
                  <a:lnTo>
                    <a:pt x="194881" y="124682"/>
                  </a:lnTo>
                  <a:lnTo>
                    <a:pt x="195779" y="120342"/>
                  </a:lnTo>
                  <a:lnTo>
                    <a:pt x="196378" y="116001"/>
                  </a:lnTo>
                  <a:lnTo>
                    <a:pt x="196827" y="111511"/>
                  </a:lnTo>
                  <a:lnTo>
                    <a:pt x="197126" y="106871"/>
                  </a:lnTo>
                  <a:lnTo>
                    <a:pt x="209400" y="105074"/>
                  </a:lnTo>
                  <a:lnTo>
                    <a:pt x="209400" y="103428"/>
                  </a:lnTo>
                  <a:lnTo>
                    <a:pt x="197126" y="101781"/>
                  </a:lnTo>
                  <a:lnTo>
                    <a:pt x="196827" y="97141"/>
                  </a:lnTo>
                  <a:lnTo>
                    <a:pt x="196378" y="92651"/>
                  </a:lnTo>
                  <a:lnTo>
                    <a:pt x="195630" y="88310"/>
                  </a:lnTo>
                  <a:lnTo>
                    <a:pt x="194732" y="83820"/>
                  </a:lnTo>
                  <a:lnTo>
                    <a:pt x="193684" y="79629"/>
                  </a:lnTo>
                  <a:lnTo>
                    <a:pt x="192337" y="75438"/>
                  </a:lnTo>
                  <a:lnTo>
                    <a:pt x="190840" y="71247"/>
                  </a:lnTo>
                  <a:lnTo>
                    <a:pt x="189193" y="67355"/>
                  </a:lnTo>
                  <a:lnTo>
                    <a:pt x="187397" y="63314"/>
                  </a:lnTo>
                  <a:lnTo>
                    <a:pt x="185302" y="59572"/>
                  </a:lnTo>
                  <a:lnTo>
                    <a:pt x="183057" y="55830"/>
                  </a:lnTo>
                  <a:lnTo>
                    <a:pt x="180662" y="52238"/>
                  </a:lnTo>
                  <a:lnTo>
                    <a:pt x="178267" y="48795"/>
                  </a:lnTo>
                  <a:lnTo>
                    <a:pt x="175573" y="45502"/>
                  </a:lnTo>
                  <a:lnTo>
                    <a:pt x="172729" y="42209"/>
                  </a:lnTo>
                  <a:lnTo>
                    <a:pt x="169735" y="39066"/>
                  </a:lnTo>
                  <a:lnTo>
                    <a:pt x="166592" y="36222"/>
                  </a:lnTo>
                  <a:lnTo>
                    <a:pt x="163299" y="33378"/>
                  </a:lnTo>
                  <a:lnTo>
                    <a:pt x="160006" y="30684"/>
                  </a:lnTo>
                  <a:lnTo>
                    <a:pt x="156414" y="28289"/>
                  </a:lnTo>
                  <a:lnTo>
                    <a:pt x="152822" y="25894"/>
                  </a:lnTo>
                  <a:lnTo>
                    <a:pt x="149080" y="23799"/>
                  </a:lnTo>
                  <a:lnTo>
                    <a:pt x="145338" y="21703"/>
                  </a:lnTo>
                  <a:lnTo>
                    <a:pt x="141296" y="19907"/>
                  </a:lnTo>
                  <a:lnTo>
                    <a:pt x="137405" y="18261"/>
                  </a:lnTo>
                  <a:lnTo>
                    <a:pt x="133214" y="16764"/>
                  </a:lnTo>
                  <a:lnTo>
                    <a:pt x="129023" y="15567"/>
                  </a:lnTo>
                  <a:lnTo>
                    <a:pt x="124682" y="14519"/>
                  </a:lnTo>
                  <a:lnTo>
                    <a:pt x="120341" y="13621"/>
                  </a:lnTo>
                  <a:lnTo>
                    <a:pt x="115851" y="13022"/>
                  </a:lnTo>
                  <a:lnTo>
                    <a:pt x="111361" y="12573"/>
                  </a:lnTo>
                  <a:lnTo>
                    <a:pt x="106870" y="12423"/>
                  </a:lnTo>
                  <a:lnTo>
                    <a:pt x="104925"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87" name="Google Shape;3087;p64"/>
            <p:cNvSpPr/>
            <p:nvPr/>
          </p:nvSpPr>
          <p:spPr>
            <a:xfrm>
              <a:off x="4088775" y="2591800"/>
              <a:ext cx="18725" cy="291900"/>
            </a:xfrm>
            <a:custGeom>
              <a:rect b="b" l="l" r="r" t="t"/>
              <a:pathLst>
                <a:path extrusionOk="0" h="11676" w="749">
                  <a:moveTo>
                    <a:pt x="299" y="1"/>
                  </a:moveTo>
                  <a:lnTo>
                    <a:pt x="299" y="151"/>
                  </a:lnTo>
                  <a:lnTo>
                    <a:pt x="0" y="4791"/>
                  </a:lnTo>
                  <a:lnTo>
                    <a:pt x="150" y="9281"/>
                  </a:lnTo>
                  <a:lnTo>
                    <a:pt x="150" y="9730"/>
                  </a:lnTo>
                  <a:lnTo>
                    <a:pt x="150" y="9880"/>
                  </a:lnTo>
                  <a:lnTo>
                    <a:pt x="150" y="10329"/>
                  </a:lnTo>
                  <a:lnTo>
                    <a:pt x="150" y="10628"/>
                  </a:lnTo>
                  <a:lnTo>
                    <a:pt x="150" y="11077"/>
                  </a:lnTo>
                  <a:lnTo>
                    <a:pt x="299" y="11526"/>
                  </a:lnTo>
                  <a:lnTo>
                    <a:pt x="299" y="11676"/>
                  </a:lnTo>
                  <a:lnTo>
                    <a:pt x="599" y="11676"/>
                  </a:lnTo>
                  <a:lnTo>
                    <a:pt x="599" y="11526"/>
                  </a:lnTo>
                  <a:lnTo>
                    <a:pt x="599" y="10927"/>
                  </a:lnTo>
                  <a:lnTo>
                    <a:pt x="599" y="10628"/>
                  </a:lnTo>
                  <a:lnTo>
                    <a:pt x="748" y="10329"/>
                  </a:lnTo>
                  <a:lnTo>
                    <a:pt x="748" y="9880"/>
                  </a:lnTo>
                  <a:lnTo>
                    <a:pt x="748" y="9730"/>
                  </a:lnTo>
                  <a:lnTo>
                    <a:pt x="748" y="9281"/>
                  </a:lnTo>
                  <a:lnTo>
                    <a:pt x="748" y="4791"/>
                  </a:lnTo>
                  <a:lnTo>
                    <a:pt x="599" y="151"/>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88" name="Google Shape;3088;p64"/>
            <p:cNvSpPr/>
            <p:nvPr/>
          </p:nvSpPr>
          <p:spPr>
            <a:xfrm>
              <a:off x="4253400" y="2584325"/>
              <a:ext cx="15000" cy="276925"/>
            </a:xfrm>
            <a:custGeom>
              <a:rect b="b" l="l" r="r" t="t"/>
              <a:pathLst>
                <a:path extrusionOk="0" h="11077" w="600">
                  <a:moveTo>
                    <a:pt x="151" y="0"/>
                  </a:moveTo>
                  <a:lnTo>
                    <a:pt x="1" y="2096"/>
                  </a:lnTo>
                  <a:lnTo>
                    <a:pt x="1" y="4341"/>
                  </a:lnTo>
                  <a:lnTo>
                    <a:pt x="1" y="5389"/>
                  </a:lnTo>
                  <a:lnTo>
                    <a:pt x="1" y="6287"/>
                  </a:lnTo>
                  <a:lnTo>
                    <a:pt x="151" y="10927"/>
                  </a:lnTo>
                  <a:lnTo>
                    <a:pt x="151" y="11077"/>
                  </a:lnTo>
                  <a:lnTo>
                    <a:pt x="450" y="11077"/>
                  </a:lnTo>
                  <a:lnTo>
                    <a:pt x="450" y="10927"/>
                  </a:lnTo>
                  <a:lnTo>
                    <a:pt x="600" y="5389"/>
                  </a:lnTo>
                  <a:lnTo>
                    <a:pt x="600" y="4341"/>
                  </a:lnTo>
                  <a:lnTo>
                    <a:pt x="600" y="3293"/>
                  </a:lnTo>
                  <a:lnTo>
                    <a:pt x="600" y="1647"/>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89" name="Google Shape;3089;p64"/>
            <p:cNvSpPr/>
            <p:nvPr/>
          </p:nvSpPr>
          <p:spPr>
            <a:xfrm>
              <a:off x="4328250" y="2595550"/>
              <a:ext cx="26225" cy="273200"/>
            </a:xfrm>
            <a:custGeom>
              <a:rect b="b" l="l" r="r" t="t"/>
              <a:pathLst>
                <a:path extrusionOk="0" h="10928" w="1049">
                  <a:moveTo>
                    <a:pt x="449" y="1"/>
                  </a:moveTo>
                  <a:lnTo>
                    <a:pt x="449" y="150"/>
                  </a:lnTo>
                  <a:lnTo>
                    <a:pt x="300" y="1348"/>
                  </a:lnTo>
                  <a:lnTo>
                    <a:pt x="0" y="3742"/>
                  </a:lnTo>
                  <a:lnTo>
                    <a:pt x="0" y="6137"/>
                  </a:lnTo>
                  <a:lnTo>
                    <a:pt x="150" y="8532"/>
                  </a:lnTo>
                  <a:lnTo>
                    <a:pt x="449" y="10777"/>
                  </a:lnTo>
                  <a:lnTo>
                    <a:pt x="599" y="10927"/>
                  </a:lnTo>
                  <a:lnTo>
                    <a:pt x="599" y="10777"/>
                  </a:lnTo>
                  <a:lnTo>
                    <a:pt x="899" y="8383"/>
                  </a:lnTo>
                  <a:lnTo>
                    <a:pt x="1048" y="5838"/>
                  </a:lnTo>
                  <a:lnTo>
                    <a:pt x="1048" y="3144"/>
                  </a:lnTo>
                  <a:lnTo>
                    <a:pt x="749" y="749"/>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90" name="Google Shape;3090;p64"/>
            <p:cNvSpPr/>
            <p:nvPr/>
          </p:nvSpPr>
          <p:spPr>
            <a:xfrm>
              <a:off x="4410575" y="2599300"/>
              <a:ext cx="22475" cy="258200"/>
            </a:xfrm>
            <a:custGeom>
              <a:rect b="b" l="l" r="r" t="t"/>
              <a:pathLst>
                <a:path extrusionOk="0" h="10328" w="899">
                  <a:moveTo>
                    <a:pt x="300" y="0"/>
                  </a:moveTo>
                  <a:lnTo>
                    <a:pt x="300" y="150"/>
                  </a:lnTo>
                  <a:lnTo>
                    <a:pt x="150" y="2844"/>
                  </a:lnTo>
                  <a:lnTo>
                    <a:pt x="0" y="5538"/>
                  </a:lnTo>
                  <a:lnTo>
                    <a:pt x="0" y="7933"/>
                  </a:lnTo>
                  <a:lnTo>
                    <a:pt x="150" y="9131"/>
                  </a:lnTo>
                  <a:lnTo>
                    <a:pt x="449" y="10328"/>
                  </a:lnTo>
                  <a:lnTo>
                    <a:pt x="599" y="10328"/>
                  </a:lnTo>
                  <a:lnTo>
                    <a:pt x="749" y="9131"/>
                  </a:lnTo>
                  <a:lnTo>
                    <a:pt x="898" y="7933"/>
                  </a:lnTo>
                  <a:lnTo>
                    <a:pt x="898" y="5538"/>
                  </a:lnTo>
                  <a:lnTo>
                    <a:pt x="898" y="2844"/>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91" name="Google Shape;3091;p64"/>
            <p:cNvSpPr/>
            <p:nvPr/>
          </p:nvSpPr>
          <p:spPr>
            <a:xfrm>
              <a:off x="4489150" y="2614250"/>
              <a:ext cx="29975" cy="243250"/>
            </a:xfrm>
            <a:custGeom>
              <a:rect b="b" l="l" r="r" t="t"/>
              <a:pathLst>
                <a:path extrusionOk="0" h="9730" w="1199">
                  <a:moveTo>
                    <a:pt x="450" y="1"/>
                  </a:moveTo>
                  <a:lnTo>
                    <a:pt x="300" y="2396"/>
                  </a:lnTo>
                  <a:lnTo>
                    <a:pt x="1" y="4940"/>
                  </a:lnTo>
                  <a:lnTo>
                    <a:pt x="1" y="7335"/>
                  </a:lnTo>
                  <a:lnTo>
                    <a:pt x="150" y="8533"/>
                  </a:lnTo>
                  <a:lnTo>
                    <a:pt x="450" y="9580"/>
                  </a:lnTo>
                  <a:lnTo>
                    <a:pt x="599" y="9730"/>
                  </a:lnTo>
                  <a:lnTo>
                    <a:pt x="749" y="9580"/>
                  </a:lnTo>
                  <a:lnTo>
                    <a:pt x="899" y="8533"/>
                  </a:lnTo>
                  <a:lnTo>
                    <a:pt x="1048" y="7335"/>
                  </a:lnTo>
                  <a:lnTo>
                    <a:pt x="1198" y="4940"/>
                  </a:lnTo>
                  <a:lnTo>
                    <a:pt x="899" y="2396"/>
                  </a:lnTo>
                  <a:lnTo>
                    <a:pt x="7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92" name="Google Shape;3092;p64"/>
            <p:cNvSpPr/>
            <p:nvPr/>
          </p:nvSpPr>
          <p:spPr>
            <a:xfrm>
              <a:off x="4571475" y="2621750"/>
              <a:ext cx="22475" cy="243250"/>
            </a:xfrm>
            <a:custGeom>
              <a:rect b="b" l="l" r="r" t="t"/>
              <a:pathLst>
                <a:path extrusionOk="0" h="9730" w="899">
                  <a:moveTo>
                    <a:pt x="450" y="0"/>
                  </a:moveTo>
                  <a:lnTo>
                    <a:pt x="300" y="150"/>
                  </a:lnTo>
                  <a:lnTo>
                    <a:pt x="300" y="300"/>
                  </a:lnTo>
                  <a:lnTo>
                    <a:pt x="150" y="2694"/>
                  </a:lnTo>
                  <a:lnTo>
                    <a:pt x="150" y="5239"/>
                  </a:lnTo>
                  <a:lnTo>
                    <a:pt x="1" y="7484"/>
                  </a:lnTo>
                  <a:lnTo>
                    <a:pt x="150" y="8532"/>
                  </a:lnTo>
                  <a:lnTo>
                    <a:pt x="300" y="9580"/>
                  </a:lnTo>
                  <a:lnTo>
                    <a:pt x="450" y="9729"/>
                  </a:lnTo>
                  <a:lnTo>
                    <a:pt x="599" y="9580"/>
                  </a:lnTo>
                  <a:lnTo>
                    <a:pt x="899" y="8532"/>
                  </a:lnTo>
                  <a:lnTo>
                    <a:pt x="899" y="7484"/>
                  </a:lnTo>
                  <a:lnTo>
                    <a:pt x="899" y="5239"/>
                  </a:lnTo>
                  <a:lnTo>
                    <a:pt x="899" y="2694"/>
                  </a:lnTo>
                  <a:lnTo>
                    <a:pt x="599" y="300"/>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93" name="Google Shape;3093;p64"/>
            <p:cNvSpPr/>
            <p:nvPr/>
          </p:nvSpPr>
          <p:spPr>
            <a:xfrm>
              <a:off x="4653800" y="2636700"/>
              <a:ext cx="22475" cy="232050"/>
            </a:xfrm>
            <a:custGeom>
              <a:rect b="b" l="l" r="r" t="t"/>
              <a:pathLst>
                <a:path extrusionOk="0" h="9282" w="899">
                  <a:moveTo>
                    <a:pt x="150" y="1"/>
                  </a:moveTo>
                  <a:lnTo>
                    <a:pt x="0" y="2246"/>
                  </a:lnTo>
                  <a:lnTo>
                    <a:pt x="0" y="4641"/>
                  </a:lnTo>
                  <a:lnTo>
                    <a:pt x="150" y="9131"/>
                  </a:lnTo>
                  <a:lnTo>
                    <a:pt x="300" y="9281"/>
                  </a:lnTo>
                  <a:lnTo>
                    <a:pt x="599" y="9281"/>
                  </a:lnTo>
                  <a:lnTo>
                    <a:pt x="599" y="9131"/>
                  </a:lnTo>
                  <a:lnTo>
                    <a:pt x="899" y="4641"/>
                  </a:lnTo>
                  <a:lnTo>
                    <a:pt x="749" y="2246"/>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94" name="Google Shape;3094;p64"/>
            <p:cNvSpPr/>
            <p:nvPr/>
          </p:nvSpPr>
          <p:spPr>
            <a:xfrm>
              <a:off x="4736125" y="2640450"/>
              <a:ext cx="22475" cy="235775"/>
            </a:xfrm>
            <a:custGeom>
              <a:rect b="b" l="l" r="r" t="t"/>
              <a:pathLst>
                <a:path extrusionOk="0" h="9431" w="899">
                  <a:moveTo>
                    <a:pt x="449" y="1"/>
                  </a:moveTo>
                  <a:lnTo>
                    <a:pt x="300" y="150"/>
                  </a:lnTo>
                  <a:lnTo>
                    <a:pt x="150" y="1198"/>
                  </a:lnTo>
                  <a:lnTo>
                    <a:pt x="0" y="2246"/>
                  </a:lnTo>
                  <a:lnTo>
                    <a:pt x="0" y="4491"/>
                  </a:lnTo>
                  <a:lnTo>
                    <a:pt x="0" y="6886"/>
                  </a:lnTo>
                  <a:lnTo>
                    <a:pt x="150" y="9281"/>
                  </a:lnTo>
                  <a:lnTo>
                    <a:pt x="150" y="9430"/>
                  </a:lnTo>
                  <a:lnTo>
                    <a:pt x="449" y="9430"/>
                  </a:lnTo>
                  <a:lnTo>
                    <a:pt x="599" y="9281"/>
                  </a:lnTo>
                  <a:lnTo>
                    <a:pt x="749" y="6886"/>
                  </a:lnTo>
                  <a:lnTo>
                    <a:pt x="898" y="4491"/>
                  </a:lnTo>
                  <a:lnTo>
                    <a:pt x="898" y="2246"/>
                  </a:lnTo>
                  <a:lnTo>
                    <a:pt x="898" y="119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95" name="Google Shape;3095;p64"/>
            <p:cNvSpPr/>
            <p:nvPr/>
          </p:nvSpPr>
          <p:spPr>
            <a:xfrm>
              <a:off x="4814700" y="2659175"/>
              <a:ext cx="22475" cy="205825"/>
            </a:xfrm>
            <a:custGeom>
              <a:rect b="b" l="l" r="r" t="t"/>
              <a:pathLst>
                <a:path extrusionOk="0" h="8233" w="899">
                  <a:moveTo>
                    <a:pt x="599" y="0"/>
                  </a:moveTo>
                  <a:lnTo>
                    <a:pt x="450" y="150"/>
                  </a:lnTo>
                  <a:lnTo>
                    <a:pt x="1" y="4041"/>
                  </a:lnTo>
                  <a:lnTo>
                    <a:pt x="1" y="5987"/>
                  </a:lnTo>
                  <a:lnTo>
                    <a:pt x="150" y="7933"/>
                  </a:lnTo>
                  <a:lnTo>
                    <a:pt x="300" y="8083"/>
                  </a:lnTo>
                  <a:lnTo>
                    <a:pt x="450" y="8232"/>
                  </a:lnTo>
                  <a:lnTo>
                    <a:pt x="599" y="8083"/>
                  </a:lnTo>
                  <a:lnTo>
                    <a:pt x="749" y="7933"/>
                  </a:lnTo>
                  <a:lnTo>
                    <a:pt x="899" y="5987"/>
                  </a:lnTo>
                  <a:lnTo>
                    <a:pt x="899" y="4041"/>
                  </a:lnTo>
                  <a:lnTo>
                    <a:pt x="899" y="2096"/>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96" name="Google Shape;3096;p64"/>
            <p:cNvSpPr/>
            <p:nvPr/>
          </p:nvSpPr>
          <p:spPr>
            <a:xfrm>
              <a:off x="4893275" y="2670400"/>
              <a:ext cx="29975" cy="243250"/>
            </a:xfrm>
            <a:custGeom>
              <a:rect b="b" l="l" r="r" t="t"/>
              <a:pathLst>
                <a:path extrusionOk="0" h="9730" w="1199">
                  <a:moveTo>
                    <a:pt x="600" y="0"/>
                  </a:moveTo>
                  <a:lnTo>
                    <a:pt x="450" y="150"/>
                  </a:lnTo>
                  <a:lnTo>
                    <a:pt x="151" y="2245"/>
                  </a:lnTo>
                  <a:lnTo>
                    <a:pt x="1" y="4041"/>
                  </a:lnTo>
                  <a:lnTo>
                    <a:pt x="1" y="5987"/>
                  </a:lnTo>
                  <a:lnTo>
                    <a:pt x="151" y="7783"/>
                  </a:lnTo>
                  <a:lnTo>
                    <a:pt x="300" y="9580"/>
                  </a:lnTo>
                  <a:lnTo>
                    <a:pt x="450" y="9729"/>
                  </a:lnTo>
                  <a:lnTo>
                    <a:pt x="600" y="9729"/>
                  </a:lnTo>
                  <a:lnTo>
                    <a:pt x="749" y="9580"/>
                  </a:lnTo>
                  <a:lnTo>
                    <a:pt x="1049" y="7334"/>
                  </a:lnTo>
                  <a:lnTo>
                    <a:pt x="1198" y="4939"/>
                  </a:lnTo>
                  <a:lnTo>
                    <a:pt x="1049" y="2395"/>
                  </a:lnTo>
                  <a:lnTo>
                    <a:pt x="749" y="150"/>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97" name="Google Shape;3097;p64"/>
            <p:cNvSpPr/>
            <p:nvPr/>
          </p:nvSpPr>
          <p:spPr>
            <a:xfrm>
              <a:off x="4975600" y="2681625"/>
              <a:ext cx="22475" cy="194600"/>
            </a:xfrm>
            <a:custGeom>
              <a:rect b="b" l="l" r="r" t="t"/>
              <a:pathLst>
                <a:path extrusionOk="0" h="7784" w="899">
                  <a:moveTo>
                    <a:pt x="300" y="0"/>
                  </a:moveTo>
                  <a:lnTo>
                    <a:pt x="150" y="1946"/>
                  </a:lnTo>
                  <a:lnTo>
                    <a:pt x="1" y="3742"/>
                  </a:lnTo>
                  <a:lnTo>
                    <a:pt x="1" y="5688"/>
                  </a:lnTo>
                  <a:lnTo>
                    <a:pt x="300" y="7484"/>
                  </a:lnTo>
                  <a:lnTo>
                    <a:pt x="300" y="7783"/>
                  </a:lnTo>
                  <a:lnTo>
                    <a:pt x="600" y="7783"/>
                  </a:lnTo>
                  <a:lnTo>
                    <a:pt x="749" y="7484"/>
                  </a:lnTo>
                  <a:lnTo>
                    <a:pt x="899" y="5688"/>
                  </a:lnTo>
                  <a:lnTo>
                    <a:pt x="899" y="3742"/>
                  </a:lnTo>
                  <a:lnTo>
                    <a:pt x="899" y="1946"/>
                  </a:lnTo>
                  <a:lnTo>
                    <a:pt x="60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98" name="Google Shape;3098;p64"/>
            <p:cNvSpPr/>
            <p:nvPr/>
          </p:nvSpPr>
          <p:spPr>
            <a:xfrm>
              <a:off x="5136500" y="2700325"/>
              <a:ext cx="22500" cy="164675"/>
            </a:xfrm>
            <a:custGeom>
              <a:rect b="b" l="l" r="r" t="t"/>
              <a:pathLst>
                <a:path extrusionOk="0" h="6587" w="900">
                  <a:moveTo>
                    <a:pt x="300" y="1"/>
                  </a:moveTo>
                  <a:lnTo>
                    <a:pt x="151" y="150"/>
                  </a:lnTo>
                  <a:lnTo>
                    <a:pt x="1" y="1647"/>
                  </a:lnTo>
                  <a:lnTo>
                    <a:pt x="1" y="3293"/>
                  </a:lnTo>
                  <a:lnTo>
                    <a:pt x="1" y="4940"/>
                  </a:lnTo>
                  <a:lnTo>
                    <a:pt x="300" y="6437"/>
                  </a:lnTo>
                  <a:lnTo>
                    <a:pt x="300" y="6586"/>
                  </a:lnTo>
                  <a:lnTo>
                    <a:pt x="600" y="6586"/>
                  </a:lnTo>
                  <a:lnTo>
                    <a:pt x="749" y="6437"/>
                  </a:lnTo>
                  <a:lnTo>
                    <a:pt x="749"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99" name="Google Shape;3099;p64"/>
            <p:cNvSpPr/>
            <p:nvPr/>
          </p:nvSpPr>
          <p:spPr>
            <a:xfrm>
              <a:off x="5057925" y="2692850"/>
              <a:ext cx="22475" cy="172150"/>
            </a:xfrm>
            <a:custGeom>
              <a:rect b="b" l="l" r="r" t="t"/>
              <a:pathLst>
                <a:path extrusionOk="0" h="6886" w="899">
                  <a:moveTo>
                    <a:pt x="300" y="0"/>
                  </a:moveTo>
                  <a:lnTo>
                    <a:pt x="300" y="150"/>
                  </a:lnTo>
                  <a:lnTo>
                    <a:pt x="1" y="1647"/>
                  </a:lnTo>
                  <a:lnTo>
                    <a:pt x="1" y="3293"/>
                  </a:lnTo>
                  <a:lnTo>
                    <a:pt x="1" y="4940"/>
                  </a:lnTo>
                  <a:lnTo>
                    <a:pt x="150" y="6586"/>
                  </a:lnTo>
                  <a:lnTo>
                    <a:pt x="300" y="6736"/>
                  </a:lnTo>
                  <a:lnTo>
                    <a:pt x="450" y="6885"/>
                  </a:lnTo>
                  <a:lnTo>
                    <a:pt x="599" y="6736"/>
                  </a:lnTo>
                  <a:lnTo>
                    <a:pt x="599" y="6586"/>
                  </a:lnTo>
                  <a:lnTo>
                    <a:pt x="899" y="4940"/>
                  </a:lnTo>
                  <a:lnTo>
                    <a:pt x="899" y="3293"/>
                  </a:lnTo>
                  <a:lnTo>
                    <a:pt x="749" y="1647"/>
                  </a:lnTo>
                  <a:lnTo>
                    <a:pt x="599" y="150"/>
                  </a:lnTo>
                  <a:lnTo>
                    <a:pt x="450"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00" name="Google Shape;3100;p64"/>
            <p:cNvSpPr/>
            <p:nvPr/>
          </p:nvSpPr>
          <p:spPr>
            <a:xfrm>
              <a:off x="5218825" y="2711550"/>
              <a:ext cx="22475" cy="149700"/>
            </a:xfrm>
            <a:custGeom>
              <a:rect b="b" l="l" r="r" t="t"/>
              <a:pathLst>
                <a:path extrusionOk="0" h="5988" w="899">
                  <a:moveTo>
                    <a:pt x="450" y="1"/>
                  </a:moveTo>
                  <a:lnTo>
                    <a:pt x="300" y="150"/>
                  </a:lnTo>
                  <a:lnTo>
                    <a:pt x="1" y="1497"/>
                  </a:lnTo>
                  <a:lnTo>
                    <a:pt x="1" y="2994"/>
                  </a:lnTo>
                  <a:lnTo>
                    <a:pt x="1" y="4491"/>
                  </a:lnTo>
                  <a:lnTo>
                    <a:pt x="151" y="5838"/>
                  </a:lnTo>
                  <a:lnTo>
                    <a:pt x="300" y="5988"/>
                  </a:lnTo>
                  <a:lnTo>
                    <a:pt x="600" y="5988"/>
                  </a:lnTo>
                  <a:lnTo>
                    <a:pt x="600" y="5838"/>
                  </a:lnTo>
                  <a:lnTo>
                    <a:pt x="899" y="4491"/>
                  </a:lnTo>
                  <a:lnTo>
                    <a:pt x="899" y="2994"/>
                  </a:lnTo>
                  <a:lnTo>
                    <a:pt x="749" y="1497"/>
                  </a:lnTo>
                  <a:lnTo>
                    <a:pt x="600" y="150"/>
                  </a:lnTo>
                  <a:lnTo>
                    <a:pt x="45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01" name="Google Shape;3101;p64"/>
            <p:cNvSpPr/>
            <p:nvPr/>
          </p:nvSpPr>
          <p:spPr>
            <a:xfrm>
              <a:off x="5297425" y="2726525"/>
              <a:ext cx="26200" cy="134725"/>
            </a:xfrm>
            <a:custGeom>
              <a:rect b="b" l="l" r="r" t="t"/>
              <a:pathLst>
                <a:path extrusionOk="0" h="5389" w="1048">
                  <a:moveTo>
                    <a:pt x="300" y="0"/>
                  </a:moveTo>
                  <a:lnTo>
                    <a:pt x="300" y="150"/>
                  </a:lnTo>
                  <a:lnTo>
                    <a:pt x="0" y="1347"/>
                  </a:lnTo>
                  <a:lnTo>
                    <a:pt x="0" y="2694"/>
                  </a:lnTo>
                  <a:lnTo>
                    <a:pt x="0" y="3892"/>
                  </a:lnTo>
                  <a:lnTo>
                    <a:pt x="300" y="5089"/>
                  </a:lnTo>
                  <a:lnTo>
                    <a:pt x="300" y="5239"/>
                  </a:lnTo>
                  <a:lnTo>
                    <a:pt x="449" y="5389"/>
                  </a:lnTo>
                  <a:lnTo>
                    <a:pt x="599" y="5239"/>
                  </a:lnTo>
                  <a:lnTo>
                    <a:pt x="749" y="5089"/>
                  </a:lnTo>
                  <a:lnTo>
                    <a:pt x="898" y="3892"/>
                  </a:lnTo>
                  <a:lnTo>
                    <a:pt x="1048" y="269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02" name="Google Shape;3102;p64"/>
            <p:cNvSpPr/>
            <p:nvPr/>
          </p:nvSpPr>
          <p:spPr>
            <a:xfrm>
              <a:off x="5379750" y="2734000"/>
              <a:ext cx="22475" cy="142225"/>
            </a:xfrm>
            <a:custGeom>
              <a:rect b="b" l="l" r="r" t="t"/>
              <a:pathLst>
                <a:path extrusionOk="0" h="5689" w="899">
                  <a:moveTo>
                    <a:pt x="449" y="1"/>
                  </a:moveTo>
                  <a:lnTo>
                    <a:pt x="150" y="150"/>
                  </a:lnTo>
                  <a:lnTo>
                    <a:pt x="0" y="1497"/>
                  </a:lnTo>
                  <a:lnTo>
                    <a:pt x="0" y="2994"/>
                  </a:lnTo>
                  <a:lnTo>
                    <a:pt x="0" y="4341"/>
                  </a:lnTo>
                  <a:lnTo>
                    <a:pt x="150" y="4940"/>
                  </a:lnTo>
                  <a:lnTo>
                    <a:pt x="299" y="5539"/>
                  </a:lnTo>
                  <a:lnTo>
                    <a:pt x="449" y="5688"/>
                  </a:lnTo>
                  <a:lnTo>
                    <a:pt x="599" y="5539"/>
                  </a:lnTo>
                  <a:lnTo>
                    <a:pt x="748" y="4940"/>
                  </a:lnTo>
                  <a:lnTo>
                    <a:pt x="898" y="4341"/>
                  </a:lnTo>
                  <a:lnTo>
                    <a:pt x="898" y="2994"/>
                  </a:lnTo>
                  <a:lnTo>
                    <a:pt x="748" y="1497"/>
                  </a:lnTo>
                  <a:lnTo>
                    <a:pt x="599" y="150"/>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03" name="Google Shape;3103;p64"/>
            <p:cNvSpPr/>
            <p:nvPr/>
          </p:nvSpPr>
          <p:spPr>
            <a:xfrm>
              <a:off x="5458325" y="2748975"/>
              <a:ext cx="22475" cy="131000"/>
            </a:xfrm>
            <a:custGeom>
              <a:rect b="b" l="l" r="r" t="t"/>
              <a:pathLst>
                <a:path extrusionOk="0" h="5240" w="899">
                  <a:moveTo>
                    <a:pt x="300" y="0"/>
                  </a:moveTo>
                  <a:lnTo>
                    <a:pt x="300" y="150"/>
                  </a:lnTo>
                  <a:lnTo>
                    <a:pt x="150" y="1347"/>
                  </a:lnTo>
                  <a:lnTo>
                    <a:pt x="0" y="2844"/>
                  </a:lnTo>
                  <a:lnTo>
                    <a:pt x="150" y="4042"/>
                  </a:lnTo>
                  <a:lnTo>
                    <a:pt x="150" y="4640"/>
                  </a:lnTo>
                  <a:lnTo>
                    <a:pt x="449" y="5239"/>
                  </a:lnTo>
                  <a:lnTo>
                    <a:pt x="599" y="5239"/>
                  </a:lnTo>
                  <a:lnTo>
                    <a:pt x="898" y="4640"/>
                  </a:lnTo>
                  <a:lnTo>
                    <a:pt x="898" y="4042"/>
                  </a:lnTo>
                  <a:lnTo>
                    <a:pt x="898" y="2844"/>
                  </a:lnTo>
                  <a:lnTo>
                    <a:pt x="898" y="1347"/>
                  </a:lnTo>
                  <a:lnTo>
                    <a:pt x="599" y="150"/>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04" name="Google Shape;3104;p64"/>
            <p:cNvSpPr/>
            <p:nvPr/>
          </p:nvSpPr>
          <p:spPr>
            <a:xfrm>
              <a:off x="5536900" y="2748975"/>
              <a:ext cx="29950" cy="134725"/>
            </a:xfrm>
            <a:custGeom>
              <a:rect b="b" l="l" r="r" t="t"/>
              <a:pathLst>
                <a:path extrusionOk="0" h="5389" w="1198">
                  <a:moveTo>
                    <a:pt x="450" y="0"/>
                  </a:moveTo>
                  <a:lnTo>
                    <a:pt x="450" y="150"/>
                  </a:lnTo>
                  <a:lnTo>
                    <a:pt x="150" y="1347"/>
                  </a:lnTo>
                  <a:lnTo>
                    <a:pt x="1" y="2695"/>
                  </a:lnTo>
                  <a:lnTo>
                    <a:pt x="150" y="4042"/>
                  </a:lnTo>
                  <a:lnTo>
                    <a:pt x="150" y="4790"/>
                  </a:lnTo>
                  <a:lnTo>
                    <a:pt x="450" y="5389"/>
                  </a:lnTo>
                  <a:lnTo>
                    <a:pt x="749" y="5389"/>
                  </a:lnTo>
                  <a:lnTo>
                    <a:pt x="1048" y="4790"/>
                  </a:lnTo>
                  <a:lnTo>
                    <a:pt x="1198" y="4042"/>
                  </a:lnTo>
                  <a:lnTo>
                    <a:pt x="1198" y="2695"/>
                  </a:lnTo>
                  <a:lnTo>
                    <a:pt x="1048" y="1347"/>
                  </a:lnTo>
                  <a:lnTo>
                    <a:pt x="749" y="150"/>
                  </a:lnTo>
                  <a:lnTo>
                    <a:pt x="7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05" name="Google Shape;3105;p64"/>
            <p:cNvSpPr/>
            <p:nvPr/>
          </p:nvSpPr>
          <p:spPr>
            <a:xfrm>
              <a:off x="5619225" y="2767675"/>
              <a:ext cx="26225" cy="134750"/>
            </a:xfrm>
            <a:custGeom>
              <a:rect b="b" l="l" r="r" t="t"/>
              <a:pathLst>
                <a:path extrusionOk="0" h="5390" w="1049">
                  <a:moveTo>
                    <a:pt x="599" y="1"/>
                  </a:moveTo>
                  <a:lnTo>
                    <a:pt x="450" y="150"/>
                  </a:lnTo>
                  <a:lnTo>
                    <a:pt x="150" y="1348"/>
                  </a:lnTo>
                  <a:lnTo>
                    <a:pt x="0" y="2695"/>
                  </a:lnTo>
                  <a:lnTo>
                    <a:pt x="150" y="4042"/>
                  </a:lnTo>
                  <a:lnTo>
                    <a:pt x="300" y="5239"/>
                  </a:lnTo>
                  <a:lnTo>
                    <a:pt x="599" y="5389"/>
                  </a:lnTo>
                  <a:lnTo>
                    <a:pt x="749" y="5239"/>
                  </a:lnTo>
                  <a:lnTo>
                    <a:pt x="1048" y="4042"/>
                  </a:lnTo>
                  <a:lnTo>
                    <a:pt x="1048" y="2695"/>
                  </a:lnTo>
                  <a:lnTo>
                    <a:pt x="899" y="1348"/>
                  </a:lnTo>
                  <a:lnTo>
                    <a:pt x="749" y="150"/>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06" name="Google Shape;3106;p64"/>
            <p:cNvSpPr/>
            <p:nvPr/>
          </p:nvSpPr>
          <p:spPr>
            <a:xfrm>
              <a:off x="5701550" y="2778900"/>
              <a:ext cx="22475" cy="108550"/>
            </a:xfrm>
            <a:custGeom>
              <a:rect b="b" l="l" r="r" t="t"/>
              <a:pathLst>
                <a:path extrusionOk="0" h="4342" w="899">
                  <a:moveTo>
                    <a:pt x="300" y="1"/>
                  </a:moveTo>
                  <a:lnTo>
                    <a:pt x="0" y="1049"/>
                  </a:lnTo>
                  <a:lnTo>
                    <a:pt x="0" y="2096"/>
                  </a:lnTo>
                  <a:lnTo>
                    <a:pt x="0" y="3144"/>
                  </a:lnTo>
                  <a:lnTo>
                    <a:pt x="150" y="3743"/>
                  </a:lnTo>
                  <a:lnTo>
                    <a:pt x="300" y="4192"/>
                  </a:lnTo>
                  <a:lnTo>
                    <a:pt x="449" y="4341"/>
                  </a:lnTo>
                  <a:lnTo>
                    <a:pt x="749" y="4192"/>
                  </a:lnTo>
                  <a:lnTo>
                    <a:pt x="898" y="3743"/>
                  </a:lnTo>
                  <a:lnTo>
                    <a:pt x="898" y="3144"/>
                  </a:lnTo>
                  <a:lnTo>
                    <a:pt x="898" y="2096"/>
                  </a:lnTo>
                  <a:lnTo>
                    <a:pt x="898" y="1049"/>
                  </a:lnTo>
                  <a:lnTo>
                    <a:pt x="59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07" name="Google Shape;3107;p64"/>
            <p:cNvSpPr/>
            <p:nvPr/>
          </p:nvSpPr>
          <p:spPr>
            <a:xfrm>
              <a:off x="5783875" y="2786400"/>
              <a:ext cx="22475" cy="82350"/>
            </a:xfrm>
            <a:custGeom>
              <a:rect b="b" l="l" r="r" t="t"/>
              <a:pathLst>
                <a:path extrusionOk="0" h="3294" w="899">
                  <a:moveTo>
                    <a:pt x="449" y="0"/>
                  </a:moveTo>
                  <a:lnTo>
                    <a:pt x="300" y="150"/>
                  </a:lnTo>
                  <a:lnTo>
                    <a:pt x="0" y="1647"/>
                  </a:lnTo>
                  <a:lnTo>
                    <a:pt x="0" y="2395"/>
                  </a:lnTo>
                  <a:lnTo>
                    <a:pt x="150" y="3143"/>
                  </a:lnTo>
                  <a:lnTo>
                    <a:pt x="300" y="3293"/>
                  </a:lnTo>
                  <a:lnTo>
                    <a:pt x="599" y="3293"/>
                  </a:lnTo>
                  <a:lnTo>
                    <a:pt x="749" y="3143"/>
                  </a:lnTo>
                  <a:lnTo>
                    <a:pt x="898" y="2395"/>
                  </a:lnTo>
                  <a:lnTo>
                    <a:pt x="749" y="1647"/>
                  </a:lnTo>
                  <a:lnTo>
                    <a:pt x="599" y="150"/>
                  </a:lnTo>
                  <a:lnTo>
                    <a:pt x="44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08" name="Google Shape;3108;p64"/>
            <p:cNvSpPr/>
            <p:nvPr/>
          </p:nvSpPr>
          <p:spPr>
            <a:xfrm>
              <a:off x="5862450" y="2793875"/>
              <a:ext cx="22475" cy="67375"/>
            </a:xfrm>
            <a:custGeom>
              <a:rect b="b" l="l" r="r" t="t"/>
              <a:pathLst>
                <a:path extrusionOk="0" h="2695" w="899">
                  <a:moveTo>
                    <a:pt x="300" y="0"/>
                  </a:moveTo>
                  <a:lnTo>
                    <a:pt x="150" y="599"/>
                  </a:lnTo>
                  <a:lnTo>
                    <a:pt x="1" y="1348"/>
                  </a:lnTo>
                  <a:lnTo>
                    <a:pt x="150" y="1946"/>
                  </a:lnTo>
                  <a:lnTo>
                    <a:pt x="300" y="2545"/>
                  </a:lnTo>
                  <a:lnTo>
                    <a:pt x="300" y="2695"/>
                  </a:lnTo>
                  <a:lnTo>
                    <a:pt x="599" y="2695"/>
                  </a:lnTo>
                  <a:lnTo>
                    <a:pt x="749" y="2545"/>
                  </a:lnTo>
                  <a:lnTo>
                    <a:pt x="899" y="1946"/>
                  </a:lnTo>
                  <a:lnTo>
                    <a:pt x="899" y="1348"/>
                  </a:lnTo>
                  <a:lnTo>
                    <a:pt x="899" y="599"/>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09" name="Google Shape;3109;p64"/>
            <p:cNvSpPr/>
            <p:nvPr/>
          </p:nvSpPr>
          <p:spPr>
            <a:xfrm>
              <a:off x="5944775" y="2808850"/>
              <a:ext cx="22475" cy="67375"/>
            </a:xfrm>
            <a:custGeom>
              <a:rect b="b" l="l" r="r" t="t"/>
              <a:pathLst>
                <a:path extrusionOk="0" h="2695" w="899">
                  <a:moveTo>
                    <a:pt x="300" y="0"/>
                  </a:moveTo>
                  <a:lnTo>
                    <a:pt x="150" y="599"/>
                  </a:lnTo>
                  <a:lnTo>
                    <a:pt x="1" y="1347"/>
                  </a:lnTo>
                  <a:lnTo>
                    <a:pt x="1" y="2096"/>
                  </a:lnTo>
                  <a:lnTo>
                    <a:pt x="150" y="2395"/>
                  </a:lnTo>
                  <a:lnTo>
                    <a:pt x="300" y="2545"/>
                  </a:lnTo>
                  <a:lnTo>
                    <a:pt x="450" y="2694"/>
                  </a:lnTo>
                  <a:lnTo>
                    <a:pt x="599" y="2545"/>
                  </a:lnTo>
                  <a:lnTo>
                    <a:pt x="749" y="2395"/>
                  </a:lnTo>
                  <a:lnTo>
                    <a:pt x="899" y="2096"/>
                  </a:lnTo>
                  <a:lnTo>
                    <a:pt x="899" y="1347"/>
                  </a:lnTo>
                  <a:lnTo>
                    <a:pt x="599"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10" name="Google Shape;3110;p64"/>
            <p:cNvSpPr/>
            <p:nvPr/>
          </p:nvSpPr>
          <p:spPr>
            <a:xfrm>
              <a:off x="6027100" y="2812575"/>
              <a:ext cx="18725" cy="59900"/>
            </a:xfrm>
            <a:custGeom>
              <a:rect b="b" l="l" r="r" t="t"/>
              <a:pathLst>
                <a:path extrusionOk="0" h="2396" w="749">
                  <a:moveTo>
                    <a:pt x="300" y="1"/>
                  </a:moveTo>
                  <a:lnTo>
                    <a:pt x="150" y="151"/>
                  </a:lnTo>
                  <a:lnTo>
                    <a:pt x="0" y="1198"/>
                  </a:lnTo>
                  <a:lnTo>
                    <a:pt x="150" y="2246"/>
                  </a:lnTo>
                  <a:lnTo>
                    <a:pt x="150" y="2396"/>
                  </a:lnTo>
                  <a:lnTo>
                    <a:pt x="449" y="2396"/>
                  </a:lnTo>
                  <a:lnTo>
                    <a:pt x="599" y="2246"/>
                  </a:lnTo>
                  <a:lnTo>
                    <a:pt x="749" y="1198"/>
                  </a:lnTo>
                  <a:lnTo>
                    <a:pt x="599" y="151"/>
                  </a:lnTo>
                  <a:lnTo>
                    <a:pt x="44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2100" fill="hold"/>
                                        <p:tgtEl>
                                          <p:spTgt spid="2941"/>
                                        </p:tgtEl>
                                        <p:attrNameLst>
                                          <p:attrName>r</p:attrName>
                                        </p:attrNameLst>
                                      </p:cBhvr>
                                    </p:animRo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4" name="Shape 3114"/>
        <p:cNvGrpSpPr/>
        <p:nvPr/>
      </p:nvGrpSpPr>
      <p:grpSpPr>
        <a:xfrm>
          <a:off x="0" y="0"/>
          <a:ext cx="0" cy="0"/>
          <a:chOff x="0" y="0"/>
          <a:chExt cx="0" cy="0"/>
        </a:xfrm>
      </p:grpSpPr>
      <p:sp>
        <p:nvSpPr>
          <p:cNvPr id="3115" name="Google Shape;3115;p65"/>
          <p:cNvSpPr txBox="1"/>
          <p:nvPr>
            <p:ph idx="1" type="body"/>
          </p:nvPr>
        </p:nvSpPr>
        <p:spPr>
          <a:xfrm>
            <a:off x="704666" y="2723479"/>
            <a:ext cx="2519700" cy="894000"/>
          </a:xfrm>
          <a:prstGeom prst="rect">
            <a:avLst/>
          </a:prstGeom>
          <a:noFill/>
          <a:ln>
            <a:noFill/>
          </a:ln>
        </p:spPr>
        <p:txBody>
          <a:bodyPr anchorCtr="0" anchor="t" bIns="91425" lIns="91425" spcFirstLastPara="1" rIns="91425" wrap="square" tIns="91425">
            <a:noAutofit/>
          </a:bodyPr>
          <a:lstStyle/>
          <a:p>
            <a:pPr indent="0" lvl="0" marL="139700" rtl="0" algn="l">
              <a:lnSpc>
                <a:spcPct val="100000"/>
              </a:lnSpc>
              <a:spcBef>
                <a:spcPts val="0"/>
              </a:spcBef>
              <a:spcAft>
                <a:spcPts val="0"/>
              </a:spcAft>
              <a:buSzPts val="1400"/>
              <a:buNone/>
            </a:pPr>
            <a:r>
              <a:rPr lang="en"/>
              <a:t>Kombineer:</a:t>
            </a:r>
            <a:endParaRPr/>
          </a:p>
          <a:p>
            <a:pPr indent="-317500" lvl="0" marL="457200" rtl="0" algn="l">
              <a:lnSpc>
                <a:spcPct val="100000"/>
              </a:lnSpc>
              <a:spcBef>
                <a:spcPts val="0"/>
              </a:spcBef>
              <a:spcAft>
                <a:spcPts val="0"/>
              </a:spcAft>
              <a:buSzPts val="1400"/>
              <a:buChar char="●"/>
            </a:pPr>
            <a:r>
              <a:rPr lang="en"/>
              <a:t>Lokaal roosters</a:t>
            </a:r>
            <a:endParaRPr/>
          </a:p>
          <a:p>
            <a:pPr indent="-317500" lvl="0" marL="457200" rtl="0" algn="l">
              <a:lnSpc>
                <a:spcPct val="100000"/>
              </a:lnSpc>
              <a:spcBef>
                <a:spcPts val="0"/>
              </a:spcBef>
              <a:spcAft>
                <a:spcPts val="0"/>
              </a:spcAft>
              <a:buSzPts val="1400"/>
              <a:buChar char="●"/>
            </a:pPr>
            <a:r>
              <a:rPr lang="en"/>
              <a:t>Databasis</a:t>
            </a:r>
            <a:endParaRPr/>
          </a:p>
          <a:p>
            <a:pPr indent="-317500" lvl="0" marL="457200" rtl="0" algn="l">
              <a:lnSpc>
                <a:spcPct val="100000"/>
              </a:lnSpc>
              <a:spcBef>
                <a:spcPts val="0"/>
              </a:spcBef>
              <a:spcAft>
                <a:spcPts val="0"/>
              </a:spcAft>
              <a:buSzPts val="1400"/>
              <a:buChar char="●"/>
            </a:pPr>
            <a:r>
              <a:rPr lang="en"/>
              <a:t>Roete berekeninge</a:t>
            </a:r>
            <a:endParaRPr/>
          </a:p>
        </p:txBody>
      </p:sp>
      <p:sp>
        <p:nvSpPr>
          <p:cNvPr id="3116" name="Google Shape;3116;p65"/>
          <p:cNvSpPr txBox="1"/>
          <p:nvPr>
            <p:ph idx="2" type="body"/>
          </p:nvPr>
        </p:nvSpPr>
        <p:spPr>
          <a:xfrm>
            <a:off x="3296709" y="2723479"/>
            <a:ext cx="2519700" cy="894000"/>
          </a:xfrm>
          <a:prstGeom prst="rect">
            <a:avLst/>
          </a:prstGeom>
          <a:noFill/>
          <a:ln>
            <a:noFill/>
          </a:ln>
        </p:spPr>
        <p:txBody>
          <a:bodyPr anchorCtr="0" anchor="t" bIns="91425" lIns="91425" spcFirstLastPara="1" rIns="91425" wrap="square" tIns="91425">
            <a:noAutofit/>
          </a:bodyPr>
          <a:lstStyle/>
          <a:p>
            <a:pPr indent="0" lvl="0" marL="139700" rtl="0" algn="l">
              <a:lnSpc>
                <a:spcPct val="100000"/>
              </a:lnSpc>
              <a:spcBef>
                <a:spcPts val="0"/>
              </a:spcBef>
              <a:spcAft>
                <a:spcPts val="0"/>
              </a:spcAft>
              <a:buSzPts val="1400"/>
              <a:buNone/>
            </a:pPr>
            <a:r>
              <a:rPr lang="en"/>
              <a:t>Los ‘n werklike kampus probleem doeltreffend op, en is aanpasbaar</a:t>
            </a:r>
            <a:endParaRPr/>
          </a:p>
        </p:txBody>
      </p:sp>
      <p:sp>
        <p:nvSpPr>
          <p:cNvPr id="3117" name="Google Shape;3117;p65"/>
          <p:cNvSpPr txBox="1"/>
          <p:nvPr>
            <p:ph type="title"/>
          </p:nvPr>
        </p:nvSpPr>
        <p:spPr>
          <a:xfrm>
            <a:off x="720000" y="445025"/>
            <a:ext cx="77040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3400"/>
              <a:buNone/>
            </a:pPr>
            <a:r>
              <a:rPr lang="en"/>
              <a:t>Toepaslikheid Op Probleem</a:t>
            </a:r>
            <a:endParaRPr/>
          </a:p>
        </p:txBody>
      </p:sp>
      <p:sp>
        <p:nvSpPr>
          <p:cNvPr id="3118" name="Google Shape;3118;p65"/>
          <p:cNvSpPr txBox="1"/>
          <p:nvPr>
            <p:ph idx="5" type="body"/>
          </p:nvPr>
        </p:nvSpPr>
        <p:spPr>
          <a:xfrm>
            <a:off x="5888915" y="2723479"/>
            <a:ext cx="2519700" cy="894000"/>
          </a:xfrm>
          <a:prstGeom prst="rect">
            <a:avLst/>
          </a:prstGeom>
          <a:noFill/>
          <a:ln>
            <a:noFill/>
          </a:ln>
        </p:spPr>
        <p:txBody>
          <a:bodyPr anchorCtr="0" anchor="t" bIns="91425" lIns="91425" spcFirstLastPara="1" rIns="91425" wrap="square" tIns="91425">
            <a:noAutofit/>
          </a:bodyPr>
          <a:lstStyle/>
          <a:p>
            <a:pPr indent="0" lvl="0" marL="139700" rtl="0" algn="l">
              <a:lnSpc>
                <a:spcPct val="100000"/>
              </a:lnSpc>
              <a:spcBef>
                <a:spcPts val="0"/>
              </a:spcBef>
              <a:spcAft>
                <a:spcPts val="0"/>
              </a:spcAft>
              <a:buSzPts val="1400"/>
              <a:buNone/>
            </a:pPr>
            <a:r>
              <a:rPr lang="en"/>
              <a:t>Demonstreer gebruik van:</a:t>
            </a:r>
            <a:endParaRPr/>
          </a:p>
          <a:p>
            <a:pPr indent="-317500" lvl="0" marL="457200" rtl="0" algn="l">
              <a:lnSpc>
                <a:spcPct val="100000"/>
              </a:lnSpc>
              <a:spcBef>
                <a:spcPts val="0"/>
              </a:spcBef>
              <a:spcAft>
                <a:spcPts val="0"/>
              </a:spcAft>
              <a:buSzPts val="1400"/>
              <a:buChar char="●"/>
            </a:pPr>
            <a:r>
              <a:rPr lang="en"/>
              <a:t>Datastrukture</a:t>
            </a:r>
            <a:endParaRPr/>
          </a:p>
          <a:p>
            <a:pPr indent="-317500" lvl="0" marL="457200" rtl="0" algn="l">
              <a:lnSpc>
                <a:spcPct val="100000"/>
              </a:lnSpc>
              <a:spcBef>
                <a:spcPts val="0"/>
              </a:spcBef>
              <a:spcAft>
                <a:spcPts val="0"/>
              </a:spcAft>
              <a:buSzPts val="1400"/>
              <a:buChar char="●"/>
            </a:pPr>
            <a:r>
              <a:rPr lang="en"/>
              <a:t>Algoritmes</a:t>
            </a:r>
            <a:endParaRPr/>
          </a:p>
          <a:p>
            <a:pPr indent="-317500" lvl="0" marL="457200" rtl="0" algn="l">
              <a:lnSpc>
                <a:spcPct val="100000"/>
              </a:lnSpc>
              <a:spcBef>
                <a:spcPts val="0"/>
              </a:spcBef>
              <a:spcAft>
                <a:spcPts val="0"/>
              </a:spcAft>
              <a:buSzPts val="1400"/>
              <a:buChar char="●"/>
            </a:pPr>
            <a:r>
              <a:rPr lang="en"/>
              <a:t>Databasis bestuur</a:t>
            </a:r>
            <a:endParaRPr/>
          </a:p>
          <a:p>
            <a:pPr indent="-317500" lvl="0" marL="457200" rtl="0" algn="l">
              <a:lnSpc>
                <a:spcPct val="100000"/>
              </a:lnSpc>
              <a:spcBef>
                <a:spcPts val="0"/>
              </a:spcBef>
              <a:spcAft>
                <a:spcPts val="0"/>
              </a:spcAft>
              <a:buSzPts val="1400"/>
              <a:buChar char="●"/>
            </a:pPr>
            <a:r>
              <a:rPr lang="en"/>
              <a:t>Gebruikers koppelvlakte</a:t>
            </a:r>
            <a:endParaRPr/>
          </a:p>
        </p:txBody>
      </p:sp>
      <p:cxnSp>
        <p:nvCxnSpPr>
          <p:cNvPr id="3119" name="Google Shape;3119;p65"/>
          <p:cNvCxnSpPr/>
          <p:nvPr/>
        </p:nvCxnSpPr>
        <p:spPr>
          <a:xfrm>
            <a:off x="1499850" y="2423038"/>
            <a:ext cx="960000" cy="0"/>
          </a:xfrm>
          <a:prstGeom prst="straightConnector1">
            <a:avLst/>
          </a:prstGeom>
          <a:noFill/>
          <a:ln cap="flat" cmpd="sng" w="9525">
            <a:solidFill>
              <a:schemeClr val="dk1"/>
            </a:solidFill>
            <a:prstDash val="solid"/>
            <a:round/>
            <a:headEnd len="sm" w="sm" type="none"/>
            <a:tailEnd len="sm" w="sm" type="none"/>
          </a:ln>
        </p:spPr>
      </p:cxnSp>
      <p:cxnSp>
        <p:nvCxnSpPr>
          <p:cNvPr id="3120" name="Google Shape;3120;p65"/>
          <p:cNvCxnSpPr/>
          <p:nvPr/>
        </p:nvCxnSpPr>
        <p:spPr>
          <a:xfrm>
            <a:off x="4091900" y="2423038"/>
            <a:ext cx="960000" cy="0"/>
          </a:xfrm>
          <a:prstGeom prst="straightConnector1">
            <a:avLst/>
          </a:prstGeom>
          <a:noFill/>
          <a:ln cap="flat" cmpd="sng" w="9525">
            <a:solidFill>
              <a:schemeClr val="dk1"/>
            </a:solidFill>
            <a:prstDash val="solid"/>
            <a:round/>
            <a:headEnd len="sm" w="sm" type="none"/>
            <a:tailEnd len="sm" w="sm" type="none"/>
          </a:ln>
        </p:spPr>
      </p:cxnSp>
      <p:cxnSp>
        <p:nvCxnSpPr>
          <p:cNvPr id="3121" name="Google Shape;3121;p65"/>
          <p:cNvCxnSpPr/>
          <p:nvPr/>
        </p:nvCxnSpPr>
        <p:spPr>
          <a:xfrm>
            <a:off x="6683950" y="2423038"/>
            <a:ext cx="960000" cy="0"/>
          </a:xfrm>
          <a:prstGeom prst="straightConnector1">
            <a:avLst/>
          </a:prstGeom>
          <a:noFill/>
          <a:ln cap="flat" cmpd="sng" w="9525">
            <a:solidFill>
              <a:schemeClr val="dk1"/>
            </a:solidFill>
            <a:prstDash val="solid"/>
            <a:round/>
            <a:headEnd len="sm" w="sm" type="none"/>
            <a:tailEnd len="sm" w="sm" type="none"/>
          </a:ln>
        </p:spPr>
      </p:cxnSp>
      <p:grpSp>
        <p:nvGrpSpPr>
          <p:cNvPr id="3122" name="Google Shape;3122;p65"/>
          <p:cNvGrpSpPr/>
          <p:nvPr/>
        </p:nvGrpSpPr>
        <p:grpSpPr>
          <a:xfrm>
            <a:off x="6920018" y="1638676"/>
            <a:ext cx="488211" cy="456724"/>
            <a:chOff x="3253900" y="1982275"/>
            <a:chExt cx="447325" cy="418475"/>
          </a:xfrm>
        </p:grpSpPr>
        <p:sp>
          <p:nvSpPr>
            <p:cNvPr id="3123" name="Google Shape;3123;p65"/>
            <p:cNvSpPr/>
            <p:nvPr/>
          </p:nvSpPr>
          <p:spPr>
            <a:xfrm>
              <a:off x="3253900" y="2269750"/>
              <a:ext cx="447325" cy="131000"/>
            </a:xfrm>
            <a:custGeom>
              <a:rect b="b" l="l" r="r" t="t"/>
              <a:pathLst>
                <a:path extrusionOk="0" h="5240" w="17893">
                  <a:moveTo>
                    <a:pt x="1066" y="0"/>
                  </a:moveTo>
                  <a:lnTo>
                    <a:pt x="1066" y="4218"/>
                  </a:lnTo>
                  <a:lnTo>
                    <a:pt x="0" y="4218"/>
                  </a:lnTo>
                  <a:lnTo>
                    <a:pt x="0" y="5239"/>
                  </a:lnTo>
                  <a:lnTo>
                    <a:pt x="3197" y="5239"/>
                  </a:lnTo>
                  <a:lnTo>
                    <a:pt x="3197" y="2087"/>
                  </a:lnTo>
                  <a:lnTo>
                    <a:pt x="4218" y="2087"/>
                  </a:lnTo>
                  <a:lnTo>
                    <a:pt x="4218" y="5239"/>
                  </a:lnTo>
                  <a:lnTo>
                    <a:pt x="5284" y="5239"/>
                  </a:lnTo>
                  <a:lnTo>
                    <a:pt x="5284" y="2087"/>
                  </a:lnTo>
                  <a:lnTo>
                    <a:pt x="6305" y="2087"/>
                  </a:lnTo>
                  <a:lnTo>
                    <a:pt x="6305" y="5239"/>
                  </a:lnTo>
                  <a:lnTo>
                    <a:pt x="7370" y="5239"/>
                  </a:lnTo>
                  <a:lnTo>
                    <a:pt x="7370" y="2087"/>
                  </a:lnTo>
                  <a:lnTo>
                    <a:pt x="8436" y="2087"/>
                  </a:lnTo>
                  <a:lnTo>
                    <a:pt x="8436" y="5239"/>
                  </a:lnTo>
                  <a:lnTo>
                    <a:pt x="9457" y="5239"/>
                  </a:lnTo>
                  <a:lnTo>
                    <a:pt x="9457" y="2087"/>
                  </a:lnTo>
                  <a:lnTo>
                    <a:pt x="10523" y="2087"/>
                  </a:lnTo>
                  <a:lnTo>
                    <a:pt x="10523" y="5239"/>
                  </a:lnTo>
                  <a:lnTo>
                    <a:pt x="11544" y="5239"/>
                  </a:lnTo>
                  <a:lnTo>
                    <a:pt x="11544" y="2087"/>
                  </a:lnTo>
                  <a:lnTo>
                    <a:pt x="12609" y="2087"/>
                  </a:lnTo>
                  <a:lnTo>
                    <a:pt x="12609" y="5239"/>
                  </a:lnTo>
                  <a:lnTo>
                    <a:pt x="13675" y="5239"/>
                  </a:lnTo>
                  <a:lnTo>
                    <a:pt x="13675" y="2087"/>
                  </a:lnTo>
                  <a:lnTo>
                    <a:pt x="14696" y="2087"/>
                  </a:lnTo>
                  <a:lnTo>
                    <a:pt x="14696" y="5239"/>
                  </a:lnTo>
                  <a:lnTo>
                    <a:pt x="17893" y="5239"/>
                  </a:lnTo>
                  <a:lnTo>
                    <a:pt x="17893" y="4218"/>
                  </a:lnTo>
                  <a:lnTo>
                    <a:pt x="16783" y="4218"/>
                  </a:lnTo>
                  <a:lnTo>
                    <a:pt x="1678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24" name="Google Shape;3124;p65"/>
            <p:cNvSpPr/>
            <p:nvPr/>
          </p:nvSpPr>
          <p:spPr>
            <a:xfrm>
              <a:off x="3253900" y="2269750"/>
              <a:ext cx="447325" cy="131000"/>
            </a:xfrm>
            <a:custGeom>
              <a:rect b="b" l="l" r="r" t="t"/>
              <a:pathLst>
                <a:path extrusionOk="0" fill="none" h="5240" w="17893">
                  <a:moveTo>
                    <a:pt x="16783" y="0"/>
                  </a:moveTo>
                  <a:lnTo>
                    <a:pt x="1066" y="0"/>
                  </a:lnTo>
                  <a:lnTo>
                    <a:pt x="1066" y="4218"/>
                  </a:lnTo>
                  <a:lnTo>
                    <a:pt x="0" y="4218"/>
                  </a:lnTo>
                  <a:lnTo>
                    <a:pt x="0" y="5239"/>
                  </a:lnTo>
                  <a:lnTo>
                    <a:pt x="0" y="5239"/>
                  </a:lnTo>
                  <a:lnTo>
                    <a:pt x="3197" y="5239"/>
                  </a:lnTo>
                  <a:lnTo>
                    <a:pt x="3197" y="2087"/>
                  </a:lnTo>
                  <a:lnTo>
                    <a:pt x="4218" y="2087"/>
                  </a:lnTo>
                  <a:lnTo>
                    <a:pt x="4218" y="5239"/>
                  </a:lnTo>
                  <a:lnTo>
                    <a:pt x="5284" y="5239"/>
                  </a:lnTo>
                  <a:lnTo>
                    <a:pt x="5284" y="2087"/>
                  </a:lnTo>
                  <a:lnTo>
                    <a:pt x="6305" y="2087"/>
                  </a:lnTo>
                  <a:lnTo>
                    <a:pt x="6305" y="5239"/>
                  </a:lnTo>
                  <a:lnTo>
                    <a:pt x="7370" y="5239"/>
                  </a:lnTo>
                  <a:lnTo>
                    <a:pt x="7370" y="2087"/>
                  </a:lnTo>
                  <a:lnTo>
                    <a:pt x="8436" y="2087"/>
                  </a:lnTo>
                  <a:lnTo>
                    <a:pt x="8436" y="5239"/>
                  </a:lnTo>
                  <a:lnTo>
                    <a:pt x="9457" y="5239"/>
                  </a:lnTo>
                  <a:lnTo>
                    <a:pt x="9457" y="2087"/>
                  </a:lnTo>
                  <a:lnTo>
                    <a:pt x="10523" y="2087"/>
                  </a:lnTo>
                  <a:lnTo>
                    <a:pt x="10523" y="5239"/>
                  </a:lnTo>
                  <a:lnTo>
                    <a:pt x="11544" y="5239"/>
                  </a:lnTo>
                  <a:lnTo>
                    <a:pt x="11544" y="2087"/>
                  </a:lnTo>
                  <a:lnTo>
                    <a:pt x="12609" y="2087"/>
                  </a:lnTo>
                  <a:lnTo>
                    <a:pt x="12609" y="5239"/>
                  </a:lnTo>
                  <a:lnTo>
                    <a:pt x="13675" y="5239"/>
                  </a:lnTo>
                  <a:lnTo>
                    <a:pt x="13675" y="2087"/>
                  </a:lnTo>
                  <a:lnTo>
                    <a:pt x="14696" y="2087"/>
                  </a:lnTo>
                  <a:lnTo>
                    <a:pt x="14696" y="5239"/>
                  </a:lnTo>
                  <a:lnTo>
                    <a:pt x="14696" y="5239"/>
                  </a:lnTo>
                  <a:lnTo>
                    <a:pt x="17893" y="5239"/>
                  </a:lnTo>
                  <a:lnTo>
                    <a:pt x="17893" y="4218"/>
                  </a:lnTo>
                  <a:lnTo>
                    <a:pt x="16783" y="4218"/>
                  </a:lnTo>
                  <a:lnTo>
                    <a:pt x="16783" y="0"/>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25" name="Google Shape;3125;p65"/>
            <p:cNvSpPr/>
            <p:nvPr/>
          </p:nvSpPr>
          <p:spPr>
            <a:xfrm>
              <a:off x="3673450" y="2269750"/>
              <a:ext cx="25" cy="25"/>
            </a:xfrm>
            <a:custGeom>
              <a:rect b="b" l="l" r="r" t="t"/>
              <a:pathLst>
                <a:path extrusionOk="0" fill="none" h="1" w="1">
                  <a:moveTo>
                    <a:pt x="1" y="0"/>
                  </a:moveTo>
                  <a:lnTo>
                    <a:pt x="1" y="0"/>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26" name="Google Shape;3126;p65"/>
            <p:cNvSpPr/>
            <p:nvPr/>
          </p:nvSpPr>
          <p:spPr>
            <a:xfrm>
              <a:off x="3253900" y="1982275"/>
              <a:ext cx="294150" cy="131000"/>
            </a:xfrm>
            <a:custGeom>
              <a:rect b="b" l="l" r="r" t="t"/>
              <a:pathLst>
                <a:path extrusionOk="0" h="5240" w="11766">
                  <a:moveTo>
                    <a:pt x="1066" y="0"/>
                  </a:moveTo>
                  <a:lnTo>
                    <a:pt x="1066" y="4174"/>
                  </a:lnTo>
                  <a:lnTo>
                    <a:pt x="0" y="4174"/>
                  </a:lnTo>
                  <a:lnTo>
                    <a:pt x="0" y="5239"/>
                  </a:lnTo>
                  <a:lnTo>
                    <a:pt x="3197" y="5239"/>
                  </a:lnTo>
                  <a:lnTo>
                    <a:pt x="3197" y="3108"/>
                  </a:lnTo>
                  <a:lnTo>
                    <a:pt x="4218" y="3108"/>
                  </a:lnTo>
                  <a:lnTo>
                    <a:pt x="4218" y="5239"/>
                  </a:lnTo>
                  <a:lnTo>
                    <a:pt x="5284" y="5239"/>
                  </a:lnTo>
                  <a:lnTo>
                    <a:pt x="5284" y="3108"/>
                  </a:lnTo>
                  <a:lnTo>
                    <a:pt x="6305" y="3108"/>
                  </a:lnTo>
                  <a:lnTo>
                    <a:pt x="6305" y="5239"/>
                  </a:lnTo>
                  <a:lnTo>
                    <a:pt x="7370" y="5239"/>
                  </a:lnTo>
                  <a:lnTo>
                    <a:pt x="7370" y="3108"/>
                  </a:lnTo>
                  <a:lnTo>
                    <a:pt x="8436" y="3108"/>
                  </a:lnTo>
                  <a:lnTo>
                    <a:pt x="8436" y="5239"/>
                  </a:lnTo>
                  <a:lnTo>
                    <a:pt x="11766" y="5239"/>
                  </a:lnTo>
                  <a:lnTo>
                    <a:pt x="10345" y="1021"/>
                  </a:lnTo>
                  <a:lnTo>
                    <a:pt x="6038" y="1021"/>
                  </a:lnTo>
                  <a:lnTo>
                    <a:pt x="497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27" name="Google Shape;3127;p65"/>
            <p:cNvSpPr/>
            <p:nvPr/>
          </p:nvSpPr>
          <p:spPr>
            <a:xfrm>
              <a:off x="3253900" y="1982275"/>
              <a:ext cx="294150" cy="131000"/>
            </a:xfrm>
            <a:custGeom>
              <a:rect b="b" l="l" r="r" t="t"/>
              <a:pathLst>
                <a:path extrusionOk="0" fill="none" h="5240" w="11766">
                  <a:moveTo>
                    <a:pt x="3197" y="5239"/>
                  </a:moveTo>
                  <a:lnTo>
                    <a:pt x="3197" y="3108"/>
                  </a:lnTo>
                  <a:lnTo>
                    <a:pt x="4218" y="3108"/>
                  </a:lnTo>
                  <a:lnTo>
                    <a:pt x="4218" y="5239"/>
                  </a:lnTo>
                  <a:lnTo>
                    <a:pt x="5284" y="5239"/>
                  </a:lnTo>
                  <a:lnTo>
                    <a:pt x="5284" y="3108"/>
                  </a:lnTo>
                  <a:lnTo>
                    <a:pt x="6305" y="3108"/>
                  </a:lnTo>
                  <a:lnTo>
                    <a:pt x="6305" y="5239"/>
                  </a:lnTo>
                  <a:lnTo>
                    <a:pt x="7370" y="5239"/>
                  </a:lnTo>
                  <a:lnTo>
                    <a:pt x="7370" y="3108"/>
                  </a:lnTo>
                  <a:lnTo>
                    <a:pt x="8436" y="3108"/>
                  </a:lnTo>
                  <a:lnTo>
                    <a:pt x="8436" y="5239"/>
                  </a:lnTo>
                  <a:lnTo>
                    <a:pt x="11766" y="5239"/>
                  </a:lnTo>
                  <a:lnTo>
                    <a:pt x="10345" y="1021"/>
                  </a:lnTo>
                  <a:lnTo>
                    <a:pt x="6038" y="1021"/>
                  </a:lnTo>
                  <a:lnTo>
                    <a:pt x="4973" y="0"/>
                  </a:lnTo>
                  <a:lnTo>
                    <a:pt x="1066" y="0"/>
                  </a:lnTo>
                  <a:lnTo>
                    <a:pt x="1066" y="4174"/>
                  </a:lnTo>
                  <a:lnTo>
                    <a:pt x="0" y="4174"/>
                  </a:lnTo>
                  <a:lnTo>
                    <a:pt x="0" y="5239"/>
                  </a:lnTo>
                  <a:lnTo>
                    <a:pt x="0" y="5239"/>
                  </a:lnTo>
                  <a:lnTo>
                    <a:pt x="3197" y="5239"/>
                  </a:lnTo>
                  <a:lnTo>
                    <a:pt x="3197" y="5239"/>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28" name="Google Shape;3128;p65"/>
            <p:cNvSpPr/>
            <p:nvPr/>
          </p:nvSpPr>
          <p:spPr>
            <a:xfrm>
              <a:off x="3333800" y="2113250"/>
              <a:ext cx="25" cy="25"/>
            </a:xfrm>
            <a:custGeom>
              <a:rect b="b" l="l" r="r" t="t"/>
              <a:pathLst>
                <a:path extrusionOk="0" fill="none" h="1" w="1">
                  <a:moveTo>
                    <a:pt x="1" y="0"/>
                  </a:moveTo>
                  <a:lnTo>
                    <a:pt x="1" y="0"/>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29" name="Google Shape;3129;p65"/>
            <p:cNvSpPr/>
            <p:nvPr/>
          </p:nvSpPr>
          <p:spPr>
            <a:xfrm>
              <a:off x="3253900" y="2138775"/>
              <a:ext cx="447325" cy="105475"/>
            </a:xfrm>
            <a:custGeom>
              <a:rect b="b" l="l" r="r" t="t"/>
              <a:pathLst>
                <a:path extrusionOk="0" h="4219" w="17893">
                  <a:moveTo>
                    <a:pt x="1066" y="0"/>
                  </a:moveTo>
                  <a:lnTo>
                    <a:pt x="1066" y="3153"/>
                  </a:lnTo>
                  <a:lnTo>
                    <a:pt x="0" y="3153"/>
                  </a:lnTo>
                  <a:lnTo>
                    <a:pt x="0" y="4218"/>
                  </a:lnTo>
                  <a:lnTo>
                    <a:pt x="3197" y="4218"/>
                  </a:lnTo>
                  <a:lnTo>
                    <a:pt x="3197" y="2087"/>
                  </a:lnTo>
                  <a:lnTo>
                    <a:pt x="4218" y="2087"/>
                  </a:lnTo>
                  <a:lnTo>
                    <a:pt x="4218" y="4218"/>
                  </a:lnTo>
                  <a:lnTo>
                    <a:pt x="5284" y="4218"/>
                  </a:lnTo>
                  <a:lnTo>
                    <a:pt x="5284" y="2087"/>
                  </a:lnTo>
                  <a:lnTo>
                    <a:pt x="6305" y="2087"/>
                  </a:lnTo>
                  <a:lnTo>
                    <a:pt x="6305" y="4218"/>
                  </a:lnTo>
                  <a:lnTo>
                    <a:pt x="7370" y="4218"/>
                  </a:lnTo>
                  <a:lnTo>
                    <a:pt x="7370" y="2087"/>
                  </a:lnTo>
                  <a:lnTo>
                    <a:pt x="8436" y="2087"/>
                  </a:lnTo>
                  <a:lnTo>
                    <a:pt x="8436" y="4218"/>
                  </a:lnTo>
                  <a:lnTo>
                    <a:pt x="9457" y="4218"/>
                  </a:lnTo>
                  <a:lnTo>
                    <a:pt x="9457" y="2087"/>
                  </a:lnTo>
                  <a:lnTo>
                    <a:pt x="10523" y="2087"/>
                  </a:lnTo>
                  <a:lnTo>
                    <a:pt x="10523" y="4218"/>
                  </a:lnTo>
                  <a:lnTo>
                    <a:pt x="17893" y="4218"/>
                  </a:lnTo>
                  <a:lnTo>
                    <a:pt x="17893" y="3153"/>
                  </a:lnTo>
                  <a:lnTo>
                    <a:pt x="14208" y="3153"/>
                  </a:lnTo>
                  <a:lnTo>
                    <a:pt x="13497" y="1066"/>
                  </a:lnTo>
                  <a:lnTo>
                    <a:pt x="12476" y="1066"/>
                  </a:lnTo>
                  <a:lnTo>
                    <a:pt x="1212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30" name="Google Shape;3130;p65"/>
            <p:cNvSpPr/>
            <p:nvPr/>
          </p:nvSpPr>
          <p:spPr>
            <a:xfrm>
              <a:off x="3253900" y="2138775"/>
              <a:ext cx="447325" cy="105475"/>
            </a:xfrm>
            <a:custGeom>
              <a:rect b="b" l="l" r="r" t="t"/>
              <a:pathLst>
                <a:path extrusionOk="0" fill="none" h="4219" w="17893">
                  <a:moveTo>
                    <a:pt x="14208" y="3153"/>
                  </a:moveTo>
                  <a:lnTo>
                    <a:pt x="13497" y="1066"/>
                  </a:lnTo>
                  <a:lnTo>
                    <a:pt x="12476" y="1066"/>
                  </a:lnTo>
                  <a:lnTo>
                    <a:pt x="12121" y="0"/>
                  </a:lnTo>
                  <a:lnTo>
                    <a:pt x="1066" y="0"/>
                  </a:lnTo>
                  <a:lnTo>
                    <a:pt x="1066" y="3153"/>
                  </a:lnTo>
                  <a:lnTo>
                    <a:pt x="0" y="3153"/>
                  </a:lnTo>
                  <a:lnTo>
                    <a:pt x="0" y="4218"/>
                  </a:lnTo>
                  <a:lnTo>
                    <a:pt x="0" y="4218"/>
                  </a:lnTo>
                  <a:lnTo>
                    <a:pt x="3197" y="4218"/>
                  </a:lnTo>
                  <a:lnTo>
                    <a:pt x="3197" y="2087"/>
                  </a:lnTo>
                  <a:lnTo>
                    <a:pt x="4218" y="2087"/>
                  </a:lnTo>
                  <a:lnTo>
                    <a:pt x="4218" y="4218"/>
                  </a:lnTo>
                  <a:lnTo>
                    <a:pt x="5284" y="4218"/>
                  </a:lnTo>
                  <a:lnTo>
                    <a:pt x="5284" y="2087"/>
                  </a:lnTo>
                  <a:lnTo>
                    <a:pt x="6305" y="2087"/>
                  </a:lnTo>
                  <a:lnTo>
                    <a:pt x="6305" y="4218"/>
                  </a:lnTo>
                  <a:lnTo>
                    <a:pt x="7370" y="4218"/>
                  </a:lnTo>
                  <a:lnTo>
                    <a:pt x="7370" y="2087"/>
                  </a:lnTo>
                  <a:lnTo>
                    <a:pt x="8436" y="2087"/>
                  </a:lnTo>
                  <a:lnTo>
                    <a:pt x="8436" y="4218"/>
                  </a:lnTo>
                  <a:lnTo>
                    <a:pt x="9457" y="4218"/>
                  </a:lnTo>
                  <a:lnTo>
                    <a:pt x="9457" y="2087"/>
                  </a:lnTo>
                  <a:lnTo>
                    <a:pt x="10523" y="2087"/>
                  </a:lnTo>
                  <a:lnTo>
                    <a:pt x="10523" y="4218"/>
                  </a:lnTo>
                  <a:lnTo>
                    <a:pt x="10523" y="4218"/>
                  </a:lnTo>
                  <a:lnTo>
                    <a:pt x="17893" y="4218"/>
                  </a:lnTo>
                  <a:lnTo>
                    <a:pt x="17893" y="3153"/>
                  </a:lnTo>
                  <a:lnTo>
                    <a:pt x="14208" y="3153"/>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31" name="Google Shape;3131;p65"/>
            <p:cNvSpPr/>
            <p:nvPr/>
          </p:nvSpPr>
          <p:spPr>
            <a:xfrm>
              <a:off x="3609075" y="2217575"/>
              <a:ext cx="25" cy="25"/>
            </a:xfrm>
            <a:custGeom>
              <a:rect b="b" l="l" r="r" t="t"/>
              <a:pathLst>
                <a:path extrusionOk="0" fill="none" h="1" w="1">
                  <a:moveTo>
                    <a:pt x="1" y="1"/>
                  </a:moveTo>
                  <a:lnTo>
                    <a:pt x="1" y="1"/>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grpSp>
        <p:nvGrpSpPr>
          <p:cNvPr id="3132" name="Google Shape;3132;p65"/>
          <p:cNvGrpSpPr/>
          <p:nvPr/>
        </p:nvGrpSpPr>
        <p:grpSpPr>
          <a:xfrm>
            <a:off x="4327775" y="1653225"/>
            <a:ext cx="488238" cy="428866"/>
            <a:chOff x="3986475" y="2701525"/>
            <a:chExt cx="447350" cy="392950"/>
          </a:xfrm>
        </p:grpSpPr>
        <p:sp>
          <p:nvSpPr>
            <p:cNvPr id="3133" name="Google Shape;3133;p65"/>
            <p:cNvSpPr/>
            <p:nvPr/>
          </p:nvSpPr>
          <p:spPr>
            <a:xfrm>
              <a:off x="4302825" y="2701525"/>
              <a:ext cx="131000" cy="209800"/>
            </a:xfrm>
            <a:custGeom>
              <a:rect b="b" l="l" r="r" t="t"/>
              <a:pathLst>
                <a:path extrusionOk="0" h="8392" w="5240">
                  <a:moveTo>
                    <a:pt x="3108" y="3153"/>
                  </a:moveTo>
                  <a:lnTo>
                    <a:pt x="3108" y="5240"/>
                  </a:lnTo>
                  <a:lnTo>
                    <a:pt x="2087" y="5240"/>
                  </a:lnTo>
                  <a:lnTo>
                    <a:pt x="2087" y="3153"/>
                  </a:lnTo>
                  <a:close/>
                  <a:moveTo>
                    <a:pt x="0" y="0"/>
                  </a:moveTo>
                  <a:lnTo>
                    <a:pt x="0" y="8392"/>
                  </a:lnTo>
                  <a:lnTo>
                    <a:pt x="5239" y="8392"/>
                  </a:lnTo>
                  <a:lnTo>
                    <a:pt x="5239" y="0"/>
                  </a:lnTo>
                  <a:lnTo>
                    <a:pt x="4174" y="0"/>
                  </a:lnTo>
                  <a:lnTo>
                    <a:pt x="4174" y="1022"/>
                  </a:lnTo>
                  <a:lnTo>
                    <a:pt x="3108" y="1022"/>
                  </a:lnTo>
                  <a:lnTo>
                    <a:pt x="3108" y="0"/>
                  </a:lnTo>
                  <a:lnTo>
                    <a:pt x="2087" y="0"/>
                  </a:lnTo>
                  <a:lnTo>
                    <a:pt x="2087" y="1022"/>
                  </a:lnTo>
                  <a:lnTo>
                    <a:pt x="1021" y="1022"/>
                  </a:lnTo>
                  <a:lnTo>
                    <a:pt x="1021"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34" name="Google Shape;3134;p65"/>
            <p:cNvSpPr/>
            <p:nvPr/>
          </p:nvSpPr>
          <p:spPr>
            <a:xfrm>
              <a:off x="4302825" y="2701525"/>
              <a:ext cx="131000" cy="209800"/>
            </a:xfrm>
            <a:custGeom>
              <a:rect b="b" l="l" r="r" t="t"/>
              <a:pathLst>
                <a:path extrusionOk="0" fill="none" h="8392" w="5240">
                  <a:moveTo>
                    <a:pt x="4174" y="0"/>
                  </a:moveTo>
                  <a:lnTo>
                    <a:pt x="4174" y="1022"/>
                  </a:lnTo>
                  <a:lnTo>
                    <a:pt x="3108" y="1022"/>
                  </a:lnTo>
                  <a:lnTo>
                    <a:pt x="3108" y="0"/>
                  </a:lnTo>
                  <a:lnTo>
                    <a:pt x="2087" y="0"/>
                  </a:lnTo>
                  <a:lnTo>
                    <a:pt x="2087" y="1022"/>
                  </a:lnTo>
                  <a:lnTo>
                    <a:pt x="1021" y="1022"/>
                  </a:lnTo>
                  <a:lnTo>
                    <a:pt x="1021" y="0"/>
                  </a:lnTo>
                  <a:lnTo>
                    <a:pt x="0" y="0"/>
                  </a:lnTo>
                  <a:lnTo>
                    <a:pt x="0" y="0"/>
                  </a:lnTo>
                  <a:lnTo>
                    <a:pt x="0" y="8392"/>
                  </a:lnTo>
                  <a:lnTo>
                    <a:pt x="5239" y="8392"/>
                  </a:lnTo>
                  <a:lnTo>
                    <a:pt x="5239" y="8392"/>
                  </a:lnTo>
                  <a:lnTo>
                    <a:pt x="5239" y="0"/>
                  </a:lnTo>
                  <a:lnTo>
                    <a:pt x="4174" y="0"/>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35" name="Google Shape;3135;p65"/>
            <p:cNvSpPr/>
            <p:nvPr/>
          </p:nvSpPr>
          <p:spPr>
            <a:xfrm>
              <a:off x="4354975" y="2780325"/>
              <a:ext cx="25550" cy="52200"/>
            </a:xfrm>
            <a:custGeom>
              <a:rect b="b" l="l" r="r" t="t"/>
              <a:pathLst>
                <a:path extrusionOk="0" fill="none" h="2088" w="1022">
                  <a:moveTo>
                    <a:pt x="1022" y="2088"/>
                  </a:moveTo>
                  <a:lnTo>
                    <a:pt x="1" y="2088"/>
                  </a:lnTo>
                  <a:lnTo>
                    <a:pt x="1" y="1"/>
                  </a:lnTo>
                  <a:lnTo>
                    <a:pt x="1022" y="1"/>
                  </a:lnTo>
                  <a:lnTo>
                    <a:pt x="1022" y="2088"/>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36" name="Google Shape;3136;p65"/>
            <p:cNvSpPr/>
            <p:nvPr/>
          </p:nvSpPr>
          <p:spPr>
            <a:xfrm>
              <a:off x="4380500" y="2832500"/>
              <a:ext cx="25" cy="25"/>
            </a:xfrm>
            <a:custGeom>
              <a:rect b="b" l="l" r="r" t="t"/>
              <a:pathLst>
                <a:path extrusionOk="0" fill="none" h="1" w="1">
                  <a:moveTo>
                    <a:pt x="1" y="1"/>
                  </a:moveTo>
                  <a:lnTo>
                    <a:pt x="1" y="1"/>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37" name="Google Shape;3137;p65"/>
            <p:cNvSpPr/>
            <p:nvPr/>
          </p:nvSpPr>
          <p:spPr>
            <a:xfrm>
              <a:off x="3986475" y="2753700"/>
              <a:ext cx="131000" cy="209800"/>
            </a:xfrm>
            <a:custGeom>
              <a:rect b="b" l="l" r="r" t="t"/>
              <a:pathLst>
                <a:path extrusionOk="0" h="8392" w="5240">
                  <a:moveTo>
                    <a:pt x="3153" y="3153"/>
                  </a:moveTo>
                  <a:lnTo>
                    <a:pt x="3153" y="5239"/>
                  </a:lnTo>
                  <a:lnTo>
                    <a:pt x="2087" y="5239"/>
                  </a:lnTo>
                  <a:lnTo>
                    <a:pt x="2087" y="3153"/>
                  </a:lnTo>
                  <a:close/>
                  <a:moveTo>
                    <a:pt x="0" y="0"/>
                  </a:moveTo>
                  <a:lnTo>
                    <a:pt x="0" y="8392"/>
                  </a:lnTo>
                  <a:lnTo>
                    <a:pt x="5239" y="8392"/>
                  </a:lnTo>
                  <a:lnTo>
                    <a:pt x="5239" y="0"/>
                  </a:lnTo>
                  <a:lnTo>
                    <a:pt x="4174" y="0"/>
                  </a:lnTo>
                  <a:lnTo>
                    <a:pt x="4174" y="1066"/>
                  </a:lnTo>
                  <a:lnTo>
                    <a:pt x="3153" y="1066"/>
                  </a:lnTo>
                  <a:lnTo>
                    <a:pt x="3153" y="0"/>
                  </a:lnTo>
                  <a:lnTo>
                    <a:pt x="2087" y="0"/>
                  </a:lnTo>
                  <a:lnTo>
                    <a:pt x="2087" y="1066"/>
                  </a:lnTo>
                  <a:lnTo>
                    <a:pt x="1022" y="1066"/>
                  </a:lnTo>
                  <a:lnTo>
                    <a:pt x="1022"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38" name="Google Shape;3138;p65"/>
            <p:cNvSpPr/>
            <p:nvPr/>
          </p:nvSpPr>
          <p:spPr>
            <a:xfrm>
              <a:off x="3986475" y="2753700"/>
              <a:ext cx="131000" cy="209800"/>
            </a:xfrm>
            <a:custGeom>
              <a:rect b="b" l="l" r="r" t="t"/>
              <a:pathLst>
                <a:path extrusionOk="0" fill="none" h="8392" w="5240">
                  <a:moveTo>
                    <a:pt x="5239" y="0"/>
                  </a:moveTo>
                  <a:lnTo>
                    <a:pt x="4174" y="0"/>
                  </a:lnTo>
                  <a:lnTo>
                    <a:pt x="4174" y="1066"/>
                  </a:lnTo>
                  <a:lnTo>
                    <a:pt x="3153" y="1066"/>
                  </a:lnTo>
                  <a:lnTo>
                    <a:pt x="3153" y="0"/>
                  </a:lnTo>
                  <a:lnTo>
                    <a:pt x="2087" y="0"/>
                  </a:lnTo>
                  <a:lnTo>
                    <a:pt x="2087" y="1066"/>
                  </a:lnTo>
                  <a:lnTo>
                    <a:pt x="1022" y="1066"/>
                  </a:lnTo>
                  <a:lnTo>
                    <a:pt x="1022" y="0"/>
                  </a:lnTo>
                  <a:lnTo>
                    <a:pt x="0" y="0"/>
                  </a:lnTo>
                  <a:lnTo>
                    <a:pt x="0" y="0"/>
                  </a:lnTo>
                  <a:lnTo>
                    <a:pt x="0" y="8392"/>
                  </a:lnTo>
                  <a:lnTo>
                    <a:pt x="5239" y="8392"/>
                  </a:lnTo>
                  <a:lnTo>
                    <a:pt x="5239" y="8392"/>
                  </a:lnTo>
                  <a:lnTo>
                    <a:pt x="5239" y="0"/>
                  </a:lnTo>
                  <a:lnTo>
                    <a:pt x="5239" y="0"/>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39" name="Google Shape;3139;p65"/>
            <p:cNvSpPr/>
            <p:nvPr/>
          </p:nvSpPr>
          <p:spPr>
            <a:xfrm>
              <a:off x="4038650" y="2832500"/>
              <a:ext cx="26650" cy="52200"/>
            </a:xfrm>
            <a:custGeom>
              <a:rect b="b" l="l" r="r" t="t"/>
              <a:pathLst>
                <a:path extrusionOk="0" fill="none" h="2088" w="1066">
                  <a:moveTo>
                    <a:pt x="1066" y="2087"/>
                  </a:moveTo>
                  <a:lnTo>
                    <a:pt x="0" y="2087"/>
                  </a:lnTo>
                  <a:lnTo>
                    <a:pt x="0" y="1"/>
                  </a:lnTo>
                  <a:lnTo>
                    <a:pt x="1066" y="1"/>
                  </a:lnTo>
                  <a:lnTo>
                    <a:pt x="1066" y="2087"/>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40" name="Google Shape;3140;p65"/>
            <p:cNvSpPr/>
            <p:nvPr/>
          </p:nvSpPr>
          <p:spPr>
            <a:xfrm>
              <a:off x="4065275" y="2884675"/>
              <a:ext cx="25" cy="25"/>
            </a:xfrm>
            <a:custGeom>
              <a:rect b="b" l="l" r="r" t="t"/>
              <a:pathLst>
                <a:path extrusionOk="0" fill="none" h="1" w="1">
                  <a:moveTo>
                    <a:pt x="1" y="0"/>
                  </a:moveTo>
                  <a:lnTo>
                    <a:pt x="1" y="0"/>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41" name="Google Shape;3141;p65"/>
            <p:cNvSpPr/>
            <p:nvPr/>
          </p:nvSpPr>
          <p:spPr>
            <a:xfrm>
              <a:off x="4179600" y="2936850"/>
              <a:ext cx="254225" cy="78825"/>
            </a:xfrm>
            <a:custGeom>
              <a:rect b="b" l="l" r="r" t="t"/>
              <a:pathLst>
                <a:path extrusionOk="0" h="3153" w="10169">
                  <a:moveTo>
                    <a:pt x="1999" y="0"/>
                  </a:moveTo>
                  <a:lnTo>
                    <a:pt x="1" y="1998"/>
                  </a:lnTo>
                  <a:lnTo>
                    <a:pt x="2354" y="3152"/>
                  </a:lnTo>
                  <a:lnTo>
                    <a:pt x="10168" y="3152"/>
                  </a:lnTo>
                  <a:lnTo>
                    <a:pt x="10168"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42" name="Google Shape;3142;p65"/>
            <p:cNvSpPr/>
            <p:nvPr/>
          </p:nvSpPr>
          <p:spPr>
            <a:xfrm>
              <a:off x="4179600" y="2936850"/>
              <a:ext cx="254225" cy="78825"/>
            </a:xfrm>
            <a:custGeom>
              <a:rect b="b" l="l" r="r" t="t"/>
              <a:pathLst>
                <a:path extrusionOk="0" fill="none" h="3153" w="10169">
                  <a:moveTo>
                    <a:pt x="1" y="1998"/>
                  </a:moveTo>
                  <a:lnTo>
                    <a:pt x="2354" y="3152"/>
                  </a:lnTo>
                  <a:lnTo>
                    <a:pt x="10168" y="3152"/>
                  </a:lnTo>
                  <a:lnTo>
                    <a:pt x="10168" y="0"/>
                  </a:lnTo>
                  <a:lnTo>
                    <a:pt x="1999" y="0"/>
                  </a:lnTo>
                  <a:lnTo>
                    <a:pt x="1" y="1998"/>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43" name="Google Shape;3143;p65"/>
            <p:cNvSpPr/>
            <p:nvPr/>
          </p:nvSpPr>
          <p:spPr>
            <a:xfrm>
              <a:off x="4179600" y="2986775"/>
              <a:ext cx="25" cy="25"/>
            </a:xfrm>
            <a:custGeom>
              <a:rect b="b" l="l" r="r" t="t"/>
              <a:pathLst>
                <a:path extrusionOk="0" fill="none" h="1" w="1">
                  <a:moveTo>
                    <a:pt x="1" y="1"/>
                  </a:moveTo>
                  <a:lnTo>
                    <a:pt x="1" y="1"/>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44" name="Google Shape;3144;p65"/>
            <p:cNvSpPr/>
            <p:nvPr/>
          </p:nvSpPr>
          <p:spPr>
            <a:xfrm>
              <a:off x="3986475" y="2989000"/>
              <a:ext cx="447350" cy="105475"/>
            </a:xfrm>
            <a:custGeom>
              <a:rect b="b" l="l" r="r" t="t"/>
              <a:pathLst>
                <a:path extrusionOk="0" h="4219" w="17894">
                  <a:moveTo>
                    <a:pt x="0" y="1"/>
                  </a:moveTo>
                  <a:lnTo>
                    <a:pt x="0" y="4219"/>
                  </a:lnTo>
                  <a:lnTo>
                    <a:pt x="17893" y="4219"/>
                  </a:lnTo>
                  <a:lnTo>
                    <a:pt x="17893" y="2132"/>
                  </a:lnTo>
                  <a:lnTo>
                    <a:pt x="9813" y="2132"/>
                  </a:lnTo>
                  <a:lnTo>
                    <a:pt x="5639"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45" name="Google Shape;3145;p65"/>
            <p:cNvSpPr/>
            <p:nvPr/>
          </p:nvSpPr>
          <p:spPr>
            <a:xfrm>
              <a:off x="3986475" y="2989000"/>
              <a:ext cx="447350" cy="105475"/>
            </a:xfrm>
            <a:custGeom>
              <a:rect b="b" l="l" r="r" t="t"/>
              <a:pathLst>
                <a:path extrusionOk="0" fill="none" h="4219" w="17894">
                  <a:moveTo>
                    <a:pt x="5639" y="1"/>
                  </a:moveTo>
                  <a:lnTo>
                    <a:pt x="0" y="1"/>
                  </a:lnTo>
                  <a:lnTo>
                    <a:pt x="0" y="4219"/>
                  </a:lnTo>
                  <a:lnTo>
                    <a:pt x="17893" y="4219"/>
                  </a:lnTo>
                  <a:lnTo>
                    <a:pt x="17893" y="2132"/>
                  </a:lnTo>
                  <a:lnTo>
                    <a:pt x="9813" y="2132"/>
                  </a:lnTo>
                  <a:lnTo>
                    <a:pt x="5639" y="1"/>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46" name="Google Shape;3146;p65"/>
            <p:cNvSpPr/>
            <p:nvPr/>
          </p:nvSpPr>
          <p:spPr>
            <a:xfrm>
              <a:off x="4127450" y="2989000"/>
              <a:ext cx="25" cy="25"/>
            </a:xfrm>
            <a:custGeom>
              <a:rect b="b" l="l" r="r" t="t"/>
              <a:pathLst>
                <a:path extrusionOk="0" fill="none" h="1" w="1">
                  <a:moveTo>
                    <a:pt x="0" y="1"/>
                  </a:moveTo>
                  <a:lnTo>
                    <a:pt x="0" y="1"/>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47" name="Google Shape;3147;p65"/>
            <p:cNvSpPr/>
            <p:nvPr/>
          </p:nvSpPr>
          <p:spPr>
            <a:xfrm>
              <a:off x="4142975" y="2858025"/>
              <a:ext cx="133225" cy="105475"/>
            </a:xfrm>
            <a:custGeom>
              <a:rect b="b" l="l" r="r" t="t"/>
              <a:pathLst>
                <a:path extrusionOk="0" h="4219" w="5329">
                  <a:moveTo>
                    <a:pt x="2176" y="1"/>
                  </a:moveTo>
                  <a:lnTo>
                    <a:pt x="89" y="2132"/>
                  </a:lnTo>
                  <a:lnTo>
                    <a:pt x="1" y="2132"/>
                  </a:lnTo>
                  <a:lnTo>
                    <a:pt x="1" y="4219"/>
                  </a:lnTo>
                  <a:lnTo>
                    <a:pt x="933" y="4219"/>
                  </a:lnTo>
                  <a:lnTo>
                    <a:pt x="3020" y="2132"/>
                  </a:lnTo>
                  <a:lnTo>
                    <a:pt x="5328" y="2132"/>
                  </a:lnTo>
                  <a:lnTo>
                    <a:pt x="532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48" name="Google Shape;3148;p65"/>
            <p:cNvSpPr/>
            <p:nvPr/>
          </p:nvSpPr>
          <p:spPr>
            <a:xfrm>
              <a:off x="4142975" y="2858025"/>
              <a:ext cx="133225" cy="105475"/>
            </a:xfrm>
            <a:custGeom>
              <a:rect b="b" l="l" r="r" t="t"/>
              <a:pathLst>
                <a:path extrusionOk="0" fill="none" h="4219" w="5329">
                  <a:moveTo>
                    <a:pt x="3020" y="2132"/>
                  </a:moveTo>
                  <a:lnTo>
                    <a:pt x="5328" y="2132"/>
                  </a:lnTo>
                  <a:lnTo>
                    <a:pt x="5328" y="1"/>
                  </a:lnTo>
                  <a:lnTo>
                    <a:pt x="2176" y="1"/>
                  </a:lnTo>
                  <a:lnTo>
                    <a:pt x="89" y="2132"/>
                  </a:lnTo>
                  <a:lnTo>
                    <a:pt x="1" y="2132"/>
                  </a:lnTo>
                  <a:lnTo>
                    <a:pt x="1" y="4219"/>
                  </a:lnTo>
                  <a:lnTo>
                    <a:pt x="933" y="4219"/>
                  </a:lnTo>
                  <a:lnTo>
                    <a:pt x="3020" y="2132"/>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49" name="Google Shape;3149;p65"/>
            <p:cNvSpPr/>
            <p:nvPr/>
          </p:nvSpPr>
          <p:spPr>
            <a:xfrm>
              <a:off x="4218450" y="2911300"/>
              <a:ext cx="25" cy="25"/>
            </a:xfrm>
            <a:custGeom>
              <a:rect b="b" l="l" r="r" t="t"/>
              <a:pathLst>
                <a:path extrusionOk="0" fill="none" h="1" w="1">
                  <a:moveTo>
                    <a:pt x="1" y="1"/>
                  </a:moveTo>
                  <a:lnTo>
                    <a:pt x="1" y="1"/>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grpSp>
        <p:nvGrpSpPr>
          <p:cNvPr id="3150" name="Google Shape;3150;p65"/>
          <p:cNvGrpSpPr/>
          <p:nvPr/>
        </p:nvGrpSpPr>
        <p:grpSpPr>
          <a:xfrm>
            <a:off x="1735567" y="1622939"/>
            <a:ext cx="488211" cy="488238"/>
            <a:chOff x="6934550" y="2673775"/>
            <a:chExt cx="447325" cy="447350"/>
          </a:xfrm>
        </p:grpSpPr>
        <p:sp>
          <p:nvSpPr>
            <p:cNvPr id="3151" name="Google Shape;3151;p65"/>
            <p:cNvSpPr/>
            <p:nvPr/>
          </p:nvSpPr>
          <p:spPr>
            <a:xfrm>
              <a:off x="7092150" y="2991225"/>
              <a:ext cx="52200" cy="129900"/>
            </a:xfrm>
            <a:custGeom>
              <a:rect b="b" l="l" r="r" t="t"/>
              <a:pathLst>
                <a:path extrusionOk="0" h="5196" w="2088">
                  <a:moveTo>
                    <a:pt x="2088" y="1"/>
                  </a:moveTo>
                  <a:lnTo>
                    <a:pt x="1688" y="134"/>
                  </a:lnTo>
                  <a:lnTo>
                    <a:pt x="1289" y="311"/>
                  </a:lnTo>
                  <a:lnTo>
                    <a:pt x="933" y="578"/>
                  </a:lnTo>
                  <a:lnTo>
                    <a:pt x="623" y="889"/>
                  </a:lnTo>
                  <a:lnTo>
                    <a:pt x="356" y="1244"/>
                  </a:lnTo>
                  <a:lnTo>
                    <a:pt x="179" y="1688"/>
                  </a:lnTo>
                  <a:lnTo>
                    <a:pt x="45" y="2087"/>
                  </a:lnTo>
                  <a:lnTo>
                    <a:pt x="1" y="2576"/>
                  </a:lnTo>
                  <a:lnTo>
                    <a:pt x="1" y="5195"/>
                  </a:lnTo>
                  <a:lnTo>
                    <a:pt x="2088" y="5195"/>
                  </a:lnTo>
                  <a:lnTo>
                    <a:pt x="2088"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52" name="Google Shape;3152;p65"/>
            <p:cNvSpPr/>
            <p:nvPr/>
          </p:nvSpPr>
          <p:spPr>
            <a:xfrm>
              <a:off x="7092150" y="2991225"/>
              <a:ext cx="52200" cy="129900"/>
            </a:xfrm>
            <a:custGeom>
              <a:rect b="b" l="l" r="r" t="t"/>
              <a:pathLst>
                <a:path extrusionOk="0" fill="none" h="5196" w="2088">
                  <a:moveTo>
                    <a:pt x="1" y="2576"/>
                  </a:moveTo>
                  <a:lnTo>
                    <a:pt x="1" y="5195"/>
                  </a:lnTo>
                  <a:lnTo>
                    <a:pt x="2088" y="5195"/>
                  </a:lnTo>
                  <a:lnTo>
                    <a:pt x="2088" y="1"/>
                  </a:lnTo>
                  <a:lnTo>
                    <a:pt x="2088" y="1"/>
                  </a:lnTo>
                  <a:lnTo>
                    <a:pt x="1688" y="134"/>
                  </a:lnTo>
                  <a:lnTo>
                    <a:pt x="1289" y="311"/>
                  </a:lnTo>
                  <a:lnTo>
                    <a:pt x="933" y="578"/>
                  </a:lnTo>
                  <a:lnTo>
                    <a:pt x="623" y="889"/>
                  </a:lnTo>
                  <a:lnTo>
                    <a:pt x="356" y="1244"/>
                  </a:lnTo>
                  <a:lnTo>
                    <a:pt x="179" y="1688"/>
                  </a:lnTo>
                  <a:lnTo>
                    <a:pt x="45" y="2087"/>
                  </a:lnTo>
                  <a:lnTo>
                    <a:pt x="1" y="2576"/>
                  </a:lnTo>
                  <a:lnTo>
                    <a:pt x="1" y="2576"/>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53" name="Google Shape;3153;p65"/>
            <p:cNvSpPr/>
            <p:nvPr/>
          </p:nvSpPr>
          <p:spPr>
            <a:xfrm>
              <a:off x="7092150" y="3055600"/>
              <a:ext cx="25" cy="25"/>
            </a:xfrm>
            <a:custGeom>
              <a:rect b="b" l="l" r="r" t="t"/>
              <a:pathLst>
                <a:path extrusionOk="0" fill="none" h="1" w="1">
                  <a:moveTo>
                    <a:pt x="1" y="1"/>
                  </a:moveTo>
                  <a:lnTo>
                    <a:pt x="1" y="1"/>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54" name="Google Shape;3154;p65"/>
            <p:cNvSpPr/>
            <p:nvPr/>
          </p:nvSpPr>
          <p:spPr>
            <a:xfrm>
              <a:off x="7170975" y="2991225"/>
              <a:ext cx="52175" cy="129900"/>
            </a:xfrm>
            <a:custGeom>
              <a:rect b="b" l="l" r="r" t="t"/>
              <a:pathLst>
                <a:path extrusionOk="0" h="5196" w="2087">
                  <a:moveTo>
                    <a:pt x="0" y="1"/>
                  </a:moveTo>
                  <a:lnTo>
                    <a:pt x="0" y="5195"/>
                  </a:lnTo>
                  <a:lnTo>
                    <a:pt x="2087" y="5195"/>
                  </a:lnTo>
                  <a:lnTo>
                    <a:pt x="2087" y="2576"/>
                  </a:lnTo>
                  <a:lnTo>
                    <a:pt x="2043" y="2087"/>
                  </a:lnTo>
                  <a:lnTo>
                    <a:pt x="1954" y="1688"/>
                  </a:lnTo>
                  <a:lnTo>
                    <a:pt x="1732" y="1244"/>
                  </a:lnTo>
                  <a:lnTo>
                    <a:pt x="1510" y="889"/>
                  </a:lnTo>
                  <a:lnTo>
                    <a:pt x="1199" y="578"/>
                  </a:lnTo>
                  <a:lnTo>
                    <a:pt x="844" y="311"/>
                  </a:lnTo>
                  <a:lnTo>
                    <a:pt x="444" y="134"/>
                  </a:lnTo>
                  <a:lnTo>
                    <a:pt x="0"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55" name="Google Shape;3155;p65"/>
            <p:cNvSpPr/>
            <p:nvPr/>
          </p:nvSpPr>
          <p:spPr>
            <a:xfrm>
              <a:off x="7170975" y="2991225"/>
              <a:ext cx="52175" cy="129900"/>
            </a:xfrm>
            <a:custGeom>
              <a:rect b="b" l="l" r="r" t="t"/>
              <a:pathLst>
                <a:path extrusionOk="0" fill="none" h="5196" w="2087">
                  <a:moveTo>
                    <a:pt x="0" y="1"/>
                  </a:moveTo>
                  <a:lnTo>
                    <a:pt x="0" y="5195"/>
                  </a:lnTo>
                  <a:lnTo>
                    <a:pt x="2087" y="5195"/>
                  </a:lnTo>
                  <a:lnTo>
                    <a:pt x="2087" y="2576"/>
                  </a:lnTo>
                  <a:lnTo>
                    <a:pt x="2087" y="2576"/>
                  </a:lnTo>
                  <a:lnTo>
                    <a:pt x="2043" y="2087"/>
                  </a:lnTo>
                  <a:lnTo>
                    <a:pt x="1954" y="1688"/>
                  </a:lnTo>
                  <a:lnTo>
                    <a:pt x="1732" y="1244"/>
                  </a:lnTo>
                  <a:lnTo>
                    <a:pt x="1510" y="889"/>
                  </a:lnTo>
                  <a:lnTo>
                    <a:pt x="1199" y="578"/>
                  </a:lnTo>
                  <a:lnTo>
                    <a:pt x="844" y="311"/>
                  </a:lnTo>
                  <a:lnTo>
                    <a:pt x="444" y="134"/>
                  </a:lnTo>
                  <a:lnTo>
                    <a:pt x="0" y="1"/>
                  </a:lnTo>
                  <a:lnTo>
                    <a:pt x="0" y="1"/>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56" name="Google Shape;3156;p65"/>
            <p:cNvSpPr/>
            <p:nvPr/>
          </p:nvSpPr>
          <p:spPr>
            <a:xfrm>
              <a:off x="7170975" y="2991225"/>
              <a:ext cx="25" cy="25"/>
            </a:xfrm>
            <a:custGeom>
              <a:rect b="b" l="l" r="r" t="t"/>
              <a:pathLst>
                <a:path extrusionOk="0" fill="none" h="1" w="1">
                  <a:moveTo>
                    <a:pt x="0" y="1"/>
                  </a:moveTo>
                  <a:lnTo>
                    <a:pt x="0" y="1"/>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57" name="Google Shape;3157;p65"/>
            <p:cNvSpPr/>
            <p:nvPr/>
          </p:nvSpPr>
          <p:spPr>
            <a:xfrm>
              <a:off x="6934550" y="2884675"/>
              <a:ext cx="447325" cy="236450"/>
            </a:xfrm>
            <a:custGeom>
              <a:rect b="b" l="l" r="r" t="t"/>
              <a:pathLst>
                <a:path extrusionOk="0" h="9458" w="17893">
                  <a:moveTo>
                    <a:pt x="5284" y="3153"/>
                  </a:moveTo>
                  <a:lnTo>
                    <a:pt x="5284" y="4218"/>
                  </a:lnTo>
                  <a:lnTo>
                    <a:pt x="2131" y="4218"/>
                  </a:lnTo>
                  <a:lnTo>
                    <a:pt x="2131" y="3153"/>
                  </a:lnTo>
                  <a:close/>
                  <a:moveTo>
                    <a:pt x="15762" y="3153"/>
                  </a:moveTo>
                  <a:lnTo>
                    <a:pt x="15762" y="4218"/>
                  </a:lnTo>
                  <a:lnTo>
                    <a:pt x="12610" y="4218"/>
                  </a:lnTo>
                  <a:lnTo>
                    <a:pt x="12610" y="3153"/>
                  </a:lnTo>
                  <a:close/>
                  <a:moveTo>
                    <a:pt x="0" y="0"/>
                  </a:moveTo>
                  <a:lnTo>
                    <a:pt x="0" y="5239"/>
                  </a:lnTo>
                  <a:lnTo>
                    <a:pt x="3153" y="5239"/>
                  </a:lnTo>
                  <a:lnTo>
                    <a:pt x="3153" y="6305"/>
                  </a:lnTo>
                  <a:lnTo>
                    <a:pt x="0" y="6305"/>
                  </a:lnTo>
                  <a:lnTo>
                    <a:pt x="0" y="9457"/>
                  </a:lnTo>
                  <a:lnTo>
                    <a:pt x="5284" y="9457"/>
                  </a:lnTo>
                  <a:lnTo>
                    <a:pt x="5284" y="7370"/>
                  </a:lnTo>
                  <a:lnTo>
                    <a:pt x="4218" y="7370"/>
                  </a:lnTo>
                  <a:lnTo>
                    <a:pt x="4218" y="6305"/>
                  </a:lnTo>
                  <a:lnTo>
                    <a:pt x="5328" y="6305"/>
                  </a:lnTo>
                  <a:lnTo>
                    <a:pt x="5373" y="5994"/>
                  </a:lnTo>
                  <a:lnTo>
                    <a:pt x="5461" y="5683"/>
                  </a:lnTo>
                  <a:lnTo>
                    <a:pt x="5595" y="5373"/>
                  </a:lnTo>
                  <a:lnTo>
                    <a:pt x="5728" y="5062"/>
                  </a:lnTo>
                  <a:lnTo>
                    <a:pt x="5905" y="4795"/>
                  </a:lnTo>
                  <a:lnTo>
                    <a:pt x="6083" y="4529"/>
                  </a:lnTo>
                  <a:lnTo>
                    <a:pt x="6305" y="4307"/>
                  </a:lnTo>
                  <a:lnTo>
                    <a:pt x="6527" y="4085"/>
                  </a:lnTo>
                  <a:lnTo>
                    <a:pt x="6793" y="3863"/>
                  </a:lnTo>
                  <a:lnTo>
                    <a:pt x="7060" y="3685"/>
                  </a:lnTo>
                  <a:lnTo>
                    <a:pt x="7326" y="3552"/>
                  </a:lnTo>
                  <a:lnTo>
                    <a:pt x="7637" y="3419"/>
                  </a:lnTo>
                  <a:lnTo>
                    <a:pt x="7948" y="3286"/>
                  </a:lnTo>
                  <a:lnTo>
                    <a:pt x="8258" y="3241"/>
                  </a:lnTo>
                  <a:lnTo>
                    <a:pt x="8569" y="3197"/>
                  </a:lnTo>
                  <a:lnTo>
                    <a:pt x="8924" y="3153"/>
                  </a:lnTo>
                  <a:lnTo>
                    <a:pt x="9280" y="3197"/>
                  </a:lnTo>
                  <a:lnTo>
                    <a:pt x="9590" y="3241"/>
                  </a:lnTo>
                  <a:lnTo>
                    <a:pt x="9946" y="3286"/>
                  </a:lnTo>
                  <a:lnTo>
                    <a:pt x="10256" y="3419"/>
                  </a:lnTo>
                  <a:lnTo>
                    <a:pt x="10523" y="3552"/>
                  </a:lnTo>
                  <a:lnTo>
                    <a:pt x="10834" y="3685"/>
                  </a:lnTo>
                  <a:lnTo>
                    <a:pt x="11100" y="3863"/>
                  </a:lnTo>
                  <a:lnTo>
                    <a:pt x="11322" y="4085"/>
                  </a:lnTo>
                  <a:lnTo>
                    <a:pt x="11544" y="4307"/>
                  </a:lnTo>
                  <a:lnTo>
                    <a:pt x="11766" y="4529"/>
                  </a:lnTo>
                  <a:lnTo>
                    <a:pt x="11988" y="4795"/>
                  </a:lnTo>
                  <a:lnTo>
                    <a:pt x="12121" y="5062"/>
                  </a:lnTo>
                  <a:lnTo>
                    <a:pt x="12254" y="5373"/>
                  </a:lnTo>
                  <a:lnTo>
                    <a:pt x="12388" y="5683"/>
                  </a:lnTo>
                  <a:lnTo>
                    <a:pt x="12476" y="5994"/>
                  </a:lnTo>
                  <a:lnTo>
                    <a:pt x="12565" y="6305"/>
                  </a:lnTo>
                  <a:lnTo>
                    <a:pt x="13631" y="6305"/>
                  </a:lnTo>
                  <a:lnTo>
                    <a:pt x="13631" y="7370"/>
                  </a:lnTo>
                  <a:lnTo>
                    <a:pt x="12610" y="7370"/>
                  </a:lnTo>
                  <a:lnTo>
                    <a:pt x="12610" y="9457"/>
                  </a:lnTo>
                  <a:lnTo>
                    <a:pt x="17893" y="9457"/>
                  </a:lnTo>
                  <a:lnTo>
                    <a:pt x="17893" y="6305"/>
                  </a:lnTo>
                  <a:lnTo>
                    <a:pt x="14696" y="6305"/>
                  </a:lnTo>
                  <a:lnTo>
                    <a:pt x="14696" y="5239"/>
                  </a:lnTo>
                  <a:lnTo>
                    <a:pt x="17893" y="5239"/>
                  </a:lnTo>
                  <a:lnTo>
                    <a:pt x="17893" y="0"/>
                  </a:lnTo>
                  <a:lnTo>
                    <a:pt x="14696" y="0"/>
                  </a:lnTo>
                  <a:lnTo>
                    <a:pt x="14696" y="2131"/>
                  </a:lnTo>
                  <a:lnTo>
                    <a:pt x="3153" y="2131"/>
                  </a:lnTo>
                  <a:lnTo>
                    <a:pt x="3153" y="0"/>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58" name="Google Shape;3158;p65"/>
            <p:cNvSpPr/>
            <p:nvPr/>
          </p:nvSpPr>
          <p:spPr>
            <a:xfrm>
              <a:off x="6934550" y="2884675"/>
              <a:ext cx="447325" cy="236450"/>
            </a:xfrm>
            <a:custGeom>
              <a:rect b="b" l="l" r="r" t="t"/>
              <a:pathLst>
                <a:path extrusionOk="0" fill="none" h="9458" w="17893">
                  <a:moveTo>
                    <a:pt x="14696" y="6305"/>
                  </a:moveTo>
                  <a:lnTo>
                    <a:pt x="14696" y="5239"/>
                  </a:lnTo>
                  <a:lnTo>
                    <a:pt x="17893" y="5239"/>
                  </a:lnTo>
                  <a:lnTo>
                    <a:pt x="17893" y="0"/>
                  </a:lnTo>
                  <a:lnTo>
                    <a:pt x="14696" y="0"/>
                  </a:lnTo>
                  <a:lnTo>
                    <a:pt x="14696" y="2131"/>
                  </a:lnTo>
                  <a:lnTo>
                    <a:pt x="3153" y="2131"/>
                  </a:lnTo>
                  <a:lnTo>
                    <a:pt x="3153" y="0"/>
                  </a:lnTo>
                  <a:lnTo>
                    <a:pt x="0" y="0"/>
                  </a:lnTo>
                  <a:lnTo>
                    <a:pt x="0" y="5239"/>
                  </a:lnTo>
                  <a:lnTo>
                    <a:pt x="3153" y="5239"/>
                  </a:lnTo>
                  <a:lnTo>
                    <a:pt x="3153" y="6305"/>
                  </a:lnTo>
                  <a:lnTo>
                    <a:pt x="0" y="6305"/>
                  </a:lnTo>
                  <a:lnTo>
                    <a:pt x="0" y="9457"/>
                  </a:lnTo>
                  <a:lnTo>
                    <a:pt x="5284" y="9457"/>
                  </a:lnTo>
                  <a:lnTo>
                    <a:pt x="5284" y="7370"/>
                  </a:lnTo>
                  <a:lnTo>
                    <a:pt x="4218" y="7370"/>
                  </a:lnTo>
                  <a:lnTo>
                    <a:pt x="4218" y="6305"/>
                  </a:lnTo>
                  <a:lnTo>
                    <a:pt x="5328" y="6305"/>
                  </a:lnTo>
                  <a:lnTo>
                    <a:pt x="5328" y="6305"/>
                  </a:lnTo>
                  <a:lnTo>
                    <a:pt x="5373" y="5994"/>
                  </a:lnTo>
                  <a:lnTo>
                    <a:pt x="5461" y="5683"/>
                  </a:lnTo>
                  <a:lnTo>
                    <a:pt x="5595" y="5373"/>
                  </a:lnTo>
                  <a:lnTo>
                    <a:pt x="5728" y="5062"/>
                  </a:lnTo>
                  <a:lnTo>
                    <a:pt x="5905" y="4795"/>
                  </a:lnTo>
                  <a:lnTo>
                    <a:pt x="6083" y="4529"/>
                  </a:lnTo>
                  <a:lnTo>
                    <a:pt x="6305" y="4307"/>
                  </a:lnTo>
                  <a:lnTo>
                    <a:pt x="6527" y="4085"/>
                  </a:lnTo>
                  <a:lnTo>
                    <a:pt x="6793" y="3863"/>
                  </a:lnTo>
                  <a:lnTo>
                    <a:pt x="7060" y="3685"/>
                  </a:lnTo>
                  <a:lnTo>
                    <a:pt x="7326" y="3552"/>
                  </a:lnTo>
                  <a:lnTo>
                    <a:pt x="7637" y="3419"/>
                  </a:lnTo>
                  <a:lnTo>
                    <a:pt x="7948" y="3286"/>
                  </a:lnTo>
                  <a:lnTo>
                    <a:pt x="8258" y="3241"/>
                  </a:lnTo>
                  <a:lnTo>
                    <a:pt x="8569" y="3197"/>
                  </a:lnTo>
                  <a:lnTo>
                    <a:pt x="8924" y="3153"/>
                  </a:lnTo>
                  <a:lnTo>
                    <a:pt x="8924" y="3153"/>
                  </a:lnTo>
                  <a:lnTo>
                    <a:pt x="9280" y="3197"/>
                  </a:lnTo>
                  <a:lnTo>
                    <a:pt x="9590" y="3241"/>
                  </a:lnTo>
                  <a:lnTo>
                    <a:pt x="9946" y="3286"/>
                  </a:lnTo>
                  <a:lnTo>
                    <a:pt x="10256" y="3419"/>
                  </a:lnTo>
                  <a:lnTo>
                    <a:pt x="10523" y="3552"/>
                  </a:lnTo>
                  <a:lnTo>
                    <a:pt x="10834" y="3685"/>
                  </a:lnTo>
                  <a:lnTo>
                    <a:pt x="11100" y="3863"/>
                  </a:lnTo>
                  <a:lnTo>
                    <a:pt x="11322" y="4085"/>
                  </a:lnTo>
                  <a:lnTo>
                    <a:pt x="11544" y="4307"/>
                  </a:lnTo>
                  <a:lnTo>
                    <a:pt x="11766" y="4529"/>
                  </a:lnTo>
                  <a:lnTo>
                    <a:pt x="11988" y="4795"/>
                  </a:lnTo>
                  <a:lnTo>
                    <a:pt x="12121" y="5062"/>
                  </a:lnTo>
                  <a:lnTo>
                    <a:pt x="12254" y="5373"/>
                  </a:lnTo>
                  <a:lnTo>
                    <a:pt x="12388" y="5683"/>
                  </a:lnTo>
                  <a:lnTo>
                    <a:pt x="12476" y="5994"/>
                  </a:lnTo>
                  <a:lnTo>
                    <a:pt x="12565" y="6305"/>
                  </a:lnTo>
                  <a:lnTo>
                    <a:pt x="13631" y="6305"/>
                  </a:lnTo>
                  <a:lnTo>
                    <a:pt x="13631" y="7370"/>
                  </a:lnTo>
                  <a:lnTo>
                    <a:pt x="12610" y="7370"/>
                  </a:lnTo>
                  <a:lnTo>
                    <a:pt x="12610" y="9457"/>
                  </a:lnTo>
                  <a:lnTo>
                    <a:pt x="17893" y="9457"/>
                  </a:lnTo>
                  <a:lnTo>
                    <a:pt x="17893" y="6305"/>
                  </a:lnTo>
                  <a:lnTo>
                    <a:pt x="14696" y="6305"/>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59" name="Google Shape;3159;p65"/>
            <p:cNvSpPr/>
            <p:nvPr/>
          </p:nvSpPr>
          <p:spPr>
            <a:xfrm>
              <a:off x="6987825" y="2963475"/>
              <a:ext cx="78825" cy="26675"/>
            </a:xfrm>
            <a:custGeom>
              <a:rect b="b" l="l" r="r" t="t"/>
              <a:pathLst>
                <a:path extrusionOk="0" fill="none" h="1067" w="3153">
                  <a:moveTo>
                    <a:pt x="3153" y="1066"/>
                  </a:moveTo>
                  <a:lnTo>
                    <a:pt x="0" y="1066"/>
                  </a:lnTo>
                  <a:lnTo>
                    <a:pt x="0" y="1"/>
                  </a:lnTo>
                  <a:lnTo>
                    <a:pt x="3153" y="1"/>
                  </a:lnTo>
                  <a:lnTo>
                    <a:pt x="3153" y="1066"/>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60" name="Google Shape;3160;p65"/>
            <p:cNvSpPr/>
            <p:nvPr/>
          </p:nvSpPr>
          <p:spPr>
            <a:xfrm>
              <a:off x="7249775" y="2963475"/>
              <a:ext cx="78825" cy="26675"/>
            </a:xfrm>
            <a:custGeom>
              <a:rect b="b" l="l" r="r" t="t"/>
              <a:pathLst>
                <a:path extrusionOk="0" fill="none" h="1067" w="3153">
                  <a:moveTo>
                    <a:pt x="1" y="1066"/>
                  </a:moveTo>
                  <a:lnTo>
                    <a:pt x="1" y="1"/>
                  </a:lnTo>
                  <a:lnTo>
                    <a:pt x="3153" y="1"/>
                  </a:lnTo>
                  <a:lnTo>
                    <a:pt x="3153" y="1066"/>
                  </a:lnTo>
                  <a:lnTo>
                    <a:pt x="1" y="1066"/>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61" name="Google Shape;3161;p65"/>
            <p:cNvSpPr/>
            <p:nvPr/>
          </p:nvSpPr>
          <p:spPr>
            <a:xfrm>
              <a:off x="7249775" y="2990125"/>
              <a:ext cx="25" cy="25"/>
            </a:xfrm>
            <a:custGeom>
              <a:rect b="b" l="l" r="r" t="t"/>
              <a:pathLst>
                <a:path extrusionOk="0" fill="none" h="1" w="1">
                  <a:moveTo>
                    <a:pt x="1" y="0"/>
                  </a:moveTo>
                  <a:lnTo>
                    <a:pt x="1" y="0"/>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62" name="Google Shape;3162;p65"/>
            <p:cNvSpPr/>
            <p:nvPr/>
          </p:nvSpPr>
          <p:spPr>
            <a:xfrm>
              <a:off x="7144325" y="2832500"/>
              <a:ext cx="26675" cy="26675"/>
            </a:xfrm>
            <a:custGeom>
              <a:rect b="b" l="l" r="r" t="t"/>
              <a:pathLst>
                <a:path extrusionOk="0" h="1067" w="1067">
                  <a:moveTo>
                    <a:pt x="533" y="1"/>
                  </a:moveTo>
                  <a:lnTo>
                    <a:pt x="356" y="45"/>
                  </a:lnTo>
                  <a:lnTo>
                    <a:pt x="178" y="178"/>
                  </a:lnTo>
                  <a:lnTo>
                    <a:pt x="45" y="311"/>
                  </a:lnTo>
                  <a:lnTo>
                    <a:pt x="1" y="533"/>
                  </a:lnTo>
                  <a:lnTo>
                    <a:pt x="1" y="1066"/>
                  </a:lnTo>
                  <a:lnTo>
                    <a:pt x="1066" y="1066"/>
                  </a:lnTo>
                  <a:lnTo>
                    <a:pt x="1066" y="533"/>
                  </a:lnTo>
                  <a:lnTo>
                    <a:pt x="1022" y="311"/>
                  </a:lnTo>
                  <a:lnTo>
                    <a:pt x="933" y="178"/>
                  </a:lnTo>
                  <a:lnTo>
                    <a:pt x="755" y="45"/>
                  </a:lnTo>
                  <a:lnTo>
                    <a:pt x="53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63" name="Google Shape;3163;p65"/>
            <p:cNvSpPr/>
            <p:nvPr/>
          </p:nvSpPr>
          <p:spPr>
            <a:xfrm>
              <a:off x="7144325" y="2832500"/>
              <a:ext cx="26675" cy="26675"/>
            </a:xfrm>
            <a:custGeom>
              <a:rect b="b" l="l" r="r" t="t"/>
              <a:pathLst>
                <a:path extrusionOk="0" fill="none" h="1067" w="1067">
                  <a:moveTo>
                    <a:pt x="533" y="1"/>
                  </a:moveTo>
                  <a:lnTo>
                    <a:pt x="533" y="1"/>
                  </a:lnTo>
                  <a:lnTo>
                    <a:pt x="356" y="45"/>
                  </a:lnTo>
                  <a:lnTo>
                    <a:pt x="178" y="178"/>
                  </a:lnTo>
                  <a:lnTo>
                    <a:pt x="45" y="311"/>
                  </a:lnTo>
                  <a:lnTo>
                    <a:pt x="1" y="533"/>
                  </a:lnTo>
                  <a:lnTo>
                    <a:pt x="1" y="1066"/>
                  </a:lnTo>
                  <a:lnTo>
                    <a:pt x="1066" y="1066"/>
                  </a:lnTo>
                  <a:lnTo>
                    <a:pt x="1066" y="533"/>
                  </a:lnTo>
                  <a:lnTo>
                    <a:pt x="1066" y="533"/>
                  </a:lnTo>
                  <a:lnTo>
                    <a:pt x="1022" y="311"/>
                  </a:lnTo>
                  <a:lnTo>
                    <a:pt x="933" y="178"/>
                  </a:lnTo>
                  <a:lnTo>
                    <a:pt x="755" y="45"/>
                  </a:lnTo>
                  <a:lnTo>
                    <a:pt x="533" y="1"/>
                  </a:lnTo>
                  <a:lnTo>
                    <a:pt x="533" y="1"/>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64" name="Google Shape;3164;p65"/>
            <p:cNvSpPr/>
            <p:nvPr/>
          </p:nvSpPr>
          <p:spPr>
            <a:xfrm>
              <a:off x="7157650" y="2832500"/>
              <a:ext cx="25" cy="25"/>
            </a:xfrm>
            <a:custGeom>
              <a:rect b="b" l="l" r="r" t="t"/>
              <a:pathLst>
                <a:path extrusionOk="0" fill="none" h="1" w="1">
                  <a:moveTo>
                    <a:pt x="0" y="1"/>
                  </a:moveTo>
                  <a:lnTo>
                    <a:pt x="0" y="1"/>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65" name="Google Shape;3165;p65"/>
            <p:cNvSpPr/>
            <p:nvPr/>
          </p:nvSpPr>
          <p:spPr>
            <a:xfrm>
              <a:off x="7040000" y="2780325"/>
              <a:ext cx="235325" cy="131000"/>
            </a:xfrm>
            <a:custGeom>
              <a:rect b="b" l="l" r="r" t="t"/>
              <a:pathLst>
                <a:path extrusionOk="0" h="5240" w="9413">
                  <a:moveTo>
                    <a:pt x="5017" y="1066"/>
                  </a:moveTo>
                  <a:lnTo>
                    <a:pt x="5328" y="1155"/>
                  </a:lnTo>
                  <a:lnTo>
                    <a:pt x="5594" y="1333"/>
                  </a:lnTo>
                  <a:lnTo>
                    <a:pt x="5816" y="1510"/>
                  </a:lnTo>
                  <a:lnTo>
                    <a:pt x="6038" y="1732"/>
                  </a:lnTo>
                  <a:lnTo>
                    <a:pt x="6172" y="1999"/>
                  </a:lnTo>
                  <a:lnTo>
                    <a:pt x="6260" y="2310"/>
                  </a:lnTo>
                  <a:lnTo>
                    <a:pt x="6305" y="2620"/>
                  </a:lnTo>
                  <a:lnTo>
                    <a:pt x="6305" y="4174"/>
                  </a:lnTo>
                  <a:lnTo>
                    <a:pt x="3153" y="4174"/>
                  </a:lnTo>
                  <a:lnTo>
                    <a:pt x="3153" y="2620"/>
                  </a:lnTo>
                  <a:lnTo>
                    <a:pt x="3153" y="2310"/>
                  </a:lnTo>
                  <a:lnTo>
                    <a:pt x="3286" y="1999"/>
                  </a:lnTo>
                  <a:lnTo>
                    <a:pt x="3419" y="1732"/>
                  </a:lnTo>
                  <a:lnTo>
                    <a:pt x="3597" y="1510"/>
                  </a:lnTo>
                  <a:lnTo>
                    <a:pt x="3819" y="1333"/>
                  </a:lnTo>
                  <a:lnTo>
                    <a:pt x="4085" y="1155"/>
                  </a:lnTo>
                  <a:lnTo>
                    <a:pt x="4396" y="1066"/>
                  </a:lnTo>
                  <a:close/>
                  <a:moveTo>
                    <a:pt x="0" y="1"/>
                  </a:moveTo>
                  <a:lnTo>
                    <a:pt x="0" y="2088"/>
                  </a:lnTo>
                  <a:lnTo>
                    <a:pt x="2087" y="2088"/>
                  </a:lnTo>
                  <a:lnTo>
                    <a:pt x="2087" y="3153"/>
                  </a:lnTo>
                  <a:lnTo>
                    <a:pt x="0" y="3153"/>
                  </a:lnTo>
                  <a:lnTo>
                    <a:pt x="0" y="5240"/>
                  </a:lnTo>
                  <a:lnTo>
                    <a:pt x="9413" y="5240"/>
                  </a:lnTo>
                  <a:lnTo>
                    <a:pt x="9413" y="2088"/>
                  </a:lnTo>
                  <a:lnTo>
                    <a:pt x="7326" y="2088"/>
                  </a:lnTo>
                  <a:lnTo>
                    <a:pt x="7326" y="1066"/>
                  </a:lnTo>
                  <a:lnTo>
                    <a:pt x="9413" y="1066"/>
                  </a:lnTo>
                  <a:lnTo>
                    <a:pt x="9413"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66" name="Google Shape;3166;p65"/>
            <p:cNvSpPr/>
            <p:nvPr/>
          </p:nvSpPr>
          <p:spPr>
            <a:xfrm>
              <a:off x="7040000" y="2780325"/>
              <a:ext cx="235325" cy="131000"/>
            </a:xfrm>
            <a:custGeom>
              <a:rect b="b" l="l" r="r" t="t"/>
              <a:pathLst>
                <a:path extrusionOk="0" fill="none" h="5240" w="9413">
                  <a:moveTo>
                    <a:pt x="7326" y="2088"/>
                  </a:moveTo>
                  <a:lnTo>
                    <a:pt x="7326" y="1066"/>
                  </a:lnTo>
                  <a:lnTo>
                    <a:pt x="9413" y="1066"/>
                  </a:lnTo>
                  <a:lnTo>
                    <a:pt x="9413" y="1"/>
                  </a:lnTo>
                  <a:lnTo>
                    <a:pt x="0" y="1"/>
                  </a:lnTo>
                  <a:lnTo>
                    <a:pt x="0" y="2088"/>
                  </a:lnTo>
                  <a:lnTo>
                    <a:pt x="2087" y="2088"/>
                  </a:lnTo>
                  <a:lnTo>
                    <a:pt x="2087" y="3153"/>
                  </a:lnTo>
                  <a:lnTo>
                    <a:pt x="0" y="3153"/>
                  </a:lnTo>
                  <a:lnTo>
                    <a:pt x="0" y="5240"/>
                  </a:lnTo>
                  <a:lnTo>
                    <a:pt x="9413" y="5240"/>
                  </a:lnTo>
                  <a:lnTo>
                    <a:pt x="9413" y="5240"/>
                  </a:lnTo>
                  <a:lnTo>
                    <a:pt x="9413" y="2088"/>
                  </a:lnTo>
                  <a:lnTo>
                    <a:pt x="7326" y="2088"/>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67" name="Google Shape;3167;p65"/>
            <p:cNvSpPr/>
            <p:nvPr/>
          </p:nvSpPr>
          <p:spPr>
            <a:xfrm>
              <a:off x="7118800" y="2806975"/>
              <a:ext cx="78825" cy="77725"/>
            </a:xfrm>
            <a:custGeom>
              <a:rect b="b" l="l" r="r" t="t"/>
              <a:pathLst>
                <a:path extrusionOk="0" fill="none" h="3109" w="3153">
                  <a:moveTo>
                    <a:pt x="3153" y="3108"/>
                  </a:moveTo>
                  <a:lnTo>
                    <a:pt x="1" y="3108"/>
                  </a:lnTo>
                  <a:lnTo>
                    <a:pt x="1" y="1554"/>
                  </a:lnTo>
                  <a:lnTo>
                    <a:pt x="1" y="1554"/>
                  </a:lnTo>
                  <a:lnTo>
                    <a:pt x="1" y="1244"/>
                  </a:lnTo>
                  <a:lnTo>
                    <a:pt x="134" y="933"/>
                  </a:lnTo>
                  <a:lnTo>
                    <a:pt x="267" y="666"/>
                  </a:lnTo>
                  <a:lnTo>
                    <a:pt x="445" y="444"/>
                  </a:lnTo>
                  <a:lnTo>
                    <a:pt x="667" y="267"/>
                  </a:lnTo>
                  <a:lnTo>
                    <a:pt x="933" y="89"/>
                  </a:lnTo>
                  <a:lnTo>
                    <a:pt x="1244" y="0"/>
                  </a:lnTo>
                  <a:lnTo>
                    <a:pt x="1554" y="0"/>
                  </a:lnTo>
                  <a:lnTo>
                    <a:pt x="1554" y="0"/>
                  </a:lnTo>
                  <a:lnTo>
                    <a:pt x="1865" y="0"/>
                  </a:lnTo>
                  <a:lnTo>
                    <a:pt x="2176" y="89"/>
                  </a:lnTo>
                  <a:lnTo>
                    <a:pt x="2442" y="267"/>
                  </a:lnTo>
                  <a:lnTo>
                    <a:pt x="2664" y="444"/>
                  </a:lnTo>
                  <a:lnTo>
                    <a:pt x="2886" y="666"/>
                  </a:lnTo>
                  <a:lnTo>
                    <a:pt x="3020" y="933"/>
                  </a:lnTo>
                  <a:lnTo>
                    <a:pt x="3108" y="1244"/>
                  </a:lnTo>
                  <a:lnTo>
                    <a:pt x="3153" y="1554"/>
                  </a:lnTo>
                  <a:lnTo>
                    <a:pt x="3153" y="3108"/>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68" name="Google Shape;3168;p65"/>
            <p:cNvSpPr/>
            <p:nvPr/>
          </p:nvSpPr>
          <p:spPr>
            <a:xfrm>
              <a:off x="7197600" y="2884675"/>
              <a:ext cx="25" cy="25"/>
            </a:xfrm>
            <a:custGeom>
              <a:rect b="b" l="l" r="r" t="t"/>
              <a:pathLst>
                <a:path extrusionOk="0" fill="none" h="1" w="1">
                  <a:moveTo>
                    <a:pt x="1" y="0"/>
                  </a:moveTo>
                  <a:lnTo>
                    <a:pt x="1" y="0"/>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69" name="Google Shape;3169;p65"/>
            <p:cNvSpPr/>
            <p:nvPr/>
          </p:nvSpPr>
          <p:spPr>
            <a:xfrm>
              <a:off x="7013350" y="2673775"/>
              <a:ext cx="288625" cy="79950"/>
            </a:xfrm>
            <a:custGeom>
              <a:rect b="b" l="l" r="r" t="t"/>
              <a:pathLst>
                <a:path extrusionOk="0" h="3198" w="11545">
                  <a:moveTo>
                    <a:pt x="1" y="1"/>
                  </a:moveTo>
                  <a:lnTo>
                    <a:pt x="1" y="3197"/>
                  </a:lnTo>
                  <a:lnTo>
                    <a:pt x="11544" y="3197"/>
                  </a:lnTo>
                  <a:lnTo>
                    <a:pt x="11544" y="1"/>
                  </a:lnTo>
                  <a:lnTo>
                    <a:pt x="9458" y="1"/>
                  </a:lnTo>
                  <a:lnTo>
                    <a:pt x="9458" y="1066"/>
                  </a:lnTo>
                  <a:lnTo>
                    <a:pt x="6838" y="1066"/>
                  </a:lnTo>
                  <a:lnTo>
                    <a:pt x="6838" y="1"/>
                  </a:lnTo>
                  <a:lnTo>
                    <a:pt x="4751" y="1"/>
                  </a:lnTo>
                  <a:lnTo>
                    <a:pt x="4751" y="1066"/>
                  </a:lnTo>
                  <a:lnTo>
                    <a:pt x="2132" y="1066"/>
                  </a:lnTo>
                  <a:lnTo>
                    <a:pt x="2132" y="1"/>
                  </a:lnTo>
                  <a:close/>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70" name="Google Shape;3170;p65"/>
            <p:cNvSpPr/>
            <p:nvPr/>
          </p:nvSpPr>
          <p:spPr>
            <a:xfrm>
              <a:off x="7013350" y="2673775"/>
              <a:ext cx="288625" cy="79950"/>
            </a:xfrm>
            <a:custGeom>
              <a:rect b="b" l="l" r="r" t="t"/>
              <a:pathLst>
                <a:path extrusionOk="0" fill="none" h="3198" w="11545">
                  <a:moveTo>
                    <a:pt x="1" y="3197"/>
                  </a:moveTo>
                  <a:lnTo>
                    <a:pt x="1" y="1"/>
                  </a:lnTo>
                  <a:lnTo>
                    <a:pt x="2132" y="1"/>
                  </a:lnTo>
                  <a:lnTo>
                    <a:pt x="2132" y="1066"/>
                  </a:lnTo>
                  <a:lnTo>
                    <a:pt x="4751" y="1066"/>
                  </a:lnTo>
                  <a:lnTo>
                    <a:pt x="4751" y="1"/>
                  </a:lnTo>
                  <a:lnTo>
                    <a:pt x="6838" y="1"/>
                  </a:lnTo>
                  <a:lnTo>
                    <a:pt x="6838" y="1066"/>
                  </a:lnTo>
                  <a:lnTo>
                    <a:pt x="9458" y="1066"/>
                  </a:lnTo>
                  <a:lnTo>
                    <a:pt x="9458" y="1"/>
                  </a:lnTo>
                  <a:lnTo>
                    <a:pt x="11544" y="1"/>
                  </a:lnTo>
                  <a:lnTo>
                    <a:pt x="11544" y="3197"/>
                  </a:lnTo>
                  <a:lnTo>
                    <a:pt x="1" y="3197"/>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71" name="Google Shape;3171;p65"/>
            <p:cNvSpPr/>
            <p:nvPr/>
          </p:nvSpPr>
          <p:spPr>
            <a:xfrm>
              <a:off x="7013350" y="2753700"/>
              <a:ext cx="25" cy="25"/>
            </a:xfrm>
            <a:custGeom>
              <a:rect b="b" l="l" r="r" t="t"/>
              <a:pathLst>
                <a:path extrusionOk="0" fill="none" h="1" w="1">
                  <a:moveTo>
                    <a:pt x="1" y="0"/>
                  </a:moveTo>
                  <a:lnTo>
                    <a:pt x="1" y="0"/>
                  </a:lnTo>
                </a:path>
              </a:pathLst>
            </a:custGeom>
            <a:solidFill>
              <a:schemeClr val="dk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3122"/>
                                        </p:tgtEl>
                                        <p:attrNameLst>
                                          <p:attrName>style.visibility</p:attrName>
                                        </p:attrNameLst>
                                      </p:cBhvr>
                                      <p:to>
                                        <p:strVal val="visible"/>
                                      </p:to>
                                    </p:set>
                                    <p:animEffect filter="fade" transition="in">
                                      <p:cBhvr>
                                        <p:cTn dur="1000"/>
                                        <p:tgtEl>
                                          <p:spTgt spid="3122"/>
                                        </p:tgtEl>
                                      </p:cBhvr>
                                    </p:animEffect>
                                  </p:childTnLst>
                                </p:cTn>
                              </p:par>
                              <p:par>
                                <p:cTn fill="hold" nodeType="withEffect" presetClass="entr" presetID="10" presetSubtype="0">
                                  <p:stCondLst>
                                    <p:cond delay="0"/>
                                  </p:stCondLst>
                                  <p:childTnLst>
                                    <p:set>
                                      <p:cBhvr>
                                        <p:cTn dur="1" fill="hold">
                                          <p:stCondLst>
                                            <p:cond delay="0"/>
                                          </p:stCondLst>
                                        </p:cTn>
                                        <p:tgtEl>
                                          <p:spTgt spid="3132"/>
                                        </p:tgtEl>
                                        <p:attrNameLst>
                                          <p:attrName>style.visibility</p:attrName>
                                        </p:attrNameLst>
                                      </p:cBhvr>
                                      <p:to>
                                        <p:strVal val="visible"/>
                                      </p:to>
                                    </p:set>
                                    <p:animEffect filter="fade" transition="in">
                                      <p:cBhvr>
                                        <p:cTn dur="1000"/>
                                        <p:tgtEl>
                                          <p:spTgt spid="3132"/>
                                        </p:tgtEl>
                                      </p:cBhvr>
                                    </p:animEffect>
                                  </p:childTnLst>
                                </p:cTn>
                              </p:par>
                              <p:par>
                                <p:cTn fill="hold" nodeType="withEffect" presetClass="entr" presetID="10" presetSubtype="0">
                                  <p:stCondLst>
                                    <p:cond delay="0"/>
                                  </p:stCondLst>
                                  <p:childTnLst>
                                    <p:set>
                                      <p:cBhvr>
                                        <p:cTn dur="1" fill="hold">
                                          <p:stCondLst>
                                            <p:cond delay="0"/>
                                          </p:stCondLst>
                                        </p:cTn>
                                        <p:tgtEl>
                                          <p:spTgt spid="3150"/>
                                        </p:tgtEl>
                                        <p:attrNameLst>
                                          <p:attrName>style.visibility</p:attrName>
                                        </p:attrNameLst>
                                      </p:cBhvr>
                                      <p:to>
                                        <p:strVal val="visible"/>
                                      </p:to>
                                    </p:set>
                                    <p:animEffect filter="fade" transition="in">
                                      <p:cBhvr>
                                        <p:cTn dur="1000"/>
                                        <p:tgtEl>
                                          <p:spTgt spid="315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5" name="Shape 3175"/>
        <p:cNvGrpSpPr/>
        <p:nvPr/>
      </p:nvGrpSpPr>
      <p:grpSpPr>
        <a:xfrm>
          <a:off x="0" y="0"/>
          <a:ext cx="0" cy="0"/>
          <a:chOff x="0" y="0"/>
          <a:chExt cx="0" cy="0"/>
        </a:xfrm>
      </p:grpSpPr>
      <p:sp>
        <p:nvSpPr>
          <p:cNvPr id="3176" name="Google Shape;3176;p66"/>
          <p:cNvSpPr txBox="1"/>
          <p:nvPr>
            <p:ph type="title"/>
          </p:nvPr>
        </p:nvSpPr>
        <p:spPr>
          <a:xfrm>
            <a:off x="816900" y="1459500"/>
            <a:ext cx="7510200" cy="2529300"/>
          </a:xfrm>
          <a:prstGeom prst="rect">
            <a:avLst/>
          </a:prstGeom>
          <a:noFill/>
          <a:ln>
            <a:noFill/>
          </a:ln>
        </p:spPr>
        <p:txBody>
          <a:bodyPr anchorCtr="0" anchor="ctr" bIns="91425" lIns="91425" spcFirstLastPara="1" rIns="91425" wrap="square" tIns="91425">
            <a:noAutofit/>
          </a:bodyPr>
          <a:lstStyle/>
          <a:p>
            <a:pPr indent="0" lvl="0" marL="0" rtl="0" algn="ctr">
              <a:lnSpc>
                <a:spcPct val="80000"/>
              </a:lnSpc>
              <a:spcBef>
                <a:spcPts val="0"/>
              </a:spcBef>
              <a:spcAft>
                <a:spcPts val="0"/>
              </a:spcAft>
              <a:buSzPts val="4800"/>
              <a:buNone/>
            </a:pPr>
            <a:r>
              <a:rPr lang="en"/>
              <a:t>Dankie</a:t>
            </a:r>
            <a:br>
              <a:rPr lang="en"/>
            </a:br>
            <a:r>
              <a:rPr lang="en"/>
              <a:t>~Die Diva’s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3176"/>
                                        </p:tgtEl>
                                        <p:attrNameLst>
                                          <p:attrName>style.visibility</p:attrName>
                                        </p:attrNameLst>
                                      </p:cBhvr>
                                      <p:to>
                                        <p:strVal val="visible"/>
                                      </p:to>
                                    </p:set>
                                    <p:anim calcmode="lin" valueType="num">
                                      <p:cBhvr additive="base">
                                        <p:cTn dur="1000"/>
                                        <p:tgtEl>
                                          <p:spTgt spid="3176"/>
                                        </p:tgtEl>
                                        <p:attrNameLst>
                                          <p:attrName>ppt_w</p:attrName>
                                        </p:attrNameLst>
                                      </p:cBhvr>
                                      <p:tavLst>
                                        <p:tav fmla="" tm="0">
                                          <p:val>
                                            <p:strVal val="0"/>
                                          </p:val>
                                        </p:tav>
                                        <p:tav fmla="" tm="100000">
                                          <p:val>
                                            <p:strVal val="#ppt_w"/>
                                          </p:val>
                                        </p:tav>
                                      </p:tavLst>
                                    </p:anim>
                                    <p:anim calcmode="lin" valueType="num">
                                      <p:cBhvr additive="base">
                                        <p:cTn dur="1000"/>
                                        <p:tgtEl>
                                          <p:spTgt spid="3176"/>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ocial Studies Subject for Middle School - 8th Grade: Geography and Colonialism XL by Slidesgo">
  <a:themeElements>
    <a:clrScheme name="Simple Light">
      <a:dk1>
        <a:srgbClr val="105522"/>
      </a:dk1>
      <a:lt1>
        <a:srgbClr val="99C66D"/>
      </a:lt1>
      <a:dk2>
        <a:srgbClr val="D0D4AD"/>
      </a:dk2>
      <a:lt2>
        <a:srgbClr val="89B990"/>
      </a:lt2>
      <a:accent1>
        <a:srgbClr val="063814"/>
      </a:accent1>
      <a:accent2>
        <a:srgbClr val="FFFFFF"/>
      </a:accent2>
      <a:accent3>
        <a:srgbClr val="FFFFFF"/>
      </a:accent3>
      <a:accent4>
        <a:srgbClr val="FFFFFF"/>
      </a:accent4>
      <a:accent5>
        <a:srgbClr val="FFFFFF"/>
      </a:accent5>
      <a:accent6>
        <a:srgbClr val="FFFFFF"/>
      </a:accent6>
      <a:hlink>
        <a:srgbClr val="063814"/>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